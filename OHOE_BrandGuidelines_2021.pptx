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3" r:id="rId4"/>
  </p:sldMasterIdLst>
  <p:notesMasterIdLst>
    <p:notesMasterId r:id="rId18"/>
  </p:notesMasterIdLst>
  <p:sldIdLst>
    <p:sldId id="1509" r:id="rId5"/>
    <p:sldId id="440" r:id="rId6"/>
    <p:sldId id="438" r:id="rId7"/>
    <p:sldId id="277" r:id="rId8"/>
    <p:sldId id="278" r:id="rId9"/>
    <p:sldId id="279" r:id="rId10"/>
    <p:sldId id="1510" r:id="rId11"/>
    <p:sldId id="281" r:id="rId12"/>
    <p:sldId id="283" r:id="rId13"/>
    <p:sldId id="325" r:id="rId14"/>
    <p:sldId id="287" r:id="rId15"/>
    <p:sldId id="291" r:id="rId16"/>
    <p:sldId id="436" r:id="rId17"/>
  </p:sldIdLst>
  <p:sldSz cx="9144000" cy="5143500" type="screen16x9"/>
  <p:notesSz cx="6858000" cy="9144000"/>
  <p:defaultText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3324F10-5A3A-4E3A-863E-5D160755A0B4}">
          <p14:sldIdLst>
            <p14:sldId id="1509"/>
            <p14:sldId id="440"/>
            <p14:sldId id="438"/>
            <p14:sldId id="277"/>
            <p14:sldId id="278"/>
            <p14:sldId id="279"/>
            <p14:sldId id="1510"/>
            <p14:sldId id="281"/>
            <p14:sldId id="283"/>
            <p14:sldId id="325"/>
            <p14:sldId id="287"/>
            <p14:sldId id="291"/>
            <p14:sldId id="436"/>
          </p14:sldIdLst>
        </p14:section>
      </p14:sectionLst>
    </p:ext>
    <p:ext uri="{EFAFB233-063F-42B5-8137-9DF3F51BA10A}">
      <p15:sldGuideLst xmlns:p15="http://schemas.microsoft.com/office/powerpoint/2012/main">
        <p15:guide id="1" orient="horz" pos="1461" userDrawn="1">
          <p15:clr>
            <a:srgbClr val="A4A3A4"/>
          </p15:clr>
        </p15:guide>
        <p15:guide id="2" pos="4332" userDrawn="1">
          <p15:clr>
            <a:srgbClr val="A4A3A4"/>
          </p15:clr>
        </p15:guide>
        <p15:guide id="3" pos="272" userDrawn="1">
          <p15:clr>
            <a:srgbClr val="A4A3A4"/>
          </p15:clr>
        </p15:guide>
        <p15:guide id="4" pos="5488" userDrawn="1">
          <p15:clr>
            <a:srgbClr val="A4A3A4"/>
          </p15:clr>
        </p15:guide>
        <p15:guide id="5" orient="horz" pos="1144" userDrawn="1">
          <p15:clr>
            <a:srgbClr val="A4A3A4"/>
          </p15:clr>
        </p15:guide>
        <p15:guide id="8" orient="horz" pos="2845" userDrawn="1">
          <p15:clr>
            <a:srgbClr val="A4A3A4"/>
          </p15:clr>
        </p15:guide>
        <p15:guide id="9" orient="horz" pos="2777" userDrawn="1">
          <p15:clr>
            <a:srgbClr val="A4A3A4"/>
          </p15:clr>
        </p15:guide>
        <p15:guide id="10" pos="1542" userDrawn="1">
          <p15:clr>
            <a:srgbClr val="A4A3A4"/>
          </p15:clr>
        </p15:guide>
        <p15:guide id="11" orient="horz" pos="2686" userDrawn="1">
          <p15:clr>
            <a:srgbClr val="A4A3A4"/>
          </p15:clr>
        </p15:guide>
        <p15:guide id="12" orient="horz" pos="735" userDrawn="1">
          <p15:clr>
            <a:srgbClr val="A4A3A4"/>
          </p15:clr>
        </p15:guide>
        <p15:guide id="13" orient="horz" pos="962" userDrawn="1">
          <p15:clr>
            <a:srgbClr val="A4A3A4"/>
          </p15:clr>
        </p15:guide>
        <p15:guide id="14" orient="horz" pos="157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thmann" initials="R" lastIdx="2" clrIdx="0">
    <p:extLst>
      <p:ext uri="{19B8F6BF-5375-455C-9EA6-DF929625EA0E}">
        <p15:presenceInfo xmlns:p15="http://schemas.microsoft.com/office/powerpoint/2012/main" userId="S::r.athmann@ohoe.eu::0453ebaf-e0ff-4c5f-ac93-fdf1d5e7663f" providerId="AD"/>
      </p:ext>
    </p:extLst>
  </p:cmAuthor>
  <p:cmAuthor id="2" name="Stephan Dorfner" initials="SD" lastIdx="5" clrIdx="1">
    <p:extLst>
      <p:ext uri="{19B8F6BF-5375-455C-9EA6-DF929625EA0E}">
        <p15:presenceInfo xmlns:p15="http://schemas.microsoft.com/office/powerpoint/2012/main" userId="S::s.dorfner@ohoe.eu::ceb575ba-d4ec-4fda-9c37-b2a39255baf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B925"/>
    <a:srgbClr val="F39E4A"/>
    <a:srgbClr val="80D3FF"/>
    <a:srgbClr val="2B4571"/>
    <a:srgbClr val="005A33"/>
    <a:srgbClr val="00366A"/>
    <a:srgbClr val="174163"/>
    <a:srgbClr val="2D7FAB"/>
    <a:srgbClr val="FFDC4E"/>
    <a:srgbClr val="004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ittlere Formatvorlage 3 - Akz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557" autoAdjust="0"/>
    <p:restoredTop sz="97373" autoAdjust="0"/>
  </p:normalViewPr>
  <p:slideViewPr>
    <p:cSldViewPr snapToGrid="0">
      <p:cViewPr>
        <p:scale>
          <a:sx n="150" d="100"/>
          <a:sy n="150" d="100"/>
        </p:scale>
        <p:origin x="-125" y="-514"/>
      </p:cViewPr>
      <p:guideLst>
        <p:guide orient="horz" pos="1461"/>
        <p:guide pos="4332"/>
        <p:guide pos="272"/>
        <p:guide pos="5488"/>
        <p:guide orient="horz" pos="1144"/>
        <p:guide orient="horz" pos="2845"/>
        <p:guide orient="horz" pos="2777"/>
        <p:guide pos="1542"/>
        <p:guide orient="horz" pos="2686"/>
        <p:guide orient="horz" pos="735"/>
        <p:guide orient="horz" pos="962"/>
        <p:guide orient="horz" pos="1571"/>
      </p:guideLst>
    </p:cSldViewPr>
  </p:slideViewPr>
  <p:outlineViewPr>
    <p:cViewPr>
      <p:scale>
        <a:sx n="33" d="100"/>
        <a:sy n="33" d="100"/>
      </p:scale>
      <p:origin x="0" y="0"/>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varScale="1">
        <p:scale>
          <a:sx n="88" d="100"/>
          <a:sy n="88" d="100"/>
        </p:scale>
        <p:origin x="2964"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353B72-FDAA-4AA2-B809-E98E57856C15}" type="datetimeFigureOut">
              <a:rPr lang="de-DE" smtClean="0"/>
              <a:t>22.10.2025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B96280-305B-4DDD-979C-FC0852436D8F}" type="slidenum">
              <a:rPr lang="de-DE" smtClean="0"/>
              <a:t>‹Nr.›</a:t>
            </a:fld>
            <a:endParaRPr lang="de-DE"/>
          </a:p>
        </p:txBody>
      </p:sp>
    </p:spTree>
    <p:extLst>
      <p:ext uri="{BB962C8B-B14F-4D97-AF65-F5344CB8AC3E}">
        <p14:creationId xmlns:p14="http://schemas.microsoft.com/office/powerpoint/2010/main" val="126214669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clearvoice.com/blog/difference-between-mission-vision-statement-examples/"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F3B96280-305B-4DDD-979C-FC0852436D8F}"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68942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800" u="sng" dirty="0">
                <a:effectLst/>
                <a:latin typeface="Calibri" panose="020F0502020204030204" pitchFamily="34" charset="0"/>
                <a:ea typeface="Calibri" panose="020F0502020204030204" pitchFamily="34" charset="0"/>
                <a:cs typeface="Arial" panose="020B0604020202020204" pitchFamily="34" charset="0"/>
              </a:rPr>
              <a:t>Definitionen</a:t>
            </a:r>
            <a:r>
              <a:rPr lang="de-DE" sz="1800" dirty="0">
                <a:effectLst/>
                <a:latin typeface="Calibri" panose="020F0502020204030204" pitchFamily="34" charset="0"/>
                <a:ea typeface="Calibri" panose="020F0502020204030204" pitchFamily="34" charset="0"/>
                <a:cs typeface="Arial" panose="020B0604020202020204" pitchFamily="34" charset="0"/>
              </a:rPr>
              <a:t>:</a:t>
            </a:r>
            <a:endParaRPr lang="en-GB" sz="1800" dirty="0">
              <a:effectLst/>
              <a:latin typeface="Calibri" panose="020F0502020204030204" pitchFamily="34" charset="0"/>
              <a:ea typeface="Calibri" panose="020F0502020204030204" pitchFamily="34" charset="0"/>
            </a:endParaRPr>
          </a:p>
          <a:p>
            <a:r>
              <a:rPr lang="de-DE" sz="1800" b="1" dirty="0">
                <a:effectLst/>
                <a:latin typeface="Calibri" panose="020F0502020204030204" pitchFamily="34" charset="0"/>
                <a:ea typeface="Calibri" panose="020F0502020204030204" pitchFamily="34" charset="0"/>
                <a:cs typeface="Arial" panose="020B0604020202020204" pitchFamily="34" charset="0"/>
              </a:rPr>
              <a:t> </a:t>
            </a:r>
            <a:endParaRPr lang="en-GB" sz="1800" dirty="0">
              <a:effectLst/>
              <a:latin typeface="Calibri" panose="020F0502020204030204" pitchFamily="34" charset="0"/>
              <a:ea typeface="Calibri" panose="020F0502020204030204" pitchFamily="34" charset="0"/>
            </a:endParaRPr>
          </a:p>
          <a:p>
            <a:r>
              <a:rPr lang="de-DE" sz="1800" b="1" dirty="0">
                <a:effectLst/>
                <a:latin typeface="Calibri" panose="020F0502020204030204" pitchFamily="34" charset="0"/>
                <a:ea typeface="Calibri" panose="020F0502020204030204" pitchFamily="34" charset="0"/>
                <a:cs typeface="Arial" panose="020B0604020202020204" pitchFamily="34" charset="0"/>
              </a:rPr>
              <a:t>Vision-Statement = Leitbild  | </a:t>
            </a:r>
            <a:r>
              <a:rPr lang="de-DE" sz="1800" dirty="0">
                <a:effectLst/>
                <a:latin typeface="Calibri" panose="020F0502020204030204" pitchFamily="34" charset="0"/>
                <a:ea typeface="Calibri" panose="020F0502020204030204" pitchFamily="34" charset="0"/>
                <a:cs typeface="Arial" panose="020B0604020202020204" pitchFamily="34" charset="0"/>
              </a:rPr>
              <a:t>beschreibt die </a:t>
            </a:r>
            <a:r>
              <a:rPr lang="de-DE" sz="1800" b="1" u="sng" dirty="0">
                <a:effectLst/>
                <a:latin typeface="Calibri" panose="020F0502020204030204" pitchFamily="34" charset="0"/>
                <a:ea typeface="Calibri" panose="020F0502020204030204" pitchFamily="34" charset="0"/>
                <a:cs typeface="Arial" panose="020B0604020202020204" pitchFamily="34" charset="0"/>
              </a:rPr>
              <a:t>Intention</a:t>
            </a:r>
            <a:r>
              <a:rPr lang="de-DE" sz="1800" dirty="0">
                <a:effectLst/>
                <a:latin typeface="Calibri" panose="020F0502020204030204" pitchFamily="34" charset="0"/>
                <a:ea typeface="Calibri" panose="020F0502020204030204" pitchFamily="34" charset="0"/>
                <a:cs typeface="Arial" panose="020B0604020202020204" pitchFamily="34" charset="0"/>
              </a:rPr>
              <a:t> (das Ziel),</a:t>
            </a:r>
            <a:endParaRPr lang="en-GB" sz="1800" dirty="0">
              <a:effectLst/>
              <a:latin typeface="Calibri" panose="020F0502020204030204" pitchFamily="34" charset="0"/>
              <a:ea typeface="Calibri" panose="020F0502020204030204" pitchFamily="34" charset="0"/>
            </a:endParaRPr>
          </a:p>
          <a:p>
            <a:r>
              <a:rPr lang="de-DE" sz="1800" dirty="0">
                <a:effectLst/>
                <a:latin typeface="Calibri" panose="020F0502020204030204" pitchFamily="34" charset="0"/>
                <a:ea typeface="Calibri" panose="020F0502020204030204" pitchFamily="34" charset="0"/>
                <a:cs typeface="Arial" panose="020B0604020202020204" pitchFamily="34" charset="0"/>
              </a:rPr>
              <a:t>definiert ein angestrebtes </a:t>
            </a:r>
            <a:r>
              <a:rPr lang="de-DE" sz="1800" b="1" dirty="0">
                <a:effectLst/>
                <a:latin typeface="Calibri" panose="020F0502020204030204" pitchFamily="34" charset="0"/>
                <a:ea typeface="Calibri" panose="020F0502020204030204" pitchFamily="34" charset="0"/>
                <a:cs typeface="Arial" panose="020B0604020202020204" pitchFamily="34" charset="0"/>
              </a:rPr>
              <a:t>Ziel in der Zukunft</a:t>
            </a:r>
            <a:r>
              <a:rPr lang="de-DE" sz="1800" dirty="0">
                <a:effectLst/>
                <a:latin typeface="Calibri" panose="020F0502020204030204" pitchFamily="34" charset="0"/>
                <a:ea typeface="Calibri" panose="020F0502020204030204" pitchFamily="34" charset="0"/>
                <a:cs typeface="Arial" panose="020B0604020202020204" pitchFamily="34" charset="0"/>
              </a:rPr>
              <a:t> und steht exemplarisch für die langfristige Entwicklung des Unternehmens. </a:t>
            </a:r>
            <a:br>
              <a:rPr lang="de-DE" sz="1800" dirty="0">
                <a:effectLst/>
                <a:latin typeface="Calibri" panose="020F0502020204030204" pitchFamily="34" charset="0"/>
                <a:ea typeface="Calibri" panose="020F0502020204030204" pitchFamily="34" charset="0"/>
                <a:cs typeface="Arial" panose="020B0604020202020204" pitchFamily="34" charset="0"/>
              </a:rPr>
            </a:br>
            <a:r>
              <a:rPr lang="de-DE" sz="1800" dirty="0">
                <a:effectLst/>
                <a:latin typeface="Calibri" panose="020F0502020204030204" pitchFamily="34" charset="0"/>
                <a:ea typeface="Calibri" panose="020F0502020204030204" pitchFamily="34" charset="0"/>
                <a:cs typeface="Arial" panose="020B0604020202020204" pitchFamily="34" charset="0"/>
              </a:rPr>
              <a:t>Dabei darf die Bestrebung herausfordernd, aber nicht unrealistisch und somit unglaubwürdig sein. </a:t>
            </a:r>
            <a:br>
              <a:rPr lang="de-DE" sz="1800" dirty="0">
                <a:effectLst/>
                <a:latin typeface="Calibri" panose="020F0502020204030204" pitchFamily="34" charset="0"/>
                <a:ea typeface="Calibri" panose="020F0502020204030204" pitchFamily="34" charset="0"/>
                <a:cs typeface="Arial" panose="020B0604020202020204" pitchFamily="34" charset="0"/>
              </a:rPr>
            </a:br>
            <a:r>
              <a:rPr lang="de-DE" sz="1800" dirty="0">
                <a:effectLst/>
                <a:latin typeface="Calibri" panose="020F0502020204030204" pitchFamily="34" charset="0"/>
                <a:ea typeface="Calibri" panose="020F0502020204030204" pitchFamily="34" charset="0"/>
                <a:cs typeface="Arial" panose="020B0604020202020204" pitchFamily="34" charset="0"/>
              </a:rPr>
              <a:t>Drei Dinge sollte das Vision-Statement möglichst kurz und prägnant kommunizieren: </a:t>
            </a:r>
            <a:r>
              <a:rPr lang="de-DE" sz="1800" b="1" i="1" dirty="0">
                <a:effectLst/>
                <a:latin typeface="Calibri" panose="020F0502020204030204" pitchFamily="34" charset="0"/>
                <a:ea typeface="Calibri" panose="020F0502020204030204" pitchFamily="34" charset="0"/>
                <a:cs typeface="Arial" panose="020B0604020202020204" pitchFamily="34" charset="0"/>
              </a:rPr>
              <a:t>was, warum und für wen</a:t>
            </a:r>
            <a:endParaRPr lang="en-GB" sz="1800" dirty="0">
              <a:effectLst/>
              <a:latin typeface="Calibri" panose="020F0502020204030204" pitchFamily="34" charset="0"/>
              <a:ea typeface="Calibri" panose="020F0502020204030204" pitchFamily="34" charset="0"/>
            </a:endParaRPr>
          </a:p>
          <a:p>
            <a:r>
              <a:rPr lang="de-DE" sz="1800" dirty="0">
                <a:effectLst/>
                <a:latin typeface="Calibri" panose="020F0502020204030204" pitchFamily="34" charset="0"/>
                <a:ea typeface="Calibri" panose="020F0502020204030204" pitchFamily="34" charset="0"/>
                <a:cs typeface="Arial" panose="020B0604020202020204" pitchFamily="34" charset="0"/>
              </a:rPr>
              <a:t> </a:t>
            </a:r>
            <a:endParaRPr lang="en-GB" sz="1800" dirty="0">
              <a:effectLst/>
              <a:latin typeface="Calibri" panose="020F0502020204030204" pitchFamily="34" charset="0"/>
              <a:ea typeface="Calibri" panose="020F0502020204030204" pitchFamily="34" charset="0"/>
            </a:endParaRPr>
          </a:p>
          <a:p>
            <a:r>
              <a:rPr lang="de-DE" sz="1800" b="1" dirty="0">
                <a:effectLst/>
                <a:latin typeface="Calibri" panose="020F0502020204030204" pitchFamily="34" charset="0"/>
                <a:ea typeface="Calibri" panose="020F0502020204030204" pitchFamily="34" charset="0"/>
                <a:cs typeface="Arial" panose="020B0604020202020204" pitchFamily="34" charset="0"/>
              </a:rPr>
              <a:t>Mission = die Philosophie des Unternehmens </a:t>
            </a:r>
            <a:r>
              <a:rPr lang="de-DE" sz="1800" dirty="0">
                <a:effectLst/>
                <a:latin typeface="Calibri" panose="020F0502020204030204" pitchFamily="34" charset="0"/>
                <a:ea typeface="Calibri" panose="020F0502020204030204" pitchFamily="34" charset="0"/>
                <a:cs typeface="Arial" panose="020B0604020202020204" pitchFamily="34" charset="0"/>
              </a:rPr>
              <a:t>| die tagtägliche </a:t>
            </a:r>
            <a:r>
              <a:rPr lang="de-DE" sz="1800" b="1" u="sng" dirty="0">
                <a:effectLst/>
                <a:latin typeface="Calibri" panose="020F0502020204030204" pitchFamily="34" charset="0"/>
                <a:ea typeface="Calibri" panose="020F0502020204030204" pitchFamily="34" charset="0"/>
                <a:cs typeface="Arial" panose="020B0604020202020204" pitchFamily="34" charset="0"/>
              </a:rPr>
              <a:t>Umsetzung</a:t>
            </a:r>
            <a:r>
              <a:rPr lang="de-DE" sz="1800" dirty="0">
                <a:effectLst/>
                <a:latin typeface="Calibri" panose="020F0502020204030204" pitchFamily="34" charset="0"/>
                <a:ea typeface="Calibri" panose="020F0502020204030204" pitchFamily="34" charset="0"/>
                <a:cs typeface="Arial" panose="020B0604020202020204" pitchFamily="34" charset="0"/>
              </a:rPr>
              <a:t> (das Wie)</a:t>
            </a:r>
            <a:endParaRPr lang="en-GB" sz="1800" dirty="0">
              <a:effectLst/>
              <a:latin typeface="Calibri" panose="020F0502020204030204" pitchFamily="34" charset="0"/>
              <a:ea typeface="Calibri" panose="020F0502020204030204" pitchFamily="34" charset="0"/>
            </a:endParaRPr>
          </a:p>
          <a:p>
            <a:r>
              <a:rPr lang="de-DE" sz="1800" b="1" dirty="0">
                <a:effectLst/>
                <a:latin typeface="Calibri" panose="020F0502020204030204" pitchFamily="34" charset="0"/>
                <a:ea typeface="Calibri" panose="020F0502020204030204" pitchFamily="34" charset="0"/>
                <a:cs typeface="Arial" panose="020B0604020202020204" pitchFamily="34" charset="0"/>
              </a:rPr>
              <a:t>wie das Unternehmen langfristig seine Vision erreicht</a:t>
            </a:r>
            <a:r>
              <a:rPr lang="de-DE" sz="1800" dirty="0">
                <a:effectLst/>
                <a:latin typeface="Calibri" panose="020F0502020204030204" pitchFamily="34" charset="0"/>
                <a:ea typeface="Calibri" panose="020F0502020204030204" pitchFamily="34" charset="0"/>
                <a:cs typeface="Arial" panose="020B0604020202020204" pitchFamily="34" charset="0"/>
              </a:rPr>
              <a:t>. Dabei bringt es auch oft die Art der Produkte oder Dienstleistung – und im Idealfall auch ein Alleinstellungsmerkmal – mit ein. </a:t>
            </a:r>
            <a:endParaRPr lang="en-GB" sz="1800" dirty="0">
              <a:effectLst/>
              <a:latin typeface="Calibri" panose="020F0502020204030204" pitchFamily="34" charset="0"/>
              <a:ea typeface="Calibri" panose="020F0502020204030204" pitchFamily="34" charset="0"/>
            </a:endParaRPr>
          </a:p>
          <a:p>
            <a:r>
              <a:rPr lang="de-DE" sz="1800" dirty="0">
                <a:effectLst/>
                <a:latin typeface="Calibri" panose="020F0502020204030204" pitchFamily="34" charset="0"/>
                <a:ea typeface="Calibri" panose="020F0502020204030204" pitchFamily="34" charset="0"/>
                <a:cs typeface="Arial" panose="020B0604020202020204" pitchFamily="34" charset="0"/>
              </a:rPr>
              <a:t>Die Mission sollte möglichst kurz und prägnant kommunizieren, </a:t>
            </a:r>
            <a:r>
              <a:rPr lang="de-DE" sz="1800" b="1" dirty="0">
                <a:effectLst/>
                <a:latin typeface="Calibri" panose="020F0502020204030204" pitchFamily="34" charset="0"/>
                <a:ea typeface="Calibri" panose="020F0502020204030204" pitchFamily="34" charset="0"/>
                <a:cs typeface="Arial" panose="020B0604020202020204" pitchFamily="34" charset="0"/>
              </a:rPr>
              <a:t>wie</a:t>
            </a:r>
            <a:r>
              <a:rPr lang="de-DE" sz="1800" dirty="0">
                <a:effectLst/>
                <a:latin typeface="Calibri" panose="020F0502020204030204" pitchFamily="34" charset="0"/>
                <a:ea typeface="Calibri" panose="020F0502020204030204" pitchFamily="34" charset="0"/>
                <a:cs typeface="Arial" panose="020B0604020202020204" pitchFamily="34" charset="0"/>
              </a:rPr>
              <a:t> es die Vision erreichen möchte. </a:t>
            </a:r>
            <a:endParaRPr lang="en-GB" sz="1800" dirty="0">
              <a:effectLst/>
              <a:latin typeface="Calibri" panose="020F0502020204030204" pitchFamily="34" charset="0"/>
              <a:ea typeface="Calibri" panose="020F0502020204030204" pitchFamily="34" charset="0"/>
            </a:endParaRPr>
          </a:p>
          <a:p>
            <a:r>
              <a:rPr lang="de-DE" sz="1800" dirty="0">
                <a:effectLst/>
                <a:latin typeface="Calibri" panose="020F0502020204030204" pitchFamily="34" charset="0"/>
                <a:ea typeface="Calibri" panose="020F0502020204030204" pitchFamily="34" charset="0"/>
                <a:cs typeface="Arial" panose="020B0604020202020204" pitchFamily="34" charset="0"/>
              </a:rPr>
              <a:t>Manche Unternehmen formulieren auch in ihrem Mission-Statement,</a:t>
            </a:r>
            <a:r>
              <a:rPr lang="de-DE" sz="1800" b="1" dirty="0">
                <a:effectLst/>
                <a:latin typeface="Calibri" panose="020F0502020204030204" pitchFamily="34" charset="0"/>
                <a:ea typeface="Calibri" panose="020F0502020204030204" pitchFamily="34" charset="0"/>
                <a:cs typeface="Arial" panose="020B0604020202020204" pitchFamily="34" charset="0"/>
              </a:rPr>
              <a:t> für wen</a:t>
            </a:r>
            <a:r>
              <a:rPr lang="de-DE" sz="1800" dirty="0">
                <a:effectLst/>
                <a:latin typeface="Calibri" panose="020F0502020204030204" pitchFamily="34" charset="0"/>
                <a:ea typeface="Calibri" panose="020F0502020204030204" pitchFamily="34" charset="0"/>
                <a:cs typeface="Arial" panose="020B0604020202020204" pitchFamily="34" charset="0"/>
              </a:rPr>
              <a:t> sie tagtäglich arbeiten.</a:t>
            </a:r>
            <a:endParaRPr lang="en-GB" sz="1800" dirty="0">
              <a:effectLst/>
              <a:latin typeface="Calibri" panose="020F0502020204030204" pitchFamily="34" charset="0"/>
              <a:ea typeface="Calibri" panose="020F0502020204030204" pitchFamily="34" charset="0"/>
            </a:endParaRPr>
          </a:p>
          <a:p>
            <a:r>
              <a:rPr lang="de-DE" sz="1800" dirty="0">
                <a:effectLst/>
                <a:latin typeface="Calibri" panose="020F0502020204030204" pitchFamily="34" charset="0"/>
                <a:ea typeface="Calibri" panose="020F0502020204030204" pitchFamily="34" charset="0"/>
                <a:cs typeface="Arial" panose="020B0604020202020204" pitchFamily="34" charset="0"/>
              </a:rPr>
              <a:t> </a:t>
            </a:r>
            <a:endParaRPr lang="en-GB" sz="1800" dirty="0">
              <a:effectLst/>
              <a:latin typeface="Calibri" panose="020F0502020204030204" pitchFamily="34" charset="0"/>
              <a:ea typeface="Calibri" panose="020F0502020204030204" pitchFamily="34" charset="0"/>
            </a:endParaRPr>
          </a:p>
          <a:p>
            <a:r>
              <a:rPr lang="de-DE" sz="1800" b="1" dirty="0">
                <a:effectLst/>
                <a:latin typeface="Calibri" panose="020F0502020204030204" pitchFamily="34" charset="0"/>
                <a:ea typeface="Calibri" panose="020F0502020204030204" pitchFamily="34" charset="0"/>
                <a:cs typeface="Arial" panose="020B0604020202020204" pitchFamily="34" charset="0"/>
              </a:rPr>
              <a:t>Beide Statements sollten daher auch im Kontext stehen. </a:t>
            </a:r>
            <a:r>
              <a:rPr lang="de-DE" sz="1800" dirty="0">
                <a:effectLst/>
                <a:latin typeface="Calibri" panose="020F0502020204030204" pitchFamily="34" charset="0"/>
                <a:ea typeface="Calibri" panose="020F0502020204030204" pitchFamily="34" charset="0"/>
                <a:cs typeface="Arial" panose="020B0604020202020204" pitchFamily="34" charset="0"/>
              </a:rPr>
              <a:t>Am Ende bildet sich daraus für ein Unternehmen die Basis der Strategie (Darstellung, Kommunikation sowie Werte).</a:t>
            </a:r>
            <a:endParaRPr lang="en-GB" sz="1800" dirty="0">
              <a:effectLst/>
              <a:latin typeface="Calibri" panose="020F0502020204030204" pitchFamily="34" charset="0"/>
              <a:ea typeface="Calibri" panose="020F0502020204030204" pitchFamily="34" charset="0"/>
            </a:endParaRPr>
          </a:p>
          <a:p>
            <a:r>
              <a:rPr lang="de-DE" sz="1800" dirty="0">
                <a:effectLst/>
                <a:latin typeface="Calibri" panose="020F0502020204030204" pitchFamily="34" charset="0"/>
                <a:ea typeface="Calibri" panose="020F0502020204030204" pitchFamily="34" charset="0"/>
                <a:cs typeface="Arial" panose="020B0604020202020204" pitchFamily="34" charset="0"/>
              </a:rPr>
              <a:t>------------</a:t>
            </a:r>
            <a:endParaRPr lang="en-GB" sz="1800" dirty="0">
              <a:effectLst/>
              <a:latin typeface="Calibri" panose="020F0502020204030204" pitchFamily="34" charset="0"/>
              <a:ea typeface="Calibri" panose="020F0502020204030204" pitchFamily="34" charset="0"/>
            </a:endParaRPr>
          </a:p>
          <a:p>
            <a:r>
              <a:rPr lang="de-DE" sz="1800" dirty="0">
                <a:effectLst/>
                <a:latin typeface="Calibri" panose="020F0502020204030204" pitchFamily="34" charset="0"/>
                <a:ea typeface="Calibri" panose="020F0502020204030204" pitchFamily="34" charset="0"/>
                <a:cs typeface="Arial" panose="020B0604020202020204" pitchFamily="34" charset="0"/>
              </a:rPr>
              <a:t>BEISPIELE</a:t>
            </a:r>
            <a:endParaRPr lang="en-GB" sz="1800" dirty="0">
              <a:effectLst/>
              <a:latin typeface="Calibri" panose="020F0502020204030204" pitchFamily="34" charset="0"/>
              <a:ea typeface="Calibri" panose="020F0502020204030204" pitchFamily="34" charset="0"/>
            </a:endParaRPr>
          </a:p>
          <a:p>
            <a:r>
              <a:rPr lang="de-DE" sz="1800" b="1" dirty="0">
                <a:effectLst/>
                <a:latin typeface="Calibri" panose="020F0502020204030204" pitchFamily="34" charset="0"/>
                <a:ea typeface="Calibri" panose="020F0502020204030204" pitchFamily="34" charset="0"/>
                <a:cs typeface="Arial" panose="020B0604020202020204" pitchFamily="34" charset="0"/>
              </a:rPr>
              <a:t>Vision: </a:t>
            </a:r>
            <a:r>
              <a:rPr lang="de-DE" sz="1800" i="1" dirty="0">
                <a:effectLst/>
                <a:latin typeface="Calibri" panose="020F0502020204030204" pitchFamily="34" charset="0"/>
                <a:ea typeface="Calibri" panose="020F0502020204030204" pitchFamily="34" charset="0"/>
                <a:cs typeface="Arial" panose="020B0604020202020204" pitchFamily="34" charset="0"/>
              </a:rPr>
              <a:t>"Wir haben uns zum Ziel gesetzt, ab dem Jahr 2015 nur mehr solchen Kaffee zu kaufen, der unter ethisch einwandfreien Bedingungen gehandelt und verantwortungsbewusst angebaut wurde."</a:t>
            </a:r>
            <a:endParaRPr lang="en-GB" sz="1800" dirty="0">
              <a:effectLst/>
              <a:latin typeface="Calibri" panose="020F0502020204030204" pitchFamily="34" charset="0"/>
              <a:ea typeface="Calibri" panose="020F0502020204030204" pitchFamily="34" charset="0"/>
            </a:endParaRPr>
          </a:p>
          <a:p>
            <a:r>
              <a:rPr lang="de-DE" sz="1800" b="1" dirty="0">
                <a:effectLst/>
                <a:latin typeface="Calibri" panose="020F0502020204030204" pitchFamily="34" charset="0"/>
                <a:ea typeface="Calibri" panose="020F0502020204030204" pitchFamily="34" charset="0"/>
                <a:cs typeface="Arial" panose="020B0604020202020204" pitchFamily="34" charset="0"/>
              </a:rPr>
              <a:t>Mission: </a:t>
            </a:r>
            <a:r>
              <a:rPr lang="de-DE" sz="1800" i="1" dirty="0">
                <a:effectLst/>
                <a:latin typeface="Calibri" panose="020F0502020204030204" pitchFamily="34" charset="0"/>
                <a:ea typeface="Calibri" panose="020F0502020204030204" pitchFamily="34" charset="0"/>
                <a:cs typeface="Arial" panose="020B0604020202020204" pitchFamily="34" charset="0"/>
              </a:rPr>
              <a:t>"Wir bieten die besten Kaffees der Welt an, die von großartigen Menschen angebaut, zubereitet und serviert werden."</a:t>
            </a:r>
            <a:endParaRPr lang="en-GB" sz="1800" dirty="0">
              <a:effectLst/>
              <a:latin typeface="Calibri" panose="020F0502020204030204" pitchFamily="34" charset="0"/>
              <a:ea typeface="Calibri" panose="020F0502020204030204" pitchFamily="34" charset="0"/>
            </a:endParaRPr>
          </a:p>
          <a:p>
            <a:r>
              <a:rPr lang="de-DE" sz="1800" i="1" dirty="0">
                <a:effectLst/>
                <a:latin typeface="Calibri" panose="020F0502020204030204" pitchFamily="34" charset="0"/>
                <a:ea typeface="Calibri" panose="020F0502020204030204" pitchFamily="34" charset="0"/>
                <a:cs typeface="Arial" panose="020B0604020202020204" pitchFamily="34" charset="0"/>
              </a:rPr>
              <a:t> </a:t>
            </a:r>
            <a:endParaRPr lang="en-GB" sz="1800" dirty="0">
              <a:effectLst/>
              <a:latin typeface="Calibri" panose="020F0502020204030204" pitchFamily="34" charset="0"/>
              <a:ea typeface="Calibri" panose="020F0502020204030204" pitchFamily="34" charset="0"/>
            </a:endParaRPr>
          </a:p>
          <a:p>
            <a:r>
              <a:rPr lang="de-DE" sz="1800" i="1" dirty="0">
                <a:effectLst/>
                <a:latin typeface="Calibri" panose="020F0502020204030204" pitchFamily="34" charset="0"/>
                <a:ea typeface="Calibri" panose="020F0502020204030204" pitchFamily="34" charset="0"/>
                <a:cs typeface="Arial" panose="020B0604020202020204" pitchFamily="34" charset="0"/>
              </a:rPr>
              <a:t> </a:t>
            </a:r>
            <a:endParaRPr lang="en-GB" sz="1800" dirty="0">
              <a:effectLst/>
              <a:latin typeface="Calibri" panose="020F0502020204030204" pitchFamily="34" charset="0"/>
              <a:ea typeface="Calibri" panose="020F0502020204030204" pitchFamily="34" charset="0"/>
            </a:endParaRPr>
          </a:p>
          <a:p>
            <a:r>
              <a:rPr lang="de-DE" sz="1800" dirty="0">
                <a:effectLst/>
                <a:latin typeface="Calibri" panose="020F0502020204030204" pitchFamily="34" charset="0"/>
                <a:ea typeface="Calibri" panose="020F0502020204030204" pitchFamily="34" charset="0"/>
                <a:cs typeface="Arial" panose="020B0604020202020204" pitchFamily="34" charset="0"/>
              </a:rPr>
              <a:t>Sehr schön </a:t>
            </a:r>
            <a:r>
              <a:rPr lang="de-DE" sz="1800" dirty="0" err="1">
                <a:effectLst/>
                <a:latin typeface="Calibri" panose="020F0502020204030204" pitchFamily="34" charset="0"/>
                <a:ea typeface="Calibri" panose="020F0502020204030204" pitchFamily="34" charset="0"/>
                <a:cs typeface="Arial" panose="020B0604020202020204" pitchFamily="34" charset="0"/>
              </a:rPr>
              <a:t>auhc</a:t>
            </a:r>
            <a:r>
              <a:rPr lang="de-DE" sz="1800" dirty="0">
                <a:effectLst/>
                <a:latin typeface="Calibri" panose="020F0502020204030204" pitchFamily="34" charset="0"/>
                <a:ea typeface="Calibri" panose="020F0502020204030204" pitchFamily="34" charset="0"/>
                <a:cs typeface="Arial" panose="020B0604020202020204" pitchFamily="34" charset="0"/>
              </a:rPr>
              <a:t> auf dieser Seite: </a:t>
            </a:r>
            <a:r>
              <a:rPr lang="de-DE" sz="1800" u="sng"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3"/>
              </a:rPr>
              <a:t>https://www.clearvoice.com/blog/difference-between-mission-vision-statement-examples/</a:t>
            </a:r>
            <a:r>
              <a:rPr lang="de-DE" sz="1800" dirty="0">
                <a:effectLst/>
                <a:latin typeface="Calibri" panose="020F0502020204030204" pitchFamily="34" charset="0"/>
                <a:ea typeface="Calibri" panose="020F0502020204030204" pitchFamily="34" charset="0"/>
                <a:cs typeface="Arial" panose="020B0604020202020204" pitchFamily="34" charset="0"/>
              </a:rPr>
              <a:t> </a:t>
            </a:r>
            <a:endParaRPr lang="en-GB" sz="1800">
              <a:effectLst/>
              <a:latin typeface="Calibri" panose="020F0502020204030204" pitchFamily="34" charset="0"/>
              <a:ea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F3B96280-305B-4DDD-979C-FC0852436D8F}" type="slidenum">
              <a:rPr lang="de-DE" smtClean="0"/>
              <a:t>2</a:t>
            </a:fld>
            <a:endParaRPr lang="de-DE"/>
          </a:p>
        </p:txBody>
      </p:sp>
    </p:spTree>
    <p:extLst>
      <p:ext uri="{BB962C8B-B14F-4D97-AF65-F5344CB8AC3E}">
        <p14:creationId xmlns:p14="http://schemas.microsoft.com/office/powerpoint/2010/main" val="3324422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80963" y="739775"/>
            <a:ext cx="6580187" cy="3702050"/>
          </a:xfrm>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pPr>
              <a:defRPr/>
            </a:pPr>
            <a:fld id="{26C2616F-011D-47B3-A2C1-4E16F11993E6}" type="slidenum">
              <a:rPr lang="en-US" smtClean="0">
                <a:solidFill>
                  <a:prstClr val="black"/>
                </a:solidFill>
              </a:rPr>
              <a:pPr>
                <a:defRPr/>
              </a:pPr>
              <a:t>3</a:t>
            </a:fld>
            <a:endParaRPr lang="en-US">
              <a:solidFill>
                <a:prstClr val="black"/>
              </a:solidFill>
            </a:endParaRPr>
          </a:p>
        </p:txBody>
      </p:sp>
    </p:spTree>
    <p:extLst>
      <p:ext uri="{BB962C8B-B14F-4D97-AF65-F5344CB8AC3E}">
        <p14:creationId xmlns:p14="http://schemas.microsoft.com/office/powerpoint/2010/main" val="21829405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B6CE302-5090-42BC-ABE1-5F69144E40DA}" type="slidenum">
              <a:rPr lang="en-GB" smtClean="0"/>
              <a:pPr/>
              <a:t>4</a:t>
            </a:fld>
            <a:endParaRPr lang="en-GB"/>
          </a:p>
        </p:txBody>
      </p:sp>
    </p:spTree>
    <p:extLst>
      <p:ext uri="{BB962C8B-B14F-4D97-AF65-F5344CB8AC3E}">
        <p14:creationId xmlns:p14="http://schemas.microsoft.com/office/powerpoint/2010/main" val="5836856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80963" y="739775"/>
            <a:ext cx="6580187" cy="3702050"/>
          </a:xfrm>
        </p:spPr>
      </p:sp>
      <p:sp>
        <p:nvSpPr>
          <p:cNvPr id="3" name="Notizenplatzhalter 2"/>
          <p:cNvSpPr>
            <a:spLocks noGrp="1"/>
          </p:cNvSpPr>
          <p:nvPr>
            <p:ph type="body" idx="1"/>
          </p:nvPr>
        </p:nvSpPr>
        <p:spPr/>
        <p:txBody>
          <a:bodyPr/>
          <a:lstStyle/>
          <a:p>
            <a:r>
              <a:rPr lang="en-GB" sz="1300" b="1" dirty="0" err="1">
                <a:solidFill>
                  <a:schemeClr val="tx1"/>
                </a:solidFill>
              </a:rPr>
              <a:t>CMYK</a:t>
            </a:r>
            <a:r>
              <a:rPr lang="en-GB" sz="1300" b="1" dirty="0">
                <a:solidFill>
                  <a:schemeClr val="tx1"/>
                </a:solidFill>
              </a:rPr>
              <a:t> - </a:t>
            </a:r>
            <a:r>
              <a:rPr lang="en-GB" sz="1300" dirty="0">
                <a:solidFill>
                  <a:schemeClr val="tx1"/>
                </a:solidFill>
              </a:rPr>
              <a:t>Use the </a:t>
            </a:r>
            <a:r>
              <a:rPr lang="en-GB" sz="1300" dirty="0" err="1">
                <a:solidFill>
                  <a:schemeClr val="tx1"/>
                </a:solidFill>
              </a:rPr>
              <a:t>CMYK</a:t>
            </a:r>
            <a:r>
              <a:rPr lang="en-GB" sz="1300" dirty="0">
                <a:solidFill>
                  <a:schemeClr val="tx1"/>
                </a:solidFill>
              </a:rPr>
              <a:t> colour breakdowns for print documents</a:t>
            </a:r>
          </a:p>
          <a:p>
            <a:r>
              <a:rPr lang="en-GB" sz="1300" b="1" dirty="0" err="1">
                <a:solidFill>
                  <a:schemeClr val="tx1"/>
                </a:solidFill>
              </a:rPr>
              <a:t>RGB</a:t>
            </a:r>
            <a:r>
              <a:rPr lang="en-GB" sz="1300" b="1" dirty="0">
                <a:solidFill>
                  <a:schemeClr val="tx1"/>
                </a:solidFill>
              </a:rPr>
              <a:t> - </a:t>
            </a:r>
            <a:r>
              <a:rPr lang="en-GB" sz="1300" dirty="0">
                <a:solidFill>
                  <a:schemeClr val="tx1"/>
                </a:solidFill>
              </a:rPr>
              <a:t>The </a:t>
            </a:r>
            <a:r>
              <a:rPr lang="en-GB" sz="1300" dirty="0" err="1">
                <a:solidFill>
                  <a:schemeClr val="tx1"/>
                </a:solidFill>
              </a:rPr>
              <a:t>RGB</a:t>
            </a:r>
            <a:r>
              <a:rPr lang="en-GB" sz="1300" dirty="0">
                <a:solidFill>
                  <a:schemeClr val="tx1"/>
                </a:solidFill>
              </a:rPr>
              <a:t> colour values are screen optimized colours. Only use them on a digital device not for any printed items.</a:t>
            </a:r>
          </a:p>
          <a:p>
            <a:r>
              <a:rPr lang="en-GB" sz="1300" b="1" dirty="0">
                <a:solidFill>
                  <a:schemeClr val="tx1"/>
                </a:solidFill>
              </a:rPr>
              <a:t>HEX - </a:t>
            </a:r>
            <a:r>
              <a:rPr lang="en-GB" sz="1300" dirty="0">
                <a:solidFill>
                  <a:schemeClr val="tx1"/>
                </a:solidFill>
              </a:rPr>
              <a:t>Our hex triplets are used in computing applications.</a:t>
            </a:r>
            <a:endParaRPr lang="en-GB" sz="1300" b="1" dirty="0">
              <a:solidFill>
                <a:schemeClr val="tx1"/>
              </a:solidFill>
            </a:endParaRPr>
          </a:p>
          <a:p>
            <a:r>
              <a:rPr lang="en-GB" sz="1300" b="1" dirty="0">
                <a:solidFill>
                  <a:schemeClr val="tx1"/>
                </a:solidFill>
              </a:rPr>
              <a:t>Pantone - </a:t>
            </a:r>
            <a:r>
              <a:rPr lang="en-GB" sz="1300" dirty="0">
                <a:solidFill>
                  <a:schemeClr val="tx1"/>
                </a:solidFill>
              </a:rPr>
              <a:t>We avoid printing support colours in spot, mostly for reference only.</a:t>
            </a:r>
          </a:p>
          <a:p>
            <a:r>
              <a:rPr lang="en-GB" sz="1300" dirty="0">
                <a:solidFill>
                  <a:schemeClr val="tx1"/>
                </a:solidFill>
              </a:rPr>
              <a:t>They are primarily used as a colour matching system e.g. for interior elements, paint,</a:t>
            </a:r>
          </a:p>
          <a:p>
            <a:r>
              <a:rPr lang="en-GB" sz="1300" dirty="0">
                <a:solidFill>
                  <a:schemeClr val="tx1"/>
                </a:solidFill>
              </a:rPr>
              <a:t>Material, etc.</a:t>
            </a:r>
          </a:p>
        </p:txBody>
      </p:sp>
      <p:sp>
        <p:nvSpPr>
          <p:cNvPr id="4" name="Foliennummernplatzhalter 3"/>
          <p:cNvSpPr>
            <a:spLocks noGrp="1"/>
          </p:cNvSpPr>
          <p:nvPr>
            <p:ph type="sldNum" sz="quarter" idx="10"/>
          </p:nvPr>
        </p:nvSpPr>
        <p:spPr/>
        <p:txBody>
          <a:bodyPr/>
          <a:lstStyle/>
          <a:p>
            <a:fld id="{1D2E14D8-C9A0-4265-873B-5AC1CA0DDB07}" type="slidenum">
              <a:rPr lang="en-GB" smtClean="0"/>
              <a:t>6</a:t>
            </a:fld>
            <a:endParaRPr lang="en-GB"/>
          </a:p>
        </p:txBody>
      </p:sp>
    </p:spTree>
    <p:extLst>
      <p:ext uri="{BB962C8B-B14F-4D97-AF65-F5344CB8AC3E}">
        <p14:creationId xmlns:p14="http://schemas.microsoft.com/office/powerpoint/2010/main" val="5896984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B96280-305B-4DDD-979C-FC0852436D8F}" type="slidenum">
              <a:rPr lang="de-DE" smtClean="0"/>
              <a:t>8</a:t>
            </a:fld>
            <a:endParaRPr lang="de-DE"/>
          </a:p>
        </p:txBody>
      </p:sp>
    </p:spTree>
    <p:extLst>
      <p:ext uri="{BB962C8B-B14F-4D97-AF65-F5344CB8AC3E}">
        <p14:creationId xmlns:p14="http://schemas.microsoft.com/office/powerpoint/2010/main" val="2898918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4450" y="739775"/>
            <a:ext cx="6580188" cy="3702050"/>
          </a:xfrm>
        </p:spPr>
      </p:sp>
      <p:sp>
        <p:nvSpPr>
          <p:cNvPr id="3" name="Notizenplatzhalter 2"/>
          <p:cNvSpPr>
            <a:spLocks noGrp="1"/>
          </p:cNvSpPr>
          <p:nvPr>
            <p:ph type="body" idx="1"/>
          </p:nvPr>
        </p:nvSpPr>
        <p:spPr/>
        <p:txBody>
          <a:bodyPr/>
          <a:lstStyle/>
          <a:p>
            <a:r>
              <a:rPr lang="en-GB" dirty="0"/>
              <a:t>Icons are representations of technical and non-technical concepts, processes and applications.</a:t>
            </a:r>
          </a:p>
          <a:p>
            <a:r>
              <a:rPr lang="en-GB" b="0" dirty="0"/>
              <a:t>Icons are more than just decoration or pretty pictures. They serve a wide range of purposes, from overcoming language barriers and describing complex functions, to conveying mood and emotion. Furthermore, their effect underscores the core competence of usability.</a:t>
            </a:r>
          </a:p>
          <a:p>
            <a:r>
              <a:rPr lang="en-GB" b="0" dirty="0"/>
              <a:t>We use icons in informational graphics, but also frequently in orientation systems for public information. </a:t>
            </a:r>
            <a:endParaRPr lang="en-GB" dirty="0"/>
          </a:p>
        </p:txBody>
      </p:sp>
      <p:sp>
        <p:nvSpPr>
          <p:cNvPr id="4" name="Foliennummernplatzhalter 3"/>
          <p:cNvSpPr>
            <a:spLocks noGrp="1"/>
          </p:cNvSpPr>
          <p:nvPr>
            <p:ph type="sldNum" sz="quarter" idx="10"/>
          </p:nvPr>
        </p:nvSpPr>
        <p:spPr/>
        <p:txBody>
          <a:bodyPr/>
          <a:lstStyle/>
          <a:p>
            <a:pPr>
              <a:defRPr/>
            </a:pPr>
            <a:fld id="{26C2616F-011D-47B3-A2C1-4E16F11993E6}" type="slidenum">
              <a:rPr lang="en-US" smtClean="0">
                <a:solidFill>
                  <a:prstClr val="black"/>
                </a:solidFill>
              </a:rPr>
              <a:pPr>
                <a:defRPr/>
              </a:pPr>
              <a:t>10</a:t>
            </a:fld>
            <a:endParaRPr lang="en-US">
              <a:solidFill>
                <a:prstClr val="black"/>
              </a:solidFill>
            </a:endParaRPr>
          </a:p>
        </p:txBody>
      </p:sp>
    </p:spTree>
    <p:extLst>
      <p:ext uri="{BB962C8B-B14F-4D97-AF65-F5344CB8AC3E}">
        <p14:creationId xmlns:p14="http://schemas.microsoft.com/office/powerpoint/2010/main" val="3384467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80963" y="739775"/>
            <a:ext cx="6580187" cy="3702050"/>
          </a:xfrm>
        </p:spPr>
      </p:sp>
      <p:sp>
        <p:nvSpPr>
          <p:cNvPr id="3" name="Notizenplatzhalter 2"/>
          <p:cNvSpPr>
            <a:spLocks noGrp="1"/>
          </p:cNvSpPr>
          <p:nvPr>
            <p:ph type="body" idx="1"/>
          </p:nvPr>
        </p:nvSpPr>
        <p:spPr/>
        <p:txBody>
          <a:bodyPr/>
          <a:lstStyle/>
          <a:p>
            <a:r>
              <a:rPr lang="en-GB" dirty="0"/>
              <a:t>http://ishandbook.bsewall.com/risk/Methodology/Information/Classes.html</a:t>
            </a:r>
          </a:p>
        </p:txBody>
      </p:sp>
      <p:sp>
        <p:nvSpPr>
          <p:cNvPr id="4" name="Foliennummernplatzhalter 3"/>
          <p:cNvSpPr>
            <a:spLocks noGrp="1"/>
          </p:cNvSpPr>
          <p:nvPr>
            <p:ph type="sldNum" sz="quarter" idx="10"/>
          </p:nvPr>
        </p:nvSpPr>
        <p:spPr/>
        <p:txBody>
          <a:bodyPr/>
          <a:lstStyle/>
          <a:p>
            <a:fld id="{1D2E14D8-C9A0-4265-873B-5AC1CA0DDB07}" type="slidenum">
              <a:rPr lang="en-GB" smtClean="0"/>
              <a:t>12</a:t>
            </a:fld>
            <a:endParaRPr lang="en-GB"/>
          </a:p>
        </p:txBody>
      </p:sp>
    </p:spTree>
    <p:extLst>
      <p:ext uri="{BB962C8B-B14F-4D97-AF65-F5344CB8AC3E}">
        <p14:creationId xmlns:p14="http://schemas.microsoft.com/office/powerpoint/2010/main" val="1034421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8" Type="http://schemas.openxmlformats.org/officeDocument/2006/relationships/slide" Target="../slides/slide10.xml"/><Relationship Id="rId3" Type="http://schemas.openxmlformats.org/officeDocument/2006/relationships/slide" Target="../slides/slide8.xml"/><Relationship Id="rId7" Type="http://schemas.openxmlformats.org/officeDocument/2006/relationships/slide" Target="../slides/slide5.xml"/><Relationship Id="rId2" Type="http://schemas.openxmlformats.org/officeDocument/2006/relationships/slide" Target="../slides/slide1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2.xml"/><Relationship Id="rId5" Type="http://schemas.openxmlformats.org/officeDocument/2006/relationships/slide" Target="../slides/slide11.xml"/><Relationship Id="rId10" Type="http://schemas.openxmlformats.org/officeDocument/2006/relationships/slide" Target="../slides/slide9.xml"/><Relationship Id="rId4" Type="http://schemas.openxmlformats.org/officeDocument/2006/relationships/slide" Target="../slides/slide4.xml"/><Relationship Id="rId9" Type="http://schemas.openxmlformats.org/officeDocument/2006/relationships/slide" Target="../slides/slide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 white">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054CC-0BE3-4E7B-9B7A-14018DD03A92}"/>
              </a:ext>
            </a:extLst>
          </p:cNvPr>
          <p:cNvSpPr/>
          <p:nvPr userDrawn="1"/>
        </p:nvSpPr>
        <p:spPr>
          <a:xfrm>
            <a:off x="0" y="2930967"/>
            <a:ext cx="9144000" cy="2212532"/>
          </a:xfrm>
          <a:prstGeom prst="rect">
            <a:avLst/>
          </a:prstGeom>
          <a:solidFill>
            <a:schemeClr val="bg2">
              <a:lumMod val="20000"/>
              <a:lumOff val="80000"/>
            </a:schemeClr>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00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3" name="Rectangle: Rounded Corners 2">
            <a:extLst>
              <a:ext uri="{FF2B5EF4-FFF2-40B4-BE49-F238E27FC236}">
                <a16:creationId xmlns:a16="http://schemas.microsoft.com/office/drawing/2014/main" id="{A046050C-9335-47C8-9FB2-2BBBB15054DE}"/>
              </a:ext>
            </a:extLst>
          </p:cNvPr>
          <p:cNvSpPr/>
          <p:nvPr userDrawn="1"/>
        </p:nvSpPr>
        <p:spPr>
          <a:xfrm>
            <a:off x="-8251001" y="3146266"/>
            <a:ext cx="10464800" cy="1781233"/>
          </a:xfrm>
          <a:prstGeom prst="roundRect">
            <a:avLst>
              <a:gd name="adj" fmla="val 50000"/>
            </a:avLst>
          </a:prstGeom>
          <a:solidFill>
            <a:schemeClr val="bg1">
              <a:alpha val="70000"/>
            </a:schemeClr>
          </a:solidFill>
          <a:ln>
            <a:noFill/>
          </a:ln>
        </p:spPr>
        <p:txBody>
          <a:bodyPr wrap="square" rtlCol="0" anchor="ctr">
            <a:noAutofit/>
          </a:bodyPr>
          <a:lstStyle/>
          <a:p>
            <a:pPr algn="ctr"/>
            <a:endParaRPr lang="en-GB" sz="1013"/>
          </a:p>
        </p:txBody>
      </p:sp>
      <p:grpSp>
        <p:nvGrpSpPr>
          <p:cNvPr id="21" name="Group 20">
            <a:extLst>
              <a:ext uri="{FF2B5EF4-FFF2-40B4-BE49-F238E27FC236}">
                <a16:creationId xmlns:a16="http://schemas.microsoft.com/office/drawing/2014/main" id="{A97B0DFE-A841-4354-BFFE-12EDB0CAAC6C}"/>
              </a:ext>
            </a:extLst>
          </p:cNvPr>
          <p:cNvGrpSpPr/>
          <p:nvPr userDrawn="1"/>
        </p:nvGrpSpPr>
        <p:grpSpPr>
          <a:xfrm>
            <a:off x="5522560" y="5143499"/>
            <a:ext cx="1677734" cy="434683"/>
            <a:chOff x="5522558" y="4679749"/>
            <a:chExt cx="1677734" cy="432000"/>
          </a:xfrm>
        </p:grpSpPr>
        <p:sp>
          <p:nvSpPr>
            <p:cNvPr id="23" name="forward link">
              <a:hlinkClick r:id="" action="ppaction://hlinkshowjump?jump=nextslide"/>
              <a:extLst>
                <a:ext uri="{FF2B5EF4-FFF2-40B4-BE49-F238E27FC236}">
                  <a16:creationId xmlns:a16="http://schemas.microsoft.com/office/drawing/2014/main" id="{C02B9478-7874-4219-9B8D-D2A20C577368}"/>
                </a:ext>
              </a:extLst>
            </p:cNvPr>
            <p:cNvSpPr/>
            <p:nvPr userDrawn="1"/>
          </p:nvSpPr>
          <p:spPr>
            <a:xfrm>
              <a:off x="6768292" y="4679749"/>
              <a:ext cx="432000" cy="432000"/>
            </a:xfrm>
            <a:prstGeom prst="rect">
              <a:avLst/>
            </a:prstGeom>
            <a:solidFill>
              <a:srgbClr val="FFFF00">
                <a:alpha val="0"/>
              </a:srgbClr>
            </a:solidFill>
            <a:ln w="25400" cap="flat" cmpd="sng" algn="ctr">
              <a:noFill/>
              <a:prstDash val="solid"/>
            </a:ln>
            <a:effectLst/>
          </p:spPr>
          <p:txBody>
            <a:bodyPr rot="0" spcFirstLastPara="0" vertOverflow="overflow" horzOverflow="overflow" vert="horz" wrap="square" lIns="180000" tIns="72000" rIns="108000" bIns="21600" numCol="1" spcCol="0" rtlCol="0" fromWordArt="0" anchor="b" anchorCtr="0" forceAA="0" compatLnSpc="1">
              <a:prstTxWarp prst="textNoShape">
                <a:avLst/>
              </a:prstTxWarp>
              <a:noAutofit/>
            </a:bodyPr>
            <a:lstStyle/>
            <a:p>
              <a:pPr marL="0" marR="0" lvl="0" indent="0" algn="l" defTabSz="914378" eaLnBrk="1" fontAlgn="auto" latinLnBrk="0" hangingPunct="1">
                <a:lnSpc>
                  <a:spcPct val="100000"/>
                </a:lnSpc>
                <a:spcBef>
                  <a:spcPts val="0"/>
                </a:spcBef>
                <a:spcAft>
                  <a:spcPts val="0"/>
                </a:spcAft>
                <a:buClrTx/>
                <a:buSzTx/>
                <a:buFontTx/>
                <a:buNone/>
                <a:tabLst/>
              </a:pPr>
              <a:r>
                <a:rPr kumimoji="0" lang="en-US" sz="500" b="0" i="0" u="none" strike="noStrike" kern="0" cap="none" spc="0" normalizeH="0" baseline="0" noProof="0">
                  <a:ln>
                    <a:noFill/>
                  </a:ln>
                  <a:solidFill>
                    <a:schemeClr val="accent1">
                      <a:alpha val="30000"/>
                    </a:schemeClr>
                  </a:solidFill>
                  <a:effectLst/>
                  <a:uLnTx/>
                  <a:uFillTx/>
                  <a:latin typeface="Arial Narrow" panose="020B0606020202030204" pitchFamily="34" charset="0"/>
                  <a:ea typeface="+mn-ea"/>
                  <a:cs typeface="+mn-cs"/>
                </a:rPr>
                <a:t>next</a:t>
              </a:r>
            </a:p>
          </p:txBody>
        </p:sp>
        <p:sp>
          <p:nvSpPr>
            <p:cNvPr id="24" name="back link">
              <a:hlinkClick r:id="" action="ppaction://hlinkshowjump?jump=lastslideviewed"/>
              <a:extLst>
                <a:ext uri="{FF2B5EF4-FFF2-40B4-BE49-F238E27FC236}">
                  <a16:creationId xmlns:a16="http://schemas.microsoft.com/office/drawing/2014/main" id="{3B503F5D-A8AD-4994-992E-AA3340A338DE}"/>
                </a:ext>
              </a:extLst>
            </p:cNvPr>
            <p:cNvSpPr/>
            <p:nvPr userDrawn="1"/>
          </p:nvSpPr>
          <p:spPr>
            <a:xfrm>
              <a:off x="5522558" y="4679749"/>
              <a:ext cx="432000" cy="432000"/>
            </a:xfrm>
            <a:prstGeom prst="rect">
              <a:avLst/>
            </a:prstGeom>
            <a:solidFill>
              <a:srgbClr val="FFFF00">
                <a:alpha val="0"/>
              </a:srgbClr>
            </a:solidFill>
            <a:ln w="25400" cap="flat" cmpd="sng" algn="ctr">
              <a:noFill/>
              <a:prstDash val="solid"/>
            </a:ln>
            <a:effectLst/>
          </p:spPr>
          <p:txBody>
            <a:bodyPr rot="0" spcFirstLastPara="0" vertOverflow="overflow" horzOverflow="overflow" vert="horz" wrap="none" lIns="108000" tIns="72000" rIns="108000" bIns="21600" numCol="1" spcCol="0" rtlCol="0" fromWordArt="0" anchor="b" anchorCtr="0" forceAA="0" compatLnSpc="1">
              <a:prstTxWarp prst="textNoShape">
                <a:avLst/>
              </a:prstTxWarp>
              <a:noAutofit/>
            </a:bodyPr>
            <a:lstStyle/>
            <a:p>
              <a:pPr marR="0" lvl="0" indent="0" algn="r" defTabSz="914378" fontAlgn="auto">
                <a:lnSpc>
                  <a:spcPct val="100000"/>
                </a:lnSpc>
                <a:spcBef>
                  <a:spcPts val="0"/>
                </a:spcBef>
                <a:spcAft>
                  <a:spcPts val="0"/>
                </a:spcAft>
                <a:buClrTx/>
                <a:buSzTx/>
                <a:buFontTx/>
                <a:buNone/>
                <a:tabLst/>
              </a:pPr>
              <a:r>
                <a:rPr kumimoji="0" lang="en-US" sz="500" b="0" i="0" u="none" strike="noStrike" kern="0" cap="none" spc="0" normalizeH="0" baseline="0" noProof="0">
                  <a:ln>
                    <a:noFill/>
                  </a:ln>
                  <a:solidFill>
                    <a:schemeClr val="accent1">
                      <a:alpha val="30000"/>
                    </a:schemeClr>
                  </a:solidFill>
                  <a:effectLst/>
                  <a:uLnTx/>
                  <a:uFillTx/>
                  <a:latin typeface="Arial Narrow" panose="020B0606020202030204" pitchFamily="34" charset="0"/>
                </a:rPr>
                <a:t>last visited</a:t>
              </a:r>
            </a:p>
          </p:txBody>
        </p:sp>
        <p:sp>
          <p:nvSpPr>
            <p:cNvPr id="28" name="Gleichschenkliges Dreieck 60">
              <a:hlinkClick r:id="" action="ppaction://hlinkshowjump?jump=nextslide"/>
              <a:extLst>
                <a:ext uri="{FF2B5EF4-FFF2-40B4-BE49-F238E27FC236}">
                  <a16:creationId xmlns:a16="http://schemas.microsoft.com/office/drawing/2014/main" id="{6C5479D3-0BD3-47E8-A381-5B935F2E44A4}"/>
                </a:ext>
              </a:extLst>
            </p:cNvPr>
            <p:cNvSpPr/>
            <p:nvPr userDrawn="1"/>
          </p:nvSpPr>
          <p:spPr>
            <a:xfrm rot="5400000" flipH="1">
              <a:off x="6954931" y="4872889"/>
              <a:ext cx="75018" cy="45720"/>
            </a:xfrm>
            <a:prstGeom prst="triangle">
              <a:avLst/>
            </a:prstGeom>
            <a:solidFill>
              <a:schemeClr val="accent1">
                <a:lumMod val="60000"/>
                <a:lumOff val="40000"/>
              </a:schemeClr>
            </a:solidFill>
            <a:ln w="5080" cap="sq">
              <a:solidFill>
                <a:schemeClr val="accent1">
                  <a:lumMod val="60000"/>
                  <a:lumOff val="40000"/>
                </a:schemeClr>
              </a:solidFill>
              <a:miter lim="800000"/>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lnSpc>
                  <a:spcPct val="90000"/>
                </a:lnSpc>
                <a:spcAft>
                  <a:spcPts val="600"/>
                </a:spcAft>
              </a:pPr>
              <a:endParaRPr lang="en-GB" sz="1600">
                <a:solidFill>
                  <a:srgbClr val="FFFFFF"/>
                </a:solidFill>
              </a:endParaRPr>
            </a:p>
          </p:txBody>
        </p:sp>
        <p:sp>
          <p:nvSpPr>
            <p:cNvPr id="29" name="Gleichschenkliges Dreieck 61">
              <a:hlinkClick r:id="" action="ppaction://hlinkshowjump?jump=previousslide"/>
              <a:extLst>
                <a:ext uri="{FF2B5EF4-FFF2-40B4-BE49-F238E27FC236}">
                  <a16:creationId xmlns:a16="http://schemas.microsoft.com/office/drawing/2014/main" id="{B05FB270-3212-4A7C-A61B-D641C6718341}"/>
                </a:ext>
              </a:extLst>
            </p:cNvPr>
            <p:cNvSpPr/>
            <p:nvPr userDrawn="1"/>
          </p:nvSpPr>
          <p:spPr>
            <a:xfrm rot="16200000">
              <a:off x="5682626" y="4872890"/>
              <a:ext cx="75018" cy="45720"/>
            </a:xfrm>
            <a:prstGeom prst="triangle">
              <a:avLst/>
            </a:prstGeom>
            <a:noFill/>
            <a:ln w="5080" cap="sq">
              <a:solidFill>
                <a:schemeClr val="accent1">
                  <a:lumMod val="60000"/>
                  <a:lumOff val="40000"/>
                </a:schemeClr>
              </a:solidFill>
              <a:miter lim="800000"/>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lnSpc>
                  <a:spcPct val="90000"/>
                </a:lnSpc>
                <a:spcAft>
                  <a:spcPts val="600"/>
                </a:spcAft>
              </a:pPr>
              <a:endParaRPr lang="en-GB" sz="1600">
                <a:solidFill>
                  <a:srgbClr val="FFFFFF"/>
                </a:solidFill>
              </a:endParaRPr>
            </a:p>
          </p:txBody>
        </p:sp>
      </p:grpSp>
      <p:grpSp>
        <p:nvGrpSpPr>
          <p:cNvPr id="46" name="Group 45">
            <a:extLst>
              <a:ext uri="{FF2B5EF4-FFF2-40B4-BE49-F238E27FC236}">
                <a16:creationId xmlns:a16="http://schemas.microsoft.com/office/drawing/2014/main" id="{FC0AB986-5DC2-436C-AE39-1AE693B4658A}"/>
              </a:ext>
            </a:extLst>
          </p:cNvPr>
          <p:cNvGrpSpPr>
            <a:grpSpLocks noChangeAspect="1"/>
          </p:cNvGrpSpPr>
          <p:nvPr userDrawn="1"/>
        </p:nvGrpSpPr>
        <p:grpSpPr>
          <a:xfrm>
            <a:off x="6197600" y="525488"/>
            <a:ext cx="2514600" cy="1676962"/>
            <a:chOff x="2947569" y="1486378"/>
            <a:chExt cx="1795881" cy="1197656"/>
          </a:xfrm>
        </p:grpSpPr>
        <p:sp>
          <p:nvSpPr>
            <p:cNvPr id="47" name="Oval 46">
              <a:extLst>
                <a:ext uri="{FF2B5EF4-FFF2-40B4-BE49-F238E27FC236}">
                  <a16:creationId xmlns:a16="http://schemas.microsoft.com/office/drawing/2014/main" id="{759C83DB-15CC-4510-97D9-8C051090E941}"/>
                </a:ext>
              </a:extLst>
            </p:cNvPr>
            <p:cNvSpPr/>
            <p:nvPr userDrawn="1"/>
          </p:nvSpPr>
          <p:spPr>
            <a:xfrm>
              <a:off x="3976213" y="1486378"/>
              <a:ext cx="767237" cy="767236"/>
            </a:xfrm>
            <a:prstGeom prst="ellipse">
              <a:avLst/>
            </a:prstGeom>
            <a:solidFill>
              <a:schemeClr val="bg1"/>
            </a:solidFill>
          </p:spPr>
          <p:txBody>
            <a:bodyPr wrap="square" lIns="72000" tIns="36000" rIns="72000" bIns="36000" rtlCol="0" anchor="ctr">
              <a:noAutofit/>
            </a:bodyPr>
            <a:lstStyle/>
            <a:p>
              <a:pPr algn="l" defTabSz="230733" hangingPunct="0">
                <a:lnSpc>
                  <a:spcPct val="90000"/>
                </a:lnSpc>
                <a:spcAft>
                  <a:spcPts val="447"/>
                </a:spcAft>
                <a:buClr>
                  <a:srgbClr val="E6513E"/>
                </a:buClr>
              </a:pPr>
              <a:endParaRPr lang="en-GB" sz="75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48" name="Freeform: Shape 47">
              <a:extLst>
                <a:ext uri="{FF2B5EF4-FFF2-40B4-BE49-F238E27FC236}">
                  <a16:creationId xmlns:a16="http://schemas.microsoft.com/office/drawing/2014/main" id="{08074E45-1AC5-4D61-AEA8-CC09BF79D539}"/>
                </a:ext>
              </a:extLst>
            </p:cNvPr>
            <p:cNvSpPr/>
            <p:nvPr/>
          </p:nvSpPr>
          <p:spPr>
            <a:xfrm>
              <a:off x="3976213" y="1486378"/>
              <a:ext cx="767237" cy="767236"/>
            </a:xfrm>
            <a:custGeom>
              <a:avLst/>
              <a:gdLst>
                <a:gd name="connsiteX0" fmla="*/ 153291 w 2650554"/>
                <a:gd name="connsiteY0" fmla="*/ 707403 h 2650554"/>
                <a:gd name="connsiteX1" fmla="*/ 153291 w 2650554"/>
                <a:gd name="connsiteY1" fmla="*/ 1943152 h 2650554"/>
                <a:gd name="connsiteX2" fmla="*/ 104147 w 2650554"/>
                <a:gd name="connsiteY2" fmla="*/ 1841135 h 2650554"/>
                <a:gd name="connsiteX3" fmla="*/ 0 w 2650554"/>
                <a:gd name="connsiteY3" fmla="*/ 1325277 h 2650554"/>
                <a:gd name="connsiteX4" fmla="*/ 104147 w 2650554"/>
                <a:gd name="connsiteY4" fmla="*/ 809420 h 2650554"/>
                <a:gd name="connsiteX5" fmla="*/ 1325277 w 2650554"/>
                <a:gd name="connsiteY5" fmla="*/ 0 h 2650554"/>
                <a:gd name="connsiteX6" fmla="*/ 2650554 w 2650554"/>
                <a:gd name="connsiteY6" fmla="*/ 1325277 h 2650554"/>
                <a:gd name="connsiteX7" fmla="*/ 1325277 w 2650554"/>
                <a:gd name="connsiteY7" fmla="*/ 2650554 h 2650554"/>
                <a:gd name="connsiteX8" fmla="*/ 302629 w 2650554"/>
                <a:gd name="connsiteY8" fmla="*/ 2168276 h 2650554"/>
                <a:gd name="connsiteX9" fmla="*/ 252590 w 2650554"/>
                <a:gd name="connsiteY9" fmla="*/ 2101360 h 2650554"/>
                <a:gd name="connsiteX10" fmla="*/ 363376 w 2650554"/>
                <a:gd name="connsiteY10" fmla="*/ 2101360 h 2650554"/>
                <a:gd name="connsiteX11" fmla="*/ 729428 w 2650554"/>
                <a:gd name="connsiteY11" fmla="*/ 2101360 h 2650554"/>
                <a:gd name="connsiteX12" fmla="*/ 729428 w 2650554"/>
                <a:gd name="connsiteY12" fmla="*/ 1931019 h 2650554"/>
                <a:gd name="connsiteX13" fmla="*/ 363376 w 2650554"/>
                <a:gd name="connsiteY13" fmla="*/ 1931019 h 2650554"/>
                <a:gd name="connsiteX14" fmla="*/ 363376 w 2650554"/>
                <a:gd name="connsiteY14" fmla="*/ 1373934 h 2650554"/>
                <a:gd name="connsiteX15" fmla="*/ 684601 w 2650554"/>
                <a:gd name="connsiteY15" fmla="*/ 1373934 h 2650554"/>
                <a:gd name="connsiteX16" fmla="*/ 684601 w 2650554"/>
                <a:gd name="connsiteY16" fmla="*/ 1203593 h 2650554"/>
                <a:gd name="connsiteX17" fmla="*/ 363376 w 2650554"/>
                <a:gd name="connsiteY17" fmla="*/ 1203593 h 2650554"/>
                <a:gd name="connsiteX18" fmla="*/ 363376 w 2650554"/>
                <a:gd name="connsiteY18" fmla="*/ 679122 h 2650554"/>
                <a:gd name="connsiteX19" fmla="*/ 729428 w 2650554"/>
                <a:gd name="connsiteY19" fmla="*/ 679122 h 2650554"/>
                <a:gd name="connsiteX20" fmla="*/ 729428 w 2650554"/>
                <a:gd name="connsiteY20" fmla="*/ 508781 h 2650554"/>
                <a:gd name="connsiteX21" fmla="*/ 363376 w 2650554"/>
                <a:gd name="connsiteY21" fmla="*/ 508781 h 2650554"/>
                <a:gd name="connsiteX22" fmla="*/ 282811 w 2650554"/>
                <a:gd name="connsiteY22" fmla="*/ 508781 h 2650554"/>
                <a:gd name="connsiteX23" fmla="*/ 302629 w 2650554"/>
                <a:gd name="connsiteY23" fmla="*/ 482278 h 2650554"/>
                <a:gd name="connsiteX24" fmla="*/ 1325277 w 2650554"/>
                <a:gd name="connsiteY24" fmla="*/ 0 h 2650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650554" h="2650554">
                  <a:moveTo>
                    <a:pt x="153291" y="707403"/>
                  </a:moveTo>
                  <a:lnTo>
                    <a:pt x="153291" y="1943152"/>
                  </a:lnTo>
                  <a:lnTo>
                    <a:pt x="104147" y="1841135"/>
                  </a:lnTo>
                  <a:cubicBezTo>
                    <a:pt x="37084" y="1682581"/>
                    <a:pt x="0" y="1508260"/>
                    <a:pt x="0" y="1325277"/>
                  </a:cubicBezTo>
                  <a:cubicBezTo>
                    <a:pt x="0" y="1142295"/>
                    <a:pt x="37084" y="967973"/>
                    <a:pt x="104147" y="809420"/>
                  </a:cubicBezTo>
                  <a:close/>
                  <a:moveTo>
                    <a:pt x="1325277" y="0"/>
                  </a:moveTo>
                  <a:cubicBezTo>
                    <a:pt x="2057207" y="0"/>
                    <a:pt x="2650554" y="593347"/>
                    <a:pt x="2650554" y="1325277"/>
                  </a:cubicBezTo>
                  <a:cubicBezTo>
                    <a:pt x="2650554" y="2057207"/>
                    <a:pt x="2057207" y="2650554"/>
                    <a:pt x="1325277" y="2650554"/>
                  </a:cubicBezTo>
                  <a:cubicBezTo>
                    <a:pt x="913567" y="2650554"/>
                    <a:pt x="545705" y="2462815"/>
                    <a:pt x="302629" y="2168276"/>
                  </a:cubicBezTo>
                  <a:lnTo>
                    <a:pt x="252590" y="2101360"/>
                  </a:lnTo>
                  <a:lnTo>
                    <a:pt x="363376" y="2101360"/>
                  </a:lnTo>
                  <a:lnTo>
                    <a:pt x="729428" y="2101360"/>
                  </a:lnTo>
                  <a:lnTo>
                    <a:pt x="729428" y="1931019"/>
                  </a:lnTo>
                  <a:lnTo>
                    <a:pt x="363376" y="1931019"/>
                  </a:lnTo>
                  <a:lnTo>
                    <a:pt x="363376" y="1373934"/>
                  </a:lnTo>
                  <a:lnTo>
                    <a:pt x="684601" y="1373934"/>
                  </a:lnTo>
                  <a:lnTo>
                    <a:pt x="684601" y="1203593"/>
                  </a:lnTo>
                  <a:lnTo>
                    <a:pt x="363376" y="1203593"/>
                  </a:lnTo>
                  <a:lnTo>
                    <a:pt x="363376" y="679122"/>
                  </a:lnTo>
                  <a:lnTo>
                    <a:pt x="729428" y="679122"/>
                  </a:lnTo>
                  <a:lnTo>
                    <a:pt x="729428" y="508781"/>
                  </a:lnTo>
                  <a:lnTo>
                    <a:pt x="363376" y="508781"/>
                  </a:lnTo>
                  <a:lnTo>
                    <a:pt x="282811" y="508781"/>
                  </a:lnTo>
                  <a:lnTo>
                    <a:pt x="302629" y="482278"/>
                  </a:lnTo>
                  <a:cubicBezTo>
                    <a:pt x="545705" y="187739"/>
                    <a:pt x="913567" y="0"/>
                    <a:pt x="1325277" y="0"/>
                  </a:cubicBezTo>
                  <a:close/>
                </a:path>
              </a:pathLst>
            </a:custGeom>
            <a:solidFill>
              <a:schemeClr val="tx2"/>
            </a:solidFill>
          </p:spPr>
          <p:txBody>
            <a:bodyPr wrap="square" lIns="72000" tIns="36000" rIns="72000" bIns="36000" rtlCol="0" anchor="ctr">
              <a:noAutofit/>
            </a:bodyPr>
            <a:lstStyle/>
            <a:p>
              <a:pPr algn="l" defTabSz="230733" hangingPunct="0">
                <a:lnSpc>
                  <a:spcPct val="90000"/>
                </a:lnSpc>
                <a:spcAft>
                  <a:spcPts val="447"/>
                </a:spcAft>
                <a:buClr>
                  <a:srgbClr val="E6513E"/>
                </a:buClr>
              </a:pPr>
              <a:endParaRPr lang="en-GB" sz="75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49" name="Freeform: Shape 48">
              <a:extLst>
                <a:ext uri="{FF2B5EF4-FFF2-40B4-BE49-F238E27FC236}">
                  <a16:creationId xmlns:a16="http://schemas.microsoft.com/office/drawing/2014/main" id="{B136C4FB-27E4-4015-BFEE-6BE443824A60}"/>
                </a:ext>
              </a:extLst>
            </p:cNvPr>
            <p:cNvSpPr/>
            <p:nvPr/>
          </p:nvSpPr>
          <p:spPr>
            <a:xfrm>
              <a:off x="2947569" y="1625897"/>
              <a:ext cx="1792582" cy="1058137"/>
            </a:xfrm>
            <a:custGeom>
              <a:avLst/>
              <a:gdLst>
                <a:gd name="connsiteX0" fmla="*/ 1653463 w 1792582"/>
                <a:gd name="connsiteY0" fmla="*/ 914845 h 1058137"/>
                <a:gd name="connsiteX1" fmla="*/ 1638885 w 1792582"/>
                <a:gd name="connsiteY1" fmla="*/ 954895 h 1058137"/>
                <a:gd name="connsiteX2" fmla="*/ 1653463 w 1792582"/>
                <a:gd name="connsiteY2" fmla="*/ 994945 h 1058137"/>
                <a:gd name="connsiteX3" fmla="*/ 1668040 w 1792582"/>
                <a:gd name="connsiteY3" fmla="*/ 954895 h 1058137"/>
                <a:gd name="connsiteX4" fmla="*/ 1653463 w 1792582"/>
                <a:gd name="connsiteY4" fmla="*/ 914845 h 1058137"/>
                <a:gd name="connsiteX5" fmla="*/ 166428 w 1792582"/>
                <a:gd name="connsiteY5" fmla="*/ 914707 h 1058137"/>
                <a:gd name="connsiteX6" fmla="*/ 151851 w 1792582"/>
                <a:gd name="connsiteY6" fmla="*/ 954758 h 1058137"/>
                <a:gd name="connsiteX7" fmla="*/ 166428 w 1792582"/>
                <a:gd name="connsiteY7" fmla="*/ 994808 h 1058137"/>
                <a:gd name="connsiteX8" fmla="*/ 181005 w 1792582"/>
                <a:gd name="connsiteY8" fmla="*/ 954758 h 1058137"/>
                <a:gd name="connsiteX9" fmla="*/ 166428 w 1792582"/>
                <a:gd name="connsiteY9" fmla="*/ 914707 h 1058137"/>
                <a:gd name="connsiteX10" fmla="*/ 1484566 w 1792582"/>
                <a:gd name="connsiteY10" fmla="*/ 912443 h 1058137"/>
                <a:gd name="connsiteX11" fmla="*/ 1469642 w 1792582"/>
                <a:gd name="connsiteY11" fmla="*/ 937376 h 1058137"/>
                <a:gd name="connsiteX12" fmla="*/ 1469546 w 1792582"/>
                <a:gd name="connsiteY12" fmla="*/ 942259 h 1058137"/>
                <a:gd name="connsiteX13" fmla="*/ 1499391 w 1792582"/>
                <a:gd name="connsiteY13" fmla="*/ 942259 h 1058137"/>
                <a:gd name="connsiteX14" fmla="*/ 1499206 w 1792582"/>
                <a:gd name="connsiteY14" fmla="*/ 937354 h 1058137"/>
                <a:gd name="connsiteX15" fmla="*/ 1484566 w 1792582"/>
                <a:gd name="connsiteY15" fmla="*/ 912443 h 1058137"/>
                <a:gd name="connsiteX16" fmla="*/ 1070393 w 1792582"/>
                <a:gd name="connsiteY16" fmla="*/ 912443 h 1058137"/>
                <a:gd name="connsiteX17" fmla="*/ 1055156 w 1792582"/>
                <a:gd name="connsiteY17" fmla="*/ 953247 h 1058137"/>
                <a:gd name="connsiteX18" fmla="*/ 1070393 w 1792582"/>
                <a:gd name="connsiteY18" fmla="*/ 994053 h 1058137"/>
                <a:gd name="connsiteX19" fmla="*/ 1085631 w 1792582"/>
                <a:gd name="connsiteY19" fmla="*/ 953247 h 1058137"/>
                <a:gd name="connsiteX20" fmla="*/ 1070393 w 1792582"/>
                <a:gd name="connsiteY20" fmla="*/ 912443 h 1058137"/>
                <a:gd name="connsiteX21" fmla="*/ 915496 w 1792582"/>
                <a:gd name="connsiteY21" fmla="*/ 912443 h 1058137"/>
                <a:gd name="connsiteX22" fmla="*/ 900573 w 1792582"/>
                <a:gd name="connsiteY22" fmla="*/ 937376 h 1058137"/>
                <a:gd name="connsiteX23" fmla="*/ 900476 w 1792582"/>
                <a:gd name="connsiteY23" fmla="*/ 942259 h 1058137"/>
                <a:gd name="connsiteX24" fmla="*/ 930321 w 1792582"/>
                <a:gd name="connsiteY24" fmla="*/ 942259 h 1058137"/>
                <a:gd name="connsiteX25" fmla="*/ 930137 w 1792582"/>
                <a:gd name="connsiteY25" fmla="*/ 937354 h 1058137"/>
                <a:gd name="connsiteX26" fmla="*/ 915496 w 1792582"/>
                <a:gd name="connsiteY26" fmla="*/ 912443 h 1058137"/>
                <a:gd name="connsiteX27" fmla="*/ 637849 w 1792582"/>
                <a:gd name="connsiteY27" fmla="*/ 912443 h 1058137"/>
                <a:gd name="connsiteX28" fmla="*/ 622612 w 1792582"/>
                <a:gd name="connsiteY28" fmla="*/ 953247 h 1058137"/>
                <a:gd name="connsiteX29" fmla="*/ 637849 w 1792582"/>
                <a:gd name="connsiteY29" fmla="*/ 994053 h 1058137"/>
                <a:gd name="connsiteX30" fmla="*/ 653087 w 1792582"/>
                <a:gd name="connsiteY30" fmla="*/ 953247 h 1058137"/>
                <a:gd name="connsiteX31" fmla="*/ 637849 w 1792582"/>
                <a:gd name="connsiteY31" fmla="*/ 912443 h 1058137"/>
                <a:gd name="connsiteX32" fmla="*/ 263432 w 1792582"/>
                <a:gd name="connsiteY32" fmla="*/ 912443 h 1058137"/>
                <a:gd name="connsiteX33" fmla="*/ 248508 w 1792582"/>
                <a:gd name="connsiteY33" fmla="*/ 937376 h 1058137"/>
                <a:gd name="connsiteX34" fmla="*/ 248412 w 1792582"/>
                <a:gd name="connsiteY34" fmla="*/ 942259 h 1058137"/>
                <a:gd name="connsiteX35" fmla="*/ 278257 w 1792582"/>
                <a:gd name="connsiteY35" fmla="*/ 942259 h 1058137"/>
                <a:gd name="connsiteX36" fmla="*/ 278072 w 1792582"/>
                <a:gd name="connsiteY36" fmla="*/ 937354 h 1058137"/>
                <a:gd name="connsiteX37" fmla="*/ 263432 w 1792582"/>
                <a:gd name="connsiteY37" fmla="*/ 912443 h 1058137"/>
                <a:gd name="connsiteX38" fmla="*/ 1714910 w 1792582"/>
                <a:gd name="connsiteY38" fmla="*/ 896590 h 1058137"/>
                <a:gd name="connsiteX39" fmla="*/ 1734882 w 1792582"/>
                <a:gd name="connsiteY39" fmla="*/ 896590 h 1058137"/>
                <a:gd name="connsiteX40" fmla="*/ 1753333 w 1792582"/>
                <a:gd name="connsiteY40" fmla="*/ 971008 h 1058137"/>
                <a:gd name="connsiteX41" fmla="*/ 1772205 w 1792582"/>
                <a:gd name="connsiteY41" fmla="*/ 896590 h 1058137"/>
                <a:gd name="connsiteX42" fmla="*/ 1792177 w 1792582"/>
                <a:gd name="connsiteY42" fmla="*/ 896590 h 1058137"/>
                <a:gd name="connsiteX43" fmla="*/ 1746000 w 1792582"/>
                <a:gd name="connsiteY43" fmla="*/ 1058137 h 1058137"/>
                <a:gd name="connsiteX44" fmla="*/ 1726028 w 1792582"/>
                <a:gd name="connsiteY44" fmla="*/ 1058137 h 1058137"/>
                <a:gd name="connsiteX45" fmla="*/ 1742258 w 1792582"/>
                <a:gd name="connsiteY45" fmla="*/ 998644 h 1058137"/>
                <a:gd name="connsiteX46" fmla="*/ 1350499 w 1792582"/>
                <a:gd name="connsiteY46" fmla="*/ 896590 h 1058137"/>
                <a:gd name="connsiteX47" fmla="*/ 1370471 w 1792582"/>
                <a:gd name="connsiteY47" fmla="*/ 896590 h 1058137"/>
                <a:gd name="connsiteX48" fmla="*/ 1370471 w 1792582"/>
                <a:gd name="connsiteY48" fmla="*/ 912636 h 1058137"/>
                <a:gd name="connsiteX49" fmla="*/ 1392815 w 1792582"/>
                <a:gd name="connsiteY49" fmla="*/ 896973 h 1058137"/>
                <a:gd name="connsiteX50" fmla="*/ 1417110 w 1792582"/>
                <a:gd name="connsiteY50" fmla="*/ 931246 h 1058137"/>
                <a:gd name="connsiteX51" fmla="*/ 1417582 w 1792582"/>
                <a:gd name="connsiteY51" fmla="*/ 1009192 h 1058137"/>
                <a:gd name="connsiteX52" fmla="*/ 1397610 w 1792582"/>
                <a:gd name="connsiteY52" fmla="*/ 1009192 h 1058137"/>
                <a:gd name="connsiteX53" fmla="*/ 1397893 w 1792582"/>
                <a:gd name="connsiteY53" fmla="*/ 936367 h 1058137"/>
                <a:gd name="connsiteX54" fmla="*/ 1385541 w 1792582"/>
                <a:gd name="connsiteY54" fmla="*/ 914392 h 1058137"/>
                <a:gd name="connsiteX55" fmla="*/ 1370504 w 1792582"/>
                <a:gd name="connsiteY55" fmla="*/ 934362 h 1058137"/>
                <a:gd name="connsiteX56" fmla="*/ 1370390 w 1792582"/>
                <a:gd name="connsiteY56" fmla="*/ 937613 h 1058137"/>
                <a:gd name="connsiteX57" fmla="*/ 1370170 w 1792582"/>
                <a:gd name="connsiteY57" fmla="*/ 937613 h 1058137"/>
                <a:gd name="connsiteX58" fmla="*/ 1370170 w 1792582"/>
                <a:gd name="connsiteY58" fmla="*/ 996661 h 1058137"/>
                <a:gd name="connsiteX59" fmla="*/ 1370471 w 1792582"/>
                <a:gd name="connsiteY59" fmla="*/ 996661 h 1058137"/>
                <a:gd name="connsiteX60" fmla="*/ 1370471 w 1792582"/>
                <a:gd name="connsiteY60" fmla="*/ 1009192 h 1058137"/>
                <a:gd name="connsiteX61" fmla="*/ 1350499 w 1792582"/>
                <a:gd name="connsiteY61" fmla="*/ 1009192 h 1058137"/>
                <a:gd name="connsiteX62" fmla="*/ 703301 w 1792582"/>
                <a:gd name="connsiteY62" fmla="*/ 896590 h 1058137"/>
                <a:gd name="connsiteX63" fmla="*/ 723273 w 1792582"/>
                <a:gd name="connsiteY63" fmla="*/ 896590 h 1058137"/>
                <a:gd name="connsiteX64" fmla="*/ 723273 w 1792582"/>
                <a:gd name="connsiteY64" fmla="*/ 935890 h 1058137"/>
                <a:gd name="connsiteX65" fmla="*/ 723669 w 1792582"/>
                <a:gd name="connsiteY65" fmla="*/ 935767 h 1058137"/>
                <a:gd name="connsiteX66" fmla="*/ 723669 w 1792582"/>
                <a:gd name="connsiteY66" fmla="*/ 977978 h 1058137"/>
                <a:gd name="connsiteX67" fmla="*/ 723993 w 1792582"/>
                <a:gd name="connsiteY67" fmla="*/ 977978 h 1058137"/>
                <a:gd name="connsiteX68" fmla="*/ 724972 w 1792582"/>
                <a:gd name="connsiteY68" fmla="*/ 985894 h 1058137"/>
                <a:gd name="connsiteX69" fmla="*/ 736125 w 1792582"/>
                <a:gd name="connsiteY69" fmla="*/ 994808 h 1058137"/>
                <a:gd name="connsiteX70" fmla="*/ 747278 w 1792582"/>
                <a:gd name="connsiteY70" fmla="*/ 985873 h 1058137"/>
                <a:gd name="connsiteX71" fmla="*/ 748257 w 1792582"/>
                <a:gd name="connsiteY71" fmla="*/ 977978 h 1058137"/>
                <a:gd name="connsiteX72" fmla="*/ 748582 w 1792582"/>
                <a:gd name="connsiteY72" fmla="*/ 977978 h 1058137"/>
                <a:gd name="connsiteX73" fmla="*/ 748582 w 1792582"/>
                <a:gd name="connsiteY73" fmla="*/ 917038 h 1058137"/>
                <a:gd name="connsiteX74" fmla="*/ 748575 w 1792582"/>
                <a:gd name="connsiteY74" fmla="*/ 917038 h 1058137"/>
                <a:gd name="connsiteX75" fmla="*/ 748575 w 1792582"/>
                <a:gd name="connsiteY75" fmla="*/ 896590 h 1058137"/>
                <a:gd name="connsiteX76" fmla="*/ 768547 w 1792582"/>
                <a:gd name="connsiteY76" fmla="*/ 896590 h 1058137"/>
                <a:gd name="connsiteX77" fmla="*/ 768547 w 1792582"/>
                <a:gd name="connsiteY77" fmla="*/ 975013 h 1058137"/>
                <a:gd name="connsiteX78" fmla="*/ 768547 w 1792582"/>
                <a:gd name="connsiteY78" fmla="*/ 975015 h 1058137"/>
                <a:gd name="connsiteX79" fmla="*/ 768547 w 1792582"/>
                <a:gd name="connsiteY79" fmla="*/ 975018 h 1058137"/>
                <a:gd name="connsiteX80" fmla="*/ 768547 w 1792582"/>
                <a:gd name="connsiteY80" fmla="*/ 976933 h 1058137"/>
                <a:gd name="connsiteX81" fmla="*/ 768420 w 1792582"/>
                <a:gd name="connsiteY81" fmla="*/ 976933 h 1058137"/>
                <a:gd name="connsiteX82" fmla="*/ 767494 w 1792582"/>
                <a:gd name="connsiteY82" fmla="*/ 990893 h 1058137"/>
                <a:gd name="connsiteX83" fmla="*/ 735985 w 1792582"/>
                <a:gd name="connsiteY83" fmla="*/ 1015821 h 1058137"/>
                <a:gd name="connsiteX84" fmla="*/ 704476 w 1792582"/>
                <a:gd name="connsiteY84" fmla="*/ 990904 h 1058137"/>
                <a:gd name="connsiteX85" fmla="*/ 703550 w 1792582"/>
                <a:gd name="connsiteY85" fmla="*/ 976933 h 1058137"/>
                <a:gd name="connsiteX86" fmla="*/ 703301 w 1792582"/>
                <a:gd name="connsiteY86" fmla="*/ 976933 h 1058137"/>
                <a:gd name="connsiteX87" fmla="*/ 326701 w 1792582"/>
                <a:gd name="connsiteY87" fmla="*/ 896590 h 1058137"/>
                <a:gd name="connsiteX88" fmla="*/ 346672 w 1792582"/>
                <a:gd name="connsiteY88" fmla="*/ 896590 h 1058137"/>
                <a:gd name="connsiteX89" fmla="*/ 346672 w 1792582"/>
                <a:gd name="connsiteY89" fmla="*/ 912636 h 1058137"/>
                <a:gd name="connsiteX90" fmla="*/ 369017 w 1792582"/>
                <a:gd name="connsiteY90" fmla="*/ 896973 h 1058137"/>
                <a:gd name="connsiteX91" fmla="*/ 393311 w 1792582"/>
                <a:gd name="connsiteY91" fmla="*/ 931246 h 1058137"/>
                <a:gd name="connsiteX92" fmla="*/ 393784 w 1792582"/>
                <a:gd name="connsiteY92" fmla="*/ 1009192 h 1058137"/>
                <a:gd name="connsiteX93" fmla="*/ 373812 w 1792582"/>
                <a:gd name="connsiteY93" fmla="*/ 1009192 h 1058137"/>
                <a:gd name="connsiteX94" fmla="*/ 374095 w 1792582"/>
                <a:gd name="connsiteY94" fmla="*/ 936367 h 1058137"/>
                <a:gd name="connsiteX95" fmla="*/ 361743 w 1792582"/>
                <a:gd name="connsiteY95" fmla="*/ 914392 h 1058137"/>
                <a:gd name="connsiteX96" fmla="*/ 346705 w 1792582"/>
                <a:gd name="connsiteY96" fmla="*/ 934362 h 1058137"/>
                <a:gd name="connsiteX97" fmla="*/ 346592 w 1792582"/>
                <a:gd name="connsiteY97" fmla="*/ 937613 h 1058137"/>
                <a:gd name="connsiteX98" fmla="*/ 346372 w 1792582"/>
                <a:gd name="connsiteY98" fmla="*/ 937613 h 1058137"/>
                <a:gd name="connsiteX99" fmla="*/ 346372 w 1792582"/>
                <a:gd name="connsiteY99" fmla="*/ 996661 h 1058137"/>
                <a:gd name="connsiteX100" fmla="*/ 346672 w 1792582"/>
                <a:gd name="connsiteY100" fmla="*/ 996661 h 1058137"/>
                <a:gd name="connsiteX101" fmla="*/ 346672 w 1792582"/>
                <a:gd name="connsiteY101" fmla="*/ 1009192 h 1058137"/>
                <a:gd name="connsiteX102" fmla="*/ 326701 w 1792582"/>
                <a:gd name="connsiteY102" fmla="*/ 1009192 h 1058137"/>
                <a:gd name="connsiteX103" fmla="*/ 1645649 w 1792582"/>
                <a:gd name="connsiteY103" fmla="*/ 896386 h 1058137"/>
                <a:gd name="connsiteX104" fmla="*/ 1665951 w 1792582"/>
                <a:gd name="connsiteY104" fmla="*/ 906430 h 1058137"/>
                <a:gd name="connsiteX105" fmla="*/ 1667038 w 1792582"/>
                <a:gd name="connsiteY105" fmla="*/ 908651 h 1058137"/>
                <a:gd name="connsiteX106" fmla="*/ 1667038 w 1792582"/>
                <a:gd name="connsiteY106" fmla="*/ 896728 h 1058137"/>
                <a:gd name="connsiteX107" fmla="*/ 1687010 w 1792582"/>
                <a:gd name="connsiteY107" fmla="*/ 896728 h 1058137"/>
                <a:gd name="connsiteX108" fmla="*/ 1687010 w 1792582"/>
                <a:gd name="connsiteY108" fmla="*/ 1006787 h 1058137"/>
                <a:gd name="connsiteX109" fmla="*/ 1687010 w 1792582"/>
                <a:gd name="connsiteY109" fmla="*/ 1006791 h 1058137"/>
                <a:gd name="connsiteX110" fmla="*/ 1686300 w 1792582"/>
                <a:gd name="connsiteY110" fmla="*/ 1021179 h 1058137"/>
                <a:gd name="connsiteX111" fmla="*/ 1652581 w 1792582"/>
                <a:gd name="connsiteY111" fmla="*/ 1057001 h 1058137"/>
                <a:gd name="connsiteX112" fmla="*/ 1618862 w 1792582"/>
                <a:gd name="connsiteY112" fmla="*/ 1021162 h 1058137"/>
                <a:gd name="connsiteX113" fmla="*/ 1618816 w 1792582"/>
                <a:gd name="connsiteY113" fmla="*/ 1020222 h 1058137"/>
                <a:gd name="connsiteX114" fmla="*/ 1638139 w 1792582"/>
                <a:gd name="connsiteY114" fmla="*/ 1020222 h 1058137"/>
                <a:gd name="connsiteX115" fmla="*/ 1638891 w 1792582"/>
                <a:gd name="connsiteY115" fmla="*/ 1025506 h 1058137"/>
                <a:gd name="connsiteX116" fmla="*/ 1651560 w 1792582"/>
                <a:gd name="connsiteY116" fmla="*/ 1039738 h 1058137"/>
                <a:gd name="connsiteX117" fmla="*/ 1666731 w 1792582"/>
                <a:gd name="connsiteY117" fmla="*/ 1012557 h 1058137"/>
                <a:gd name="connsiteX118" fmla="*/ 1666892 w 1792582"/>
                <a:gd name="connsiteY118" fmla="*/ 1006787 h 1058137"/>
                <a:gd name="connsiteX119" fmla="*/ 1667038 w 1792582"/>
                <a:gd name="connsiteY119" fmla="*/ 1006787 h 1058137"/>
                <a:gd name="connsiteX120" fmla="*/ 1667038 w 1792582"/>
                <a:gd name="connsiteY120" fmla="*/ 1000603 h 1058137"/>
                <a:gd name="connsiteX121" fmla="*/ 1665481 w 1792582"/>
                <a:gd name="connsiteY121" fmla="*/ 1003725 h 1058137"/>
                <a:gd name="connsiteX122" fmla="*/ 1645649 w 1792582"/>
                <a:gd name="connsiteY122" fmla="*/ 1013718 h 1058137"/>
                <a:gd name="connsiteX123" fmla="*/ 1617463 w 1792582"/>
                <a:gd name="connsiteY123" fmla="*/ 955052 h 1058137"/>
                <a:gd name="connsiteX124" fmla="*/ 1645649 w 1792582"/>
                <a:gd name="connsiteY124" fmla="*/ 896386 h 1058137"/>
                <a:gd name="connsiteX125" fmla="*/ 1483922 w 1792582"/>
                <a:gd name="connsiteY125" fmla="*/ 896249 h 1058137"/>
                <a:gd name="connsiteX126" fmla="*/ 1517429 w 1792582"/>
                <a:gd name="connsiteY126" fmla="*/ 932072 h 1058137"/>
                <a:gd name="connsiteX127" fmla="*/ 1518040 w 1792582"/>
                <a:gd name="connsiteY127" fmla="*/ 959244 h 1058137"/>
                <a:gd name="connsiteX128" fmla="*/ 1469496 w 1792582"/>
                <a:gd name="connsiteY128" fmla="*/ 959244 h 1058137"/>
                <a:gd name="connsiteX129" fmla="*/ 1469772 w 1792582"/>
                <a:gd name="connsiteY129" fmla="*/ 969136 h 1058137"/>
                <a:gd name="connsiteX130" fmla="*/ 1484566 w 1792582"/>
                <a:gd name="connsiteY130" fmla="*/ 994053 h 1058137"/>
                <a:gd name="connsiteX131" fmla="*/ 1497612 w 1792582"/>
                <a:gd name="connsiteY131" fmla="*/ 982086 h 1058137"/>
                <a:gd name="connsiteX132" fmla="*/ 1498822 w 1792582"/>
                <a:gd name="connsiteY132" fmla="*/ 973587 h 1058137"/>
                <a:gd name="connsiteX133" fmla="*/ 1517846 w 1792582"/>
                <a:gd name="connsiteY133" fmla="*/ 973587 h 1058137"/>
                <a:gd name="connsiteX134" fmla="*/ 1517641 w 1792582"/>
                <a:gd name="connsiteY134" fmla="*/ 977742 h 1058137"/>
                <a:gd name="connsiteX135" fmla="*/ 1483922 w 1792582"/>
                <a:gd name="connsiteY135" fmla="*/ 1013580 h 1058137"/>
                <a:gd name="connsiteX136" fmla="*/ 1449076 w 1792582"/>
                <a:gd name="connsiteY136" fmla="*/ 954914 h 1058137"/>
                <a:gd name="connsiteX137" fmla="*/ 1483922 w 1792582"/>
                <a:gd name="connsiteY137" fmla="*/ 896249 h 1058137"/>
                <a:gd name="connsiteX138" fmla="*/ 1070504 w 1792582"/>
                <a:gd name="connsiteY138" fmla="*/ 896249 h 1058137"/>
                <a:gd name="connsiteX139" fmla="*/ 1105350 w 1792582"/>
                <a:gd name="connsiteY139" fmla="*/ 954914 h 1058137"/>
                <a:gd name="connsiteX140" fmla="*/ 1070504 w 1792582"/>
                <a:gd name="connsiteY140" fmla="*/ 1013580 h 1058137"/>
                <a:gd name="connsiteX141" fmla="*/ 1035658 w 1792582"/>
                <a:gd name="connsiteY141" fmla="*/ 954914 h 1058137"/>
                <a:gd name="connsiteX142" fmla="*/ 1070504 w 1792582"/>
                <a:gd name="connsiteY142" fmla="*/ 896249 h 1058137"/>
                <a:gd name="connsiteX143" fmla="*/ 914852 w 1792582"/>
                <a:gd name="connsiteY143" fmla="*/ 896249 h 1058137"/>
                <a:gd name="connsiteX144" fmla="*/ 948359 w 1792582"/>
                <a:gd name="connsiteY144" fmla="*/ 932072 h 1058137"/>
                <a:gd name="connsiteX145" fmla="*/ 948970 w 1792582"/>
                <a:gd name="connsiteY145" fmla="*/ 959244 h 1058137"/>
                <a:gd name="connsiteX146" fmla="*/ 900426 w 1792582"/>
                <a:gd name="connsiteY146" fmla="*/ 959244 h 1058137"/>
                <a:gd name="connsiteX147" fmla="*/ 900703 w 1792582"/>
                <a:gd name="connsiteY147" fmla="*/ 969136 h 1058137"/>
                <a:gd name="connsiteX148" fmla="*/ 915496 w 1792582"/>
                <a:gd name="connsiteY148" fmla="*/ 994053 h 1058137"/>
                <a:gd name="connsiteX149" fmla="*/ 928542 w 1792582"/>
                <a:gd name="connsiteY149" fmla="*/ 982086 h 1058137"/>
                <a:gd name="connsiteX150" fmla="*/ 929752 w 1792582"/>
                <a:gd name="connsiteY150" fmla="*/ 973587 h 1058137"/>
                <a:gd name="connsiteX151" fmla="*/ 948777 w 1792582"/>
                <a:gd name="connsiteY151" fmla="*/ 973587 h 1058137"/>
                <a:gd name="connsiteX152" fmla="*/ 948571 w 1792582"/>
                <a:gd name="connsiteY152" fmla="*/ 977742 h 1058137"/>
                <a:gd name="connsiteX153" fmla="*/ 914852 w 1792582"/>
                <a:gd name="connsiteY153" fmla="*/ 1013580 h 1058137"/>
                <a:gd name="connsiteX154" fmla="*/ 880006 w 1792582"/>
                <a:gd name="connsiteY154" fmla="*/ 954914 h 1058137"/>
                <a:gd name="connsiteX155" fmla="*/ 914852 w 1792582"/>
                <a:gd name="connsiteY155" fmla="*/ 896249 h 1058137"/>
                <a:gd name="connsiteX156" fmla="*/ 637960 w 1792582"/>
                <a:gd name="connsiteY156" fmla="*/ 896249 h 1058137"/>
                <a:gd name="connsiteX157" fmla="*/ 672806 w 1792582"/>
                <a:gd name="connsiteY157" fmla="*/ 954914 h 1058137"/>
                <a:gd name="connsiteX158" fmla="*/ 637960 w 1792582"/>
                <a:gd name="connsiteY158" fmla="*/ 1013580 h 1058137"/>
                <a:gd name="connsiteX159" fmla="*/ 603114 w 1792582"/>
                <a:gd name="connsiteY159" fmla="*/ 954914 h 1058137"/>
                <a:gd name="connsiteX160" fmla="*/ 637960 w 1792582"/>
                <a:gd name="connsiteY160" fmla="*/ 896249 h 1058137"/>
                <a:gd name="connsiteX161" fmla="*/ 262788 w 1792582"/>
                <a:gd name="connsiteY161" fmla="*/ 896249 h 1058137"/>
                <a:gd name="connsiteX162" fmla="*/ 296295 w 1792582"/>
                <a:gd name="connsiteY162" fmla="*/ 932072 h 1058137"/>
                <a:gd name="connsiteX163" fmla="*/ 296906 w 1792582"/>
                <a:gd name="connsiteY163" fmla="*/ 959244 h 1058137"/>
                <a:gd name="connsiteX164" fmla="*/ 248362 w 1792582"/>
                <a:gd name="connsiteY164" fmla="*/ 959244 h 1058137"/>
                <a:gd name="connsiteX165" fmla="*/ 248638 w 1792582"/>
                <a:gd name="connsiteY165" fmla="*/ 969136 h 1058137"/>
                <a:gd name="connsiteX166" fmla="*/ 263432 w 1792582"/>
                <a:gd name="connsiteY166" fmla="*/ 994053 h 1058137"/>
                <a:gd name="connsiteX167" fmla="*/ 276478 w 1792582"/>
                <a:gd name="connsiteY167" fmla="*/ 982086 h 1058137"/>
                <a:gd name="connsiteX168" fmla="*/ 277688 w 1792582"/>
                <a:gd name="connsiteY168" fmla="*/ 973587 h 1058137"/>
                <a:gd name="connsiteX169" fmla="*/ 296712 w 1792582"/>
                <a:gd name="connsiteY169" fmla="*/ 973587 h 1058137"/>
                <a:gd name="connsiteX170" fmla="*/ 296507 w 1792582"/>
                <a:gd name="connsiteY170" fmla="*/ 977742 h 1058137"/>
                <a:gd name="connsiteX171" fmla="*/ 262788 w 1792582"/>
                <a:gd name="connsiteY171" fmla="*/ 1013580 h 1058137"/>
                <a:gd name="connsiteX172" fmla="*/ 227942 w 1792582"/>
                <a:gd name="connsiteY172" fmla="*/ 954914 h 1058137"/>
                <a:gd name="connsiteX173" fmla="*/ 262788 w 1792582"/>
                <a:gd name="connsiteY173" fmla="*/ 896249 h 1058137"/>
                <a:gd name="connsiteX174" fmla="*/ 174241 w 1792582"/>
                <a:gd name="connsiteY174" fmla="*/ 896248 h 1058137"/>
                <a:gd name="connsiteX175" fmla="*/ 202427 w 1792582"/>
                <a:gd name="connsiteY175" fmla="*/ 954914 h 1058137"/>
                <a:gd name="connsiteX176" fmla="*/ 174241 w 1792582"/>
                <a:gd name="connsiteY176" fmla="*/ 1013580 h 1058137"/>
                <a:gd name="connsiteX177" fmla="*/ 159360 w 1792582"/>
                <a:gd name="connsiteY177" fmla="*/ 1008995 h 1058137"/>
                <a:gd name="connsiteX178" fmla="*/ 152852 w 1792582"/>
                <a:gd name="connsiteY178" fmla="*/ 999395 h 1058137"/>
                <a:gd name="connsiteX179" fmla="*/ 152852 w 1792582"/>
                <a:gd name="connsiteY179" fmla="*/ 1056246 h 1058137"/>
                <a:gd name="connsiteX180" fmla="*/ 132881 w 1792582"/>
                <a:gd name="connsiteY180" fmla="*/ 1056246 h 1058137"/>
                <a:gd name="connsiteX181" fmla="*/ 132881 w 1792582"/>
                <a:gd name="connsiteY181" fmla="*/ 896590 h 1058137"/>
                <a:gd name="connsiteX182" fmla="*/ 152852 w 1792582"/>
                <a:gd name="connsiteY182" fmla="*/ 896590 h 1058137"/>
                <a:gd name="connsiteX183" fmla="*/ 152852 w 1792582"/>
                <a:gd name="connsiteY183" fmla="*/ 909865 h 1058137"/>
                <a:gd name="connsiteX184" fmla="*/ 158909 w 1792582"/>
                <a:gd name="connsiteY184" fmla="*/ 900882 h 1058137"/>
                <a:gd name="connsiteX185" fmla="*/ 174241 w 1792582"/>
                <a:gd name="connsiteY185" fmla="*/ 896248 h 1058137"/>
                <a:gd name="connsiteX186" fmla="*/ 1592774 w 1792582"/>
                <a:gd name="connsiteY186" fmla="*/ 892438 h 1058137"/>
                <a:gd name="connsiteX187" fmla="*/ 1592774 w 1792582"/>
                <a:gd name="connsiteY187" fmla="*/ 914707 h 1058137"/>
                <a:gd name="connsiteX188" fmla="*/ 1572318 w 1792582"/>
                <a:gd name="connsiteY188" fmla="*/ 924898 h 1058137"/>
                <a:gd name="connsiteX189" fmla="*/ 1570506 w 1792582"/>
                <a:gd name="connsiteY189" fmla="*/ 930363 h 1058137"/>
                <a:gd name="connsiteX190" fmla="*/ 1570506 w 1792582"/>
                <a:gd name="connsiteY190" fmla="*/ 1009192 h 1058137"/>
                <a:gd name="connsiteX191" fmla="*/ 1550534 w 1792582"/>
                <a:gd name="connsiteY191" fmla="*/ 1009192 h 1058137"/>
                <a:gd name="connsiteX192" fmla="*/ 1550534 w 1792582"/>
                <a:gd name="connsiteY192" fmla="*/ 896590 h 1058137"/>
                <a:gd name="connsiteX193" fmla="*/ 1570506 w 1792582"/>
                <a:gd name="connsiteY193" fmla="*/ 896590 h 1058137"/>
                <a:gd name="connsiteX194" fmla="*/ 1570506 w 1792582"/>
                <a:gd name="connsiteY194" fmla="*/ 906833 h 1058137"/>
                <a:gd name="connsiteX195" fmla="*/ 1571627 w 1792582"/>
                <a:gd name="connsiteY195" fmla="*/ 905336 h 1058137"/>
                <a:gd name="connsiteX196" fmla="*/ 1592774 w 1792582"/>
                <a:gd name="connsiteY196" fmla="*/ 892438 h 1058137"/>
                <a:gd name="connsiteX197" fmla="*/ 824066 w 1792582"/>
                <a:gd name="connsiteY197" fmla="*/ 891683 h 1058137"/>
                <a:gd name="connsiteX198" fmla="*/ 846335 w 1792582"/>
                <a:gd name="connsiteY198" fmla="*/ 897345 h 1058137"/>
                <a:gd name="connsiteX199" fmla="*/ 846335 w 1792582"/>
                <a:gd name="connsiteY199" fmla="*/ 916217 h 1058137"/>
                <a:gd name="connsiteX200" fmla="*/ 815762 w 1792582"/>
                <a:gd name="connsiteY200" fmla="*/ 924520 h 1058137"/>
                <a:gd name="connsiteX201" fmla="*/ 832661 w 1792582"/>
                <a:gd name="connsiteY201" fmla="*/ 947285 h 1058137"/>
                <a:gd name="connsiteX202" fmla="*/ 854638 w 1792582"/>
                <a:gd name="connsiteY202" fmla="*/ 979626 h 1058137"/>
                <a:gd name="connsiteX203" fmla="*/ 824444 w 1792582"/>
                <a:gd name="connsiteY203" fmla="*/ 1013595 h 1058137"/>
                <a:gd name="connsiteX204" fmla="*/ 802175 w 1792582"/>
                <a:gd name="connsiteY204" fmla="*/ 1007934 h 1058137"/>
                <a:gd name="connsiteX205" fmla="*/ 802175 w 1792582"/>
                <a:gd name="connsiteY205" fmla="*/ 987929 h 1058137"/>
                <a:gd name="connsiteX206" fmla="*/ 822179 w 1792582"/>
                <a:gd name="connsiteY206" fmla="*/ 994723 h 1058137"/>
                <a:gd name="connsiteX207" fmla="*/ 836521 w 1792582"/>
                <a:gd name="connsiteY207" fmla="*/ 979248 h 1058137"/>
                <a:gd name="connsiteX208" fmla="*/ 816301 w 1792582"/>
                <a:gd name="connsiteY208" fmla="*/ 954931 h 1058137"/>
                <a:gd name="connsiteX209" fmla="*/ 796988 w 1792582"/>
                <a:gd name="connsiteY209" fmla="*/ 925652 h 1058137"/>
                <a:gd name="connsiteX210" fmla="*/ 824066 w 1792582"/>
                <a:gd name="connsiteY210" fmla="*/ 891683 h 1058137"/>
                <a:gd name="connsiteX211" fmla="*/ 56436 w 1792582"/>
                <a:gd name="connsiteY211" fmla="*/ 860524 h 1058137"/>
                <a:gd name="connsiteX212" fmla="*/ 35735 w 1792582"/>
                <a:gd name="connsiteY212" fmla="*/ 926643 h 1058137"/>
                <a:gd name="connsiteX213" fmla="*/ 56436 w 1792582"/>
                <a:gd name="connsiteY213" fmla="*/ 992761 h 1058137"/>
                <a:gd name="connsiteX214" fmla="*/ 77136 w 1792582"/>
                <a:gd name="connsiteY214" fmla="*/ 926643 h 1058137"/>
                <a:gd name="connsiteX215" fmla="*/ 56436 w 1792582"/>
                <a:gd name="connsiteY215" fmla="*/ 860524 h 1058137"/>
                <a:gd name="connsiteX216" fmla="*/ 56672 w 1792582"/>
                <a:gd name="connsiteY216" fmla="*/ 839708 h 1058137"/>
                <a:gd name="connsiteX217" fmla="*/ 100557 w 1792582"/>
                <a:gd name="connsiteY217" fmla="*/ 926644 h 1058137"/>
                <a:gd name="connsiteX218" fmla="*/ 56672 w 1792582"/>
                <a:gd name="connsiteY218" fmla="*/ 1013580 h 1058137"/>
                <a:gd name="connsiteX219" fmla="*/ 12787 w 1792582"/>
                <a:gd name="connsiteY219" fmla="*/ 926644 h 1058137"/>
                <a:gd name="connsiteX220" fmla="*/ 56672 w 1792582"/>
                <a:gd name="connsiteY220" fmla="*/ 839708 h 1058137"/>
                <a:gd name="connsiteX221" fmla="*/ 1261002 w 1792582"/>
                <a:gd name="connsiteY221" fmla="*/ 839707 h 1058137"/>
                <a:gd name="connsiteX222" fmla="*/ 1267808 w 1792582"/>
                <a:gd name="connsiteY222" fmla="*/ 839707 h 1058137"/>
                <a:gd name="connsiteX223" fmla="*/ 1282685 w 1792582"/>
                <a:gd name="connsiteY223" fmla="*/ 839707 h 1058137"/>
                <a:gd name="connsiteX224" fmla="*/ 1322930 w 1792582"/>
                <a:gd name="connsiteY224" fmla="*/ 839707 h 1058137"/>
                <a:gd name="connsiteX225" fmla="*/ 1322930 w 1792582"/>
                <a:gd name="connsiteY225" fmla="*/ 858017 h 1058137"/>
                <a:gd name="connsiteX226" fmla="*/ 1282685 w 1792582"/>
                <a:gd name="connsiteY226" fmla="*/ 858017 h 1058137"/>
                <a:gd name="connsiteX227" fmla="*/ 1282685 w 1792582"/>
                <a:gd name="connsiteY227" fmla="*/ 914391 h 1058137"/>
                <a:gd name="connsiteX228" fmla="*/ 1318112 w 1792582"/>
                <a:gd name="connsiteY228" fmla="*/ 914391 h 1058137"/>
                <a:gd name="connsiteX229" fmla="*/ 1318112 w 1792582"/>
                <a:gd name="connsiteY229" fmla="*/ 932701 h 1058137"/>
                <a:gd name="connsiteX230" fmla="*/ 1282685 w 1792582"/>
                <a:gd name="connsiteY230" fmla="*/ 932701 h 1058137"/>
                <a:gd name="connsiteX231" fmla="*/ 1282685 w 1792582"/>
                <a:gd name="connsiteY231" fmla="*/ 992581 h 1058137"/>
                <a:gd name="connsiteX232" fmla="*/ 1322930 w 1792582"/>
                <a:gd name="connsiteY232" fmla="*/ 992581 h 1058137"/>
                <a:gd name="connsiteX233" fmla="*/ 1322930 w 1792582"/>
                <a:gd name="connsiteY233" fmla="*/ 1010891 h 1058137"/>
                <a:gd name="connsiteX234" fmla="*/ 1282685 w 1792582"/>
                <a:gd name="connsiteY234" fmla="*/ 1010891 h 1058137"/>
                <a:gd name="connsiteX235" fmla="*/ 1267808 w 1792582"/>
                <a:gd name="connsiteY235" fmla="*/ 1010891 h 1058137"/>
                <a:gd name="connsiteX236" fmla="*/ 1261002 w 1792582"/>
                <a:gd name="connsiteY236" fmla="*/ 1010891 h 1058137"/>
                <a:gd name="connsiteX237" fmla="*/ 489126 w 1792582"/>
                <a:gd name="connsiteY237" fmla="*/ 838658 h 1058137"/>
                <a:gd name="connsiteX238" fmla="*/ 510809 w 1792582"/>
                <a:gd name="connsiteY238" fmla="*/ 838658 h 1058137"/>
                <a:gd name="connsiteX239" fmla="*/ 510809 w 1792582"/>
                <a:gd name="connsiteY239" fmla="*/ 905619 h 1058137"/>
                <a:gd name="connsiteX240" fmla="*/ 546246 w 1792582"/>
                <a:gd name="connsiteY240" fmla="*/ 905619 h 1058137"/>
                <a:gd name="connsiteX241" fmla="*/ 546246 w 1792582"/>
                <a:gd name="connsiteY241" fmla="*/ 838658 h 1058137"/>
                <a:gd name="connsiteX242" fmla="*/ 567930 w 1792582"/>
                <a:gd name="connsiteY242" fmla="*/ 838658 h 1058137"/>
                <a:gd name="connsiteX243" fmla="*/ 567930 w 1792582"/>
                <a:gd name="connsiteY243" fmla="*/ 1009192 h 1058137"/>
                <a:gd name="connsiteX244" fmla="*/ 546246 w 1792582"/>
                <a:gd name="connsiteY244" fmla="*/ 1009192 h 1058137"/>
                <a:gd name="connsiteX245" fmla="*/ 546246 w 1792582"/>
                <a:gd name="connsiteY245" fmla="*/ 923859 h 1058137"/>
                <a:gd name="connsiteX246" fmla="*/ 510809 w 1792582"/>
                <a:gd name="connsiteY246" fmla="*/ 923859 h 1058137"/>
                <a:gd name="connsiteX247" fmla="*/ 510809 w 1792582"/>
                <a:gd name="connsiteY247" fmla="*/ 1009192 h 1058137"/>
                <a:gd name="connsiteX248" fmla="*/ 489126 w 1792582"/>
                <a:gd name="connsiteY248" fmla="*/ 1009192 h 1058137"/>
                <a:gd name="connsiteX249" fmla="*/ 1162901 w 1792582"/>
                <a:gd name="connsiteY249" fmla="*/ 821998 h 1058137"/>
                <a:gd name="connsiteX250" fmla="*/ 1177725 w 1792582"/>
                <a:gd name="connsiteY250" fmla="*/ 823498 h 1058137"/>
                <a:gd name="connsiteX251" fmla="*/ 1177725 w 1792582"/>
                <a:gd name="connsiteY251" fmla="*/ 843469 h 1058137"/>
                <a:gd name="connsiteX252" fmla="*/ 1159420 w 1792582"/>
                <a:gd name="connsiteY252" fmla="*/ 854141 h 1058137"/>
                <a:gd name="connsiteX253" fmla="*/ 1159420 w 1792582"/>
                <a:gd name="connsiteY253" fmla="*/ 895458 h 1058137"/>
                <a:gd name="connsiteX254" fmla="*/ 1177725 w 1792582"/>
                <a:gd name="connsiteY254" fmla="*/ 895458 h 1058137"/>
                <a:gd name="connsiteX255" fmla="*/ 1177725 w 1792582"/>
                <a:gd name="connsiteY255" fmla="*/ 912236 h 1058137"/>
                <a:gd name="connsiteX256" fmla="*/ 1159420 w 1792582"/>
                <a:gd name="connsiteY256" fmla="*/ 912236 h 1058137"/>
                <a:gd name="connsiteX257" fmla="*/ 1159420 w 1792582"/>
                <a:gd name="connsiteY257" fmla="*/ 1009192 h 1058137"/>
                <a:gd name="connsiteX258" fmla="*/ 1139449 w 1792582"/>
                <a:gd name="connsiteY258" fmla="*/ 1009192 h 1058137"/>
                <a:gd name="connsiteX259" fmla="*/ 1139449 w 1792582"/>
                <a:gd name="connsiteY259" fmla="*/ 912236 h 1058137"/>
                <a:gd name="connsiteX260" fmla="*/ 1127527 w 1792582"/>
                <a:gd name="connsiteY260" fmla="*/ 912236 h 1058137"/>
                <a:gd name="connsiteX261" fmla="*/ 1127527 w 1792582"/>
                <a:gd name="connsiteY261" fmla="*/ 895458 h 1058137"/>
                <a:gd name="connsiteX262" fmla="*/ 1139449 w 1792582"/>
                <a:gd name="connsiteY262" fmla="*/ 895458 h 1058137"/>
                <a:gd name="connsiteX263" fmla="*/ 1139449 w 1792582"/>
                <a:gd name="connsiteY263" fmla="*/ 844747 h 1058137"/>
                <a:gd name="connsiteX264" fmla="*/ 1162901 w 1792582"/>
                <a:gd name="connsiteY264" fmla="*/ 821998 h 1058137"/>
                <a:gd name="connsiteX265" fmla="*/ 0 w 1792582"/>
                <a:gd name="connsiteY265" fmla="*/ 698203 h 1058137"/>
                <a:gd name="connsiteX266" fmla="*/ 1792582 w 1792582"/>
                <a:gd name="connsiteY266" fmla="*/ 698203 h 1058137"/>
                <a:gd name="connsiteX267" fmla="*/ 1792582 w 1792582"/>
                <a:gd name="connsiteY267" fmla="*/ 703247 h 1058137"/>
                <a:gd name="connsiteX268" fmla="*/ 1792582 w 1792582"/>
                <a:gd name="connsiteY268" fmla="*/ 757745 h 1058137"/>
                <a:gd name="connsiteX269" fmla="*/ 1792582 w 1792582"/>
                <a:gd name="connsiteY269" fmla="*/ 777019 h 1058137"/>
                <a:gd name="connsiteX270" fmla="*/ 0 w 1792582"/>
                <a:gd name="connsiteY270" fmla="*/ 777019 h 1058137"/>
                <a:gd name="connsiteX271" fmla="*/ 827858 w 1792582"/>
                <a:gd name="connsiteY271" fmla="*/ 57086 h 1058137"/>
                <a:gd name="connsiteX272" fmla="*/ 771089 w 1792582"/>
                <a:gd name="connsiteY272" fmla="*/ 238408 h 1058137"/>
                <a:gd name="connsiteX273" fmla="*/ 827858 w 1792582"/>
                <a:gd name="connsiteY273" fmla="*/ 419730 h 1058137"/>
                <a:gd name="connsiteX274" fmla="*/ 884626 w 1792582"/>
                <a:gd name="connsiteY274" fmla="*/ 238408 h 1058137"/>
                <a:gd name="connsiteX275" fmla="*/ 827858 w 1792582"/>
                <a:gd name="connsiteY275" fmla="*/ 57086 h 1058137"/>
                <a:gd name="connsiteX276" fmla="*/ 119700 w 1792582"/>
                <a:gd name="connsiteY276" fmla="*/ 57086 h 1058137"/>
                <a:gd name="connsiteX277" fmla="*/ 62931 w 1792582"/>
                <a:gd name="connsiteY277" fmla="*/ 238408 h 1058137"/>
                <a:gd name="connsiteX278" fmla="*/ 119700 w 1792582"/>
                <a:gd name="connsiteY278" fmla="*/ 419730 h 1058137"/>
                <a:gd name="connsiteX279" fmla="*/ 176468 w 1792582"/>
                <a:gd name="connsiteY279" fmla="*/ 238408 h 1058137"/>
                <a:gd name="connsiteX280" fmla="*/ 119700 w 1792582"/>
                <a:gd name="connsiteY280" fmla="*/ 57086 h 1058137"/>
                <a:gd name="connsiteX281" fmla="*/ 364615 w 1792582"/>
                <a:gd name="connsiteY281" fmla="*/ 7754 h 1058137"/>
                <a:gd name="connsiteX282" fmla="*/ 425426 w 1792582"/>
                <a:gd name="connsiteY282" fmla="*/ 7754 h 1058137"/>
                <a:gd name="connsiteX283" fmla="*/ 425426 w 1792582"/>
                <a:gd name="connsiteY283" fmla="*/ 188764 h 1058137"/>
                <a:gd name="connsiteX284" fmla="*/ 519025 w 1792582"/>
                <a:gd name="connsiteY284" fmla="*/ 188764 h 1058137"/>
                <a:gd name="connsiteX285" fmla="*/ 519025 w 1792582"/>
                <a:gd name="connsiteY285" fmla="*/ 7754 h 1058137"/>
                <a:gd name="connsiteX286" fmla="*/ 579836 w 1792582"/>
                <a:gd name="connsiteY286" fmla="*/ 7754 h 1058137"/>
                <a:gd name="connsiteX287" fmla="*/ 579836 w 1792582"/>
                <a:gd name="connsiteY287" fmla="*/ 468746 h 1058137"/>
                <a:gd name="connsiteX288" fmla="*/ 519025 w 1792582"/>
                <a:gd name="connsiteY288" fmla="*/ 468746 h 1058137"/>
                <a:gd name="connsiteX289" fmla="*/ 519025 w 1792582"/>
                <a:gd name="connsiteY289" fmla="*/ 238072 h 1058137"/>
                <a:gd name="connsiteX290" fmla="*/ 425426 w 1792582"/>
                <a:gd name="connsiteY290" fmla="*/ 238072 h 1058137"/>
                <a:gd name="connsiteX291" fmla="*/ 425426 w 1792582"/>
                <a:gd name="connsiteY291" fmla="*/ 468746 h 1058137"/>
                <a:gd name="connsiteX292" fmla="*/ 364615 w 1792582"/>
                <a:gd name="connsiteY292" fmla="*/ 468746 h 1058137"/>
                <a:gd name="connsiteX293" fmla="*/ 828506 w 1792582"/>
                <a:gd name="connsiteY293" fmla="*/ 0 h 1058137"/>
                <a:gd name="connsiteX294" fmla="*/ 948855 w 1792582"/>
                <a:gd name="connsiteY294" fmla="*/ 238412 h 1058137"/>
                <a:gd name="connsiteX295" fmla="*/ 828506 w 1792582"/>
                <a:gd name="connsiteY295" fmla="*/ 476823 h 1058137"/>
                <a:gd name="connsiteX296" fmla="*/ 708157 w 1792582"/>
                <a:gd name="connsiteY296" fmla="*/ 238412 h 1058137"/>
                <a:gd name="connsiteX297" fmla="*/ 828506 w 1792582"/>
                <a:gd name="connsiteY297" fmla="*/ 0 h 1058137"/>
                <a:gd name="connsiteX298" fmla="*/ 120349 w 1792582"/>
                <a:gd name="connsiteY298" fmla="*/ 0 h 1058137"/>
                <a:gd name="connsiteX299" fmla="*/ 240698 w 1792582"/>
                <a:gd name="connsiteY299" fmla="*/ 238412 h 1058137"/>
                <a:gd name="connsiteX300" fmla="*/ 120349 w 1792582"/>
                <a:gd name="connsiteY300" fmla="*/ 476823 h 1058137"/>
                <a:gd name="connsiteX301" fmla="*/ 0 w 1792582"/>
                <a:gd name="connsiteY301" fmla="*/ 238412 h 1058137"/>
                <a:gd name="connsiteX302" fmla="*/ 120349 w 1792582"/>
                <a:gd name="connsiteY302" fmla="*/ 0 h 10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Lst>
              <a:rect l="l" t="t" r="r" b="b"/>
              <a:pathLst>
                <a:path w="1792582" h="1058137">
                  <a:moveTo>
                    <a:pt x="1653463" y="914845"/>
                  </a:moveTo>
                  <a:cubicBezTo>
                    <a:pt x="1641327" y="914773"/>
                    <a:pt x="1638885" y="932776"/>
                    <a:pt x="1638885" y="954895"/>
                  </a:cubicBezTo>
                  <a:cubicBezTo>
                    <a:pt x="1638885" y="977014"/>
                    <a:pt x="1639618" y="994906"/>
                    <a:pt x="1653463" y="994945"/>
                  </a:cubicBezTo>
                  <a:cubicBezTo>
                    <a:pt x="1666640" y="994983"/>
                    <a:pt x="1668040" y="977014"/>
                    <a:pt x="1668040" y="954895"/>
                  </a:cubicBezTo>
                  <a:cubicBezTo>
                    <a:pt x="1668040" y="932776"/>
                    <a:pt x="1667526" y="914928"/>
                    <a:pt x="1653463" y="914845"/>
                  </a:cubicBezTo>
                  <a:close/>
                  <a:moveTo>
                    <a:pt x="166428" y="914707"/>
                  </a:moveTo>
                  <a:cubicBezTo>
                    <a:pt x="152365" y="914790"/>
                    <a:pt x="151851" y="932638"/>
                    <a:pt x="151851" y="954758"/>
                  </a:cubicBezTo>
                  <a:cubicBezTo>
                    <a:pt x="151851" y="976877"/>
                    <a:pt x="153251" y="994845"/>
                    <a:pt x="166428" y="994808"/>
                  </a:cubicBezTo>
                  <a:cubicBezTo>
                    <a:pt x="180272" y="994768"/>
                    <a:pt x="181005" y="976877"/>
                    <a:pt x="181005" y="954758"/>
                  </a:cubicBezTo>
                  <a:cubicBezTo>
                    <a:pt x="181005" y="932638"/>
                    <a:pt x="178563" y="914636"/>
                    <a:pt x="166428" y="914707"/>
                  </a:cubicBezTo>
                  <a:close/>
                  <a:moveTo>
                    <a:pt x="1484566" y="912443"/>
                  </a:moveTo>
                  <a:cubicBezTo>
                    <a:pt x="1473541" y="912506"/>
                    <a:pt x="1470482" y="922751"/>
                    <a:pt x="1469642" y="937376"/>
                  </a:cubicBezTo>
                  <a:lnTo>
                    <a:pt x="1469546" y="942259"/>
                  </a:lnTo>
                  <a:lnTo>
                    <a:pt x="1499391" y="942259"/>
                  </a:lnTo>
                  <a:cubicBezTo>
                    <a:pt x="1499329" y="940624"/>
                    <a:pt x="1499268" y="938989"/>
                    <a:pt x="1499206" y="937354"/>
                  </a:cubicBezTo>
                  <a:cubicBezTo>
                    <a:pt x="1497894" y="922692"/>
                    <a:pt x="1494080" y="912388"/>
                    <a:pt x="1484566" y="912443"/>
                  </a:cubicBezTo>
                  <a:close/>
                  <a:moveTo>
                    <a:pt x="1070393" y="912443"/>
                  </a:moveTo>
                  <a:cubicBezTo>
                    <a:pt x="1055693" y="912527"/>
                    <a:pt x="1055156" y="930712"/>
                    <a:pt x="1055156" y="953247"/>
                  </a:cubicBezTo>
                  <a:cubicBezTo>
                    <a:pt x="1055156" y="975784"/>
                    <a:pt x="1056619" y="994091"/>
                    <a:pt x="1070393" y="994053"/>
                  </a:cubicBezTo>
                  <a:cubicBezTo>
                    <a:pt x="1084865" y="994013"/>
                    <a:pt x="1085631" y="975784"/>
                    <a:pt x="1085631" y="953247"/>
                  </a:cubicBezTo>
                  <a:cubicBezTo>
                    <a:pt x="1085631" y="930712"/>
                    <a:pt x="1083078" y="912369"/>
                    <a:pt x="1070393" y="912443"/>
                  </a:cubicBezTo>
                  <a:close/>
                  <a:moveTo>
                    <a:pt x="915496" y="912443"/>
                  </a:moveTo>
                  <a:cubicBezTo>
                    <a:pt x="904471" y="912506"/>
                    <a:pt x="901413" y="922751"/>
                    <a:pt x="900573" y="937376"/>
                  </a:cubicBezTo>
                  <a:lnTo>
                    <a:pt x="900476" y="942259"/>
                  </a:lnTo>
                  <a:lnTo>
                    <a:pt x="930321" y="942259"/>
                  </a:lnTo>
                  <a:cubicBezTo>
                    <a:pt x="930260" y="940624"/>
                    <a:pt x="930198" y="938989"/>
                    <a:pt x="930137" y="937354"/>
                  </a:cubicBezTo>
                  <a:cubicBezTo>
                    <a:pt x="928824" y="922692"/>
                    <a:pt x="925010" y="912388"/>
                    <a:pt x="915496" y="912443"/>
                  </a:cubicBezTo>
                  <a:close/>
                  <a:moveTo>
                    <a:pt x="637849" y="912443"/>
                  </a:moveTo>
                  <a:cubicBezTo>
                    <a:pt x="623149" y="912527"/>
                    <a:pt x="622612" y="930712"/>
                    <a:pt x="622612" y="953247"/>
                  </a:cubicBezTo>
                  <a:cubicBezTo>
                    <a:pt x="622612" y="975784"/>
                    <a:pt x="624075" y="994091"/>
                    <a:pt x="637849" y="994053"/>
                  </a:cubicBezTo>
                  <a:cubicBezTo>
                    <a:pt x="652320" y="994013"/>
                    <a:pt x="653087" y="975784"/>
                    <a:pt x="653087" y="953247"/>
                  </a:cubicBezTo>
                  <a:cubicBezTo>
                    <a:pt x="653087" y="930712"/>
                    <a:pt x="650534" y="912369"/>
                    <a:pt x="637849" y="912443"/>
                  </a:cubicBezTo>
                  <a:close/>
                  <a:moveTo>
                    <a:pt x="263432" y="912443"/>
                  </a:moveTo>
                  <a:cubicBezTo>
                    <a:pt x="252407" y="912506"/>
                    <a:pt x="249348" y="922751"/>
                    <a:pt x="248508" y="937376"/>
                  </a:cubicBezTo>
                  <a:lnTo>
                    <a:pt x="248412" y="942259"/>
                  </a:lnTo>
                  <a:lnTo>
                    <a:pt x="278257" y="942259"/>
                  </a:lnTo>
                  <a:cubicBezTo>
                    <a:pt x="278195" y="940624"/>
                    <a:pt x="278134" y="938989"/>
                    <a:pt x="278072" y="937354"/>
                  </a:cubicBezTo>
                  <a:cubicBezTo>
                    <a:pt x="276760" y="922692"/>
                    <a:pt x="272946" y="912388"/>
                    <a:pt x="263432" y="912443"/>
                  </a:cubicBezTo>
                  <a:close/>
                  <a:moveTo>
                    <a:pt x="1714910" y="896590"/>
                  </a:moveTo>
                  <a:lnTo>
                    <a:pt x="1734882" y="896590"/>
                  </a:lnTo>
                  <a:lnTo>
                    <a:pt x="1753333" y="971008"/>
                  </a:lnTo>
                  <a:lnTo>
                    <a:pt x="1772205" y="896590"/>
                  </a:lnTo>
                  <a:lnTo>
                    <a:pt x="1792177" y="896590"/>
                  </a:lnTo>
                  <a:lnTo>
                    <a:pt x="1746000" y="1058137"/>
                  </a:lnTo>
                  <a:lnTo>
                    <a:pt x="1726028" y="1058137"/>
                  </a:lnTo>
                  <a:lnTo>
                    <a:pt x="1742258" y="998644"/>
                  </a:lnTo>
                  <a:close/>
                  <a:moveTo>
                    <a:pt x="1350499" y="896590"/>
                  </a:moveTo>
                  <a:lnTo>
                    <a:pt x="1370471" y="896590"/>
                  </a:lnTo>
                  <a:lnTo>
                    <a:pt x="1370471" y="912636"/>
                  </a:lnTo>
                  <a:cubicBezTo>
                    <a:pt x="1375276" y="905653"/>
                    <a:pt x="1376083" y="897276"/>
                    <a:pt x="1392815" y="896973"/>
                  </a:cubicBezTo>
                  <a:cubicBezTo>
                    <a:pt x="1414114" y="896587"/>
                    <a:pt x="1416732" y="911563"/>
                    <a:pt x="1417110" y="931246"/>
                  </a:cubicBezTo>
                  <a:lnTo>
                    <a:pt x="1417582" y="1009192"/>
                  </a:lnTo>
                  <a:lnTo>
                    <a:pt x="1397610" y="1009192"/>
                  </a:lnTo>
                  <a:cubicBezTo>
                    <a:pt x="1397705" y="984917"/>
                    <a:pt x="1397799" y="960642"/>
                    <a:pt x="1397893" y="936367"/>
                  </a:cubicBezTo>
                  <a:cubicBezTo>
                    <a:pt x="1397830" y="923883"/>
                    <a:pt x="1394269" y="913787"/>
                    <a:pt x="1385541" y="914392"/>
                  </a:cubicBezTo>
                  <a:cubicBezTo>
                    <a:pt x="1372667" y="915283"/>
                    <a:pt x="1371415" y="924422"/>
                    <a:pt x="1370504" y="934362"/>
                  </a:cubicBezTo>
                  <a:lnTo>
                    <a:pt x="1370390" y="937613"/>
                  </a:lnTo>
                  <a:lnTo>
                    <a:pt x="1370170" y="937613"/>
                  </a:lnTo>
                  <a:lnTo>
                    <a:pt x="1370170" y="996661"/>
                  </a:lnTo>
                  <a:lnTo>
                    <a:pt x="1370471" y="996661"/>
                  </a:lnTo>
                  <a:lnTo>
                    <a:pt x="1370471" y="1009192"/>
                  </a:lnTo>
                  <a:lnTo>
                    <a:pt x="1350499" y="1009192"/>
                  </a:lnTo>
                  <a:close/>
                  <a:moveTo>
                    <a:pt x="703301" y="896590"/>
                  </a:moveTo>
                  <a:lnTo>
                    <a:pt x="723273" y="896590"/>
                  </a:lnTo>
                  <a:lnTo>
                    <a:pt x="723273" y="935890"/>
                  </a:lnTo>
                  <a:lnTo>
                    <a:pt x="723669" y="935767"/>
                  </a:lnTo>
                  <a:lnTo>
                    <a:pt x="723669" y="977978"/>
                  </a:lnTo>
                  <a:lnTo>
                    <a:pt x="723993" y="977978"/>
                  </a:lnTo>
                  <a:lnTo>
                    <a:pt x="724972" y="985894"/>
                  </a:lnTo>
                  <a:cubicBezTo>
                    <a:pt x="726442" y="991412"/>
                    <a:pt x="729555" y="994822"/>
                    <a:pt x="736125" y="994808"/>
                  </a:cubicBezTo>
                  <a:cubicBezTo>
                    <a:pt x="742696" y="994793"/>
                    <a:pt x="745808" y="991383"/>
                    <a:pt x="747278" y="985873"/>
                  </a:cubicBezTo>
                  <a:lnTo>
                    <a:pt x="748257" y="977978"/>
                  </a:lnTo>
                  <a:lnTo>
                    <a:pt x="748582" y="977978"/>
                  </a:lnTo>
                  <a:lnTo>
                    <a:pt x="748582" y="917038"/>
                  </a:lnTo>
                  <a:lnTo>
                    <a:pt x="748575" y="917038"/>
                  </a:lnTo>
                  <a:lnTo>
                    <a:pt x="748575" y="896590"/>
                  </a:lnTo>
                  <a:lnTo>
                    <a:pt x="768547" y="896590"/>
                  </a:lnTo>
                  <a:lnTo>
                    <a:pt x="768547" y="975013"/>
                  </a:lnTo>
                  <a:lnTo>
                    <a:pt x="768547" y="975015"/>
                  </a:lnTo>
                  <a:lnTo>
                    <a:pt x="768547" y="975018"/>
                  </a:lnTo>
                  <a:lnTo>
                    <a:pt x="768547" y="976933"/>
                  </a:lnTo>
                  <a:lnTo>
                    <a:pt x="768420" y="976933"/>
                  </a:lnTo>
                  <a:lnTo>
                    <a:pt x="767494" y="990893"/>
                  </a:lnTo>
                  <a:cubicBezTo>
                    <a:pt x="765060" y="1005529"/>
                    <a:pt x="757504" y="1015790"/>
                    <a:pt x="735985" y="1015821"/>
                  </a:cubicBezTo>
                  <a:cubicBezTo>
                    <a:pt x="714467" y="1015852"/>
                    <a:pt x="706910" y="1005560"/>
                    <a:pt x="704476" y="990904"/>
                  </a:cubicBezTo>
                  <a:lnTo>
                    <a:pt x="703550" y="976933"/>
                  </a:lnTo>
                  <a:lnTo>
                    <a:pt x="703301" y="976933"/>
                  </a:lnTo>
                  <a:close/>
                  <a:moveTo>
                    <a:pt x="326701" y="896590"/>
                  </a:moveTo>
                  <a:lnTo>
                    <a:pt x="346672" y="896590"/>
                  </a:lnTo>
                  <a:lnTo>
                    <a:pt x="346672" y="912636"/>
                  </a:lnTo>
                  <a:cubicBezTo>
                    <a:pt x="351478" y="905653"/>
                    <a:pt x="352284" y="897276"/>
                    <a:pt x="369017" y="896973"/>
                  </a:cubicBezTo>
                  <a:cubicBezTo>
                    <a:pt x="390316" y="896587"/>
                    <a:pt x="392934" y="911563"/>
                    <a:pt x="393311" y="931246"/>
                  </a:cubicBezTo>
                  <a:lnTo>
                    <a:pt x="393784" y="1009192"/>
                  </a:lnTo>
                  <a:lnTo>
                    <a:pt x="373812" y="1009192"/>
                  </a:lnTo>
                  <a:cubicBezTo>
                    <a:pt x="373906" y="984917"/>
                    <a:pt x="374000" y="960642"/>
                    <a:pt x="374095" y="936367"/>
                  </a:cubicBezTo>
                  <a:cubicBezTo>
                    <a:pt x="374032" y="923883"/>
                    <a:pt x="370471" y="913787"/>
                    <a:pt x="361743" y="914392"/>
                  </a:cubicBezTo>
                  <a:cubicBezTo>
                    <a:pt x="348869" y="915283"/>
                    <a:pt x="347617" y="924422"/>
                    <a:pt x="346705" y="934362"/>
                  </a:cubicBezTo>
                  <a:lnTo>
                    <a:pt x="346592" y="937613"/>
                  </a:lnTo>
                  <a:lnTo>
                    <a:pt x="346372" y="937613"/>
                  </a:lnTo>
                  <a:lnTo>
                    <a:pt x="346372" y="996661"/>
                  </a:lnTo>
                  <a:lnTo>
                    <a:pt x="346672" y="996661"/>
                  </a:lnTo>
                  <a:lnTo>
                    <a:pt x="346672" y="1009192"/>
                  </a:lnTo>
                  <a:lnTo>
                    <a:pt x="326701" y="1009192"/>
                  </a:lnTo>
                  <a:close/>
                  <a:moveTo>
                    <a:pt x="1645649" y="896386"/>
                  </a:moveTo>
                  <a:cubicBezTo>
                    <a:pt x="1655363" y="896407"/>
                    <a:pt x="1661755" y="900106"/>
                    <a:pt x="1665951" y="906430"/>
                  </a:cubicBezTo>
                  <a:lnTo>
                    <a:pt x="1667038" y="908651"/>
                  </a:lnTo>
                  <a:lnTo>
                    <a:pt x="1667038" y="896728"/>
                  </a:lnTo>
                  <a:lnTo>
                    <a:pt x="1687010" y="896728"/>
                  </a:lnTo>
                  <a:lnTo>
                    <a:pt x="1687010" y="1006787"/>
                  </a:lnTo>
                  <a:cubicBezTo>
                    <a:pt x="1687010" y="1006789"/>
                    <a:pt x="1687010" y="1006789"/>
                    <a:pt x="1687010" y="1006791"/>
                  </a:cubicBezTo>
                  <a:lnTo>
                    <a:pt x="1686300" y="1021179"/>
                  </a:lnTo>
                  <a:cubicBezTo>
                    <a:pt x="1685960" y="1043003"/>
                    <a:pt x="1675608" y="1057051"/>
                    <a:pt x="1652581" y="1057001"/>
                  </a:cubicBezTo>
                  <a:cubicBezTo>
                    <a:pt x="1632195" y="1056956"/>
                    <a:pt x="1621466" y="1042204"/>
                    <a:pt x="1618862" y="1021162"/>
                  </a:cubicBezTo>
                  <a:cubicBezTo>
                    <a:pt x="1618847" y="1020849"/>
                    <a:pt x="1618831" y="1020535"/>
                    <a:pt x="1618816" y="1020222"/>
                  </a:cubicBezTo>
                  <a:lnTo>
                    <a:pt x="1638139" y="1020222"/>
                  </a:lnTo>
                  <a:lnTo>
                    <a:pt x="1638891" y="1025506"/>
                  </a:lnTo>
                  <a:cubicBezTo>
                    <a:pt x="1640137" y="1035905"/>
                    <a:pt x="1644324" y="1039346"/>
                    <a:pt x="1651560" y="1039738"/>
                  </a:cubicBezTo>
                  <a:cubicBezTo>
                    <a:pt x="1665644" y="1040501"/>
                    <a:pt x="1666806" y="1030608"/>
                    <a:pt x="1666731" y="1012557"/>
                  </a:cubicBezTo>
                  <a:lnTo>
                    <a:pt x="1666892" y="1006787"/>
                  </a:lnTo>
                  <a:lnTo>
                    <a:pt x="1667038" y="1006787"/>
                  </a:lnTo>
                  <a:lnTo>
                    <a:pt x="1667038" y="1000603"/>
                  </a:lnTo>
                  <a:lnTo>
                    <a:pt x="1665481" y="1003725"/>
                  </a:lnTo>
                  <a:cubicBezTo>
                    <a:pt x="1661254" y="1010052"/>
                    <a:pt x="1654962" y="1013740"/>
                    <a:pt x="1645649" y="1013718"/>
                  </a:cubicBezTo>
                  <a:cubicBezTo>
                    <a:pt x="1620813" y="1013659"/>
                    <a:pt x="1617463" y="987452"/>
                    <a:pt x="1617463" y="955052"/>
                  </a:cubicBezTo>
                  <a:cubicBezTo>
                    <a:pt x="1617463" y="922652"/>
                    <a:pt x="1622033" y="896335"/>
                    <a:pt x="1645649" y="896386"/>
                  </a:cubicBezTo>
                  <a:close/>
                  <a:moveTo>
                    <a:pt x="1483922" y="896249"/>
                  </a:moveTo>
                  <a:cubicBezTo>
                    <a:pt x="1505820" y="896210"/>
                    <a:pt x="1514472" y="911004"/>
                    <a:pt x="1517429" y="932072"/>
                  </a:cubicBezTo>
                  <a:cubicBezTo>
                    <a:pt x="1518765" y="939997"/>
                    <a:pt x="1518214" y="949432"/>
                    <a:pt x="1518040" y="959244"/>
                  </a:cubicBezTo>
                  <a:lnTo>
                    <a:pt x="1469496" y="959244"/>
                  </a:lnTo>
                  <a:lnTo>
                    <a:pt x="1469772" y="969136"/>
                  </a:lnTo>
                  <a:cubicBezTo>
                    <a:pt x="1470830" y="983791"/>
                    <a:pt x="1474235" y="994082"/>
                    <a:pt x="1484566" y="994053"/>
                  </a:cubicBezTo>
                  <a:cubicBezTo>
                    <a:pt x="1491802" y="994033"/>
                    <a:pt x="1495611" y="989466"/>
                    <a:pt x="1497612" y="982086"/>
                  </a:cubicBezTo>
                  <a:lnTo>
                    <a:pt x="1498822" y="973587"/>
                  </a:lnTo>
                  <a:lnTo>
                    <a:pt x="1517846" y="973587"/>
                  </a:lnTo>
                  <a:cubicBezTo>
                    <a:pt x="1517778" y="974972"/>
                    <a:pt x="1517709" y="976357"/>
                    <a:pt x="1517641" y="977742"/>
                  </a:cubicBezTo>
                  <a:cubicBezTo>
                    <a:pt x="1515037" y="998784"/>
                    <a:pt x="1506950" y="1013536"/>
                    <a:pt x="1483922" y="1013580"/>
                  </a:cubicBezTo>
                  <a:cubicBezTo>
                    <a:pt x="1453219" y="1013640"/>
                    <a:pt x="1449076" y="987315"/>
                    <a:pt x="1449076" y="954914"/>
                  </a:cubicBezTo>
                  <a:cubicBezTo>
                    <a:pt x="1449076" y="922514"/>
                    <a:pt x="1451898" y="896304"/>
                    <a:pt x="1483922" y="896249"/>
                  </a:cubicBezTo>
                  <a:close/>
                  <a:moveTo>
                    <a:pt x="1070504" y="896249"/>
                  </a:moveTo>
                  <a:cubicBezTo>
                    <a:pt x="1099701" y="896198"/>
                    <a:pt x="1105350" y="922514"/>
                    <a:pt x="1105350" y="954914"/>
                  </a:cubicBezTo>
                  <a:cubicBezTo>
                    <a:pt x="1105350" y="987315"/>
                    <a:pt x="1101208" y="1013521"/>
                    <a:pt x="1070504" y="1013580"/>
                  </a:cubicBezTo>
                  <a:cubicBezTo>
                    <a:pt x="1039801" y="1013640"/>
                    <a:pt x="1035658" y="987315"/>
                    <a:pt x="1035658" y="954914"/>
                  </a:cubicBezTo>
                  <a:cubicBezTo>
                    <a:pt x="1035658" y="922514"/>
                    <a:pt x="1038480" y="896304"/>
                    <a:pt x="1070504" y="896249"/>
                  </a:cubicBezTo>
                  <a:close/>
                  <a:moveTo>
                    <a:pt x="914852" y="896249"/>
                  </a:moveTo>
                  <a:cubicBezTo>
                    <a:pt x="936750" y="896210"/>
                    <a:pt x="945402" y="911004"/>
                    <a:pt x="948359" y="932072"/>
                  </a:cubicBezTo>
                  <a:cubicBezTo>
                    <a:pt x="949695" y="939997"/>
                    <a:pt x="949144" y="949432"/>
                    <a:pt x="948970" y="959244"/>
                  </a:cubicBezTo>
                  <a:lnTo>
                    <a:pt x="900426" y="959244"/>
                  </a:lnTo>
                  <a:lnTo>
                    <a:pt x="900703" y="969136"/>
                  </a:lnTo>
                  <a:cubicBezTo>
                    <a:pt x="901760" y="983791"/>
                    <a:pt x="905166" y="994082"/>
                    <a:pt x="915496" y="994053"/>
                  </a:cubicBezTo>
                  <a:cubicBezTo>
                    <a:pt x="922732" y="994033"/>
                    <a:pt x="926541" y="989466"/>
                    <a:pt x="928542" y="982086"/>
                  </a:cubicBezTo>
                  <a:lnTo>
                    <a:pt x="929752" y="973587"/>
                  </a:lnTo>
                  <a:lnTo>
                    <a:pt x="948777" y="973587"/>
                  </a:lnTo>
                  <a:cubicBezTo>
                    <a:pt x="948708" y="974972"/>
                    <a:pt x="948640" y="976357"/>
                    <a:pt x="948571" y="977742"/>
                  </a:cubicBezTo>
                  <a:cubicBezTo>
                    <a:pt x="945967" y="998784"/>
                    <a:pt x="937881" y="1013536"/>
                    <a:pt x="914852" y="1013580"/>
                  </a:cubicBezTo>
                  <a:cubicBezTo>
                    <a:pt x="884149" y="1013640"/>
                    <a:pt x="880006" y="987315"/>
                    <a:pt x="880006" y="954914"/>
                  </a:cubicBezTo>
                  <a:cubicBezTo>
                    <a:pt x="880006" y="922514"/>
                    <a:pt x="882828" y="896304"/>
                    <a:pt x="914852" y="896249"/>
                  </a:cubicBezTo>
                  <a:close/>
                  <a:moveTo>
                    <a:pt x="637960" y="896249"/>
                  </a:moveTo>
                  <a:cubicBezTo>
                    <a:pt x="667156" y="896198"/>
                    <a:pt x="672806" y="922514"/>
                    <a:pt x="672806" y="954914"/>
                  </a:cubicBezTo>
                  <a:cubicBezTo>
                    <a:pt x="672806" y="987315"/>
                    <a:pt x="668664" y="1013521"/>
                    <a:pt x="637960" y="1013580"/>
                  </a:cubicBezTo>
                  <a:cubicBezTo>
                    <a:pt x="607257" y="1013640"/>
                    <a:pt x="603114" y="987315"/>
                    <a:pt x="603114" y="954914"/>
                  </a:cubicBezTo>
                  <a:cubicBezTo>
                    <a:pt x="603114" y="922514"/>
                    <a:pt x="605936" y="896304"/>
                    <a:pt x="637960" y="896249"/>
                  </a:cubicBezTo>
                  <a:close/>
                  <a:moveTo>
                    <a:pt x="262788" y="896249"/>
                  </a:moveTo>
                  <a:cubicBezTo>
                    <a:pt x="284685" y="896210"/>
                    <a:pt x="293337" y="911004"/>
                    <a:pt x="296295" y="932072"/>
                  </a:cubicBezTo>
                  <a:cubicBezTo>
                    <a:pt x="297631" y="939997"/>
                    <a:pt x="297080" y="949432"/>
                    <a:pt x="296906" y="959244"/>
                  </a:cubicBezTo>
                  <a:lnTo>
                    <a:pt x="248362" y="959244"/>
                  </a:lnTo>
                  <a:lnTo>
                    <a:pt x="248638" y="969136"/>
                  </a:lnTo>
                  <a:cubicBezTo>
                    <a:pt x="249695" y="983791"/>
                    <a:pt x="253101" y="994082"/>
                    <a:pt x="263432" y="994053"/>
                  </a:cubicBezTo>
                  <a:cubicBezTo>
                    <a:pt x="270668" y="994033"/>
                    <a:pt x="274477" y="989466"/>
                    <a:pt x="276478" y="982086"/>
                  </a:cubicBezTo>
                  <a:lnTo>
                    <a:pt x="277688" y="973587"/>
                  </a:lnTo>
                  <a:lnTo>
                    <a:pt x="296712" y="973587"/>
                  </a:lnTo>
                  <a:cubicBezTo>
                    <a:pt x="296644" y="974972"/>
                    <a:pt x="296575" y="976357"/>
                    <a:pt x="296507" y="977742"/>
                  </a:cubicBezTo>
                  <a:cubicBezTo>
                    <a:pt x="293903" y="998784"/>
                    <a:pt x="285816" y="1013536"/>
                    <a:pt x="262788" y="1013580"/>
                  </a:cubicBezTo>
                  <a:cubicBezTo>
                    <a:pt x="232085" y="1013640"/>
                    <a:pt x="227942" y="987315"/>
                    <a:pt x="227942" y="954914"/>
                  </a:cubicBezTo>
                  <a:cubicBezTo>
                    <a:pt x="227942" y="922514"/>
                    <a:pt x="230764" y="896304"/>
                    <a:pt x="262788" y="896249"/>
                  </a:cubicBezTo>
                  <a:close/>
                  <a:moveTo>
                    <a:pt x="174241" y="896248"/>
                  </a:moveTo>
                  <a:cubicBezTo>
                    <a:pt x="197857" y="896197"/>
                    <a:pt x="202427" y="922514"/>
                    <a:pt x="202427" y="954914"/>
                  </a:cubicBezTo>
                  <a:cubicBezTo>
                    <a:pt x="202427" y="987315"/>
                    <a:pt x="199077" y="1013521"/>
                    <a:pt x="174241" y="1013580"/>
                  </a:cubicBezTo>
                  <a:cubicBezTo>
                    <a:pt x="168032" y="1013595"/>
                    <a:pt x="163166" y="1011961"/>
                    <a:pt x="159360" y="1008995"/>
                  </a:cubicBezTo>
                  <a:lnTo>
                    <a:pt x="152852" y="999395"/>
                  </a:lnTo>
                  <a:lnTo>
                    <a:pt x="152852" y="1056246"/>
                  </a:lnTo>
                  <a:lnTo>
                    <a:pt x="132881" y="1056246"/>
                  </a:lnTo>
                  <a:lnTo>
                    <a:pt x="132881" y="896590"/>
                  </a:lnTo>
                  <a:lnTo>
                    <a:pt x="152852" y="896590"/>
                  </a:lnTo>
                  <a:lnTo>
                    <a:pt x="152852" y="909865"/>
                  </a:lnTo>
                  <a:lnTo>
                    <a:pt x="158909" y="900882"/>
                  </a:lnTo>
                  <a:cubicBezTo>
                    <a:pt x="162766" y="897911"/>
                    <a:pt x="167765" y="896262"/>
                    <a:pt x="174241" y="896248"/>
                  </a:cubicBezTo>
                  <a:close/>
                  <a:moveTo>
                    <a:pt x="1592774" y="892438"/>
                  </a:moveTo>
                  <a:lnTo>
                    <a:pt x="1592774" y="914707"/>
                  </a:lnTo>
                  <a:cubicBezTo>
                    <a:pt x="1583514" y="909612"/>
                    <a:pt x="1577013" y="914282"/>
                    <a:pt x="1572318" y="924898"/>
                  </a:cubicBezTo>
                  <a:lnTo>
                    <a:pt x="1570506" y="930363"/>
                  </a:lnTo>
                  <a:lnTo>
                    <a:pt x="1570506" y="1009192"/>
                  </a:lnTo>
                  <a:lnTo>
                    <a:pt x="1550534" y="1009192"/>
                  </a:lnTo>
                  <a:lnTo>
                    <a:pt x="1550534" y="896590"/>
                  </a:lnTo>
                  <a:lnTo>
                    <a:pt x="1570506" y="896590"/>
                  </a:lnTo>
                  <a:lnTo>
                    <a:pt x="1570506" y="906833"/>
                  </a:lnTo>
                  <a:lnTo>
                    <a:pt x="1571627" y="905336"/>
                  </a:lnTo>
                  <a:cubicBezTo>
                    <a:pt x="1576659" y="898171"/>
                    <a:pt x="1581532" y="891589"/>
                    <a:pt x="1592774" y="892438"/>
                  </a:cubicBezTo>
                  <a:close/>
                  <a:moveTo>
                    <a:pt x="824066" y="891683"/>
                  </a:moveTo>
                  <a:cubicBezTo>
                    <a:pt x="833896" y="891238"/>
                    <a:pt x="841608" y="894228"/>
                    <a:pt x="846335" y="897345"/>
                  </a:cubicBezTo>
                  <a:lnTo>
                    <a:pt x="846335" y="916217"/>
                  </a:lnTo>
                  <a:cubicBezTo>
                    <a:pt x="831615" y="909171"/>
                    <a:pt x="816237" y="908789"/>
                    <a:pt x="815762" y="924520"/>
                  </a:cubicBezTo>
                  <a:cubicBezTo>
                    <a:pt x="816014" y="936598"/>
                    <a:pt x="828690" y="944111"/>
                    <a:pt x="832661" y="947285"/>
                  </a:cubicBezTo>
                  <a:cubicBezTo>
                    <a:pt x="836633" y="950459"/>
                    <a:pt x="854413" y="963697"/>
                    <a:pt x="854638" y="979626"/>
                  </a:cubicBezTo>
                  <a:cubicBezTo>
                    <a:pt x="854854" y="994907"/>
                    <a:pt x="843083" y="1013464"/>
                    <a:pt x="824444" y="1013595"/>
                  </a:cubicBezTo>
                  <a:cubicBezTo>
                    <a:pt x="818138" y="1013640"/>
                    <a:pt x="808465" y="1010953"/>
                    <a:pt x="802175" y="1007934"/>
                  </a:cubicBezTo>
                  <a:lnTo>
                    <a:pt x="802175" y="987929"/>
                  </a:lnTo>
                  <a:cubicBezTo>
                    <a:pt x="808151" y="992144"/>
                    <a:pt x="816277" y="994890"/>
                    <a:pt x="822179" y="994723"/>
                  </a:cubicBezTo>
                  <a:cubicBezTo>
                    <a:pt x="831112" y="994472"/>
                    <a:pt x="837501" y="985881"/>
                    <a:pt x="836521" y="979248"/>
                  </a:cubicBezTo>
                  <a:cubicBezTo>
                    <a:pt x="835542" y="972616"/>
                    <a:pt x="823602" y="961846"/>
                    <a:pt x="816301" y="954931"/>
                  </a:cubicBezTo>
                  <a:cubicBezTo>
                    <a:pt x="809000" y="948016"/>
                    <a:pt x="797597" y="936255"/>
                    <a:pt x="796988" y="925652"/>
                  </a:cubicBezTo>
                  <a:cubicBezTo>
                    <a:pt x="795789" y="904786"/>
                    <a:pt x="811690" y="892244"/>
                    <a:pt x="824066" y="891683"/>
                  </a:cubicBezTo>
                  <a:close/>
                  <a:moveTo>
                    <a:pt x="56436" y="860524"/>
                  </a:moveTo>
                  <a:cubicBezTo>
                    <a:pt x="36465" y="860661"/>
                    <a:pt x="35735" y="890126"/>
                    <a:pt x="35735" y="926643"/>
                  </a:cubicBezTo>
                  <a:cubicBezTo>
                    <a:pt x="35735" y="963159"/>
                    <a:pt x="37723" y="992824"/>
                    <a:pt x="56436" y="992761"/>
                  </a:cubicBezTo>
                  <a:cubicBezTo>
                    <a:pt x="76095" y="992696"/>
                    <a:pt x="77136" y="963159"/>
                    <a:pt x="77136" y="926643"/>
                  </a:cubicBezTo>
                  <a:cubicBezTo>
                    <a:pt x="77136" y="890126"/>
                    <a:pt x="73668" y="860406"/>
                    <a:pt x="56436" y="860524"/>
                  </a:cubicBezTo>
                  <a:close/>
                  <a:moveTo>
                    <a:pt x="56672" y="839708"/>
                  </a:moveTo>
                  <a:cubicBezTo>
                    <a:pt x="93442" y="839632"/>
                    <a:pt x="100557" y="878630"/>
                    <a:pt x="100557" y="926644"/>
                  </a:cubicBezTo>
                  <a:cubicBezTo>
                    <a:pt x="100557" y="974658"/>
                    <a:pt x="95341" y="1013492"/>
                    <a:pt x="56672" y="1013580"/>
                  </a:cubicBezTo>
                  <a:cubicBezTo>
                    <a:pt x="18004" y="1013668"/>
                    <a:pt x="12787" y="974658"/>
                    <a:pt x="12787" y="926644"/>
                  </a:cubicBezTo>
                  <a:cubicBezTo>
                    <a:pt x="12787" y="878630"/>
                    <a:pt x="16341" y="839790"/>
                    <a:pt x="56672" y="839708"/>
                  </a:cubicBezTo>
                  <a:close/>
                  <a:moveTo>
                    <a:pt x="1261002" y="839707"/>
                  </a:moveTo>
                  <a:lnTo>
                    <a:pt x="1267808" y="839707"/>
                  </a:lnTo>
                  <a:lnTo>
                    <a:pt x="1282685" y="839707"/>
                  </a:lnTo>
                  <a:lnTo>
                    <a:pt x="1322930" y="839707"/>
                  </a:lnTo>
                  <a:lnTo>
                    <a:pt x="1322930" y="858017"/>
                  </a:lnTo>
                  <a:lnTo>
                    <a:pt x="1282685" y="858017"/>
                  </a:lnTo>
                  <a:lnTo>
                    <a:pt x="1282685" y="914391"/>
                  </a:lnTo>
                  <a:lnTo>
                    <a:pt x="1318112" y="914391"/>
                  </a:lnTo>
                  <a:lnTo>
                    <a:pt x="1318112" y="932701"/>
                  </a:lnTo>
                  <a:lnTo>
                    <a:pt x="1282685" y="932701"/>
                  </a:lnTo>
                  <a:lnTo>
                    <a:pt x="1282685" y="992581"/>
                  </a:lnTo>
                  <a:lnTo>
                    <a:pt x="1322930" y="992581"/>
                  </a:lnTo>
                  <a:lnTo>
                    <a:pt x="1322930" y="1010891"/>
                  </a:lnTo>
                  <a:lnTo>
                    <a:pt x="1282685" y="1010891"/>
                  </a:lnTo>
                  <a:lnTo>
                    <a:pt x="1267808" y="1010891"/>
                  </a:lnTo>
                  <a:lnTo>
                    <a:pt x="1261002" y="1010891"/>
                  </a:lnTo>
                  <a:close/>
                  <a:moveTo>
                    <a:pt x="489126" y="838658"/>
                  </a:moveTo>
                  <a:lnTo>
                    <a:pt x="510809" y="838658"/>
                  </a:lnTo>
                  <a:lnTo>
                    <a:pt x="510809" y="905619"/>
                  </a:lnTo>
                  <a:lnTo>
                    <a:pt x="546246" y="905619"/>
                  </a:lnTo>
                  <a:lnTo>
                    <a:pt x="546246" y="838658"/>
                  </a:lnTo>
                  <a:lnTo>
                    <a:pt x="567930" y="838658"/>
                  </a:lnTo>
                  <a:lnTo>
                    <a:pt x="567930" y="1009192"/>
                  </a:lnTo>
                  <a:lnTo>
                    <a:pt x="546246" y="1009192"/>
                  </a:lnTo>
                  <a:lnTo>
                    <a:pt x="546246" y="923859"/>
                  </a:lnTo>
                  <a:lnTo>
                    <a:pt x="510809" y="923859"/>
                  </a:lnTo>
                  <a:lnTo>
                    <a:pt x="510809" y="1009192"/>
                  </a:lnTo>
                  <a:lnTo>
                    <a:pt x="489126" y="1009192"/>
                  </a:lnTo>
                  <a:close/>
                  <a:moveTo>
                    <a:pt x="1162901" y="821998"/>
                  </a:moveTo>
                  <a:cubicBezTo>
                    <a:pt x="1167454" y="821842"/>
                    <a:pt x="1172459" y="822375"/>
                    <a:pt x="1177725" y="823498"/>
                  </a:cubicBezTo>
                  <a:lnTo>
                    <a:pt x="1177725" y="843469"/>
                  </a:lnTo>
                  <a:cubicBezTo>
                    <a:pt x="1162565" y="837968"/>
                    <a:pt x="1159105" y="844922"/>
                    <a:pt x="1159420" y="854141"/>
                  </a:cubicBezTo>
                  <a:lnTo>
                    <a:pt x="1159420" y="895458"/>
                  </a:lnTo>
                  <a:lnTo>
                    <a:pt x="1177725" y="895458"/>
                  </a:lnTo>
                  <a:lnTo>
                    <a:pt x="1177725" y="912236"/>
                  </a:lnTo>
                  <a:lnTo>
                    <a:pt x="1159420" y="912236"/>
                  </a:lnTo>
                  <a:lnTo>
                    <a:pt x="1159420" y="1009192"/>
                  </a:lnTo>
                  <a:lnTo>
                    <a:pt x="1139449" y="1009192"/>
                  </a:lnTo>
                  <a:lnTo>
                    <a:pt x="1139449" y="912236"/>
                  </a:lnTo>
                  <a:lnTo>
                    <a:pt x="1127527" y="912236"/>
                  </a:lnTo>
                  <a:lnTo>
                    <a:pt x="1127527" y="895458"/>
                  </a:lnTo>
                  <a:lnTo>
                    <a:pt x="1139449" y="895458"/>
                  </a:lnTo>
                  <a:lnTo>
                    <a:pt x="1139449" y="844747"/>
                  </a:lnTo>
                  <a:cubicBezTo>
                    <a:pt x="1139676" y="829150"/>
                    <a:pt x="1149246" y="822469"/>
                    <a:pt x="1162901" y="821998"/>
                  </a:cubicBezTo>
                  <a:close/>
                  <a:moveTo>
                    <a:pt x="0" y="698203"/>
                  </a:moveTo>
                  <a:lnTo>
                    <a:pt x="1792582" y="698203"/>
                  </a:lnTo>
                  <a:lnTo>
                    <a:pt x="1792582" y="703247"/>
                  </a:lnTo>
                  <a:lnTo>
                    <a:pt x="1792582" y="757745"/>
                  </a:lnTo>
                  <a:lnTo>
                    <a:pt x="1792582" y="777019"/>
                  </a:lnTo>
                  <a:lnTo>
                    <a:pt x="0" y="777019"/>
                  </a:lnTo>
                  <a:close/>
                  <a:moveTo>
                    <a:pt x="827858" y="57086"/>
                  </a:moveTo>
                  <a:cubicBezTo>
                    <a:pt x="773091" y="57462"/>
                    <a:pt x="771089" y="138267"/>
                    <a:pt x="771089" y="238408"/>
                  </a:cubicBezTo>
                  <a:cubicBezTo>
                    <a:pt x="771089" y="338549"/>
                    <a:pt x="776541" y="419900"/>
                    <a:pt x="827858" y="419730"/>
                  </a:cubicBezTo>
                  <a:cubicBezTo>
                    <a:pt x="881771" y="419551"/>
                    <a:pt x="884626" y="338549"/>
                    <a:pt x="884626" y="238408"/>
                  </a:cubicBezTo>
                  <a:cubicBezTo>
                    <a:pt x="884626" y="138267"/>
                    <a:pt x="875116" y="56762"/>
                    <a:pt x="827858" y="57086"/>
                  </a:cubicBezTo>
                  <a:close/>
                  <a:moveTo>
                    <a:pt x="119700" y="57086"/>
                  </a:moveTo>
                  <a:cubicBezTo>
                    <a:pt x="64933" y="57462"/>
                    <a:pt x="62931" y="138267"/>
                    <a:pt x="62931" y="238408"/>
                  </a:cubicBezTo>
                  <a:cubicBezTo>
                    <a:pt x="62931" y="338549"/>
                    <a:pt x="68383" y="419900"/>
                    <a:pt x="119700" y="419730"/>
                  </a:cubicBezTo>
                  <a:cubicBezTo>
                    <a:pt x="173614" y="419551"/>
                    <a:pt x="176468" y="338549"/>
                    <a:pt x="176468" y="238408"/>
                  </a:cubicBezTo>
                  <a:cubicBezTo>
                    <a:pt x="176468" y="138267"/>
                    <a:pt x="166959" y="56762"/>
                    <a:pt x="119700" y="57086"/>
                  </a:cubicBezTo>
                  <a:close/>
                  <a:moveTo>
                    <a:pt x="364615" y="7754"/>
                  </a:moveTo>
                  <a:lnTo>
                    <a:pt x="425426" y="7754"/>
                  </a:lnTo>
                  <a:lnTo>
                    <a:pt x="425426" y="188764"/>
                  </a:lnTo>
                  <a:lnTo>
                    <a:pt x="519025" y="188764"/>
                  </a:lnTo>
                  <a:lnTo>
                    <a:pt x="519025" y="7754"/>
                  </a:lnTo>
                  <a:lnTo>
                    <a:pt x="579836" y="7754"/>
                  </a:lnTo>
                  <a:lnTo>
                    <a:pt x="579836" y="468746"/>
                  </a:lnTo>
                  <a:lnTo>
                    <a:pt x="519025" y="468746"/>
                  </a:lnTo>
                  <a:lnTo>
                    <a:pt x="519025" y="238072"/>
                  </a:lnTo>
                  <a:lnTo>
                    <a:pt x="425426" y="238072"/>
                  </a:lnTo>
                  <a:lnTo>
                    <a:pt x="425426" y="468746"/>
                  </a:lnTo>
                  <a:lnTo>
                    <a:pt x="364615" y="468746"/>
                  </a:lnTo>
                  <a:close/>
                  <a:moveTo>
                    <a:pt x="828506" y="0"/>
                  </a:moveTo>
                  <a:cubicBezTo>
                    <a:pt x="929343" y="-206"/>
                    <a:pt x="948855" y="106741"/>
                    <a:pt x="948855" y="238412"/>
                  </a:cubicBezTo>
                  <a:cubicBezTo>
                    <a:pt x="948855" y="370082"/>
                    <a:pt x="934550" y="476581"/>
                    <a:pt x="828506" y="476823"/>
                  </a:cubicBezTo>
                  <a:cubicBezTo>
                    <a:pt x="722465" y="477064"/>
                    <a:pt x="708157" y="370082"/>
                    <a:pt x="708157" y="238412"/>
                  </a:cubicBezTo>
                  <a:cubicBezTo>
                    <a:pt x="708157" y="106741"/>
                    <a:pt x="717903" y="227"/>
                    <a:pt x="828506" y="0"/>
                  </a:cubicBezTo>
                  <a:close/>
                  <a:moveTo>
                    <a:pt x="120349" y="0"/>
                  </a:moveTo>
                  <a:cubicBezTo>
                    <a:pt x="221186" y="-206"/>
                    <a:pt x="240698" y="106741"/>
                    <a:pt x="240698" y="238412"/>
                  </a:cubicBezTo>
                  <a:cubicBezTo>
                    <a:pt x="240698" y="370082"/>
                    <a:pt x="226393" y="476581"/>
                    <a:pt x="120349" y="476823"/>
                  </a:cubicBezTo>
                  <a:cubicBezTo>
                    <a:pt x="14308" y="477064"/>
                    <a:pt x="0" y="370082"/>
                    <a:pt x="0" y="238412"/>
                  </a:cubicBezTo>
                  <a:cubicBezTo>
                    <a:pt x="0" y="106741"/>
                    <a:pt x="9745" y="227"/>
                    <a:pt x="120349" y="0"/>
                  </a:cubicBezTo>
                  <a:close/>
                </a:path>
              </a:pathLst>
            </a:custGeom>
            <a:solidFill>
              <a:schemeClr val="bg2"/>
            </a:solidFill>
          </p:spPr>
          <p:txBody>
            <a:bodyPr wrap="square" lIns="72000" tIns="36000" rIns="72000" bIns="36000" rtlCol="0" anchor="ctr">
              <a:noAutofit/>
            </a:bodyPr>
            <a:lstStyle/>
            <a:p>
              <a:pPr defTabSz="230733" hangingPunct="0">
                <a:lnSpc>
                  <a:spcPct val="90000"/>
                </a:lnSpc>
                <a:spcAft>
                  <a:spcPts val="447"/>
                </a:spcAft>
                <a:buClr>
                  <a:srgbClr val="E6513E"/>
                </a:buClr>
              </a:pPr>
              <a:endParaRPr lang="en-GB" sz="750">
                <a:solidFill>
                  <a:schemeClr val="tx2"/>
                </a:solidFill>
                <a:latin typeface="+mj-lt"/>
                <a:ea typeface="Nokia Pure Text" panose="020B0504040602060303" pitchFamily="34" charset="0"/>
                <a:cs typeface="Nokia Pure Text" panose="020B0504040602060303" pitchFamily="34" charset="0"/>
              </a:endParaRPr>
            </a:p>
          </p:txBody>
        </p:sp>
      </p:grpSp>
      <p:sp>
        <p:nvSpPr>
          <p:cNvPr id="51" name="Rectangle: Rounded Corners 50">
            <a:extLst>
              <a:ext uri="{FF2B5EF4-FFF2-40B4-BE49-F238E27FC236}">
                <a16:creationId xmlns:a16="http://schemas.microsoft.com/office/drawing/2014/main" id="{363727F8-2E27-4934-9ACD-DE9832050309}"/>
              </a:ext>
            </a:extLst>
          </p:cNvPr>
          <p:cNvSpPr/>
          <p:nvPr userDrawn="1"/>
        </p:nvSpPr>
        <p:spPr>
          <a:xfrm>
            <a:off x="431799" y="3146266"/>
            <a:ext cx="1782000" cy="1781233"/>
          </a:xfrm>
          <a:prstGeom prst="roundRect">
            <a:avLst>
              <a:gd name="adj" fmla="val 50000"/>
            </a:avLst>
          </a:prstGeom>
          <a:solidFill>
            <a:srgbClr val="FAFAFA"/>
          </a:solidFill>
          <a:ln>
            <a:noFill/>
          </a:ln>
        </p:spPr>
        <p:txBody>
          <a:bodyPr wrap="square" rtlCol="0" anchor="ctr">
            <a:noAutofit/>
          </a:bodyPr>
          <a:lstStyle/>
          <a:p>
            <a:pPr algn="ctr"/>
            <a:endParaRPr lang="en-GB" sz="1013"/>
          </a:p>
        </p:txBody>
      </p:sp>
      <p:sp>
        <p:nvSpPr>
          <p:cNvPr id="62" name="Freeform: Shape 61">
            <a:extLst>
              <a:ext uri="{FF2B5EF4-FFF2-40B4-BE49-F238E27FC236}">
                <a16:creationId xmlns:a16="http://schemas.microsoft.com/office/drawing/2014/main" id="{AF540C54-E330-4AD6-8CF9-084D1BC71BAC}"/>
              </a:ext>
            </a:extLst>
          </p:cNvPr>
          <p:cNvSpPr/>
          <p:nvPr userDrawn="1"/>
        </p:nvSpPr>
        <p:spPr>
          <a:xfrm>
            <a:off x="0" y="2930967"/>
            <a:ext cx="1325880" cy="2212532"/>
          </a:xfrm>
          <a:custGeom>
            <a:avLst/>
            <a:gdLst>
              <a:gd name="connsiteX0" fmla="*/ 0 w 1325880"/>
              <a:gd name="connsiteY0" fmla="*/ 0 h 2212532"/>
              <a:gd name="connsiteX1" fmla="*/ 1325880 w 1325880"/>
              <a:gd name="connsiteY1" fmla="*/ 0 h 2212532"/>
              <a:gd name="connsiteX2" fmla="*/ 1325880 w 1325880"/>
              <a:gd name="connsiteY2" fmla="*/ 215435 h 2212532"/>
              <a:gd name="connsiteX3" fmla="*/ 1323183 w 1325880"/>
              <a:gd name="connsiteY3" fmla="*/ 215299 h 2212532"/>
              <a:gd name="connsiteX4" fmla="*/ 1322416 w 1325880"/>
              <a:gd name="connsiteY4" fmla="*/ 215299 h 2212532"/>
              <a:gd name="connsiteX5" fmla="*/ 436397 w 1325880"/>
              <a:gd name="connsiteY5" fmla="*/ 1014856 h 2212532"/>
              <a:gd name="connsiteX6" fmla="*/ 431799 w 1325880"/>
              <a:gd name="connsiteY6" fmla="*/ 1105916 h 2212532"/>
              <a:gd name="connsiteX7" fmla="*/ 431799 w 1325880"/>
              <a:gd name="connsiteY7" fmla="*/ 1105915 h 2212532"/>
              <a:gd name="connsiteX8" fmla="*/ 431799 w 1325880"/>
              <a:gd name="connsiteY8" fmla="*/ 1105916 h 2212532"/>
              <a:gd name="connsiteX9" fmla="*/ 431799 w 1325880"/>
              <a:gd name="connsiteY9" fmla="*/ 1105916 h 2212532"/>
              <a:gd name="connsiteX10" fmla="*/ 436397 w 1325880"/>
              <a:gd name="connsiteY10" fmla="*/ 1196976 h 2212532"/>
              <a:gd name="connsiteX11" fmla="*/ 1322416 w 1325880"/>
              <a:gd name="connsiteY11" fmla="*/ 1996532 h 2212532"/>
              <a:gd name="connsiteX12" fmla="*/ 1323182 w 1325880"/>
              <a:gd name="connsiteY12" fmla="*/ 1996533 h 2212532"/>
              <a:gd name="connsiteX13" fmla="*/ 1325880 w 1325880"/>
              <a:gd name="connsiteY13" fmla="*/ 1996397 h 2212532"/>
              <a:gd name="connsiteX14" fmla="*/ 1325880 w 1325880"/>
              <a:gd name="connsiteY14" fmla="*/ 2212532 h 2212532"/>
              <a:gd name="connsiteX15" fmla="*/ 0 w 1325880"/>
              <a:gd name="connsiteY15" fmla="*/ 2212532 h 2212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25880" h="2212532">
                <a:moveTo>
                  <a:pt x="0" y="0"/>
                </a:moveTo>
                <a:lnTo>
                  <a:pt x="1325880" y="0"/>
                </a:lnTo>
                <a:lnTo>
                  <a:pt x="1325880" y="215435"/>
                </a:lnTo>
                <a:lnTo>
                  <a:pt x="1323183" y="215299"/>
                </a:lnTo>
                <a:lnTo>
                  <a:pt x="1322416" y="215299"/>
                </a:lnTo>
                <a:cubicBezTo>
                  <a:pt x="861284" y="215299"/>
                  <a:pt x="482006" y="565757"/>
                  <a:pt x="436397" y="1014856"/>
                </a:cubicBezTo>
                <a:lnTo>
                  <a:pt x="431799" y="1105916"/>
                </a:lnTo>
                <a:lnTo>
                  <a:pt x="431799" y="1105915"/>
                </a:lnTo>
                <a:lnTo>
                  <a:pt x="431799" y="1105916"/>
                </a:lnTo>
                <a:lnTo>
                  <a:pt x="431799" y="1105916"/>
                </a:lnTo>
                <a:lnTo>
                  <a:pt x="436397" y="1196976"/>
                </a:lnTo>
                <a:cubicBezTo>
                  <a:pt x="482006" y="1646075"/>
                  <a:pt x="861284" y="1996532"/>
                  <a:pt x="1322416" y="1996532"/>
                </a:cubicBezTo>
                <a:lnTo>
                  <a:pt x="1323182" y="1996533"/>
                </a:lnTo>
                <a:lnTo>
                  <a:pt x="1325880" y="1996397"/>
                </a:lnTo>
                <a:lnTo>
                  <a:pt x="1325880" y="2212532"/>
                </a:lnTo>
                <a:lnTo>
                  <a:pt x="0" y="2212532"/>
                </a:lnTo>
                <a:close/>
              </a:path>
            </a:pathLst>
          </a:custGeom>
          <a:solidFill>
            <a:schemeClr val="bg2">
              <a:lumMod val="20000"/>
              <a:lumOff val="80000"/>
            </a:schemeClr>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00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grpSp>
        <p:nvGrpSpPr>
          <p:cNvPr id="6" name="Group 5">
            <a:extLst>
              <a:ext uri="{FF2B5EF4-FFF2-40B4-BE49-F238E27FC236}">
                <a16:creationId xmlns:a16="http://schemas.microsoft.com/office/drawing/2014/main" id="{10E2AF79-7218-41CE-B227-59E441FED848}"/>
              </a:ext>
            </a:extLst>
          </p:cNvPr>
          <p:cNvGrpSpPr/>
          <p:nvPr userDrawn="1"/>
        </p:nvGrpSpPr>
        <p:grpSpPr>
          <a:xfrm>
            <a:off x="-8251001" y="2930967"/>
            <a:ext cx="17395001" cy="2212533"/>
            <a:chOff x="-8251001" y="5931025"/>
            <a:chExt cx="17395001" cy="2212533"/>
          </a:xfrm>
        </p:grpSpPr>
        <p:sp>
          <p:nvSpPr>
            <p:cNvPr id="57" name="Rectangle 56">
              <a:extLst>
                <a:ext uri="{FF2B5EF4-FFF2-40B4-BE49-F238E27FC236}">
                  <a16:creationId xmlns:a16="http://schemas.microsoft.com/office/drawing/2014/main" id="{DA21B27A-FA0F-42F6-9798-A1766B146E18}"/>
                </a:ext>
              </a:extLst>
            </p:cNvPr>
            <p:cNvSpPr/>
            <p:nvPr userDrawn="1"/>
          </p:nvSpPr>
          <p:spPr>
            <a:xfrm>
              <a:off x="0" y="5931025"/>
              <a:ext cx="9144000" cy="2212532"/>
            </a:xfrm>
            <a:prstGeom prst="rect">
              <a:avLst/>
            </a:prstGeom>
            <a:solidFill>
              <a:schemeClr val="tx2"/>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00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58" name="Rectangle: Rounded Corners 57">
              <a:extLst>
                <a:ext uri="{FF2B5EF4-FFF2-40B4-BE49-F238E27FC236}">
                  <a16:creationId xmlns:a16="http://schemas.microsoft.com/office/drawing/2014/main" id="{A2C9FCC2-86CA-45E6-924D-6DA80357B1C4}"/>
                </a:ext>
              </a:extLst>
            </p:cNvPr>
            <p:cNvSpPr/>
            <p:nvPr userDrawn="1"/>
          </p:nvSpPr>
          <p:spPr>
            <a:xfrm>
              <a:off x="-1752599" y="6146324"/>
              <a:ext cx="10464800" cy="1781233"/>
            </a:xfrm>
            <a:prstGeom prst="roundRect">
              <a:avLst>
                <a:gd name="adj" fmla="val 50000"/>
              </a:avLst>
            </a:prstGeom>
            <a:solidFill>
              <a:schemeClr val="bg1">
                <a:alpha val="98000"/>
              </a:schemeClr>
            </a:solidFill>
            <a:ln>
              <a:noFill/>
            </a:ln>
          </p:spPr>
          <p:txBody>
            <a:bodyPr wrap="square" rtlCol="0" anchor="ctr">
              <a:noAutofit/>
            </a:bodyPr>
            <a:lstStyle/>
            <a:p>
              <a:pPr algn="ctr"/>
              <a:endParaRPr lang="en-GB" sz="1013"/>
            </a:p>
          </p:txBody>
        </p:sp>
        <p:sp>
          <p:nvSpPr>
            <p:cNvPr id="59" name="Rectangle 58">
              <a:extLst>
                <a:ext uri="{FF2B5EF4-FFF2-40B4-BE49-F238E27FC236}">
                  <a16:creationId xmlns:a16="http://schemas.microsoft.com/office/drawing/2014/main" id="{3B930BD9-61E6-4455-A9FF-F1258120D140}"/>
                </a:ext>
              </a:extLst>
            </p:cNvPr>
            <p:cNvSpPr/>
            <p:nvPr userDrawn="1"/>
          </p:nvSpPr>
          <p:spPr>
            <a:xfrm flipH="1">
              <a:off x="-8251001" y="5931025"/>
              <a:ext cx="8251002" cy="2212533"/>
            </a:xfrm>
            <a:prstGeom prst="rect">
              <a:avLst/>
            </a:prstGeom>
            <a:solidFill>
              <a:srgbClr val="E6E6E6"/>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en-US" sz="100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grpSp>
      <p:sp>
        <p:nvSpPr>
          <p:cNvPr id="38" name="Title 1"/>
          <p:cNvSpPr>
            <a:spLocks noGrp="1"/>
          </p:cNvSpPr>
          <p:nvPr userDrawn="1">
            <p:ph type="title" hasCustomPrompt="1"/>
          </p:nvPr>
        </p:nvSpPr>
        <p:spPr>
          <a:xfrm>
            <a:off x="900710" y="3169592"/>
            <a:ext cx="7563832" cy="833143"/>
          </a:xfrm>
          <a:noFill/>
          <a:ln w="9525">
            <a:noFill/>
            <a:miter lim="800000"/>
            <a:headEnd/>
            <a:tailEnd/>
          </a:ln>
        </p:spPr>
        <p:txBody>
          <a:bodyPr vert="horz" wrap="square" lIns="0" tIns="0" rIns="0" bIns="0" numCol="1" anchor="b" anchorCtr="0" compatLnSpc="1">
            <a:prstTxWarp prst="textNoShape">
              <a:avLst/>
            </a:prstTxWarp>
          </a:bodyPr>
          <a:lstStyle>
            <a:lvl1pPr>
              <a:defRPr lang="en-GB" sz="2800" dirty="0">
                <a:solidFill>
                  <a:schemeClr val="tx1"/>
                </a:solidFill>
              </a:defRPr>
            </a:lvl1pPr>
          </a:lstStyle>
          <a:p>
            <a:pPr lvl="0">
              <a:lnSpc>
                <a:spcPct val="90000"/>
              </a:lnSpc>
            </a:pPr>
            <a:r>
              <a:rPr lang="de-DE" noProof="0"/>
              <a:t>Präsentation Titel = Zentrale Botschaft</a:t>
            </a:r>
          </a:p>
        </p:txBody>
      </p:sp>
      <p:sp>
        <p:nvSpPr>
          <p:cNvPr id="39" name="Textplatzhalter 3"/>
          <p:cNvSpPr>
            <a:spLocks noGrp="1"/>
          </p:cNvSpPr>
          <p:nvPr userDrawn="1">
            <p:ph type="body" sz="half" idx="2" hasCustomPrompt="1"/>
          </p:nvPr>
        </p:nvSpPr>
        <p:spPr>
          <a:xfrm>
            <a:off x="904876" y="4111330"/>
            <a:ext cx="7563832" cy="61639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nSpc>
                <a:spcPct val="90000"/>
              </a:lnSpc>
              <a:spcAft>
                <a:spcPct val="0"/>
              </a:spcAft>
              <a:buNone/>
              <a:defRPr lang="de-DE" sz="1600" b="0" dirty="0" smtClean="0">
                <a:solidFill>
                  <a:schemeClr val="tx1">
                    <a:lumMod val="75000"/>
                    <a:lumOff val="25000"/>
                  </a:schemeClr>
                </a:solidFill>
                <a:cs typeface="Arial"/>
              </a:defRPr>
            </a:lvl1pPr>
          </a:lstStyle>
          <a:p>
            <a:pPr lvl="0">
              <a:lnSpc>
                <a:spcPct val="90000"/>
              </a:lnSpc>
              <a:spcAft>
                <a:spcPct val="0"/>
              </a:spcAft>
            </a:pPr>
            <a:r>
              <a:rPr lang="de-DE" noProof="0"/>
              <a:t>Untertitel / Präsentator</a:t>
            </a:r>
          </a:p>
        </p:txBody>
      </p:sp>
    </p:spTree>
    <p:extLst>
      <p:ext uri="{BB962C8B-B14F-4D97-AF65-F5344CB8AC3E}">
        <p14:creationId xmlns:p14="http://schemas.microsoft.com/office/powerpoint/2010/main" val="1191407691"/>
      </p:ext>
    </p:extLst>
  </p:cSld>
  <p:clrMapOvr>
    <a:overrideClrMapping bg1="lt1" tx1="dk1" bg2="lt2" tx2="dk2" accent1="accent1" accent2="accent2" accent3="accent3" accent4="accent4" accent5="accent5" accent6="accent6" hlink="hlink" folHlink="folHlink"/>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4.72222E-6 3.45679E-6 L 0.71059 3.45679E-6 " pathEditMode="relative" rAng="0" ptsTypes="AA">
                                      <p:cBhvr>
                                        <p:cTn id="6" dur="2000" fill="hold"/>
                                        <p:tgtEl>
                                          <p:spTgt spid="3"/>
                                        </p:tgtEl>
                                        <p:attrNameLst>
                                          <p:attrName>ppt_x</p:attrName>
                                          <p:attrName>ppt_y</p:attrName>
                                        </p:attrNameLst>
                                      </p:cBhvr>
                                      <p:rCtr x="35521" y="0"/>
                                    </p:animMotion>
                                  </p:childTnLst>
                                </p:cTn>
                              </p:par>
                              <p:par>
                                <p:cTn id="7" presetID="10" presetClass="exit" presetSubtype="0" fill="hold" grpId="0" nodeType="withEffect">
                                  <p:stCondLst>
                                    <p:cond delay="0"/>
                                  </p:stCondLst>
                                  <p:childTnLst>
                                    <p:animEffect transition="out" filter="fade">
                                      <p:cBhvr>
                                        <p:cTn id="8" dur="1000"/>
                                        <p:tgtEl>
                                          <p:spTgt spid="62"/>
                                        </p:tgtEl>
                                      </p:cBhvr>
                                    </p:animEffect>
                                    <p:set>
                                      <p:cBhvr>
                                        <p:cTn id="9" dur="1" fill="hold">
                                          <p:stCondLst>
                                            <p:cond delay="999"/>
                                          </p:stCondLst>
                                        </p:cTn>
                                        <p:tgtEl>
                                          <p:spTgt spid="62"/>
                                        </p:tgtEl>
                                        <p:attrNameLst>
                                          <p:attrName>style.visibility</p:attrName>
                                        </p:attrNameLst>
                                      </p:cBhvr>
                                      <p:to>
                                        <p:strVal val="hidden"/>
                                      </p:to>
                                    </p:set>
                                  </p:childTnLst>
                                </p:cTn>
                              </p:par>
                              <p:par>
                                <p:cTn id="10" presetID="10" presetClass="entr" presetSubtype="0" fill="hold" grpId="0" nodeType="withEffect">
                                  <p:stCondLst>
                                    <p:cond delay="500"/>
                                  </p:stCondLst>
                                  <p:childTnLst>
                                    <p:set>
                                      <p:cBhvr>
                                        <p:cTn id="11" dur="1" fill="hold">
                                          <p:stCondLst>
                                            <p:cond delay="0"/>
                                          </p:stCondLst>
                                        </p:cTn>
                                        <p:tgtEl>
                                          <p:spTgt spid="39">
                                            <p:txEl>
                                              <p:pRg st="0" end="0"/>
                                            </p:txEl>
                                          </p:spTgt>
                                        </p:tgtEl>
                                        <p:attrNameLst>
                                          <p:attrName>style.visibility</p:attrName>
                                        </p:attrNameLst>
                                      </p:cBhvr>
                                      <p:to>
                                        <p:strVal val="visible"/>
                                      </p:to>
                                    </p:set>
                                    <p:animEffect transition="in" filter="fade">
                                      <p:cBhvr>
                                        <p:cTn id="12" dur="1500"/>
                                        <p:tgtEl>
                                          <p:spTgt spid="39">
                                            <p:txEl>
                                              <p:pRg st="0" end="0"/>
                                            </p:txEl>
                                          </p:spTgt>
                                        </p:tgtEl>
                                      </p:cBhvr>
                                    </p:animEffect>
                                  </p:childTnLst>
                                </p:cTn>
                              </p:par>
                              <p:par>
                                <p:cTn id="13" presetID="10" presetClass="entr" presetSubtype="0" fill="hold" grpId="0" nodeType="withEffect">
                                  <p:stCondLst>
                                    <p:cond delay="500"/>
                                  </p:stCondLst>
                                  <p:childTnLst>
                                    <p:set>
                                      <p:cBhvr>
                                        <p:cTn id="14" dur="1" fill="hold">
                                          <p:stCondLst>
                                            <p:cond delay="0"/>
                                          </p:stCondLst>
                                        </p:cTn>
                                        <p:tgtEl>
                                          <p:spTgt spid="38"/>
                                        </p:tgtEl>
                                        <p:attrNameLst>
                                          <p:attrName>style.visibility</p:attrName>
                                        </p:attrNameLst>
                                      </p:cBhvr>
                                      <p:to>
                                        <p:strVal val="visible"/>
                                      </p:to>
                                    </p:set>
                                    <p:animEffect transition="in" filter="fade">
                                      <p:cBhvr>
                                        <p:cTn id="15" dur="1500"/>
                                        <p:tgtEl>
                                          <p:spTgt spid="38"/>
                                        </p:tgtEl>
                                      </p:cBhvr>
                                    </p:animEffect>
                                  </p:childTnLst>
                                </p:cTn>
                              </p:par>
                              <p:par>
                                <p:cTn id="16" presetID="10" presetClass="entr" presetSubtype="0" fill="hold" nodeType="withEffect">
                                  <p:stCondLst>
                                    <p:cond delay="20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3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2" grpId="0" animBg="1"/>
      <p:bldP spid="38" grpId="0"/>
      <p:bldP spid="39" grpId="0" build="p">
        <p:tmplLst>
          <p:tmpl lvl="1">
            <p:tnLst>
              <p:par>
                <p:cTn presetID="10" presetClass="entr" presetSubtype="0" fill="hold" nodeType="withEffect">
                  <p:stCondLst>
                    <p:cond delay="500"/>
                  </p:stCondLst>
                  <p:childTnLst>
                    <p:set>
                      <p:cBhvr>
                        <p:cTn dur="1" fill="hold">
                          <p:stCondLst>
                            <p:cond delay="0"/>
                          </p:stCondLst>
                        </p:cTn>
                        <p:tgtEl>
                          <p:spTgt spid="39"/>
                        </p:tgtEl>
                        <p:attrNameLst>
                          <p:attrName>style.visibility</p:attrName>
                        </p:attrNameLst>
                      </p:cBhvr>
                      <p:to>
                        <p:strVal val="visible"/>
                      </p:to>
                    </p:set>
                    <p:animEffect transition="in" filter="fade">
                      <p:cBhvr>
                        <p:cTn dur="1500"/>
                        <p:tgtEl>
                          <p:spTgt spid="39"/>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 whit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054CC-0BE3-4E7B-9B7A-14018DD03A92}"/>
              </a:ext>
            </a:extLst>
          </p:cNvPr>
          <p:cNvSpPr/>
          <p:nvPr userDrawn="1"/>
        </p:nvSpPr>
        <p:spPr>
          <a:xfrm>
            <a:off x="0" y="2716504"/>
            <a:ext cx="9144000" cy="2426995"/>
          </a:xfrm>
          <a:prstGeom prst="rect">
            <a:avLst/>
          </a:prstGeom>
          <a:solidFill>
            <a:schemeClr val="bg2">
              <a:lumMod val="20000"/>
              <a:lumOff val="80000"/>
            </a:schemeClr>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00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38" name="Title 1"/>
          <p:cNvSpPr>
            <a:spLocks noGrp="1"/>
          </p:cNvSpPr>
          <p:nvPr userDrawn="1">
            <p:ph type="title" hasCustomPrompt="1"/>
          </p:nvPr>
        </p:nvSpPr>
        <p:spPr>
          <a:xfrm>
            <a:off x="900710" y="3071741"/>
            <a:ext cx="7563832" cy="833143"/>
          </a:xfrm>
          <a:noFill/>
          <a:ln w="9525">
            <a:noFill/>
            <a:miter lim="800000"/>
            <a:headEnd/>
            <a:tailEnd/>
          </a:ln>
        </p:spPr>
        <p:txBody>
          <a:bodyPr vert="horz" wrap="square" lIns="0" tIns="0" rIns="0" bIns="0" numCol="1" anchor="b" anchorCtr="0" compatLnSpc="1">
            <a:prstTxWarp prst="textNoShape">
              <a:avLst/>
            </a:prstTxWarp>
          </a:bodyPr>
          <a:lstStyle>
            <a:lvl1pPr>
              <a:defRPr lang="en-GB" sz="2800" dirty="0">
                <a:solidFill>
                  <a:schemeClr val="tx1"/>
                </a:solidFill>
              </a:defRPr>
            </a:lvl1pPr>
          </a:lstStyle>
          <a:p>
            <a:pPr lvl="0">
              <a:lnSpc>
                <a:spcPct val="90000"/>
              </a:lnSpc>
            </a:pPr>
            <a:r>
              <a:rPr lang="de-DE" noProof="0"/>
              <a:t>Präsentation Titel = Zentrale Botschaft</a:t>
            </a:r>
          </a:p>
        </p:txBody>
      </p:sp>
      <p:sp>
        <p:nvSpPr>
          <p:cNvPr id="39" name="Textplatzhalter 3"/>
          <p:cNvSpPr>
            <a:spLocks noGrp="1"/>
          </p:cNvSpPr>
          <p:nvPr userDrawn="1">
            <p:ph type="body" sz="half" idx="2" hasCustomPrompt="1"/>
          </p:nvPr>
        </p:nvSpPr>
        <p:spPr>
          <a:xfrm>
            <a:off x="904876" y="4013479"/>
            <a:ext cx="7563832" cy="61639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buNone/>
              <a:defRPr lang="de-DE" sz="1600" b="0" dirty="0" smtClean="0">
                <a:solidFill>
                  <a:schemeClr val="tx1">
                    <a:lumMod val="75000"/>
                    <a:lumOff val="25000"/>
                  </a:schemeClr>
                </a:solidFill>
                <a:cs typeface="Arial"/>
              </a:defRPr>
            </a:lvl1pPr>
          </a:lstStyle>
          <a:p>
            <a:pPr lvl="0">
              <a:lnSpc>
                <a:spcPct val="90000"/>
              </a:lnSpc>
              <a:spcAft>
                <a:spcPct val="0"/>
              </a:spcAft>
            </a:pPr>
            <a:r>
              <a:rPr lang="de-DE" noProof="0"/>
              <a:t>Untertitel / Präsentator</a:t>
            </a:r>
          </a:p>
        </p:txBody>
      </p:sp>
      <p:grpSp>
        <p:nvGrpSpPr>
          <p:cNvPr id="21" name="Group 20">
            <a:extLst>
              <a:ext uri="{FF2B5EF4-FFF2-40B4-BE49-F238E27FC236}">
                <a16:creationId xmlns:a16="http://schemas.microsoft.com/office/drawing/2014/main" id="{A97B0DFE-A841-4354-BFFE-12EDB0CAAC6C}"/>
              </a:ext>
            </a:extLst>
          </p:cNvPr>
          <p:cNvGrpSpPr/>
          <p:nvPr userDrawn="1"/>
        </p:nvGrpSpPr>
        <p:grpSpPr>
          <a:xfrm>
            <a:off x="5522560" y="5143499"/>
            <a:ext cx="1677734" cy="434683"/>
            <a:chOff x="5522558" y="4679749"/>
            <a:chExt cx="1677734" cy="432000"/>
          </a:xfrm>
        </p:grpSpPr>
        <p:sp>
          <p:nvSpPr>
            <p:cNvPr id="23" name="forward link">
              <a:hlinkClick r:id="" action="ppaction://hlinkshowjump?jump=nextslide"/>
              <a:extLst>
                <a:ext uri="{FF2B5EF4-FFF2-40B4-BE49-F238E27FC236}">
                  <a16:creationId xmlns:a16="http://schemas.microsoft.com/office/drawing/2014/main" id="{C02B9478-7874-4219-9B8D-D2A20C577368}"/>
                </a:ext>
              </a:extLst>
            </p:cNvPr>
            <p:cNvSpPr/>
            <p:nvPr userDrawn="1"/>
          </p:nvSpPr>
          <p:spPr>
            <a:xfrm>
              <a:off x="6768292" y="4679749"/>
              <a:ext cx="432000" cy="432000"/>
            </a:xfrm>
            <a:prstGeom prst="rect">
              <a:avLst/>
            </a:prstGeom>
            <a:solidFill>
              <a:srgbClr val="FFFF00">
                <a:alpha val="0"/>
              </a:srgbClr>
            </a:solidFill>
            <a:ln w="25400" cap="flat" cmpd="sng" algn="ctr">
              <a:noFill/>
              <a:prstDash val="solid"/>
            </a:ln>
            <a:effectLst/>
          </p:spPr>
          <p:txBody>
            <a:bodyPr rot="0" spcFirstLastPara="0" vertOverflow="overflow" horzOverflow="overflow" vert="horz" wrap="square" lIns="180000" tIns="72000" rIns="108000" bIns="21600" numCol="1" spcCol="0" rtlCol="0" fromWordArt="0" anchor="b" anchorCtr="0" forceAA="0" compatLnSpc="1">
              <a:prstTxWarp prst="textNoShape">
                <a:avLst/>
              </a:prstTxWarp>
              <a:noAutofit/>
            </a:bodyPr>
            <a:lstStyle/>
            <a:p>
              <a:pPr marL="0" marR="0" lvl="0" indent="0" algn="l" defTabSz="914378" eaLnBrk="1" fontAlgn="auto" latinLnBrk="0" hangingPunct="1">
                <a:lnSpc>
                  <a:spcPct val="100000"/>
                </a:lnSpc>
                <a:spcBef>
                  <a:spcPts val="0"/>
                </a:spcBef>
                <a:spcAft>
                  <a:spcPts val="0"/>
                </a:spcAft>
                <a:buClrTx/>
                <a:buSzTx/>
                <a:buFontTx/>
                <a:buNone/>
                <a:tabLst/>
              </a:pPr>
              <a:r>
                <a:rPr kumimoji="0" lang="en-US" sz="500" b="0" i="0" u="none" strike="noStrike" kern="0" cap="none" spc="0" normalizeH="0" baseline="0" noProof="0">
                  <a:ln>
                    <a:noFill/>
                  </a:ln>
                  <a:solidFill>
                    <a:schemeClr val="accent1">
                      <a:alpha val="30000"/>
                    </a:schemeClr>
                  </a:solidFill>
                  <a:effectLst/>
                  <a:uLnTx/>
                  <a:uFillTx/>
                  <a:latin typeface="Arial Narrow" panose="020B0606020202030204" pitchFamily="34" charset="0"/>
                  <a:ea typeface="+mn-ea"/>
                  <a:cs typeface="+mn-cs"/>
                </a:rPr>
                <a:t>next</a:t>
              </a:r>
            </a:p>
          </p:txBody>
        </p:sp>
        <p:sp>
          <p:nvSpPr>
            <p:cNvPr id="24" name="back link">
              <a:hlinkClick r:id="" action="ppaction://hlinkshowjump?jump=lastslideviewed"/>
              <a:extLst>
                <a:ext uri="{FF2B5EF4-FFF2-40B4-BE49-F238E27FC236}">
                  <a16:creationId xmlns:a16="http://schemas.microsoft.com/office/drawing/2014/main" id="{3B503F5D-A8AD-4994-992E-AA3340A338DE}"/>
                </a:ext>
              </a:extLst>
            </p:cNvPr>
            <p:cNvSpPr/>
            <p:nvPr userDrawn="1"/>
          </p:nvSpPr>
          <p:spPr>
            <a:xfrm>
              <a:off x="5522558" y="4679749"/>
              <a:ext cx="432000" cy="432000"/>
            </a:xfrm>
            <a:prstGeom prst="rect">
              <a:avLst/>
            </a:prstGeom>
            <a:solidFill>
              <a:srgbClr val="FFFF00">
                <a:alpha val="0"/>
              </a:srgbClr>
            </a:solidFill>
            <a:ln w="25400" cap="flat" cmpd="sng" algn="ctr">
              <a:noFill/>
              <a:prstDash val="solid"/>
            </a:ln>
            <a:effectLst/>
          </p:spPr>
          <p:txBody>
            <a:bodyPr rot="0" spcFirstLastPara="0" vertOverflow="overflow" horzOverflow="overflow" vert="horz" wrap="none" lIns="108000" tIns="72000" rIns="108000" bIns="21600" numCol="1" spcCol="0" rtlCol="0" fromWordArt="0" anchor="b" anchorCtr="0" forceAA="0" compatLnSpc="1">
              <a:prstTxWarp prst="textNoShape">
                <a:avLst/>
              </a:prstTxWarp>
              <a:noAutofit/>
            </a:bodyPr>
            <a:lstStyle/>
            <a:p>
              <a:pPr marR="0" lvl="0" indent="0" algn="r" defTabSz="914378" fontAlgn="auto">
                <a:lnSpc>
                  <a:spcPct val="100000"/>
                </a:lnSpc>
                <a:spcBef>
                  <a:spcPts val="0"/>
                </a:spcBef>
                <a:spcAft>
                  <a:spcPts val="0"/>
                </a:spcAft>
                <a:buClrTx/>
                <a:buSzTx/>
                <a:buFontTx/>
                <a:buNone/>
                <a:tabLst/>
              </a:pPr>
              <a:r>
                <a:rPr kumimoji="0" lang="en-US" sz="500" b="0" i="0" u="none" strike="noStrike" kern="0" cap="none" spc="0" normalizeH="0" baseline="0" noProof="0">
                  <a:ln>
                    <a:noFill/>
                  </a:ln>
                  <a:solidFill>
                    <a:schemeClr val="accent1">
                      <a:alpha val="30000"/>
                    </a:schemeClr>
                  </a:solidFill>
                  <a:effectLst/>
                  <a:uLnTx/>
                  <a:uFillTx/>
                  <a:latin typeface="Arial Narrow" panose="020B0606020202030204" pitchFamily="34" charset="0"/>
                </a:rPr>
                <a:t>last visited</a:t>
              </a:r>
            </a:p>
          </p:txBody>
        </p:sp>
        <p:sp>
          <p:nvSpPr>
            <p:cNvPr id="28" name="Gleichschenkliges Dreieck 60">
              <a:hlinkClick r:id="" action="ppaction://hlinkshowjump?jump=nextslide"/>
              <a:extLst>
                <a:ext uri="{FF2B5EF4-FFF2-40B4-BE49-F238E27FC236}">
                  <a16:creationId xmlns:a16="http://schemas.microsoft.com/office/drawing/2014/main" id="{6C5479D3-0BD3-47E8-A381-5B935F2E44A4}"/>
                </a:ext>
              </a:extLst>
            </p:cNvPr>
            <p:cNvSpPr/>
            <p:nvPr userDrawn="1"/>
          </p:nvSpPr>
          <p:spPr>
            <a:xfrm rot="5400000" flipH="1">
              <a:off x="6954931" y="4872889"/>
              <a:ext cx="75018" cy="45720"/>
            </a:xfrm>
            <a:prstGeom prst="triangle">
              <a:avLst/>
            </a:prstGeom>
            <a:solidFill>
              <a:schemeClr val="accent1">
                <a:lumMod val="60000"/>
                <a:lumOff val="40000"/>
              </a:schemeClr>
            </a:solidFill>
            <a:ln w="5080" cap="sq">
              <a:solidFill>
                <a:schemeClr val="accent1">
                  <a:lumMod val="60000"/>
                  <a:lumOff val="40000"/>
                </a:schemeClr>
              </a:solidFill>
              <a:miter lim="800000"/>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lnSpc>
                  <a:spcPct val="90000"/>
                </a:lnSpc>
                <a:spcAft>
                  <a:spcPts val="600"/>
                </a:spcAft>
              </a:pPr>
              <a:endParaRPr lang="en-GB" sz="1600">
                <a:solidFill>
                  <a:srgbClr val="FFFFFF"/>
                </a:solidFill>
              </a:endParaRPr>
            </a:p>
          </p:txBody>
        </p:sp>
        <p:sp>
          <p:nvSpPr>
            <p:cNvPr id="29" name="Gleichschenkliges Dreieck 61">
              <a:hlinkClick r:id="" action="ppaction://hlinkshowjump?jump=previousslide"/>
              <a:extLst>
                <a:ext uri="{FF2B5EF4-FFF2-40B4-BE49-F238E27FC236}">
                  <a16:creationId xmlns:a16="http://schemas.microsoft.com/office/drawing/2014/main" id="{B05FB270-3212-4A7C-A61B-D641C6718341}"/>
                </a:ext>
              </a:extLst>
            </p:cNvPr>
            <p:cNvSpPr/>
            <p:nvPr userDrawn="1"/>
          </p:nvSpPr>
          <p:spPr>
            <a:xfrm rot="16200000">
              <a:off x="5682626" y="4872890"/>
              <a:ext cx="75018" cy="45720"/>
            </a:xfrm>
            <a:prstGeom prst="triangle">
              <a:avLst/>
            </a:prstGeom>
            <a:noFill/>
            <a:ln w="5080" cap="sq">
              <a:solidFill>
                <a:schemeClr val="accent1">
                  <a:lumMod val="60000"/>
                  <a:lumOff val="40000"/>
                </a:schemeClr>
              </a:solidFill>
              <a:miter lim="800000"/>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lnSpc>
                  <a:spcPct val="90000"/>
                </a:lnSpc>
                <a:spcAft>
                  <a:spcPts val="600"/>
                </a:spcAft>
              </a:pPr>
              <a:endParaRPr lang="en-GB" sz="1600">
                <a:solidFill>
                  <a:srgbClr val="FFFFFF"/>
                </a:solidFill>
              </a:endParaRPr>
            </a:p>
          </p:txBody>
        </p:sp>
      </p:grpSp>
      <p:sp>
        <p:nvSpPr>
          <p:cNvPr id="31" name="Textfeld 8">
            <a:extLst>
              <a:ext uri="{FF2B5EF4-FFF2-40B4-BE49-F238E27FC236}">
                <a16:creationId xmlns:a16="http://schemas.microsoft.com/office/drawing/2014/main" id="{D23C54A4-2AD4-4C7C-85AE-8CDD4A2B9EDC}"/>
              </a:ext>
            </a:extLst>
          </p:cNvPr>
          <p:cNvSpPr txBox="1"/>
          <p:nvPr/>
        </p:nvSpPr>
        <p:spPr>
          <a:xfrm>
            <a:off x="1657350" y="-1983180"/>
            <a:ext cx="5829300" cy="338554"/>
          </a:xfrm>
          <a:prstGeom prst="rect">
            <a:avLst/>
          </a:prstGeom>
          <a:noFill/>
        </p:spPr>
        <p:txBody>
          <a:bodyPr wrap="square" rtlCol="0">
            <a:spAutoFit/>
          </a:bodyPr>
          <a:lstStyle/>
          <a:p>
            <a:pPr algn="ctr"/>
            <a:r>
              <a:rPr lang="de-DE" sz="1600" b="0" err="1">
                <a:solidFill>
                  <a:srgbClr val="DF4442"/>
                </a:solidFill>
              </a:rPr>
              <a:t>Full</a:t>
            </a:r>
            <a:r>
              <a:rPr lang="de-DE" sz="1600" b="0">
                <a:solidFill>
                  <a:srgbClr val="DF4442"/>
                </a:solidFill>
              </a:rPr>
              <a:t>-Service-Provider für ganzheitliche Energieeffizienz</a:t>
            </a:r>
          </a:p>
        </p:txBody>
      </p:sp>
      <p:grpSp>
        <p:nvGrpSpPr>
          <p:cNvPr id="32" name="Group 31">
            <a:extLst>
              <a:ext uri="{FF2B5EF4-FFF2-40B4-BE49-F238E27FC236}">
                <a16:creationId xmlns:a16="http://schemas.microsoft.com/office/drawing/2014/main" id="{7905F151-7F4C-4262-9147-BB11D64FF212}"/>
              </a:ext>
            </a:extLst>
          </p:cNvPr>
          <p:cNvGrpSpPr>
            <a:grpSpLocks noChangeAspect="1"/>
          </p:cNvGrpSpPr>
          <p:nvPr userDrawn="1"/>
        </p:nvGrpSpPr>
        <p:grpSpPr>
          <a:xfrm>
            <a:off x="5954560" y="501887"/>
            <a:ext cx="2514600" cy="1676962"/>
            <a:chOff x="2947569" y="1486378"/>
            <a:chExt cx="1795881" cy="1197656"/>
          </a:xfrm>
        </p:grpSpPr>
        <p:sp>
          <p:nvSpPr>
            <p:cNvPr id="33" name="Freeform: Shape 32">
              <a:extLst>
                <a:ext uri="{FF2B5EF4-FFF2-40B4-BE49-F238E27FC236}">
                  <a16:creationId xmlns:a16="http://schemas.microsoft.com/office/drawing/2014/main" id="{AD797094-9856-41B1-90EB-2CEBE1DEE43F}"/>
                </a:ext>
              </a:extLst>
            </p:cNvPr>
            <p:cNvSpPr/>
            <p:nvPr/>
          </p:nvSpPr>
          <p:spPr>
            <a:xfrm>
              <a:off x="3976213" y="1486378"/>
              <a:ext cx="767237" cy="767236"/>
            </a:xfrm>
            <a:custGeom>
              <a:avLst/>
              <a:gdLst>
                <a:gd name="connsiteX0" fmla="*/ 153291 w 2650554"/>
                <a:gd name="connsiteY0" fmla="*/ 707403 h 2650554"/>
                <a:gd name="connsiteX1" fmla="*/ 153291 w 2650554"/>
                <a:gd name="connsiteY1" fmla="*/ 1943152 h 2650554"/>
                <a:gd name="connsiteX2" fmla="*/ 104147 w 2650554"/>
                <a:gd name="connsiteY2" fmla="*/ 1841135 h 2650554"/>
                <a:gd name="connsiteX3" fmla="*/ 0 w 2650554"/>
                <a:gd name="connsiteY3" fmla="*/ 1325277 h 2650554"/>
                <a:gd name="connsiteX4" fmla="*/ 104147 w 2650554"/>
                <a:gd name="connsiteY4" fmla="*/ 809420 h 2650554"/>
                <a:gd name="connsiteX5" fmla="*/ 1325277 w 2650554"/>
                <a:gd name="connsiteY5" fmla="*/ 0 h 2650554"/>
                <a:gd name="connsiteX6" fmla="*/ 2650554 w 2650554"/>
                <a:gd name="connsiteY6" fmla="*/ 1325277 h 2650554"/>
                <a:gd name="connsiteX7" fmla="*/ 1325277 w 2650554"/>
                <a:gd name="connsiteY7" fmla="*/ 2650554 h 2650554"/>
                <a:gd name="connsiteX8" fmla="*/ 302629 w 2650554"/>
                <a:gd name="connsiteY8" fmla="*/ 2168276 h 2650554"/>
                <a:gd name="connsiteX9" fmla="*/ 252590 w 2650554"/>
                <a:gd name="connsiteY9" fmla="*/ 2101360 h 2650554"/>
                <a:gd name="connsiteX10" fmla="*/ 363376 w 2650554"/>
                <a:gd name="connsiteY10" fmla="*/ 2101360 h 2650554"/>
                <a:gd name="connsiteX11" fmla="*/ 729428 w 2650554"/>
                <a:gd name="connsiteY11" fmla="*/ 2101360 h 2650554"/>
                <a:gd name="connsiteX12" fmla="*/ 729428 w 2650554"/>
                <a:gd name="connsiteY12" fmla="*/ 1931019 h 2650554"/>
                <a:gd name="connsiteX13" fmla="*/ 363376 w 2650554"/>
                <a:gd name="connsiteY13" fmla="*/ 1931019 h 2650554"/>
                <a:gd name="connsiteX14" fmla="*/ 363376 w 2650554"/>
                <a:gd name="connsiteY14" fmla="*/ 1373934 h 2650554"/>
                <a:gd name="connsiteX15" fmla="*/ 684601 w 2650554"/>
                <a:gd name="connsiteY15" fmla="*/ 1373934 h 2650554"/>
                <a:gd name="connsiteX16" fmla="*/ 684601 w 2650554"/>
                <a:gd name="connsiteY16" fmla="*/ 1203593 h 2650554"/>
                <a:gd name="connsiteX17" fmla="*/ 363376 w 2650554"/>
                <a:gd name="connsiteY17" fmla="*/ 1203593 h 2650554"/>
                <a:gd name="connsiteX18" fmla="*/ 363376 w 2650554"/>
                <a:gd name="connsiteY18" fmla="*/ 679122 h 2650554"/>
                <a:gd name="connsiteX19" fmla="*/ 729428 w 2650554"/>
                <a:gd name="connsiteY19" fmla="*/ 679122 h 2650554"/>
                <a:gd name="connsiteX20" fmla="*/ 729428 w 2650554"/>
                <a:gd name="connsiteY20" fmla="*/ 508781 h 2650554"/>
                <a:gd name="connsiteX21" fmla="*/ 363376 w 2650554"/>
                <a:gd name="connsiteY21" fmla="*/ 508781 h 2650554"/>
                <a:gd name="connsiteX22" fmla="*/ 282811 w 2650554"/>
                <a:gd name="connsiteY22" fmla="*/ 508781 h 2650554"/>
                <a:gd name="connsiteX23" fmla="*/ 302629 w 2650554"/>
                <a:gd name="connsiteY23" fmla="*/ 482278 h 2650554"/>
                <a:gd name="connsiteX24" fmla="*/ 1325277 w 2650554"/>
                <a:gd name="connsiteY24" fmla="*/ 0 h 2650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650554" h="2650554">
                  <a:moveTo>
                    <a:pt x="153291" y="707403"/>
                  </a:moveTo>
                  <a:lnTo>
                    <a:pt x="153291" y="1943152"/>
                  </a:lnTo>
                  <a:lnTo>
                    <a:pt x="104147" y="1841135"/>
                  </a:lnTo>
                  <a:cubicBezTo>
                    <a:pt x="37084" y="1682581"/>
                    <a:pt x="0" y="1508260"/>
                    <a:pt x="0" y="1325277"/>
                  </a:cubicBezTo>
                  <a:cubicBezTo>
                    <a:pt x="0" y="1142295"/>
                    <a:pt x="37084" y="967973"/>
                    <a:pt x="104147" y="809420"/>
                  </a:cubicBezTo>
                  <a:close/>
                  <a:moveTo>
                    <a:pt x="1325277" y="0"/>
                  </a:moveTo>
                  <a:cubicBezTo>
                    <a:pt x="2057207" y="0"/>
                    <a:pt x="2650554" y="593347"/>
                    <a:pt x="2650554" y="1325277"/>
                  </a:cubicBezTo>
                  <a:cubicBezTo>
                    <a:pt x="2650554" y="2057207"/>
                    <a:pt x="2057207" y="2650554"/>
                    <a:pt x="1325277" y="2650554"/>
                  </a:cubicBezTo>
                  <a:cubicBezTo>
                    <a:pt x="913567" y="2650554"/>
                    <a:pt x="545705" y="2462815"/>
                    <a:pt x="302629" y="2168276"/>
                  </a:cubicBezTo>
                  <a:lnTo>
                    <a:pt x="252590" y="2101360"/>
                  </a:lnTo>
                  <a:lnTo>
                    <a:pt x="363376" y="2101360"/>
                  </a:lnTo>
                  <a:lnTo>
                    <a:pt x="729428" y="2101360"/>
                  </a:lnTo>
                  <a:lnTo>
                    <a:pt x="729428" y="1931019"/>
                  </a:lnTo>
                  <a:lnTo>
                    <a:pt x="363376" y="1931019"/>
                  </a:lnTo>
                  <a:lnTo>
                    <a:pt x="363376" y="1373934"/>
                  </a:lnTo>
                  <a:lnTo>
                    <a:pt x="684601" y="1373934"/>
                  </a:lnTo>
                  <a:lnTo>
                    <a:pt x="684601" y="1203593"/>
                  </a:lnTo>
                  <a:lnTo>
                    <a:pt x="363376" y="1203593"/>
                  </a:lnTo>
                  <a:lnTo>
                    <a:pt x="363376" y="679122"/>
                  </a:lnTo>
                  <a:lnTo>
                    <a:pt x="729428" y="679122"/>
                  </a:lnTo>
                  <a:lnTo>
                    <a:pt x="729428" y="508781"/>
                  </a:lnTo>
                  <a:lnTo>
                    <a:pt x="363376" y="508781"/>
                  </a:lnTo>
                  <a:lnTo>
                    <a:pt x="282811" y="508781"/>
                  </a:lnTo>
                  <a:lnTo>
                    <a:pt x="302629" y="482278"/>
                  </a:lnTo>
                  <a:cubicBezTo>
                    <a:pt x="545705" y="187739"/>
                    <a:pt x="913567" y="0"/>
                    <a:pt x="1325277" y="0"/>
                  </a:cubicBezTo>
                  <a:close/>
                </a:path>
              </a:pathLst>
            </a:custGeom>
            <a:solidFill>
              <a:schemeClr val="tx2"/>
            </a:solidFill>
          </p:spPr>
          <p:txBody>
            <a:bodyPr wrap="square" lIns="72000" tIns="36000" rIns="72000" bIns="36000" rtlCol="0" anchor="ctr">
              <a:noAutofit/>
            </a:bodyPr>
            <a:lstStyle/>
            <a:p>
              <a:pPr algn="l" defTabSz="230733" hangingPunct="0">
                <a:lnSpc>
                  <a:spcPct val="90000"/>
                </a:lnSpc>
                <a:spcAft>
                  <a:spcPts val="447"/>
                </a:spcAft>
                <a:buClr>
                  <a:srgbClr val="E6513E"/>
                </a:buClr>
              </a:pPr>
              <a:endParaRPr lang="en-GB" sz="75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34" name="Freeform: Shape 33">
              <a:extLst>
                <a:ext uri="{FF2B5EF4-FFF2-40B4-BE49-F238E27FC236}">
                  <a16:creationId xmlns:a16="http://schemas.microsoft.com/office/drawing/2014/main" id="{1F0802D5-86FD-48CB-870C-5BBB0CCAFE8B}"/>
                </a:ext>
              </a:extLst>
            </p:cNvPr>
            <p:cNvSpPr/>
            <p:nvPr/>
          </p:nvSpPr>
          <p:spPr>
            <a:xfrm>
              <a:off x="2947569" y="1625897"/>
              <a:ext cx="1792582" cy="1058137"/>
            </a:xfrm>
            <a:custGeom>
              <a:avLst/>
              <a:gdLst>
                <a:gd name="connsiteX0" fmla="*/ 1653463 w 1792582"/>
                <a:gd name="connsiteY0" fmla="*/ 914845 h 1058137"/>
                <a:gd name="connsiteX1" fmla="*/ 1638885 w 1792582"/>
                <a:gd name="connsiteY1" fmla="*/ 954895 h 1058137"/>
                <a:gd name="connsiteX2" fmla="*/ 1653463 w 1792582"/>
                <a:gd name="connsiteY2" fmla="*/ 994945 h 1058137"/>
                <a:gd name="connsiteX3" fmla="*/ 1668040 w 1792582"/>
                <a:gd name="connsiteY3" fmla="*/ 954895 h 1058137"/>
                <a:gd name="connsiteX4" fmla="*/ 1653463 w 1792582"/>
                <a:gd name="connsiteY4" fmla="*/ 914845 h 1058137"/>
                <a:gd name="connsiteX5" fmla="*/ 166428 w 1792582"/>
                <a:gd name="connsiteY5" fmla="*/ 914707 h 1058137"/>
                <a:gd name="connsiteX6" fmla="*/ 151851 w 1792582"/>
                <a:gd name="connsiteY6" fmla="*/ 954758 h 1058137"/>
                <a:gd name="connsiteX7" fmla="*/ 166428 w 1792582"/>
                <a:gd name="connsiteY7" fmla="*/ 994808 h 1058137"/>
                <a:gd name="connsiteX8" fmla="*/ 181005 w 1792582"/>
                <a:gd name="connsiteY8" fmla="*/ 954758 h 1058137"/>
                <a:gd name="connsiteX9" fmla="*/ 166428 w 1792582"/>
                <a:gd name="connsiteY9" fmla="*/ 914707 h 1058137"/>
                <a:gd name="connsiteX10" fmla="*/ 1484566 w 1792582"/>
                <a:gd name="connsiteY10" fmla="*/ 912443 h 1058137"/>
                <a:gd name="connsiteX11" fmla="*/ 1469642 w 1792582"/>
                <a:gd name="connsiteY11" fmla="*/ 937376 h 1058137"/>
                <a:gd name="connsiteX12" fmla="*/ 1469546 w 1792582"/>
                <a:gd name="connsiteY12" fmla="*/ 942259 h 1058137"/>
                <a:gd name="connsiteX13" fmla="*/ 1499391 w 1792582"/>
                <a:gd name="connsiteY13" fmla="*/ 942259 h 1058137"/>
                <a:gd name="connsiteX14" fmla="*/ 1499206 w 1792582"/>
                <a:gd name="connsiteY14" fmla="*/ 937354 h 1058137"/>
                <a:gd name="connsiteX15" fmla="*/ 1484566 w 1792582"/>
                <a:gd name="connsiteY15" fmla="*/ 912443 h 1058137"/>
                <a:gd name="connsiteX16" fmla="*/ 1070393 w 1792582"/>
                <a:gd name="connsiteY16" fmla="*/ 912443 h 1058137"/>
                <a:gd name="connsiteX17" fmla="*/ 1055156 w 1792582"/>
                <a:gd name="connsiteY17" fmla="*/ 953247 h 1058137"/>
                <a:gd name="connsiteX18" fmla="*/ 1070393 w 1792582"/>
                <a:gd name="connsiteY18" fmla="*/ 994053 h 1058137"/>
                <a:gd name="connsiteX19" fmla="*/ 1085631 w 1792582"/>
                <a:gd name="connsiteY19" fmla="*/ 953247 h 1058137"/>
                <a:gd name="connsiteX20" fmla="*/ 1070393 w 1792582"/>
                <a:gd name="connsiteY20" fmla="*/ 912443 h 1058137"/>
                <a:gd name="connsiteX21" fmla="*/ 915496 w 1792582"/>
                <a:gd name="connsiteY21" fmla="*/ 912443 h 1058137"/>
                <a:gd name="connsiteX22" fmla="*/ 900573 w 1792582"/>
                <a:gd name="connsiteY22" fmla="*/ 937376 h 1058137"/>
                <a:gd name="connsiteX23" fmla="*/ 900476 w 1792582"/>
                <a:gd name="connsiteY23" fmla="*/ 942259 h 1058137"/>
                <a:gd name="connsiteX24" fmla="*/ 930321 w 1792582"/>
                <a:gd name="connsiteY24" fmla="*/ 942259 h 1058137"/>
                <a:gd name="connsiteX25" fmla="*/ 930137 w 1792582"/>
                <a:gd name="connsiteY25" fmla="*/ 937354 h 1058137"/>
                <a:gd name="connsiteX26" fmla="*/ 915496 w 1792582"/>
                <a:gd name="connsiteY26" fmla="*/ 912443 h 1058137"/>
                <a:gd name="connsiteX27" fmla="*/ 637849 w 1792582"/>
                <a:gd name="connsiteY27" fmla="*/ 912443 h 1058137"/>
                <a:gd name="connsiteX28" fmla="*/ 622612 w 1792582"/>
                <a:gd name="connsiteY28" fmla="*/ 953247 h 1058137"/>
                <a:gd name="connsiteX29" fmla="*/ 637849 w 1792582"/>
                <a:gd name="connsiteY29" fmla="*/ 994053 h 1058137"/>
                <a:gd name="connsiteX30" fmla="*/ 653087 w 1792582"/>
                <a:gd name="connsiteY30" fmla="*/ 953247 h 1058137"/>
                <a:gd name="connsiteX31" fmla="*/ 637849 w 1792582"/>
                <a:gd name="connsiteY31" fmla="*/ 912443 h 1058137"/>
                <a:gd name="connsiteX32" fmla="*/ 263432 w 1792582"/>
                <a:gd name="connsiteY32" fmla="*/ 912443 h 1058137"/>
                <a:gd name="connsiteX33" fmla="*/ 248508 w 1792582"/>
                <a:gd name="connsiteY33" fmla="*/ 937376 h 1058137"/>
                <a:gd name="connsiteX34" fmla="*/ 248412 w 1792582"/>
                <a:gd name="connsiteY34" fmla="*/ 942259 h 1058137"/>
                <a:gd name="connsiteX35" fmla="*/ 278257 w 1792582"/>
                <a:gd name="connsiteY35" fmla="*/ 942259 h 1058137"/>
                <a:gd name="connsiteX36" fmla="*/ 278072 w 1792582"/>
                <a:gd name="connsiteY36" fmla="*/ 937354 h 1058137"/>
                <a:gd name="connsiteX37" fmla="*/ 263432 w 1792582"/>
                <a:gd name="connsiteY37" fmla="*/ 912443 h 1058137"/>
                <a:gd name="connsiteX38" fmla="*/ 1714910 w 1792582"/>
                <a:gd name="connsiteY38" fmla="*/ 896590 h 1058137"/>
                <a:gd name="connsiteX39" fmla="*/ 1734882 w 1792582"/>
                <a:gd name="connsiteY39" fmla="*/ 896590 h 1058137"/>
                <a:gd name="connsiteX40" fmla="*/ 1753333 w 1792582"/>
                <a:gd name="connsiteY40" fmla="*/ 971008 h 1058137"/>
                <a:gd name="connsiteX41" fmla="*/ 1772205 w 1792582"/>
                <a:gd name="connsiteY41" fmla="*/ 896590 h 1058137"/>
                <a:gd name="connsiteX42" fmla="*/ 1792177 w 1792582"/>
                <a:gd name="connsiteY42" fmla="*/ 896590 h 1058137"/>
                <a:gd name="connsiteX43" fmla="*/ 1746000 w 1792582"/>
                <a:gd name="connsiteY43" fmla="*/ 1058137 h 1058137"/>
                <a:gd name="connsiteX44" fmla="*/ 1726028 w 1792582"/>
                <a:gd name="connsiteY44" fmla="*/ 1058137 h 1058137"/>
                <a:gd name="connsiteX45" fmla="*/ 1742258 w 1792582"/>
                <a:gd name="connsiteY45" fmla="*/ 998644 h 1058137"/>
                <a:gd name="connsiteX46" fmla="*/ 1350499 w 1792582"/>
                <a:gd name="connsiteY46" fmla="*/ 896590 h 1058137"/>
                <a:gd name="connsiteX47" fmla="*/ 1370471 w 1792582"/>
                <a:gd name="connsiteY47" fmla="*/ 896590 h 1058137"/>
                <a:gd name="connsiteX48" fmla="*/ 1370471 w 1792582"/>
                <a:gd name="connsiteY48" fmla="*/ 912636 h 1058137"/>
                <a:gd name="connsiteX49" fmla="*/ 1392815 w 1792582"/>
                <a:gd name="connsiteY49" fmla="*/ 896973 h 1058137"/>
                <a:gd name="connsiteX50" fmla="*/ 1417110 w 1792582"/>
                <a:gd name="connsiteY50" fmla="*/ 931246 h 1058137"/>
                <a:gd name="connsiteX51" fmla="*/ 1417582 w 1792582"/>
                <a:gd name="connsiteY51" fmla="*/ 1009192 h 1058137"/>
                <a:gd name="connsiteX52" fmla="*/ 1397610 w 1792582"/>
                <a:gd name="connsiteY52" fmla="*/ 1009192 h 1058137"/>
                <a:gd name="connsiteX53" fmla="*/ 1397893 w 1792582"/>
                <a:gd name="connsiteY53" fmla="*/ 936367 h 1058137"/>
                <a:gd name="connsiteX54" fmla="*/ 1385541 w 1792582"/>
                <a:gd name="connsiteY54" fmla="*/ 914392 h 1058137"/>
                <a:gd name="connsiteX55" fmla="*/ 1370504 w 1792582"/>
                <a:gd name="connsiteY55" fmla="*/ 934362 h 1058137"/>
                <a:gd name="connsiteX56" fmla="*/ 1370390 w 1792582"/>
                <a:gd name="connsiteY56" fmla="*/ 937613 h 1058137"/>
                <a:gd name="connsiteX57" fmla="*/ 1370170 w 1792582"/>
                <a:gd name="connsiteY57" fmla="*/ 937613 h 1058137"/>
                <a:gd name="connsiteX58" fmla="*/ 1370170 w 1792582"/>
                <a:gd name="connsiteY58" fmla="*/ 996661 h 1058137"/>
                <a:gd name="connsiteX59" fmla="*/ 1370471 w 1792582"/>
                <a:gd name="connsiteY59" fmla="*/ 996661 h 1058137"/>
                <a:gd name="connsiteX60" fmla="*/ 1370471 w 1792582"/>
                <a:gd name="connsiteY60" fmla="*/ 1009192 h 1058137"/>
                <a:gd name="connsiteX61" fmla="*/ 1350499 w 1792582"/>
                <a:gd name="connsiteY61" fmla="*/ 1009192 h 1058137"/>
                <a:gd name="connsiteX62" fmla="*/ 703301 w 1792582"/>
                <a:gd name="connsiteY62" fmla="*/ 896590 h 1058137"/>
                <a:gd name="connsiteX63" fmla="*/ 723273 w 1792582"/>
                <a:gd name="connsiteY63" fmla="*/ 896590 h 1058137"/>
                <a:gd name="connsiteX64" fmla="*/ 723273 w 1792582"/>
                <a:gd name="connsiteY64" fmla="*/ 935890 h 1058137"/>
                <a:gd name="connsiteX65" fmla="*/ 723669 w 1792582"/>
                <a:gd name="connsiteY65" fmla="*/ 935767 h 1058137"/>
                <a:gd name="connsiteX66" fmla="*/ 723669 w 1792582"/>
                <a:gd name="connsiteY66" fmla="*/ 977978 h 1058137"/>
                <a:gd name="connsiteX67" fmla="*/ 723993 w 1792582"/>
                <a:gd name="connsiteY67" fmla="*/ 977978 h 1058137"/>
                <a:gd name="connsiteX68" fmla="*/ 724972 w 1792582"/>
                <a:gd name="connsiteY68" fmla="*/ 985894 h 1058137"/>
                <a:gd name="connsiteX69" fmla="*/ 736125 w 1792582"/>
                <a:gd name="connsiteY69" fmla="*/ 994808 h 1058137"/>
                <a:gd name="connsiteX70" fmla="*/ 747278 w 1792582"/>
                <a:gd name="connsiteY70" fmla="*/ 985873 h 1058137"/>
                <a:gd name="connsiteX71" fmla="*/ 748257 w 1792582"/>
                <a:gd name="connsiteY71" fmla="*/ 977978 h 1058137"/>
                <a:gd name="connsiteX72" fmla="*/ 748582 w 1792582"/>
                <a:gd name="connsiteY72" fmla="*/ 977978 h 1058137"/>
                <a:gd name="connsiteX73" fmla="*/ 748582 w 1792582"/>
                <a:gd name="connsiteY73" fmla="*/ 917038 h 1058137"/>
                <a:gd name="connsiteX74" fmla="*/ 748575 w 1792582"/>
                <a:gd name="connsiteY74" fmla="*/ 917038 h 1058137"/>
                <a:gd name="connsiteX75" fmla="*/ 748575 w 1792582"/>
                <a:gd name="connsiteY75" fmla="*/ 896590 h 1058137"/>
                <a:gd name="connsiteX76" fmla="*/ 768547 w 1792582"/>
                <a:gd name="connsiteY76" fmla="*/ 896590 h 1058137"/>
                <a:gd name="connsiteX77" fmla="*/ 768547 w 1792582"/>
                <a:gd name="connsiteY77" fmla="*/ 975013 h 1058137"/>
                <a:gd name="connsiteX78" fmla="*/ 768547 w 1792582"/>
                <a:gd name="connsiteY78" fmla="*/ 975015 h 1058137"/>
                <a:gd name="connsiteX79" fmla="*/ 768547 w 1792582"/>
                <a:gd name="connsiteY79" fmla="*/ 975018 h 1058137"/>
                <a:gd name="connsiteX80" fmla="*/ 768547 w 1792582"/>
                <a:gd name="connsiteY80" fmla="*/ 976933 h 1058137"/>
                <a:gd name="connsiteX81" fmla="*/ 768420 w 1792582"/>
                <a:gd name="connsiteY81" fmla="*/ 976933 h 1058137"/>
                <a:gd name="connsiteX82" fmla="*/ 767494 w 1792582"/>
                <a:gd name="connsiteY82" fmla="*/ 990893 h 1058137"/>
                <a:gd name="connsiteX83" fmla="*/ 735985 w 1792582"/>
                <a:gd name="connsiteY83" fmla="*/ 1015821 h 1058137"/>
                <a:gd name="connsiteX84" fmla="*/ 704476 w 1792582"/>
                <a:gd name="connsiteY84" fmla="*/ 990904 h 1058137"/>
                <a:gd name="connsiteX85" fmla="*/ 703550 w 1792582"/>
                <a:gd name="connsiteY85" fmla="*/ 976933 h 1058137"/>
                <a:gd name="connsiteX86" fmla="*/ 703301 w 1792582"/>
                <a:gd name="connsiteY86" fmla="*/ 976933 h 1058137"/>
                <a:gd name="connsiteX87" fmla="*/ 326701 w 1792582"/>
                <a:gd name="connsiteY87" fmla="*/ 896590 h 1058137"/>
                <a:gd name="connsiteX88" fmla="*/ 346672 w 1792582"/>
                <a:gd name="connsiteY88" fmla="*/ 896590 h 1058137"/>
                <a:gd name="connsiteX89" fmla="*/ 346672 w 1792582"/>
                <a:gd name="connsiteY89" fmla="*/ 912636 h 1058137"/>
                <a:gd name="connsiteX90" fmla="*/ 369017 w 1792582"/>
                <a:gd name="connsiteY90" fmla="*/ 896973 h 1058137"/>
                <a:gd name="connsiteX91" fmla="*/ 393311 w 1792582"/>
                <a:gd name="connsiteY91" fmla="*/ 931246 h 1058137"/>
                <a:gd name="connsiteX92" fmla="*/ 393784 w 1792582"/>
                <a:gd name="connsiteY92" fmla="*/ 1009192 h 1058137"/>
                <a:gd name="connsiteX93" fmla="*/ 373812 w 1792582"/>
                <a:gd name="connsiteY93" fmla="*/ 1009192 h 1058137"/>
                <a:gd name="connsiteX94" fmla="*/ 374095 w 1792582"/>
                <a:gd name="connsiteY94" fmla="*/ 936367 h 1058137"/>
                <a:gd name="connsiteX95" fmla="*/ 361743 w 1792582"/>
                <a:gd name="connsiteY95" fmla="*/ 914392 h 1058137"/>
                <a:gd name="connsiteX96" fmla="*/ 346705 w 1792582"/>
                <a:gd name="connsiteY96" fmla="*/ 934362 h 1058137"/>
                <a:gd name="connsiteX97" fmla="*/ 346592 w 1792582"/>
                <a:gd name="connsiteY97" fmla="*/ 937613 h 1058137"/>
                <a:gd name="connsiteX98" fmla="*/ 346372 w 1792582"/>
                <a:gd name="connsiteY98" fmla="*/ 937613 h 1058137"/>
                <a:gd name="connsiteX99" fmla="*/ 346372 w 1792582"/>
                <a:gd name="connsiteY99" fmla="*/ 996661 h 1058137"/>
                <a:gd name="connsiteX100" fmla="*/ 346672 w 1792582"/>
                <a:gd name="connsiteY100" fmla="*/ 996661 h 1058137"/>
                <a:gd name="connsiteX101" fmla="*/ 346672 w 1792582"/>
                <a:gd name="connsiteY101" fmla="*/ 1009192 h 1058137"/>
                <a:gd name="connsiteX102" fmla="*/ 326701 w 1792582"/>
                <a:gd name="connsiteY102" fmla="*/ 1009192 h 1058137"/>
                <a:gd name="connsiteX103" fmla="*/ 1645649 w 1792582"/>
                <a:gd name="connsiteY103" fmla="*/ 896386 h 1058137"/>
                <a:gd name="connsiteX104" fmla="*/ 1665951 w 1792582"/>
                <a:gd name="connsiteY104" fmla="*/ 906430 h 1058137"/>
                <a:gd name="connsiteX105" fmla="*/ 1667038 w 1792582"/>
                <a:gd name="connsiteY105" fmla="*/ 908651 h 1058137"/>
                <a:gd name="connsiteX106" fmla="*/ 1667038 w 1792582"/>
                <a:gd name="connsiteY106" fmla="*/ 896728 h 1058137"/>
                <a:gd name="connsiteX107" fmla="*/ 1687010 w 1792582"/>
                <a:gd name="connsiteY107" fmla="*/ 896728 h 1058137"/>
                <a:gd name="connsiteX108" fmla="*/ 1687010 w 1792582"/>
                <a:gd name="connsiteY108" fmla="*/ 1006787 h 1058137"/>
                <a:gd name="connsiteX109" fmla="*/ 1687010 w 1792582"/>
                <a:gd name="connsiteY109" fmla="*/ 1006791 h 1058137"/>
                <a:gd name="connsiteX110" fmla="*/ 1686300 w 1792582"/>
                <a:gd name="connsiteY110" fmla="*/ 1021179 h 1058137"/>
                <a:gd name="connsiteX111" fmla="*/ 1652581 w 1792582"/>
                <a:gd name="connsiteY111" fmla="*/ 1057001 h 1058137"/>
                <a:gd name="connsiteX112" fmla="*/ 1618862 w 1792582"/>
                <a:gd name="connsiteY112" fmla="*/ 1021162 h 1058137"/>
                <a:gd name="connsiteX113" fmla="*/ 1618816 w 1792582"/>
                <a:gd name="connsiteY113" fmla="*/ 1020222 h 1058137"/>
                <a:gd name="connsiteX114" fmla="*/ 1638139 w 1792582"/>
                <a:gd name="connsiteY114" fmla="*/ 1020222 h 1058137"/>
                <a:gd name="connsiteX115" fmla="*/ 1638891 w 1792582"/>
                <a:gd name="connsiteY115" fmla="*/ 1025506 h 1058137"/>
                <a:gd name="connsiteX116" fmla="*/ 1651560 w 1792582"/>
                <a:gd name="connsiteY116" fmla="*/ 1039738 h 1058137"/>
                <a:gd name="connsiteX117" fmla="*/ 1666731 w 1792582"/>
                <a:gd name="connsiteY117" fmla="*/ 1012557 h 1058137"/>
                <a:gd name="connsiteX118" fmla="*/ 1666892 w 1792582"/>
                <a:gd name="connsiteY118" fmla="*/ 1006787 h 1058137"/>
                <a:gd name="connsiteX119" fmla="*/ 1667038 w 1792582"/>
                <a:gd name="connsiteY119" fmla="*/ 1006787 h 1058137"/>
                <a:gd name="connsiteX120" fmla="*/ 1667038 w 1792582"/>
                <a:gd name="connsiteY120" fmla="*/ 1000603 h 1058137"/>
                <a:gd name="connsiteX121" fmla="*/ 1665481 w 1792582"/>
                <a:gd name="connsiteY121" fmla="*/ 1003725 h 1058137"/>
                <a:gd name="connsiteX122" fmla="*/ 1645649 w 1792582"/>
                <a:gd name="connsiteY122" fmla="*/ 1013718 h 1058137"/>
                <a:gd name="connsiteX123" fmla="*/ 1617463 w 1792582"/>
                <a:gd name="connsiteY123" fmla="*/ 955052 h 1058137"/>
                <a:gd name="connsiteX124" fmla="*/ 1645649 w 1792582"/>
                <a:gd name="connsiteY124" fmla="*/ 896386 h 1058137"/>
                <a:gd name="connsiteX125" fmla="*/ 1483922 w 1792582"/>
                <a:gd name="connsiteY125" fmla="*/ 896249 h 1058137"/>
                <a:gd name="connsiteX126" fmla="*/ 1517429 w 1792582"/>
                <a:gd name="connsiteY126" fmla="*/ 932072 h 1058137"/>
                <a:gd name="connsiteX127" fmla="*/ 1518040 w 1792582"/>
                <a:gd name="connsiteY127" fmla="*/ 959244 h 1058137"/>
                <a:gd name="connsiteX128" fmla="*/ 1469496 w 1792582"/>
                <a:gd name="connsiteY128" fmla="*/ 959244 h 1058137"/>
                <a:gd name="connsiteX129" fmla="*/ 1469772 w 1792582"/>
                <a:gd name="connsiteY129" fmla="*/ 969136 h 1058137"/>
                <a:gd name="connsiteX130" fmla="*/ 1484566 w 1792582"/>
                <a:gd name="connsiteY130" fmla="*/ 994053 h 1058137"/>
                <a:gd name="connsiteX131" fmla="*/ 1497612 w 1792582"/>
                <a:gd name="connsiteY131" fmla="*/ 982086 h 1058137"/>
                <a:gd name="connsiteX132" fmla="*/ 1498822 w 1792582"/>
                <a:gd name="connsiteY132" fmla="*/ 973587 h 1058137"/>
                <a:gd name="connsiteX133" fmla="*/ 1517846 w 1792582"/>
                <a:gd name="connsiteY133" fmla="*/ 973587 h 1058137"/>
                <a:gd name="connsiteX134" fmla="*/ 1517641 w 1792582"/>
                <a:gd name="connsiteY134" fmla="*/ 977742 h 1058137"/>
                <a:gd name="connsiteX135" fmla="*/ 1483922 w 1792582"/>
                <a:gd name="connsiteY135" fmla="*/ 1013580 h 1058137"/>
                <a:gd name="connsiteX136" fmla="*/ 1449076 w 1792582"/>
                <a:gd name="connsiteY136" fmla="*/ 954914 h 1058137"/>
                <a:gd name="connsiteX137" fmla="*/ 1483922 w 1792582"/>
                <a:gd name="connsiteY137" fmla="*/ 896249 h 1058137"/>
                <a:gd name="connsiteX138" fmla="*/ 1070504 w 1792582"/>
                <a:gd name="connsiteY138" fmla="*/ 896249 h 1058137"/>
                <a:gd name="connsiteX139" fmla="*/ 1105350 w 1792582"/>
                <a:gd name="connsiteY139" fmla="*/ 954914 h 1058137"/>
                <a:gd name="connsiteX140" fmla="*/ 1070504 w 1792582"/>
                <a:gd name="connsiteY140" fmla="*/ 1013580 h 1058137"/>
                <a:gd name="connsiteX141" fmla="*/ 1035658 w 1792582"/>
                <a:gd name="connsiteY141" fmla="*/ 954914 h 1058137"/>
                <a:gd name="connsiteX142" fmla="*/ 1070504 w 1792582"/>
                <a:gd name="connsiteY142" fmla="*/ 896249 h 1058137"/>
                <a:gd name="connsiteX143" fmla="*/ 914852 w 1792582"/>
                <a:gd name="connsiteY143" fmla="*/ 896249 h 1058137"/>
                <a:gd name="connsiteX144" fmla="*/ 948359 w 1792582"/>
                <a:gd name="connsiteY144" fmla="*/ 932072 h 1058137"/>
                <a:gd name="connsiteX145" fmla="*/ 948970 w 1792582"/>
                <a:gd name="connsiteY145" fmla="*/ 959244 h 1058137"/>
                <a:gd name="connsiteX146" fmla="*/ 900426 w 1792582"/>
                <a:gd name="connsiteY146" fmla="*/ 959244 h 1058137"/>
                <a:gd name="connsiteX147" fmla="*/ 900703 w 1792582"/>
                <a:gd name="connsiteY147" fmla="*/ 969136 h 1058137"/>
                <a:gd name="connsiteX148" fmla="*/ 915496 w 1792582"/>
                <a:gd name="connsiteY148" fmla="*/ 994053 h 1058137"/>
                <a:gd name="connsiteX149" fmla="*/ 928542 w 1792582"/>
                <a:gd name="connsiteY149" fmla="*/ 982086 h 1058137"/>
                <a:gd name="connsiteX150" fmla="*/ 929752 w 1792582"/>
                <a:gd name="connsiteY150" fmla="*/ 973587 h 1058137"/>
                <a:gd name="connsiteX151" fmla="*/ 948777 w 1792582"/>
                <a:gd name="connsiteY151" fmla="*/ 973587 h 1058137"/>
                <a:gd name="connsiteX152" fmla="*/ 948571 w 1792582"/>
                <a:gd name="connsiteY152" fmla="*/ 977742 h 1058137"/>
                <a:gd name="connsiteX153" fmla="*/ 914852 w 1792582"/>
                <a:gd name="connsiteY153" fmla="*/ 1013580 h 1058137"/>
                <a:gd name="connsiteX154" fmla="*/ 880006 w 1792582"/>
                <a:gd name="connsiteY154" fmla="*/ 954914 h 1058137"/>
                <a:gd name="connsiteX155" fmla="*/ 914852 w 1792582"/>
                <a:gd name="connsiteY155" fmla="*/ 896249 h 1058137"/>
                <a:gd name="connsiteX156" fmla="*/ 637960 w 1792582"/>
                <a:gd name="connsiteY156" fmla="*/ 896249 h 1058137"/>
                <a:gd name="connsiteX157" fmla="*/ 672806 w 1792582"/>
                <a:gd name="connsiteY157" fmla="*/ 954914 h 1058137"/>
                <a:gd name="connsiteX158" fmla="*/ 637960 w 1792582"/>
                <a:gd name="connsiteY158" fmla="*/ 1013580 h 1058137"/>
                <a:gd name="connsiteX159" fmla="*/ 603114 w 1792582"/>
                <a:gd name="connsiteY159" fmla="*/ 954914 h 1058137"/>
                <a:gd name="connsiteX160" fmla="*/ 637960 w 1792582"/>
                <a:gd name="connsiteY160" fmla="*/ 896249 h 1058137"/>
                <a:gd name="connsiteX161" fmla="*/ 262788 w 1792582"/>
                <a:gd name="connsiteY161" fmla="*/ 896249 h 1058137"/>
                <a:gd name="connsiteX162" fmla="*/ 296295 w 1792582"/>
                <a:gd name="connsiteY162" fmla="*/ 932072 h 1058137"/>
                <a:gd name="connsiteX163" fmla="*/ 296906 w 1792582"/>
                <a:gd name="connsiteY163" fmla="*/ 959244 h 1058137"/>
                <a:gd name="connsiteX164" fmla="*/ 248362 w 1792582"/>
                <a:gd name="connsiteY164" fmla="*/ 959244 h 1058137"/>
                <a:gd name="connsiteX165" fmla="*/ 248638 w 1792582"/>
                <a:gd name="connsiteY165" fmla="*/ 969136 h 1058137"/>
                <a:gd name="connsiteX166" fmla="*/ 263432 w 1792582"/>
                <a:gd name="connsiteY166" fmla="*/ 994053 h 1058137"/>
                <a:gd name="connsiteX167" fmla="*/ 276478 w 1792582"/>
                <a:gd name="connsiteY167" fmla="*/ 982086 h 1058137"/>
                <a:gd name="connsiteX168" fmla="*/ 277688 w 1792582"/>
                <a:gd name="connsiteY168" fmla="*/ 973587 h 1058137"/>
                <a:gd name="connsiteX169" fmla="*/ 296712 w 1792582"/>
                <a:gd name="connsiteY169" fmla="*/ 973587 h 1058137"/>
                <a:gd name="connsiteX170" fmla="*/ 296507 w 1792582"/>
                <a:gd name="connsiteY170" fmla="*/ 977742 h 1058137"/>
                <a:gd name="connsiteX171" fmla="*/ 262788 w 1792582"/>
                <a:gd name="connsiteY171" fmla="*/ 1013580 h 1058137"/>
                <a:gd name="connsiteX172" fmla="*/ 227942 w 1792582"/>
                <a:gd name="connsiteY172" fmla="*/ 954914 h 1058137"/>
                <a:gd name="connsiteX173" fmla="*/ 262788 w 1792582"/>
                <a:gd name="connsiteY173" fmla="*/ 896249 h 1058137"/>
                <a:gd name="connsiteX174" fmla="*/ 174241 w 1792582"/>
                <a:gd name="connsiteY174" fmla="*/ 896248 h 1058137"/>
                <a:gd name="connsiteX175" fmla="*/ 202427 w 1792582"/>
                <a:gd name="connsiteY175" fmla="*/ 954914 h 1058137"/>
                <a:gd name="connsiteX176" fmla="*/ 174241 w 1792582"/>
                <a:gd name="connsiteY176" fmla="*/ 1013580 h 1058137"/>
                <a:gd name="connsiteX177" fmla="*/ 159360 w 1792582"/>
                <a:gd name="connsiteY177" fmla="*/ 1008995 h 1058137"/>
                <a:gd name="connsiteX178" fmla="*/ 152852 w 1792582"/>
                <a:gd name="connsiteY178" fmla="*/ 999395 h 1058137"/>
                <a:gd name="connsiteX179" fmla="*/ 152852 w 1792582"/>
                <a:gd name="connsiteY179" fmla="*/ 1056246 h 1058137"/>
                <a:gd name="connsiteX180" fmla="*/ 132881 w 1792582"/>
                <a:gd name="connsiteY180" fmla="*/ 1056246 h 1058137"/>
                <a:gd name="connsiteX181" fmla="*/ 132881 w 1792582"/>
                <a:gd name="connsiteY181" fmla="*/ 896590 h 1058137"/>
                <a:gd name="connsiteX182" fmla="*/ 152852 w 1792582"/>
                <a:gd name="connsiteY182" fmla="*/ 896590 h 1058137"/>
                <a:gd name="connsiteX183" fmla="*/ 152852 w 1792582"/>
                <a:gd name="connsiteY183" fmla="*/ 909865 h 1058137"/>
                <a:gd name="connsiteX184" fmla="*/ 158909 w 1792582"/>
                <a:gd name="connsiteY184" fmla="*/ 900882 h 1058137"/>
                <a:gd name="connsiteX185" fmla="*/ 174241 w 1792582"/>
                <a:gd name="connsiteY185" fmla="*/ 896248 h 1058137"/>
                <a:gd name="connsiteX186" fmla="*/ 1592774 w 1792582"/>
                <a:gd name="connsiteY186" fmla="*/ 892438 h 1058137"/>
                <a:gd name="connsiteX187" fmla="*/ 1592774 w 1792582"/>
                <a:gd name="connsiteY187" fmla="*/ 914707 h 1058137"/>
                <a:gd name="connsiteX188" fmla="*/ 1572318 w 1792582"/>
                <a:gd name="connsiteY188" fmla="*/ 924898 h 1058137"/>
                <a:gd name="connsiteX189" fmla="*/ 1570506 w 1792582"/>
                <a:gd name="connsiteY189" fmla="*/ 930363 h 1058137"/>
                <a:gd name="connsiteX190" fmla="*/ 1570506 w 1792582"/>
                <a:gd name="connsiteY190" fmla="*/ 1009192 h 1058137"/>
                <a:gd name="connsiteX191" fmla="*/ 1550534 w 1792582"/>
                <a:gd name="connsiteY191" fmla="*/ 1009192 h 1058137"/>
                <a:gd name="connsiteX192" fmla="*/ 1550534 w 1792582"/>
                <a:gd name="connsiteY192" fmla="*/ 896590 h 1058137"/>
                <a:gd name="connsiteX193" fmla="*/ 1570506 w 1792582"/>
                <a:gd name="connsiteY193" fmla="*/ 896590 h 1058137"/>
                <a:gd name="connsiteX194" fmla="*/ 1570506 w 1792582"/>
                <a:gd name="connsiteY194" fmla="*/ 906833 h 1058137"/>
                <a:gd name="connsiteX195" fmla="*/ 1571627 w 1792582"/>
                <a:gd name="connsiteY195" fmla="*/ 905336 h 1058137"/>
                <a:gd name="connsiteX196" fmla="*/ 1592774 w 1792582"/>
                <a:gd name="connsiteY196" fmla="*/ 892438 h 1058137"/>
                <a:gd name="connsiteX197" fmla="*/ 824066 w 1792582"/>
                <a:gd name="connsiteY197" fmla="*/ 891683 h 1058137"/>
                <a:gd name="connsiteX198" fmla="*/ 846335 w 1792582"/>
                <a:gd name="connsiteY198" fmla="*/ 897345 h 1058137"/>
                <a:gd name="connsiteX199" fmla="*/ 846335 w 1792582"/>
                <a:gd name="connsiteY199" fmla="*/ 916217 h 1058137"/>
                <a:gd name="connsiteX200" fmla="*/ 815762 w 1792582"/>
                <a:gd name="connsiteY200" fmla="*/ 924520 h 1058137"/>
                <a:gd name="connsiteX201" fmla="*/ 832661 w 1792582"/>
                <a:gd name="connsiteY201" fmla="*/ 947285 h 1058137"/>
                <a:gd name="connsiteX202" fmla="*/ 854638 w 1792582"/>
                <a:gd name="connsiteY202" fmla="*/ 979626 h 1058137"/>
                <a:gd name="connsiteX203" fmla="*/ 824444 w 1792582"/>
                <a:gd name="connsiteY203" fmla="*/ 1013595 h 1058137"/>
                <a:gd name="connsiteX204" fmla="*/ 802175 w 1792582"/>
                <a:gd name="connsiteY204" fmla="*/ 1007934 h 1058137"/>
                <a:gd name="connsiteX205" fmla="*/ 802175 w 1792582"/>
                <a:gd name="connsiteY205" fmla="*/ 987929 h 1058137"/>
                <a:gd name="connsiteX206" fmla="*/ 822179 w 1792582"/>
                <a:gd name="connsiteY206" fmla="*/ 994723 h 1058137"/>
                <a:gd name="connsiteX207" fmla="*/ 836521 w 1792582"/>
                <a:gd name="connsiteY207" fmla="*/ 979248 h 1058137"/>
                <a:gd name="connsiteX208" fmla="*/ 816301 w 1792582"/>
                <a:gd name="connsiteY208" fmla="*/ 954931 h 1058137"/>
                <a:gd name="connsiteX209" fmla="*/ 796988 w 1792582"/>
                <a:gd name="connsiteY209" fmla="*/ 925652 h 1058137"/>
                <a:gd name="connsiteX210" fmla="*/ 824066 w 1792582"/>
                <a:gd name="connsiteY210" fmla="*/ 891683 h 1058137"/>
                <a:gd name="connsiteX211" fmla="*/ 56436 w 1792582"/>
                <a:gd name="connsiteY211" fmla="*/ 860524 h 1058137"/>
                <a:gd name="connsiteX212" fmla="*/ 35735 w 1792582"/>
                <a:gd name="connsiteY212" fmla="*/ 926643 h 1058137"/>
                <a:gd name="connsiteX213" fmla="*/ 56436 w 1792582"/>
                <a:gd name="connsiteY213" fmla="*/ 992761 h 1058137"/>
                <a:gd name="connsiteX214" fmla="*/ 77136 w 1792582"/>
                <a:gd name="connsiteY214" fmla="*/ 926643 h 1058137"/>
                <a:gd name="connsiteX215" fmla="*/ 56436 w 1792582"/>
                <a:gd name="connsiteY215" fmla="*/ 860524 h 1058137"/>
                <a:gd name="connsiteX216" fmla="*/ 56672 w 1792582"/>
                <a:gd name="connsiteY216" fmla="*/ 839708 h 1058137"/>
                <a:gd name="connsiteX217" fmla="*/ 100557 w 1792582"/>
                <a:gd name="connsiteY217" fmla="*/ 926644 h 1058137"/>
                <a:gd name="connsiteX218" fmla="*/ 56672 w 1792582"/>
                <a:gd name="connsiteY218" fmla="*/ 1013580 h 1058137"/>
                <a:gd name="connsiteX219" fmla="*/ 12787 w 1792582"/>
                <a:gd name="connsiteY219" fmla="*/ 926644 h 1058137"/>
                <a:gd name="connsiteX220" fmla="*/ 56672 w 1792582"/>
                <a:gd name="connsiteY220" fmla="*/ 839708 h 1058137"/>
                <a:gd name="connsiteX221" fmla="*/ 1261002 w 1792582"/>
                <a:gd name="connsiteY221" fmla="*/ 839707 h 1058137"/>
                <a:gd name="connsiteX222" fmla="*/ 1267808 w 1792582"/>
                <a:gd name="connsiteY222" fmla="*/ 839707 h 1058137"/>
                <a:gd name="connsiteX223" fmla="*/ 1282685 w 1792582"/>
                <a:gd name="connsiteY223" fmla="*/ 839707 h 1058137"/>
                <a:gd name="connsiteX224" fmla="*/ 1322930 w 1792582"/>
                <a:gd name="connsiteY224" fmla="*/ 839707 h 1058137"/>
                <a:gd name="connsiteX225" fmla="*/ 1322930 w 1792582"/>
                <a:gd name="connsiteY225" fmla="*/ 858017 h 1058137"/>
                <a:gd name="connsiteX226" fmla="*/ 1282685 w 1792582"/>
                <a:gd name="connsiteY226" fmla="*/ 858017 h 1058137"/>
                <a:gd name="connsiteX227" fmla="*/ 1282685 w 1792582"/>
                <a:gd name="connsiteY227" fmla="*/ 914391 h 1058137"/>
                <a:gd name="connsiteX228" fmla="*/ 1318112 w 1792582"/>
                <a:gd name="connsiteY228" fmla="*/ 914391 h 1058137"/>
                <a:gd name="connsiteX229" fmla="*/ 1318112 w 1792582"/>
                <a:gd name="connsiteY229" fmla="*/ 932701 h 1058137"/>
                <a:gd name="connsiteX230" fmla="*/ 1282685 w 1792582"/>
                <a:gd name="connsiteY230" fmla="*/ 932701 h 1058137"/>
                <a:gd name="connsiteX231" fmla="*/ 1282685 w 1792582"/>
                <a:gd name="connsiteY231" fmla="*/ 992581 h 1058137"/>
                <a:gd name="connsiteX232" fmla="*/ 1322930 w 1792582"/>
                <a:gd name="connsiteY232" fmla="*/ 992581 h 1058137"/>
                <a:gd name="connsiteX233" fmla="*/ 1322930 w 1792582"/>
                <a:gd name="connsiteY233" fmla="*/ 1010891 h 1058137"/>
                <a:gd name="connsiteX234" fmla="*/ 1282685 w 1792582"/>
                <a:gd name="connsiteY234" fmla="*/ 1010891 h 1058137"/>
                <a:gd name="connsiteX235" fmla="*/ 1267808 w 1792582"/>
                <a:gd name="connsiteY235" fmla="*/ 1010891 h 1058137"/>
                <a:gd name="connsiteX236" fmla="*/ 1261002 w 1792582"/>
                <a:gd name="connsiteY236" fmla="*/ 1010891 h 1058137"/>
                <a:gd name="connsiteX237" fmla="*/ 489126 w 1792582"/>
                <a:gd name="connsiteY237" fmla="*/ 838658 h 1058137"/>
                <a:gd name="connsiteX238" fmla="*/ 510809 w 1792582"/>
                <a:gd name="connsiteY238" fmla="*/ 838658 h 1058137"/>
                <a:gd name="connsiteX239" fmla="*/ 510809 w 1792582"/>
                <a:gd name="connsiteY239" fmla="*/ 905619 h 1058137"/>
                <a:gd name="connsiteX240" fmla="*/ 546246 w 1792582"/>
                <a:gd name="connsiteY240" fmla="*/ 905619 h 1058137"/>
                <a:gd name="connsiteX241" fmla="*/ 546246 w 1792582"/>
                <a:gd name="connsiteY241" fmla="*/ 838658 h 1058137"/>
                <a:gd name="connsiteX242" fmla="*/ 567930 w 1792582"/>
                <a:gd name="connsiteY242" fmla="*/ 838658 h 1058137"/>
                <a:gd name="connsiteX243" fmla="*/ 567930 w 1792582"/>
                <a:gd name="connsiteY243" fmla="*/ 1009192 h 1058137"/>
                <a:gd name="connsiteX244" fmla="*/ 546246 w 1792582"/>
                <a:gd name="connsiteY244" fmla="*/ 1009192 h 1058137"/>
                <a:gd name="connsiteX245" fmla="*/ 546246 w 1792582"/>
                <a:gd name="connsiteY245" fmla="*/ 923859 h 1058137"/>
                <a:gd name="connsiteX246" fmla="*/ 510809 w 1792582"/>
                <a:gd name="connsiteY246" fmla="*/ 923859 h 1058137"/>
                <a:gd name="connsiteX247" fmla="*/ 510809 w 1792582"/>
                <a:gd name="connsiteY247" fmla="*/ 1009192 h 1058137"/>
                <a:gd name="connsiteX248" fmla="*/ 489126 w 1792582"/>
                <a:gd name="connsiteY248" fmla="*/ 1009192 h 1058137"/>
                <a:gd name="connsiteX249" fmla="*/ 1162901 w 1792582"/>
                <a:gd name="connsiteY249" fmla="*/ 821998 h 1058137"/>
                <a:gd name="connsiteX250" fmla="*/ 1177725 w 1792582"/>
                <a:gd name="connsiteY250" fmla="*/ 823498 h 1058137"/>
                <a:gd name="connsiteX251" fmla="*/ 1177725 w 1792582"/>
                <a:gd name="connsiteY251" fmla="*/ 843469 h 1058137"/>
                <a:gd name="connsiteX252" fmla="*/ 1159420 w 1792582"/>
                <a:gd name="connsiteY252" fmla="*/ 854141 h 1058137"/>
                <a:gd name="connsiteX253" fmla="*/ 1159420 w 1792582"/>
                <a:gd name="connsiteY253" fmla="*/ 895458 h 1058137"/>
                <a:gd name="connsiteX254" fmla="*/ 1177725 w 1792582"/>
                <a:gd name="connsiteY254" fmla="*/ 895458 h 1058137"/>
                <a:gd name="connsiteX255" fmla="*/ 1177725 w 1792582"/>
                <a:gd name="connsiteY255" fmla="*/ 912236 h 1058137"/>
                <a:gd name="connsiteX256" fmla="*/ 1159420 w 1792582"/>
                <a:gd name="connsiteY256" fmla="*/ 912236 h 1058137"/>
                <a:gd name="connsiteX257" fmla="*/ 1159420 w 1792582"/>
                <a:gd name="connsiteY257" fmla="*/ 1009192 h 1058137"/>
                <a:gd name="connsiteX258" fmla="*/ 1139449 w 1792582"/>
                <a:gd name="connsiteY258" fmla="*/ 1009192 h 1058137"/>
                <a:gd name="connsiteX259" fmla="*/ 1139449 w 1792582"/>
                <a:gd name="connsiteY259" fmla="*/ 912236 h 1058137"/>
                <a:gd name="connsiteX260" fmla="*/ 1127527 w 1792582"/>
                <a:gd name="connsiteY260" fmla="*/ 912236 h 1058137"/>
                <a:gd name="connsiteX261" fmla="*/ 1127527 w 1792582"/>
                <a:gd name="connsiteY261" fmla="*/ 895458 h 1058137"/>
                <a:gd name="connsiteX262" fmla="*/ 1139449 w 1792582"/>
                <a:gd name="connsiteY262" fmla="*/ 895458 h 1058137"/>
                <a:gd name="connsiteX263" fmla="*/ 1139449 w 1792582"/>
                <a:gd name="connsiteY263" fmla="*/ 844747 h 1058137"/>
                <a:gd name="connsiteX264" fmla="*/ 1162901 w 1792582"/>
                <a:gd name="connsiteY264" fmla="*/ 821998 h 1058137"/>
                <a:gd name="connsiteX265" fmla="*/ 0 w 1792582"/>
                <a:gd name="connsiteY265" fmla="*/ 698203 h 1058137"/>
                <a:gd name="connsiteX266" fmla="*/ 1792582 w 1792582"/>
                <a:gd name="connsiteY266" fmla="*/ 698203 h 1058137"/>
                <a:gd name="connsiteX267" fmla="*/ 1792582 w 1792582"/>
                <a:gd name="connsiteY267" fmla="*/ 703247 h 1058137"/>
                <a:gd name="connsiteX268" fmla="*/ 1792582 w 1792582"/>
                <a:gd name="connsiteY268" fmla="*/ 757745 h 1058137"/>
                <a:gd name="connsiteX269" fmla="*/ 1792582 w 1792582"/>
                <a:gd name="connsiteY269" fmla="*/ 777019 h 1058137"/>
                <a:gd name="connsiteX270" fmla="*/ 0 w 1792582"/>
                <a:gd name="connsiteY270" fmla="*/ 777019 h 1058137"/>
                <a:gd name="connsiteX271" fmla="*/ 827858 w 1792582"/>
                <a:gd name="connsiteY271" fmla="*/ 57086 h 1058137"/>
                <a:gd name="connsiteX272" fmla="*/ 771089 w 1792582"/>
                <a:gd name="connsiteY272" fmla="*/ 238408 h 1058137"/>
                <a:gd name="connsiteX273" fmla="*/ 827858 w 1792582"/>
                <a:gd name="connsiteY273" fmla="*/ 419730 h 1058137"/>
                <a:gd name="connsiteX274" fmla="*/ 884626 w 1792582"/>
                <a:gd name="connsiteY274" fmla="*/ 238408 h 1058137"/>
                <a:gd name="connsiteX275" fmla="*/ 827858 w 1792582"/>
                <a:gd name="connsiteY275" fmla="*/ 57086 h 1058137"/>
                <a:gd name="connsiteX276" fmla="*/ 119700 w 1792582"/>
                <a:gd name="connsiteY276" fmla="*/ 57086 h 1058137"/>
                <a:gd name="connsiteX277" fmla="*/ 62931 w 1792582"/>
                <a:gd name="connsiteY277" fmla="*/ 238408 h 1058137"/>
                <a:gd name="connsiteX278" fmla="*/ 119700 w 1792582"/>
                <a:gd name="connsiteY278" fmla="*/ 419730 h 1058137"/>
                <a:gd name="connsiteX279" fmla="*/ 176468 w 1792582"/>
                <a:gd name="connsiteY279" fmla="*/ 238408 h 1058137"/>
                <a:gd name="connsiteX280" fmla="*/ 119700 w 1792582"/>
                <a:gd name="connsiteY280" fmla="*/ 57086 h 1058137"/>
                <a:gd name="connsiteX281" fmla="*/ 364615 w 1792582"/>
                <a:gd name="connsiteY281" fmla="*/ 7754 h 1058137"/>
                <a:gd name="connsiteX282" fmla="*/ 425426 w 1792582"/>
                <a:gd name="connsiteY282" fmla="*/ 7754 h 1058137"/>
                <a:gd name="connsiteX283" fmla="*/ 425426 w 1792582"/>
                <a:gd name="connsiteY283" fmla="*/ 188764 h 1058137"/>
                <a:gd name="connsiteX284" fmla="*/ 519025 w 1792582"/>
                <a:gd name="connsiteY284" fmla="*/ 188764 h 1058137"/>
                <a:gd name="connsiteX285" fmla="*/ 519025 w 1792582"/>
                <a:gd name="connsiteY285" fmla="*/ 7754 h 1058137"/>
                <a:gd name="connsiteX286" fmla="*/ 579836 w 1792582"/>
                <a:gd name="connsiteY286" fmla="*/ 7754 h 1058137"/>
                <a:gd name="connsiteX287" fmla="*/ 579836 w 1792582"/>
                <a:gd name="connsiteY287" fmla="*/ 468746 h 1058137"/>
                <a:gd name="connsiteX288" fmla="*/ 519025 w 1792582"/>
                <a:gd name="connsiteY288" fmla="*/ 468746 h 1058137"/>
                <a:gd name="connsiteX289" fmla="*/ 519025 w 1792582"/>
                <a:gd name="connsiteY289" fmla="*/ 238072 h 1058137"/>
                <a:gd name="connsiteX290" fmla="*/ 425426 w 1792582"/>
                <a:gd name="connsiteY290" fmla="*/ 238072 h 1058137"/>
                <a:gd name="connsiteX291" fmla="*/ 425426 w 1792582"/>
                <a:gd name="connsiteY291" fmla="*/ 468746 h 1058137"/>
                <a:gd name="connsiteX292" fmla="*/ 364615 w 1792582"/>
                <a:gd name="connsiteY292" fmla="*/ 468746 h 1058137"/>
                <a:gd name="connsiteX293" fmla="*/ 828506 w 1792582"/>
                <a:gd name="connsiteY293" fmla="*/ 0 h 1058137"/>
                <a:gd name="connsiteX294" fmla="*/ 948855 w 1792582"/>
                <a:gd name="connsiteY294" fmla="*/ 238412 h 1058137"/>
                <a:gd name="connsiteX295" fmla="*/ 828506 w 1792582"/>
                <a:gd name="connsiteY295" fmla="*/ 476823 h 1058137"/>
                <a:gd name="connsiteX296" fmla="*/ 708157 w 1792582"/>
                <a:gd name="connsiteY296" fmla="*/ 238412 h 1058137"/>
                <a:gd name="connsiteX297" fmla="*/ 828506 w 1792582"/>
                <a:gd name="connsiteY297" fmla="*/ 0 h 1058137"/>
                <a:gd name="connsiteX298" fmla="*/ 120349 w 1792582"/>
                <a:gd name="connsiteY298" fmla="*/ 0 h 1058137"/>
                <a:gd name="connsiteX299" fmla="*/ 240698 w 1792582"/>
                <a:gd name="connsiteY299" fmla="*/ 238412 h 1058137"/>
                <a:gd name="connsiteX300" fmla="*/ 120349 w 1792582"/>
                <a:gd name="connsiteY300" fmla="*/ 476823 h 1058137"/>
                <a:gd name="connsiteX301" fmla="*/ 0 w 1792582"/>
                <a:gd name="connsiteY301" fmla="*/ 238412 h 1058137"/>
                <a:gd name="connsiteX302" fmla="*/ 120349 w 1792582"/>
                <a:gd name="connsiteY302" fmla="*/ 0 h 10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Lst>
              <a:rect l="l" t="t" r="r" b="b"/>
              <a:pathLst>
                <a:path w="1792582" h="1058137">
                  <a:moveTo>
                    <a:pt x="1653463" y="914845"/>
                  </a:moveTo>
                  <a:cubicBezTo>
                    <a:pt x="1641327" y="914773"/>
                    <a:pt x="1638885" y="932776"/>
                    <a:pt x="1638885" y="954895"/>
                  </a:cubicBezTo>
                  <a:cubicBezTo>
                    <a:pt x="1638885" y="977014"/>
                    <a:pt x="1639618" y="994906"/>
                    <a:pt x="1653463" y="994945"/>
                  </a:cubicBezTo>
                  <a:cubicBezTo>
                    <a:pt x="1666640" y="994983"/>
                    <a:pt x="1668040" y="977014"/>
                    <a:pt x="1668040" y="954895"/>
                  </a:cubicBezTo>
                  <a:cubicBezTo>
                    <a:pt x="1668040" y="932776"/>
                    <a:pt x="1667526" y="914928"/>
                    <a:pt x="1653463" y="914845"/>
                  </a:cubicBezTo>
                  <a:close/>
                  <a:moveTo>
                    <a:pt x="166428" y="914707"/>
                  </a:moveTo>
                  <a:cubicBezTo>
                    <a:pt x="152365" y="914790"/>
                    <a:pt x="151851" y="932638"/>
                    <a:pt x="151851" y="954758"/>
                  </a:cubicBezTo>
                  <a:cubicBezTo>
                    <a:pt x="151851" y="976877"/>
                    <a:pt x="153251" y="994845"/>
                    <a:pt x="166428" y="994808"/>
                  </a:cubicBezTo>
                  <a:cubicBezTo>
                    <a:pt x="180272" y="994768"/>
                    <a:pt x="181005" y="976877"/>
                    <a:pt x="181005" y="954758"/>
                  </a:cubicBezTo>
                  <a:cubicBezTo>
                    <a:pt x="181005" y="932638"/>
                    <a:pt x="178563" y="914636"/>
                    <a:pt x="166428" y="914707"/>
                  </a:cubicBezTo>
                  <a:close/>
                  <a:moveTo>
                    <a:pt x="1484566" y="912443"/>
                  </a:moveTo>
                  <a:cubicBezTo>
                    <a:pt x="1473541" y="912506"/>
                    <a:pt x="1470482" y="922751"/>
                    <a:pt x="1469642" y="937376"/>
                  </a:cubicBezTo>
                  <a:lnTo>
                    <a:pt x="1469546" y="942259"/>
                  </a:lnTo>
                  <a:lnTo>
                    <a:pt x="1499391" y="942259"/>
                  </a:lnTo>
                  <a:cubicBezTo>
                    <a:pt x="1499329" y="940624"/>
                    <a:pt x="1499268" y="938989"/>
                    <a:pt x="1499206" y="937354"/>
                  </a:cubicBezTo>
                  <a:cubicBezTo>
                    <a:pt x="1497894" y="922692"/>
                    <a:pt x="1494080" y="912388"/>
                    <a:pt x="1484566" y="912443"/>
                  </a:cubicBezTo>
                  <a:close/>
                  <a:moveTo>
                    <a:pt x="1070393" y="912443"/>
                  </a:moveTo>
                  <a:cubicBezTo>
                    <a:pt x="1055693" y="912527"/>
                    <a:pt x="1055156" y="930712"/>
                    <a:pt x="1055156" y="953247"/>
                  </a:cubicBezTo>
                  <a:cubicBezTo>
                    <a:pt x="1055156" y="975784"/>
                    <a:pt x="1056619" y="994091"/>
                    <a:pt x="1070393" y="994053"/>
                  </a:cubicBezTo>
                  <a:cubicBezTo>
                    <a:pt x="1084865" y="994013"/>
                    <a:pt x="1085631" y="975784"/>
                    <a:pt x="1085631" y="953247"/>
                  </a:cubicBezTo>
                  <a:cubicBezTo>
                    <a:pt x="1085631" y="930712"/>
                    <a:pt x="1083078" y="912369"/>
                    <a:pt x="1070393" y="912443"/>
                  </a:cubicBezTo>
                  <a:close/>
                  <a:moveTo>
                    <a:pt x="915496" y="912443"/>
                  </a:moveTo>
                  <a:cubicBezTo>
                    <a:pt x="904471" y="912506"/>
                    <a:pt x="901413" y="922751"/>
                    <a:pt x="900573" y="937376"/>
                  </a:cubicBezTo>
                  <a:lnTo>
                    <a:pt x="900476" y="942259"/>
                  </a:lnTo>
                  <a:lnTo>
                    <a:pt x="930321" y="942259"/>
                  </a:lnTo>
                  <a:cubicBezTo>
                    <a:pt x="930260" y="940624"/>
                    <a:pt x="930198" y="938989"/>
                    <a:pt x="930137" y="937354"/>
                  </a:cubicBezTo>
                  <a:cubicBezTo>
                    <a:pt x="928824" y="922692"/>
                    <a:pt x="925010" y="912388"/>
                    <a:pt x="915496" y="912443"/>
                  </a:cubicBezTo>
                  <a:close/>
                  <a:moveTo>
                    <a:pt x="637849" y="912443"/>
                  </a:moveTo>
                  <a:cubicBezTo>
                    <a:pt x="623149" y="912527"/>
                    <a:pt x="622612" y="930712"/>
                    <a:pt x="622612" y="953247"/>
                  </a:cubicBezTo>
                  <a:cubicBezTo>
                    <a:pt x="622612" y="975784"/>
                    <a:pt x="624075" y="994091"/>
                    <a:pt x="637849" y="994053"/>
                  </a:cubicBezTo>
                  <a:cubicBezTo>
                    <a:pt x="652320" y="994013"/>
                    <a:pt x="653087" y="975784"/>
                    <a:pt x="653087" y="953247"/>
                  </a:cubicBezTo>
                  <a:cubicBezTo>
                    <a:pt x="653087" y="930712"/>
                    <a:pt x="650534" y="912369"/>
                    <a:pt x="637849" y="912443"/>
                  </a:cubicBezTo>
                  <a:close/>
                  <a:moveTo>
                    <a:pt x="263432" y="912443"/>
                  </a:moveTo>
                  <a:cubicBezTo>
                    <a:pt x="252407" y="912506"/>
                    <a:pt x="249348" y="922751"/>
                    <a:pt x="248508" y="937376"/>
                  </a:cubicBezTo>
                  <a:lnTo>
                    <a:pt x="248412" y="942259"/>
                  </a:lnTo>
                  <a:lnTo>
                    <a:pt x="278257" y="942259"/>
                  </a:lnTo>
                  <a:cubicBezTo>
                    <a:pt x="278195" y="940624"/>
                    <a:pt x="278134" y="938989"/>
                    <a:pt x="278072" y="937354"/>
                  </a:cubicBezTo>
                  <a:cubicBezTo>
                    <a:pt x="276760" y="922692"/>
                    <a:pt x="272946" y="912388"/>
                    <a:pt x="263432" y="912443"/>
                  </a:cubicBezTo>
                  <a:close/>
                  <a:moveTo>
                    <a:pt x="1714910" y="896590"/>
                  </a:moveTo>
                  <a:lnTo>
                    <a:pt x="1734882" y="896590"/>
                  </a:lnTo>
                  <a:lnTo>
                    <a:pt x="1753333" y="971008"/>
                  </a:lnTo>
                  <a:lnTo>
                    <a:pt x="1772205" y="896590"/>
                  </a:lnTo>
                  <a:lnTo>
                    <a:pt x="1792177" y="896590"/>
                  </a:lnTo>
                  <a:lnTo>
                    <a:pt x="1746000" y="1058137"/>
                  </a:lnTo>
                  <a:lnTo>
                    <a:pt x="1726028" y="1058137"/>
                  </a:lnTo>
                  <a:lnTo>
                    <a:pt x="1742258" y="998644"/>
                  </a:lnTo>
                  <a:close/>
                  <a:moveTo>
                    <a:pt x="1350499" y="896590"/>
                  </a:moveTo>
                  <a:lnTo>
                    <a:pt x="1370471" y="896590"/>
                  </a:lnTo>
                  <a:lnTo>
                    <a:pt x="1370471" y="912636"/>
                  </a:lnTo>
                  <a:cubicBezTo>
                    <a:pt x="1375276" y="905653"/>
                    <a:pt x="1376083" y="897276"/>
                    <a:pt x="1392815" y="896973"/>
                  </a:cubicBezTo>
                  <a:cubicBezTo>
                    <a:pt x="1414114" y="896587"/>
                    <a:pt x="1416732" y="911563"/>
                    <a:pt x="1417110" y="931246"/>
                  </a:cubicBezTo>
                  <a:lnTo>
                    <a:pt x="1417582" y="1009192"/>
                  </a:lnTo>
                  <a:lnTo>
                    <a:pt x="1397610" y="1009192"/>
                  </a:lnTo>
                  <a:cubicBezTo>
                    <a:pt x="1397705" y="984917"/>
                    <a:pt x="1397799" y="960642"/>
                    <a:pt x="1397893" y="936367"/>
                  </a:cubicBezTo>
                  <a:cubicBezTo>
                    <a:pt x="1397830" y="923883"/>
                    <a:pt x="1394269" y="913787"/>
                    <a:pt x="1385541" y="914392"/>
                  </a:cubicBezTo>
                  <a:cubicBezTo>
                    <a:pt x="1372667" y="915283"/>
                    <a:pt x="1371415" y="924422"/>
                    <a:pt x="1370504" y="934362"/>
                  </a:cubicBezTo>
                  <a:lnTo>
                    <a:pt x="1370390" y="937613"/>
                  </a:lnTo>
                  <a:lnTo>
                    <a:pt x="1370170" y="937613"/>
                  </a:lnTo>
                  <a:lnTo>
                    <a:pt x="1370170" y="996661"/>
                  </a:lnTo>
                  <a:lnTo>
                    <a:pt x="1370471" y="996661"/>
                  </a:lnTo>
                  <a:lnTo>
                    <a:pt x="1370471" y="1009192"/>
                  </a:lnTo>
                  <a:lnTo>
                    <a:pt x="1350499" y="1009192"/>
                  </a:lnTo>
                  <a:close/>
                  <a:moveTo>
                    <a:pt x="703301" y="896590"/>
                  </a:moveTo>
                  <a:lnTo>
                    <a:pt x="723273" y="896590"/>
                  </a:lnTo>
                  <a:lnTo>
                    <a:pt x="723273" y="935890"/>
                  </a:lnTo>
                  <a:lnTo>
                    <a:pt x="723669" y="935767"/>
                  </a:lnTo>
                  <a:lnTo>
                    <a:pt x="723669" y="977978"/>
                  </a:lnTo>
                  <a:lnTo>
                    <a:pt x="723993" y="977978"/>
                  </a:lnTo>
                  <a:lnTo>
                    <a:pt x="724972" y="985894"/>
                  </a:lnTo>
                  <a:cubicBezTo>
                    <a:pt x="726442" y="991412"/>
                    <a:pt x="729555" y="994822"/>
                    <a:pt x="736125" y="994808"/>
                  </a:cubicBezTo>
                  <a:cubicBezTo>
                    <a:pt x="742696" y="994793"/>
                    <a:pt x="745808" y="991383"/>
                    <a:pt x="747278" y="985873"/>
                  </a:cubicBezTo>
                  <a:lnTo>
                    <a:pt x="748257" y="977978"/>
                  </a:lnTo>
                  <a:lnTo>
                    <a:pt x="748582" y="977978"/>
                  </a:lnTo>
                  <a:lnTo>
                    <a:pt x="748582" y="917038"/>
                  </a:lnTo>
                  <a:lnTo>
                    <a:pt x="748575" y="917038"/>
                  </a:lnTo>
                  <a:lnTo>
                    <a:pt x="748575" y="896590"/>
                  </a:lnTo>
                  <a:lnTo>
                    <a:pt x="768547" y="896590"/>
                  </a:lnTo>
                  <a:lnTo>
                    <a:pt x="768547" y="975013"/>
                  </a:lnTo>
                  <a:lnTo>
                    <a:pt x="768547" y="975015"/>
                  </a:lnTo>
                  <a:lnTo>
                    <a:pt x="768547" y="975018"/>
                  </a:lnTo>
                  <a:lnTo>
                    <a:pt x="768547" y="976933"/>
                  </a:lnTo>
                  <a:lnTo>
                    <a:pt x="768420" y="976933"/>
                  </a:lnTo>
                  <a:lnTo>
                    <a:pt x="767494" y="990893"/>
                  </a:lnTo>
                  <a:cubicBezTo>
                    <a:pt x="765060" y="1005529"/>
                    <a:pt x="757504" y="1015790"/>
                    <a:pt x="735985" y="1015821"/>
                  </a:cubicBezTo>
                  <a:cubicBezTo>
                    <a:pt x="714467" y="1015852"/>
                    <a:pt x="706910" y="1005560"/>
                    <a:pt x="704476" y="990904"/>
                  </a:cubicBezTo>
                  <a:lnTo>
                    <a:pt x="703550" y="976933"/>
                  </a:lnTo>
                  <a:lnTo>
                    <a:pt x="703301" y="976933"/>
                  </a:lnTo>
                  <a:close/>
                  <a:moveTo>
                    <a:pt x="326701" y="896590"/>
                  </a:moveTo>
                  <a:lnTo>
                    <a:pt x="346672" y="896590"/>
                  </a:lnTo>
                  <a:lnTo>
                    <a:pt x="346672" y="912636"/>
                  </a:lnTo>
                  <a:cubicBezTo>
                    <a:pt x="351478" y="905653"/>
                    <a:pt x="352284" y="897276"/>
                    <a:pt x="369017" y="896973"/>
                  </a:cubicBezTo>
                  <a:cubicBezTo>
                    <a:pt x="390316" y="896587"/>
                    <a:pt x="392934" y="911563"/>
                    <a:pt x="393311" y="931246"/>
                  </a:cubicBezTo>
                  <a:lnTo>
                    <a:pt x="393784" y="1009192"/>
                  </a:lnTo>
                  <a:lnTo>
                    <a:pt x="373812" y="1009192"/>
                  </a:lnTo>
                  <a:cubicBezTo>
                    <a:pt x="373906" y="984917"/>
                    <a:pt x="374000" y="960642"/>
                    <a:pt x="374095" y="936367"/>
                  </a:cubicBezTo>
                  <a:cubicBezTo>
                    <a:pt x="374032" y="923883"/>
                    <a:pt x="370471" y="913787"/>
                    <a:pt x="361743" y="914392"/>
                  </a:cubicBezTo>
                  <a:cubicBezTo>
                    <a:pt x="348869" y="915283"/>
                    <a:pt x="347617" y="924422"/>
                    <a:pt x="346705" y="934362"/>
                  </a:cubicBezTo>
                  <a:lnTo>
                    <a:pt x="346592" y="937613"/>
                  </a:lnTo>
                  <a:lnTo>
                    <a:pt x="346372" y="937613"/>
                  </a:lnTo>
                  <a:lnTo>
                    <a:pt x="346372" y="996661"/>
                  </a:lnTo>
                  <a:lnTo>
                    <a:pt x="346672" y="996661"/>
                  </a:lnTo>
                  <a:lnTo>
                    <a:pt x="346672" y="1009192"/>
                  </a:lnTo>
                  <a:lnTo>
                    <a:pt x="326701" y="1009192"/>
                  </a:lnTo>
                  <a:close/>
                  <a:moveTo>
                    <a:pt x="1645649" y="896386"/>
                  </a:moveTo>
                  <a:cubicBezTo>
                    <a:pt x="1655363" y="896407"/>
                    <a:pt x="1661755" y="900106"/>
                    <a:pt x="1665951" y="906430"/>
                  </a:cubicBezTo>
                  <a:lnTo>
                    <a:pt x="1667038" y="908651"/>
                  </a:lnTo>
                  <a:lnTo>
                    <a:pt x="1667038" y="896728"/>
                  </a:lnTo>
                  <a:lnTo>
                    <a:pt x="1687010" y="896728"/>
                  </a:lnTo>
                  <a:lnTo>
                    <a:pt x="1687010" y="1006787"/>
                  </a:lnTo>
                  <a:cubicBezTo>
                    <a:pt x="1687010" y="1006789"/>
                    <a:pt x="1687010" y="1006789"/>
                    <a:pt x="1687010" y="1006791"/>
                  </a:cubicBezTo>
                  <a:lnTo>
                    <a:pt x="1686300" y="1021179"/>
                  </a:lnTo>
                  <a:cubicBezTo>
                    <a:pt x="1685960" y="1043003"/>
                    <a:pt x="1675608" y="1057051"/>
                    <a:pt x="1652581" y="1057001"/>
                  </a:cubicBezTo>
                  <a:cubicBezTo>
                    <a:pt x="1632195" y="1056956"/>
                    <a:pt x="1621466" y="1042204"/>
                    <a:pt x="1618862" y="1021162"/>
                  </a:cubicBezTo>
                  <a:cubicBezTo>
                    <a:pt x="1618847" y="1020849"/>
                    <a:pt x="1618831" y="1020535"/>
                    <a:pt x="1618816" y="1020222"/>
                  </a:cubicBezTo>
                  <a:lnTo>
                    <a:pt x="1638139" y="1020222"/>
                  </a:lnTo>
                  <a:lnTo>
                    <a:pt x="1638891" y="1025506"/>
                  </a:lnTo>
                  <a:cubicBezTo>
                    <a:pt x="1640137" y="1035905"/>
                    <a:pt x="1644324" y="1039346"/>
                    <a:pt x="1651560" y="1039738"/>
                  </a:cubicBezTo>
                  <a:cubicBezTo>
                    <a:pt x="1665644" y="1040501"/>
                    <a:pt x="1666806" y="1030608"/>
                    <a:pt x="1666731" y="1012557"/>
                  </a:cubicBezTo>
                  <a:lnTo>
                    <a:pt x="1666892" y="1006787"/>
                  </a:lnTo>
                  <a:lnTo>
                    <a:pt x="1667038" y="1006787"/>
                  </a:lnTo>
                  <a:lnTo>
                    <a:pt x="1667038" y="1000603"/>
                  </a:lnTo>
                  <a:lnTo>
                    <a:pt x="1665481" y="1003725"/>
                  </a:lnTo>
                  <a:cubicBezTo>
                    <a:pt x="1661254" y="1010052"/>
                    <a:pt x="1654962" y="1013740"/>
                    <a:pt x="1645649" y="1013718"/>
                  </a:cubicBezTo>
                  <a:cubicBezTo>
                    <a:pt x="1620813" y="1013659"/>
                    <a:pt x="1617463" y="987452"/>
                    <a:pt x="1617463" y="955052"/>
                  </a:cubicBezTo>
                  <a:cubicBezTo>
                    <a:pt x="1617463" y="922652"/>
                    <a:pt x="1622033" y="896335"/>
                    <a:pt x="1645649" y="896386"/>
                  </a:cubicBezTo>
                  <a:close/>
                  <a:moveTo>
                    <a:pt x="1483922" y="896249"/>
                  </a:moveTo>
                  <a:cubicBezTo>
                    <a:pt x="1505820" y="896210"/>
                    <a:pt x="1514472" y="911004"/>
                    <a:pt x="1517429" y="932072"/>
                  </a:cubicBezTo>
                  <a:cubicBezTo>
                    <a:pt x="1518765" y="939997"/>
                    <a:pt x="1518214" y="949432"/>
                    <a:pt x="1518040" y="959244"/>
                  </a:cubicBezTo>
                  <a:lnTo>
                    <a:pt x="1469496" y="959244"/>
                  </a:lnTo>
                  <a:lnTo>
                    <a:pt x="1469772" y="969136"/>
                  </a:lnTo>
                  <a:cubicBezTo>
                    <a:pt x="1470830" y="983791"/>
                    <a:pt x="1474235" y="994082"/>
                    <a:pt x="1484566" y="994053"/>
                  </a:cubicBezTo>
                  <a:cubicBezTo>
                    <a:pt x="1491802" y="994033"/>
                    <a:pt x="1495611" y="989466"/>
                    <a:pt x="1497612" y="982086"/>
                  </a:cubicBezTo>
                  <a:lnTo>
                    <a:pt x="1498822" y="973587"/>
                  </a:lnTo>
                  <a:lnTo>
                    <a:pt x="1517846" y="973587"/>
                  </a:lnTo>
                  <a:cubicBezTo>
                    <a:pt x="1517778" y="974972"/>
                    <a:pt x="1517709" y="976357"/>
                    <a:pt x="1517641" y="977742"/>
                  </a:cubicBezTo>
                  <a:cubicBezTo>
                    <a:pt x="1515037" y="998784"/>
                    <a:pt x="1506950" y="1013536"/>
                    <a:pt x="1483922" y="1013580"/>
                  </a:cubicBezTo>
                  <a:cubicBezTo>
                    <a:pt x="1453219" y="1013640"/>
                    <a:pt x="1449076" y="987315"/>
                    <a:pt x="1449076" y="954914"/>
                  </a:cubicBezTo>
                  <a:cubicBezTo>
                    <a:pt x="1449076" y="922514"/>
                    <a:pt x="1451898" y="896304"/>
                    <a:pt x="1483922" y="896249"/>
                  </a:cubicBezTo>
                  <a:close/>
                  <a:moveTo>
                    <a:pt x="1070504" y="896249"/>
                  </a:moveTo>
                  <a:cubicBezTo>
                    <a:pt x="1099701" y="896198"/>
                    <a:pt x="1105350" y="922514"/>
                    <a:pt x="1105350" y="954914"/>
                  </a:cubicBezTo>
                  <a:cubicBezTo>
                    <a:pt x="1105350" y="987315"/>
                    <a:pt x="1101208" y="1013521"/>
                    <a:pt x="1070504" y="1013580"/>
                  </a:cubicBezTo>
                  <a:cubicBezTo>
                    <a:pt x="1039801" y="1013640"/>
                    <a:pt x="1035658" y="987315"/>
                    <a:pt x="1035658" y="954914"/>
                  </a:cubicBezTo>
                  <a:cubicBezTo>
                    <a:pt x="1035658" y="922514"/>
                    <a:pt x="1038480" y="896304"/>
                    <a:pt x="1070504" y="896249"/>
                  </a:cubicBezTo>
                  <a:close/>
                  <a:moveTo>
                    <a:pt x="914852" y="896249"/>
                  </a:moveTo>
                  <a:cubicBezTo>
                    <a:pt x="936750" y="896210"/>
                    <a:pt x="945402" y="911004"/>
                    <a:pt x="948359" y="932072"/>
                  </a:cubicBezTo>
                  <a:cubicBezTo>
                    <a:pt x="949695" y="939997"/>
                    <a:pt x="949144" y="949432"/>
                    <a:pt x="948970" y="959244"/>
                  </a:cubicBezTo>
                  <a:lnTo>
                    <a:pt x="900426" y="959244"/>
                  </a:lnTo>
                  <a:lnTo>
                    <a:pt x="900703" y="969136"/>
                  </a:lnTo>
                  <a:cubicBezTo>
                    <a:pt x="901760" y="983791"/>
                    <a:pt x="905166" y="994082"/>
                    <a:pt x="915496" y="994053"/>
                  </a:cubicBezTo>
                  <a:cubicBezTo>
                    <a:pt x="922732" y="994033"/>
                    <a:pt x="926541" y="989466"/>
                    <a:pt x="928542" y="982086"/>
                  </a:cubicBezTo>
                  <a:lnTo>
                    <a:pt x="929752" y="973587"/>
                  </a:lnTo>
                  <a:lnTo>
                    <a:pt x="948777" y="973587"/>
                  </a:lnTo>
                  <a:cubicBezTo>
                    <a:pt x="948708" y="974972"/>
                    <a:pt x="948640" y="976357"/>
                    <a:pt x="948571" y="977742"/>
                  </a:cubicBezTo>
                  <a:cubicBezTo>
                    <a:pt x="945967" y="998784"/>
                    <a:pt x="937881" y="1013536"/>
                    <a:pt x="914852" y="1013580"/>
                  </a:cubicBezTo>
                  <a:cubicBezTo>
                    <a:pt x="884149" y="1013640"/>
                    <a:pt x="880006" y="987315"/>
                    <a:pt x="880006" y="954914"/>
                  </a:cubicBezTo>
                  <a:cubicBezTo>
                    <a:pt x="880006" y="922514"/>
                    <a:pt x="882828" y="896304"/>
                    <a:pt x="914852" y="896249"/>
                  </a:cubicBezTo>
                  <a:close/>
                  <a:moveTo>
                    <a:pt x="637960" y="896249"/>
                  </a:moveTo>
                  <a:cubicBezTo>
                    <a:pt x="667156" y="896198"/>
                    <a:pt x="672806" y="922514"/>
                    <a:pt x="672806" y="954914"/>
                  </a:cubicBezTo>
                  <a:cubicBezTo>
                    <a:pt x="672806" y="987315"/>
                    <a:pt x="668664" y="1013521"/>
                    <a:pt x="637960" y="1013580"/>
                  </a:cubicBezTo>
                  <a:cubicBezTo>
                    <a:pt x="607257" y="1013640"/>
                    <a:pt x="603114" y="987315"/>
                    <a:pt x="603114" y="954914"/>
                  </a:cubicBezTo>
                  <a:cubicBezTo>
                    <a:pt x="603114" y="922514"/>
                    <a:pt x="605936" y="896304"/>
                    <a:pt x="637960" y="896249"/>
                  </a:cubicBezTo>
                  <a:close/>
                  <a:moveTo>
                    <a:pt x="262788" y="896249"/>
                  </a:moveTo>
                  <a:cubicBezTo>
                    <a:pt x="284685" y="896210"/>
                    <a:pt x="293337" y="911004"/>
                    <a:pt x="296295" y="932072"/>
                  </a:cubicBezTo>
                  <a:cubicBezTo>
                    <a:pt x="297631" y="939997"/>
                    <a:pt x="297080" y="949432"/>
                    <a:pt x="296906" y="959244"/>
                  </a:cubicBezTo>
                  <a:lnTo>
                    <a:pt x="248362" y="959244"/>
                  </a:lnTo>
                  <a:lnTo>
                    <a:pt x="248638" y="969136"/>
                  </a:lnTo>
                  <a:cubicBezTo>
                    <a:pt x="249695" y="983791"/>
                    <a:pt x="253101" y="994082"/>
                    <a:pt x="263432" y="994053"/>
                  </a:cubicBezTo>
                  <a:cubicBezTo>
                    <a:pt x="270668" y="994033"/>
                    <a:pt x="274477" y="989466"/>
                    <a:pt x="276478" y="982086"/>
                  </a:cubicBezTo>
                  <a:lnTo>
                    <a:pt x="277688" y="973587"/>
                  </a:lnTo>
                  <a:lnTo>
                    <a:pt x="296712" y="973587"/>
                  </a:lnTo>
                  <a:cubicBezTo>
                    <a:pt x="296644" y="974972"/>
                    <a:pt x="296575" y="976357"/>
                    <a:pt x="296507" y="977742"/>
                  </a:cubicBezTo>
                  <a:cubicBezTo>
                    <a:pt x="293903" y="998784"/>
                    <a:pt x="285816" y="1013536"/>
                    <a:pt x="262788" y="1013580"/>
                  </a:cubicBezTo>
                  <a:cubicBezTo>
                    <a:pt x="232085" y="1013640"/>
                    <a:pt x="227942" y="987315"/>
                    <a:pt x="227942" y="954914"/>
                  </a:cubicBezTo>
                  <a:cubicBezTo>
                    <a:pt x="227942" y="922514"/>
                    <a:pt x="230764" y="896304"/>
                    <a:pt x="262788" y="896249"/>
                  </a:cubicBezTo>
                  <a:close/>
                  <a:moveTo>
                    <a:pt x="174241" y="896248"/>
                  </a:moveTo>
                  <a:cubicBezTo>
                    <a:pt x="197857" y="896197"/>
                    <a:pt x="202427" y="922514"/>
                    <a:pt x="202427" y="954914"/>
                  </a:cubicBezTo>
                  <a:cubicBezTo>
                    <a:pt x="202427" y="987315"/>
                    <a:pt x="199077" y="1013521"/>
                    <a:pt x="174241" y="1013580"/>
                  </a:cubicBezTo>
                  <a:cubicBezTo>
                    <a:pt x="168032" y="1013595"/>
                    <a:pt x="163166" y="1011961"/>
                    <a:pt x="159360" y="1008995"/>
                  </a:cubicBezTo>
                  <a:lnTo>
                    <a:pt x="152852" y="999395"/>
                  </a:lnTo>
                  <a:lnTo>
                    <a:pt x="152852" y="1056246"/>
                  </a:lnTo>
                  <a:lnTo>
                    <a:pt x="132881" y="1056246"/>
                  </a:lnTo>
                  <a:lnTo>
                    <a:pt x="132881" y="896590"/>
                  </a:lnTo>
                  <a:lnTo>
                    <a:pt x="152852" y="896590"/>
                  </a:lnTo>
                  <a:lnTo>
                    <a:pt x="152852" y="909865"/>
                  </a:lnTo>
                  <a:lnTo>
                    <a:pt x="158909" y="900882"/>
                  </a:lnTo>
                  <a:cubicBezTo>
                    <a:pt x="162766" y="897911"/>
                    <a:pt x="167765" y="896262"/>
                    <a:pt x="174241" y="896248"/>
                  </a:cubicBezTo>
                  <a:close/>
                  <a:moveTo>
                    <a:pt x="1592774" y="892438"/>
                  </a:moveTo>
                  <a:lnTo>
                    <a:pt x="1592774" y="914707"/>
                  </a:lnTo>
                  <a:cubicBezTo>
                    <a:pt x="1583514" y="909612"/>
                    <a:pt x="1577013" y="914282"/>
                    <a:pt x="1572318" y="924898"/>
                  </a:cubicBezTo>
                  <a:lnTo>
                    <a:pt x="1570506" y="930363"/>
                  </a:lnTo>
                  <a:lnTo>
                    <a:pt x="1570506" y="1009192"/>
                  </a:lnTo>
                  <a:lnTo>
                    <a:pt x="1550534" y="1009192"/>
                  </a:lnTo>
                  <a:lnTo>
                    <a:pt x="1550534" y="896590"/>
                  </a:lnTo>
                  <a:lnTo>
                    <a:pt x="1570506" y="896590"/>
                  </a:lnTo>
                  <a:lnTo>
                    <a:pt x="1570506" y="906833"/>
                  </a:lnTo>
                  <a:lnTo>
                    <a:pt x="1571627" y="905336"/>
                  </a:lnTo>
                  <a:cubicBezTo>
                    <a:pt x="1576659" y="898171"/>
                    <a:pt x="1581532" y="891589"/>
                    <a:pt x="1592774" y="892438"/>
                  </a:cubicBezTo>
                  <a:close/>
                  <a:moveTo>
                    <a:pt x="824066" y="891683"/>
                  </a:moveTo>
                  <a:cubicBezTo>
                    <a:pt x="833896" y="891238"/>
                    <a:pt x="841608" y="894228"/>
                    <a:pt x="846335" y="897345"/>
                  </a:cubicBezTo>
                  <a:lnTo>
                    <a:pt x="846335" y="916217"/>
                  </a:lnTo>
                  <a:cubicBezTo>
                    <a:pt x="831615" y="909171"/>
                    <a:pt x="816237" y="908789"/>
                    <a:pt x="815762" y="924520"/>
                  </a:cubicBezTo>
                  <a:cubicBezTo>
                    <a:pt x="816014" y="936598"/>
                    <a:pt x="828690" y="944111"/>
                    <a:pt x="832661" y="947285"/>
                  </a:cubicBezTo>
                  <a:cubicBezTo>
                    <a:pt x="836633" y="950459"/>
                    <a:pt x="854413" y="963697"/>
                    <a:pt x="854638" y="979626"/>
                  </a:cubicBezTo>
                  <a:cubicBezTo>
                    <a:pt x="854854" y="994907"/>
                    <a:pt x="843083" y="1013464"/>
                    <a:pt x="824444" y="1013595"/>
                  </a:cubicBezTo>
                  <a:cubicBezTo>
                    <a:pt x="818138" y="1013640"/>
                    <a:pt x="808465" y="1010953"/>
                    <a:pt x="802175" y="1007934"/>
                  </a:cubicBezTo>
                  <a:lnTo>
                    <a:pt x="802175" y="987929"/>
                  </a:lnTo>
                  <a:cubicBezTo>
                    <a:pt x="808151" y="992144"/>
                    <a:pt x="816277" y="994890"/>
                    <a:pt x="822179" y="994723"/>
                  </a:cubicBezTo>
                  <a:cubicBezTo>
                    <a:pt x="831112" y="994472"/>
                    <a:pt x="837501" y="985881"/>
                    <a:pt x="836521" y="979248"/>
                  </a:cubicBezTo>
                  <a:cubicBezTo>
                    <a:pt x="835542" y="972616"/>
                    <a:pt x="823602" y="961846"/>
                    <a:pt x="816301" y="954931"/>
                  </a:cubicBezTo>
                  <a:cubicBezTo>
                    <a:pt x="809000" y="948016"/>
                    <a:pt x="797597" y="936255"/>
                    <a:pt x="796988" y="925652"/>
                  </a:cubicBezTo>
                  <a:cubicBezTo>
                    <a:pt x="795789" y="904786"/>
                    <a:pt x="811690" y="892244"/>
                    <a:pt x="824066" y="891683"/>
                  </a:cubicBezTo>
                  <a:close/>
                  <a:moveTo>
                    <a:pt x="56436" y="860524"/>
                  </a:moveTo>
                  <a:cubicBezTo>
                    <a:pt x="36465" y="860661"/>
                    <a:pt x="35735" y="890126"/>
                    <a:pt x="35735" y="926643"/>
                  </a:cubicBezTo>
                  <a:cubicBezTo>
                    <a:pt x="35735" y="963159"/>
                    <a:pt x="37723" y="992824"/>
                    <a:pt x="56436" y="992761"/>
                  </a:cubicBezTo>
                  <a:cubicBezTo>
                    <a:pt x="76095" y="992696"/>
                    <a:pt x="77136" y="963159"/>
                    <a:pt x="77136" y="926643"/>
                  </a:cubicBezTo>
                  <a:cubicBezTo>
                    <a:pt x="77136" y="890126"/>
                    <a:pt x="73668" y="860406"/>
                    <a:pt x="56436" y="860524"/>
                  </a:cubicBezTo>
                  <a:close/>
                  <a:moveTo>
                    <a:pt x="56672" y="839708"/>
                  </a:moveTo>
                  <a:cubicBezTo>
                    <a:pt x="93442" y="839632"/>
                    <a:pt x="100557" y="878630"/>
                    <a:pt x="100557" y="926644"/>
                  </a:cubicBezTo>
                  <a:cubicBezTo>
                    <a:pt x="100557" y="974658"/>
                    <a:pt x="95341" y="1013492"/>
                    <a:pt x="56672" y="1013580"/>
                  </a:cubicBezTo>
                  <a:cubicBezTo>
                    <a:pt x="18004" y="1013668"/>
                    <a:pt x="12787" y="974658"/>
                    <a:pt x="12787" y="926644"/>
                  </a:cubicBezTo>
                  <a:cubicBezTo>
                    <a:pt x="12787" y="878630"/>
                    <a:pt x="16341" y="839790"/>
                    <a:pt x="56672" y="839708"/>
                  </a:cubicBezTo>
                  <a:close/>
                  <a:moveTo>
                    <a:pt x="1261002" y="839707"/>
                  </a:moveTo>
                  <a:lnTo>
                    <a:pt x="1267808" y="839707"/>
                  </a:lnTo>
                  <a:lnTo>
                    <a:pt x="1282685" y="839707"/>
                  </a:lnTo>
                  <a:lnTo>
                    <a:pt x="1322930" y="839707"/>
                  </a:lnTo>
                  <a:lnTo>
                    <a:pt x="1322930" y="858017"/>
                  </a:lnTo>
                  <a:lnTo>
                    <a:pt x="1282685" y="858017"/>
                  </a:lnTo>
                  <a:lnTo>
                    <a:pt x="1282685" y="914391"/>
                  </a:lnTo>
                  <a:lnTo>
                    <a:pt x="1318112" y="914391"/>
                  </a:lnTo>
                  <a:lnTo>
                    <a:pt x="1318112" y="932701"/>
                  </a:lnTo>
                  <a:lnTo>
                    <a:pt x="1282685" y="932701"/>
                  </a:lnTo>
                  <a:lnTo>
                    <a:pt x="1282685" y="992581"/>
                  </a:lnTo>
                  <a:lnTo>
                    <a:pt x="1322930" y="992581"/>
                  </a:lnTo>
                  <a:lnTo>
                    <a:pt x="1322930" y="1010891"/>
                  </a:lnTo>
                  <a:lnTo>
                    <a:pt x="1282685" y="1010891"/>
                  </a:lnTo>
                  <a:lnTo>
                    <a:pt x="1267808" y="1010891"/>
                  </a:lnTo>
                  <a:lnTo>
                    <a:pt x="1261002" y="1010891"/>
                  </a:lnTo>
                  <a:close/>
                  <a:moveTo>
                    <a:pt x="489126" y="838658"/>
                  </a:moveTo>
                  <a:lnTo>
                    <a:pt x="510809" y="838658"/>
                  </a:lnTo>
                  <a:lnTo>
                    <a:pt x="510809" y="905619"/>
                  </a:lnTo>
                  <a:lnTo>
                    <a:pt x="546246" y="905619"/>
                  </a:lnTo>
                  <a:lnTo>
                    <a:pt x="546246" y="838658"/>
                  </a:lnTo>
                  <a:lnTo>
                    <a:pt x="567930" y="838658"/>
                  </a:lnTo>
                  <a:lnTo>
                    <a:pt x="567930" y="1009192"/>
                  </a:lnTo>
                  <a:lnTo>
                    <a:pt x="546246" y="1009192"/>
                  </a:lnTo>
                  <a:lnTo>
                    <a:pt x="546246" y="923859"/>
                  </a:lnTo>
                  <a:lnTo>
                    <a:pt x="510809" y="923859"/>
                  </a:lnTo>
                  <a:lnTo>
                    <a:pt x="510809" y="1009192"/>
                  </a:lnTo>
                  <a:lnTo>
                    <a:pt x="489126" y="1009192"/>
                  </a:lnTo>
                  <a:close/>
                  <a:moveTo>
                    <a:pt x="1162901" y="821998"/>
                  </a:moveTo>
                  <a:cubicBezTo>
                    <a:pt x="1167454" y="821842"/>
                    <a:pt x="1172459" y="822375"/>
                    <a:pt x="1177725" y="823498"/>
                  </a:cubicBezTo>
                  <a:lnTo>
                    <a:pt x="1177725" y="843469"/>
                  </a:lnTo>
                  <a:cubicBezTo>
                    <a:pt x="1162565" y="837968"/>
                    <a:pt x="1159105" y="844922"/>
                    <a:pt x="1159420" y="854141"/>
                  </a:cubicBezTo>
                  <a:lnTo>
                    <a:pt x="1159420" y="895458"/>
                  </a:lnTo>
                  <a:lnTo>
                    <a:pt x="1177725" y="895458"/>
                  </a:lnTo>
                  <a:lnTo>
                    <a:pt x="1177725" y="912236"/>
                  </a:lnTo>
                  <a:lnTo>
                    <a:pt x="1159420" y="912236"/>
                  </a:lnTo>
                  <a:lnTo>
                    <a:pt x="1159420" y="1009192"/>
                  </a:lnTo>
                  <a:lnTo>
                    <a:pt x="1139449" y="1009192"/>
                  </a:lnTo>
                  <a:lnTo>
                    <a:pt x="1139449" y="912236"/>
                  </a:lnTo>
                  <a:lnTo>
                    <a:pt x="1127527" y="912236"/>
                  </a:lnTo>
                  <a:lnTo>
                    <a:pt x="1127527" y="895458"/>
                  </a:lnTo>
                  <a:lnTo>
                    <a:pt x="1139449" y="895458"/>
                  </a:lnTo>
                  <a:lnTo>
                    <a:pt x="1139449" y="844747"/>
                  </a:lnTo>
                  <a:cubicBezTo>
                    <a:pt x="1139676" y="829150"/>
                    <a:pt x="1149246" y="822469"/>
                    <a:pt x="1162901" y="821998"/>
                  </a:cubicBezTo>
                  <a:close/>
                  <a:moveTo>
                    <a:pt x="0" y="698203"/>
                  </a:moveTo>
                  <a:lnTo>
                    <a:pt x="1792582" y="698203"/>
                  </a:lnTo>
                  <a:lnTo>
                    <a:pt x="1792582" y="703247"/>
                  </a:lnTo>
                  <a:lnTo>
                    <a:pt x="1792582" y="757745"/>
                  </a:lnTo>
                  <a:lnTo>
                    <a:pt x="1792582" y="777019"/>
                  </a:lnTo>
                  <a:lnTo>
                    <a:pt x="0" y="777019"/>
                  </a:lnTo>
                  <a:close/>
                  <a:moveTo>
                    <a:pt x="827858" y="57086"/>
                  </a:moveTo>
                  <a:cubicBezTo>
                    <a:pt x="773091" y="57462"/>
                    <a:pt x="771089" y="138267"/>
                    <a:pt x="771089" y="238408"/>
                  </a:cubicBezTo>
                  <a:cubicBezTo>
                    <a:pt x="771089" y="338549"/>
                    <a:pt x="776541" y="419900"/>
                    <a:pt x="827858" y="419730"/>
                  </a:cubicBezTo>
                  <a:cubicBezTo>
                    <a:pt x="881771" y="419551"/>
                    <a:pt x="884626" y="338549"/>
                    <a:pt x="884626" y="238408"/>
                  </a:cubicBezTo>
                  <a:cubicBezTo>
                    <a:pt x="884626" y="138267"/>
                    <a:pt x="875116" y="56762"/>
                    <a:pt x="827858" y="57086"/>
                  </a:cubicBezTo>
                  <a:close/>
                  <a:moveTo>
                    <a:pt x="119700" y="57086"/>
                  </a:moveTo>
                  <a:cubicBezTo>
                    <a:pt x="64933" y="57462"/>
                    <a:pt x="62931" y="138267"/>
                    <a:pt x="62931" y="238408"/>
                  </a:cubicBezTo>
                  <a:cubicBezTo>
                    <a:pt x="62931" y="338549"/>
                    <a:pt x="68383" y="419900"/>
                    <a:pt x="119700" y="419730"/>
                  </a:cubicBezTo>
                  <a:cubicBezTo>
                    <a:pt x="173614" y="419551"/>
                    <a:pt x="176468" y="338549"/>
                    <a:pt x="176468" y="238408"/>
                  </a:cubicBezTo>
                  <a:cubicBezTo>
                    <a:pt x="176468" y="138267"/>
                    <a:pt x="166959" y="56762"/>
                    <a:pt x="119700" y="57086"/>
                  </a:cubicBezTo>
                  <a:close/>
                  <a:moveTo>
                    <a:pt x="364615" y="7754"/>
                  </a:moveTo>
                  <a:lnTo>
                    <a:pt x="425426" y="7754"/>
                  </a:lnTo>
                  <a:lnTo>
                    <a:pt x="425426" y="188764"/>
                  </a:lnTo>
                  <a:lnTo>
                    <a:pt x="519025" y="188764"/>
                  </a:lnTo>
                  <a:lnTo>
                    <a:pt x="519025" y="7754"/>
                  </a:lnTo>
                  <a:lnTo>
                    <a:pt x="579836" y="7754"/>
                  </a:lnTo>
                  <a:lnTo>
                    <a:pt x="579836" y="468746"/>
                  </a:lnTo>
                  <a:lnTo>
                    <a:pt x="519025" y="468746"/>
                  </a:lnTo>
                  <a:lnTo>
                    <a:pt x="519025" y="238072"/>
                  </a:lnTo>
                  <a:lnTo>
                    <a:pt x="425426" y="238072"/>
                  </a:lnTo>
                  <a:lnTo>
                    <a:pt x="425426" y="468746"/>
                  </a:lnTo>
                  <a:lnTo>
                    <a:pt x="364615" y="468746"/>
                  </a:lnTo>
                  <a:close/>
                  <a:moveTo>
                    <a:pt x="828506" y="0"/>
                  </a:moveTo>
                  <a:cubicBezTo>
                    <a:pt x="929343" y="-206"/>
                    <a:pt x="948855" y="106741"/>
                    <a:pt x="948855" y="238412"/>
                  </a:cubicBezTo>
                  <a:cubicBezTo>
                    <a:pt x="948855" y="370082"/>
                    <a:pt x="934550" y="476581"/>
                    <a:pt x="828506" y="476823"/>
                  </a:cubicBezTo>
                  <a:cubicBezTo>
                    <a:pt x="722465" y="477064"/>
                    <a:pt x="708157" y="370082"/>
                    <a:pt x="708157" y="238412"/>
                  </a:cubicBezTo>
                  <a:cubicBezTo>
                    <a:pt x="708157" y="106741"/>
                    <a:pt x="717903" y="227"/>
                    <a:pt x="828506" y="0"/>
                  </a:cubicBezTo>
                  <a:close/>
                  <a:moveTo>
                    <a:pt x="120349" y="0"/>
                  </a:moveTo>
                  <a:cubicBezTo>
                    <a:pt x="221186" y="-206"/>
                    <a:pt x="240698" y="106741"/>
                    <a:pt x="240698" y="238412"/>
                  </a:cubicBezTo>
                  <a:cubicBezTo>
                    <a:pt x="240698" y="370082"/>
                    <a:pt x="226393" y="476581"/>
                    <a:pt x="120349" y="476823"/>
                  </a:cubicBezTo>
                  <a:cubicBezTo>
                    <a:pt x="14308" y="477064"/>
                    <a:pt x="0" y="370082"/>
                    <a:pt x="0" y="238412"/>
                  </a:cubicBezTo>
                  <a:cubicBezTo>
                    <a:pt x="0" y="106741"/>
                    <a:pt x="9745" y="227"/>
                    <a:pt x="120349" y="0"/>
                  </a:cubicBezTo>
                  <a:close/>
                </a:path>
              </a:pathLst>
            </a:custGeom>
            <a:solidFill>
              <a:schemeClr val="bg2"/>
            </a:solidFill>
          </p:spPr>
          <p:txBody>
            <a:bodyPr wrap="square" lIns="72000" tIns="36000" rIns="72000" bIns="36000" rtlCol="0" anchor="ctr">
              <a:noAutofit/>
            </a:bodyPr>
            <a:lstStyle/>
            <a:p>
              <a:pPr defTabSz="230733" hangingPunct="0">
                <a:lnSpc>
                  <a:spcPct val="90000"/>
                </a:lnSpc>
                <a:spcAft>
                  <a:spcPts val="447"/>
                </a:spcAft>
                <a:buClr>
                  <a:srgbClr val="E6513E"/>
                </a:buClr>
              </a:pPr>
              <a:endParaRPr lang="en-GB" sz="750">
                <a:solidFill>
                  <a:schemeClr val="tx2"/>
                </a:solidFill>
                <a:latin typeface="+mj-lt"/>
                <a:ea typeface="Nokia Pure Text" panose="020B0504040602060303" pitchFamily="34" charset="0"/>
                <a:cs typeface="Nokia Pure Text" panose="020B0504040602060303" pitchFamily="34" charset="0"/>
              </a:endParaRPr>
            </a:p>
          </p:txBody>
        </p:sp>
      </p:grpSp>
    </p:spTree>
    <p:extLst>
      <p:ext uri="{BB962C8B-B14F-4D97-AF65-F5344CB8AC3E}">
        <p14:creationId xmlns:p14="http://schemas.microsoft.com/office/powerpoint/2010/main" val="3703108299"/>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 white">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054CC-0BE3-4E7B-9B7A-14018DD03A92}"/>
              </a:ext>
            </a:extLst>
          </p:cNvPr>
          <p:cNvSpPr/>
          <p:nvPr userDrawn="1"/>
        </p:nvSpPr>
        <p:spPr>
          <a:xfrm>
            <a:off x="0" y="2930967"/>
            <a:ext cx="9144000" cy="2212532"/>
          </a:xfrm>
          <a:prstGeom prst="rect">
            <a:avLst/>
          </a:prstGeom>
          <a:solidFill>
            <a:schemeClr val="bg2">
              <a:lumMod val="20000"/>
              <a:lumOff val="80000"/>
            </a:schemeClr>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00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3" name="Rectangle: Rounded Corners 2">
            <a:extLst>
              <a:ext uri="{FF2B5EF4-FFF2-40B4-BE49-F238E27FC236}">
                <a16:creationId xmlns:a16="http://schemas.microsoft.com/office/drawing/2014/main" id="{A046050C-9335-47C8-9FB2-2BBBB15054DE}"/>
              </a:ext>
            </a:extLst>
          </p:cNvPr>
          <p:cNvSpPr/>
          <p:nvPr userDrawn="1"/>
        </p:nvSpPr>
        <p:spPr>
          <a:xfrm>
            <a:off x="-8251001" y="3146266"/>
            <a:ext cx="10464800" cy="1781233"/>
          </a:xfrm>
          <a:prstGeom prst="roundRect">
            <a:avLst>
              <a:gd name="adj" fmla="val 50000"/>
            </a:avLst>
          </a:prstGeom>
          <a:solidFill>
            <a:schemeClr val="bg1">
              <a:alpha val="70000"/>
            </a:schemeClr>
          </a:solidFill>
          <a:ln>
            <a:noFill/>
          </a:ln>
        </p:spPr>
        <p:txBody>
          <a:bodyPr wrap="square" rtlCol="0" anchor="ctr">
            <a:noAutofit/>
          </a:bodyPr>
          <a:lstStyle/>
          <a:p>
            <a:pPr algn="ctr"/>
            <a:endParaRPr lang="en-GB" sz="1013"/>
          </a:p>
        </p:txBody>
      </p:sp>
      <p:grpSp>
        <p:nvGrpSpPr>
          <p:cNvPr id="21" name="Group 20">
            <a:extLst>
              <a:ext uri="{FF2B5EF4-FFF2-40B4-BE49-F238E27FC236}">
                <a16:creationId xmlns:a16="http://schemas.microsoft.com/office/drawing/2014/main" id="{A97B0DFE-A841-4354-BFFE-12EDB0CAAC6C}"/>
              </a:ext>
            </a:extLst>
          </p:cNvPr>
          <p:cNvGrpSpPr/>
          <p:nvPr userDrawn="1"/>
        </p:nvGrpSpPr>
        <p:grpSpPr>
          <a:xfrm>
            <a:off x="5522560" y="5143499"/>
            <a:ext cx="1677734" cy="434683"/>
            <a:chOff x="5522558" y="4679749"/>
            <a:chExt cx="1677734" cy="432000"/>
          </a:xfrm>
        </p:grpSpPr>
        <p:sp>
          <p:nvSpPr>
            <p:cNvPr id="23" name="forward link">
              <a:hlinkClick r:id="" action="ppaction://hlinkshowjump?jump=nextslide"/>
              <a:extLst>
                <a:ext uri="{FF2B5EF4-FFF2-40B4-BE49-F238E27FC236}">
                  <a16:creationId xmlns:a16="http://schemas.microsoft.com/office/drawing/2014/main" id="{C02B9478-7874-4219-9B8D-D2A20C577368}"/>
                </a:ext>
              </a:extLst>
            </p:cNvPr>
            <p:cNvSpPr/>
            <p:nvPr userDrawn="1"/>
          </p:nvSpPr>
          <p:spPr>
            <a:xfrm>
              <a:off x="6768292" y="4679749"/>
              <a:ext cx="432000" cy="432000"/>
            </a:xfrm>
            <a:prstGeom prst="rect">
              <a:avLst/>
            </a:prstGeom>
            <a:solidFill>
              <a:srgbClr val="FFFF00">
                <a:alpha val="0"/>
              </a:srgbClr>
            </a:solidFill>
            <a:ln w="25400" cap="flat" cmpd="sng" algn="ctr">
              <a:noFill/>
              <a:prstDash val="solid"/>
            </a:ln>
            <a:effectLst/>
          </p:spPr>
          <p:txBody>
            <a:bodyPr rot="0" spcFirstLastPara="0" vertOverflow="overflow" horzOverflow="overflow" vert="horz" wrap="square" lIns="180000" tIns="72000" rIns="108000" bIns="21600" numCol="1" spcCol="0" rtlCol="0" fromWordArt="0" anchor="b" anchorCtr="0" forceAA="0" compatLnSpc="1">
              <a:prstTxWarp prst="textNoShape">
                <a:avLst/>
              </a:prstTxWarp>
              <a:noAutofit/>
            </a:bodyPr>
            <a:lstStyle/>
            <a:p>
              <a:pPr marL="0" marR="0" lvl="0" indent="0" algn="l" defTabSz="914378" eaLnBrk="1" fontAlgn="auto" latinLnBrk="0" hangingPunct="1">
                <a:lnSpc>
                  <a:spcPct val="100000"/>
                </a:lnSpc>
                <a:spcBef>
                  <a:spcPts val="0"/>
                </a:spcBef>
                <a:spcAft>
                  <a:spcPts val="0"/>
                </a:spcAft>
                <a:buClrTx/>
                <a:buSzTx/>
                <a:buFontTx/>
                <a:buNone/>
                <a:tabLst/>
              </a:pPr>
              <a:r>
                <a:rPr kumimoji="0" lang="en-US" sz="500" b="0" i="0" u="none" strike="noStrike" kern="0" cap="none" spc="0" normalizeH="0" baseline="0" noProof="0">
                  <a:ln>
                    <a:noFill/>
                  </a:ln>
                  <a:solidFill>
                    <a:schemeClr val="accent1">
                      <a:alpha val="30000"/>
                    </a:schemeClr>
                  </a:solidFill>
                  <a:effectLst/>
                  <a:uLnTx/>
                  <a:uFillTx/>
                  <a:latin typeface="Arial Narrow" panose="020B0606020202030204" pitchFamily="34" charset="0"/>
                  <a:ea typeface="+mn-ea"/>
                  <a:cs typeface="+mn-cs"/>
                </a:rPr>
                <a:t>next</a:t>
              </a:r>
            </a:p>
          </p:txBody>
        </p:sp>
        <p:sp>
          <p:nvSpPr>
            <p:cNvPr id="24" name="back link">
              <a:hlinkClick r:id="" action="ppaction://hlinkshowjump?jump=lastslideviewed"/>
              <a:extLst>
                <a:ext uri="{FF2B5EF4-FFF2-40B4-BE49-F238E27FC236}">
                  <a16:creationId xmlns:a16="http://schemas.microsoft.com/office/drawing/2014/main" id="{3B503F5D-A8AD-4994-992E-AA3340A338DE}"/>
                </a:ext>
              </a:extLst>
            </p:cNvPr>
            <p:cNvSpPr/>
            <p:nvPr userDrawn="1"/>
          </p:nvSpPr>
          <p:spPr>
            <a:xfrm>
              <a:off x="5522558" y="4679749"/>
              <a:ext cx="432000" cy="432000"/>
            </a:xfrm>
            <a:prstGeom prst="rect">
              <a:avLst/>
            </a:prstGeom>
            <a:solidFill>
              <a:srgbClr val="FFFF00">
                <a:alpha val="0"/>
              </a:srgbClr>
            </a:solidFill>
            <a:ln w="25400" cap="flat" cmpd="sng" algn="ctr">
              <a:noFill/>
              <a:prstDash val="solid"/>
            </a:ln>
            <a:effectLst/>
          </p:spPr>
          <p:txBody>
            <a:bodyPr rot="0" spcFirstLastPara="0" vertOverflow="overflow" horzOverflow="overflow" vert="horz" wrap="none" lIns="108000" tIns="72000" rIns="108000" bIns="21600" numCol="1" spcCol="0" rtlCol="0" fromWordArt="0" anchor="b" anchorCtr="0" forceAA="0" compatLnSpc="1">
              <a:prstTxWarp prst="textNoShape">
                <a:avLst/>
              </a:prstTxWarp>
              <a:noAutofit/>
            </a:bodyPr>
            <a:lstStyle/>
            <a:p>
              <a:pPr marR="0" lvl="0" indent="0" algn="r" defTabSz="914378" fontAlgn="auto">
                <a:lnSpc>
                  <a:spcPct val="100000"/>
                </a:lnSpc>
                <a:spcBef>
                  <a:spcPts val="0"/>
                </a:spcBef>
                <a:spcAft>
                  <a:spcPts val="0"/>
                </a:spcAft>
                <a:buClrTx/>
                <a:buSzTx/>
                <a:buFontTx/>
                <a:buNone/>
                <a:tabLst/>
              </a:pPr>
              <a:r>
                <a:rPr kumimoji="0" lang="en-US" sz="500" b="0" i="0" u="none" strike="noStrike" kern="0" cap="none" spc="0" normalizeH="0" baseline="0" noProof="0">
                  <a:ln>
                    <a:noFill/>
                  </a:ln>
                  <a:solidFill>
                    <a:schemeClr val="accent1">
                      <a:alpha val="30000"/>
                    </a:schemeClr>
                  </a:solidFill>
                  <a:effectLst/>
                  <a:uLnTx/>
                  <a:uFillTx/>
                  <a:latin typeface="Arial Narrow" panose="020B0606020202030204" pitchFamily="34" charset="0"/>
                </a:rPr>
                <a:t>last visited</a:t>
              </a:r>
            </a:p>
          </p:txBody>
        </p:sp>
        <p:sp>
          <p:nvSpPr>
            <p:cNvPr id="28" name="Gleichschenkliges Dreieck 60">
              <a:hlinkClick r:id="" action="ppaction://hlinkshowjump?jump=nextslide"/>
              <a:extLst>
                <a:ext uri="{FF2B5EF4-FFF2-40B4-BE49-F238E27FC236}">
                  <a16:creationId xmlns:a16="http://schemas.microsoft.com/office/drawing/2014/main" id="{6C5479D3-0BD3-47E8-A381-5B935F2E44A4}"/>
                </a:ext>
              </a:extLst>
            </p:cNvPr>
            <p:cNvSpPr/>
            <p:nvPr userDrawn="1"/>
          </p:nvSpPr>
          <p:spPr>
            <a:xfrm rot="5400000" flipH="1">
              <a:off x="6954931" y="4872889"/>
              <a:ext cx="75018" cy="45720"/>
            </a:xfrm>
            <a:prstGeom prst="triangle">
              <a:avLst/>
            </a:prstGeom>
            <a:solidFill>
              <a:schemeClr val="accent1">
                <a:lumMod val="60000"/>
                <a:lumOff val="40000"/>
              </a:schemeClr>
            </a:solidFill>
            <a:ln w="5080" cap="sq">
              <a:solidFill>
                <a:schemeClr val="accent1">
                  <a:lumMod val="60000"/>
                  <a:lumOff val="40000"/>
                </a:schemeClr>
              </a:solidFill>
              <a:miter lim="800000"/>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lnSpc>
                  <a:spcPct val="90000"/>
                </a:lnSpc>
                <a:spcAft>
                  <a:spcPts val="600"/>
                </a:spcAft>
              </a:pPr>
              <a:endParaRPr lang="en-GB" sz="1600">
                <a:solidFill>
                  <a:srgbClr val="FFFFFF"/>
                </a:solidFill>
              </a:endParaRPr>
            </a:p>
          </p:txBody>
        </p:sp>
        <p:sp>
          <p:nvSpPr>
            <p:cNvPr id="29" name="Gleichschenkliges Dreieck 61">
              <a:hlinkClick r:id="" action="ppaction://hlinkshowjump?jump=previousslide"/>
              <a:extLst>
                <a:ext uri="{FF2B5EF4-FFF2-40B4-BE49-F238E27FC236}">
                  <a16:creationId xmlns:a16="http://schemas.microsoft.com/office/drawing/2014/main" id="{B05FB270-3212-4A7C-A61B-D641C6718341}"/>
                </a:ext>
              </a:extLst>
            </p:cNvPr>
            <p:cNvSpPr/>
            <p:nvPr userDrawn="1"/>
          </p:nvSpPr>
          <p:spPr>
            <a:xfrm rot="16200000">
              <a:off x="5682626" y="4872890"/>
              <a:ext cx="75018" cy="45720"/>
            </a:xfrm>
            <a:prstGeom prst="triangle">
              <a:avLst/>
            </a:prstGeom>
            <a:noFill/>
            <a:ln w="5080" cap="sq">
              <a:solidFill>
                <a:schemeClr val="accent1">
                  <a:lumMod val="60000"/>
                  <a:lumOff val="40000"/>
                </a:schemeClr>
              </a:solidFill>
              <a:miter lim="800000"/>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lnSpc>
                  <a:spcPct val="90000"/>
                </a:lnSpc>
                <a:spcAft>
                  <a:spcPts val="600"/>
                </a:spcAft>
              </a:pPr>
              <a:endParaRPr lang="en-GB" sz="1600">
                <a:solidFill>
                  <a:srgbClr val="FFFFFF"/>
                </a:solidFill>
              </a:endParaRPr>
            </a:p>
          </p:txBody>
        </p:sp>
      </p:grpSp>
      <p:sp>
        <p:nvSpPr>
          <p:cNvPr id="27" name="Freeform: Shape 26">
            <a:extLst>
              <a:ext uri="{FF2B5EF4-FFF2-40B4-BE49-F238E27FC236}">
                <a16:creationId xmlns:a16="http://schemas.microsoft.com/office/drawing/2014/main" id="{DB8789BB-C81C-4368-93F3-D208284053AF}"/>
              </a:ext>
            </a:extLst>
          </p:cNvPr>
          <p:cNvSpPr>
            <a:spLocks noChangeAspect="1"/>
          </p:cNvSpPr>
          <p:nvPr userDrawn="1"/>
        </p:nvSpPr>
        <p:spPr>
          <a:xfrm>
            <a:off x="3324174" y="1081681"/>
            <a:ext cx="1396270" cy="1394140"/>
          </a:xfrm>
          <a:custGeom>
            <a:avLst/>
            <a:gdLst>
              <a:gd name="connsiteX0" fmla="*/ 860885 w 2537170"/>
              <a:gd name="connsiteY0" fmla="*/ 1437939 h 2533298"/>
              <a:gd name="connsiteX1" fmla="*/ 402545 w 2537170"/>
              <a:gd name="connsiteY1" fmla="*/ 1560751 h 2533298"/>
              <a:gd name="connsiteX2" fmla="*/ 1259461 w 2537170"/>
              <a:gd name="connsiteY2" fmla="*/ 2176428 h 2533298"/>
              <a:gd name="connsiteX3" fmla="*/ 1852888 w 2537170"/>
              <a:gd name="connsiteY3" fmla="*/ 1951120 h 2533298"/>
              <a:gd name="connsiteX4" fmla="*/ 1513851 w 2537170"/>
              <a:gd name="connsiteY4" fmla="*/ 1612087 h 2533298"/>
              <a:gd name="connsiteX5" fmla="*/ 1477444 w 2537170"/>
              <a:gd name="connsiteY5" fmla="*/ 1644201 h 2533298"/>
              <a:gd name="connsiteX6" fmla="*/ 881909 w 2537170"/>
              <a:gd name="connsiteY6" fmla="*/ 1484630 h 2533298"/>
              <a:gd name="connsiteX7" fmla="*/ 1259461 w 2537170"/>
              <a:gd name="connsiteY7" fmla="*/ 986252 h 2533298"/>
              <a:gd name="connsiteX8" fmla="*/ 979064 w 2537170"/>
              <a:gd name="connsiteY8" fmla="*/ 1266649 h 2533298"/>
              <a:gd name="connsiteX9" fmla="*/ 1259461 w 2537170"/>
              <a:gd name="connsiteY9" fmla="*/ 1547047 h 2533298"/>
              <a:gd name="connsiteX10" fmla="*/ 1539859 w 2537170"/>
              <a:gd name="connsiteY10" fmla="*/ 1266649 h 2533298"/>
              <a:gd name="connsiteX11" fmla="*/ 1259461 w 2537170"/>
              <a:gd name="connsiteY11" fmla="*/ 986252 h 2533298"/>
              <a:gd name="connsiteX12" fmla="*/ 1548911 w 2537170"/>
              <a:gd name="connsiteY12" fmla="*/ 408290 h 2533298"/>
              <a:gd name="connsiteX13" fmla="*/ 1426040 w 2537170"/>
              <a:gd name="connsiteY13" fmla="*/ 866853 h 2533298"/>
              <a:gd name="connsiteX14" fmla="*/ 1637017 w 2537170"/>
              <a:gd name="connsiteY14" fmla="*/ 1048669 h 2533298"/>
              <a:gd name="connsiteX15" fmla="*/ 1603283 w 2537170"/>
              <a:gd name="connsiteY15" fmla="*/ 1533201 h 2533298"/>
              <a:gd name="connsiteX16" fmla="*/ 1937706 w 2537170"/>
              <a:gd name="connsiteY16" fmla="*/ 1867622 h 2533298"/>
              <a:gd name="connsiteX17" fmla="*/ 2169239 w 2537170"/>
              <a:gd name="connsiteY17" fmla="*/ 1266649 h 2533298"/>
              <a:gd name="connsiteX18" fmla="*/ 1548911 w 2537170"/>
              <a:gd name="connsiteY18" fmla="*/ 408290 h 2533298"/>
              <a:gd name="connsiteX19" fmla="*/ 1259461 w 2537170"/>
              <a:gd name="connsiteY19" fmla="*/ 356871 h 2533298"/>
              <a:gd name="connsiteX20" fmla="*/ 349683 w 2537170"/>
              <a:gd name="connsiteY20" fmla="*/ 1266649 h 2533298"/>
              <a:gd name="connsiteX21" fmla="*/ 367847 w 2537170"/>
              <a:gd name="connsiteY21" fmla="*/ 1446833 h 2533298"/>
              <a:gd name="connsiteX22" fmla="*/ 827444 w 2537170"/>
              <a:gd name="connsiteY22" fmla="*/ 1323684 h 2533298"/>
              <a:gd name="connsiteX23" fmla="*/ 1041485 w 2537170"/>
              <a:gd name="connsiteY23" fmla="*/ 889097 h 2533298"/>
              <a:gd name="connsiteX24" fmla="*/ 1289805 w 2537170"/>
              <a:gd name="connsiteY24" fmla="*/ 831703 h 2533298"/>
              <a:gd name="connsiteX25" fmla="*/ 1311143 w 2537170"/>
              <a:gd name="connsiteY25" fmla="*/ 835808 h 2533298"/>
              <a:gd name="connsiteX26" fmla="*/ 1434739 w 2537170"/>
              <a:gd name="connsiteY26" fmla="*/ 374541 h 2533298"/>
              <a:gd name="connsiteX27" fmla="*/ 1259461 w 2537170"/>
              <a:gd name="connsiteY27" fmla="*/ 356871 h 2533298"/>
              <a:gd name="connsiteX28" fmla="*/ 1268585 w 2537170"/>
              <a:gd name="connsiteY28" fmla="*/ 293382 h 2533298"/>
              <a:gd name="connsiteX29" fmla="*/ 2241854 w 2537170"/>
              <a:gd name="connsiteY29" fmla="*/ 1266650 h 2533298"/>
              <a:gd name="connsiteX30" fmla="*/ 1268585 w 2537170"/>
              <a:gd name="connsiteY30" fmla="*/ 2239918 h 2533298"/>
              <a:gd name="connsiteX31" fmla="*/ 295316 w 2537170"/>
              <a:gd name="connsiteY31" fmla="*/ 1266650 h 2533298"/>
              <a:gd name="connsiteX32" fmla="*/ 1268585 w 2537170"/>
              <a:gd name="connsiteY32" fmla="*/ 293382 h 2533298"/>
              <a:gd name="connsiteX33" fmla="*/ 1268585 w 2537170"/>
              <a:gd name="connsiteY33" fmla="*/ 230994 h 2533298"/>
              <a:gd name="connsiteX34" fmla="*/ 232928 w 2537170"/>
              <a:gd name="connsiteY34" fmla="*/ 1266650 h 2533298"/>
              <a:gd name="connsiteX35" fmla="*/ 1268585 w 2537170"/>
              <a:gd name="connsiteY35" fmla="*/ 2302306 h 2533298"/>
              <a:gd name="connsiteX36" fmla="*/ 2304242 w 2537170"/>
              <a:gd name="connsiteY36" fmla="*/ 1266650 h 2533298"/>
              <a:gd name="connsiteX37" fmla="*/ 1268585 w 2537170"/>
              <a:gd name="connsiteY37" fmla="*/ 230994 h 2533298"/>
              <a:gd name="connsiteX38" fmla="*/ 1370577 w 2537170"/>
              <a:gd name="connsiteY38" fmla="*/ 129 h 2533298"/>
              <a:gd name="connsiteX39" fmla="*/ 1407956 w 2537170"/>
              <a:gd name="connsiteY39" fmla="*/ 43937 h 2533298"/>
              <a:gd name="connsiteX40" fmla="*/ 1411431 w 2537170"/>
              <a:gd name="connsiteY40" fmla="*/ 184077 h 2533298"/>
              <a:gd name="connsiteX41" fmla="*/ 1482158 w 2537170"/>
              <a:gd name="connsiteY41" fmla="*/ 196909 h 2533298"/>
              <a:gd name="connsiteX42" fmla="*/ 1531455 w 2537170"/>
              <a:gd name="connsiteY42" fmla="*/ 64872 h 2533298"/>
              <a:gd name="connsiteX43" fmla="*/ 1581088 w 2537170"/>
              <a:gd name="connsiteY43" fmla="*/ 35666 h 2533298"/>
              <a:gd name="connsiteX44" fmla="*/ 1610292 w 2537170"/>
              <a:gd name="connsiteY44" fmla="*/ 85299 h 2533298"/>
              <a:gd name="connsiteX45" fmla="*/ 1590652 w 2537170"/>
              <a:gd name="connsiteY45" fmla="*/ 219957 h 2533298"/>
              <a:gd name="connsiteX46" fmla="*/ 1665197 w 2537170"/>
              <a:gd name="connsiteY46" fmla="*/ 249732 h 2533298"/>
              <a:gd name="connsiteX47" fmla="*/ 1736025 w 2537170"/>
              <a:gd name="connsiteY47" fmla="*/ 129366 h 2533298"/>
              <a:gd name="connsiteX48" fmla="*/ 1789976 w 2537170"/>
              <a:gd name="connsiteY48" fmla="*/ 109225 h 2533298"/>
              <a:gd name="connsiteX49" fmla="*/ 1810118 w 2537170"/>
              <a:gd name="connsiteY49" fmla="*/ 163174 h 2533298"/>
              <a:gd name="connsiteX50" fmla="*/ 1767925 w 2537170"/>
              <a:gd name="connsiteY50" fmla="*/ 290765 h 2533298"/>
              <a:gd name="connsiteX51" fmla="*/ 1836575 w 2537170"/>
              <a:gd name="connsiteY51" fmla="*/ 333544 h 2533298"/>
              <a:gd name="connsiteX52" fmla="*/ 1926288 w 2537170"/>
              <a:gd name="connsiteY52" fmla="*/ 228405 h 2533298"/>
              <a:gd name="connsiteX53" fmla="*/ 1952435 w 2537170"/>
              <a:gd name="connsiteY53" fmla="*/ 211444 h 2533298"/>
              <a:gd name="connsiteX54" fmla="*/ 1982916 w 2537170"/>
              <a:gd name="connsiteY54" fmla="*/ 217939 h 2533298"/>
              <a:gd name="connsiteX55" fmla="*/ 1993385 w 2537170"/>
              <a:gd name="connsiteY55" fmla="*/ 274565 h 2533298"/>
              <a:gd name="connsiteX56" fmla="*/ 1929215 w 2537170"/>
              <a:gd name="connsiteY56" fmla="*/ 393751 h 2533298"/>
              <a:gd name="connsiteX57" fmla="*/ 1990985 w 2537170"/>
              <a:gd name="connsiteY57" fmla="*/ 446006 h 2533298"/>
              <a:gd name="connsiteX58" fmla="*/ 2096463 w 2537170"/>
              <a:gd name="connsiteY58" fmla="*/ 358978 h 2533298"/>
              <a:gd name="connsiteX59" fmla="*/ 2125159 w 2537170"/>
              <a:gd name="connsiteY59" fmla="*/ 346814 h 2533298"/>
              <a:gd name="connsiteX60" fmla="*/ 2154049 w 2537170"/>
              <a:gd name="connsiteY60" fmla="*/ 358503 h 2533298"/>
              <a:gd name="connsiteX61" fmla="*/ 2154524 w 2537170"/>
              <a:gd name="connsiteY61" fmla="*/ 416088 h 2533298"/>
              <a:gd name="connsiteX62" fmla="*/ 2070300 w 2537170"/>
              <a:gd name="connsiteY62" fmla="*/ 522740 h 2533298"/>
              <a:gd name="connsiteX63" fmla="*/ 2123835 w 2537170"/>
              <a:gd name="connsiteY63" fmla="*/ 583690 h 2533298"/>
              <a:gd name="connsiteX64" fmla="*/ 2241379 w 2537170"/>
              <a:gd name="connsiteY64" fmla="*/ 517116 h 2533298"/>
              <a:gd name="connsiteX65" fmla="*/ 2271750 w 2537170"/>
              <a:gd name="connsiteY65" fmla="*/ 510120 h 2533298"/>
              <a:gd name="connsiteX66" fmla="*/ 2298174 w 2537170"/>
              <a:gd name="connsiteY66" fmla="*/ 526648 h 2533298"/>
              <a:gd name="connsiteX67" fmla="*/ 2288641 w 2537170"/>
              <a:gd name="connsiteY67" fmla="*/ 583442 h 2533298"/>
              <a:gd name="connsiteX68" fmla="*/ 2187044 w 2537170"/>
              <a:gd name="connsiteY68" fmla="*/ 673967 h 2533298"/>
              <a:gd name="connsiteX69" fmla="*/ 2231207 w 2537170"/>
              <a:gd name="connsiteY69" fmla="*/ 742498 h 2533298"/>
              <a:gd name="connsiteX70" fmla="*/ 2356634 w 2537170"/>
              <a:gd name="connsiteY70" fmla="*/ 698018 h 2533298"/>
              <a:gd name="connsiteX71" fmla="*/ 2387756 w 2537170"/>
              <a:gd name="connsiteY71" fmla="*/ 696403 h 2533298"/>
              <a:gd name="connsiteX72" fmla="*/ 2410907 w 2537170"/>
              <a:gd name="connsiteY72" fmla="*/ 717268 h 2533298"/>
              <a:gd name="connsiteX73" fmla="*/ 2391659 w 2537170"/>
              <a:gd name="connsiteY73" fmla="*/ 771542 h 2533298"/>
              <a:gd name="connsiteX74" fmla="*/ 2275899 w 2537170"/>
              <a:gd name="connsiteY74" fmla="*/ 843042 h 2533298"/>
              <a:gd name="connsiteX75" fmla="*/ 2309184 w 2537170"/>
              <a:gd name="connsiteY75" fmla="*/ 917923 h 2533298"/>
              <a:gd name="connsiteX76" fmla="*/ 2438723 w 2537170"/>
              <a:gd name="connsiteY76" fmla="*/ 896186 h 2533298"/>
              <a:gd name="connsiteX77" fmla="*/ 2488830 w 2537170"/>
              <a:gd name="connsiteY77" fmla="*/ 924566 h 2533298"/>
              <a:gd name="connsiteX78" fmla="*/ 2460450 w 2537170"/>
              <a:gd name="connsiteY78" fmla="*/ 974674 h 2533298"/>
              <a:gd name="connsiteX79" fmla="*/ 2334042 w 2537170"/>
              <a:gd name="connsiteY79" fmla="*/ 1024982 h 2533298"/>
              <a:gd name="connsiteX80" fmla="*/ 2351989 w 2537170"/>
              <a:gd name="connsiteY80" fmla="*/ 1104495 h 2533298"/>
              <a:gd name="connsiteX81" fmla="*/ 2485152 w 2537170"/>
              <a:gd name="connsiteY81" fmla="*/ 1105597 h 2533298"/>
              <a:gd name="connsiteX82" fmla="*/ 2529571 w 2537170"/>
              <a:gd name="connsiteY82" fmla="*/ 1142247 h 2533298"/>
              <a:gd name="connsiteX83" fmla="*/ 2492921 w 2537170"/>
              <a:gd name="connsiteY83" fmla="*/ 1186666 h 2533298"/>
              <a:gd name="connsiteX84" fmla="*/ 2359802 w 2537170"/>
              <a:gd name="connsiteY84" fmla="*/ 1214237 h 2533298"/>
              <a:gd name="connsiteX85" fmla="*/ 2361526 w 2537170"/>
              <a:gd name="connsiteY85" fmla="*/ 1294592 h 2533298"/>
              <a:gd name="connsiteX86" fmla="*/ 2499662 w 2537170"/>
              <a:gd name="connsiteY86" fmla="*/ 1320295 h 2533298"/>
              <a:gd name="connsiteX87" fmla="*/ 2537041 w 2537170"/>
              <a:gd name="connsiteY87" fmla="*/ 1364103 h 2533298"/>
              <a:gd name="connsiteX88" fmla="*/ 2493234 w 2537170"/>
              <a:gd name="connsiteY88" fmla="*/ 1401481 h 2533298"/>
              <a:gd name="connsiteX89" fmla="*/ 2353247 w 2537170"/>
              <a:gd name="connsiteY89" fmla="*/ 1405705 h 2533298"/>
              <a:gd name="connsiteX90" fmla="*/ 2339167 w 2537170"/>
              <a:gd name="connsiteY90" fmla="*/ 1483310 h 2533298"/>
              <a:gd name="connsiteX91" fmla="*/ 2471668 w 2537170"/>
              <a:gd name="connsiteY91" fmla="*/ 1532957 h 2533298"/>
              <a:gd name="connsiteX92" fmla="*/ 2500873 w 2537170"/>
              <a:gd name="connsiteY92" fmla="*/ 1582589 h 2533298"/>
              <a:gd name="connsiteX93" fmla="*/ 2451240 w 2537170"/>
              <a:gd name="connsiteY93" fmla="*/ 1611794 h 2533298"/>
              <a:gd name="connsiteX94" fmla="*/ 2314998 w 2537170"/>
              <a:gd name="connsiteY94" fmla="*/ 1591988 h 2533298"/>
              <a:gd name="connsiteX95" fmla="*/ 2285532 w 2537170"/>
              <a:gd name="connsiteY95" fmla="*/ 1665756 h 2533298"/>
              <a:gd name="connsiteX96" fmla="*/ 2407173 w 2537170"/>
              <a:gd name="connsiteY96" fmla="*/ 1737526 h 2533298"/>
              <a:gd name="connsiteX97" fmla="*/ 2427315 w 2537170"/>
              <a:gd name="connsiteY97" fmla="*/ 1791476 h 2533298"/>
              <a:gd name="connsiteX98" fmla="*/ 2373363 w 2537170"/>
              <a:gd name="connsiteY98" fmla="*/ 1811618 h 2533298"/>
              <a:gd name="connsiteX99" fmla="*/ 2244296 w 2537170"/>
              <a:gd name="connsiteY99" fmla="*/ 1769003 h 2533298"/>
              <a:gd name="connsiteX100" fmla="*/ 2201195 w 2537170"/>
              <a:gd name="connsiteY100" fmla="*/ 1836322 h 2533298"/>
              <a:gd name="connsiteX101" fmla="*/ 2308136 w 2537170"/>
              <a:gd name="connsiteY101" fmla="*/ 1927790 h 2533298"/>
              <a:gd name="connsiteX102" fmla="*/ 2318603 w 2537170"/>
              <a:gd name="connsiteY102" fmla="*/ 1984416 h 2533298"/>
              <a:gd name="connsiteX103" fmla="*/ 2261973 w 2537170"/>
              <a:gd name="connsiteY103" fmla="*/ 1994887 h 2533298"/>
              <a:gd name="connsiteX104" fmla="*/ 2140578 w 2537170"/>
              <a:gd name="connsiteY104" fmla="*/ 1929597 h 2533298"/>
              <a:gd name="connsiteX105" fmla="*/ 2088541 w 2537170"/>
              <a:gd name="connsiteY105" fmla="*/ 1989816 h 2533298"/>
              <a:gd name="connsiteX106" fmla="*/ 2177561 w 2537170"/>
              <a:gd name="connsiteY106" fmla="*/ 2097965 h 2533298"/>
              <a:gd name="connsiteX107" fmla="*/ 2178037 w 2537170"/>
              <a:gd name="connsiteY107" fmla="*/ 2155550 h 2533298"/>
              <a:gd name="connsiteX108" fmla="*/ 2120451 w 2537170"/>
              <a:gd name="connsiteY108" fmla="*/ 2156025 h 2533298"/>
              <a:gd name="connsiteX109" fmla="*/ 2011161 w 2537170"/>
              <a:gd name="connsiteY109" fmla="*/ 2069798 h 2533298"/>
              <a:gd name="connsiteX110" fmla="*/ 1951011 w 2537170"/>
              <a:gd name="connsiteY110" fmla="*/ 2121759 h 2533298"/>
              <a:gd name="connsiteX111" fmla="*/ 2019421 w 2537170"/>
              <a:gd name="connsiteY111" fmla="*/ 2242879 h 2533298"/>
              <a:gd name="connsiteX112" fmla="*/ 2009891 w 2537170"/>
              <a:gd name="connsiteY112" fmla="*/ 2299674 h 2533298"/>
              <a:gd name="connsiteX113" fmla="*/ 1953098 w 2537170"/>
              <a:gd name="connsiteY113" fmla="*/ 2290141 h 2533298"/>
              <a:gd name="connsiteX114" fmla="*/ 1859851 w 2537170"/>
              <a:gd name="connsiteY114" fmla="*/ 2185586 h 2533298"/>
              <a:gd name="connsiteX115" fmla="*/ 1792668 w 2537170"/>
              <a:gd name="connsiteY115" fmla="*/ 2228350 h 2533298"/>
              <a:gd name="connsiteX116" fmla="*/ 1838521 w 2537170"/>
              <a:gd name="connsiteY116" fmla="*/ 2358132 h 2533298"/>
              <a:gd name="connsiteX117" fmla="*/ 1819273 w 2537170"/>
              <a:gd name="connsiteY117" fmla="*/ 2412408 h 2533298"/>
              <a:gd name="connsiteX118" fmla="*/ 1764999 w 2537170"/>
              <a:gd name="connsiteY118" fmla="*/ 2393158 h 2533298"/>
              <a:gd name="connsiteX119" fmla="*/ 1691031 w 2537170"/>
              <a:gd name="connsiteY119" fmla="*/ 2273527 h 2533298"/>
              <a:gd name="connsiteX120" fmla="*/ 1617991 w 2537170"/>
              <a:gd name="connsiteY120" fmla="*/ 2305992 h 2533298"/>
              <a:gd name="connsiteX121" fmla="*/ 1640356 w 2537170"/>
              <a:gd name="connsiteY121" fmla="*/ 2440221 h 2533298"/>
              <a:gd name="connsiteX122" fmla="*/ 1611974 w 2537170"/>
              <a:gd name="connsiteY122" fmla="*/ 2490330 h 2533298"/>
              <a:gd name="connsiteX123" fmla="*/ 1561865 w 2537170"/>
              <a:gd name="connsiteY123" fmla="*/ 2461948 h 2533298"/>
              <a:gd name="connsiteX124" fmla="*/ 1509649 w 2537170"/>
              <a:gd name="connsiteY124" fmla="*/ 2330916 h 2533298"/>
              <a:gd name="connsiteX125" fmla="*/ 1432251 w 2537170"/>
              <a:gd name="connsiteY125" fmla="*/ 2348385 h 2533298"/>
              <a:gd name="connsiteX126" fmla="*/ 1430944 w 2537170"/>
              <a:gd name="connsiteY126" fmla="*/ 2486652 h 2533298"/>
              <a:gd name="connsiteX127" fmla="*/ 1394292 w 2537170"/>
              <a:gd name="connsiteY127" fmla="*/ 2531070 h 2533298"/>
              <a:gd name="connsiteX128" fmla="*/ 1349875 w 2537170"/>
              <a:gd name="connsiteY128" fmla="*/ 2494418 h 2533298"/>
              <a:gd name="connsiteX129" fmla="*/ 1321178 w 2537170"/>
              <a:gd name="connsiteY129" fmla="*/ 2356183 h 2533298"/>
              <a:gd name="connsiteX130" fmla="*/ 1239478 w 2537170"/>
              <a:gd name="connsiteY130" fmla="*/ 2357937 h 2533298"/>
              <a:gd name="connsiteX131" fmla="*/ 1213826 w 2537170"/>
              <a:gd name="connsiteY131" fmla="*/ 2495788 h 2533298"/>
              <a:gd name="connsiteX132" fmla="*/ 1170018 w 2537170"/>
              <a:gd name="connsiteY132" fmla="*/ 2533169 h 2533298"/>
              <a:gd name="connsiteX133" fmla="*/ 1132638 w 2537170"/>
              <a:gd name="connsiteY133" fmla="*/ 2489360 h 2533298"/>
              <a:gd name="connsiteX134" fmla="*/ 1128406 w 2537170"/>
              <a:gd name="connsiteY134" fmla="*/ 2349083 h 2533298"/>
              <a:gd name="connsiteX135" fmla="*/ 1043631 w 2537170"/>
              <a:gd name="connsiteY135" fmla="*/ 2333701 h 2533298"/>
              <a:gd name="connsiteX136" fmla="*/ 993350 w 2537170"/>
              <a:gd name="connsiteY136" fmla="*/ 2466192 h 2533298"/>
              <a:gd name="connsiteX137" fmla="*/ 943719 w 2537170"/>
              <a:gd name="connsiteY137" fmla="*/ 2495395 h 2533298"/>
              <a:gd name="connsiteX138" fmla="*/ 914514 w 2537170"/>
              <a:gd name="connsiteY138" fmla="*/ 2445762 h 2533298"/>
              <a:gd name="connsiteX139" fmla="*/ 935216 w 2537170"/>
              <a:gd name="connsiteY139" fmla="*/ 2307457 h 2533298"/>
              <a:gd name="connsiteX140" fmla="*/ 862093 w 2537170"/>
              <a:gd name="connsiteY140" fmla="*/ 2278252 h 2533298"/>
              <a:gd name="connsiteX141" fmla="*/ 789112 w 2537170"/>
              <a:gd name="connsiteY141" fmla="*/ 2400765 h 2533298"/>
              <a:gd name="connsiteX142" fmla="*/ 735160 w 2537170"/>
              <a:gd name="connsiteY142" fmla="*/ 2420908 h 2533298"/>
              <a:gd name="connsiteX143" fmla="*/ 715020 w 2537170"/>
              <a:gd name="connsiteY143" fmla="*/ 2366955 h 2533298"/>
              <a:gd name="connsiteX144" fmla="*/ 759036 w 2537170"/>
              <a:gd name="connsiteY144" fmla="*/ 2235507 h 2533298"/>
              <a:gd name="connsiteX145" fmla="*/ 692833 w 2537170"/>
              <a:gd name="connsiteY145" fmla="*/ 2192481 h 2533298"/>
              <a:gd name="connsiteX146" fmla="*/ 599337 w 2537170"/>
              <a:gd name="connsiteY146" fmla="*/ 2300865 h 2533298"/>
              <a:gd name="connsiteX147" fmla="*/ 542706 w 2537170"/>
              <a:gd name="connsiteY147" fmla="*/ 2311333 h 2533298"/>
              <a:gd name="connsiteX148" fmla="*/ 532239 w 2537170"/>
              <a:gd name="connsiteY148" fmla="*/ 2254706 h 2533298"/>
              <a:gd name="connsiteX149" fmla="*/ 599127 w 2537170"/>
              <a:gd name="connsiteY149" fmla="*/ 2131584 h 2533298"/>
              <a:gd name="connsiteX150" fmla="*/ 540894 w 2537170"/>
              <a:gd name="connsiteY150" fmla="*/ 2078858 h 2533298"/>
              <a:gd name="connsiteX151" fmla="*/ 429791 w 2537170"/>
              <a:gd name="connsiteY151" fmla="*/ 2169528 h 2533298"/>
              <a:gd name="connsiteX152" fmla="*/ 372204 w 2537170"/>
              <a:gd name="connsiteY152" fmla="*/ 2170006 h 2533298"/>
              <a:gd name="connsiteX153" fmla="*/ 371731 w 2537170"/>
              <a:gd name="connsiteY153" fmla="*/ 2112420 h 2533298"/>
              <a:gd name="connsiteX154" fmla="*/ 460407 w 2537170"/>
              <a:gd name="connsiteY154" fmla="*/ 2000990 h 2533298"/>
              <a:gd name="connsiteX155" fmla="*/ 410621 w 2537170"/>
              <a:gd name="connsiteY155" fmla="*/ 1940841 h 2533298"/>
              <a:gd name="connsiteX156" fmla="*/ 285628 w 2537170"/>
              <a:gd name="connsiteY156" fmla="*/ 2010748 h 2533298"/>
              <a:gd name="connsiteX157" fmla="*/ 228834 w 2537170"/>
              <a:gd name="connsiteY157" fmla="*/ 2001218 h 2533298"/>
              <a:gd name="connsiteX158" fmla="*/ 238365 w 2537170"/>
              <a:gd name="connsiteY158" fmla="*/ 1944425 h 2533298"/>
              <a:gd name="connsiteX159" fmla="*/ 346301 w 2537170"/>
              <a:gd name="connsiteY159" fmla="*/ 1848975 h 2533298"/>
              <a:gd name="connsiteX160" fmla="*/ 305688 w 2537170"/>
              <a:gd name="connsiteY160" fmla="*/ 1782475 h 2533298"/>
              <a:gd name="connsiteX161" fmla="*/ 171227 w 2537170"/>
              <a:gd name="connsiteY161" fmla="*/ 1829346 h 2533298"/>
              <a:gd name="connsiteX162" fmla="*/ 116952 w 2537170"/>
              <a:gd name="connsiteY162" fmla="*/ 1810097 h 2533298"/>
              <a:gd name="connsiteX163" fmla="*/ 136199 w 2537170"/>
              <a:gd name="connsiteY163" fmla="*/ 1755822 h 2533298"/>
              <a:gd name="connsiteX164" fmla="*/ 260107 w 2537170"/>
              <a:gd name="connsiteY164" fmla="*/ 1679931 h 2533298"/>
              <a:gd name="connsiteX165" fmla="*/ 229112 w 2537170"/>
              <a:gd name="connsiteY165" fmla="*/ 1608268 h 2533298"/>
              <a:gd name="connsiteX166" fmla="*/ 90064 w 2537170"/>
              <a:gd name="connsiteY166" fmla="*/ 1630833 h 2533298"/>
              <a:gd name="connsiteX167" fmla="*/ 39956 w 2537170"/>
              <a:gd name="connsiteY167" fmla="*/ 1602452 h 2533298"/>
              <a:gd name="connsiteX168" fmla="*/ 68338 w 2537170"/>
              <a:gd name="connsiteY168" fmla="*/ 1552346 h 2533298"/>
              <a:gd name="connsiteX169" fmla="*/ 204402 w 2537170"/>
              <a:gd name="connsiteY169" fmla="*/ 1498783 h 2533298"/>
              <a:gd name="connsiteX170" fmla="*/ 187341 w 2537170"/>
              <a:gd name="connsiteY170" fmla="*/ 1423192 h 2533298"/>
              <a:gd name="connsiteX171" fmla="*/ 44604 w 2537170"/>
              <a:gd name="connsiteY171" fmla="*/ 1421244 h 2533298"/>
              <a:gd name="connsiteX172" fmla="*/ 188 w 2537170"/>
              <a:gd name="connsiteY172" fmla="*/ 1384592 h 2533298"/>
              <a:gd name="connsiteX173" fmla="*/ 36838 w 2537170"/>
              <a:gd name="connsiteY173" fmla="*/ 1340173 h 2533298"/>
              <a:gd name="connsiteX174" fmla="*/ 180620 w 2537170"/>
              <a:gd name="connsiteY174" fmla="*/ 1310955 h 2533298"/>
              <a:gd name="connsiteX175" fmla="*/ 178957 w 2537170"/>
              <a:gd name="connsiteY175" fmla="*/ 1233486 h 2533298"/>
              <a:gd name="connsiteX176" fmla="*/ 41381 w 2537170"/>
              <a:gd name="connsiteY176" fmla="*/ 1207351 h 2533298"/>
              <a:gd name="connsiteX177" fmla="*/ 4001 w 2537170"/>
              <a:gd name="connsiteY177" fmla="*/ 1163544 h 2533298"/>
              <a:gd name="connsiteX178" fmla="*/ 47810 w 2537170"/>
              <a:gd name="connsiteY178" fmla="*/ 1126165 h 2533298"/>
              <a:gd name="connsiteX179" fmla="*/ 188239 w 2537170"/>
              <a:gd name="connsiteY179" fmla="*/ 1122685 h 2533298"/>
              <a:gd name="connsiteX180" fmla="*/ 202356 w 2537170"/>
              <a:gd name="connsiteY180" fmla="*/ 1044881 h 2533298"/>
              <a:gd name="connsiteX181" fmla="*/ 70345 w 2537170"/>
              <a:gd name="connsiteY181" fmla="*/ 994853 h 2533298"/>
              <a:gd name="connsiteX182" fmla="*/ 41141 w 2537170"/>
              <a:gd name="connsiteY182" fmla="*/ 945221 h 2533298"/>
              <a:gd name="connsiteX183" fmla="*/ 90773 w 2537170"/>
              <a:gd name="connsiteY183" fmla="*/ 916016 h 2533298"/>
              <a:gd name="connsiteX184" fmla="*/ 227464 w 2537170"/>
              <a:gd name="connsiteY184" fmla="*/ 936641 h 2533298"/>
              <a:gd name="connsiteX185" fmla="*/ 256980 w 2537170"/>
              <a:gd name="connsiteY185" fmla="*/ 862739 h 2533298"/>
              <a:gd name="connsiteX186" fmla="*/ 135771 w 2537170"/>
              <a:gd name="connsiteY186" fmla="*/ 790612 h 2533298"/>
              <a:gd name="connsiteX187" fmla="*/ 115630 w 2537170"/>
              <a:gd name="connsiteY187" fmla="*/ 736662 h 2533298"/>
              <a:gd name="connsiteX188" fmla="*/ 169581 w 2537170"/>
              <a:gd name="connsiteY188" fmla="*/ 716520 h 2533298"/>
              <a:gd name="connsiteX189" fmla="*/ 298530 w 2537170"/>
              <a:gd name="connsiteY189" fmla="*/ 759866 h 2533298"/>
              <a:gd name="connsiteX190" fmla="*/ 342208 w 2537170"/>
              <a:gd name="connsiteY190" fmla="*/ 692654 h 2533298"/>
              <a:gd name="connsiteX191" fmla="*/ 235672 w 2537170"/>
              <a:gd name="connsiteY191" fmla="*/ 600840 h 2533298"/>
              <a:gd name="connsiteX192" fmla="*/ 225204 w 2537170"/>
              <a:gd name="connsiteY192" fmla="*/ 544209 h 2533298"/>
              <a:gd name="connsiteX193" fmla="*/ 251352 w 2537170"/>
              <a:gd name="connsiteY193" fmla="*/ 527249 h 2533298"/>
              <a:gd name="connsiteX194" fmla="*/ 281833 w 2537170"/>
              <a:gd name="connsiteY194" fmla="*/ 533742 h 2533298"/>
              <a:gd name="connsiteX195" fmla="*/ 402695 w 2537170"/>
              <a:gd name="connsiteY195" fmla="*/ 599584 h 2533298"/>
              <a:gd name="connsiteX196" fmla="*/ 455631 w 2537170"/>
              <a:gd name="connsiteY196" fmla="*/ 539785 h 2533298"/>
              <a:gd name="connsiteX197" fmla="*/ 367008 w 2537170"/>
              <a:gd name="connsiteY197" fmla="*/ 431293 h 2533298"/>
              <a:gd name="connsiteX198" fmla="*/ 366532 w 2537170"/>
              <a:gd name="connsiteY198" fmla="*/ 373706 h 2533298"/>
              <a:gd name="connsiteX199" fmla="*/ 395227 w 2537170"/>
              <a:gd name="connsiteY199" fmla="*/ 361544 h 2533298"/>
              <a:gd name="connsiteX200" fmla="*/ 424118 w 2537170"/>
              <a:gd name="connsiteY200" fmla="*/ 373232 h 2533298"/>
              <a:gd name="connsiteX201" fmla="*/ 532850 w 2537170"/>
              <a:gd name="connsiteY201" fmla="*/ 459969 h 2533298"/>
              <a:gd name="connsiteX202" fmla="*/ 593794 w 2537170"/>
              <a:gd name="connsiteY202" fmla="*/ 408590 h 2533298"/>
              <a:gd name="connsiteX203" fmla="*/ 525789 w 2537170"/>
              <a:gd name="connsiteY203" fmla="*/ 287129 h 2533298"/>
              <a:gd name="connsiteX204" fmla="*/ 535320 w 2537170"/>
              <a:gd name="connsiteY204" fmla="*/ 230335 h 2533298"/>
              <a:gd name="connsiteX205" fmla="*/ 565691 w 2537170"/>
              <a:gd name="connsiteY205" fmla="*/ 223340 h 2533298"/>
              <a:gd name="connsiteX206" fmla="*/ 592113 w 2537170"/>
              <a:gd name="connsiteY206" fmla="*/ 239867 h 2533298"/>
              <a:gd name="connsiteX207" fmla="*/ 684772 w 2537170"/>
              <a:gd name="connsiteY207" fmla="*/ 344893 h 2533298"/>
              <a:gd name="connsiteX208" fmla="*/ 752622 w 2537170"/>
              <a:gd name="connsiteY208" fmla="*/ 302863 h 2533298"/>
              <a:gd name="connsiteX209" fmla="*/ 707191 w 2537170"/>
              <a:gd name="connsiteY209" fmla="*/ 172728 h 2533298"/>
              <a:gd name="connsiteX210" fmla="*/ 726440 w 2537170"/>
              <a:gd name="connsiteY210" fmla="*/ 118453 h 2533298"/>
              <a:gd name="connsiteX211" fmla="*/ 757566 w 2537170"/>
              <a:gd name="connsiteY211" fmla="*/ 116838 h 2533298"/>
              <a:gd name="connsiteX212" fmla="*/ 780715 w 2537170"/>
              <a:gd name="connsiteY212" fmla="*/ 137702 h 2533298"/>
              <a:gd name="connsiteX213" fmla="*/ 854063 w 2537170"/>
              <a:gd name="connsiteY213" fmla="*/ 257770 h 2533298"/>
              <a:gd name="connsiteX214" fmla="*/ 927540 w 2537170"/>
              <a:gd name="connsiteY214" fmla="*/ 225719 h 2533298"/>
              <a:gd name="connsiteX215" fmla="*/ 905705 w 2537170"/>
              <a:gd name="connsiteY215" fmla="*/ 91565 h 2533298"/>
              <a:gd name="connsiteX216" fmla="*/ 934087 w 2537170"/>
              <a:gd name="connsiteY216" fmla="*/ 41456 h 2533298"/>
              <a:gd name="connsiteX217" fmla="*/ 984194 w 2537170"/>
              <a:gd name="connsiteY217" fmla="*/ 69838 h 2533298"/>
              <a:gd name="connsiteX218" fmla="*/ 1035763 w 2537170"/>
              <a:gd name="connsiteY218" fmla="*/ 201294 h 2533298"/>
              <a:gd name="connsiteX219" fmla="*/ 1113481 w 2537170"/>
              <a:gd name="connsiteY219" fmla="*/ 183754 h 2533298"/>
              <a:gd name="connsiteX220" fmla="*/ 1115295 w 2537170"/>
              <a:gd name="connsiteY220" fmla="*/ 46107 h 2533298"/>
              <a:gd name="connsiteX221" fmla="*/ 1151946 w 2537170"/>
              <a:gd name="connsiteY221" fmla="*/ 1689 h 2533298"/>
              <a:gd name="connsiteX222" fmla="*/ 1196364 w 2537170"/>
              <a:gd name="connsiteY222" fmla="*/ 38339 h 2533298"/>
              <a:gd name="connsiteX223" fmla="*/ 1224375 w 2537170"/>
              <a:gd name="connsiteY223" fmla="*/ 177006 h 2533298"/>
              <a:gd name="connsiteX224" fmla="*/ 1300582 w 2537170"/>
              <a:gd name="connsiteY224" fmla="*/ 175370 h 2533298"/>
              <a:gd name="connsiteX225" fmla="*/ 1326769 w 2537170"/>
              <a:gd name="connsiteY225" fmla="*/ 37508 h 2533298"/>
              <a:gd name="connsiteX226" fmla="*/ 1370577 w 2537170"/>
              <a:gd name="connsiteY226" fmla="*/ 129 h 2533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2537170" h="2533298">
                <a:moveTo>
                  <a:pt x="860885" y="1437939"/>
                </a:moveTo>
                <a:lnTo>
                  <a:pt x="402545" y="1560751"/>
                </a:lnTo>
                <a:cubicBezTo>
                  <a:pt x="521370" y="1919512"/>
                  <a:pt x="860412" y="2176428"/>
                  <a:pt x="1259461" y="2176428"/>
                </a:cubicBezTo>
                <a:cubicBezTo>
                  <a:pt x="1487421" y="2176428"/>
                  <a:pt x="1695797" y="2092587"/>
                  <a:pt x="1852888" y="1951120"/>
                </a:cubicBezTo>
                <a:lnTo>
                  <a:pt x="1513851" y="1612087"/>
                </a:lnTo>
                <a:cubicBezTo>
                  <a:pt x="1505121" y="1627182"/>
                  <a:pt x="1491598" y="1636027"/>
                  <a:pt x="1477444" y="1644201"/>
                </a:cubicBezTo>
                <a:cubicBezTo>
                  <a:pt x="1268926" y="1764588"/>
                  <a:pt x="1002297" y="1693146"/>
                  <a:pt x="881909" y="1484630"/>
                </a:cubicBezTo>
                <a:close/>
                <a:moveTo>
                  <a:pt x="1259461" y="986252"/>
                </a:moveTo>
                <a:cubicBezTo>
                  <a:pt x="1104601" y="986252"/>
                  <a:pt x="979064" y="1111789"/>
                  <a:pt x="979064" y="1266649"/>
                </a:cubicBezTo>
                <a:cubicBezTo>
                  <a:pt x="979064" y="1421509"/>
                  <a:pt x="1104601" y="1547047"/>
                  <a:pt x="1259461" y="1547047"/>
                </a:cubicBezTo>
                <a:cubicBezTo>
                  <a:pt x="1414321" y="1547047"/>
                  <a:pt x="1539859" y="1421509"/>
                  <a:pt x="1539859" y="1266649"/>
                </a:cubicBezTo>
                <a:cubicBezTo>
                  <a:pt x="1539859" y="1111789"/>
                  <a:pt x="1414321" y="986252"/>
                  <a:pt x="1259461" y="986252"/>
                </a:cubicBezTo>
                <a:close/>
                <a:moveTo>
                  <a:pt x="1548911" y="408290"/>
                </a:moveTo>
                <a:lnTo>
                  <a:pt x="1426040" y="866853"/>
                </a:lnTo>
                <a:cubicBezTo>
                  <a:pt x="1512471" y="899678"/>
                  <a:pt x="1587244" y="962457"/>
                  <a:pt x="1637017" y="1048669"/>
                </a:cubicBezTo>
                <a:cubicBezTo>
                  <a:pt x="1728232" y="1206659"/>
                  <a:pt x="1709320" y="1398010"/>
                  <a:pt x="1603283" y="1533201"/>
                </a:cubicBezTo>
                <a:lnTo>
                  <a:pt x="1937706" y="1867622"/>
                </a:lnTo>
                <a:cubicBezTo>
                  <a:pt x="2082783" y="1709435"/>
                  <a:pt x="2169239" y="1498137"/>
                  <a:pt x="2169239" y="1266649"/>
                </a:cubicBezTo>
                <a:cubicBezTo>
                  <a:pt x="2169239" y="865881"/>
                  <a:pt x="1910103" y="525635"/>
                  <a:pt x="1548911" y="408290"/>
                </a:cubicBezTo>
                <a:close/>
                <a:moveTo>
                  <a:pt x="1259461" y="356871"/>
                </a:moveTo>
                <a:cubicBezTo>
                  <a:pt x="757005" y="356871"/>
                  <a:pt x="349683" y="764193"/>
                  <a:pt x="349683" y="1266649"/>
                </a:cubicBezTo>
                <a:lnTo>
                  <a:pt x="367847" y="1446833"/>
                </a:lnTo>
                <a:lnTo>
                  <a:pt x="827444" y="1323684"/>
                </a:lnTo>
                <a:cubicBezTo>
                  <a:pt x="804815" y="1154114"/>
                  <a:pt x="884110" y="979957"/>
                  <a:pt x="1041485" y="889097"/>
                </a:cubicBezTo>
                <a:cubicBezTo>
                  <a:pt x="1119677" y="843951"/>
                  <a:pt x="1206043" y="825783"/>
                  <a:pt x="1289805" y="831703"/>
                </a:cubicBezTo>
                <a:lnTo>
                  <a:pt x="1311143" y="835808"/>
                </a:lnTo>
                <a:lnTo>
                  <a:pt x="1434739" y="374541"/>
                </a:lnTo>
                <a:cubicBezTo>
                  <a:pt x="1378126" y="362680"/>
                  <a:pt x="1319472" y="356871"/>
                  <a:pt x="1259461" y="356871"/>
                </a:cubicBezTo>
                <a:close/>
                <a:moveTo>
                  <a:pt x="1268585" y="293382"/>
                </a:moveTo>
                <a:cubicBezTo>
                  <a:pt x="1806107" y="293382"/>
                  <a:pt x="2241854" y="729129"/>
                  <a:pt x="2241854" y="1266650"/>
                </a:cubicBezTo>
                <a:cubicBezTo>
                  <a:pt x="2241854" y="1804171"/>
                  <a:pt x="1806107" y="2239918"/>
                  <a:pt x="1268585" y="2239918"/>
                </a:cubicBezTo>
                <a:cubicBezTo>
                  <a:pt x="731063" y="2239918"/>
                  <a:pt x="295316" y="1804171"/>
                  <a:pt x="295316" y="1266650"/>
                </a:cubicBezTo>
                <a:cubicBezTo>
                  <a:pt x="295316" y="729129"/>
                  <a:pt x="731063" y="293382"/>
                  <a:pt x="1268585" y="293382"/>
                </a:cubicBezTo>
                <a:close/>
                <a:moveTo>
                  <a:pt x="1268585" y="230994"/>
                </a:moveTo>
                <a:cubicBezTo>
                  <a:pt x="696607" y="230994"/>
                  <a:pt x="232928" y="694673"/>
                  <a:pt x="232928" y="1266650"/>
                </a:cubicBezTo>
                <a:cubicBezTo>
                  <a:pt x="232928" y="1838627"/>
                  <a:pt x="696607" y="2302306"/>
                  <a:pt x="1268585" y="2302306"/>
                </a:cubicBezTo>
                <a:cubicBezTo>
                  <a:pt x="1840563" y="2302306"/>
                  <a:pt x="2304242" y="1838627"/>
                  <a:pt x="2304242" y="1266650"/>
                </a:cubicBezTo>
                <a:cubicBezTo>
                  <a:pt x="2304242" y="694673"/>
                  <a:pt x="1840563" y="230994"/>
                  <a:pt x="1268585" y="230994"/>
                </a:cubicBezTo>
                <a:close/>
                <a:moveTo>
                  <a:pt x="1370577" y="129"/>
                </a:moveTo>
                <a:cubicBezTo>
                  <a:pt x="1392996" y="1904"/>
                  <a:pt x="1409731" y="21519"/>
                  <a:pt x="1407956" y="43937"/>
                </a:cubicBezTo>
                <a:lnTo>
                  <a:pt x="1411431" y="184077"/>
                </a:lnTo>
                <a:lnTo>
                  <a:pt x="1482158" y="196909"/>
                </a:lnTo>
                <a:lnTo>
                  <a:pt x="1531455" y="64872"/>
                </a:lnTo>
                <a:cubicBezTo>
                  <a:pt x="1537097" y="43101"/>
                  <a:pt x="1559318" y="30025"/>
                  <a:pt x="1581088" y="35666"/>
                </a:cubicBezTo>
                <a:cubicBezTo>
                  <a:pt x="1602857" y="41308"/>
                  <a:pt x="1615935" y="63529"/>
                  <a:pt x="1610292" y="85299"/>
                </a:cubicBezTo>
                <a:lnTo>
                  <a:pt x="1590652" y="219957"/>
                </a:lnTo>
                <a:lnTo>
                  <a:pt x="1665197" y="249732"/>
                </a:lnTo>
                <a:lnTo>
                  <a:pt x="1736025" y="129366"/>
                </a:lnTo>
                <a:cubicBezTo>
                  <a:pt x="1745361" y="108907"/>
                  <a:pt x="1769515" y="99887"/>
                  <a:pt x="1789976" y="109225"/>
                </a:cubicBezTo>
                <a:cubicBezTo>
                  <a:pt x="1810435" y="118561"/>
                  <a:pt x="1819454" y="142715"/>
                  <a:pt x="1810118" y="163174"/>
                </a:cubicBezTo>
                <a:lnTo>
                  <a:pt x="1767925" y="290765"/>
                </a:lnTo>
                <a:cubicBezTo>
                  <a:pt x="1792392" y="302408"/>
                  <a:pt x="1815978" y="315581"/>
                  <a:pt x="1836575" y="333544"/>
                </a:cubicBezTo>
                <a:lnTo>
                  <a:pt x="1926288" y="228405"/>
                </a:lnTo>
                <a:cubicBezTo>
                  <a:pt x="1932663" y="219141"/>
                  <a:pt x="1942188" y="213338"/>
                  <a:pt x="1952435" y="211444"/>
                </a:cubicBezTo>
                <a:cubicBezTo>
                  <a:pt x="1962685" y="209549"/>
                  <a:pt x="1973654" y="211565"/>
                  <a:pt x="1982916" y="217939"/>
                </a:cubicBezTo>
                <a:cubicBezTo>
                  <a:pt x="2001444" y="230683"/>
                  <a:pt x="2006133" y="256037"/>
                  <a:pt x="1993385" y="274565"/>
                </a:cubicBezTo>
                <a:lnTo>
                  <a:pt x="1929215" y="393751"/>
                </a:lnTo>
                <a:cubicBezTo>
                  <a:pt x="1952245" y="408203"/>
                  <a:pt x="1973206" y="425315"/>
                  <a:pt x="1990985" y="446006"/>
                </a:cubicBezTo>
                <a:lnTo>
                  <a:pt x="2096463" y="358978"/>
                </a:lnTo>
                <a:cubicBezTo>
                  <a:pt x="2104349" y="350963"/>
                  <a:pt x="2114737" y="346900"/>
                  <a:pt x="2125159" y="346814"/>
                </a:cubicBezTo>
                <a:cubicBezTo>
                  <a:pt x="2135580" y="346729"/>
                  <a:pt x="2146034" y="350618"/>
                  <a:pt x="2154049" y="358503"/>
                </a:cubicBezTo>
                <a:cubicBezTo>
                  <a:pt x="2170083" y="374272"/>
                  <a:pt x="2170295" y="400055"/>
                  <a:pt x="2154524" y="416088"/>
                </a:cubicBezTo>
                <a:lnTo>
                  <a:pt x="2070300" y="522740"/>
                </a:lnTo>
                <a:cubicBezTo>
                  <a:pt x="2091314" y="540242"/>
                  <a:pt x="2109043" y="560786"/>
                  <a:pt x="2123835" y="583690"/>
                </a:cubicBezTo>
                <a:lnTo>
                  <a:pt x="2241379" y="517116"/>
                </a:lnTo>
                <a:cubicBezTo>
                  <a:pt x="2250536" y="510592"/>
                  <a:pt x="2261472" y="508395"/>
                  <a:pt x="2271750" y="510120"/>
                </a:cubicBezTo>
                <a:cubicBezTo>
                  <a:pt x="2282027" y="511846"/>
                  <a:pt x="2291648" y="517491"/>
                  <a:pt x="2298174" y="526648"/>
                </a:cubicBezTo>
                <a:cubicBezTo>
                  <a:pt x="2311222" y="544964"/>
                  <a:pt x="2306955" y="570392"/>
                  <a:pt x="2288641" y="583442"/>
                </a:cubicBezTo>
                <a:lnTo>
                  <a:pt x="2187044" y="673967"/>
                </a:lnTo>
                <a:cubicBezTo>
                  <a:pt x="2205451" y="694460"/>
                  <a:pt x="2219407" y="717867"/>
                  <a:pt x="2231207" y="742498"/>
                </a:cubicBezTo>
                <a:lnTo>
                  <a:pt x="2356634" y="698018"/>
                </a:lnTo>
                <a:cubicBezTo>
                  <a:pt x="2366784" y="693183"/>
                  <a:pt x="2377935" y="692919"/>
                  <a:pt x="2387756" y="696403"/>
                </a:cubicBezTo>
                <a:cubicBezTo>
                  <a:pt x="2397579" y="699887"/>
                  <a:pt x="2406072" y="707117"/>
                  <a:pt x="2410907" y="717268"/>
                </a:cubicBezTo>
                <a:cubicBezTo>
                  <a:pt x="2420581" y="737570"/>
                  <a:pt x="2411962" y="761871"/>
                  <a:pt x="2391659" y="771542"/>
                </a:cubicBezTo>
                <a:lnTo>
                  <a:pt x="2275899" y="843042"/>
                </a:lnTo>
                <a:lnTo>
                  <a:pt x="2309184" y="917923"/>
                </a:lnTo>
                <a:lnTo>
                  <a:pt x="2438723" y="896186"/>
                </a:lnTo>
                <a:cubicBezTo>
                  <a:pt x="2460396" y="890186"/>
                  <a:pt x="2482831" y="902892"/>
                  <a:pt x="2488830" y="924566"/>
                </a:cubicBezTo>
                <a:cubicBezTo>
                  <a:pt x="2494830" y="946240"/>
                  <a:pt x="2482123" y="968673"/>
                  <a:pt x="2460450" y="974674"/>
                </a:cubicBezTo>
                <a:lnTo>
                  <a:pt x="2334042" y="1024982"/>
                </a:lnTo>
                <a:lnTo>
                  <a:pt x="2351989" y="1104495"/>
                </a:lnTo>
                <a:lnTo>
                  <a:pt x="2485152" y="1105597"/>
                </a:lnTo>
                <a:cubicBezTo>
                  <a:pt x="2507540" y="1103452"/>
                  <a:pt x="2527428" y="1119860"/>
                  <a:pt x="2529571" y="1142247"/>
                </a:cubicBezTo>
                <a:cubicBezTo>
                  <a:pt x="2531716" y="1164634"/>
                  <a:pt x="2515307" y="1184521"/>
                  <a:pt x="2492921" y="1186666"/>
                </a:cubicBezTo>
                <a:lnTo>
                  <a:pt x="2359802" y="1214237"/>
                </a:lnTo>
                <a:lnTo>
                  <a:pt x="2361526" y="1294592"/>
                </a:lnTo>
                <a:lnTo>
                  <a:pt x="2499662" y="1320295"/>
                </a:lnTo>
                <a:cubicBezTo>
                  <a:pt x="2522079" y="1322068"/>
                  <a:pt x="2538817" y="1341683"/>
                  <a:pt x="2537041" y="1364103"/>
                </a:cubicBezTo>
                <a:cubicBezTo>
                  <a:pt x="2535266" y="1386521"/>
                  <a:pt x="2515652" y="1403257"/>
                  <a:pt x="2493234" y="1401481"/>
                </a:cubicBezTo>
                <a:lnTo>
                  <a:pt x="2353247" y="1405705"/>
                </a:lnTo>
                <a:lnTo>
                  <a:pt x="2339167" y="1483310"/>
                </a:lnTo>
                <a:lnTo>
                  <a:pt x="2471668" y="1532957"/>
                </a:lnTo>
                <a:cubicBezTo>
                  <a:pt x="2493437" y="1538599"/>
                  <a:pt x="2506512" y="1560818"/>
                  <a:pt x="2500873" y="1582589"/>
                </a:cubicBezTo>
                <a:cubicBezTo>
                  <a:pt x="2495231" y="1604358"/>
                  <a:pt x="2473010" y="1617436"/>
                  <a:pt x="2451240" y="1611794"/>
                </a:cubicBezTo>
                <a:lnTo>
                  <a:pt x="2314998" y="1591988"/>
                </a:lnTo>
                <a:lnTo>
                  <a:pt x="2285532" y="1665756"/>
                </a:lnTo>
                <a:lnTo>
                  <a:pt x="2407173" y="1737526"/>
                </a:lnTo>
                <a:cubicBezTo>
                  <a:pt x="2427634" y="1746863"/>
                  <a:pt x="2436650" y="1771017"/>
                  <a:pt x="2427315" y="1791476"/>
                </a:cubicBezTo>
                <a:cubicBezTo>
                  <a:pt x="2417979" y="1811937"/>
                  <a:pt x="2393824" y="1820955"/>
                  <a:pt x="2373363" y="1811618"/>
                </a:cubicBezTo>
                <a:lnTo>
                  <a:pt x="2244296" y="1769003"/>
                </a:lnTo>
                <a:cubicBezTo>
                  <a:pt x="2232268" y="1792894"/>
                  <a:pt x="2219160" y="1816135"/>
                  <a:pt x="2201195" y="1836322"/>
                </a:cubicBezTo>
                <a:lnTo>
                  <a:pt x="2308136" y="1927790"/>
                </a:lnTo>
                <a:cubicBezTo>
                  <a:pt x="2326662" y="1940536"/>
                  <a:pt x="2331348" y="1965890"/>
                  <a:pt x="2318603" y="1984416"/>
                </a:cubicBezTo>
                <a:cubicBezTo>
                  <a:pt x="2305855" y="2002946"/>
                  <a:pt x="2280501" y="2007632"/>
                  <a:pt x="2261973" y="1994887"/>
                </a:cubicBezTo>
                <a:lnTo>
                  <a:pt x="2140578" y="1929597"/>
                </a:lnTo>
                <a:cubicBezTo>
                  <a:pt x="2126017" y="1951990"/>
                  <a:pt x="2109111" y="1972541"/>
                  <a:pt x="2088541" y="1989816"/>
                </a:cubicBezTo>
                <a:lnTo>
                  <a:pt x="2177561" y="2097965"/>
                </a:lnTo>
                <a:cubicBezTo>
                  <a:pt x="2193593" y="2113734"/>
                  <a:pt x="2193807" y="2139515"/>
                  <a:pt x="2178037" y="2155550"/>
                </a:cubicBezTo>
                <a:cubicBezTo>
                  <a:pt x="2162268" y="2171583"/>
                  <a:pt x="2136484" y="2171795"/>
                  <a:pt x="2120451" y="2156025"/>
                </a:cubicBezTo>
                <a:lnTo>
                  <a:pt x="2011161" y="2069798"/>
                </a:lnTo>
                <a:cubicBezTo>
                  <a:pt x="1993817" y="2090196"/>
                  <a:pt x="1973630" y="2107500"/>
                  <a:pt x="1951011" y="2121759"/>
                </a:cubicBezTo>
                <a:lnTo>
                  <a:pt x="2019421" y="2242879"/>
                </a:lnTo>
                <a:cubicBezTo>
                  <a:pt x="2032474" y="2261194"/>
                  <a:pt x="2028205" y="2286621"/>
                  <a:pt x="2009891" y="2299674"/>
                </a:cubicBezTo>
                <a:cubicBezTo>
                  <a:pt x="1991578" y="2312724"/>
                  <a:pt x="1966149" y="2308455"/>
                  <a:pt x="1953098" y="2290141"/>
                </a:cubicBezTo>
                <a:lnTo>
                  <a:pt x="1859851" y="2185586"/>
                </a:lnTo>
                <a:cubicBezTo>
                  <a:pt x="1839743" y="2203460"/>
                  <a:pt x="1816841" y="2217033"/>
                  <a:pt x="1792668" y="2228350"/>
                </a:cubicBezTo>
                <a:lnTo>
                  <a:pt x="1838521" y="2358132"/>
                </a:lnTo>
                <a:cubicBezTo>
                  <a:pt x="1848194" y="2378436"/>
                  <a:pt x="1839576" y="2402734"/>
                  <a:pt x="1819273" y="2412408"/>
                </a:cubicBezTo>
                <a:cubicBezTo>
                  <a:pt x="1798969" y="2422080"/>
                  <a:pt x="1774669" y="2413464"/>
                  <a:pt x="1764999" y="2393158"/>
                </a:cubicBezTo>
                <a:lnTo>
                  <a:pt x="1691031" y="2273527"/>
                </a:lnTo>
                <a:lnTo>
                  <a:pt x="1617991" y="2305992"/>
                </a:lnTo>
                <a:lnTo>
                  <a:pt x="1640356" y="2440221"/>
                </a:lnTo>
                <a:cubicBezTo>
                  <a:pt x="1646353" y="2461896"/>
                  <a:pt x="1633647" y="2484329"/>
                  <a:pt x="1611974" y="2490330"/>
                </a:cubicBezTo>
                <a:cubicBezTo>
                  <a:pt x="1590301" y="2496331"/>
                  <a:pt x="1567865" y="2483623"/>
                  <a:pt x="1561865" y="2461948"/>
                </a:cubicBezTo>
                <a:lnTo>
                  <a:pt x="1509649" y="2330916"/>
                </a:lnTo>
                <a:lnTo>
                  <a:pt x="1432251" y="2348385"/>
                </a:lnTo>
                <a:lnTo>
                  <a:pt x="1430944" y="2486652"/>
                </a:lnTo>
                <a:cubicBezTo>
                  <a:pt x="1433089" y="2509038"/>
                  <a:pt x="1416678" y="2528925"/>
                  <a:pt x="1394292" y="2531070"/>
                </a:cubicBezTo>
                <a:cubicBezTo>
                  <a:pt x="1371905" y="2533216"/>
                  <a:pt x="1352021" y="2516806"/>
                  <a:pt x="1349875" y="2494418"/>
                </a:cubicBezTo>
                <a:lnTo>
                  <a:pt x="1321178" y="2356183"/>
                </a:lnTo>
                <a:lnTo>
                  <a:pt x="1239478" y="2357937"/>
                </a:lnTo>
                <a:lnTo>
                  <a:pt x="1213826" y="2495788"/>
                </a:lnTo>
                <a:cubicBezTo>
                  <a:pt x="1212053" y="2518209"/>
                  <a:pt x="1192437" y="2534945"/>
                  <a:pt x="1170018" y="2533169"/>
                </a:cubicBezTo>
                <a:cubicBezTo>
                  <a:pt x="1147601" y="2531392"/>
                  <a:pt x="1130864" y="2511779"/>
                  <a:pt x="1132638" y="2489360"/>
                </a:cubicBezTo>
                <a:lnTo>
                  <a:pt x="1128406" y="2349083"/>
                </a:lnTo>
                <a:lnTo>
                  <a:pt x="1043631" y="2333701"/>
                </a:lnTo>
                <a:lnTo>
                  <a:pt x="993350" y="2466192"/>
                </a:lnTo>
                <a:cubicBezTo>
                  <a:pt x="987710" y="2487962"/>
                  <a:pt x="965489" y="2501037"/>
                  <a:pt x="943719" y="2495395"/>
                </a:cubicBezTo>
                <a:cubicBezTo>
                  <a:pt x="921949" y="2489755"/>
                  <a:pt x="908874" y="2467533"/>
                  <a:pt x="914514" y="2445762"/>
                </a:cubicBezTo>
                <a:lnTo>
                  <a:pt x="935216" y="2307457"/>
                </a:lnTo>
                <a:lnTo>
                  <a:pt x="862093" y="2278252"/>
                </a:lnTo>
                <a:lnTo>
                  <a:pt x="789112" y="2400765"/>
                </a:lnTo>
                <a:cubicBezTo>
                  <a:pt x="779777" y="2421223"/>
                  <a:pt x="755621" y="2430242"/>
                  <a:pt x="735160" y="2420908"/>
                </a:cubicBezTo>
                <a:cubicBezTo>
                  <a:pt x="714701" y="2411570"/>
                  <a:pt x="705683" y="2387416"/>
                  <a:pt x="715020" y="2366955"/>
                </a:cubicBezTo>
                <a:lnTo>
                  <a:pt x="759036" y="2235507"/>
                </a:lnTo>
                <a:lnTo>
                  <a:pt x="692833" y="2192481"/>
                </a:lnTo>
                <a:lnTo>
                  <a:pt x="599337" y="2300865"/>
                </a:lnTo>
                <a:cubicBezTo>
                  <a:pt x="586589" y="2319393"/>
                  <a:pt x="561236" y="2324078"/>
                  <a:pt x="542706" y="2311333"/>
                </a:cubicBezTo>
                <a:cubicBezTo>
                  <a:pt x="524180" y="2298587"/>
                  <a:pt x="519494" y="2273233"/>
                  <a:pt x="532239" y="2254706"/>
                </a:cubicBezTo>
                <a:lnTo>
                  <a:pt x="599127" y="2131584"/>
                </a:lnTo>
                <a:cubicBezTo>
                  <a:pt x="577634" y="2116429"/>
                  <a:pt x="557504" y="2099583"/>
                  <a:pt x="540894" y="2078858"/>
                </a:cubicBezTo>
                <a:lnTo>
                  <a:pt x="429791" y="2169528"/>
                </a:lnTo>
                <a:cubicBezTo>
                  <a:pt x="414019" y="2185562"/>
                  <a:pt x="388237" y="2185777"/>
                  <a:pt x="372204" y="2170006"/>
                </a:cubicBezTo>
                <a:cubicBezTo>
                  <a:pt x="356172" y="2154236"/>
                  <a:pt x="355958" y="2128453"/>
                  <a:pt x="371731" y="2112420"/>
                </a:cubicBezTo>
                <a:lnTo>
                  <a:pt x="460407" y="2000990"/>
                </a:lnTo>
                <a:cubicBezTo>
                  <a:pt x="440903" y="1983438"/>
                  <a:pt x="424063" y="1963476"/>
                  <a:pt x="410621" y="1940841"/>
                </a:cubicBezTo>
                <a:lnTo>
                  <a:pt x="285628" y="2010748"/>
                </a:lnTo>
                <a:cubicBezTo>
                  <a:pt x="267312" y="2023800"/>
                  <a:pt x="241885" y="2019532"/>
                  <a:pt x="228834" y="2001218"/>
                </a:cubicBezTo>
                <a:cubicBezTo>
                  <a:pt x="215783" y="1982903"/>
                  <a:pt x="220051" y="1957475"/>
                  <a:pt x="238365" y="1944425"/>
                </a:cubicBezTo>
                <a:lnTo>
                  <a:pt x="346301" y="1848975"/>
                </a:lnTo>
                <a:cubicBezTo>
                  <a:pt x="329215" y="1828996"/>
                  <a:pt x="316096" y="1806485"/>
                  <a:pt x="305688" y="1782475"/>
                </a:cubicBezTo>
                <a:lnTo>
                  <a:pt x="171227" y="1829346"/>
                </a:lnTo>
                <a:cubicBezTo>
                  <a:pt x="150924" y="1839018"/>
                  <a:pt x="126622" y="1830401"/>
                  <a:pt x="116952" y="1810097"/>
                </a:cubicBezTo>
                <a:cubicBezTo>
                  <a:pt x="107280" y="1789795"/>
                  <a:pt x="115896" y="1765494"/>
                  <a:pt x="136199" y="1755822"/>
                </a:cubicBezTo>
                <a:lnTo>
                  <a:pt x="260107" y="1679931"/>
                </a:lnTo>
                <a:cubicBezTo>
                  <a:pt x="245918" y="1657664"/>
                  <a:pt x="236895" y="1633211"/>
                  <a:pt x="229112" y="1608268"/>
                </a:cubicBezTo>
                <a:lnTo>
                  <a:pt x="90064" y="1630833"/>
                </a:lnTo>
                <a:cubicBezTo>
                  <a:pt x="68392" y="1636834"/>
                  <a:pt x="45954" y="1624126"/>
                  <a:pt x="39956" y="1602452"/>
                </a:cubicBezTo>
                <a:cubicBezTo>
                  <a:pt x="33956" y="1580778"/>
                  <a:pt x="46663" y="1558345"/>
                  <a:pt x="68338" y="1552346"/>
                </a:cubicBezTo>
                <a:lnTo>
                  <a:pt x="204402" y="1498783"/>
                </a:lnTo>
                <a:lnTo>
                  <a:pt x="187341" y="1423192"/>
                </a:lnTo>
                <a:lnTo>
                  <a:pt x="44604" y="1421244"/>
                </a:lnTo>
                <a:cubicBezTo>
                  <a:pt x="22218" y="1423388"/>
                  <a:pt x="2333" y="1406978"/>
                  <a:pt x="188" y="1384592"/>
                </a:cubicBezTo>
                <a:cubicBezTo>
                  <a:pt x="-1958" y="1362205"/>
                  <a:pt x="14452" y="1342318"/>
                  <a:pt x="36838" y="1340173"/>
                </a:cubicBezTo>
                <a:lnTo>
                  <a:pt x="180620" y="1310955"/>
                </a:lnTo>
                <a:lnTo>
                  <a:pt x="178957" y="1233486"/>
                </a:lnTo>
                <a:lnTo>
                  <a:pt x="41381" y="1207351"/>
                </a:lnTo>
                <a:cubicBezTo>
                  <a:pt x="18961" y="1205576"/>
                  <a:pt x="2225" y="1185963"/>
                  <a:pt x="4001" y="1163544"/>
                </a:cubicBezTo>
                <a:cubicBezTo>
                  <a:pt x="5776" y="1141124"/>
                  <a:pt x="25391" y="1124389"/>
                  <a:pt x="47810" y="1126165"/>
                </a:cubicBezTo>
                <a:lnTo>
                  <a:pt x="188239" y="1122685"/>
                </a:lnTo>
                <a:lnTo>
                  <a:pt x="202356" y="1044881"/>
                </a:lnTo>
                <a:lnTo>
                  <a:pt x="70345" y="994853"/>
                </a:lnTo>
                <a:cubicBezTo>
                  <a:pt x="48576" y="989212"/>
                  <a:pt x="35499" y="966990"/>
                  <a:pt x="41141" y="945221"/>
                </a:cubicBezTo>
                <a:cubicBezTo>
                  <a:pt x="46781" y="923449"/>
                  <a:pt x="69003" y="910375"/>
                  <a:pt x="90773" y="916016"/>
                </a:cubicBezTo>
                <a:lnTo>
                  <a:pt x="227464" y="936641"/>
                </a:lnTo>
                <a:lnTo>
                  <a:pt x="256980" y="862739"/>
                </a:lnTo>
                <a:lnTo>
                  <a:pt x="135771" y="790612"/>
                </a:lnTo>
                <a:cubicBezTo>
                  <a:pt x="115313" y="781277"/>
                  <a:pt x="106294" y="757123"/>
                  <a:pt x="115630" y="736662"/>
                </a:cubicBezTo>
                <a:cubicBezTo>
                  <a:pt x="124966" y="716203"/>
                  <a:pt x="149120" y="707186"/>
                  <a:pt x="169581" y="716520"/>
                </a:cubicBezTo>
                <a:lnTo>
                  <a:pt x="298530" y="759866"/>
                </a:lnTo>
                <a:lnTo>
                  <a:pt x="342208" y="692654"/>
                </a:lnTo>
                <a:lnTo>
                  <a:pt x="235672" y="600840"/>
                </a:lnTo>
                <a:cubicBezTo>
                  <a:pt x="217143" y="588091"/>
                  <a:pt x="212458" y="562737"/>
                  <a:pt x="225204" y="544209"/>
                </a:cubicBezTo>
                <a:cubicBezTo>
                  <a:pt x="231577" y="534947"/>
                  <a:pt x="241102" y="529142"/>
                  <a:pt x="251352" y="527249"/>
                </a:cubicBezTo>
                <a:cubicBezTo>
                  <a:pt x="261599" y="525354"/>
                  <a:pt x="272568" y="527369"/>
                  <a:pt x="281833" y="533742"/>
                </a:cubicBezTo>
                <a:lnTo>
                  <a:pt x="402695" y="599584"/>
                </a:lnTo>
                <a:cubicBezTo>
                  <a:pt x="417708" y="577423"/>
                  <a:pt x="434761" y="556883"/>
                  <a:pt x="455631" y="539785"/>
                </a:cubicBezTo>
                <a:lnTo>
                  <a:pt x="367008" y="431293"/>
                </a:lnTo>
                <a:cubicBezTo>
                  <a:pt x="350973" y="415523"/>
                  <a:pt x="350762" y="389740"/>
                  <a:pt x="366532" y="373706"/>
                </a:cubicBezTo>
                <a:cubicBezTo>
                  <a:pt x="374417" y="365691"/>
                  <a:pt x="384806" y="361628"/>
                  <a:pt x="395227" y="361544"/>
                </a:cubicBezTo>
                <a:cubicBezTo>
                  <a:pt x="405648" y="361458"/>
                  <a:pt x="416102" y="365347"/>
                  <a:pt x="424118" y="373232"/>
                </a:cubicBezTo>
                <a:lnTo>
                  <a:pt x="532850" y="459969"/>
                </a:lnTo>
                <a:cubicBezTo>
                  <a:pt x="550537" y="439813"/>
                  <a:pt x="570861" y="422553"/>
                  <a:pt x="593794" y="408590"/>
                </a:cubicBezTo>
                <a:lnTo>
                  <a:pt x="525789" y="287129"/>
                </a:lnTo>
                <a:cubicBezTo>
                  <a:pt x="512738" y="268814"/>
                  <a:pt x="517006" y="243385"/>
                  <a:pt x="535320" y="230335"/>
                </a:cubicBezTo>
                <a:cubicBezTo>
                  <a:pt x="544478" y="223811"/>
                  <a:pt x="555414" y="221614"/>
                  <a:pt x="565691" y="223340"/>
                </a:cubicBezTo>
                <a:cubicBezTo>
                  <a:pt x="575969" y="225064"/>
                  <a:pt x="585588" y="230711"/>
                  <a:pt x="592113" y="239867"/>
                </a:cubicBezTo>
                <a:lnTo>
                  <a:pt x="684772" y="344893"/>
                </a:lnTo>
                <a:cubicBezTo>
                  <a:pt x="705124" y="327248"/>
                  <a:pt x="728145" y="313746"/>
                  <a:pt x="752622" y="302863"/>
                </a:cubicBezTo>
                <a:lnTo>
                  <a:pt x="707191" y="172728"/>
                </a:lnTo>
                <a:cubicBezTo>
                  <a:pt x="697520" y="152425"/>
                  <a:pt x="706137" y="128125"/>
                  <a:pt x="726440" y="118453"/>
                </a:cubicBezTo>
                <a:cubicBezTo>
                  <a:pt x="736591" y="113616"/>
                  <a:pt x="747742" y="113354"/>
                  <a:pt x="757566" y="116838"/>
                </a:cubicBezTo>
                <a:cubicBezTo>
                  <a:pt x="767387" y="120320"/>
                  <a:pt x="775880" y="127550"/>
                  <a:pt x="780715" y="137702"/>
                </a:cubicBezTo>
                <a:lnTo>
                  <a:pt x="854063" y="257770"/>
                </a:lnTo>
                <a:cubicBezTo>
                  <a:pt x="876893" y="243169"/>
                  <a:pt x="901978" y="233855"/>
                  <a:pt x="927540" y="225719"/>
                </a:cubicBezTo>
                <a:lnTo>
                  <a:pt x="905705" y="91565"/>
                </a:lnTo>
                <a:cubicBezTo>
                  <a:pt x="899704" y="69892"/>
                  <a:pt x="912412" y="47456"/>
                  <a:pt x="934087" y="41456"/>
                </a:cubicBezTo>
                <a:cubicBezTo>
                  <a:pt x="955760" y="35456"/>
                  <a:pt x="978195" y="48165"/>
                  <a:pt x="984194" y="69838"/>
                </a:cubicBezTo>
                <a:lnTo>
                  <a:pt x="1035763" y="201294"/>
                </a:lnTo>
                <a:lnTo>
                  <a:pt x="1113481" y="183754"/>
                </a:lnTo>
                <a:lnTo>
                  <a:pt x="1115295" y="46107"/>
                </a:lnTo>
                <a:cubicBezTo>
                  <a:pt x="1113150" y="23722"/>
                  <a:pt x="1129560" y="3834"/>
                  <a:pt x="1151946" y="1689"/>
                </a:cubicBezTo>
                <a:cubicBezTo>
                  <a:pt x="1174334" y="-457"/>
                  <a:pt x="1194221" y="15952"/>
                  <a:pt x="1196364" y="38339"/>
                </a:cubicBezTo>
                <a:lnTo>
                  <a:pt x="1224375" y="177006"/>
                </a:lnTo>
                <a:lnTo>
                  <a:pt x="1300582" y="175370"/>
                </a:lnTo>
                <a:lnTo>
                  <a:pt x="1326769" y="37508"/>
                </a:lnTo>
                <a:cubicBezTo>
                  <a:pt x="1328544" y="15091"/>
                  <a:pt x="1348159" y="-1647"/>
                  <a:pt x="1370577" y="129"/>
                </a:cubicBezTo>
                <a:close/>
              </a:path>
            </a:pathLst>
          </a:custGeom>
          <a:solidFill>
            <a:schemeClr val="bg2">
              <a:lumMod val="20000"/>
              <a:lumOff val="80000"/>
            </a:schemeClr>
          </a:solidFill>
        </p:spPr>
        <p:txBody>
          <a:bodyPr wrap="square" lIns="72000" tIns="36000" rIns="72000" bIns="36000" rtlCol="0" anchor="ctr">
            <a:noAutofit/>
          </a:bodyPr>
          <a:lstStyle/>
          <a:p>
            <a:pPr defTabSz="307644" hangingPunct="0">
              <a:lnSpc>
                <a:spcPct val="90000"/>
              </a:lnSpc>
              <a:spcAft>
                <a:spcPts val="596"/>
              </a:spcAft>
              <a:buClr>
                <a:srgbClr val="E6513E"/>
              </a:buClr>
            </a:pPr>
            <a:endParaRPr lang="en-US" sz="1000">
              <a:solidFill>
                <a:schemeClr val="tx2"/>
              </a:solidFill>
              <a:latin typeface="+mj-lt"/>
              <a:ea typeface="Nokia Pure Text" panose="020B0504040602060303" pitchFamily="34" charset="0"/>
              <a:cs typeface="Nokia Pure Text" panose="020B0504040602060303" pitchFamily="34" charset="0"/>
            </a:endParaRPr>
          </a:p>
        </p:txBody>
      </p:sp>
      <p:sp>
        <p:nvSpPr>
          <p:cNvPr id="30" name="Freeform: Shape 29">
            <a:extLst>
              <a:ext uri="{FF2B5EF4-FFF2-40B4-BE49-F238E27FC236}">
                <a16:creationId xmlns:a16="http://schemas.microsoft.com/office/drawing/2014/main" id="{B4E96ABD-150F-49CD-B186-2D7D3537DA24}"/>
              </a:ext>
            </a:extLst>
          </p:cNvPr>
          <p:cNvSpPr/>
          <p:nvPr userDrawn="1"/>
        </p:nvSpPr>
        <p:spPr>
          <a:xfrm>
            <a:off x="4579741" y="611360"/>
            <a:ext cx="1398358" cy="1398356"/>
          </a:xfrm>
          <a:custGeom>
            <a:avLst/>
            <a:gdLst>
              <a:gd name="connsiteX0" fmla="*/ 875371 w 2540962"/>
              <a:gd name="connsiteY0" fmla="*/ 1472599 h 2540960"/>
              <a:gd name="connsiteX1" fmla="*/ 427774 w 2540962"/>
              <a:gd name="connsiteY1" fmla="*/ 1630126 h 2540960"/>
              <a:gd name="connsiteX2" fmla="*/ 1329293 w 2540962"/>
              <a:gd name="connsiteY2" fmla="*/ 2178420 h 2540960"/>
              <a:gd name="connsiteX3" fmla="*/ 1903738 w 2540962"/>
              <a:gd name="connsiteY3" fmla="*/ 1908360 h 2540960"/>
              <a:gd name="connsiteX4" fmla="*/ 1539749 w 2540962"/>
              <a:gd name="connsiteY4" fmla="*/ 1596267 h 2540960"/>
              <a:gd name="connsiteX5" fmla="*/ 1505906 w 2540962"/>
              <a:gd name="connsiteY5" fmla="*/ 1631073 h 2540960"/>
              <a:gd name="connsiteX6" fmla="*/ 899907 w 2540962"/>
              <a:gd name="connsiteY6" fmla="*/ 1517544 h 2540960"/>
              <a:gd name="connsiteX7" fmla="*/ 1238212 w 2540962"/>
              <a:gd name="connsiteY7" fmla="*/ 991736 h 2540960"/>
              <a:gd name="connsiteX8" fmla="*/ 980095 w 2540962"/>
              <a:gd name="connsiteY8" fmla="*/ 1292768 h 2540960"/>
              <a:gd name="connsiteX9" fmla="*/ 1281128 w 2540962"/>
              <a:gd name="connsiteY9" fmla="*/ 1550885 h 2540960"/>
              <a:gd name="connsiteX10" fmla="*/ 1539246 w 2540962"/>
              <a:gd name="connsiteY10" fmla="*/ 1249852 h 2540960"/>
              <a:gd name="connsiteX11" fmla="*/ 1238212 w 2540962"/>
              <a:gd name="connsiteY11" fmla="*/ 991736 h 2540960"/>
              <a:gd name="connsiteX12" fmla="*/ 1482584 w 2540962"/>
              <a:gd name="connsiteY12" fmla="*/ 393317 h 2540960"/>
              <a:gd name="connsiteX13" fmla="*/ 1395166 w 2540962"/>
              <a:gd name="connsiteY13" fmla="*/ 859939 h 2540960"/>
              <a:gd name="connsiteX14" fmla="*/ 1619438 w 2540962"/>
              <a:gd name="connsiteY14" fmla="*/ 1025075 h 2540960"/>
              <a:gd name="connsiteX15" fmla="*/ 1622882 w 2540962"/>
              <a:gd name="connsiteY15" fmla="*/ 1510769 h 2540960"/>
              <a:gd name="connsiteX16" fmla="*/ 1981917 w 2540962"/>
              <a:gd name="connsiteY16" fmla="*/ 1818616 h 2540960"/>
              <a:gd name="connsiteX17" fmla="*/ 2166781 w 2540962"/>
              <a:gd name="connsiteY17" fmla="*/ 1201687 h 2540960"/>
              <a:gd name="connsiteX18" fmla="*/ 1482584 w 2540962"/>
              <a:gd name="connsiteY18" fmla="*/ 393317 h 2540960"/>
              <a:gd name="connsiteX19" fmla="*/ 1279035 w 2540962"/>
              <a:gd name="connsiteY19" fmla="*/ 361770 h 2540960"/>
              <a:gd name="connsiteX20" fmla="*/ 1190047 w 2540962"/>
              <a:gd name="connsiteY20" fmla="*/ 364200 h 2540960"/>
              <a:gd name="connsiteX21" fmla="*/ 352560 w 2540962"/>
              <a:gd name="connsiteY21" fmla="*/ 1340933 h 2540960"/>
              <a:gd name="connsiteX22" fmla="*/ 384459 w 2540962"/>
              <a:gd name="connsiteY22" fmla="*/ 1519198 h 2540960"/>
              <a:gd name="connsiteX23" fmla="*/ 833284 w 2540962"/>
              <a:gd name="connsiteY23" fmla="*/ 1361239 h 2540960"/>
              <a:gd name="connsiteX24" fmla="*/ 1013440 w 2540962"/>
              <a:gd name="connsiteY24" fmla="*/ 911547 h 2540960"/>
              <a:gd name="connsiteX25" fmla="*/ 1256640 w 2540962"/>
              <a:gd name="connsiteY25" fmla="*/ 835318 h 2540960"/>
              <a:gd name="connsiteX26" fmla="*/ 1278230 w 2540962"/>
              <a:gd name="connsiteY26" fmla="*/ 837777 h 2540960"/>
              <a:gd name="connsiteX27" fmla="*/ 1366163 w 2540962"/>
              <a:gd name="connsiteY27" fmla="*/ 368404 h 2540960"/>
              <a:gd name="connsiteX28" fmla="*/ 1279035 w 2540962"/>
              <a:gd name="connsiteY28" fmla="*/ 361770 h 2540960"/>
              <a:gd name="connsiteX29" fmla="*/ 1270481 w 2540962"/>
              <a:gd name="connsiteY29" fmla="*/ 297212 h 2540960"/>
              <a:gd name="connsiteX30" fmla="*/ 2243750 w 2540962"/>
              <a:gd name="connsiteY30" fmla="*/ 1270480 h 2540960"/>
              <a:gd name="connsiteX31" fmla="*/ 1270481 w 2540962"/>
              <a:gd name="connsiteY31" fmla="*/ 2243748 h 2540960"/>
              <a:gd name="connsiteX32" fmla="*/ 297212 w 2540962"/>
              <a:gd name="connsiteY32" fmla="*/ 1270480 h 2540960"/>
              <a:gd name="connsiteX33" fmla="*/ 1270481 w 2540962"/>
              <a:gd name="connsiteY33" fmla="*/ 297212 h 2540960"/>
              <a:gd name="connsiteX34" fmla="*/ 1270481 w 2540962"/>
              <a:gd name="connsiteY34" fmla="*/ 234824 h 2540960"/>
              <a:gd name="connsiteX35" fmla="*/ 234824 w 2540962"/>
              <a:gd name="connsiteY35" fmla="*/ 1270480 h 2540960"/>
              <a:gd name="connsiteX36" fmla="*/ 1270481 w 2540962"/>
              <a:gd name="connsiteY36" fmla="*/ 2306136 h 2540960"/>
              <a:gd name="connsiteX37" fmla="*/ 2306138 w 2540962"/>
              <a:gd name="connsiteY37" fmla="*/ 1270480 h 2540960"/>
              <a:gd name="connsiteX38" fmla="*/ 1270481 w 2540962"/>
              <a:gd name="connsiteY38" fmla="*/ 234824 h 2540960"/>
              <a:gd name="connsiteX39" fmla="*/ 1273537 w 2540962"/>
              <a:gd name="connsiteY39" fmla="*/ 1 h 2540960"/>
              <a:gd name="connsiteX40" fmla="*/ 1314159 w 2540962"/>
              <a:gd name="connsiteY40" fmla="*/ 40821 h 2540960"/>
              <a:gd name="connsiteX41" fmla="*/ 1328348 w 2540962"/>
              <a:gd name="connsiteY41" fmla="*/ 180283 h 2540960"/>
              <a:gd name="connsiteX42" fmla="*/ 1399850 w 2540962"/>
              <a:gd name="connsiteY42" fmla="*/ 187665 h 2540960"/>
              <a:gd name="connsiteX43" fmla="*/ 1438898 w 2540962"/>
              <a:gd name="connsiteY43" fmla="*/ 52243 h 2540960"/>
              <a:gd name="connsiteX44" fmla="*/ 1486151 w 2540962"/>
              <a:gd name="connsiteY44" fmla="*/ 19324 h 2540960"/>
              <a:gd name="connsiteX45" fmla="*/ 1519067 w 2540962"/>
              <a:gd name="connsiteY45" fmla="*/ 66577 h 2540960"/>
              <a:gd name="connsiteX46" fmla="*/ 1509790 w 2540962"/>
              <a:gd name="connsiteY46" fmla="*/ 202342 h 2540960"/>
              <a:gd name="connsiteX47" fmla="*/ 1586395 w 2540962"/>
              <a:gd name="connsiteY47" fmla="*/ 226326 h 2540960"/>
              <a:gd name="connsiteX48" fmla="*/ 1647804 w 2540962"/>
              <a:gd name="connsiteY48" fmla="*/ 100892 h 2540960"/>
              <a:gd name="connsiteX49" fmla="*/ 1700055 w 2540962"/>
              <a:gd name="connsiteY49" fmla="*/ 76682 h 2540960"/>
              <a:gd name="connsiteX50" fmla="*/ 1724267 w 2540962"/>
              <a:gd name="connsiteY50" fmla="*/ 128930 h 2540960"/>
              <a:gd name="connsiteX51" fmla="*/ 1691961 w 2540962"/>
              <a:gd name="connsiteY51" fmla="*/ 259376 h 2540960"/>
              <a:gd name="connsiteX52" fmla="*/ 1763683 w 2540962"/>
              <a:gd name="connsiteY52" fmla="*/ 296776 h 2540960"/>
              <a:gd name="connsiteX53" fmla="*/ 1845088 w 2540962"/>
              <a:gd name="connsiteY53" fmla="*/ 185081 h 2540960"/>
              <a:gd name="connsiteX54" fmla="*/ 1869861 w 2540962"/>
              <a:gd name="connsiteY54" fmla="*/ 166168 h 2540960"/>
              <a:gd name="connsiteX55" fmla="*/ 1900750 w 2540962"/>
              <a:gd name="connsiteY55" fmla="*/ 170312 h 2540960"/>
              <a:gd name="connsiteX56" fmla="*/ 1915521 w 2540962"/>
              <a:gd name="connsiteY56" fmla="*/ 225971 h 2540960"/>
              <a:gd name="connsiteX57" fmla="*/ 1860660 w 2540962"/>
              <a:gd name="connsiteY57" fmla="*/ 349717 h 2540960"/>
              <a:gd name="connsiteX58" fmla="*/ 1926248 w 2540962"/>
              <a:gd name="connsiteY58" fmla="*/ 397093 h 2540960"/>
              <a:gd name="connsiteX59" fmla="*/ 2024757 w 2540962"/>
              <a:gd name="connsiteY59" fmla="*/ 302247 h 2540960"/>
              <a:gd name="connsiteX60" fmla="*/ 2052437 w 2540962"/>
              <a:gd name="connsiteY60" fmla="*/ 287923 h 2540960"/>
              <a:gd name="connsiteX61" fmla="*/ 2082137 w 2540962"/>
              <a:gd name="connsiteY61" fmla="*/ 297367 h 2540960"/>
              <a:gd name="connsiteX62" fmla="*/ 2087018 w 2540962"/>
              <a:gd name="connsiteY62" fmla="*/ 354747 h 2540960"/>
              <a:gd name="connsiteX63" fmla="*/ 2011202 w 2540962"/>
              <a:gd name="connsiteY63" fmla="*/ 467532 h 2540960"/>
              <a:gd name="connsiteX64" fmla="*/ 2069245 w 2540962"/>
              <a:gd name="connsiteY64" fmla="*/ 524206 h 2540960"/>
              <a:gd name="connsiteX65" fmla="*/ 2181349 w 2540962"/>
              <a:gd name="connsiteY65" fmla="*/ 448832 h 2540960"/>
              <a:gd name="connsiteX66" fmla="*/ 2211096 w 2540962"/>
              <a:gd name="connsiteY66" fmla="*/ 439533 h 2540960"/>
              <a:gd name="connsiteX67" fmla="*/ 2238707 w 2540962"/>
              <a:gd name="connsiteY67" fmla="*/ 453990 h 2540960"/>
              <a:gd name="connsiteX68" fmla="*/ 2233548 w 2540962"/>
              <a:gd name="connsiteY68" fmla="*/ 511347 h 2540960"/>
              <a:gd name="connsiteX69" fmla="*/ 2139177 w 2540962"/>
              <a:gd name="connsiteY69" fmla="*/ 609381 h 2540960"/>
              <a:gd name="connsiteX70" fmla="*/ 2188455 w 2540962"/>
              <a:gd name="connsiteY70" fmla="*/ 674331 h 2540960"/>
              <a:gd name="connsiteX71" fmla="*/ 2310111 w 2540962"/>
              <a:gd name="connsiteY71" fmla="*/ 620384 h 2540960"/>
              <a:gd name="connsiteX72" fmla="*/ 2341018 w 2540962"/>
              <a:gd name="connsiteY72" fmla="*/ 616391 h 2540960"/>
              <a:gd name="connsiteX73" fmla="*/ 2365697 w 2540962"/>
              <a:gd name="connsiteY73" fmla="*/ 635423 h 2540960"/>
              <a:gd name="connsiteX74" fmla="*/ 2350659 w 2540962"/>
              <a:gd name="connsiteY74" fmla="*/ 691011 h 2540960"/>
              <a:gd name="connsiteX75" fmla="*/ 2240710 w 2540962"/>
              <a:gd name="connsiteY75" fmla="*/ 771161 h 2540960"/>
              <a:gd name="connsiteX76" fmla="*/ 2279628 w 2540962"/>
              <a:gd name="connsiteY76" fmla="*/ 843274 h 2540960"/>
              <a:gd name="connsiteX77" fmla="*/ 2407124 w 2540962"/>
              <a:gd name="connsiteY77" fmla="*/ 811687 h 2540960"/>
              <a:gd name="connsiteX78" fmla="*/ 2459255 w 2540962"/>
              <a:gd name="connsiteY78" fmla="*/ 836150 h 2540960"/>
              <a:gd name="connsiteX79" fmla="*/ 2434793 w 2540962"/>
              <a:gd name="connsiteY79" fmla="*/ 888283 h 2540960"/>
              <a:gd name="connsiteX80" fmla="*/ 2312606 w 2540962"/>
              <a:gd name="connsiteY80" fmla="*/ 948116 h 2540960"/>
              <a:gd name="connsiteX81" fmla="*/ 2336584 w 2540962"/>
              <a:gd name="connsiteY81" fmla="*/ 1026023 h 2540960"/>
              <a:gd name="connsiteX82" fmla="*/ 2469442 w 2540962"/>
              <a:gd name="connsiteY82" fmla="*/ 1016932 h 2540960"/>
              <a:gd name="connsiteX83" fmla="*/ 2516536 w 2540962"/>
              <a:gd name="connsiteY83" fmla="*/ 1050075 h 2540960"/>
              <a:gd name="connsiteX84" fmla="*/ 2483392 w 2540962"/>
              <a:gd name="connsiteY84" fmla="*/ 1097168 h 2540960"/>
              <a:gd name="connsiteX85" fmla="*/ 2352774 w 2540962"/>
              <a:gd name="connsiteY85" fmla="*/ 1134845 h 2540960"/>
              <a:gd name="connsiteX86" fmla="*/ 2360641 w 2540962"/>
              <a:gd name="connsiteY86" fmla="*/ 1214834 h 2540960"/>
              <a:gd name="connsiteX87" fmla="*/ 2500340 w 2540962"/>
              <a:gd name="connsiteY87" fmla="*/ 1229890 h 2540960"/>
              <a:gd name="connsiteX88" fmla="*/ 2540962 w 2540962"/>
              <a:gd name="connsiteY88" fmla="*/ 1270708 h 2540960"/>
              <a:gd name="connsiteX89" fmla="*/ 2500144 w 2540962"/>
              <a:gd name="connsiteY89" fmla="*/ 1311329 h 2540960"/>
              <a:gd name="connsiteX90" fmla="*/ 2360891 w 2540962"/>
              <a:gd name="connsiteY90" fmla="*/ 1326253 h 2540960"/>
              <a:gd name="connsiteX91" fmla="*/ 2352790 w 2540962"/>
              <a:gd name="connsiteY91" fmla="*/ 1404708 h 2540960"/>
              <a:gd name="connsiteX92" fmla="*/ 2488702 w 2540962"/>
              <a:gd name="connsiteY92" fmla="*/ 1444070 h 2540960"/>
              <a:gd name="connsiteX93" fmla="*/ 2521620 w 2540962"/>
              <a:gd name="connsiteY93" fmla="*/ 1491322 h 2540960"/>
              <a:gd name="connsiteX94" fmla="*/ 2474367 w 2540962"/>
              <a:gd name="connsiteY94" fmla="*/ 1524238 h 2540960"/>
              <a:gd name="connsiteX95" fmla="*/ 2337009 w 2540962"/>
              <a:gd name="connsiteY95" fmla="*/ 1514917 h 2540960"/>
              <a:gd name="connsiteX96" fmla="*/ 2313275 w 2540962"/>
              <a:gd name="connsiteY96" fmla="*/ 1590724 h 2540960"/>
              <a:gd name="connsiteX97" fmla="*/ 2440052 w 2540962"/>
              <a:gd name="connsiteY97" fmla="*/ 1652975 h 2540960"/>
              <a:gd name="connsiteX98" fmla="*/ 2464263 w 2540962"/>
              <a:gd name="connsiteY98" fmla="*/ 1705224 h 2540960"/>
              <a:gd name="connsiteX99" fmla="*/ 2412010 w 2540962"/>
              <a:gd name="connsiteY99" fmla="*/ 1729437 h 2540960"/>
              <a:gd name="connsiteX100" fmla="*/ 2280061 w 2540962"/>
              <a:gd name="connsiteY100" fmla="*/ 1696824 h 2540960"/>
              <a:gd name="connsiteX101" fmla="*/ 2242238 w 2540962"/>
              <a:gd name="connsiteY101" fmla="*/ 1767244 h 2540960"/>
              <a:gd name="connsiteX102" fmla="*/ 2355865 w 2540962"/>
              <a:gd name="connsiteY102" fmla="*/ 1850259 h 2540960"/>
              <a:gd name="connsiteX103" fmla="*/ 2370634 w 2540962"/>
              <a:gd name="connsiteY103" fmla="*/ 1905919 h 2540960"/>
              <a:gd name="connsiteX104" fmla="*/ 2314972 w 2540962"/>
              <a:gd name="connsiteY104" fmla="*/ 1920692 h 2540960"/>
              <a:gd name="connsiteX105" fmla="*/ 2188937 w 2540962"/>
              <a:gd name="connsiteY105" fmla="*/ 1864884 h 2540960"/>
              <a:gd name="connsiteX106" fmla="*/ 2141661 w 2540962"/>
              <a:gd name="connsiteY106" fmla="*/ 1928908 h 2540960"/>
              <a:gd name="connsiteX107" fmla="*/ 2238696 w 2540962"/>
              <a:gd name="connsiteY107" fmla="*/ 2029928 h 2540960"/>
              <a:gd name="connsiteX108" fmla="*/ 2243577 w 2540962"/>
              <a:gd name="connsiteY108" fmla="*/ 2087308 h 2540960"/>
              <a:gd name="connsiteX109" fmla="*/ 2186196 w 2540962"/>
              <a:gd name="connsiteY109" fmla="*/ 2092188 h 2540960"/>
              <a:gd name="connsiteX110" fmla="*/ 2070628 w 2540962"/>
              <a:gd name="connsiteY110" fmla="*/ 2014578 h 2540960"/>
              <a:gd name="connsiteX111" fmla="*/ 2014632 w 2540962"/>
              <a:gd name="connsiteY111" fmla="*/ 2070990 h 2540960"/>
              <a:gd name="connsiteX112" fmla="*/ 2092109 w 2540962"/>
              <a:gd name="connsiteY112" fmla="*/ 2186519 h 2540960"/>
              <a:gd name="connsiteX113" fmla="*/ 2086954 w 2540962"/>
              <a:gd name="connsiteY113" fmla="*/ 2243876 h 2540960"/>
              <a:gd name="connsiteX114" fmla="*/ 2029598 w 2540962"/>
              <a:gd name="connsiteY114" fmla="*/ 2238717 h 2540960"/>
              <a:gd name="connsiteX115" fmla="*/ 1928622 w 2540962"/>
              <a:gd name="connsiteY115" fmla="*/ 2141606 h 2540960"/>
              <a:gd name="connsiteX116" fmla="*/ 1864910 w 2540962"/>
              <a:gd name="connsiteY116" fmla="*/ 2189386 h 2540960"/>
              <a:gd name="connsiteX117" fmla="*/ 1920560 w 2540962"/>
              <a:gd name="connsiteY117" fmla="*/ 2315278 h 2540960"/>
              <a:gd name="connsiteX118" fmla="*/ 1905521 w 2540962"/>
              <a:gd name="connsiteY118" fmla="*/ 2370867 h 2540960"/>
              <a:gd name="connsiteX119" fmla="*/ 1849934 w 2540962"/>
              <a:gd name="connsiteY119" fmla="*/ 2355827 h 2540960"/>
              <a:gd name="connsiteX120" fmla="*/ 1767028 w 2540962"/>
              <a:gd name="connsiteY120" fmla="*/ 2242208 h 2540960"/>
              <a:gd name="connsiteX121" fmla="*/ 1696686 w 2540962"/>
              <a:gd name="connsiteY121" fmla="*/ 2280167 h 2540960"/>
              <a:gd name="connsiteX122" fmla="*/ 1729257 w 2540962"/>
              <a:gd name="connsiteY122" fmla="*/ 2412290 h 2540960"/>
              <a:gd name="connsiteX123" fmla="*/ 1704793 w 2540962"/>
              <a:gd name="connsiteY123" fmla="*/ 2464424 h 2540960"/>
              <a:gd name="connsiteX124" fmla="*/ 1652660 w 2540962"/>
              <a:gd name="connsiteY124" fmla="*/ 2439961 h 2540960"/>
              <a:gd name="connsiteX125" fmla="*/ 1590570 w 2540962"/>
              <a:gd name="connsiteY125" fmla="*/ 2313309 h 2540960"/>
              <a:gd name="connsiteX126" fmla="*/ 1514735 w 2540962"/>
              <a:gd name="connsiteY126" fmla="*/ 2336650 h 2540960"/>
              <a:gd name="connsiteX127" fmla="*/ 1524013 w 2540962"/>
              <a:gd name="connsiteY127" fmla="*/ 2474611 h 2540960"/>
              <a:gd name="connsiteX128" fmla="*/ 1490868 w 2540962"/>
              <a:gd name="connsiteY128" fmla="*/ 2521703 h 2540960"/>
              <a:gd name="connsiteX129" fmla="*/ 1443776 w 2540962"/>
              <a:gd name="connsiteY129" fmla="*/ 2488558 h 2540960"/>
              <a:gd name="connsiteX130" fmla="*/ 1404585 w 2540962"/>
              <a:gd name="connsiteY130" fmla="*/ 2352926 h 2540960"/>
              <a:gd name="connsiteX131" fmla="*/ 1323259 w 2540962"/>
              <a:gd name="connsiteY131" fmla="*/ 2360926 h 2540960"/>
              <a:gd name="connsiteX132" fmla="*/ 1308231 w 2540962"/>
              <a:gd name="connsiteY132" fmla="*/ 2500335 h 2540960"/>
              <a:gd name="connsiteX133" fmla="*/ 1267413 w 2540962"/>
              <a:gd name="connsiteY133" fmla="*/ 2540960 h 2540960"/>
              <a:gd name="connsiteX134" fmla="*/ 1226789 w 2540962"/>
              <a:gd name="connsiteY134" fmla="*/ 2500140 h 2540960"/>
              <a:gd name="connsiteX135" fmla="*/ 1211834 w 2540962"/>
              <a:gd name="connsiteY135" fmla="*/ 2360598 h 2540960"/>
              <a:gd name="connsiteX136" fmla="*/ 1126130 w 2540962"/>
              <a:gd name="connsiteY136" fmla="*/ 2351749 h 2540960"/>
              <a:gd name="connsiteX137" fmla="*/ 1086137 w 2540962"/>
              <a:gd name="connsiteY137" fmla="*/ 2487699 h 2540960"/>
              <a:gd name="connsiteX138" fmla="*/ 1038886 w 2540962"/>
              <a:gd name="connsiteY138" fmla="*/ 2520615 h 2540960"/>
              <a:gd name="connsiteX139" fmla="*/ 1005967 w 2540962"/>
              <a:gd name="connsiteY139" fmla="*/ 2473362 h 2540960"/>
              <a:gd name="connsiteX140" fmla="*/ 1016025 w 2540962"/>
              <a:gd name="connsiteY140" fmla="*/ 2333879 h 2540960"/>
              <a:gd name="connsiteX141" fmla="*/ 940883 w 2540962"/>
              <a:gd name="connsiteY141" fmla="*/ 2310354 h 2540960"/>
              <a:gd name="connsiteX142" fmla="*/ 877490 w 2540962"/>
              <a:gd name="connsiteY142" fmla="*/ 2438093 h 2540960"/>
              <a:gd name="connsiteX143" fmla="*/ 825239 w 2540962"/>
              <a:gd name="connsiteY143" fmla="*/ 2462306 h 2540960"/>
              <a:gd name="connsiteX144" fmla="*/ 801029 w 2540962"/>
              <a:gd name="connsiteY144" fmla="*/ 2410053 h 2540960"/>
              <a:gd name="connsiteX145" fmla="*/ 834856 w 2540962"/>
              <a:gd name="connsiteY145" fmla="*/ 2275622 h 2540960"/>
              <a:gd name="connsiteX146" fmla="*/ 765554 w 2540962"/>
              <a:gd name="connsiteY146" fmla="*/ 2237789 h 2540960"/>
              <a:gd name="connsiteX147" fmla="*/ 680627 w 2540962"/>
              <a:gd name="connsiteY147" fmla="*/ 2353009 h 2540960"/>
              <a:gd name="connsiteX148" fmla="*/ 624963 w 2540962"/>
              <a:gd name="connsiteY148" fmla="*/ 2367780 h 2540960"/>
              <a:gd name="connsiteX149" fmla="*/ 610194 w 2540962"/>
              <a:gd name="connsiteY149" fmla="*/ 2312122 h 2540960"/>
              <a:gd name="connsiteX150" fmla="*/ 667463 w 2540962"/>
              <a:gd name="connsiteY150" fmla="*/ 2184241 h 2540960"/>
              <a:gd name="connsiteX151" fmla="*/ 605366 w 2540962"/>
              <a:gd name="connsiteY151" fmla="*/ 2136126 h 2540960"/>
              <a:gd name="connsiteX152" fmla="*/ 501527 w 2540962"/>
              <a:gd name="connsiteY152" fmla="*/ 2235033 h 2540960"/>
              <a:gd name="connsiteX153" fmla="*/ 444146 w 2540962"/>
              <a:gd name="connsiteY153" fmla="*/ 2239916 h 2540960"/>
              <a:gd name="connsiteX154" fmla="*/ 439267 w 2540962"/>
              <a:gd name="connsiteY154" fmla="*/ 2182535 h 2540960"/>
              <a:gd name="connsiteX155" fmla="*/ 519156 w 2540962"/>
              <a:gd name="connsiteY155" fmla="*/ 2064646 h 2540960"/>
              <a:gd name="connsiteX156" fmla="*/ 464913 w 2540962"/>
              <a:gd name="connsiteY156" fmla="*/ 2008483 h 2540960"/>
              <a:gd name="connsiteX157" fmla="*/ 345637 w 2540962"/>
              <a:gd name="connsiteY157" fmla="*/ 2087751 h 2540960"/>
              <a:gd name="connsiteX158" fmla="*/ 288279 w 2540962"/>
              <a:gd name="connsiteY158" fmla="*/ 2082595 h 2540960"/>
              <a:gd name="connsiteX159" fmla="*/ 293436 w 2540962"/>
              <a:gd name="connsiteY159" fmla="*/ 2025238 h 2540960"/>
              <a:gd name="connsiteX160" fmla="*/ 393751 w 2540962"/>
              <a:gd name="connsiteY160" fmla="*/ 1921809 h 2540960"/>
              <a:gd name="connsiteX161" fmla="*/ 348168 w 2540962"/>
              <a:gd name="connsiteY161" fmla="*/ 1858612 h 2540960"/>
              <a:gd name="connsiteX162" fmla="*/ 217689 w 2540962"/>
              <a:gd name="connsiteY162" fmla="*/ 1915635 h 2540960"/>
              <a:gd name="connsiteX163" fmla="*/ 162099 w 2540962"/>
              <a:gd name="connsiteY163" fmla="*/ 1900597 h 2540960"/>
              <a:gd name="connsiteX164" fmla="*/ 177137 w 2540962"/>
              <a:gd name="connsiteY164" fmla="*/ 1845007 h 2540960"/>
              <a:gd name="connsiteX165" fmla="*/ 294874 w 2540962"/>
              <a:gd name="connsiteY165" fmla="*/ 1759857 h 2540960"/>
              <a:gd name="connsiteX166" fmla="*/ 258486 w 2540962"/>
              <a:gd name="connsiteY166" fmla="*/ 1690776 h 2540960"/>
              <a:gd name="connsiteX167" fmla="*/ 121572 w 2540962"/>
              <a:gd name="connsiteY167" fmla="*/ 1723916 h 2540960"/>
              <a:gd name="connsiteX168" fmla="*/ 69438 w 2540962"/>
              <a:gd name="connsiteY168" fmla="*/ 1699453 h 2540960"/>
              <a:gd name="connsiteX169" fmla="*/ 93902 w 2540962"/>
              <a:gd name="connsiteY169" fmla="*/ 1647321 h 2540960"/>
              <a:gd name="connsiteX170" fmla="*/ 225468 w 2540962"/>
              <a:gd name="connsiteY170" fmla="*/ 1583504 h 2540960"/>
              <a:gd name="connsiteX171" fmla="*/ 202673 w 2540962"/>
              <a:gd name="connsiteY171" fmla="*/ 1509439 h 2540960"/>
              <a:gd name="connsiteX172" fmla="*/ 60206 w 2540962"/>
              <a:gd name="connsiteY172" fmla="*/ 1518420 h 2540960"/>
              <a:gd name="connsiteX173" fmla="*/ 13116 w 2540962"/>
              <a:gd name="connsiteY173" fmla="*/ 1485275 h 2540960"/>
              <a:gd name="connsiteX174" fmla="*/ 46258 w 2540962"/>
              <a:gd name="connsiteY174" fmla="*/ 1438183 h 2540960"/>
              <a:gd name="connsiteX175" fmla="*/ 187383 w 2540962"/>
              <a:gd name="connsiteY175" fmla="*/ 1398047 h 2540960"/>
              <a:gd name="connsiteX176" fmla="*/ 179796 w 2540962"/>
              <a:gd name="connsiteY176" fmla="*/ 1320931 h 2540960"/>
              <a:gd name="connsiteX177" fmla="*/ 40623 w 2540962"/>
              <a:gd name="connsiteY177" fmla="*/ 1305402 h 2540960"/>
              <a:gd name="connsiteX178" fmla="*/ 1 w 2540962"/>
              <a:gd name="connsiteY178" fmla="*/ 1264584 h 2540960"/>
              <a:gd name="connsiteX179" fmla="*/ 40821 w 2540962"/>
              <a:gd name="connsiteY179" fmla="*/ 1223961 h 2540960"/>
              <a:gd name="connsiteX180" fmla="*/ 180571 w 2540962"/>
              <a:gd name="connsiteY180" fmla="*/ 1209745 h 2540960"/>
              <a:gd name="connsiteX181" fmla="*/ 188693 w 2540962"/>
              <a:gd name="connsiteY181" fmla="*/ 1131089 h 2540960"/>
              <a:gd name="connsiteX182" fmla="*/ 53241 w 2540962"/>
              <a:gd name="connsiteY182" fmla="*/ 1091310 h 2540960"/>
              <a:gd name="connsiteX183" fmla="*/ 20324 w 2540962"/>
              <a:gd name="connsiteY183" fmla="*/ 1044058 h 2540960"/>
              <a:gd name="connsiteX184" fmla="*/ 67576 w 2540962"/>
              <a:gd name="connsiteY184" fmla="*/ 1011142 h 2540960"/>
              <a:gd name="connsiteX185" fmla="*/ 205444 w 2540962"/>
              <a:gd name="connsiteY185" fmla="*/ 1021245 h 2540960"/>
              <a:gd name="connsiteX186" fmla="*/ 229218 w 2540962"/>
              <a:gd name="connsiteY186" fmla="*/ 945301 h 2540960"/>
              <a:gd name="connsiteX187" fmla="*/ 102846 w 2540962"/>
              <a:gd name="connsiteY187" fmla="*/ 882662 h 2540960"/>
              <a:gd name="connsiteX188" fmla="*/ 78635 w 2540962"/>
              <a:gd name="connsiteY188" fmla="*/ 830411 h 2540960"/>
              <a:gd name="connsiteX189" fmla="*/ 130886 w 2540962"/>
              <a:gd name="connsiteY189" fmla="*/ 806199 h 2540960"/>
              <a:gd name="connsiteX190" fmla="*/ 262774 w 2540962"/>
              <a:gd name="connsiteY190" fmla="*/ 839551 h 2540960"/>
              <a:gd name="connsiteX191" fmla="*/ 301181 w 2540962"/>
              <a:gd name="connsiteY191" fmla="*/ 769193 h 2540960"/>
              <a:gd name="connsiteX192" fmla="*/ 187931 w 2540962"/>
              <a:gd name="connsiteY192" fmla="*/ 685801 h 2540960"/>
              <a:gd name="connsiteX193" fmla="*/ 173159 w 2540962"/>
              <a:gd name="connsiteY193" fmla="*/ 630137 h 2540960"/>
              <a:gd name="connsiteX194" fmla="*/ 197933 w 2540962"/>
              <a:gd name="connsiteY194" fmla="*/ 611226 h 2540960"/>
              <a:gd name="connsiteX195" fmla="*/ 228822 w 2540962"/>
              <a:gd name="connsiteY195" fmla="*/ 615368 h 2540960"/>
              <a:gd name="connsiteX196" fmla="*/ 354368 w 2540962"/>
              <a:gd name="connsiteY196" fmla="*/ 671767 h 2540960"/>
              <a:gd name="connsiteX197" fmla="*/ 402572 w 2540962"/>
              <a:gd name="connsiteY197" fmla="*/ 608093 h 2540960"/>
              <a:gd name="connsiteX198" fmla="*/ 305906 w 2540962"/>
              <a:gd name="connsiteY198" fmla="*/ 506701 h 2540960"/>
              <a:gd name="connsiteX199" fmla="*/ 301025 w 2540962"/>
              <a:gd name="connsiteY199" fmla="*/ 449319 h 2540960"/>
              <a:gd name="connsiteX200" fmla="*/ 328705 w 2540962"/>
              <a:gd name="connsiteY200" fmla="*/ 434997 h 2540960"/>
              <a:gd name="connsiteX201" fmla="*/ 358406 w 2540962"/>
              <a:gd name="connsiteY201" fmla="*/ 444440 h 2540960"/>
              <a:gd name="connsiteX202" fmla="*/ 473457 w 2540962"/>
              <a:gd name="connsiteY202" fmla="*/ 522602 h 2540960"/>
              <a:gd name="connsiteX203" fmla="*/ 530291 w 2540962"/>
              <a:gd name="connsiteY203" fmla="*/ 466709 h 2540960"/>
              <a:gd name="connsiteX204" fmla="*/ 453189 w 2540962"/>
              <a:gd name="connsiteY204" fmla="*/ 350808 h 2540960"/>
              <a:gd name="connsiteX205" fmla="*/ 458347 w 2540962"/>
              <a:gd name="connsiteY205" fmla="*/ 293452 h 2540960"/>
              <a:gd name="connsiteX206" fmla="*/ 488093 w 2540962"/>
              <a:gd name="connsiteY206" fmla="*/ 284153 h 2540960"/>
              <a:gd name="connsiteX207" fmla="*/ 515703 w 2540962"/>
              <a:gd name="connsiteY207" fmla="*/ 298610 h 2540960"/>
              <a:gd name="connsiteX208" fmla="*/ 616127 w 2540962"/>
              <a:gd name="connsiteY208" fmla="*/ 396236 h 2540960"/>
              <a:gd name="connsiteX209" fmla="*/ 680562 w 2540962"/>
              <a:gd name="connsiteY209" fmla="*/ 349137 h 2540960"/>
              <a:gd name="connsiteX210" fmla="*/ 625305 w 2540962"/>
              <a:gd name="connsiteY210" fmla="*/ 222861 h 2540960"/>
              <a:gd name="connsiteX211" fmla="*/ 640344 w 2540962"/>
              <a:gd name="connsiteY211" fmla="*/ 167272 h 2540960"/>
              <a:gd name="connsiteX212" fmla="*/ 671255 w 2540962"/>
              <a:gd name="connsiteY212" fmla="*/ 163280 h 2540960"/>
              <a:gd name="connsiteX213" fmla="*/ 695933 w 2540962"/>
              <a:gd name="connsiteY213" fmla="*/ 182311 h 2540960"/>
              <a:gd name="connsiteX214" fmla="*/ 778254 w 2540962"/>
              <a:gd name="connsiteY214" fmla="*/ 296414 h 2540960"/>
              <a:gd name="connsiteX215" fmla="*/ 849063 w 2540962"/>
              <a:gd name="connsiteY215" fmla="*/ 258834 h 2540960"/>
              <a:gd name="connsiteX216" fmla="*/ 817026 w 2540962"/>
              <a:gd name="connsiteY216" fmla="*/ 126745 h 2540960"/>
              <a:gd name="connsiteX217" fmla="*/ 841490 w 2540962"/>
              <a:gd name="connsiteY217" fmla="*/ 74611 h 2540960"/>
              <a:gd name="connsiteX218" fmla="*/ 893621 w 2540962"/>
              <a:gd name="connsiteY218" fmla="*/ 99075 h 2540960"/>
              <a:gd name="connsiteX219" fmla="*/ 955100 w 2540962"/>
              <a:gd name="connsiteY219" fmla="*/ 226198 h 2540960"/>
              <a:gd name="connsiteX220" fmla="*/ 1031247 w 2540962"/>
              <a:gd name="connsiteY220" fmla="*/ 202762 h 2540960"/>
              <a:gd name="connsiteX221" fmla="*/ 1022521 w 2540962"/>
              <a:gd name="connsiteY221" fmla="*/ 65380 h 2540960"/>
              <a:gd name="connsiteX222" fmla="*/ 1055666 w 2540962"/>
              <a:gd name="connsiteY222" fmla="*/ 18287 h 2540960"/>
              <a:gd name="connsiteX223" fmla="*/ 1102758 w 2540962"/>
              <a:gd name="connsiteY223" fmla="*/ 51431 h 2540960"/>
              <a:gd name="connsiteX224" fmla="*/ 1141300 w 2540962"/>
              <a:gd name="connsiteY224" fmla="*/ 187548 h 2540960"/>
              <a:gd name="connsiteX225" fmla="*/ 1217158 w 2540962"/>
              <a:gd name="connsiteY225" fmla="*/ 180085 h 2540960"/>
              <a:gd name="connsiteX226" fmla="*/ 1232719 w 2540962"/>
              <a:gd name="connsiteY226" fmla="*/ 40623 h 2540960"/>
              <a:gd name="connsiteX227" fmla="*/ 1273537 w 2540962"/>
              <a:gd name="connsiteY227" fmla="*/ 1 h 254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Lst>
            <a:rect l="l" t="t" r="r" b="b"/>
            <a:pathLst>
              <a:path w="2540962" h="2540960">
                <a:moveTo>
                  <a:pt x="875371" y="1472599"/>
                </a:moveTo>
                <a:lnTo>
                  <a:pt x="427774" y="1630126"/>
                </a:lnTo>
                <a:cubicBezTo>
                  <a:pt x="573704" y="1978741"/>
                  <a:pt x="931414" y="2208958"/>
                  <a:pt x="1329293" y="2178420"/>
                </a:cubicBezTo>
                <a:cubicBezTo>
                  <a:pt x="1556584" y="2160975"/>
                  <a:pt x="1757933" y="2061433"/>
                  <a:pt x="1903738" y="1908360"/>
                </a:cubicBezTo>
                <a:lnTo>
                  <a:pt x="1539749" y="1596267"/>
                </a:lnTo>
                <a:cubicBezTo>
                  <a:pt x="1532199" y="1611986"/>
                  <a:pt x="1519393" y="1621840"/>
                  <a:pt x="1505906" y="1631073"/>
                </a:cubicBezTo>
                <a:cubicBezTo>
                  <a:pt x="1307213" y="1767064"/>
                  <a:pt x="1035898" y="1716236"/>
                  <a:pt x="899907" y="1517544"/>
                </a:cubicBezTo>
                <a:close/>
                <a:moveTo>
                  <a:pt x="1238212" y="991736"/>
                </a:moveTo>
                <a:cubicBezTo>
                  <a:pt x="1083806" y="1003586"/>
                  <a:pt x="968244" y="1138361"/>
                  <a:pt x="980095" y="1292768"/>
                </a:cubicBezTo>
                <a:cubicBezTo>
                  <a:pt x="991946" y="1447174"/>
                  <a:pt x="1126722" y="1562737"/>
                  <a:pt x="1281128" y="1550885"/>
                </a:cubicBezTo>
                <a:cubicBezTo>
                  <a:pt x="1435534" y="1539035"/>
                  <a:pt x="1551097" y="1404258"/>
                  <a:pt x="1539246" y="1249852"/>
                </a:cubicBezTo>
                <a:cubicBezTo>
                  <a:pt x="1527395" y="1095446"/>
                  <a:pt x="1392619" y="979884"/>
                  <a:pt x="1238212" y="991736"/>
                </a:cubicBezTo>
                <a:close/>
                <a:moveTo>
                  <a:pt x="1482584" y="393317"/>
                </a:moveTo>
                <a:lnTo>
                  <a:pt x="1395166" y="859939"/>
                </a:lnTo>
                <a:cubicBezTo>
                  <a:pt x="1483855" y="886053"/>
                  <a:pt x="1563213" y="942926"/>
                  <a:pt x="1619438" y="1025075"/>
                </a:cubicBezTo>
                <a:cubicBezTo>
                  <a:pt x="1722476" y="1175622"/>
                  <a:pt x="1718263" y="1367858"/>
                  <a:pt x="1622882" y="1510769"/>
                </a:cubicBezTo>
                <a:lnTo>
                  <a:pt x="1981917" y="1818616"/>
                </a:lnTo>
                <a:cubicBezTo>
                  <a:pt x="2114462" y="1649790"/>
                  <a:pt x="2184496" y="1432496"/>
                  <a:pt x="2166781" y="1201687"/>
                </a:cubicBezTo>
                <a:cubicBezTo>
                  <a:pt x="2136111" y="802094"/>
                  <a:pt x="1851697" y="482678"/>
                  <a:pt x="1482584" y="393317"/>
                </a:cubicBezTo>
                <a:close/>
                <a:moveTo>
                  <a:pt x="1279035" y="361770"/>
                </a:moveTo>
                <a:cubicBezTo>
                  <a:pt x="1249655" y="361082"/>
                  <a:pt x="1219965" y="361904"/>
                  <a:pt x="1190047" y="364200"/>
                </a:cubicBezTo>
                <a:cubicBezTo>
                  <a:pt x="689064" y="402652"/>
                  <a:pt x="314108" y="839950"/>
                  <a:pt x="352560" y="1340933"/>
                </a:cubicBezTo>
                <a:lnTo>
                  <a:pt x="384459" y="1519198"/>
                </a:lnTo>
                <a:lnTo>
                  <a:pt x="833284" y="1361239"/>
                </a:lnTo>
                <a:cubicBezTo>
                  <a:pt x="797745" y="1193897"/>
                  <a:pt x="863480" y="1014184"/>
                  <a:pt x="1013440" y="911547"/>
                </a:cubicBezTo>
                <a:cubicBezTo>
                  <a:pt x="1087948" y="860549"/>
                  <a:pt x="1172671" y="835825"/>
                  <a:pt x="1256640" y="835318"/>
                </a:cubicBezTo>
                <a:lnTo>
                  <a:pt x="1278230" y="837777"/>
                </a:lnTo>
                <a:lnTo>
                  <a:pt x="1366163" y="368404"/>
                </a:lnTo>
                <a:cubicBezTo>
                  <a:pt x="1337486" y="364658"/>
                  <a:pt x="1308416" y="362459"/>
                  <a:pt x="1279035" y="361770"/>
                </a:cubicBezTo>
                <a:close/>
                <a:moveTo>
                  <a:pt x="1270481" y="297212"/>
                </a:moveTo>
                <a:cubicBezTo>
                  <a:pt x="1808003" y="297212"/>
                  <a:pt x="2243750" y="732959"/>
                  <a:pt x="2243750" y="1270480"/>
                </a:cubicBezTo>
                <a:cubicBezTo>
                  <a:pt x="2243750" y="1808001"/>
                  <a:pt x="1808003" y="2243748"/>
                  <a:pt x="1270481" y="2243748"/>
                </a:cubicBezTo>
                <a:cubicBezTo>
                  <a:pt x="732959" y="2243748"/>
                  <a:pt x="297212" y="1808001"/>
                  <a:pt x="297212" y="1270480"/>
                </a:cubicBezTo>
                <a:cubicBezTo>
                  <a:pt x="297212" y="732959"/>
                  <a:pt x="732959" y="297212"/>
                  <a:pt x="1270481" y="297212"/>
                </a:cubicBezTo>
                <a:close/>
                <a:moveTo>
                  <a:pt x="1270481" y="234824"/>
                </a:moveTo>
                <a:cubicBezTo>
                  <a:pt x="698503" y="234824"/>
                  <a:pt x="234824" y="698503"/>
                  <a:pt x="234824" y="1270480"/>
                </a:cubicBezTo>
                <a:cubicBezTo>
                  <a:pt x="234824" y="1842457"/>
                  <a:pt x="698503" y="2306136"/>
                  <a:pt x="1270481" y="2306136"/>
                </a:cubicBezTo>
                <a:cubicBezTo>
                  <a:pt x="1842459" y="2306136"/>
                  <a:pt x="2306138" y="1842457"/>
                  <a:pt x="2306138" y="1270480"/>
                </a:cubicBezTo>
                <a:cubicBezTo>
                  <a:pt x="2306138" y="698503"/>
                  <a:pt x="1842459" y="234824"/>
                  <a:pt x="1270481" y="234824"/>
                </a:cubicBezTo>
                <a:close/>
                <a:moveTo>
                  <a:pt x="1273537" y="1"/>
                </a:moveTo>
                <a:cubicBezTo>
                  <a:pt x="1296026" y="55"/>
                  <a:pt x="1314213" y="18332"/>
                  <a:pt x="1314159" y="40821"/>
                </a:cubicBezTo>
                <a:lnTo>
                  <a:pt x="1328348" y="180283"/>
                </a:lnTo>
                <a:lnTo>
                  <a:pt x="1399850" y="187665"/>
                </a:lnTo>
                <a:lnTo>
                  <a:pt x="1438898" y="52243"/>
                </a:lnTo>
                <a:cubicBezTo>
                  <a:pt x="1442857" y="30103"/>
                  <a:pt x="1464012" y="15366"/>
                  <a:pt x="1486151" y="19324"/>
                </a:cubicBezTo>
                <a:cubicBezTo>
                  <a:pt x="1508288" y="23284"/>
                  <a:pt x="1523028" y="44439"/>
                  <a:pt x="1519067" y="66577"/>
                </a:cubicBezTo>
                <a:lnTo>
                  <a:pt x="1509790" y="202342"/>
                </a:lnTo>
                <a:lnTo>
                  <a:pt x="1586395" y="226326"/>
                </a:lnTo>
                <a:lnTo>
                  <a:pt x="1647804" y="100892"/>
                </a:lnTo>
                <a:cubicBezTo>
                  <a:pt x="1655547" y="79779"/>
                  <a:pt x="1678940" y="68937"/>
                  <a:pt x="1700055" y="76682"/>
                </a:cubicBezTo>
                <a:cubicBezTo>
                  <a:pt x="1721169" y="84425"/>
                  <a:pt x="1732010" y="107818"/>
                  <a:pt x="1724267" y="128930"/>
                </a:cubicBezTo>
                <a:lnTo>
                  <a:pt x="1691961" y="259376"/>
                </a:lnTo>
                <a:cubicBezTo>
                  <a:pt x="1717248" y="269113"/>
                  <a:pt x="1741773" y="280443"/>
                  <a:pt x="1763683" y="296776"/>
                </a:cubicBezTo>
                <a:lnTo>
                  <a:pt x="1845088" y="185081"/>
                </a:lnTo>
                <a:cubicBezTo>
                  <a:pt x="1850735" y="175356"/>
                  <a:pt x="1859788" y="168841"/>
                  <a:pt x="1869861" y="166168"/>
                </a:cubicBezTo>
                <a:cubicBezTo>
                  <a:pt x="1879935" y="163495"/>
                  <a:pt x="1891027" y="164666"/>
                  <a:pt x="1900750" y="170312"/>
                </a:cubicBezTo>
                <a:cubicBezTo>
                  <a:pt x="1920199" y="181600"/>
                  <a:pt x="1926814" y="206522"/>
                  <a:pt x="1915521" y="225971"/>
                </a:cubicBezTo>
                <a:lnTo>
                  <a:pt x="1860660" y="349717"/>
                </a:lnTo>
                <a:cubicBezTo>
                  <a:pt x="1884729" y="362366"/>
                  <a:pt x="1906938" y="377822"/>
                  <a:pt x="1926248" y="397093"/>
                </a:cubicBezTo>
                <a:lnTo>
                  <a:pt x="2024757" y="302247"/>
                </a:lnTo>
                <a:cubicBezTo>
                  <a:pt x="2032006" y="293653"/>
                  <a:pt x="2042053" y="288807"/>
                  <a:pt x="2052437" y="287923"/>
                </a:cubicBezTo>
                <a:cubicBezTo>
                  <a:pt x="2062822" y="287041"/>
                  <a:pt x="2073541" y="290119"/>
                  <a:pt x="2082137" y="297367"/>
                </a:cubicBezTo>
                <a:cubicBezTo>
                  <a:pt x="2099331" y="311863"/>
                  <a:pt x="2101515" y="337554"/>
                  <a:pt x="2087018" y="354747"/>
                </a:cubicBezTo>
                <a:lnTo>
                  <a:pt x="2011202" y="467532"/>
                </a:lnTo>
                <a:cubicBezTo>
                  <a:pt x="2033494" y="483374"/>
                  <a:pt x="2052743" y="502501"/>
                  <a:pt x="2069245" y="524206"/>
                </a:cubicBezTo>
                <a:lnTo>
                  <a:pt x="2181349" y="448832"/>
                </a:lnTo>
                <a:cubicBezTo>
                  <a:pt x="2189980" y="441626"/>
                  <a:pt x="2200716" y="438599"/>
                  <a:pt x="2211096" y="439533"/>
                </a:cubicBezTo>
                <a:cubicBezTo>
                  <a:pt x="2221475" y="440466"/>
                  <a:pt x="2231499" y="445359"/>
                  <a:pt x="2238707" y="453990"/>
                </a:cubicBezTo>
                <a:cubicBezTo>
                  <a:pt x="2253119" y="471253"/>
                  <a:pt x="2250811" y="496933"/>
                  <a:pt x="2233548" y="511347"/>
                </a:cubicBezTo>
                <a:lnTo>
                  <a:pt x="2139177" y="609381"/>
                </a:lnTo>
                <a:cubicBezTo>
                  <a:pt x="2159099" y="628405"/>
                  <a:pt x="2174804" y="650675"/>
                  <a:pt x="2188455" y="674331"/>
                </a:cubicBezTo>
                <a:lnTo>
                  <a:pt x="2310111" y="620384"/>
                </a:lnTo>
                <a:cubicBezTo>
                  <a:pt x="2319861" y="614786"/>
                  <a:pt x="2330959" y="613669"/>
                  <a:pt x="2341018" y="616391"/>
                </a:cubicBezTo>
                <a:cubicBezTo>
                  <a:pt x="2351078" y="619113"/>
                  <a:pt x="2360099" y="625672"/>
                  <a:pt x="2365697" y="635423"/>
                </a:cubicBezTo>
                <a:cubicBezTo>
                  <a:pt x="2376897" y="654925"/>
                  <a:pt x="2370162" y="679814"/>
                  <a:pt x="2350659" y="691011"/>
                </a:cubicBezTo>
                <a:lnTo>
                  <a:pt x="2240710" y="771161"/>
                </a:lnTo>
                <a:lnTo>
                  <a:pt x="2279628" y="843274"/>
                </a:lnTo>
                <a:lnTo>
                  <a:pt x="2407124" y="811687"/>
                </a:lnTo>
                <a:cubicBezTo>
                  <a:pt x="2428274" y="804047"/>
                  <a:pt x="2451616" y="814999"/>
                  <a:pt x="2459255" y="836150"/>
                </a:cubicBezTo>
                <a:cubicBezTo>
                  <a:pt x="2466896" y="857302"/>
                  <a:pt x="2455944" y="880642"/>
                  <a:pt x="2434793" y="888283"/>
                </a:cubicBezTo>
                <a:lnTo>
                  <a:pt x="2312606" y="948116"/>
                </a:lnTo>
                <a:lnTo>
                  <a:pt x="2336584" y="1026023"/>
                </a:lnTo>
                <a:lnTo>
                  <a:pt x="2469442" y="1016932"/>
                </a:lnTo>
                <a:cubicBezTo>
                  <a:pt x="2491600" y="1013080"/>
                  <a:pt x="2512685" y="1027917"/>
                  <a:pt x="2516536" y="1050075"/>
                </a:cubicBezTo>
                <a:cubicBezTo>
                  <a:pt x="2520388" y="1072232"/>
                  <a:pt x="2505548" y="1093316"/>
                  <a:pt x="2483392" y="1097168"/>
                </a:cubicBezTo>
                <a:lnTo>
                  <a:pt x="2352774" y="1134845"/>
                </a:lnTo>
                <a:lnTo>
                  <a:pt x="2360641" y="1214834"/>
                </a:lnTo>
                <a:lnTo>
                  <a:pt x="2500340" y="1229890"/>
                </a:lnTo>
                <a:cubicBezTo>
                  <a:pt x="2522826" y="1229941"/>
                  <a:pt x="2541016" y="1248218"/>
                  <a:pt x="2540962" y="1270708"/>
                </a:cubicBezTo>
                <a:cubicBezTo>
                  <a:pt x="2540908" y="1293197"/>
                  <a:pt x="2522632" y="1311384"/>
                  <a:pt x="2500144" y="1311329"/>
                </a:cubicBezTo>
                <a:lnTo>
                  <a:pt x="2360891" y="1326253"/>
                </a:lnTo>
                <a:lnTo>
                  <a:pt x="2352790" y="1404708"/>
                </a:lnTo>
                <a:lnTo>
                  <a:pt x="2488702" y="1444070"/>
                </a:lnTo>
                <a:cubicBezTo>
                  <a:pt x="2510840" y="1448030"/>
                  <a:pt x="2525576" y="1469183"/>
                  <a:pt x="2521620" y="1491322"/>
                </a:cubicBezTo>
                <a:cubicBezTo>
                  <a:pt x="2517660" y="1513458"/>
                  <a:pt x="2496505" y="1528198"/>
                  <a:pt x="2474367" y="1524238"/>
                </a:cubicBezTo>
                <a:lnTo>
                  <a:pt x="2337009" y="1514917"/>
                </a:lnTo>
                <a:lnTo>
                  <a:pt x="2313275" y="1590724"/>
                </a:lnTo>
                <a:lnTo>
                  <a:pt x="2440052" y="1652975"/>
                </a:lnTo>
                <a:cubicBezTo>
                  <a:pt x="2461167" y="1660719"/>
                  <a:pt x="2472005" y="1684111"/>
                  <a:pt x="2464263" y="1705224"/>
                </a:cubicBezTo>
                <a:cubicBezTo>
                  <a:pt x="2456520" y="1726340"/>
                  <a:pt x="2433126" y="1737180"/>
                  <a:pt x="2412010" y="1729437"/>
                </a:cubicBezTo>
                <a:lnTo>
                  <a:pt x="2280061" y="1696824"/>
                </a:lnTo>
                <a:cubicBezTo>
                  <a:pt x="2269897" y="1721565"/>
                  <a:pt x="2258605" y="1745741"/>
                  <a:pt x="2242238" y="1767244"/>
                </a:cubicBezTo>
                <a:lnTo>
                  <a:pt x="2355865" y="1850259"/>
                </a:lnTo>
                <a:cubicBezTo>
                  <a:pt x="2375312" y="1861550"/>
                  <a:pt x="2381925" y="1886472"/>
                  <a:pt x="2370634" y="1905919"/>
                </a:cubicBezTo>
                <a:cubicBezTo>
                  <a:pt x="2359343" y="1925370"/>
                  <a:pt x="2334421" y="1931982"/>
                  <a:pt x="2314972" y="1920692"/>
                </a:cubicBezTo>
                <a:lnTo>
                  <a:pt x="2188937" y="1864884"/>
                </a:lnTo>
                <a:cubicBezTo>
                  <a:pt x="2176132" y="1888326"/>
                  <a:pt x="2160849" y="1910110"/>
                  <a:pt x="2141661" y="1928908"/>
                </a:cubicBezTo>
                <a:lnTo>
                  <a:pt x="2238696" y="2029928"/>
                </a:lnTo>
                <a:cubicBezTo>
                  <a:pt x="2255888" y="2044424"/>
                  <a:pt x="2258074" y="2070113"/>
                  <a:pt x="2243577" y="2087308"/>
                </a:cubicBezTo>
                <a:cubicBezTo>
                  <a:pt x="2229082" y="2104501"/>
                  <a:pt x="2203389" y="2106686"/>
                  <a:pt x="2186196" y="2092188"/>
                </a:cubicBezTo>
                <a:lnTo>
                  <a:pt x="2070628" y="2014578"/>
                </a:lnTo>
                <a:cubicBezTo>
                  <a:pt x="2054895" y="2036242"/>
                  <a:pt x="2036093" y="2055041"/>
                  <a:pt x="2014632" y="2070990"/>
                </a:cubicBezTo>
                <a:lnTo>
                  <a:pt x="2092109" y="2186519"/>
                </a:lnTo>
                <a:cubicBezTo>
                  <a:pt x="2106525" y="2203781"/>
                  <a:pt x="2104215" y="2229460"/>
                  <a:pt x="2086954" y="2243876"/>
                </a:cubicBezTo>
                <a:cubicBezTo>
                  <a:pt x="2069693" y="2258290"/>
                  <a:pt x="2044012" y="2255980"/>
                  <a:pt x="2029598" y="2238717"/>
                </a:cubicBezTo>
                <a:lnTo>
                  <a:pt x="1928622" y="2141606"/>
                </a:lnTo>
                <a:cubicBezTo>
                  <a:pt x="1909942" y="2160966"/>
                  <a:pt x="1888146" y="2176251"/>
                  <a:pt x="1864910" y="2189386"/>
                </a:cubicBezTo>
                <a:lnTo>
                  <a:pt x="1920560" y="2315278"/>
                </a:lnTo>
                <a:cubicBezTo>
                  <a:pt x="1931758" y="2334781"/>
                  <a:pt x="1925025" y="2359668"/>
                  <a:pt x="1905521" y="2370867"/>
                </a:cubicBezTo>
                <a:cubicBezTo>
                  <a:pt x="1886018" y="2382064"/>
                  <a:pt x="1861129" y="2375334"/>
                  <a:pt x="1849934" y="2355827"/>
                </a:cubicBezTo>
                <a:lnTo>
                  <a:pt x="1767028" y="2242208"/>
                </a:lnTo>
                <a:lnTo>
                  <a:pt x="1696686" y="2280167"/>
                </a:lnTo>
                <a:lnTo>
                  <a:pt x="1729257" y="2412290"/>
                </a:lnTo>
                <a:cubicBezTo>
                  <a:pt x="1736896" y="2433443"/>
                  <a:pt x="1725944" y="2456782"/>
                  <a:pt x="1704793" y="2464424"/>
                </a:cubicBezTo>
                <a:cubicBezTo>
                  <a:pt x="1683644" y="2472066"/>
                  <a:pt x="1660301" y="2461113"/>
                  <a:pt x="1652660" y="2439961"/>
                </a:cubicBezTo>
                <a:lnTo>
                  <a:pt x="1590570" y="2313309"/>
                </a:lnTo>
                <a:lnTo>
                  <a:pt x="1514735" y="2336650"/>
                </a:lnTo>
                <a:lnTo>
                  <a:pt x="1524013" y="2474611"/>
                </a:lnTo>
                <a:cubicBezTo>
                  <a:pt x="1527866" y="2496768"/>
                  <a:pt x="1513024" y="2517853"/>
                  <a:pt x="1490868" y="2521703"/>
                </a:cubicBezTo>
                <a:cubicBezTo>
                  <a:pt x="1468712" y="2525556"/>
                  <a:pt x="1447629" y="2510717"/>
                  <a:pt x="1443776" y="2488558"/>
                </a:cubicBezTo>
                <a:lnTo>
                  <a:pt x="1404585" y="2352926"/>
                </a:lnTo>
                <a:lnTo>
                  <a:pt x="1323259" y="2360926"/>
                </a:lnTo>
                <a:lnTo>
                  <a:pt x="1308231" y="2500335"/>
                </a:lnTo>
                <a:cubicBezTo>
                  <a:pt x="1308179" y="2522827"/>
                  <a:pt x="1289902" y="2541014"/>
                  <a:pt x="1267413" y="2540960"/>
                </a:cubicBezTo>
                <a:cubicBezTo>
                  <a:pt x="1244925" y="2540904"/>
                  <a:pt x="1226736" y="2522629"/>
                  <a:pt x="1226789" y="2500140"/>
                </a:cubicBezTo>
                <a:lnTo>
                  <a:pt x="1211834" y="2360598"/>
                </a:lnTo>
                <a:lnTo>
                  <a:pt x="1126130" y="2351749"/>
                </a:lnTo>
                <a:lnTo>
                  <a:pt x="1086137" y="2487699"/>
                </a:lnTo>
                <a:cubicBezTo>
                  <a:pt x="1082179" y="2509837"/>
                  <a:pt x="1061024" y="2524575"/>
                  <a:pt x="1038886" y="2520615"/>
                </a:cubicBezTo>
                <a:cubicBezTo>
                  <a:pt x="1016748" y="2516657"/>
                  <a:pt x="1002011" y="2495500"/>
                  <a:pt x="1005967" y="2473362"/>
                </a:cubicBezTo>
                <a:lnTo>
                  <a:pt x="1016025" y="2333879"/>
                </a:lnTo>
                <a:lnTo>
                  <a:pt x="940883" y="2310354"/>
                </a:lnTo>
                <a:lnTo>
                  <a:pt x="877490" y="2438093"/>
                </a:lnTo>
                <a:cubicBezTo>
                  <a:pt x="869749" y="2459206"/>
                  <a:pt x="846354" y="2470047"/>
                  <a:pt x="825239" y="2462306"/>
                </a:cubicBezTo>
                <a:cubicBezTo>
                  <a:pt x="804125" y="2454562"/>
                  <a:pt x="793285" y="2431169"/>
                  <a:pt x="801029" y="2410053"/>
                </a:cubicBezTo>
                <a:lnTo>
                  <a:pt x="834856" y="2275622"/>
                </a:lnTo>
                <a:lnTo>
                  <a:pt x="765554" y="2237789"/>
                </a:lnTo>
                <a:lnTo>
                  <a:pt x="680627" y="2353009"/>
                </a:lnTo>
                <a:cubicBezTo>
                  <a:pt x="669334" y="2372459"/>
                  <a:pt x="644415" y="2379071"/>
                  <a:pt x="624963" y="2367780"/>
                </a:cubicBezTo>
                <a:cubicBezTo>
                  <a:pt x="605516" y="2356490"/>
                  <a:pt x="598904" y="2331570"/>
                  <a:pt x="610194" y="2312122"/>
                </a:cubicBezTo>
                <a:lnTo>
                  <a:pt x="667463" y="2184241"/>
                </a:lnTo>
                <a:cubicBezTo>
                  <a:pt x="644873" y="2170776"/>
                  <a:pt x="623513" y="2155520"/>
                  <a:pt x="605366" y="2136126"/>
                </a:cubicBezTo>
                <a:lnTo>
                  <a:pt x="501527" y="2235033"/>
                </a:lnTo>
                <a:cubicBezTo>
                  <a:pt x="487029" y="2252227"/>
                  <a:pt x="461339" y="2254413"/>
                  <a:pt x="444146" y="2239916"/>
                </a:cubicBezTo>
                <a:cubicBezTo>
                  <a:pt x="426954" y="2225419"/>
                  <a:pt x="424767" y="2199728"/>
                  <a:pt x="439267" y="2182535"/>
                </a:cubicBezTo>
                <a:lnTo>
                  <a:pt x="519156" y="2064646"/>
                </a:lnTo>
                <a:cubicBezTo>
                  <a:pt x="498365" y="2048638"/>
                  <a:pt x="480048" y="2030023"/>
                  <a:pt x="464913" y="2008483"/>
                </a:cubicBezTo>
                <a:lnTo>
                  <a:pt x="345637" y="2087751"/>
                </a:lnTo>
                <a:cubicBezTo>
                  <a:pt x="328373" y="2102166"/>
                  <a:pt x="302693" y="2099857"/>
                  <a:pt x="288279" y="2082595"/>
                </a:cubicBezTo>
                <a:cubicBezTo>
                  <a:pt x="273865" y="2065332"/>
                  <a:pt x="276175" y="2039652"/>
                  <a:pt x="293436" y="2025238"/>
                </a:cubicBezTo>
                <a:lnTo>
                  <a:pt x="393751" y="1921809"/>
                </a:lnTo>
                <a:cubicBezTo>
                  <a:pt x="375187" y="1903196"/>
                  <a:pt x="360383" y="1881755"/>
                  <a:pt x="348168" y="1858612"/>
                </a:cubicBezTo>
                <a:lnTo>
                  <a:pt x="217689" y="1915635"/>
                </a:lnTo>
                <a:cubicBezTo>
                  <a:pt x="198186" y="1926833"/>
                  <a:pt x="173296" y="1920101"/>
                  <a:pt x="162099" y="1900597"/>
                </a:cubicBezTo>
                <a:cubicBezTo>
                  <a:pt x="150903" y="1881094"/>
                  <a:pt x="157633" y="1856205"/>
                  <a:pt x="177137" y="1845007"/>
                </a:cubicBezTo>
                <a:lnTo>
                  <a:pt x="294874" y="1759857"/>
                </a:lnTo>
                <a:cubicBezTo>
                  <a:pt x="279022" y="1738741"/>
                  <a:pt x="268153" y="1715051"/>
                  <a:pt x="258486" y="1690776"/>
                </a:cubicBezTo>
                <a:lnTo>
                  <a:pt x="121572" y="1723916"/>
                </a:lnTo>
                <a:cubicBezTo>
                  <a:pt x="100422" y="1731558"/>
                  <a:pt x="77078" y="1720604"/>
                  <a:pt x="69438" y="1699453"/>
                </a:cubicBezTo>
                <a:cubicBezTo>
                  <a:pt x="61797" y="1678302"/>
                  <a:pt x="72751" y="1654962"/>
                  <a:pt x="93902" y="1647321"/>
                </a:cubicBezTo>
                <a:lnTo>
                  <a:pt x="225468" y="1583504"/>
                </a:lnTo>
                <a:lnTo>
                  <a:pt x="202673" y="1509439"/>
                </a:lnTo>
                <a:lnTo>
                  <a:pt x="60206" y="1518420"/>
                </a:lnTo>
                <a:cubicBezTo>
                  <a:pt x="38050" y="1522272"/>
                  <a:pt x="16967" y="1507431"/>
                  <a:pt x="13116" y="1485275"/>
                </a:cubicBezTo>
                <a:cubicBezTo>
                  <a:pt x="9263" y="1463118"/>
                  <a:pt x="24102" y="1442033"/>
                  <a:pt x="46258" y="1438183"/>
                </a:cubicBezTo>
                <a:lnTo>
                  <a:pt x="187383" y="1398047"/>
                </a:lnTo>
                <a:lnTo>
                  <a:pt x="179796" y="1320931"/>
                </a:lnTo>
                <a:lnTo>
                  <a:pt x="40623" y="1305402"/>
                </a:lnTo>
                <a:cubicBezTo>
                  <a:pt x="18134" y="1305348"/>
                  <a:pt x="-55" y="1287073"/>
                  <a:pt x="1" y="1264584"/>
                </a:cubicBezTo>
                <a:cubicBezTo>
                  <a:pt x="55" y="1242093"/>
                  <a:pt x="18332" y="1223906"/>
                  <a:pt x="40821" y="1223961"/>
                </a:cubicBezTo>
                <a:lnTo>
                  <a:pt x="180571" y="1209745"/>
                </a:lnTo>
                <a:lnTo>
                  <a:pt x="188693" y="1131089"/>
                </a:lnTo>
                <a:lnTo>
                  <a:pt x="53241" y="1091310"/>
                </a:lnTo>
                <a:cubicBezTo>
                  <a:pt x="31104" y="1087352"/>
                  <a:pt x="16364" y="1066196"/>
                  <a:pt x="20324" y="1044058"/>
                </a:cubicBezTo>
                <a:cubicBezTo>
                  <a:pt x="24282" y="1021919"/>
                  <a:pt x="45439" y="1007183"/>
                  <a:pt x="67576" y="1011142"/>
                </a:cubicBezTo>
                <a:lnTo>
                  <a:pt x="205444" y="1021245"/>
                </a:lnTo>
                <a:lnTo>
                  <a:pt x="229218" y="945301"/>
                </a:lnTo>
                <a:lnTo>
                  <a:pt x="102846" y="882662"/>
                </a:lnTo>
                <a:cubicBezTo>
                  <a:pt x="81733" y="874919"/>
                  <a:pt x="70892" y="851526"/>
                  <a:pt x="78635" y="830411"/>
                </a:cubicBezTo>
                <a:cubicBezTo>
                  <a:pt x="86377" y="809298"/>
                  <a:pt x="109771" y="798458"/>
                  <a:pt x="130886" y="806199"/>
                </a:cubicBezTo>
                <a:lnTo>
                  <a:pt x="262774" y="839551"/>
                </a:lnTo>
                <a:lnTo>
                  <a:pt x="301181" y="769193"/>
                </a:lnTo>
                <a:lnTo>
                  <a:pt x="187931" y="685801"/>
                </a:lnTo>
                <a:cubicBezTo>
                  <a:pt x="168480" y="674507"/>
                  <a:pt x="161868" y="649586"/>
                  <a:pt x="173159" y="630137"/>
                </a:cubicBezTo>
                <a:cubicBezTo>
                  <a:pt x="178805" y="620414"/>
                  <a:pt x="187857" y="613898"/>
                  <a:pt x="197933" y="611226"/>
                </a:cubicBezTo>
                <a:cubicBezTo>
                  <a:pt x="208005" y="608553"/>
                  <a:pt x="219096" y="609722"/>
                  <a:pt x="228822" y="615368"/>
                </a:cubicBezTo>
                <a:lnTo>
                  <a:pt x="354368" y="671767"/>
                </a:lnTo>
                <a:cubicBezTo>
                  <a:pt x="367640" y="648522"/>
                  <a:pt x="383072" y="626738"/>
                  <a:pt x="402572" y="608093"/>
                </a:cubicBezTo>
                <a:lnTo>
                  <a:pt x="305906" y="506701"/>
                </a:lnTo>
                <a:cubicBezTo>
                  <a:pt x="288712" y="492204"/>
                  <a:pt x="286528" y="466513"/>
                  <a:pt x="301025" y="449319"/>
                </a:cubicBezTo>
                <a:cubicBezTo>
                  <a:pt x="308273" y="440724"/>
                  <a:pt x="318321" y="435878"/>
                  <a:pt x="328705" y="434997"/>
                </a:cubicBezTo>
                <a:cubicBezTo>
                  <a:pt x="339089" y="434114"/>
                  <a:pt x="349810" y="437191"/>
                  <a:pt x="358406" y="444440"/>
                </a:cubicBezTo>
                <a:lnTo>
                  <a:pt x="473457" y="522602"/>
                </a:lnTo>
                <a:cubicBezTo>
                  <a:pt x="489549" y="501151"/>
                  <a:pt x="508493" y="482386"/>
                  <a:pt x="530291" y="466709"/>
                </a:cubicBezTo>
                <a:lnTo>
                  <a:pt x="453189" y="350808"/>
                </a:lnTo>
                <a:cubicBezTo>
                  <a:pt x="438775" y="333546"/>
                  <a:pt x="441085" y="307866"/>
                  <a:pt x="458347" y="293452"/>
                </a:cubicBezTo>
                <a:cubicBezTo>
                  <a:pt x="466978" y="286246"/>
                  <a:pt x="477714" y="283219"/>
                  <a:pt x="488093" y="284153"/>
                </a:cubicBezTo>
                <a:cubicBezTo>
                  <a:pt x="498472" y="285086"/>
                  <a:pt x="508496" y="289980"/>
                  <a:pt x="515703" y="298610"/>
                </a:cubicBezTo>
                <a:lnTo>
                  <a:pt x="616127" y="396236"/>
                </a:lnTo>
                <a:cubicBezTo>
                  <a:pt x="635069" y="377086"/>
                  <a:pt x="656988" y="361861"/>
                  <a:pt x="680562" y="349137"/>
                </a:cubicBezTo>
                <a:lnTo>
                  <a:pt x="625305" y="222861"/>
                </a:lnTo>
                <a:cubicBezTo>
                  <a:pt x="614109" y="203357"/>
                  <a:pt x="620840" y="178469"/>
                  <a:pt x="640344" y="167272"/>
                </a:cubicBezTo>
                <a:cubicBezTo>
                  <a:pt x="650095" y="161672"/>
                  <a:pt x="661194" y="160558"/>
                  <a:pt x="671255" y="163280"/>
                </a:cubicBezTo>
                <a:cubicBezTo>
                  <a:pt x="681313" y="166000"/>
                  <a:pt x="690335" y="172558"/>
                  <a:pt x="695933" y="182311"/>
                </a:cubicBezTo>
                <a:lnTo>
                  <a:pt x="778254" y="296414"/>
                </a:lnTo>
                <a:cubicBezTo>
                  <a:pt x="799900" y="280109"/>
                  <a:pt x="824198" y="268902"/>
                  <a:pt x="849063" y="258834"/>
                </a:cubicBezTo>
                <a:lnTo>
                  <a:pt x="817026" y="126745"/>
                </a:lnTo>
                <a:cubicBezTo>
                  <a:pt x="809384" y="105594"/>
                  <a:pt x="820337" y="82252"/>
                  <a:pt x="841490" y="74611"/>
                </a:cubicBezTo>
                <a:cubicBezTo>
                  <a:pt x="862640" y="66970"/>
                  <a:pt x="885982" y="77924"/>
                  <a:pt x="893621" y="99075"/>
                </a:cubicBezTo>
                <a:lnTo>
                  <a:pt x="955100" y="226198"/>
                </a:lnTo>
                <a:lnTo>
                  <a:pt x="1031247" y="202762"/>
                </a:lnTo>
                <a:lnTo>
                  <a:pt x="1022521" y="65380"/>
                </a:lnTo>
                <a:cubicBezTo>
                  <a:pt x="1018670" y="43225"/>
                  <a:pt x="1033510" y="22139"/>
                  <a:pt x="1055666" y="18287"/>
                </a:cubicBezTo>
                <a:cubicBezTo>
                  <a:pt x="1077825" y="14434"/>
                  <a:pt x="1098908" y="29274"/>
                  <a:pt x="1102758" y="51431"/>
                </a:cubicBezTo>
                <a:lnTo>
                  <a:pt x="1141300" y="187548"/>
                </a:lnTo>
                <a:lnTo>
                  <a:pt x="1217158" y="180085"/>
                </a:lnTo>
                <a:lnTo>
                  <a:pt x="1232719" y="40623"/>
                </a:lnTo>
                <a:cubicBezTo>
                  <a:pt x="1232773" y="18136"/>
                  <a:pt x="1251049" y="-54"/>
                  <a:pt x="1273537" y="1"/>
                </a:cubicBezTo>
                <a:close/>
              </a:path>
            </a:pathLst>
          </a:custGeom>
          <a:solidFill>
            <a:schemeClr val="bg2">
              <a:lumMod val="20000"/>
              <a:lumOff val="80000"/>
            </a:schemeClr>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00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35" name="Freeform: Shape 34">
            <a:extLst>
              <a:ext uri="{FF2B5EF4-FFF2-40B4-BE49-F238E27FC236}">
                <a16:creationId xmlns:a16="http://schemas.microsoft.com/office/drawing/2014/main" id="{8208C96D-579B-46C1-8B65-3F3EBB684E93}"/>
              </a:ext>
            </a:extLst>
          </p:cNvPr>
          <p:cNvSpPr>
            <a:spLocks noChangeAspect="1"/>
          </p:cNvSpPr>
          <p:nvPr userDrawn="1"/>
        </p:nvSpPr>
        <p:spPr>
          <a:xfrm>
            <a:off x="5804024" y="1193824"/>
            <a:ext cx="1396270" cy="1394140"/>
          </a:xfrm>
          <a:custGeom>
            <a:avLst/>
            <a:gdLst>
              <a:gd name="connsiteX0" fmla="*/ 860885 w 2537170"/>
              <a:gd name="connsiteY0" fmla="*/ 1437939 h 2533298"/>
              <a:gd name="connsiteX1" fmla="*/ 402545 w 2537170"/>
              <a:gd name="connsiteY1" fmla="*/ 1560751 h 2533298"/>
              <a:gd name="connsiteX2" fmla="*/ 1259461 w 2537170"/>
              <a:gd name="connsiteY2" fmla="*/ 2176428 h 2533298"/>
              <a:gd name="connsiteX3" fmla="*/ 1852888 w 2537170"/>
              <a:gd name="connsiteY3" fmla="*/ 1951120 h 2533298"/>
              <a:gd name="connsiteX4" fmla="*/ 1513851 w 2537170"/>
              <a:gd name="connsiteY4" fmla="*/ 1612087 h 2533298"/>
              <a:gd name="connsiteX5" fmla="*/ 1477444 w 2537170"/>
              <a:gd name="connsiteY5" fmla="*/ 1644201 h 2533298"/>
              <a:gd name="connsiteX6" fmla="*/ 881909 w 2537170"/>
              <a:gd name="connsiteY6" fmla="*/ 1484630 h 2533298"/>
              <a:gd name="connsiteX7" fmla="*/ 1259461 w 2537170"/>
              <a:gd name="connsiteY7" fmla="*/ 986252 h 2533298"/>
              <a:gd name="connsiteX8" fmla="*/ 979064 w 2537170"/>
              <a:gd name="connsiteY8" fmla="*/ 1266649 h 2533298"/>
              <a:gd name="connsiteX9" fmla="*/ 1259461 w 2537170"/>
              <a:gd name="connsiteY9" fmla="*/ 1547047 h 2533298"/>
              <a:gd name="connsiteX10" fmla="*/ 1539859 w 2537170"/>
              <a:gd name="connsiteY10" fmla="*/ 1266649 h 2533298"/>
              <a:gd name="connsiteX11" fmla="*/ 1259461 w 2537170"/>
              <a:gd name="connsiteY11" fmla="*/ 986252 h 2533298"/>
              <a:gd name="connsiteX12" fmla="*/ 1548911 w 2537170"/>
              <a:gd name="connsiteY12" fmla="*/ 408290 h 2533298"/>
              <a:gd name="connsiteX13" fmla="*/ 1426040 w 2537170"/>
              <a:gd name="connsiteY13" fmla="*/ 866853 h 2533298"/>
              <a:gd name="connsiteX14" fmla="*/ 1637017 w 2537170"/>
              <a:gd name="connsiteY14" fmla="*/ 1048669 h 2533298"/>
              <a:gd name="connsiteX15" fmla="*/ 1603283 w 2537170"/>
              <a:gd name="connsiteY15" fmla="*/ 1533201 h 2533298"/>
              <a:gd name="connsiteX16" fmla="*/ 1937706 w 2537170"/>
              <a:gd name="connsiteY16" fmla="*/ 1867622 h 2533298"/>
              <a:gd name="connsiteX17" fmla="*/ 2169239 w 2537170"/>
              <a:gd name="connsiteY17" fmla="*/ 1266649 h 2533298"/>
              <a:gd name="connsiteX18" fmla="*/ 1548911 w 2537170"/>
              <a:gd name="connsiteY18" fmla="*/ 408290 h 2533298"/>
              <a:gd name="connsiteX19" fmla="*/ 1259461 w 2537170"/>
              <a:gd name="connsiteY19" fmla="*/ 356871 h 2533298"/>
              <a:gd name="connsiteX20" fmla="*/ 349683 w 2537170"/>
              <a:gd name="connsiteY20" fmla="*/ 1266649 h 2533298"/>
              <a:gd name="connsiteX21" fmla="*/ 367847 w 2537170"/>
              <a:gd name="connsiteY21" fmla="*/ 1446833 h 2533298"/>
              <a:gd name="connsiteX22" fmla="*/ 827444 w 2537170"/>
              <a:gd name="connsiteY22" fmla="*/ 1323684 h 2533298"/>
              <a:gd name="connsiteX23" fmla="*/ 1041485 w 2537170"/>
              <a:gd name="connsiteY23" fmla="*/ 889097 h 2533298"/>
              <a:gd name="connsiteX24" fmla="*/ 1289805 w 2537170"/>
              <a:gd name="connsiteY24" fmla="*/ 831703 h 2533298"/>
              <a:gd name="connsiteX25" fmla="*/ 1311143 w 2537170"/>
              <a:gd name="connsiteY25" fmla="*/ 835808 h 2533298"/>
              <a:gd name="connsiteX26" fmla="*/ 1434739 w 2537170"/>
              <a:gd name="connsiteY26" fmla="*/ 374541 h 2533298"/>
              <a:gd name="connsiteX27" fmla="*/ 1259461 w 2537170"/>
              <a:gd name="connsiteY27" fmla="*/ 356871 h 2533298"/>
              <a:gd name="connsiteX28" fmla="*/ 1268585 w 2537170"/>
              <a:gd name="connsiteY28" fmla="*/ 293382 h 2533298"/>
              <a:gd name="connsiteX29" fmla="*/ 2241854 w 2537170"/>
              <a:gd name="connsiteY29" fmla="*/ 1266650 h 2533298"/>
              <a:gd name="connsiteX30" fmla="*/ 1268585 w 2537170"/>
              <a:gd name="connsiteY30" fmla="*/ 2239918 h 2533298"/>
              <a:gd name="connsiteX31" fmla="*/ 295316 w 2537170"/>
              <a:gd name="connsiteY31" fmla="*/ 1266650 h 2533298"/>
              <a:gd name="connsiteX32" fmla="*/ 1268585 w 2537170"/>
              <a:gd name="connsiteY32" fmla="*/ 293382 h 2533298"/>
              <a:gd name="connsiteX33" fmla="*/ 1268585 w 2537170"/>
              <a:gd name="connsiteY33" fmla="*/ 230994 h 2533298"/>
              <a:gd name="connsiteX34" fmla="*/ 232928 w 2537170"/>
              <a:gd name="connsiteY34" fmla="*/ 1266650 h 2533298"/>
              <a:gd name="connsiteX35" fmla="*/ 1268585 w 2537170"/>
              <a:gd name="connsiteY35" fmla="*/ 2302306 h 2533298"/>
              <a:gd name="connsiteX36" fmla="*/ 2304242 w 2537170"/>
              <a:gd name="connsiteY36" fmla="*/ 1266650 h 2533298"/>
              <a:gd name="connsiteX37" fmla="*/ 1268585 w 2537170"/>
              <a:gd name="connsiteY37" fmla="*/ 230994 h 2533298"/>
              <a:gd name="connsiteX38" fmla="*/ 1370577 w 2537170"/>
              <a:gd name="connsiteY38" fmla="*/ 129 h 2533298"/>
              <a:gd name="connsiteX39" fmla="*/ 1407956 w 2537170"/>
              <a:gd name="connsiteY39" fmla="*/ 43937 h 2533298"/>
              <a:gd name="connsiteX40" fmla="*/ 1411431 w 2537170"/>
              <a:gd name="connsiteY40" fmla="*/ 184077 h 2533298"/>
              <a:gd name="connsiteX41" fmla="*/ 1482158 w 2537170"/>
              <a:gd name="connsiteY41" fmla="*/ 196909 h 2533298"/>
              <a:gd name="connsiteX42" fmla="*/ 1531455 w 2537170"/>
              <a:gd name="connsiteY42" fmla="*/ 64872 h 2533298"/>
              <a:gd name="connsiteX43" fmla="*/ 1581088 w 2537170"/>
              <a:gd name="connsiteY43" fmla="*/ 35666 h 2533298"/>
              <a:gd name="connsiteX44" fmla="*/ 1610292 w 2537170"/>
              <a:gd name="connsiteY44" fmla="*/ 85299 h 2533298"/>
              <a:gd name="connsiteX45" fmla="*/ 1590652 w 2537170"/>
              <a:gd name="connsiteY45" fmla="*/ 219957 h 2533298"/>
              <a:gd name="connsiteX46" fmla="*/ 1665197 w 2537170"/>
              <a:gd name="connsiteY46" fmla="*/ 249732 h 2533298"/>
              <a:gd name="connsiteX47" fmla="*/ 1736025 w 2537170"/>
              <a:gd name="connsiteY47" fmla="*/ 129366 h 2533298"/>
              <a:gd name="connsiteX48" fmla="*/ 1789976 w 2537170"/>
              <a:gd name="connsiteY48" fmla="*/ 109225 h 2533298"/>
              <a:gd name="connsiteX49" fmla="*/ 1810118 w 2537170"/>
              <a:gd name="connsiteY49" fmla="*/ 163174 h 2533298"/>
              <a:gd name="connsiteX50" fmla="*/ 1767925 w 2537170"/>
              <a:gd name="connsiteY50" fmla="*/ 290765 h 2533298"/>
              <a:gd name="connsiteX51" fmla="*/ 1836575 w 2537170"/>
              <a:gd name="connsiteY51" fmla="*/ 333544 h 2533298"/>
              <a:gd name="connsiteX52" fmla="*/ 1926288 w 2537170"/>
              <a:gd name="connsiteY52" fmla="*/ 228405 h 2533298"/>
              <a:gd name="connsiteX53" fmla="*/ 1952435 w 2537170"/>
              <a:gd name="connsiteY53" fmla="*/ 211444 h 2533298"/>
              <a:gd name="connsiteX54" fmla="*/ 1982916 w 2537170"/>
              <a:gd name="connsiteY54" fmla="*/ 217939 h 2533298"/>
              <a:gd name="connsiteX55" fmla="*/ 1993385 w 2537170"/>
              <a:gd name="connsiteY55" fmla="*/ 274565 h 2533298"/>
              <a:gd name="connsiteX56" fmla="*/ 1929215 w 2537170"/>
              <a:gd name="connsiteY56" fmla="*/ 393751 h 2533298"/>
              <a:gd name="connsiteX57" fmla="*/ 1990985 w 2537170"/>
              <a:gd name="connsiteY57" fmla="*/ 446006 h 2533298"/>
              <a:gd name="connsiteX58" fmla="*/ 2096463 w 2537170"/>
              <a:gd name="connsiteY58" fmla="*/ 358978 h 2533298"/>
              <a:gd name="connsiteX59" fmla="*/ 2125159 w 2537170"/>
              <a:gd name="connsiteY59" fmla="*/ 346814 h 2533298"/>
              <a:gd name="connsiteX60" fmla="*/ 2154049 w 2537170"/>
              <a:gd name="connsiteY60" fmla="*/ 358503 h 2533298"/>
              <a:gd name="connsiteX61" fmla="*/ 2154524 w 2537170"/>
              <a:gd name="connsiteY61" fmla="*/ 416088 h 2533298"/>
              <a:gd name="connsiteX62" fmla="*/ 2070300 w 2537170"/>
              <a:gd name="connsiteY62" fmla="*/ 522740 h 2533298"/>
              <a:gd name="connsiteX63" fmla="*/ 2123835 w 2537170"/>
              <a:gd name="connsiteY63" fmla="*/ 583690 h 2533298"/>
              <a:gd name="connsiteX64" fmla="*/ 2241379 w 2537170"/>
              <a:gd name="connsiteY64" fmla="*/ 517116 h 2533298"/>
              <a:gd name="connsiteX65" fmla="*/ 2271750 w 2537170"/>
              <a:gd name="connsiteY65" fmla="*/ 510120 h 2533298"/>
              <a:gd name="connsiteX66" fmla="*/ 2298174 w 2537170"/>
              <a:gd name="connsiteY66" fmla="*/ 526648 h 2533298"/>
              <a:gd name="connsiteX67" fmla="*/ 2288641 w 2537170"/>
              <a:gd name="connsiteY67" fmla="*/ 583442 h 2533298"/>
              <a:gd name="connsiteX68" fmla="*/ 2187044 w 2537170"/>
              <a:gd name="connsiteY68" fmla="*/ 673967 h 2533298"/>
              <a:gd name="connsiteX69" fmla="*/ 2231207 w 2537170"/>
              <a:gd name="connsiteY69" fmla="*/ 742498 h 2533298"/>
              <a:gd name="connsiteX70" fmla="*/ 2356634 w 2537170"/>
              <a:gd name="connsiteY70" fmla="*/ 698018 h 2533298"/>
              <a:gd name="connsiteX71" fmla="*/ 2387756 w 2537170"/>
              <a:gd name="connsiteY71" fmla="*/ 696403 h 2533298"/>
              <a:gd name="connsiteX72" fmla="*/ 2410907 w 2537170"/>
              <a:gd name="connsiteY72" fmla="*/ 717268 h 2533298"/>
              <a:gd name="connsiteX73" fmla="*/ 2391659 w 2537170"/>
              <a:gd name="connsiteY73" fmla="*/ 771542 h 2533298"/>
              <a:gd name="connsiteX74" fmla="*/ 2275899 w 2537170"/>
              <a:gd name="connsiteY74" fmla="*/ 843042 h 2533298"/>
              <a:gd name="connsiteX75" fmla="*/ 2309184 w 2537170"/>
              <a:gd name="connsiteY75" fmla="*/ 917923 h 2533298"/>
              <a:gd name="connsiteX76" fmla="*/ 2438723 w 2537170"/>
              <a:gd name="connsiteY76" fmla="*/ 896186 h 2533298"/>
              <a:gd name="connsiteX77" fmla="*/ 2488830 w 2537170"/>
              <a:gd name="connsiteY77" fmla="*/ 924566 h 2533298"/>
              <a:gd name="connsiteX78" fmla="*/ 2460450 w 2537170"/>
              <a:gd name="connsiteY78" fmla="*/ 974674 h 2533298"/>
              <a:gd name="connsiteX79" fmla="*/ 2334042 w 2537170"/>
              <a:gd name="connsiteY79" fmla="*/ 1024982 h 2533298"/>
              <a:gd name="connsiteX80" fmla="*/ 2351989 w 2537170"/>
              <a:gd name="connsiteY80" fmla="*/ 1104495 h 2533298"/>
              <a:gd name="connsiteX81" fmla="*/ 2485152 w 2537170"/>
              <a:gd name="connsiteY81" fmla="*/ 1105597 h 2533298"/>
              <a:gd name="connsiteX82" fmla="*/ 2529571 w 2537170"/>
              <a:gd name="connsiteY82" fmla="*/ 1142247 h 2533298"/>
              <a:gd name="connsiteX83" fmla="*/ 2492921 w 2537170"/>
              <a:gd name="connsiteY83" fmla="*/ 1186666 h 2533298"/>
              <a:gd name="connsiteX84" fmla="*/ 2359802 w 2537170"/>
              <a:gd name="connsiteY84" fmla="*/ 1214237 h 2533298"/>
              <a:gd name="connsiteX85" fmla="*/ 2361526 w 2537170"/>
              <a:gd name="connsiteY85" fmla="*/ 1294592 h 2533298"/>
              <a:gd name="connsiteX86" fmla="*/ 2499662 w 2537170"/>
              <a:gd name="connsiteY86" fmla="*/ 1320295 h 2533298"/>
              <a:gd name="connsiteX87" fmla="*/ 2537041 w 2537170"/>
              <a:gd name="connsiteY87" fmla="*/ 1364103 h 2533298"/>
              <a:gd name="connsiteX88" fmla="*/ 2493234 w 2537170"/>
              <a:gd name="connsiteY88" fmla="*/ 1401481 h 2533298"/>
              <a:gd name="connsiteX89" fmla="*/ 2353247 w 2537170"/>
              <a:gd name="connsiteY89" fmla="*/ 1405705 h 2533298"/>
              <a:gd name="connsiteX90" fmla="*/ 2339167 w 2537170"/>
              <a:gd name="connsiteY90" fmla="*/ 1483310 h 2533298"/>
              <a:gd name="connsiteX91" fmla="*/ 2471668 w 2537170"/>
              <a:gd name="connsiteY91" fmla="*/ 1532957 h 2533298"/>
              <a:gd name="connsiteX92" fmla="*/ 2500873 w 2537170"/>
              <a:gd name="connsiteY92" fmla="*/ 1582589 h 2533298"/>
              <a:gd name="connsiteX93" fmla="*/ 2451240 w 2537170"/>
              <a:gd name="connsiteY93" fmla="*/ 1611794 h 2533298"/>
              <a:gd name="connsiteX94" fmla="*/ 2314998 w 2537170"/>
              <a:gd name="connsiteY94" fmla="*/ 1591988 h 2533298"/>
              <a:gd name="connsiteX95" fmla="*/ 2285532 w 2537170"/>
              <a:gd name="connsiteY95" fmla="*/ 1665756 h 2533298"/>
              <a:gd name="connsiteX96" fmla="*/ 2407173 w 2537170"/>
              <a:gd name="connsiteY96" fmla="*/ 1737526 h 2533298"/>
              <a:gd name="connsiteX97" fmla="*/ 2427315 w 2537170"/>
              <a:gd name="connsiteY97" fmla="*/ 1791476 h 2533298"/>
              <a:gd name="connsiteX98" fmla="*/ 2373363 w 2537170"/>
              <a:gd name="connsiteY98" fmla="*/ 1811618 h 2533298"/>
              <a:gd name="connsiteX99" fmla="*/ 2244296 w 2537170"/>
              <a:gd name="connsiteY99" fmla="*/ 1769003 h 2533298"/>
              <a:gd name="connsiteX100" fmla="*/ 2201195 w 2537170"/>
              <a:gd name="connsiteY100" fmla="*/ 1836322 h 2533298"/>
              <a:gd name="connsiteX101" fmla="*/ 2308136 w 2537170"/>
              <a:gd name="connsiteY101" fmla="*/ 1927790 h 2533298"/>
              <a:gd name="connsiteX102" fmla="*/ 2318603 w 2537170"/>
              <a:gd name="connsiteY102" fmla="*/ 1984416 h 2533298"/>
              <a:gd name="connsiteX103" fmla="*/ 2261973 w 2537170"/>
              <a:gd name="connsiteY103" fmla="*/ 1994887 h 2533298"/>
              <a:gd name="connsiteX104" fmla="*/ 2140578 w 2537170"/>
              <a:gd name="connsiteY104" fmla="*/ 1929597 h 2533298"/>
              <a:gd name="connsiteX105" fmla="*/ 2088541 w 2537170"/>
              <a:gd name="connsiteY105" fmla="*/ 1989816 h 2533298"/>
              <a:gd name="connsiteX106" fmla="*/ 2177561 w 2537170"/>
              <a:gd name="connsiteY106" fmla="*/ 2097965 h 2533298"/>
              <a:gd name="connsiteX107" fmla="*/ 2178037 w 2537170"/>
              <a:gd name="connsiteY107" fmla="*/ 2155550 h 2533298"/>
              <a:gd name="connsiteX108" fmla="*/ 2120451 w 2537170"/>
              <a:gd name="connsiteY108" fmla="*/ 2156025 h 2533298"/>
              <a:gd name="connsiteX109" fmla="*/ 2011161 w 2537170"/>
              <a:gd name="connsiteY109" fmla="*/ 2069798 h 2533298"/>
              <a:gd name="connsiteX110" fmla="*/ 1951011 w 2537170"/>
              <a:gd name="connsiteY110" fmla="*/ 2121759 h 2533298"/>
              <a:gd name="connsiteX111" fmla="*/ 2019421 w 2537170"/>
              <a:gd name="connsiteY111" fmla="*/ 2242879 h 2533298"/>
              <a:gd name="connsiteX112" fmla="*/ 2009891 w 2537170"/>
              <a:gd name="connsiteY112" fmla="*/ 2299674 h 2533298"/>
              <a:gd name="connsiteX113" fmla="*/ 1953098 w 2537170"/>
              <a:gd name="connsiteY113" fmla="*/ 2290141 h 2533298"/>
              <a:gd name="connsiteX114" fmla="*/ 1859851 w 2537170"/>
              <a:gd name="connsiteY114" fmla="*/ 2185586 h 2533298"/>
              <a:gd name="connsiteX115" fmla="*/ 1792668 w 2537170"/>
              <a:gd name="connsiteY115" fmla="*/ 2228350 h 2533298"/>
              <a:gd name="connsiteX116" fmla="*/ 1838521 w 2537170"/>
              <a:gd name="connsiteY116" fmla="*/ 2358132 h 2533298"/>
              <a:gd name="connsiteX117" fmla="*/ 1819273 w 2537170"/>
              <a:gd name="connsiteY117" fmla="*/ 2412408 h 2533298"/>
              <a:gd name="connsiteX118" fmla="*/ 1764999 w 2537170"/>
              <a:gd name="connsiteY118" fmla="*/ 2393158 h 2533298"/>
              <a:gd name="connsiteX119" fmla="*/ 1691031 w 2537170"/>
              <a:gd name="connsiteY119" fmla="*/ 2273527 h 2533298"/>
              <a:gd name="connsiteX120" fmla="*/ 1617991 w 2537170"/>
              <a:gd name="connsiteY120" fmla="*/ 2305992 h 2533298"/>
              <a:gd name="connsiteX121" fmla="*/ 1640356 w 2537170"/>
              <a:gd name="connsiteY121" fmla="*/ 2440221 h 2533298"/>
              <a:gd name="connsiteX122" fmla="*/ 1611974 w 2537170"/>
              <a:gd name="connsiteY122" fmla="*/ 2490330 h 2533298"/>
              <a:gd name="connsiteX123" fmla="*/ 1561865 w 2537170"/>
              <a:gd name="connsiteY123" fmla="*/ 2461948 h 2533298"/>
              <a:gd name="connsiteX124" fmla="*/ 1509649 w 2537170"/>
              <a:gd name="connsiteY124" fmla="*/ 2330916 h 2533298"/>
              <a:gd name="connsiteX125" fmla="*/ 1432251 w 2537170"/>
              <a:gd name="connsiteY125" fmla="*/ 2348385 h 2533298"/>
              <a:gd name="connsiteX126" fmla="*/ 1430944 w 2537170"/>
              <a:gd name="connsiteY126" fmla="*/ 2486652 h 2533298"/>
              <a:gd name="connsiteX127" fmla="*/ 1394292 w 2537170"/>
              <a:gd name="connsiteY127" fmla="*/ 2531070 h 2533298"/>
              <a:gd name="connsiteX128" fmla="*/ 1349875 w 2537170"/>
              <a:gd name="connsiteY128" fmla="*/ 2494418 h 2533298"/>
              <a:gd name="connsiteX129" fmla="*/ 1321178 w 2537170"/>
              <a:gd name="connsiteY129" fmla="*/ 2356183 h 2533298"/>
              <a:gd name="connsiteX130" fmla="*/ 1239478 w 2537170"/>
              <a:gd name="connsiteY130" fmla="*/ 2357937 h 2533298"/>
              <a:gd name="connsiteX131" fmla="*/ 1213826 w 2537170"/>
              <a:gd name="connsiteY131" fmla="*/ 2495788 h 2533298"/>
              <a:gd name="connsiteX132" fmla="*/ 1170018 w 2537170"/>
              <a:gd name="connsiteY132" fmla="*/ 2533169 h 2533298"/>
              <a:gd name="connsiteX133" fmla="*/ 1132638 w 2537170"/>
              <a:gd name="connsiteY133" fmla="*/ 2489360 h 2533298"/>
              <a:gd name="connsiteX134" fmla="*/ 1128406 w 2537170"/>
              <a:gd name="connsiteY134" fmla="*/ 2349083 h 2533298"/>
              <a:gd name="connsiteX135" fmla="*/ 1043631 w 2537170"/>
              <a:gd name="connsiteY135" fmla="*/ 2333701 h 2533298"/>
              <a:gd name="connsiteX136" fmla="*/ 993350 w 2537170"/>
              <a:gd name="connsiteY136" fmla="*/ 2466192 h 2533298"/>
              <a:gd name="connsiteX137" fmla="*/ 943719 w 2537170"/>
              <a:gd name="connsiteY137" fmla="*/ 2495395 h 2533298"/>
              <a:gd name="connsiteX138" fmla="*/ 914514 w 2537170"/>
              <a:gd name="connsiteY138" fmla="*/ 2445762 h 2533298"/>
              <a:gd name="connsiteX139" fmla="*/ 935216 w 2537170"/>
              <a:gd name="connsiteY139" fmla="*/ 2307457 h 2533298"/>
              <a:gd name="connsiteX140" fmla="*/ 862093 w 2537170"/>
              <a:gd name="connsiteY140" fmla="*/ 2278252 h 2533298"/>
              <a:gd name="connsiteX141" fmla="*/ 789112 w 2537170"/>
              <a:gd name="connsiteY141" fmla="*/ 2400765 h 2533298"/>
              <a:gd name="connsiteX142" fmla="*/ 735160 w 2537170"/>
              <a:gd name="connsiteY142" fmla="*/ 2420908 h 2533298"/>
              <a:gd name="connsiteX143" fmla="*/ 715020 w 2537170"/>
              <a:gd name="connsiteY143" fmla="*/ 2366955 h 2533298"/>
              <a:gd name="connsiteX144" fmla="*/ 759036 w 2537170"/>
              <a:gd name="connsiteY144" fmla="*/ 2235507 h 2533298"/>
              <a:gd name="connsiteX145" fmla="*/ 692833 w 2537170"/>
              <a:gd name="connsiteY145" fmla="*/ 2192481 h 2533298"/>
              <a:gd name="connsiteX146" fmla="*/ 599337 w 2537170"/>
              <a:gd name="connsiteY146" fmla="*/ 2300865 h 2533298"/>
              <a:gd name="connsiteX147" fmla="*/ 542706 w 2537170"/>
              <a:gd name="connsiteY147" fmla="*/ 2311333 h 2533298"/>
              <a:gd name="connsiteX148" fmla="*/ 532239 w 2537170"/>
              <a:gd name="connsiteY148" fmla="*/ 2254706 h 2533298"/>
              <a:gd name="connsiteX149" fmla="*/ 599127 w 2537170"/>
              <a:gd name="connsiteY149" fmla="*/ 2131584 h 2533298"/>
              <a:gd name="connsiteX150" fmla="*/ 540894 w 2537170"/>
              <a:gd name="connsiteY150" fmla="*/ 2078858 h 2533298"/>
              <a:gd name="connsiteX151" fmla="*/ 429791 w 2537170"/>
              <a:gd name="connsiteY151" fmla="*/ 2169528 h 2533298"/>
              <a:gd name="connsiteX152" fmla="*/ 372204 w 2537170"/>
              <a:gd name="connsiteY152" fmla="*/ 2170006 h 2533298"/>
              <a:gd name="connsiteX153" fmla="*/ 371731 w 2537170"/>
              <a:gd name="connsiteY153" fmla="*/ 2112420 h 2533298"/>
              <a:gd name="connsiteX154" fmla="*/ 460407 w 2537170"/>
              <a:gd name="connsiteY154" fmla="*/ 2000990 h 2533298"/>
              <a:gd name="connsiteX155" fmla="*/ 410621 w 2537170"/>
              <a:gd name="connsiteY155" fmla="*/ 1940841 h 2533298"/>
              <a:gd name="connsiteX156" fmla="*/ 285628 w 2537170"/>
              <a:gd name="connsiteY156" fmla="*/ 2010748 h 2533298"/>
              <a:gd name="connsiteX157" fmla="*/ 228834 w 2537170"/>
              <a:gd name="connsiteY157" fmla="*/ 2001218 h 2533298"/>
              <a:gd name="connsiteX158" fmla="*/ 238365 w 2537170"/>
              <a:gd name="connsiteY158" fmla="*/ 1944425 h 2533298"/>
              <a:gd name="connsiteX159" fmla="*/ 346301 w 2537170"/>
              <a:gd name="connsiteY159" fmla="*/ 1848975 h 2533298"/>
              <a:gd name="connsiteX160" fmla="*/ 305688 w 2537170"/>
              <a:gd name="connsiteY160" fmla="*/ 1782475 h 2533298"/>
              <a:gd name="connsiteX161" fmla="*/ 171227 w 2537170"/>
              <a:gd name="connsiteY161" fmla="*/ 1829346 h 2533298"/>
              <a:gd name="connsiteX162" fmla="*/ 116952 w 2537170"/>
              <a:gd name="connsiteY162" fmla="*/ 1810097 h 2533298"/>
              <a:gd name="connsiteX163" fmla="*/ 136199 w 2537170"/>
              <a:gd name="connsiteY163" fmla="*/ 1755822 h 2533298"/>
              <a:gd name="connsiteX164" fmla="*/ 260107 w 2537170"/>
              <a:gd name="connsiteY164" fmla="*/ 1679931 h 2533298"/>
              <a:gd name="connsiteX165" fmla="*/ 229112 w 2537170"/>
              <a:gd name="connsiteY165" fmla="*/ 1608268 h 2533298"/>
              <a:gd name="connsiteX166" fmla="*/ 90064 w 2537170"/>
              <a:gd name="connsiteY166" fmla="*/ 1630833 h 2533298"/>
              <a:gd name="connsiteX167" fmla="*/ 39956 w 2537170"/>
              <a:gd name="connsiteY167" fmla="*/ 1602452 h 2533298"/>
              <a:gd name="connsiteX168" fmla="*/ 68338 w 2537170"/>
              <a:gd name="connsiteY168" fmla="*/ 1552346 h 2533298"/>
              <a:gd name="connsiteX169" fmla="*/ 204402 w 2537170"/>
              <a:gd name="connsiteY169" fmla="*/ 1498783 h 2533298"/>
              <a:gd name="connsiteX170" fmla="*/ 187341 w 2537170"/>
              <a:gd name="connsiteY170" fmla="*/ 1423192 h 2533298"/>
              <a:gd name="connsiteX171" fmla="*/ 44604 w 2537170"/>
              <a:gd name="connsiteY171" fmla="*/ 1421244 h 2533298"/>
              <a:gd name="connsiteX172" fmla="*/ 188 w 2537170"/>
              <a:gd name="connsiteY172" fmla="*/ 1384592 h 2533298"/>
              <a:gd name="connsiteX173" fmla="*/ 36838 w 2537170"/>
              <a:gd name="connsiteY173" fmla="*/ 1340173 h 2533298"/>
              <a:gd name="connsiteX174" fmla="*/ 180620 w 2537170"/>
              <a:gd name="connsiteY174" fmla="*/ 1310955 h 2533298"/>
              <a:gd name="connsiteX175" fmla="*/ 178957 w 2537170"/>
              <a:gd name="connsiteY175" fmla="*/ 1233486 h 2533298"/>
              <a:gd name="connsiteX176" fmla="*/ 41381 w 2537170"/>
              <a:gd name="connsiteY176" fmla="*/ 1207351 h 2533298"/>
              <a:gd name="connsiteX177" fmla="*/ 4001 w 2537170"/>
              <a:gd name="connsiteY177" fmla="*/ 1163544 h 2533298"/>
              <a:gd name="connsiteX178" fmla="*/ 47810 w 2537170"/>
              <a:gd name="connsiteY178" fmla="*/ 1126165 h 2533298"/>
              <a:gd name="connsiteX179" fmla="*/ 188239 w 2537170"/>
              <a:gd name="connsiteY179" fmla="*/ 1122685 h 2533298"/>
              <a:gd name="connsiteX180" fmla="*/ 202356 w 2537170"/>
              <a:gd name="connsiteY180" fmla="*/ 1044881 h 2533298"/>
              <a:gd name="connsiteX181" fmla="*/ 70345 w 2537170"/>
              <a:gd name="connsiteY181" fmla="*/ 994853 h 2533298"/>
              <a:gd name="connsiteX182" fmla="*/ 41141 w 2537170"/>
              <a:gd name="connsiteY182" fmla="*/ 945221 h 2533298"/>
              <a:gd name="connsiteX183" fmla="*/ 90773 w 2537170"/>
              <a:gd name="connsiteY183" fmla="*/ 916016 h 2533298"/>
              <a:gd name="connsiteX184" fmla="*/ 227464 w 2537170"/>
              <a:gd name="connsiteY184" fmla="*/ 936641 h 2533298"/>
              <a:gd name="connsiteX185" fmla="*/ 256980 w 2537170"/>
              <a:gd name="connsiteY185" fmla="*/ 862739 h 2533298"/>
              <a:gd name="connsiteX186" fmla="*/ 135771 w 2537170"/>
              <a:gd name="connsiteY186" fmla="*/ 790612 h 2533298"/>
              <a:gd name="connsiteX187" fmla="*/ 115630 w 2537170"/>
              <a:gd name="connsiteY187" fmla="*/ 736662 h 2533298"/>
              <a:gd name="connsiteX188" fmla="*/ 169581 w 2537170"/>
              <a:gd name="connsiteY188" fmla="*/ 716520 h 2533298"/>
              <a:gd name="connsiteX189" fmla="*/ 298530 w 2537170"/>
              <a:gd name="connsiteY189" fmla="*/ 759866 h 2533298"/>
              <a:gd name="connsiteX190" fmla="*/ 342208 w 2537170"/>
              <a:gd name="connsiteY190" fmla="*/ 692654 h 2533298"/>
              <a:gd name="connsiteX191" fmla="*/ 235672 w 2537170"/>
              <a:gd name="connsiteY191" fmla="*/ 600840 h 2533298"/>
              <a:gd name="connsiteX192" fmla="*/ 225204 w 2537170"/>
              <a:gd name="connsiteY192" fmla="*/ 544209 h 2533298"/>
              <a:gd name="connsiteX193" fmla="*/ 251352 w 2537170"/>
              <a:gd name="connsiteY193" fmla="*/ 527249 h 2533298"/>
              <a:gd name="connsiteX194" fmla="*/ 281833 w 2537170"/>
              <a:gd name="connsiteY194" fmla="*/ 533742 h 2533298"/>
              <a:gd name="connsiteX195" fmla="*/ 402695 w 2537170"/>
              <a:gd name="connsiteY195" fmla="*/ 599584 h 2533298"/>
              <a:gd name="connsiteX196" fmla="*/ 455631 w 2537170"/>
              <a:gd name="connsiteY196" fmla="*/ 539785 h 2533298"/>
              <a:gd name="connsiteX197" fmla="*/ 367008 w 2537170"/>
              <a:gd name="connsiteY197" fmla="*/ 431293 h 2533298"/>
              <a:gd name="connsiteX198" fmla="*/ 366532 w 2537170"/>
              <a:gd name="connsiteY198" fmla="*/ 373706 h 2533298"/>
              <a:gd name="connsiteX199" fmla="*/ 395227 w 2537170"/>
              <a:gd name="connsiteY199" fmla="*/ 361544 h 2533298"/>
              <a:gd name="connsiteX200" fmla="*/ 424118 w 2537170"/>
              <a:gd name="connsiteY200" fmla="*/ 373232 h 2533298"/>
              <a:gd name="connsiteX201" fmla="*/ 532850 w 2537170"/>
              <a:gd name="connsiteY201" fmla="*/ 459969 h 2533298"/>
              <a:gd name="connsiteX202" fmla="*/ 593794 w 2537170"/>
              <a:gd name="connsiteY202" fmla="*/ 408590 h 2533298"/>
              <a:gd name="connsiteX203" fmla="*/ 525789 w 2537170"/>
              <a:gd name="connsiteY203" fmla="*/ 287129 h 2533298"/>
              <a:gd name="connsiteX204" fmla="*/ 535320 w 2537170"/>
              <a:gd name="connsiteY204" fmla="*/ 230335 h 2533298"/>
              <a:gd name="connsiteX205" fmla="*/ 565691 w 2537170"/>
              <a:gd name="connsiteY205" fmla="*/ 223340 h 2533298"/>
              <a:gd name="connsiteX206" fmla="*/ 592113 w 2537170"/>
              <a:gd name="connsiteY206" fmla="*/ 239867 h 2533298"/>
              <a:gd name="connsiteX207" fmla="*/ 684772 w 2537170"/>
              <a:gd name="connsiteY207" fmla="*/ 344893 h 2533298"/>
              <a:gd name="connsiteX208" fmla="*/ 752622 w 2537170"/>
              <a:gd name="connsiteY208" fmla="*/ 302863 h 2533298"/>
              <a:gd name="connsiteX209" fmla="*/ 707191 w 2537170"/>
              <a:gd name="connsiteY209" fmla="*/ 172728 h 2533298"/>
              <a:gd name="connsiteX210" fmla="*/ 726440 w 2537170"/>
              <a:gd name="connsiteY210" fmla="*/ 118453 h 2533298"/>
              <a:gd name="connsiteX211" fmla="*/ 757566 w 2537170"/>
              <a:gd name="connsiteY211" fmla="*/ 116838 h 2533298"/>
              <a:gd name="connsiteX212" fmla="*/ 780715 w 2537170"/>
              <a:gd name="connsiteY212" fmla="*/ 137702 h 2533298"/>
              <a:gd name="connsiteX213" fmla="*/ 854063 w 2537170"/>
              <a:gd name="connsiteY213" fmla="*/ 257770 h 2533298"/>
              <a:gd name="connsiteX214" fmla="*/ 927540 w 2537170"/>
              <a:gd name="connsiteY214" fmla="*/ 225719 h 2533298"/>
              <a:gd name="connsiteX215" fmla="*/ 905705 w 2537170"/>
              <a:gd name="connsiteY215" fmla="*/ 91565 h 2533298"/>
              <a:gd name="connsiteX216" fmla="*/ 934087 w 2537170"/>
              <a:gd name="connsiteY216" fmla="*/ 41456 h 2533298"/>
              <a:gd name="connsiteX217" fmla="*/ 984194 w 2537170"/>
              <a:gd name="connsiteY217" fmla="*/ 69838 h 2533298"/>
              <a:gd name="connsiteX218" fmla="*/ 1035763 w 2537170"/>
              <a:gd name="connsiteY218" fmla="*/ 201294 h 2533298"/>
              <a:gd name="connsiteX219" fmla="*/ 1113481 w 2537170"/>
              <a:gd name="connsiteY219" fmla="*/ 183754 h 2533298"/>
              <a:gd name="connsiteX220" fmla="*/ 1115295 w 2537170"/>
              <a:gd name="connsiteY220" fmla="*/ 46107 h 2533298"/>
              <a:gd name="connsiteX221" fmla="*/ 1151946 w 2537170"/>
              <a:gd name="connsiteY221" fmla="*/ 1689 h 2533298"/>
              <a:gd name="connsiteX222" fmla="*/ 1196364 w 2537170"/>
              <a:gd name="connsiteY222" fmla="*/ 38339 h 2533298"/>
              <a:gd name="connsiteX223" fmla="*/ 1224375 w 2537170"/>
              <a:gd name="connsiteY223" fmla="*/ 177006 h 2533298"/>
              <a:gd name="connsiteX224" fmla="*/ 1300582 w 2537170"/>
              <a:gd name="connsiteY224" fmla="*/ 175370 h 2533298"/>
              <a:gd name="connsiteX225" fmla="*/ 1326769 w 2537170"/>
              <a:gd name="connsiteY225" fmla="*/ 37508 h 2533298"/>
              <a:gd name="connsiteX226" fmla="*/ 1370577 w 2537170"/>
              <a:gd name="connsiteY226" fmla="*/ 129 h 2533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2537170" h="2533298">
                <a:moveTo>
                  <a:pt x="860885" y="1437939"/>
                </a:moveTo>
                <a:lnTo>
                  <a:pt x="402545" y="1560751"/>
                </a:lnTo>
                <a:cubicBezTo>
                  <a:pt x="521370" y="1919512"/>
                  <a:pt x="860412" y="2176428"/>
                  <a:pt x="1259461" y="2176428"/>
                </a:cubicBezTo>
                <a:cubicBezTo>
                  <a:pt x="1487421" y="2176428"/>
                  <a:pt x="1695797" y="2092587"/>
                  <a:pt x="1852888" y="1951120"/>
                </a:cubicBezTo>
                <a:lnTo>
                  <a:pt x="1513851" y="1612087"/>
                </a:lnTo>
                <a:cubicBezTo>
                  <a:pt x="1505121" y="1627182"/>
                  <a:pt x="1491598" y="1636027"/>
                  <a:pt x="1477444" y="1644201"/>
                </a:cubicBezTo>
                <a:cubicBezTo>
                  <a:pt x="1268926" y="1764588"/>
                  <a:pt x="1002297" y="1693146"/>
                  <a:pt x="881909" y="1484630"/>
                </a:cubicBezTo>
                <a:close/>
                <a:moveTo>
                  <a:pt x="1259461" y="986252"/>
                </a:moveTo>
                <a:cubicBezTo>
                  <a:pt x="1104601" y="986252"/>
                  <a:pt x="979064" y="1111789"/>
                  <a:pt x="979064" y="1266649"/>
                </a:cubicBezTo>
                <a:cubicBezTo>
                  <a:pt x="979064" y="1421509"/>
                  <a:pt x="1104601" y="1547047"/>
                  <a:pt x="1259461" y="1547047"/>
                </a:cubicBezTo>
                <a:cubicBezTo>
                  <a:pt x="1414321" y="1547047"/>
                  <a:pt x="1539859" y="1421509"/>
                  <a:pt x="1539859" y="1266649"/>
                </a:cubicBezTo>
                <a:cubicBezTo>
                  <a:pt x="1539859" y="1111789"/>
                  <a:pt x="1414321" y="986252"/>
                  <a:pt x="1259461" y="986252"/>
                </a:cubicBezTo>
                <a:close/>
                <a:moveTo>
                  <a:pt x="1548911" y="408290"/>
                </a:moveTo>
                <a:lnTo>
                  <a:pt x="1426040" y="866853"/>
                </a:lnTo>
                <a:cubicBezTo>
                  <a:pt x="1512471" y="899678"/>
                  <a:pt x="1587244" y="962457"/>
                  <a:pt x="1637017" y="1048669"/>
                </a:cubicBezTo>
                <a:cubicBezTo>
                  <a:pt x="1728232" y="1206659"/>
                  <a:pt x="1709320" y="1398010"/>
                  <a:pt x="1603283" y="1533201"/>
                </a:cubicBezTo>
                <a:lnTo>
                  <a:pt x="1937706" y="1867622"/>
                </a:lnTo>
                <a:cubicBezTo>
                  <a:pt x="2082783" y="1709435"/>
                  <a:pt x="2169239" y="1498137"/>
                  <a:pt x="2169239" y="1266649"/>
                </a:cubicBezTo>
                <a:cubicBezTo>
                  <a:pt x="2169239" y="865881"/>
                  <a:pt x="1910103" y="525635"/>
                  <a:pt x="1548911" y="408290"/>
                </a:cubicBezTo>
                <a:close/>
                <a:moveTo>
                  <a:pt x="1259461" y="356871"/>
                </a:moveTo>
                <a:cubicBezTo>
                  <a:pt x="757005" y="356871"/>
                  <a:pt x="349683" y="764193"/>
                  <a:pt x="349683" y="1266649"/>
                </a:cubicBezTo>
                <a:lnTo>
                  <a:pt x="367847" y="1446833"/>
                </a:lnTo>
                <a:lnTo>
                  <a:pt x="827444" y="1323684"/>
                </a:lnTo>
                <a:cubicBezTo>
                  <a:pt x="804815" y="1154114"/>
                  <a:pt x="884110" y="979957"/>
                  <a:pt x="1041485" y="889097"/>
                </a:cubicBezTo>
                <a:cubicBezTo>
                  <a:pt x="1119677" y="843951"/>
                  <a:pt x="1206043" y="825783"/>
                  <a:pt x="1289805" y="831703"/>
                </a:cubicBezTo>
                <a:lnTo>
                  <a:pt x="1311143" y="835808"/>
                </a:lnTo>
                <a:lnTo>
                  <a:pt x="1434739" y="374541"/>
                </a:lnTo>
                <a:cubicBezTo>
                  <a:pt x="1378126" y="362680"/>
                  <a:pt x="1319472" y="356871"/>
                  <a:pt x="1259461" y="356871"/>
                </a:cubicBezTo>
                <a:close/>
                <a:moveTo>
                  <a:pt x="1268585" y="293382"/>
                </a:moveTo>
                <a:cubicBezTo>
                  <a:pt x="1806107" y="293382"/>
                  <a:pt x="2241854" y="729129"/>
                  <a:pt x="2241854" y="1266650"/>
                </a:cubicBezTo>
                <a:cubicBezTo>
                  <a:pt x="2241854" y="1804171"/>
                  <a:pt x="1806107" y="2239918"/>
                  <a:pt x="1268585" y="2239918"/>
                </a:cubicBezTo>
                <a:cubicBezTo>
                  <a:pt x="731063" y="2239918"/>
                  <a:pt x="295316" y="1804171"/>
                  <a:pt x="295316" y="1266650"/>
                </a:cubicBezTo>
                <a:cubicBezTo>
                  <a:pt x="295316" y="729129"/>
                  <a:pt x="731063" y="293382"/>
                  <a:pt x="1268585" y="293382"/>
                </a:cubicBezTo>
                <a:close/>
                <a:moveTo>
                  <a:pt x="1268585" y="230994"/>
                </a:moveTo>
                <a:cubicBezTo>
                  <a:pt x="696607" y="230994"/>
                  <a:pt x="232928" y="694673"/>
                  <a:pt x="232928" y="1266650"/>
                </a:cubicBezTo>
                <a:cubicBezTo>
                  <a:pt x="232928" y="1838627"/>
                  <a:pt x="696607" y="2302306"/>
                  <a:pt x="1268585" y="2302306"/>
                </a:cubicBezTo>
                <a:cubicBezTo>
                  <a:pt x="1840563" y="2302306"/>
                  <a:pt x="2304242" y="1838627"/>
                  <a:pt x="2304242" y="1266650"/>
                </a:cubicBezTo>
                <a:cubicBezTo>
                  <a:pt x="2304242" y="694673"/>
                  <a:pt x="1840563" y="230994"/>
                  <a:pt x="1268585" y="230994"/>
                </a:cubicBezTo>
                <a:close/>
                <a:moveTo>
                  <a:pt x="1370577" y="129"/>
                </a:moveTo>
                <a:cubicBezTo>
                  <a:pt x="1392996" y="1904"/>
                  <a:pt x="1409731" y="21519"/>
                  <a:pt x="1407956" y="43937"/>
                </a:cubicBezTo>
                <a:lnTo>
                  <a:pt x="1411431" y="184077"/>
                </a:lnTo>
                <a:lnTo>
                  <a:pt x="1482158" y="196909"/>
                </a:lnTo>
                <a:lnTo>
                  <a:pt x="1531455" y="64872"/>
                </a:lnTo>
                <a:cubicBezTo>
                  <a:pt x="1537097" y="43101"/>
                  <a:pt x="1559318" y="30025"/>
                  <a:pt x="1581088" y="35666"/>
                </a:cubicBezTo>
                <a:cubicBezTo>
                  <a:pt x="1602857" y="41308"/>
                  <a:pt x="1615935" y="63529"/>
                  <a:pt x="1610292" y="85299"/>
                </a:cubicBezTo>
                <a:lnTo>
                  <a:pt x="1590652" y="219957"/>
                </a:lnTo>
                <a:lnTo>
                  <a:pt x="1665197" y="249732"/>
                </a:lnTo>
                <a:lnTo>
                  <a:pt x="1736025" y="129366"/>
                </a:lnTo>
                <a:cubicBezTo>
                  <a:pt x="1745361" y="108907"/>
                  <a:pt x="1769515" y="99887"/>
                  <a:pt x="1789976" y="109225"/>
                </a:cubicBezTo>
                <a:cubicBezTo>
                  <a:pt x="1810435" y="118561"/>
                  <a:pt x="1819454" y="142715"/>
                  <a:pt x="1810118" y="163174"/>
                </a:cubicBezTo>
                <a:lnTo>
                  <a:pt x="1767925" y="290765"/>
                </a:lnTo>
                <a:cubicBezTo>
                  <a:pt x="1792392" y="302408"/>
                  <a:pt x="1815978" y="315581"/>
                  <a:pt x="1836575" y="333544"/>
                </a:cubicBezTo>
                <a:lnTo>
                  <a:pt x="1926288" y="228405"/>
                </a:lnTo>
                <a:cubicBezTo>
                  <a:pt x="1932663" y="219141"/>
                  <a:pt x="1942188" y="213338"/>
                  <a:pt x="1952435" y="211444"/>
                </a:cubicBezTo>
                <a:cubicBezTo>
                  <a:pt x="1962685" y="209549"/>
                  <a:pt x="1973654" y="211565"/>
                  <a:pt x="1982916" y="217939"/>
                </a:cubicBezTo>
                <a:cubicBezTo>
                  <a:pt x="2001444" y="230683"/>
                  <a:pt x="2006133" y="256037"/>
                  <a:pt x="1993385" y="274565"/>
                </a:cubicBezTo>
                <a:lnTo>
                  <a:pt x="1929215" y="393751"/>
                </a:lnTo>
                <a:cubicBezTo>
                  <a:pt x="1952245" y="408203"/>
                  <a:pt x="1973206" y="425315"/>
                  <a:pt x="1990985" y="446006"/>
                </a:cubicBezTo>
                <a:lnTo>
                  <a:pt x="2096463" y="358978"/>
                </a:lnTo>
                <a:cubicBezTo>
                  <a:pt x="2104349" y="350963"/>
                  <a:pt x="2114737" y="346900"/>
                  <a:pt x="2125159" y="346814"/>
                </a:cubicBezTo>
                <a:cubicBezTo>
                  <a:pt x="2135580" y="346729"/>
                  <a:pt x="2146034" y="350618"/>
                  <a:pt x="2154049" y="358503"/>
                </a:cubicBezTo>
                <a:cubicBezTo>
                  <a:pt x="2170083" y="374272"/>
                  <a:pt x="2170295" y="400055"/>
                  <a:pt x="2154524" y="416088"/>
                </a:cubicBezTo>
                <a:lnTo>
                  <a:pt x="2070300" y="522740"/>
                </a:lnTo>
                <a:cubicBezTo>
                  <a:pt x="2091314" y="540242"/>
                  <a:pt x="2109043" y="560786"/>
                  <a:pt x="2123835" y="583690"/>
                </a:cubicBezTo>
                <a:lnTo>
                  <a:pt x="2241379" y="517116"/>
                </a:lnTo>
                <a:cubicBezTo>
                  <a:pt x="2250536" y="510592"/>
                  <a:pt x="2261472" y="508395"/>
                  <a:pt x="2271750" y="510120"/>
                </a:cubicBezTo>
                <a:cubicBezTo>
                  <a:pt x="2282027" y="511846"/>
                  <a:pt x="2291648" y="517491"/>
                  <a:pt x="2298174" y="526648"/>
                </a:cubicBezTo>
                <a:cubicBezTo>
                  <a:pt x="2311222" y="544964"/>
                  <a:pt x="2306955" y="570392"/>
                  <a:pt x="2288641" y="583442"/>
                </a:cubicBezTo>
                <a:lnTo>
                  <a:pt x="2187044" y="673967"/>
                </a:lnTo>
                <a:cubicBezTo>
                  <a:pt x="2205451" y="694460"/>
                  <a:pt x="2219407" y="717867"/>
                  <a:pt x="2231207" y="742498"/>
                </a:cubicBezTo>
                <a:lnTo>
                  <a:pt x="2356634" y="698018"/>
                </a:lnTo>
                <a:cubicBezTo>
                  <a:pt x="2366784" y="693183"/>
                  <a:pt x="2377935" y="692919"/>
                  <a:pt x="2387756" y="696403"/>
                </a:cubicBezTo>
                <a:cubicBezTo>
                  <a:pt x="2397579" y="699887"/>
                  <a:pt x="2406072" y="707117"/>
                  <a:pt x="2410907" y="717268"/>
                </a:cubicBezTo>
                <a:cubicBezTo>
                  <a:pt x="2420581" y="737570"/>
                  <a:pt x="2411962" y="761871"/>
                  <a:pt x="2391659" y="771542"/>
                </a:cubicBezTo>
                <a:lnTo>
                  <a:pt x="2275899" y="843042"/>
                </a:lnTo>
                <a:lnTo>
                  <a:pt x="2309184" y="917923"/>
                </a:lnTo>
                <a:lnTo>
                  <a:pt x="2438723" y="896186"/>
                </a:lnTo>
                <a:cubicBezTo>
                  <a:pt x="2460396" y="890186"/>
                  <a:pt x="2482831" y="902892"/>
                  <a:pt x="2488830" y="924566"/>
                </a:cubicBezTo>
                <a:cubicBezTo>
                  <a:pt x="2494830" y="946240"/>
                  <a:pt x="2482123" y="968673"/>
                  <a:pt x="2460450" y="974674"/>
                </a:cubicBezTo>
                <a:lnTo>
                  <a:pt x="2334042" y="1024982"/>
                </a:lnTo>
                <a:lnTo>
                  <a:pt x="2351989" y="1104495"/>
                </a:lnTo>
                <a:lnTo>
                  <a:pt x="2485152" y="1105597"/>
                </a:lnTo>
                <a:cubicBezTo>
                  <a:pt x="2507540" y="1103452"/>
                  <a:pt x="2527428" y="1119860"/>
                  <a:pt x="2529571" y="1142247"/>
                </a:cubicBezTo>
                <a:cubicBezTo>
                  <a:pt x="2531716" y="1164634"/>
                  <a:pt x="2515307" y="1184521"/>
                  <a:pt x="2492921" y="1186666"/>
                </a:cubicBezTo>
                <a:lnTo>
                  <a:pt x="2359802" y="1214237"/>
                </a:lnTo>
                <a:lnTo>
                  <a:pt x="2361526" y="1294592"/>
                </a:lnTo>
                <a:lnTo>
                  <a:pt x="2499662" y="1320295"/>
                </a:lnTo>
                <a:cubicBezTo>
                  <a:pt x="2522079" y="1322068"/>
                  <a:pt x="2538817" y="1341683"/>
                  <a:pt x="2537041" y="1364103"/>
                </a:cubicBezTo>
                <a:cubicBezTo>
                  <a:pt x="2535266" y="1386521"/>
                  <a:pt x="2515652" y="1403257"/>
                  <a:pt x="2493234" y="1401481"/>
                </a:cubicBezTo>
                <a:lnTo>
                  <a:pt x="2353247" y="1405705"/>
                </a:lnTo>
                <a:lnTo>
                  <a:pt x="2339167" y="1483310"/>
                </a:lnTo>
                <a:lnTo>
                  <a:pt x="2471668" y="1532957"/>
                </a:lnTo>
                <a:cubicBezTo>
                  <a:pt x="2493437" y="1538599"/>
                  <a:pt x="2506512" y="1560818"/>
                  <a:pt x="2500873" y="1582589"/>
                </a:cubicBezTo>
                <a:cubicBezTo>
                  <a:pt x="2495231" y="1604358"/>
                  <a:pt x="2473010" y="1617436"/>
                  <a:pt x="2451240" y="1611794"/>
                </a:cubicBezTo>
                <a:lnTo>
                  <a:pt x="2314998" y="1591988"/>
                </a:lnTo>
                <a:lnTo>
                  <a:pt x="2285532" y="1665756"/>
                </a:lnTo>
                <a:lnTo>
                  <a:pt x="2407173" y="1737526"/>
                </a:lnTo>
                <a:cubicBezTo>
                  <a:pt x="2427634" y="1746863"/>
                  <a:pt x="2436650" y="1771017"/>
                  <a:pt x="2427315" y="1791476"/>
                </a:cubicBezTo>
                <a:cubicBezTo>
                  <a:pt x="2417979" y="1811937"/>
                  <a:pt x="2393824" y="1820955"/>
                  <a:pt x="2373363" y="1811618"/>
                </a:cubicBezTo>
                <a:lnTo>
                  <a:pt x="2244296" y="1769003"/>
                </a:lnTo>
                <a:cubicBezTo>
                  <a:pt x="2232268" y="1792894"/>
                  <a:pt x="2219160" y="1816135"/>
                  <a:pt x="2201195" y="1836322"/>
                </a:cubicBezTo>
                <a:lnTo>
                  <a:pt x="2308136" y="1927790"/>
                </a:lnTo>
                <a:cubicBezTo>
                  <a:pt x="2326662" y="1940536"/>
                  <a:pt x="2331348" y="1965890"/>
                  <a:pt x="2318603" y="1984416"/>
                </a:cubicBezTo>
                <a:cubicBezTo>
                  <a:pt x="2305855" y="2002946"/>
                  <a:pt x="2280501" y="2007632"/>
                  <a:pt x="2261973" y="1994887"/>
                </a:cubicBezTo>
                <a:lnTo>
                  <a:pt x="2140578" y="1929597"/>
                </a:lnTo>
                <a:cubicBezTo>
                  <a:pt x="2126017" y="1951990"/>
                  <a:pt x="2109111" y="1972541"/>
                  <a:pt x="2088541" y="1989816"/>
                </a:cubicBezTo>
                <a:lnTo>
                  <a:pt x="2177561" y="2097965"/>
                </a:lnTo>
                <a:cubicBezTo>
                  <a:pt x="2193593" y="2113734"/>
                  <a:pt x="2193807" y="2139515"/>
                  <a:pt x="2178037" y="2155550"/>
                </a:cubicBezTo>
                <a:cubicBezTo>
                  <a:pt x="2162268" y="2171583"/>
                  <a:pt x="2136484" y="2171795"/>
                  <a:pt x="2120451" y="2156025"/>
                </a:cubicBezTo>
                <a:lnTo>
                  <a:pt x="2011161" y="2069798"/>
                </a:lnTo>
                <a:cubicBezTo>
                  <a:pt x="1993817" y="2090196"/>
                  <a:pt x="1973630" y="2107500"/>
                  <a:pt x="1951011" y="2121759"/>
                </a:cubicBezTo>
                <a:lnTo>
                  <a:pt x="2019421" y="2242879"/>
                </a:lnTo>
                <a:cubicBezTo>
                  <a:pt x="2032474" y="2261194"/>
                  <a:pt x="2028205" y="2286621"/>
                  <a:pt x="2009891" y="2299674"/>
                </a:cubicBezTo>
                <a:cubicBezTo>
                  <a:pt x="1991578" y="2312724"/>
                  <a:pt x="1966149" y="2308455"/>
                  <a:pt x="1953098" y="2290141"/>
                </a:cubicBezTo>
                <a:lnTo>
                  <a:pt x="1859851" y="2185586"/>
                </a:lnTo>
                <a:cubicBezTo>
                  <a:pt x="1839743" y="2203460"/>
                  <a:pt x="1816841" y="2217033"/>
                  <a:pt x="1792668" y="2228350"/>
                </a:cubicBezTo>
                <a:lnTo>
                  <a:pt x="1838521" y="2358132"/>
                </a:lnTo>
                <a:cubicBezTo>
                  <a:pt x="1848194" y="2378436"/>
                  <a:pt x="1839576" y="2402734"/>
                  <a:pt x="1819273" y="2412408"/>
                </a:cubicBezTo>
                <a:cubicBezTo>
                  <a:pt x="1798969" y="2422080"/>
                  <a:pt x="1774669" y="2413464"/>
                  <a:pt x="1764999" y="2393158"/>
                </a:cubicBezTo>
                <a:lnTo>
                  <a:pt x="1691031" y="2273527"/>
                </a:lnTo>
                <a:lnTo>
                  <a:pt x="1617991" y="2305992"/>
                </a:lnTo>
                <a:lnTo>
                  <a:pt x="1640356" y="2440221"/>
                </a:lnTo>
                <a:cubicBezTo>
                  <a:pt x="1646353" y="2461896"/>
                  <a:pt x="1633647" y="2484329"/>
                  <a:pt x="1611974" y="2490330"/>
                </a:cubicBezTo>
                <a:cubicBezTo>
                  <a:pt x="1590301" y="2496331"/>
                  <a:pt x="1567865" y="2483623"/>
                  <a:pt x="1561865" y="2461948"/>
                </a:cubicBezTo>
                <a:lnTo>
                  <a:pt x="1509649" y="2330916"/>
                </a:lnTo>
                <a:lnTo>
                  <a:pt x="1432251" y="2348385"/>
                </a:lnTo>
                <a:lnTo>
                  <a:pt x="1430944" y="2486652"/>
                </a:lnTo>
                <a:cubicBezTo>
                  <a:pt x="1433089" y="2509038"/>
                  <a:pt x="1416678" y="2528925"/>
                  <a:pt x="1394292" y="2531070"/>
                </a:cubicBezTo>
                <a:cubicBezTo>
                  <a:pt x="1371905" y="2533216"/>
                  <a:pt x="1352021" y="2516806"/>
                  <a:pt x="1349875" y="2494418"/>
                </a:cubicBezTo>
                <a:lnTo>
                  <a:pt x="1321178" y="2356183"/>
                </a:lnTo>
                <a:lnTo>
                  <a:pt x="1239478" y="2357937"/>
                </a:lnTo>
                <a:lnTo>
                  <a:pt x="1213826" y="2495788"/>
                </a:lnTo>
                <a:cubicBezTo>
                  <a:pt x="1212053" y="2518209"/>
                  <a:pt x="1192437" y="2534945"/>
                  <a:pt x="1170018" y="2533169"/>
                </a:cubicBezTo>
                <a:cubicBezTo>
                  <a:pt x="1147601" y="2531392"/>
                  <a:pt x="1130864" y="2511779"/>
                  <a:pt x="1132638" y="2489360"/>
                </a:cubicBezTo>
                <a:lnTo>
                  <a:pt x="1128406" y="2349083"/>
                </a:lnTo>
                <a:lnTo>
                  <a:pt x="1043631" y="2333701"/>
                </a:lnTo>
                <a:lnTo>
                  <a:pt x="993350" y="2466192"/>
                </a:lnTo>
                <a:cubicBezTo>
                  <a:pt x="987710" y="2487962"/>
                  <a:pt x="965489" y="2501037"/>
                  <a:pt x="943719" y="2495395"/>
                </a:cubicBezTo>
                <a:cubicBezTo>
                  <a:pt x="921949" y="2489755"/>
                  <a:pt x="908874" y="2467533"/>
                  <a:pt x="914514" y="2445762"/>
                </a:cubicBezTo>
                <a:lnTo>
                  <a:pt x="935216" y="2307457"/>
                </a:lnTo>
                <a:lnTo>
                  <a:pt x="862093" y="2278252"/>
                </a:lnTo>
                <a:lnTo>
                  <a:pt x="789112" y="2400765"/>
                </a:lnTo>
                <a:cubicBezTo>
                  <a:pt x="779777" y="2421223"/>
                  <a:pt x="755621" y="2430242"/>
                  <a:pt x="735160" y="2420908"/>
                </a:cubicBezTo>
                <a:cubicBezTo>
                  <a:pt x="714701" y="2411570"/>
                  <a:pt x="705683" y="2387416"/>
                  <a:pt x="715020" y="2366955"/>
                </a:cubicBezTo>
                <a:lnTo>
                  <a:pt x="759036" y="2235507"/>
                </a:lnTo>
                <a:lnTo>
                  <a:pt x="692833" y="2192481"/>
                </a:lnTo>
                <a:lnTo>
                  <a:pt x="599337" y="2300865"/>
                </a:lnTo>
                <a:cubicBezTo>
                  <a:pt x="586589" y="2319393"/>
                  <a:pt x="561236" y="2324078"/>
                  <a:pt x="542706" y="2311333"/>
                </a:cubicBezTo>
                <a:cubicBezTo>
                  <a:pt x="524180" y="2298587"/>
                  <a:pt x="519494" y="2273233"/>
                  <a:pt x="532239" y="2254706"/>
                </a:cubicBezTo>
                <a:lnTo>
                  <a:pt x="599127" y="2131584"/>
                </a:lnTo>
                <a:cubicBezTo>
                  <a:pt x="577634" y="2116429"/>
                  <a:pt x="557504" y="2099583"/>
                  <a:pt x="540894" y="2078858"/>
                </a:cubicBezTo>
                <a:lnTo>
                  <a:pt x="429791" y="2169528"/>
                </a:lnTo>
                <a:cubicBezTo>
                  <a:pt x="414019" y="2185562"/>
                  <a:pt x="388237" y="2185777"/>
                  <a:pt x="372204" y="2170006"/>
                </a:cubicBezTo>
                <a:cubicBezTo>
                  <a:pt x="356172" y="2154236"/>
                  <a:pt x="355958" y="2128453"/>
                  <a:pt x="371731" y="2112420"/>
                </a:cubicBezTo>
                <a:lnTo>
                  <a:pt x="460407" y="2000990"/>
                </a:lnTo>
                <a:cubicBezTo>
                  <a:pt x="440903" y="1983438"/>
                  <a:pt x="424063" y="1963476"/>
                  <a:pt x="410621" y="1940841"/>
                </a:cubicBezTo>
                <a:lnTo>
                  <a:pt x="285628" y="2010748"/>
                </a:lnTo>
                <a:cubicBezTo>
                  <a:pt x="267312" y="2023800"/>
                  <a:pt x="241885" y="2019532"/>
                  <a:pt x="228834" y="2001218"/>
                </a:cubicBezTo>
                <a:cubicBezTo>
                  <a:pt x="215783" y="1982903"/>
                  <a:pt x="220051" y="1957475"/>
                  <a:pt x="238365" y="1944425"/>
                </a:cubicBezTo>
                <a:lnTo>
                  <a:pt x="346301" y="1848975"/>
                </a:lnTo>
                <a:cubicBezTo>
                  <a:pt x="329215" y="1828996"/>
                  <a:pt x="316096" y="1806485"/>
                  <a:pt x="305688" y="1782475"/>
                </a:cubicBezTo>
                <a:lnTo>
                  <a:pt x="171227" y="1829346"/>
                </a:lnTo>
                <a:cubicBezTo>
                  <a:pt x="150924" y="1839018"/>
                  <a:pt x="126622" y="1830401"/>
                  <a:pt x="116952" y="1810097"/>
                </a:cubicBezTo>
                <a:cubicBezTo>
                  <a:pt x="107280" y="1789795"/>
                  <a:pt x="115896" y="1765494"/>
                  <a:pt x="136199" y="1755822"/>
                </a:cubicBezTo>
                <a:lnTo>
                  <a:pt x="260107" y="1679931"/>
                </a:lnTo>
                <a:cubicBezTo>
                  <a:pt x="245918" y="1657664"/>
                  <a:pt x="236895" y="1633211"/>
                  <a:pt x="229112" y="1608268"/>
                </a:cubicBezTo>
                <a:lnTo>
                  <a:pt x="90064" y="1630833"/>
                </a:lnTo>
                <a:cubicBezTo>
                  <a:pt x="68392" y="1636834"/>
                  <a:pt x="45954" y="1624126"/>
                  <a:pt x="39956" y="1602452"/>
                </a:cubicBezTo>
                <a:cubicBezTo>
                  <a:pt x="33956" y="1580778"/>
                  <a:pt x="46663" y="1558345"/>
                  <a:pt x="68338" y="1552346"/>
                </a:cubicBezTo>
                <a:lnTo>
                  <a:pt x="204402" y="1498783"/>
                </a:lnTo>
                <a:lnTo>
                  <a:pt x="187341" y="1423192"/>
                </a:lnTo>
                <a:lnTo>
                  <a:pt x="44604" y="1421244"/>
                </a:lnTo>
                <a:cubicBezTo>
                  <a:pt x="22218" y="1423388"/>
                  <a:pt x="2333" y="1406978"/>
                  <a:pt x="188" y="1384592"/>
                </a:cubicBezTo>
                <a:cubicBezTo>
                  <a:pt x="-1958" y="1362205"/>
                  <a:pt x="14452" y="1342318"/>
                  <a:pt x="36838" y="1340173"/>
                </a:cubicBezTo>
                <a:lnTo>
                  <a:pt x="180620" y="1310955"/>
                </a:lnTo>
                <a:lnTo>
                  <a:pt x="178957" y="1233486"/>
                </a:lnTo>
                <a:lnTo>
                  <a:pt x="41381" y="1207351"/>
                </a:lnTo>
                <a:cubicBezTo>
                  <a:pt x="18961" y="1205576"/>
                  <a:pt x="2225" y="1185963"/>
                  <a:pt x="4001" y="1163544"/>
                </a:cubicBezTo>
                <a:cubicBezTo>
                  <a:pt x="5776" y="1141124"/>
                  <a:pt x="25391" y="1124389"/>
                  <a:pt x="47810" y="1126165"/>
                </a:cubicBezTo>
                <a:lnTo>
                  <a:pt x="188239" y="1122685"/>
                </a:lnTo>
                <a:lnTo>
                  <a:pt x="202356" y="1044881"/>
                </a:lnTo>
                <a:lnTo>
                  <a:pt x="70345" y="994853"/>
                </a:lnTo>
                <a:cubicBezTo>
                  <a:pt x="48576" y="989212"/>
                  <a:pt x="35499" y="966990"/>
                  <a:pt x="41141" y="945221"/>
                </a:cubicBezTo>
                <a:cubicBezTo>
                  <a:pt x="46781" y="923449"/>
                  <a:pt x="69003" y="910375"/>
                  <a:pt x="90773" y="916016"/>
                </a:cubicBezTo>
                <a:lnTo>
                  <a:pt x="227464" y="936641"/>
                </a:lnTo>
                <a:lnTo>
                  <a:pt x="256980" y="862739"/>
                </a:lnTo>
                <a:lnTo>
                  <a:pt x="135771" y="790612"/>
                </a:lnTo>
                <a:cubicBezTo>
                  <a:pt x="115313" y="781277"/>
                  <a:pt x="106294" y="757123"/>
                  <a:pt x="115630" y="736662"/>
                </a:cubicBezTo>
                <a:cubicBezTo>
                  <a:pt x="124966" y="716203"/>
                  <a:pt x="149120" y="707186"/>
                  <a:pt x="169581" y="716520"/>
                </a:cubicBezTo>
                <a:lnTo>
                  <a:pt x="298530" y="759866"/>
                </a:lnTo>
                <a:lnTo>
                  <a:pt x="342208" y="692654"/>
                </a:lnTo>
                <a:lnTo>
                  <a:pt x="235672" y="600840"/>
                </a:lnTo>
                <a:cubicBezTo>
                  <a:pt x="217143" y="588091"/>
                  <a:pt x="212458" y="562737"/>
                  <a:pt x="225204" y="544209"/>
                </a:cubicBezTo>
                <a:cubicBezTo>
                  <a:pt x="231577" y="534947"/>
                  <a:pt x="241102" y="529142"/>
                  <a:pt x="251352" y="527249"/>
                </a:cubicBezTo>
                <a:cubicBezTo>
                  <a:pt x="261599" y="525354"/>
                  <a:pt x="272568" y="527369"/>
                  <a:pt x="281833" y="533742"/>
                </a:cubicBezTo>
                <a:lnTo>
                  <a:pt x="402695" y="599584"/>
                </a:lnTo>
                <a:cubicBezTo>
                  <a:pt x="417708" y="577423"/>
                  <a:pt x="434761" y="556883"/>
                  <a:pt x="455631" y="539785"/>
                </a:cubicBezTo>
                <a:lnTo>
                  <a:pt x="367008" y="431293"/>
                </a:lnTo>
                <a:cubicBezTo>
                  <a:pt x="350973" y="415523"/>
                  <a:pt x="350762" y="389740"/>
                  <a:pt x="366532" y="373706"/>
                </a:cubicBezTo>
                <a:cubicBezTo>
                  <a:pt x="374417" y="365691"/>
                  <a:pt x="384806" y="361628"/>
                  <a:pt x="395227" y="361544"/>
                </a:cubicBezTo>
                <a:cubicBezTo>
                  <a:pt x="405648" y="361458"/>
                  <a:pt x="416102" y="365347"/>
                  <a:pt x="424118" y="373232"/>
                </a:cubicBezTo>
                <a:lnTo>
                  <a:pt x="532850" y="459969"/>
                </a:lnTo>
                <a:cubicBezTo>
                  <a:pt x="550537" y="439813"/>
                  <a:pt x="570861" y="422553"/>
                  <a:pt x="593794" y="408590"/>
                </a:cubicBezTo>
                <a:lnTo>
                  <a:pt x="525789" y="287129"/>
                </a:lnTo>
                <a:cubicBezTo>
                  <a:pt x="512738" y="268814"/>
                  <a:pt x="517006" y="243385"/>
                  <a:pt x="535320" y="230335"/>
                </a:cubicBezTo>
                <a:cubicBezTo>
                  <a:pt x="544478" y="223811"/>
                  <a:pt x="555414" y="221614"/>
                  <a:pt x="565691" y="223340"/>
                </a:cubicBezTo>
                <a:cubicBezTo>
                  <a:pt x="575969" y="225064"/>
                  <a:pt x="585588" y="230711"/>
                  <a:pt x="592113" y="239867"/>
                </a:cubicBezTo>
                <a:lnTo>
                  <a:pt x="684772" y="344893"/>
                </a:lnTo>
                <a:cubicBezTo>
                  <a:pt x="705124" y="327248"/>
                  <a:pt x="728145" y="313746"/>
                  <a:pt x="752622" y="302863"/>
                </a:cubicBezTo>
                <a:lnTo>
                  <a:pt x="707191" y="172728"/>
                </a:lnTo>
                <a:cubicBezTo>
                  <a:pt x="697520" y="152425"/>
                  <a:pt x="706137" y="128125"/>
                  <a:pt x="726440" y="118453"/>
                </a:cubicBezTo>
                <a:cubicBezTo>
                  <a:pt x="736591" y="113616"/>
                  <a:pt x="747742" y="113354"/>
                  <a:pt x="757566" y="116838"/>
                </a:cubicBezTo>
                <a:cubicBezTo>
                  <a:pt x="767387" y="120320"/>
                  <a:pt x="775880" y="127550"/>
                  <a:pt x="780715" y="137702"/>
                </a:cubicBezTo>
                <a:lnTo>
                  <a:pt x="854063" y="257770"/>
                </a:lnTo>
                <a:cubicBezTo>
                  <a:pt x="876893" y="243169"/>
                  <a:pt x="901978" y="233855"/>
                  <a:pt x="927540" y="225719"/>
                </a:cubicBezTo>
                <a:lnTo>
                  <a:pt x="905705" y="91565"/>
                </a:lnTo>
                <a:cubicBezTo>
                  <a:pt x="899704" y="69892"/>
                  <a:pt x="912412" y="47456"/>
                  <a:pt x="934087" y="41456"/>
                </a:cubicBezTo>
                <a:cubicBezTo>
                  <a:pt x="955760" y="35456"/>
                  <a:pt x="978195" y="48165"/>
                  <a:pt x="984194" y="69838"/>
                </a:cubicBezTo>
                <a:lnTo>
                  <a:pt x="1035763" y="201294"/>
                </a:lnTo>
                <a:lnTo>
                  <a:pt x="1113481" y="183754"/>
                </a:lnTo>
                <a:lnTo>
                  <a:pt x="1115295" y="46107"/>
                </a:lnTo>
                <a:cubicBezTo>
                  <a:pt x="1113150" y="23722"/>
                  <a:pt x="1129560" y="3834"/>
                  <a:pt x="1151946" y="1689"/>
                </a:cubicBezTo>
                <a:cubicBezTo>
                  <a:pt x="1174334" y="-457"/>
                  <a:pt x="1194221" y="15952"/>
                  <a:pt x="1196364" y="38339"/>
                </a:cubicBezTo>
                <a:lnTo>
                  <a:pt x="1224375" y="177006"/>
                </a:lnTo>
                <a:lnTo>
                  <a:pt x="1300582" y="175370"/>
                </a:lnTo>
                <a:lnTo>
                  <a:pt x="1326769" y="37508"/>
                </a:lnTo>
                <a:cubicBezTo>
                  <a:pt x="1328544" y="15091"/>
                  <a:pt x="1348159" y="-1647"/>
                  <a:pt x="1370577" y="129"/>
                </a:cubicBezTo>
                <a:close/>
              </a:path>
            </a:pathLst>
          </a:custGeom>
          <a:solidFill>
            <a:schemeClr val="bg2">
              <a:lumMod val="20000"/>
              <a:lumOff val="80000"/>
            </a:schemeClr>
          </a:solidFill>
        </p:spPr>
        <p:txBody>
          <a:bodyPr wrap="square" lIns="72000" tIns="36000" rIns="72000" bIns="36000" rtlCol="0" anchor="ctr">
            <a:noAutofit/>
          </a:bodyPr>
          <a:lstStyle/>
          <a:p>
            <a:pPr defTabSz="307644" hangingPunct="0">
              <a:lnSpc>
                <a:spcPct val="90000"/>
              </a:lnSpc>
              <a:spcAft>
                <a:spcPts val="596"/>
              </a:spcAft>
              <a:buClr>
                <a:srgbClr val="E6513E"/>
              </a:buClr>
            </a:pPr>
            <a:endParaRPr lang="en-US" sz="1000">
              <a:solidFill>
                <a:schemeClr val="tx2"/>
              </a:solidFill>
              <a:latin typeface="+mj-lt"/>
              <a:ea typeface="Nokia Pure Text" panose="020B0504040602060303" pitchFamily="34" charset="0"/>
              <a:cs typeface="Nokia Pure Text" panose="020B0504040602060303" pitchFamily="34" charset="0"/>
            </a:endParaRPr>
          </a:p>
        </p:txBody>
      </p:sp>
      <p:sp>
        <p:nvSpPr>
          <p:cNvPr id="36" name="Freeform: Shape 35">
            <a:extLst>
              <a:ext uri="{FF2B5EF4-FFF2-40B4-BE49-F238E27FC236}">
                <a16:creationId xmlns:a16="http://schemas.microsoft.com/office/drawing/2014/main" id="{3A150F7B-292D-497E-B17F-D21F4FFBBAC2}"/>
              </a:ext>
            </a:extLst>
          </p:cNvPr>
          <p:cNvSpPr/>
          <p:nvPr userDrawn="1"/>
        </p:nvSpPr>
        <p:spPr>
          <a:xfrm>
            <a:off x="6730447" y="237833"/>
            <a:ext cx="1398358" cy="1398356"/>
          </a:xfrm>
          <a:custGeom>
            <a:avLst/>
            <a:gdLst>
              <a:gd name="connsiteX0" fmla="*/ 875371 w 2540962"/>
              <a:gd name="connsiteY0" fmla="*/ 1472599 h 2540960"/>
              <a:gd name="connsiteX1" fmla="*/ 427774 w 2540962"/>
              <a:gd name="connsiteY1" fmla="*/ 1630126 h 2540960"/>
              <a:gd name="connsiteX2" fmla="*/ 1329293 w 2540962"/>
              <a:gd name="connsiteY2" fmla="*/ 2178420 h 2540960"/>
              <a:gd name="connsiteX3" fmla="*/ 1903738 w 2540962"/>
              <a:gd name="connsiteY3" fmla="*/ 1908360 h 2540960"/>
              <a:gd name="connsiteX4" fmla="*/ 1539749 w 2540962"/>
              <a:gd name="connsiteY4" fmla="*/ 1596267 h 2540960"/>
              <a:gd name="connsiteX5" fmla="*/ 1505906 w 2540962"/>
              <a:gd name="connsiteY5" fmla="*/ 1631073 h 2540960"/>
              <a:gd name="connsiteX6" fmla="*/ 899907 w 2540962"/>
              <a:gd name="connsiteY6" fmla="*/ 1517544 h 2540960"/>
              <a:gd name="connsiteX7" fmla="*/ 1238212 w 2540962"/>
              <a:gd name="connsiteY7" fmla="*/ 991736 h 2540960"/>
              <a:gd name="connsiteX8" fmla="*/ 980095 w 2540962"/>
              <a:gd name="connsiteY8" fmla="*/ 1292768 h 2540960"/>
              <a:gd name="connsiteX9" fmla="*/ 1281128 w 2540962"/>
              <a:gd name="connsiteY9" fmla="*/ 1550885 h 2540960"/>
              <a:gd name="connsiteX10" fmla="*/ 1539246 w 2540962"/>
              <a:gd name="connsiteY10" fmla="*/ 1249852 h 2540960"/>
              <a:gd name="connsiteX11" fmla="*/ 1238212 w 2540962"/>
              <a:gd name="connsiteY11" fmla="*/ 991736 h 2540960"/>
              <a:gd name="connsiteX12" fmla="*/ 1482584 w 2540962"/>
              <a:gd name="connsiteY12" fmla="*/ 393317 h 2540960"/>
              <a:gd name="connsiteX13" fmla="*/ 1395166 w 2540962"/>
              <a:gd name="connsiteY13" fmla="*/ 859939 h 2540960"/>
              <a:gd name="connsiteX14" fmla="*/ 1619438 w 2540962"/>
              <a:gd name="connsiteY14" fmla="*/ 1025075 h 2540960"/>
              <a:gd name="connsiteX15" fmla="*/ 1622882 w 2540962"/>
              <a:gd name="connsiteY15" fmla="*/ 1510769 h 2540960"/>
              <a:gd name="connsiteX16" fmla="*/ 1981917 w 2540962"/>
              <a:gd name="connsiteY16" fmla="*/ 1818616 h 2540960"/>
              <a:gd name="connsiteX17" fmla="*/ 2166781 w 2540962"/>
              <a:gd name="connsiteY17" fmla="*/ 1201687 h 2540960"/>
              <a:gd name="connsiteX18" fmla="*/ 1482584 w 2540962"/>
              <a:gd name="connsiteY18" fmla="*/ 393317 h 2540960"/>
              <a:gd name="connsiteX19" fmla="*/ 1279035 w 2540962"/>
              <a:gd name="connsiteY19" fmla="*/ 361770 h 2540960"/>
              <a:gd name="connsiteX20" fmla="*/ 1190047 w 2540962"/>
              <a:gd name="connsiteY20" fmla="*/ 364200 h 2540960"/>
              <a:gd name="connsiteX21" fmla="*/ 352560 w 2540962"/>
              <a:gd name="connsiteY21" fmla="*/ 1340933 h 2540960"/>
              <a:gd name="connsiteX22" fmla="*/ 384459 w 2540962"/>
              <a:gd name="connsiteY22" fmla="*/ 1519198 h 2540960"/>
              <a:gd name="connsiteX23" fmla="*/ 833284 w 2540962"/>
              <a:gd name="connsiteY23" fmla="*/ 1361239 h 2540960"/>
              <a:gd name="connsiteX24" fmla="*/ 1013440 w 2540962"/>
              <a:gd name="connsiteY24" fmla="*/ 911547 h 2540960"/>
              <a:gd name="connsiteX25" fmla="*/ 1256640 w 2540962"/>
              <a:gd name="connsiteY25" fmla="*/ 835318 h 2540960"/>
              <a:gd name="connsiteX26" fmla="*/ 1278230 w 2540962"/>
              <a:gd name="connsiteY26" fmla="*/ 837777 h 2540960"/>
              <a:gd name="connsiteX27" fmla="*/ 1366163 w 2540962"/>
              <a:gd name="connsiteY27" fmla="*/ 368404 h 2540960"/>
              <a:gd name="connsiteX28" fmla="*/ 1279035 w 2540962"/>
              <a:gd name="connsiteY28" fmla="*/ 361770 h 2540960"/>
              <a:gd name="connsiteX29" fmla="*/ 1270481 w 2540962"/>
              <a:gd name="connsiteY29" fmla="*/ 297212 h 2540960"/>
              <a:gd name="connsiteX30" fmla="*/ 2243750 w 2540962"/>
              <a:gd name="connsiteY30" fmla="*/ 1270480 h 2540960"/>
              <a:gd name="connsiteX31" fmla="*/ 1270481 w 2540962"/>
              <a:gd name="connsiteY31" fmla="*/ 2243748 h 2540960"/>
              <a:gd name="connsiteX32" fmla="*/ 297212 w 2540962"/>
              <a:gd name="connsiteY32" fmla="*/ 1270480 h 2540960"/>
              <a:gd name="connsiteX33" fmla="*/ 1270481 w 2540962"/>
              <a:gd name="connsiteY33" fmla="*/ 297212 h 2540960"/>
              <a:gd name="connsiteX34" fmla="*/ 1270481 w 2540962"/>
              <a:gd name="connsiteY34" fmla="*/ 234824 h 2540960"/>
              <a:gd name="connsiteX35" fmla="*/ 234824 w 2540962"/>
              <a:gd name="connsiteY35" fmla="*/ 1270480 h 2540960"/>
              <a:gd name="connsiteX36" fmla="*/ 1270481 w 2540962"/>
              <a:gd name="connsiteY36" fmla="*/ 2306136 h 2540960"/>
              <a:gd name="connsiteX37" fmla="*/ 2306138 w 2540962"/>
              <a:gd name="connsiteY37" fmla="*/ 1270480 h 2540960"/>
              <a:gd name="connsiteX38" fmla="*/ 1270481 w 2540962"/>
              <a:gd name="connsiteY38" fmla="*/ 234824 h 2540960"/>
              <a:gd name="connsiteX39" fmla="*/ 1273537 w 2540962"/>
              <a:gd name="connsiteY39" fmla="*/ 1 h 2540960"/>
              <a:gd name="connsiteX40" fmla="*/ 1314159 w 2540962"/>
              <a:gd name="connsiteY40" fmla="*/ 40821 h 2540960"/>
              <a:gd name="connsiteX41" fmla="*/ 1328348 w 2540962"/>
              <a:gd name="connsiteY41" fmla="*/ 180283 h 2540960"/>
              <a:gd name="connsiteX42" fmla="*/ 1399850 w 2540962"/>
              <a:gd name="connsiteY42" fmla="*/ 187665 h 2540960"/>
              <a:gd name="connsiteX43" fmla="*/ 1438898 w 2540962"/>
              <a:gd name="connsiteY43" fmla="*/ 52243 h 2540960"/>
              <a:gd name="connsiteX44" fmla="*/ 1486151 w 2540962"/>
              <a:gd name="connsiteY44" fmla="*/ 19324 h 2540960"/>
              <a:gd name="connsiteX45" fmla="*/ 1519067 w 2540962"/>
              <a:gd name="connsiteY45" fmla="*/ 66577 h 2540960"/>
              <a:gd name="connsiteX46" fmla="*/ 1509790 w 2540962"/>
              <a:gd name="connsiteY46" fmla="*/ 202342 h 2540960"/>
              <a:gd name="connsiteX47" fmla="*/ 1586395 w 2540962"/>
              <a:gd name="connsiteY47" fmla="*/ 226326 h 2540960"/>
              <a:gd name="connsiteX48" fmla="*/ 1647804 w 2540962"/>
              <a:gd name="connsiteY48" fmla="*/ 100892 h 2540960"/>
              <a:gd name="connsiteX49" fmla="*/ 1700055 w 2540962"/>
              <a:gd name="connsiteY49" fmla="*/ 76682 h 2540960"/>
              <a:gd name="connsiteX50" fmla="*/ 1724267 w 2540962"/>
              <a:gd name="connsiteY50" fmla="*/ 128930 h 2540960"/>
              <a:gd name="connsiteX51" fmla="*/ 1691961 w 2540962"/>
              <a:gd name="connsiteY51" fmla="*/ 259376 h 2540960"/>
              <a:gd name="connsiteX52" fmla="*/ 1763683 w 2540962"/>
              <a:gd name="connsiteY52" fmla="*/ 296776 h 2540960"/>
              <a:gd name="connsiteX53" fmla="*/ 1845088 w 2540962"/>
              <a:gd name="connsiteY53" fmla="*/ 185081 h 2540960"/>
              <a:gd name="connsiteX54" fmla="*/ 1869861 w 2540962"/>
              <a:gd name="connsiteY54" fmla="*/ 166168 h 2540960"/>
              <a:gd name="connsiteX55" fmla="*/ 1900750 w 2540962"/>
              <a:gd name="connsiteY55" fmla="*/ 170312 h 2540960"/>
              <a:gd name="connsiteX56" fmla="*/ 1915521 w 2540962"/>
              <a:gd name="connsiteY56" fmla="*/ 225971 h 2540960"/>
              <a:gd name="connsiteX57" fmla="*/ 1860660 w 2540962"/>
              <a:gd name="connsiteY57" fmla="*/ 349717 h 2540960"/>
              <a:gd name="connsiteX58" fmla="*/ 1926248 w 2540962"/>
              <a:gd name="connsiteY58" fmla="*/ 397093 h 2540960"/>
              <a:gd name="connsiteX59" fmla="*/ 2024757 w 2540962"/>
              <a:gd name="connsiteY59" fmla="*/ 302247 h 2540960"/>
              <a:gd name="connsiteX60" fmla="*/ 2052437 w 2540962"/>
              <a:gd name="connsiteY60" fmla="*/ 287923 h 2540960"/>
              <a:gd name="connsiteX61" fmla="*/ 2082137 w 2540962"/>
              <a:gd name="connsiteY61" fmla="*/ 297367 h 2540960"/>
              <a:gd name="connsiteX62" fmla="*/ 2087018 w 2540962"/>
              <a:gd name="connsiteY62" fmla="*/ 354747 h 2540960"/>
              <a:gd name="connsiteX63" fmla="*/ 2011202 w 2540962"/>
              <a:gd name="connsiteY63" fmla="*/ 467532 h 2540960"/>
              <a:gd name="connsiteX64" fmla="*/ 2069245 w 2540962"/>
              <a:gd name="connsiteY64" fmla="*/ 524206 h 2540960"/>
              <a:gd name="connsiteX65" fmla="*/ 2181349 w 2540962"/>
              <a:gd name="connsiteY65" fmla="*/ 448832 h 2540960"/>
              <a:gd name="connsiteX66" fmla="*/ 2211096 w 2540962"/>
              <a:gd name="connsiteY66" fmla="*/ 439533 h 2540960"/>
              <a:gd name="connsiteX67" fmla="*/ 2238707 w 2540962"/>
              <a:gd name="connsiteY67" fmla="*/ 453990 h 2540960"/>
              <a:gd name="connsiteX68" fmla="*/ 2233548 w 2540962"/>
              <a:gd name="connsiteY68" fmla="*/ 511347 h 2540960"/>
              <a:gd name="connsiteX69" fmla="*/ 2139177 w 2540962"/>
              <a:gd name="connsiteY69" fmla="*/ 609381 h 2540960"/>
              <a:gd name="connsiteX70" fmla="*/ 2188455 w 2540962"/>
              <a:gd name="connsiteY70" fmla="*/ 674331 h 2540960"/>
              <a:gd name="connsiteX71" fmla="*/ 2310111 w 2540962"/>
              <a:gd name="connsiteY71" fmla="*/ 620384 h 2540960"/>
              <a:gd name="connsiteX72" fmla="*/ 2341018 w 2540962"/>
              <a:gd name="connsiteY72" fmla="*/ 616391 h 2540960"/>
              <a:gd name="connsiteX73" fmla="*/ 2365697 w 2540962"/>
              <a:gd name="connsiteY73" fmla="*/ 635423 h 2540960"/>
              <a:gd name="connsiteX74" fmla="*/ 2350659 w 2540962"/>
              <a:gd name="connsiteY74" fmla="*/ 691011 h 2540960"/>
              <a:gd name="connsiteX75" fmla="*/ 2240710 w 2540962"/>
              <a:gd name="connsiteY75" fmla="*/ 771161 h 2540960"/>
              <a:gd name="connsiteX76" fmla="*/ 2279628 w 2540962"/>
              <a:gd name="connsiteY76" fmla="*/ 843274 h 2540960"/>
              <a:gd name="connsiteX77" fmla="*/ 2407124 w 2540962"/>
              <a:gd name="connsiteY77" fmla="*/ 811687 h 2540960"/>
              <a:gd name="connsiteX78" fmla="*/ 2459255 w 2540962"/>
              <a:gd name="connsiteY78" fmla="*/ 836150 h 2540960"/>
              <a:gd name="connsiteX79" fmla="*/ 2434793 w 2540962"/>
              <a:gd name="connsiteY79" fmla="*/ 888283 h 2540960"/>
              <a:gd name="connsiteX80" fmla="*/ 2312606 w 2540962"/>
              <a:gd name="connsiteY80" fmla="*/ 948116 h 2540960"/>
              <a:gd name="connsiteX81" fmla="*/ 2336584 w 2540962"/>
              <a:gd name="connsiteY81" fmla="*/ 1026023 h 2540960"/>
              <a:gd name="connsiteX82" fmla="*/ 2469442 w 2540962"/>
              <a:gd name="connsiteY82" fmla="*/ 1016932 h 2540960"/>
              <a:gd name="connsiteX83" fmla="*/ 2516536 w 2540962"/>
              <a:gd name="connsiteY83" fmla="*/ 1050075 h 2540960"/>
              <a:gd name="connsiteX84" fmla="*/ 2483392 w 2540962"/>
              <a:gd name="connsiteY84" fmla="*/ 1097168 h 2540960"/>
              <a:gd name="connsiteX85" fmla="*/ 2352774 w 2540962"/>
              <a:gd name="connsiteY85" fmla="*/ 1134845 h 2540960"/>
              <a:gd name="connsiteX86" fmla="*/ 2360641 w 2540962"/>
              <a:gd name="connsiteY86" fmla="*/ 1214834 h 2540960"/>
              <a:gd name="connsiteX87" fmla="*/ 2500340 w 2540962"/>
              <a:gd name="connsiteY87" fmla="*/ 1229890 h 2540960"/>
              <a:gd name="connsiteX88" fmla="*/ 2540962 w 2540962"/>
              <a:gd name="connsiteY88" fmla="*/ 1270708 h 2540960"/>
              <a:gd name="connsiteX89" fmla="*/ 2500144 w 2540962"/>
              <a:gd name="connsiteY89" fmla="*/ 1311329 h 2540960"/>
              <a:gd name="connsiteX90" fmla="*/ 2360891 w 2540962"/>
              <a:gd name="connsiteY90" fmla="*/ 1326253 h 2540960"/>
              <a:gd name="connsiteX91" fmla="*/ 2352790 w 2540962"/>
              <a:gd name="connsiteY91" fmla="*/ 1404708 h 2540960"/>
              <a:gd name="connsiteX92" fmla="*/ 2488702 w 2540962"/>
              <a:gd name="connsiteY92" fmla="*/ 1444070 h 2540960"/>
              <a:gd name="connsiteX93" fmla="*/ 2521620 w 2540962"/>
              <a:gd name="connsiteY93" fmla="*/ 1491322 h 2540960"/>
              <a:gd name="connsiteX94" fmla="*/ 2474367 w 2540962"/>
              <a:gd name="connsiteY94" fmla="*/ 1524238 h 2540960"/>
              <a:gd name="connsiteX95" fmla="*/ 2337009 w 2540962"/>
              <a:gd name="connsiteY95" fmla="*/ 1514917 h 2540960"/>
              <a:gd name="connsiteX96" fmla="*/ 2313275 w 2540962"/>
              <a:gd name="connsiteY96" fmla="*/ 1590724 h 2540960"/>
              <a:gd name="connsiteX97" fmla="*/ 2440052 w 2540962"/>
              <a:gd name="connsiteY97" fmla="*/ 1652975 h 2540960"/>
              <a:gd name="connsiteX98" fmla="*/ 2464263 w 2540962"/>
              <a:gd name="connsiteY98" fmla="*/ 1705224 h 2540960"/>
              <a:gd name="connsiteX99" fmla="*/ 2412010 w 2540962"/>
              <a:gd name="connsiteY99" fmla="*/ 1729437 h 2540960"/>
              <a:gd name="connsiteX100" fmla="*/ 2280061 w 2540962"/>
              <a:gd name="connsiteY100" fmla="*/ 1696824 h 2540960"/>
              <a:gd name="connsiteX101" fmla="*/ 2242238 w 2540962"/>
              <a:gd name="connsiteY101" fmla="*/ 1767244 h 2540960"/>
              <a:gd name="connsiteX102" fmla="*/ 2355865 w 2540962"/>
              <a:gd name="connsiteY102" fmla="*/ 1850259 h 2540960"/>
              <a:gd name="connsiteX103" fmla="*/ 2370634 w 2540962"/>
              <a:gd name="connsiteY103" fmla="*/ 1905919 h 2540960"/>
              <a:gd name="connsiteX104" fmla="*/ 2314972 w 2540962"/>
              <a:gd name="connsiteY104" fmla="*/ 1920692 h 2540960"/>
              <a:gd name="connsiteX105" fmla="*/ 2188937 w 2540962"/>
              <a:gd name="connsiteY105" fmla="*/ 1864884 h 2540960"/>
              <a:gd name="connsiteX106" fmla="*/ 2141661 w 2540962"/>
              <a:gd name="connsiteY106" fmla="*/ 1928908 h 2540960"/>
              <a:gd name="connsiteX107" fmla="*/ 2238696 w 2540962"/>
              <a:gd name="connsiteY107" fmla="*/ 2029928 h 2540960"/>
              <a:gd name="connsiteX108" fmla="*/ 2243577 w 2540962"/>
              <a:gd name="connsiteY108" fmla="*/ 2087308 h 2540960"/>
              <a:gd name="connsiteX109" fmla="*/ 2186196 w 2540962"/>
              <a:gd name="connsiteY109" fmla="*/ 2092188 h 2540960"/>
              <a:gd name="connsiteX110" fmla="*/ 2070628 w 2540962"/>
              <a:gd name="connsiteY110" fmla="*/ 2014578 h 2540960"/>
              <a:gd name="connsiteX111" fmla="*/ 2014632 w 2540962"/>
              <a:gd name="connsiteY111" fmla="*/ 2070990 h 2540960"/>
              <a:gd name="connsiteX112" fmla="*/ 2092109 w 2540962"/>
              <a:gd name="connsiteY112" fmla="*/ 2186519 h 2540960"/>
              <a:gd name="connsiteX113" fmla="*/ 2086954 w 2540962"/>
              <a:gd name="connsiteY113" fmla="*/ 2243876 h 2540960"/>
              <a:gd name="connsiteX114" fmla="*/ 2029598 w 2540962"/>
              <a:gd name="connsiteY114" fmla="*/ 2238717 h 2540960"/>
              <a:gd name="connsiteX115" fmla="*/ 1928622 w 2540962"/>
              <a:gd name="connsiteY115" fmla="*/ 2141606 h 2540960"/>
              <a:gd name="connsiteX116" fmla="*/ 1864910 w 2540962"/>
              <a:gd name="connsiteY116" fmla="*/ 2189386 h 2540960"/>
              <a:gd name="connsiteX117" fmla="*/ 1920560 w 2540962"/>
              <a:gd name="connsiteY117" fmla="*/ 2315278 h 2540960"/>
              <a:gd name="connsiteX118" fmla="*/ 1905521 w 2540962"/>
              <a:gd name="connsiteY118" fmla="*/ 2370867 h 2540960"/>
              <a:gd name="connsiteX119" fmla="*/ 1849934 w 2540962"/>
              <a:gd name="connsiteY119" fmla="*/ 2355827 h 2540960"/>
              <a:gd name="connsiteX120" fmla="*/ 1767028 w 2540962"/>
              <a:gd name="connsiteY120" fmla="*/ 2242208 h 2540960"/>
              <a:gd name="connsiteX121" fmla="*/ 1696686 w 2540962"/>
              <a:gd name="connsiteY121" fmla="*/ 2280167 h 2540960"/>
              <a:gd name="connsiteX122" fmla="*/ 1729257 w 2540962"/>
              <a:gd name="connsiteY122" fmla="*/ 2412290 h 2540960"/>
              <a:gd name="connsiteX123" fmla="*/ 1704793 w 2540962"/>
              <a:gd name="connsiteY123" fmla="*/ 2464424 h 2540960"/>
              <a:gd name="connsiteX124" fmla="*/ 1652660 w 2540962"/>
              <a:gd name="connsiteY124" fmla="*/ 2439961 h 2540960"/>
              <a:gd name="connsiteX125" fmla="*/ 1590570 w 2540962"/>
              <a:gd name="connsiteY125" fmla="*/ 2313309 h 2540960"/>
              <a:gd name="connsiteX126" fmla="*/ 1514735 w 2540962"/>
              <a:gd name="connsiteY126" fmla="*/ 2336650 h 2540960"/>
              <a:gd name="connsiteX127" fmla="*/ 1524013 w 2540962"/>
              <a:gd name="connsiteY127" fmla="*/ 2474611 h 2540960"/>
              <a:gd name="connsiteX128" fmla="*/ 1490868 w 2540962"/>
              <a:gd name="connsiteY128" fmla="*/ 2521703 h 2540960"/>
              <a:gd name="connsiteX129" fmla="*/ 1443776 w 2540962"/>
              <a:gd name="connsiteY129" fmla="*/ 2488558 h 2540960"/>
              <a:gd name="connsiteX130" fmla="*/ 1404585 w 2540962"/>
              <a:gd name="connsiteY130" fmla="*/ 2352926 h 2540960"/>
              <a:gd name="connsiteX131" fmla="*/ 1323259 w 2540962"/>
              <a:gd name="connsiteY131" fmla="*/ 2360926 h 2540960"/>
              <a:gd name="connsiteX132" fmla="*/ 1308231 w 2540962"/>
              <a:gd name="connsiteY132" fmla="*/ 2500335 h 2540960"/>
              <a:gd name="connsiteX133" fmla="*/ 1267413 w 2540962"/>
              <a:gd name="connsiteY133" fmla="*/ 2540960 h 2540960"/>
              <a:gd name="connsiteX134" fmla="*/ 1226789 w 2540962"/>
              <a:gd name="connsiteY134" fmla="*/ 2500140 h 2540960"/>
              <a:gd name="connsiteX135" fmla="*/ 1211834 w 2540962"/>
              <a:gd name="connsiteY135" fmla="*/ 2360598 h 2540960"/>
              <a:gd name="connsiteX136" fmla="*/ 1126130 w 2540962"/>
              <a:gd name="connsiteY136" fmla="*/ 2351749 h 2540960"/>
              <a:gd name="connsiteX137" fmla="*/ 1086137 w 2540962"/>
              <a:gd name="connsiteY137" fmla="*/ 2487699 h 2540960"/>
              <a:gd name="connsiteX138" fmla="*/ 1038886 w 2540962"/>
              <a:gd name="connsiteY138" fmla="*/ 2520615 h 2540960"/>
              <a:gd name="connsiteX139" fmla="*/ 1005967 w 2540962"/>
              <a:gd name="connsiteY139" fmla="*/ 2473362 h 2540960"/>
              <a:gd name="connsiteX140" fmla="*/ 1016025 w 2540962"/>
              <a:gd name="connsiteY140" fmla="*/ 2333879 h 2540960"/>
              <a:gd name="connsiteX141" fmla="*/ 940883 w 2540962"/>
              <a:gd name="connsiteY141" fmla="*/ 2310354 h 2540960"/>
              <a:gd name="connsiteX142" fmla="*/ 877490 w 2540962"/>
              <a:gd name="connsiteY142" fmla="*/ 2438093 h 2540960"/>
              <a:gd name="connsiteX143" fmla="*/ 825239 w 2540962"/>
              <a:gd name="connsiteY143" fmla="*/ 2462306 h 2540960"/>
              <a:gd name="connsiteX144" fmla="*/ 801029 w 2540962"/>
              <a:gd name="connsiteY144" fmla="*/ 2410053 h 2540960"/>
              <a:gd name="connsiteX145" fmla="*/ 834856 w 2540962"/>
              <a:gd name="connsiteY145" fmla="*/ 2275622 h 2540960"/>
              <a:gd name="connsiteX146" fmla="*/ 765554 w 2540962"/>
              <a:gd name="connsiteY146" fmla="*/ 2237789 h 2540960"/>
              <a:gd name="connsiteX147" fmla="*/ 680627 w 2540962"/>
              <a:gd name="connsiteY147" fmla="*/ 2353009 h 2540960"/>
              <a:gd name="connsiteX148" fmla="*/ 624963 w 2540962"/>
              <a:gd name="connsiteY148" fmla="*/ 2367780 h 2540960"/>
              <a:gd name="connsiteX149" fmla="*/ 610194 w 2540962"/>
              <a:gd name="connsiteY149" fmla="*/ 2312122 h 2540960"/>
              <a:gd name="connsiteX150" fmla="*/ 667463 w 2540962"/>
              <a:gd name="connsiteY150" fmla="*/ 2184241 h 2540960"/>
              <a:gd name="connsiteX151" fmla="*/ 605366 w 2540962"/>
              <a:gd name="connsiteY151" fmla="*/ 2136126 h 2540960"/>
              <a:gd name="connsiteX152" fmla="*/ 501527 w 2540962"/>
              <a:gd name="connsiteY152" fmla="*/ 2235033 h 2540960"/>
              <a:gd name="connsiteX153" fmla="*/ 444146 w 2540962"/>
              <a:gd name="connsiteY153" fmla="*/ 2239916 h 2540960"/>
              <a:gd name="connsiteX154" fmla="*/ 439267 w 2540962"/>
              <a:gd name="connsiteY154" fmla="*/ 2182535 h 2540960"/>
              <a:gd name="connsiteX155" fmla="*/ 519156 w 2540962"/>
              <a:gd name="connsiteY155" fmla="*/ 2064646 h 2540960"/>
              <a:gd name="connsiteX156" fmla="*/ 464913 w 2540962"/>
              <a:gd name="connsiteY156" fmla="*/ 2008483 h 2540960"/>
              <a:gd name="connsiteX157" fmla="*/ 345637 w 2540962"/>
              <a:gd name="connsiteY157" fmla="*/ 2087751 h 2540960"/>
              <a:gd name="connsiteX158" fmla="*/ 288279 w 2540962"/>
              <a:gd name="connsiteY158" fmla="*/ 2082595 h 2540960"/>
              <a:gd name="connsiteX159" fmla="*/ 293436 w 2540962"/>
              <a:gd name="connsiteY159" fmla="*/ 2025238 h 2540960"/>
              <a:gd name="connsiteX160" fmla="*/ 393751 w 2540962"/>
              <a:gd name="connsiteY160" fmla="*/ 1921809 h 2540960"/>
              <a:gd name="connsiteX161" fmla="*/ 348168 w 2540962"/>
              <a:gd name="connsiteY161" fmla="*/ 1858612 h 2540960"/>
              <a:gd name="connsiteX162" fmla="*/ 217689 w 2540962"/>
              <a:gd name="connsiteY162" fmla="*/ 1915635 h 2540960"/>
              <a:gd name="connsiteX163" fmla="*/ 162099 w 2540962"/>
              <a:gd name="connsiteY163" fmla="*/ 1900597 h 2540960"/>
              <a:gd name="connsiteX164" fmla="*/ 177137 w 2540962"/>
              <a:gd name="connsiteY164" fmla="*/ 1845007 h 2540960"/>
              <a:gd name="connsiteX165" fmla="*/ 294874 w 2540962"/>
              <a:gd name="connsiteY165" fmla="*/ 1759857 h 2540960"/>
              <a:gd name="connsiteX166" fmla="*/ 258486 w 2540962"/>
              <a:gd name="connsiteY166" fmla="*/ 1690776 h 2540960"/>
              <a:gd name="connsiteX167" fmla="*/ 121572 w 2540962"/>
              <a:gd name="connsiteY167" fmla="*/ 1723916 h 2540960"/>
              <a:gd name="connsiteX168" fmla="*/ 69438 w 2540962"/>
              <a:gd name="connsiteY168" fmla="*/ 1699453 h 2540960"/>
              <a:gd name="connsiteX169" fmla="*/ 93902 w 2540962"/>
              <a:gd name="connsiteY169" fmla="*/ 1647321 h 2540960"/>
              <a:gd name="connsiteX170" fmla="*/ 225468 w 2540962"/>
              <a:gd name="connsiteY170" fmla="*/ 1583504 h 2540960"/>
              <a:gd name="connsiteX171" fmla="*/ 202673 w 2540962"/>
              <a:gd name="connsiteY171" fmla="*/ 1509439 h 2540960"/>
              <a:gd name="connsiteX172" fmla="*/ 60206 w 2540962"/>
              <a:gd name="connsiteY172" fmla="*/ 1518420 h 2540960"/>
              <a:gd name="connsiteX173" fmla="*/ 13116 w 2540962"/>
              <a:gd name="connsiteY173" fmla="*/ 1485275 h 2540960"/>
              <a:gd name="connsiteX174" fmla="*/ 46258 w 2540962"/>
              <a:gd name="connsiteY174" fmla="*/ 1438183 h 2540960"/>
              <a:gd name="connsiteX175" fmla="*/ 187383 w 2540962"/>
              <a:gd name="connsiteY175" fmla="*/ 1398047 h 2540960"/>
              <a:gd name="connsiteX176" fmla="*/ 179796 w 2540962"/>
              <a:gd name="connsiteY176" fmla="*/ 1320931 h 2540960"/>
              <a:gd name="connsiteX177" fmla="*/ 40623 w 2540962"/>
              <a:gd name="connsiteY177" fmla="*/ 1305402 h 2540960"/>
              <a:gd name="connsiteX178" fmla="*/ 1 w 2540962"/>
              <a:gd name="connsiteY178" fmla="*/ 1264584 h 2540960"/>
              <a:gd name="connsiteX179" fmla="*/ 40821 w 2540962"/>
              <a:gd name="connsiteY179" fmla="*/ 1223961 h 2540960"/>
              <a:gd name="connsiteX180" fmla="*/ 180571 w 2540962"/>
              <a:gd name="connsiteY180" fmla="*/ 1209745 h 2540960"/>
              <a:gd name="connsiteX181" fmla="*/ 188693 w 2540962"/>
              <a:gd name="connsiteY181" fmla="*/ 1131089 h 2540960"/>
              <a:gd name="connsiteX182" fmla="*/ 53241 w 2540962"/>
              <a:gd name="connsiteY182" fmla="*/ 1091310 h 2540960"/>
              <a:gd name="connsiteX183" fmla="*/ 20324 w 2540962"/>
              <a:gd name="connsiteY183" fmla="*/ 1044058 h 2540960"/>
              <a:gd name="connsiteX184" fmla="*/ 67576 w 2540962"/>
              <a:gd name="connsiteY184" fmla="*/ 1011142 h 2540960"/>
              <a:gd name="connsiteX185" fmla="*/ 205444 w 2540962"/>
              <a:gd name="connsiteY185" fmla="*/ 1021245 h 2540960"/>
              <a:gd name="connsiteX186" fmla="*/ 229218 w 2540962"/>
              <a:gd name="connsiteY186" fmla="*/ 945301 h 2540960"/>
              <a:gd name="connsiteX187" fmla="*/ 102846 w 2540962"/>
              <a:gd name="connsiteY187" fmla="*/ 882662 h 2540960"/>
              <a:gd name="connsiteX188" fmla="*/ 78635 w 2540962"/>
              <a:gd name="connsiteY188" fmla="*/ 830411 h 2540960"/>
              <a:gd name="connsiteX189" fmla="*/ 130886 w 2540962"/>
              <a:gd name="connsiteY189" fmla="*/ 806199 h 2540960"/>
              <a:gd name="connsiteX190" fmla="*/ 262774 w 2540962"/>
              <a:gd name="connsiteY190" fmla="*/ 839551 h 2540960"/>
              <a:gd name="connsiteX191" fmla="*/ 301181 w 2540962"/>
              <a:gd name="connsiteY191" fmla="*/ 769193 h 2540960"/>
              <a:gd name="connsiteX192" fmla="*/ 187931 w 2540962"/>
              <a:gd name="connsiteY192" fmla="*/ 685801 h 2540960"/>
              <a:gd name="connsiteX193" fmla="*/ 173159 w 2540962"/>
              <a:gd name="connsiteY193" fmla="*/ 630137 h 2540960"/>
              <a:gd name="connsiteX194" fmla="*/ 197933 w 2540962"/>
              <a:gd name="connsiteY194" fmla="*/ 611226 h 2540960"/>
              <a:gd name="connsiteX195" fmla="*/ 228822 w 2540962"/>
              <a:gd name="connsiteY195" fmla="*/ 615368 h 2540960"/>
              <a:gd name="connsiteX196" fmla="*/ 354368 w 2540962"/>
              <a:gd name="connsiteY196" fmla="*/ 671767 h 2540960"/>
              <a:gd name="connsiteX197" fmla="*/ 402572 w 2540962"/>
              <a:gd name="connsiteY197" fmla="*/ 608093 h 2540960"/>
              <a:gd name="connsiteX198" fmla="*/ 305906 w 2540962"/>
              <a:gd name="connsiteY198" fmla="*/ 506701 h 2540960"/>
              <a:gd name="connsiteX199" fmla="*/ 301025 w 2540962"/>
              <a:gd name="connsiteY199" fmla="*/ 449319 h 2540960"/>
              <a:gd name="connsiteX200" fmla="*/ 328705 w 2540962"/>
              <a:gd name="connsiteY200" fmla="*/ 434997 h 2540960"/>
              <a:gd name="connsiteX201" fmla="*/ 358406 w 2540962"/>
              <a:gd name="connsiteY201" fmla="*/ 444440 h 2540960"/>
              <a:gd name="connsiteX202" fmla="*/ 473457 w 2540962"/>
              <a:gd name="connsiteY202" fmla="*/ 522602 h 2540960"/>
              <a:gd name="connsiteX203" fmla="*/ 530291 w 2540962"/>
              <a:gd name="connsiteY203" fmla="*/ 466709 h 2540960"/>
              <a:gd name="connsiteX204" fmla="*/ 453189 w 2540962"/>
              <a:gd name="connsiteY204" fmla="*/ 350808 h 2540960"/>
              <a:gd name="connsiteX205" fmla="*/ 458347 w 2540962"/>
              <a:gd name="connsiteY205" fmla="*/ 293452 h 2540960"/>
              <a:gd name="connsiteX206" fmla="*/ 488093 w 2540962"/>
              <a:gd name="connsiteY206" fmla="*/ 284153 h 2540960"/>
              <a:gd name="connsiteX207" fmla="*/ 515703 w 2540962"/>
              <a:gd name="connsiteY207" fmla="*/ 298610 h 2540960"/>
              <a:gd name="connsiteX208" fmla="*/ 616127 w 2540962"/>
              <a:gd name="connsiteY208" fmla="*/ 396236 h 2540960"/>
              <a:gd name="connsiteX209" fmla="*/ 680562 w 2540962"/>
              <a:gd name="connsiteY209" fmla="*/ 349137 h 2540960"/>
              <a:gd name="connsiteX210" fmla="*/ 625305 w 2540962"/>
              <a:gd name="connsiteY210" fmla="*/ 222861 h 2540960"/>
              <a:gd name="connsiteX211" fmla="*/ 640344 w 2540962"/>
              <a:gd name="connsiteY211" fmla="*/ 167272 h 2540960"/>
              <a:gd name="connsiteX212" fmla="*/ 671255 w 2540962"/>
              <a:gd name="connsiteY212" fmla="*/ 163280 h 2540960"/>
              <a:gd name="connsiteX213" fmla="*/ 695933 w 2540962"/>
              <a:gd name="connsiteY213" fmla="*/ 182311 h 2540960"/>
              <a:gd name="connsiteX214" fmla="*/ 778254 w 2540962"/>
              <a:gd name="connsiteY214" fmla="*/ 296414 h 2540960"/>
              <a:gd name="connsiteX215" fmla="*/ 849063 w 2540962"/>
              <a:gd name="connsiteY215" fmla="*/ 258834 h 2540960"/>
              <a:gd name="connsiteX216" fmla="*/ 817026 w 2540962"/>
              <a:gd name="connsiteY216" fmla="*/ 126745 h 2540960"/>
              <a:gd name="connsiteX217" fmla="*/ 841490 w 2540962"/>
              <a:gd name="connsiteY217" fmla="*/ 74611 h 2540960"/>
              <a:gd name="connsiteX218" fmla="*/ 893621 w 2540962"/>
              <a:gd name="connsiteY218" fmla="*/ 99075 h 2540960"/>
              <a:gd name="connsiteX219" fmla="*/ 955100 w 2540962"/>
              <a:gd name="connsiteY219" fmla="*/ 226198 h 2540960"/>
              <a:gd name="connsiteX220" fmla="*/ 1031247 w 2540962"/>
              <a:gd name="connsiteY220" fmla="*/ 202762 h 2540960"/>
              <a:gd name="connsiteX221" fmla="*/ 1022521 w 2540962"/>
              <a:gd name="connsiteY221" fmla="*/ 65380 h 2540960"/>
              <a:gd name="connsiteX222" fmla="*/ 1055666 w 2540962"/>
              <a:gd name="connsiteY222" fmla="*/ 18287 h 2540960"/>
              <a:gd name="connsiteX223" fmla="*/ 1102758 w 2540962"/>
              <a:gd name="connsiteY223" fmla="*/ 51431 h 2540960"/>
              <a:gd name="connsiteX224" fmla="*/ 1141300 w 2540962"/>
              <a:gd name="connsiteY224" fmla="*/ 187548 h 2540960"/>
              <a:gd name="connsiteX225" fmla="*/ 1217158 w 2540962"/>
              <a:gd name="connsiteY225" fmla="*/ 180085 h 2540960"/>
              <a:gd name="connsiteX226" fmla="*/ 1232719 w 2540962"/>
              <a:gd name="connsiteY226" fmla="*/ 40623 h 2540960"/>
              <a:gd name="connsiteX227" fmla="*/ 1273537 w 2540962"/>
              <a:gd name="connsiteY227" fmla="*/ 1 h 254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Lst>
            <a:rect l="l" t="t" r="r" b="b"/>
            <a:pathLst>
              <a:path w="2540962" h="2540960">
                <a:moveTo>
                  <a:pt x="875371" y="1472599"/>
                </a:moveTo>
                <a:lnTo>
                  <a:pt x="427774" y="1630126"/>
                </a:lnTo>
                <a:cubicBezTo>
                  <a:pt x="573704" y="1978741"/>
                  <a:pt x="931414" y="2208958"/>
                  <a:pt x="1329293" y="2178420"/>
                </a:cubicBezTo>
                <a:cubicBezTo>
                  <a:pt x="1556584" y="2160975"/>
                  <a:pt x="1757933" y="2061433"/>
                  <a:pt x="1903738" y="1908360"/>
                </a:cubicBezTo>
                <a:lnTo>
                  <a:pt x="1539749" y="1596267"/>
                </a:lnTo>
                <a:cubicBezTo>
                  <a:pt x="1532199" y="1611986"/>
                  <a:pt x="1519393" y="1621840"/>
                  <a:pt x="1505906" y="1631073"/>
                </a:cubicBezTo>
                <a:cubicBezTo>
                  <a:pt x="1307213" y="1767064"/>
                  <a:pt x="1035898" y="1716236"/>
                  <a:pt x="899907" y="1517544"/>
                </a:cubicBezTo>
                <a:close/>
                <a:moveTo>
                  <a:pt x="1238212" y="991736"/>
                </a:moveTo>
                <a:cubicBezTo>
                  <a:pt x="1083806" y="1003586"/>
                  <a:pt x="968244" y="1138361"/>
                  <a:pt x="980095" y="1292768"/>
                </a:cubicBezTo>
                <a:cubicBezTo>
                  <a:pt x="991946" y="1447174"/>
                  <a:pt x="1126722" y="1562737"/>
                  <a:pt x="1281128" y="1550885"/>
                </a:cubicBezTo>
                <a:cubicBezTo>
                  <a:pt x="1435534" y="1539035"/>
                  <a:pt x="1551097" y="1404258"/>
                  <a:pt x="1539246" y="1249852"/>
                </a:cubicBezTo>
                <a:cubicBezTo>
                  <a:pt x="1527395" y="1095446"/>
                  <a:pt x="1392619" y="979884"/>
                  <a:pt x="1238212" y="991736"/>
                </a:cubicBezTo>
                <a:close/>
                <a:moveTo>
                  <a:pt x="1482584" y="393317"/>
                </a:moveTo>
                <a:lnTo>
                  <a:pt x="1395166" y="859939"/>
                </a:lnTo>
                <a:cubicBezTo>
                  <a:pt x="1483855" y="886053"/>
                  <a:pt x="1563213" y="942926"/>
                  <a:pt x="1619438" y="1025075"/>
                </a:cubicBezTo>
                <a:cubicBezTo>
                  <a:pt x="1722476" y="1175622"/>
                  <a:pt x="1718263" y="1367858"/>
                  <a:pt x="1622882" y="1510769"/>
                </a:cubicBezTo>
                <a:lnTo>
                  <a:pt x="1981917" y="1818616"/>
                </a:lnTo>
                <a:cubicBezTo>
                  <a:pt x="2114462" y="1649790"/>
                  <a:pt x="2184496" y="1432496"/>
                  <a:pt x="2166781" y="1201687"/>
                </a:cubicBezTo>
                <a:cubicBezTo>
                  <a:pt x="2136111" y="802094"/>
                  <a:pt x="1851697" y="482678"/>
                  <a:pt x="1482584" y="393317"/>
                </a:cubicBezTo>
                <a:close/>
                <a:moveTo>
                  <a:pt x="1279035" y="361770"/>
                </a:moveTo>
                <a:cubicBezTo>
                  <a:pt x="1249655" y="361082"/>
                  <a:pt x="1219965" y="361904"/>
                  <a:pt x="1190047" y="364200"/>
                </a:cubicBezTo>
                <a:cubicBezTo>
                  <a:pt x="689064" y="402652"/>
                  <a:pt x="314108" y="839950"/>
                  <a:pt x="352560" y="1340933"/>
                </a:cubicBezTo>
                <a:lnTo>
                  <a:pt x="384459" y="1519198"/>
                </a:lnTo>
                <a:lnTo>
                  <a:pt x="833284" y="1361239"/>
                </a:lnTo>
                <a:cubicBezTo>
                  <a:pt x="797745" y="1193897"/>
                  <a:pt x="863480" y="1014184"/>
                  <a:pt x="1013440" y="911547"/>
                </a:cubicBezTo>
                <a:cubicBezTo>
                  <a:pt x="1087948" y="860549"/>
                  <a:pt x="1172671" y="835825"/>
                  <a:pt x="1256640" y="835318"/>
                </a:cubicBezTo>
                <a:lnTo>
                  <a:pt x="1278230" y="837777"/>
                </a:lnTo>
                <a:lnTo>
                  <a:pt x="1366163" y="368404"/>
                </a:lnTo>
                <a:cubicBezTo>
                  <a:pt x="1337486" y="364658"/>
                  <a:pt x="1308416" y="362459"/>
                  <a:pt x="1279035" y="361770"/>
                </a:cubicBezTo>
                <a:close/>
                <a:moveTo>
                  <a:pt x="1270481" y="297212"/>
                </a:moveTo>
                <a:cubicBezTo>
                  <a:pt x="1808003" y="297212"/>
                  <a:pt x="2243750" y="732959"/>
                  <a:pt x="2243750" y="1270480"/>
                </a:cubicBezTo>
                <a:cubicBezTo>
                  <a:pt x="2243750" y="1808001"/>
                  <a:pt x="1808003" y="2243748"/>
                  <a:pt x="1270481" y="2243748"/>
                </a:cubicBezTo>
                <a:cubicBezTo>
                  <a:pt x="732959" y="2243748"/>
                  <a:pt x="297212" y="1808001"/>
                  <a:pt x="297212" y="1270480"/>
                </a:cubicBezTo>
                <a:cubicBezTo>
                  <a:pt x="297212" y="732959"/>
                  <a:pt x="732959" y="297212"/>
                  <a:pt x="1270481" y="297212"/>
                </a:cubicBezTo>
                <a:close/>
                <a:moveTo>
                  <a:pt x="1270481" y="234824"/>
                </a:moveTo>
                <a:cubicBezTo>
                  <a:pt x="698503" y="234824"/>
                  <a:pt x="234824" y="698503"/>
                  <a:pt x="234824" y="1270480"/>
                </a:cubicBezTo>
                <a:cubicBezTo>
                  <a:pt x="234824" y="1842457"/>
                  <a:pt x="698503" y="2306136"/>
                  <a:pt x="1270481" y="2306136"/>
                </a:cubicBezTo>
                <a:cubicBezTo>
                  <a:pt x="1842459" y="2306136"/>
                  <a:pt x="2306138" y="1842457"/>
                  <a:pt x="2306138" y="1270480"/>
                </a:cubicBezTo>
                <a:cubicBezTo>
                  <a:pt x="2306138" y="698503"/>
                  <a:pt x="1842459" y="234824"/>
                  <a:pt x="1270481" y="234824"/>
                </a:cubicBezTo>
                <a:close/>
                <a:moveTo>
                  <a:pt x="1273537" y="1"/>
                </a:moveTo>
                <a:cubicBezTo>
                  <a:pt x="1296026" y="55"/>
                  <a:pt x="1314213" y="18332"/>
                  <a:pt x="1314159" y="40821"/>
                </a:cubicBezTo>
                <a:lnTo>
                  <a:pt x="1328348" y="180283"/>
                </a:lnTo>
                <a:lnTo>
                  <a:pt x="1399850" y="187665"/>
                </a:lnTo>
                <a:lnTo>
                  <a:pt x="1438898" y="52243"/>
                </a:lnTo>
                <a:cubicBezTo>
                  <a:pt x="1442857" y="30103"/>
                  <a:pt x="1464012" y="15366"/>
                  <a:pt x="1486151" y="19324"/>
                </a:cubicBezTo>
                <a:cubicBezTo>
                  <a:pt x="1508288" y="23284"/>
                  <a:pt x="1523028" y="44439"/>
                  <a:pt x="1519067" y="66577"/>
                </a:cubicBezTo>
                <a:lnTo>
                  <a:pt x="1509790" y="202342"/>
                </a:lnTo>
                <a:lnTo>
                  <a:pt x="1586395" y="226326"/>
                </a:lnTo>
                <a:lnTo>
                  <a:pt x="1647804" y="100892"/>
                </a:lnTo>
                <a:cubicBezTo>
                  <a:pt x="1655547" y="79779"/>
                  <a:pt x="1678940" y="68937"/>
                  <a:pt x="1700055" y="76682"/>
                </a:cubicBezTo>
                <a:cubicBezTo>
                  <a:pt x="1721169" y="84425"/>
                  <a:pt x="1732010" y="107818"/>
                  <a:pt x="1724267" y="128930"/>
                </a:cubicBezTo>
                <a:lnTo>
                  <a:pt x="1691961" y="259376"/>
                </a:lnTo>
                <a:cubicBezTo>
                  <a:pt x="1717248" y="269113"/>
                  <a:pt x="1741773" y="280443"/>
                  <a:pt x="1763683" y="296776"/>
                </a:cubicBezTo>
                <a:lnTo>
                  <a:pt x="1845088" y="185081"/>
                </a:lnTo>
                <a:cubicBezTo>
                  <a:pt x="1850735" y="175356"/>
                  <a:pt x="1859788" y="168841"/>
                  <a:pt x="1869861" y="166168"/>
                </a:cubicBezTo>
                <a:cubicBezTo>
                  <a:pt x="1879935" y="163495"/>
                  <a:pt x="1891027" y="164666"/>
                  <a:pt x="1900750" y="170312"/>
                </a:cubicBezTo>
                <a:cubicBezTo>
                  <a:pt x="1920199" y="181600"/>
                  <a:pt x="1926814" y="206522"/>
                  <a:pt x="1915521" y="225971"/>
                </a:cubicBezTo>
                <a:lnTo>
                  <a:pt x="1860660" y="349717"/>
                </a:lnTo>
                <a:cubicBezTo>
                  <a:pt x="1884729" y="362366"/>
                  <a:pt x="1906938" y="377822"/>
                  <a:pt x="1926248" y="397093"/>
                </a:cubicBezTo>
                <a:lnTo>
                  <a:pt x="2024757" y="302247"/>
                </a:lnTo>
                <a:cubicBezTo>
                  <a:pt x="2032006" y="293653"/>
                  <a:pt x="2042053" y="288807"/>
                  <a:pt x="2052437" y="287923"/>
                </a:cubicBezTo>
                <a:cubicBezTo>
                  <a:pt x="2062822" y="287041"/>
                  <a:pt x="2073541" y="290119"/>
                  <a:pt x="2082137" y="297367"/>
                </a:cubicBezTo>
                <a:cubicBezTo>
                  <a:pt x="2099331" y="311863"/>
                  <a:pt x="2101515" y="337554"/>
                  <a:pt x="2087018" y="354747"/>
                </a:cubicBezTo>
                <a:lnTo>
                  <a:pt x="2011202" y="467532"/>
                </a:lnTo>
                <a:cubicBezTo>
                  <a:pt x="2033494" y="483374"/>
                  <a:pt x="2052743" y="502501"/>
                  <a:pt x="2069245" y="524206"/>
                </a:cubicBezTo>
                <a:lnTo>
                  <a:pt x="2181349" y="448832"/>
                </a:lnTo>
                <a:cubicBezTo>
                  <a:pt x="2189980" y="441626"/>
                  <a:pt x="2200716" y="438599"/>
                  <a:pt x="2211096" y="439533"/>
                </a:cubicBezTo>
                <a:cubicBezTo>
                  <a:pt x="2221475" y="440466"/>
                  <a:pt x="2231499" y="445359"/>
                  <a:pt x="2238707" y="453990"/>
                </a:cubicBezTo>
                <a:cubicBezTo>
                  <a:pt x="2253119" y="471253"/>
                  <a:pt x="2250811" y="496933"/>
                  <a:pt x="2233548" y="511347"/>
                </a:cubicBezTo>
                <a:lnTo>
                  <a:pt x="2139177" y="609381"/>
                </a:lnTo>
                <a:cubicBezTo>
                  <a:pt x="2159099" y="628405"/>
                  <a:pt x="2174804" y="650675"/>
                  <a:pt x="2188455" y="674331"/>
                </a:cubicBezTo>
                <a:lnTo>
                  <a:pt x="2310111" y="620384"/>
                </a:lnTo>
                <a:cubicBezTo>
                  <a:pt x="2319861" y="614786"/>
                  <a:pt x="2330959" y="613669"/>
                  <a:pt x="2341018" y="616391"/>
                </a:cubicBezTo>
                <a:cubicBezTo>
                  <a:pt x="2351078" y="619113"/>
                  <a:pt x="2360099" y="625672"/>
                  <a:pt x="2365697" y="635423"/>
                </a:cubicBezTo>
                <a:cubicBezTo>
                  <a:pt x="2376897" y="654925"/>
                  <a:pt x="2370162" y="679814"/>
                  <a:pt x="2350659" y="691011"/>
                </a:cubicBezTo>
                <a:lnTo>
                  <a:pt x="2240710" y="771161"/>
                </a:lnTo>
                <a:lnTo>
                  <a:pt x="2279628" y="843274"/>
                </a:lnTo>
                <a:lnTo>
                  <a:pt x="2407124" y="811687"/>
                </a:lnTo>
                <a:cubicBezTo>
                  <a:pt x="2428274" y="804047"/>
                  <a:pt x="2451616" y="814999"/>
                  <a:pt x="2459255" y="836150"/>
                </a:cubicBezTo>
                <a:cubicBezTo>
                  <a:pt x="2466896" y="857302"/>
                  <a:pt x="2455944" y="880642"/>
                  <a:pt x="2434793" y="888283"/>
                </a:cubicBezTo>
                <a:lnTo>
                  <a:pt x="2312606" y="948116"/>
                </a:lnTo>
                <a:lnTo>
                  <a:pt x="2336584" y="1026023"/>
                </a:lnTo>
                <a:lnTo>
                  <a:pt x="2469442" y="1016932"/>
                </a:lnTo>
                <a:cubicBezTo>
                  <a:pt x="2491600" y="1013080"/>
                  <a:pt x="2512685" y="1027917"/>
                  <a:pt x="2516536" y="1050075"/>
                </a:cubicBezTo>
                <a:cubicBezTo>
                  <a:pt x="2520388" y="1072232"/>
                  <a:pt x="2505548" y="1093316"/>
                  <a:pt x="2483392" y="1097168"/>
                </a:cubicBezTo>
                <a:lnTo>
                  <a:pt x="2352774" y="1134845"/>
                </a:lnTo>
                <a:lnTo>
                  <a:pt x="2360641" y="1214834"/>
                </a:lnTo>
                <a:lnTo>
                  <a:pt x="2500340" y="1229890"/>
                </a:lnTo>
                <a:cubicBezTo>
                  <a:pt x="2522826" y="1229941"/>
                  <a:pt x="2541016" y="1248218"/>
                  <a:pt x="2540962" y="1270708"/>
                </a:cubicBezTo>
                <a:cubicBezTo>
                  <a:pt x="2540908" y="1293197"/>
                  <a:pt x="2522632" y="1311384"/>
                  <a:pt x="2500144" y="1311329"/>
                </a:cubicBezTo>
                <a:lnTo>
                  <a:pt x="2360891" y="1326253"/>
                </a:lnTo>
                <a:lnTo>
                  <a:pt x="2352790" y="1404708"/>
                </a:lnTo>
                <a:lnTo>
                  <a:pt x="2488702" y="1444070"/>
                </a:lnTo>
                <a:cubicBezTo>
                  <a:pt x="2510840" y="1448030"/>
                  <a:pt x="2525576" y="1469183"/>
                  <a:pt x="2521620" y="1491322"/>
                </a:cubicBezTo>
                <a:cubicBezTo>
                  <a:pt x="2517660" y="1513458"/>
                  <a:pt x="2496505" y="1528198"/>
                  <a:pt x="2474367" y="1524238"/>
                </a:cubicBezTo>
                <a:lnTo>
                  <a:pt x="2337009" y="1514917"/>
                </a:lnTo>
                <a:lnTo>
                  <a:pt x="2313275" y="1590724"/>
                </a:lnTo>
                <a:lnTo>
                  <a:pt x="2440052" y="1652975"/>
                </a:lnTo>
                <a:cubicBezTo>
                  <a:pt x="2461167" y="1660719"/>
                  <a:pt x="2472005" y="1684111"/>
                  <a:pt x="2464263" y="1705224"/>
                </a:cubicBezTo>
                <a:cubicBezTo>
                  <a:pt x="2456520" y="1726340"/>
                  <a:pt x="2433126" y="1737180"/>
                  <a:pt x="2412010" y="1729437"/>
                </a:cubicBezTo>
                <a:lnTo>
                  <a:pt x="2280061" y="1696824"/>
                </a:lnTo>
                <a:cubicBezTo>
                  <a:pt x="2269897" y="1721565"/>
                  <a:pt x="2258605" y="1745741"/>
                  <a:pt x="2242238" y="1767244"/>
                </a:cubicBezTo>
                <a:lnTo>
                  <a:pt x="2355865" y="1850259"/>
                </a:lnTo>
                <a:cubicBezTo>
                  <a:pt x="2375312" y="1861550"/>
                  <a:pt x="2381925" y="1886472"/>
                  <a:pt x="2370634" y="1905919"/>
                </a:cubicBezTo>
                <a:cubicBezTo>
                  <a:pt x="2359343" y="1925370"/>
                  <a:pt x="2334421" y="1931982"/>
                  <a:pt x="2314972" y="1920692"/>
                </a:cubicBezTo>
                <a:lnTo>
                  <a:pt x="2188937" y="1864884"/>
                </a:lnTo>
                <a:cubicBezTo>
                  <a:pt x="2176132" y="1888326"/>
                  <a:pt x="2160849" y="1910110"/>
                  <a:pt x="2141661" y="1928908"/>
                </a:cubicBezTo>
                <a:lnTo>
                  <a:pt x="2238696" y="2029928"/>
                </a:lnTo>
                <a:cubicBezTo>
                  <a:pt x="2255888" y="2044424"/>
                  <a:pt x="2258074" y="2070113"/>
                  <a:pt x="2243577" y="2087308"/>
                </a:cubicBezTo>
                <a:cubicBezTo>
                  <a:pt x="2229082" y="2104501"/>
                  <a:pt x="2203389" y="2106686"/>
                  <a:pt x="2186196" y="2092188"/>
                </a:cubicBezTo>
                <a:lnTo>
                  <a:pt x="2070628" y="2014578"/>
                </a:lnTo>
                <a:cubicBezTo>
                  <a:pt x="2054895" y="2036242"/>
                  <a:pt x="2036093" y="2055041"/>
                  <a:pt x="2014632" y="2070990"/>
                </a:cubicBezTo>
                <a:lnTo>
                  <a:pt x="2092109" y="2186519"/>
                </a:lnTo>
                <a:cubicBezTo>
                  <a:pt x="2106525" y="2203781"/>
                  <a:pt x="2104215" y="2229460"/>
                  <a:pt x="2086954" y="2243876"/>
                </a:cubicBezTo>
                <a:cubicBezTo>
                  <a:pt x="2069693" y="2258290"/>
                  <a:pt x="2044012" y="2255980"/>
                  <a:pt x="2029598" y="2238717"/>
                </a:cubicBezTo>
                <a:lnTo>
                  <a:pt x="1928622" y="2141606"/>
                </a:lnTo>
                <a:cubicBezTo>
                  <a:pt x="1909942" y="2160966"/>
                  <a:pt x="1888146" y="2176251"/>
                  <a:pt x="1864910" y="2189386"/>
                </a:cubicBezTo>
                <a:lnTo>
                  <a:pt x="1920560" y="2315278"/>
                </a:lnTo>
                <a:cubicBezTo>
                  <a:pt x="1931758" y="2334781"/>
                  <a:pt x="1925025" y="2359668"/>
                  <a:pt x="1905521" y="2370867"/>
                </a:cubicBezTo>
                <a:cubicBezTo>
                  <a:pt x="1886018" y="2382064"/>
                  <a:pt x="1861129" y="2375334"/>
                  <a:pt x="1849934" y="2355827"/>
                </a:cubicBezTo>
                <a:lnTo>
                  <a:pt x="1767028" y="2242208"/>
                </a:lnTo>
                <a:lnTo>
                  <a:pt x="1696686" y="2280167"/>
                </a:lnTo>
                <a:lnTo>
                  <a:pt x="1729257" y="2412290"/>
                </a:lnTo>
                <a:cubicBezTo>
                  <a:pt x="1736896" y="2433443"/>
                  <a:pt x="1725944" y="2456782"/>
                  <a:pt x="1704793" y="2464424"/>
                </a:cubicBezTo>
                <a:cubicBezTo>
                  <a:pt x="1683644" y="2472066"/>
                  <a:pt x="1660301" y="2461113"/>
                  <a:pt x="1652660" y="2439961"/>
                </a:cubicBezTo>
                <a:lnTo>
                  <a:pt x="1590570" y="2313309"/>
                </a:lnTo>
                <a:lnTo>
                  <a:pt x="1514735" y="2336650"/>
                </a:lnTo>
                <a:lnTo>
                  <a:pt x="1524013" y="2474611"/>
                </a:lnTo>
                <a:cubicBezTo>
                  <a:pt x="1527866" y="2496768"/>
                  <a:pt x="1513024" y="2517853"/>
                  <a:pt x="1490868" y="2521703"/>
                </a:cubicBezTo>
                <a:cubicBezTo>
                  <a:pt x="1468712" y="2525556"/>
                  <a:pt x="1447629" y="2510717"/>
                  <a:pt x="1443776" y="2488558"/>
                </a:cubicBezTo>
                <a:lnTo>
                  <a:pt x="1404585" y="2352926"/>
                </a:lnTo>
                <a:lnTo>
                  <a:pt x="1323259" y="2360926"/>
                </a:lnTo>
                <a:lnTo>
                  <a:pt x="1308231" y="2500335"/>
                </a:lnTo>
                <a:cubicBezTo>
                  <a:pt x="1308179" y="2522827"/>
                  <a:pt x="1289902" y="2541014"/>
                  <a:pt x="1267413" y="2540960"/>
                </a:cubicBezTo>
                <a:cubicBezTo>
                  <a:pt x="1244925" y="2540904"/>
                  <a:pt x="1226736" y="2522629"/>
                  <a:pt x="1226789" y="2500140"/>
                </a:cubicBezTo>
                <a:lnTo>
                  <a:pt x="1211834" y="2360598"/>
                </a:lnTo>
                <a:lnTo>
                  <a:pt x="1126130" y="2351749"/>
                </a:lnTo>
                <a:lnTo>
                  <a:pt x="1086137" y="2487699"/>
                </a:lnTo>
                <a:cubicBezTo>
                  <a:pt x="1082179" y="2509837"/>
                  <a:pt x="1061024" y="2524575"/>
                  <a:pt x="1038886" y="2520615"/>
                </a:cubicBezTo>
                <a:cubicBezTo>
                  <a:pt x="1016748" y="2516657"/>
                  <a:pt x="1002011" y="2495500"/>
                  <a:pt x="1005967" y="2473362"/>
                </a:cubicBezTo>
                <a:lnTo>
                  <a:pt x="1016025" y="2333879"/>
                </a:lnTo>
                <a:lnTo>
                  <a:pt x="940883" y="2310354"/>
                </a:lnTo>
                <a:lnTo>
                  <a:pt x="877490" y="2438093"/>
                </a:lnTo>
                <a:cubicBezTo>
                  <a:pt x="869749" y="2459206"/>
                  <a:pt x="846354" y="2470047"/>
                  <a:pt x="825239" y="2462306"/>
                </a:cubicBezTo>
                <a:cubicBezTo>
                  <a:pt x="804125" y="2454562"/>
                  <a:pt x="793285" y="2431169"/>
                  <a:pt x="801029" y="2410053"/>
                </a:cubicBezTo>
                <a:lnTo>
                  <a:pt x="834856" y="2275622"/>
                </a:lnTo>
                <a:lnTo>
                  <a:pt x="765554" y="2237789"/>
                </a:lnTo>
                <a:lnTo>
                  <a:pt x="680627" y="2353009"/>
                </a:lnTo>
                <a:cubicBezTo>
                  <a:pt x="669334" y="2372459"/>
                  <a:pt x="644415" y="2379071"/>
                  <a:pt x="624963" y="2367780"/>
                </a:cubicBezTo>
                <a:cubicBezTo>
                  <a:pt x="605516" y="2356490"/>
                  <a:pt x="598904" y="2331570"/>
                  <a:pt x="610194" y="2312122"/>
                </a:cubicBezTo>
                <a:lnTo>
                  <a:pt x="667463" y="2184241"/>
                </a:lnTo>
                <a:cubicBezTo>
                  <a:pt x="644873" y="2170776"/>
                  <a:pt x="623513" y="2155520"/>
                  <a:pt x="605366" y="2136126"/>
                </a:cubicBezTo>
                <a:lnTo>
                  <a:pt x="501527" y="2235033"/>
                </a:lnTo>
                <a:cubicBezTo>
                  <a:pt x="487029" y="2252227"/>
                  <a:pt x="461339" y="2254413"/>
                  <a:pt x="444146" y="2239916"/>
                </a:cubicBezTo>
                <a:cubicBezTo>
                  <a:pt x="426954" y="2225419"/>
                  <a:pt x="424767" y="2199728"/>
                  <a:pt x="439267" y="2182535"/>
                </a:cubicBezTo>
                <a:lnTo>
                  <a:pt x="519156" y="2064646"/>
                </a:lnTo>
                <a:cubicBezTo>
                  <a:pt x="498365" y="2048638"/>
                  <a:pt x="480048" y="2030023"/>
                  <a:pt x="464913" y="2008483"/>
                </a:cubicBezTo>
                <a:lnTo>
                  <a:pt x="345637" y="2087751"/>
                </a:lnTo>
                <a:cubicBezTo>
                  <a:pt x="328373" y="2102166"/>
                  <a:pt x="302693" y="2099857"/>
                  <a:pt x="288279" y="2082595"/>
                </a:cubicBezTo>
                <a:cubicBezTo>
                  <a:pt x="273865" y="2065332"/>
                  <a:pt x="276175" y="2039652"/>
                  <a:pt x="293436" y="2025238"/>
                </a:cubicBezTo>
                <a:lnTo>
                  <a:pt x="393751" y="1921809"/>
                </a:lnTo>
                <a:cubicBezTo>
                  <a:pt x="375187" y="1903196"/>
                  <a:pt x="360383" y="1881755"/>
                  <a:pt x="348168" y="1858612"/>
                </a:cubicBezTo>
                <a:lnTo>
                  <a:pt x="217689" y="1915635"/>
                </a:lnTo>
                <a:cubicBezTo>
                  <a:pt x="198186" y="1926833"/>
                  <a:pt x="173296" y="1920101"/>
                  <a:pt x="162099" y="1900597"/>
                </a:cubicBezTo>
                <a:cubicBezTo>
                  <a:pt x="150903" y="1881094"/>
                  <a:pt x="157633" y="1856205"/>
                  <a:pt x="177137" y="1845007"/>
                </a:cubicBezTo>
                <a:lnTo>
                  <a:pt x="294874" y="1759857"/>
                </a:lnTo>
                <a:cubicBezTo>
                  <a:pt x="279022" y="1738741"/>
                  <a:pt x="268153" y="1715051"/>
                  <a:pt x="258486" y="1690776"/>
                </a:cubicBezTo>
                <a:lnTo>
                  <a:pt x="121572" y="1723916"/>
                </a:lnTo>
                <a:cubicBezTo>
                  <a:pt x="100422" y="1731558"/>
                  <a:pt x="77078" y="1720604"/>
                  <a:pt x="69438" y="1699453"/>
                </a:cubicBezTo>
                <a:cubicBezTo>
                  <a:pt x="61797" y="1678302"/>
                  <a:pt x="72751" y="1654962"/>
                  <a:pt x="93902" y="1647321"/>
                </a:cubicBezTo>
                <a:lnTo>
                  <a:pt x="225468" y="1583504"/>
                </a:lnTo>
                <a:lnTo>
                  <a:pt x="202673" y="1509439"/>
                </a:lnTo>
                <a:lnTo>
                  <a:pt x="60206" y="1518420"/>
                </a:lnTo>
                <a:cubicBezTo>
                  <a:pt x="38050" y="1522272"/>
                  <a:pt x="16967" y="1507431"/>
                  <a:pt x="13116" y="1485275"/>
                </a:cubicBezTo>
                <a:cubicBezTo>
                  <a:pt x="9263" y="1463118"/>
                  <a:pt x="24102" y="1442033"/>
                  <a:pt x="46258" y="1438183"/>
                </a:cubicBezTo>
                <a:lnTo>
                  <a:pt x="187383" y="1398047"/>
                </a:lnTo>
                <a:lnTo>
                  <a:pt x="179796" y="1320931"/>
                </a:lnTo>
                <a:lnTo>
                  <a:pt x="40623" y="1305402"/>
                </a:lnTo>
                <a:cubicBezTo>
                  <a:pt x="18134" y="1305348"/>
                  <a:pt x="-55" y="1287073"/>
                  <a:pt x="1" y="1264584"/>
                </a:cubicBezTo>
                <a:cubicBezTo>
                  <a:pt x="55" y="1242093"/>
                  <a:pt x="18332" y="1223906"/>
                  <a:pt x="40821" y="1223961"/>
                </a:cubicBezTo>
                <a:lnTo>
                  <a:pt x="180571" y="1209745"/>
                </a:lnTo>
                <a:lnTo>
                  <a:pt x="188693" y="1131089"/>
                </a:lnTo>
                <a:lnTo>
                  <a:pt x="53241" y="1091310"/>
                </a:lnTo>
                <a:cubicBezTo>
                  <a:pt x="31104" y="1087352"/>
                  <a:pt x="16364" y="1066196"/>
                  <a:pt x="20324" y="1044058"/>
                </a:cubicBezTo>
                <a:cubicBezTo>
                  <a:pt x="24282" y="1021919"/>
                  <a:pt x="45439" y="1007183"/>
                  <a:pt x="67576" y="1011142"/>
                </a:cubicBezTo>
                <a:lnTo>
                  <a:pt x="205444" y="1021245"/>
                </a:lnTo>
                <a:lnTo>
                  <a:pt x="229218" y="945301"/>
                </a:lnTo>
                <a:lnTo>
                  <a:pt x="102846" y="882662"/>
                </a:lnTo>
                <a:cubicBezTo>
                  <a:pt x="81733" y="874919"/>
                  <a:pt x="70892" y="851526"/>
                  <a:pt x="78635" y="830411"/>
                </a:cubicBezTo>
                <a:cubicBezTo>
                  <a:pt x="86377" y="809298"/>
                  <a:pt x="109771" y="798458"/>
                  <a:pt x="130886" y="806199"/>
                </a:cubicBezTo>
                <a:lnTo>
                  <a:pt x="262774" y="839551"/>
                </a:lnTo>
                <a:lnTo>
                  <a:pt x="301181" y="769193"/>
                </a:lnTo>
                <a:lnTo>
                  <a:pt x="187931" y="685801"/>
                </a:lnTo>
                <a:cubicBezTo>
                  <a:pt x="168480" y="674507"/>
                  <a:pt x="161868" y="649586"/>
                  <a:pt x="173159" y="630137"/>
                </a:cubicBezTo>
                <a:cubicBezTo>
                  <a:pt x="178805" y="620414"/>
                  <a:pt x="187857" y="613898"/>
                  <a:pt x="197933" y="611226"/>
                </a:cubicBezTo>
                <a:cubicBezTo>
                  <a:pt x="208005" y="608553"/>
                  <a:pt x="219096" y="609722"/>
                  <a:pt x="228822" y="615368"/>
                </a:cubicBezTo>
                <a:lnTo>
                  <a:pt x="354368" y="671767"/>
                </a:lnTo>
                <a:cubicBezTo>
                  <a:pt x="367640" y="648522"/>
                  <a:pt x="383072" y="626738"/>
                  <a:pt x="402572" y="608093"/>
                </a:cubicBezTo>
                <a:lnTo>
                  <a:pt x="305906" y="506701"/>
                </a:lnTo>
                <a:cubicBezTo>
                  <a:pt x="288712" y="492204"/>
                  <a:pt x="286528" y="466513"/>
                  <a:pt x="301025" y="449319"/>
                </a:cubicBezTo>
                <a:cubicBezTo>
                  <a:pt x="308273" y="440724"/>
                  <a:pt x="318321" y="435878"/>
                  <a:pt x="328705" y="434997"/>
                </a:cubicBezTo>
                <a:cubicBezTo>
                  <a:pt x="339089" y="434114"/>
                  <a:pt x="349810" y="437191"/>
                  <a:pt x="358406" y="444440"/>
                </a:cubicBezTo>
                <a:lnTo>
                  <a:pt x="473457" y="522602"/>
                </a:lnTo>
                <a:cubicBezTo>
                  <a:pt x="489549" y="501151"/>
                  <a:pt x="508493" y="482386"/>
                  <a:pt x="530291" y="466709"/>
                </a:cubicBezTo>
                <a:lnTo>
                  <a:pt x="453189" y="350808"/>
                </a:lnTo>
                <a:cubicBezTo>
                  <a:pt x="438775" y="333546"/>
                  <a:pt x="441085" y="307866"/>
                  <a:pt x="458347" y="293452"/>
                </a:cubicBezTo>
                <a:cubicBezTo>
                  <a:pt x="466978" y="286246"/>
                  <a:pt x="477714" y="283219"/>
                  <a:pt x="488093" y="284153"/>
                </a:cubicBezTo>
                <a:cubicBezTo>
                  <a:pt x="498472" y="285086"/>
                  <a:pt x="508496" y="289980"/>
                  <a:pt x="515703" y="298610"/>
                </a:cubicBezTo>
                <a:lnTo>
                  <a:pt x="616127" y="396236"/>
                </a:lnTo>
                <a:cubicBezTo>
                  <a:pt x="635069" y="377086"/>
                  <a:pt x="656988" y="361861"/>
                  <a:pt x="680562" y="349137"/>
                </a:cubicBezTo>
                <a:lnTo>
                  <a:pt x="625305" y="222861"/>
                </a:lnTo>
                <a:cubicBezTo>
                  <a:pt x="614109" y="203357"/>
                  <a:pt x="620840" y="178469"/>
                  <a:pt x="640344" y="167272"/>
                </a:cubicBezTo>
                <a:cubicBezTo>
                  <a:pt x="650095" y="161672"/>
                  <a:pt x="661194" y="160558"/>
                  <a:pt x="671255" y="163280"/>
                </a:cubicBezTo>
                <a:cubicBezTo>
                  <a:pt x="681313" y="166000"/>
                  <a:pt x="690335" y="172558"/>
                  <a:pt x="695933" y="182311"/>
                </a:cubicBezTo>
                <a:lnTo>
                  <a:pt x="778254" y="296414"/>
                </a:lnTo>
                <a:cubicBezTo>
                  <a:pt x="799900" y="280109"/>
                  <a:pt x="824198" y="268902"/>
                  <a:pt x="849063" y="258834"/>
                </a:cubicBezTo>
                <a:lnTo>
                  <a:pt x="817026" y="126745"/>
                </a:lnTo>
                <a:cubicBezTo>
                  <a:pt x="809384" y="105594"/>
                  <a:pt x="820337" y="82252"/>
                  <a:pt x="841490" y="74611"/>
                </a:cubicBezTo>
                <a:cubicBezTo>
                  <a:pt x="862640" y="66970"/>
                  <a:pt x="885982" y="77924"/>
                  <a:pt x="893621" y="99075"/>
                </a:cubicBezTo>
                <a:lnTo>
                  <a:pt x="955100" y="226198"/>
                </a:lnTo>
                <a:lnTo>
                  <a:pt x="1031247" y="202762"/>
                </a:lnTo>
                <a:lnTo>
                  <a:pt x="1022521" y="65380"/>
                </a:lnTo>
                <a:cubicBezTo>
                  <a:pt x="1018670" y="43225"/>
                  <a:pt x="1033510" y="22139"/>
                  <a:pt x="1055666" y="18287"/>
                </a:cubicBezTo>
                <a:cubicBezTo>
                  <a:pt x="1077825" y="14434"/>
                  <a:pt x="1098908" y="29274"/>
                  <a:pt x="1102758" y="51431"/>
                </a:cubicBezTo>
                <a:lnTo>
                  <a:pt x="1141300" y="187548"/>
                </a:lnTo>
                <a:lnTo>
                  <a:pt x="1217158" y="180085"/>
                </a:lnTo>
                <a:lnTo>
                  <a:pt x="1232719" y="40623"/>
                </a:lnTo>
                <a:cubicBezTo>
                  <a:pt x="1232773" y="18136"/>
                  <a:pt x="1251049" y="-54"/>
                  <a:pt x="1273537" y="1"/>
                </a:cubicBezTo>
                <a:close/>
              </a:path>
            </a:pathLst>
          </a:custGeom>
          <a:solidFill>
            <a:schemeClr val="bg2">
              <a:lumMod val="20000"/>
              <a:lumOff val="80000"/>
            </a:schemeClr>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00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37" name="Rad 3645">
            <a:extLst>
              <a:ext uri="{FF2B5EF4-FFF2-40B4-BE49-F238E27FC236}">
                <a16:creationId xmlns:a16="http://schemas.microsoft.com/office/drawing/2014/main" id="{29A448B8-C1DD-40F4-A309-772152F8CA96}"/>
              </a:ext>
            </a:extLst>
          </p:cNvPr>
          <p:cNvSpPr/>
          <p:nvPr userDrawn="1"/>
        </p:nvSpPr>
        <p:spPr>
          <a:xfrm>
            <a:off x="3328672" y="213800"/>
            <a:ext cx="5532944" cy="2453880"/>
          </a:xfrm>
          <a:custGeom>
            <a:avLst/>
            <a:gdLst/>
            <a:ahLst/>
            <a:cxnLst/>
            <a:rect l="l" t="t" r="r" b="b"/>
            <a:pathLst>
              <a:path w="9141594" h="4053801">
                <a:moveTo>
                  <a:pt x="9141594" y="3964535"/>
                </a:moveTo>
                <a:lnTo>
                  <a:pt x="9141594" y="4034757"/>
                </a:lnTo>
                <a:cubicBezTo>
                  <a:pt x="9132879" y="4025645"/>
                  <a:pt x="9127878" y="4013230"/>
                  <a:pt x="9127878" y="3999646"/>
                </a:cubicBezTo>
                <a:cubicBezTo>
                  <a:pt x="9127878" y="3986063"/>
                  <a:pt x="9132879" y="3973647"/>
                  <a:pt x="9141594" y="3964535"/>
                </a:cubicBezTo>
                <a:close/>
                <a:moveTo>
                  <a:pt x="8988806" y="3960793"/>
                </a:moveTo>
                <a:cubicBezTo>
                  <a:pt x="8967348" y="3960793"/>
                  <a:pt x="8949953" y="3978188"/>
                  <a:pt x="8949953" y="3999646"/>
                </a:cubicBezTo>
                <a:cubicBezTo>
                  <a:pt x="8949953" y="4021104"/>
                  <a:pt x="8967348" y="4038499"/>
                  <a:pt x="8988806" y="4038499"/>
                </a:cubicBezTo>
                <a:cubicBezTo>
                  <a:pt x="9010264" y="4038499"/>
                  <a:pt x="9027659" y="4021104"/>
                  <a:pt x="9027659" y="3999646"/>
                </a:cubicBezTo>
                <a:cubicBezTo>
                  <a:pt x="9027659" y="3978188"/>
                  <a:pt x="9010264" y="3960793"/>
                  <a:pt x="8988806" y="3960793"/>
                </a:cubicBezTo>
                <a:close/>
                <a:moveTo>
                  <a:pt x="8476053" y="3960793"/>
                </a:moveTo>
                <a:cubicBezTo>
                  <a:pt x="8454595" y="3960793"/>
                  <a:pt x="8437200" y="3978188"/>
                  <a:pt x="8437200" y="3999646"/>
                </a:cubicBezTo>
                <a:cubicBezTo>
                  <a:pt x="8437200" y="4021104"/>
                  <a:pt x="8454595" y="4038499"/>
                  <a:pt x="8476053" y="4038499"/>
                </a:cubicBezTo>
                <a:cubicBezTo>
                  <a:pt x="8497511" y="4038499"/>
                  <a:pt x="8514906" y="4021104"/>
                  <a:pt x="8514906" y="3999646"/>
                </a:cubicBezTo>
                <a:cubicBezTo>
                  <a:pt x="8514906" y="3978188"/>
                  <a:pt x="8497511" y="3960793"/>
                  <a:pt x="8476053" y="3960793"/>
                </a:cubicBezTo>
                <a:close/>
                <a:moveTo>
                  <a:pt x="8282826" y="3960793"/>
                </a:moveTo>
                <a:cubicBezTo>
                  <a:pt x="8261368" y="3960793"/>
                  <a:pt x="8243973" y="3978188"/>
                  <a:pt x="8243973" y="3999646"/>
                </a:cubicBezTo>
                <a:cubicBezTo>
                  <a:pt x="8243973" y="4021104"/>
                  <a:pt x="8261368" y="4038499"/>
                  <a:pt x="8282826" y="4038499"/>
                </a:cubicBezTo>
                <a:cubicBezTo>
                  <a:pt x="8304284" y="4038499"/>
                  <a:pt x="8321679" y="4021104"/>
                  <a:pt x="8321679" y="3999646"/>
                </a:cubicBezTo>
                <a:cubicBezTo>
                  <a:pt x="8321679" y="3978188"/>
                  <a:pt x="8304284" y="3960793"/>
                  <a:pt x="8282826" y="3960793"/>
                </a:cubicBezTo>
                <a:close/>
                <a:moveTo>
                  <a:pt x="8123063" y="3960793"/>
                </a:moveTo>
                <a:cubicBezTo>
                  <a:pt x="8101605" y="3960793"/>
                  <a:pt x="8084210" y="3978188"/>
                  <a:pt x="8084210" y="3999646"/>
                </a:cubicBezTo>
                <a:cubicBezTo>
                  <a:pt x="8084210" y="4021104"/>
                  <a:pt x="8101605" y="4038499"/>
                  <a:pt x="8123063" y="4038499"/>
                </a:cubicBezTo>
                <a:cubicBezTo>
                  <a:pt x="8144521" y="4038499"/>
                  <a:pt x="8161916" y="4021104"/>
                  <a:pt x="8161916" y="3999646"/>
                </a:cubicBezTo>
                <a:cubicBezTo>
                  <a:pt x="8161916" y="3978188"/>
                  <a:pt x="8144521" y="3960793"/>
                  <a:pt x="8123063" y="3960793"/>
                </a:cubicBezTo>
                <a:close/>
                <a:moveTo>
                  <a:pt x="7963299" y="3960793"/>
                </a:moveTo>
                <a:cubicBezTo>
                  <a:pt x="7941841" y="3960793"/>
                  <a:pt x="7924446" y="3978188"/>
                  <a:pt x="7924446" y="3999646"/>
                </a:cubicBezTo>
                <a:cubicBezTo>
                  <a:pt x="7924446" y="4021104"/>
                  <a:pt x="7941841" y="4038499"/>
                  <a:pt x="7963299" y="4038499"/>
                </a:cubicBezTo>
                <a:cubicBezTo>
                  <a:pt x="7984757" y="4038499"/>
                  <a:pt x="8002152" y="4021104"/>
                  <a:pt x="8002152" y="3999646"/>
                </a:cubicBezTo>
                <a:cubicBezTo>
                  <a:pt x="8002152" y="3978188"/>
                  <a:pt x="7984757" y="3960793"/>
                  <a:pt x="7963299" y="3960793"/>
                </a:cubicBezTo>
                <a:close/>
                <a:moveTo>
                  <a:pt x="7770072" y="3960793"/>
                </a:moveTo>
                <a:cubicBezTo>
                  <a:pt x="7748614" y="3960793"/>
                  <a:pt x="7731219" y="3978188"/>
                  <a:pt x="7731219" y="3999646"/>
                </a:cubicBezTo>
                <a:cubicBezTo>
                  <a:pt x="7731219" y="4021104"/>
                  <a:pt x="7748614" y="4038499"/>
                  <a:pt x="7770072" y="4038499"/>
                </a:cubicBezTo>
                <a:cubicBezTo>
                  <a:pt x="7791530" y="4038499"/>
                  <a:pt x="7808925" y="4021104"/>
                  <a:pt x="7808925" y="3999646"/>
                </a:cubicBezTo>
                <a:cubicBezTo>
                  <a:pt x="7808925" y="3978188"/>
                  <a:pt x="7791530" y="3960793"/>
                  <a:pt x="7770072" y="3960793"/>
                </a:cubicBezTo>
                <a:close/>
                <a:moveTo>
                  <a:pt x="7257319" y="3960793"/>
                </a:moveTo>
                <a:cubicBezTo>
                  <a:pt x="7235861" y="3960793"/>
                  <a:pt x="7218466" y="3978188"/>
                  <a:pt x="7218466" y="3999646"/>
                </a:cubicBezTo>
                <a:cubicBezTo>
                  <a:pt x="7218466" y="4021104"/>
                  <a:pt x="7235861" y="4038499"/>
                  <a:pt x="7257319" y="4038499"/>
                </a:cubicBezTo>
                <a:cubicBezTo>
                  <a:pt x="7278777" y="4038499"/>
                  <a:pt x="7296172" y="4021104"/>
                  <a:pt x="7296172" y="3999646"/>
                </a:cubicBezTo>
                <a:cubicBezTo>
                  <a:pt x="7296172" y="3978188"/>
                  <a:pt x="7278777" y="3960793"/>
                  <a:pt x="7257319" y="3960793"/>
                </a:cubicBezTo>
                <a:close/>
                <a:moveTo>
                  <a:pt x="7129359" y="3960793"/>
                </a:moveTo>
                <a:cubicBezTo>
                  <a:pt x="7107901" y="3960793"/>
                  <a:pt x="7090506" y="3978188"/>
                  <a:pt x="7090506" y="3999646"/>
                </a:cubicBezTo>
                <a:cubicBezTo>
                  <a:pt x="7090506" y="4021104"/>
                  <a:pt x="7107901" y="4038499"/>
                  <a:pt x="7129359" y="4038499"/>
                </a:cubicBezTo>
                <a:cubicBezTo>
                  <a:pt x="7150817" y="4038499"/>
                  <a:pt x="7168212" y="4021104"/>
                  <a:pt x="7168212" y="3999646"/>
                </a:cubicBezTo>
                <a:cubicBezTo>
                  <a:pt x="7168212" y="3978188"/>
                  <a:pt x="7150817" y="3960793"/>
                  <a:pt x="7129359" y="3960793"/>
                </a:cubicBezTo>
                <a:close/>
                <a:moveTo>
                  <a:pt x="6616581" y="3960793"/>
                </a:moveTo>
                <a:cubicBezTo>
                  <a:pt x="6595123" y="3960793"/>
                  <a:pt x="6577728" y="3978188"/>
                  <a:pt x="6577728" y="3999646"/>
                </a:cubicBezTo>
                <a:cubicBezTo>
                  <a:pt x="6577728" y="4021104"/>
                  <a:pt x="6595123" y="4038499"/>
                  <a:pt x="6616581" y="4038499"/>
                </a:cubicBezTo>
                <a:cubicBezTo>
                  <a:pt x="6638039" y="4038499"/>
                  <a:pt x="6655434" y="4021104"/>
                  <a:pt x="6655434" y="3999646"/>
                </a:cubicBezTo>
                <a:cubicBezTo>
                  <a:pt x="6655434" y="3978188"/>
                  <a:pt x="6638039" y="3960793"/>
                  <a:pt x="6616581" y="3960793"/>
                </a:cubicBezTo>
                <a:close/>
                <a:moveTo>
                  <a:pt x="6423355" y="3960793"/>
                </a:moveTo>
                <a:cubicBezTo>
                  <a:pt x="6401897" y="3960793"/>
                  <a:pt x="6384502" y="3978188"/>
                  <a:pt x="6384502" y="3999646"/>
                </a:cubicBezTo>
                <a:cubicBezTo>
                  <a:pt x="6384502" y="4021104"/>
                  <a:pt x="6401897" y="4038499"/>
                  <a:pt x="6423355" y="4038499"/>
                </a:cubicBezTo>
                <a:cubicBezTo>
                  <a:pt x="6444813" y="4038499"/>
                  <a:pt x="6462208" y="4021104"/>
                  <a:pt x="6462208" y="3999646"/>
                </a:cubicBezTo>
                <a:cubicBezTo>
                  <a:pt x="6462208" y="3978188"/>
                  <a:pt x="6444813" y="3960793"/>
                  <a:pt x="6423355" y="3960793"/>
                </a:cubicBezTo>
                <a:close/>
                <a:moveTo>
                  <a:pt x="6263591" y="3960793"/>
                </a:moveTo>
                <a:cubicBezTo>
                  <a:pt x="6242133" y="3960793"/>
                  <a:pt x="6224738" y="3978188"/>
                  <a:pt x="6224738" y="3999646"/>
                </a:cubicBezTo>
                <a:cubicBezTo>
                  <a:pt x="6224738" y="4021104"/>
                  <a:pt x="6242133" y="4038499"/>
                  <a:pt x="6263591" y="4038499"/>
                </a:cubicBezTo>
                <a:cubicBezTo>
                  <a:pt x="6285049" y="4038499"/>
                  <a:pt x="6302444" y="4021104"/>
                  <a:pt x="6302444" y="3999646"/>
                </a:cubicBezTo>
                <a:cubicBezTo>
                  <a:pt x="6302444" y="3978188"/>
                  <a:pt x="6285049" y="3960793"/>
                  <a:pt x="6263591" y="3960793"/>
                </a:cubicBezTo>
                <a:close/>
                <a:moveTo>
                  <a:pt x="6103827" y="3960793"/>
                </a:moveTo>
                <a:cubicBezTo>
                  <a:pt x="6082369" y="3960793"/>
                  <a:pt x="6064974" y="3978188"/>
                  <a:pt x="6064974" y="3999646"/>
                </a:cubicBezTo>
                <a:cubicBezTo>
                  <a:pt x="6064974" y="4021104"/>
                  <a:pt x="6082369" y="4038499"/>
                  <a:pt x="6103827" y="4038499"/>
                </a:cubicBezTo>
                <a:cubicBezTo>
                  <a:pt x="6125285" y="4038499"/>
                  <a:pt x="6142680" y="4021104"/>
                  <a:pt x="6142680" y="3999646"/>
                </a:cubicBezTo>
                <a:cubicBezTo>
                  <a:pt x="6142680" y="3978188"/>
                  <a:pt x="6125285" y="3960793"/>
                  <a:pt x="6103827" y="3960793"/>
                </a:cubicBezTo>
                <a:close/>
                <a:moveTo>
                  <a:pt x="5910600" y="3960793"/>
                </a:moveTo>
                <a:cubicBezTo>
                  <a:pt x="5889142" y="3960793"/>
                  <a:pt x="5871747" y="3978188"/>
                  <a:pt x="5871747" y="3999646"/>
                </a:cubicBezTo>
                <a:cubicBezTo>
                  <a:pt x="5871747" y="4021104"/>
                  <a:pt x="5889142" y="4038499"/>
                  <a:pt x="5910600" y="4038499"/>
                </a:cubicBezTo>
                <a:cubicBezTo>
                  <a:pt x="5932058" y="4038499"/>
                  <a:pt x="5949453" y="4021104"/>
                  <a:pt x="5949453" y="3999646"/>
                </a:cubicBezTo>
                <a:cubicBezTo>
                  <a:pt x="5949453" y="3978188"/>
                  <a:pt x="5932058" y="3960793"/>
                  <a:pt x="5910600" y="3960793"/>
                </a:cubicBezTo>
                <a:close/>
                <a:moveTo>
                  <a:pt x="5397847" y="3960793"/>
                </a:moveTo>
                <a:cubicBezTo>
                  <a:pt x="5376389" y="3960793"/>
                  <a:pt x="5358994" y="3978188"/>
                  <a:pt x="5358994" y="3999646"/>
                </a:cubicBezTo>
                <a:cubicBezTo>
                  <a:pt x="5358994" y="4021104"/>
                  <a:pt x="5376389" y="4038499"/>
                  <a:pt x="5397847" y="4038499"/>
                </a:cubicBezTo>
                <a:cubicBezTo>
                  <a:pt x="5419305" y="4038499"/>
                  <a:pt x="5436700" y="4021104"/>
                  <a:pt x="5436700" y="3999646"/>
                </a:cubicBezTo>
                <a:cubicBezTo>
                  <a:pt x="5436700" y="3978188"/>
                  <a:pt x="5419305" y="3960793"/>
                  <a:pt x="5397847" y="3960793"/>
                </a:cubicBezTo>
                <a:close/>
                <a:moveTo>
                  <a:pt x="5204620" y="3960793"/>
                </a:moveTo>
                <a:cubicBezTo>
                  <a:pt x="5183162" y="3960793"/>
                  <a:pt x="5165767" y="3978188"/>
                  <a:pt x="5165767" y="3999646"/>
                </a:cubicBezTo>
                <a:cubicBezTo>
                  <a:pt x="5165767" y="4021104"/>
                  <a:pt x="5183162" y="4038499"/>
                  <a:pt x="5204620" y="4038499"/>
                </a:cubicBezTo>
                <a:cubicBezTo>
                  <a:pt x="5226078" y="4038499"/>
                  <a:pt x="5243473" y="4021104"/>
                  <a:pt x="5243473" y="3999646"/>
                </a:cubicBezTo>
                <a:cubicBezTo>
                  <a:pt x="5243473" y="3978188"/>
                  <a:pt x="5226078" y="3960793"/>
                  <a:pt x="5204620" y="3960793"/>
                </a:cubicBezTo>
                <a:close/>
                <a:moveTo>
                  <a:pt x="5044856" y="3960793"/>
                </a:moveTo>
                <a:cubicBezTo>
                  <a:pt x="5023398" y="3960793"/>
                  <a:pt x="5006003" y="3978188"/>
                  <a:pt x="5006003" y="3999646"/>
                </a:cubicBezTo>
                <a:cubicBezTo>
                  <a:pt x="5006003" y="4021104"/>
                  <a:pt x="5023398" y="4038499"/>
                  <a:pt x="5044856" y="4038499"/>
                </a:cubicBezTo>
                <a:cubicBezTo>
                  <a:pt x="5066314" y="4038499"/>
                  <a:pt x="5083709" y="4021104"/>
                  <a:pt x="5083709" y="3999646"/>
                </a:cubicBezTo>
                <a:cubicBezTo>
                  <a:pt x="5083709" y="3978188"/>
                  <a:pt x="5066314" y="3960793"/>
                  <a:pt x="5044856" y="3960793"/>
                </a:cubicBezTo>
                <a:close/>
                <a:moveTo>
                  <a:pt x="4885093" y="3960793"/>
                </a:moveTo>
                <a:cubicBezTo>
                  <a:pt x="4863635" y="3960793"/>
                  <a:pt x="4846240" y="3978188"/>
                  <a:pt x="4846240" y="3999646"/>
                </a:cubicBezTo>
                <a:cubicBezTo>
                  <a:pt x="4846240" y="4021104"/>
                  <a:pt x="4863635" y="4038499"/>
                  <a:pt x="4885093" y="4038499"/>
                </a:cubicBezTo>
                <a:cubicBezTo>
                  <a:pt x="4906551" y="4038499"/>
                  <a:pt x="4923946" y="4021104"/>
                  <a:pt x="4923946" y="3999646"/>
                </a:cubicBezTo>
                <a:cubicBezTo>
                  <a:pt x="4923946" y="3978188"/>
                  <a:pt x="4906551" y="3960793"/>
                  <a:pt x="4885093" y="3960793"/>
                </a:cubicBezTo>
                <a:close/>
                <a:moveTo>
                  <a:pt x="4691865" y="3960793"/>
                </a:moveTo>
                <a:cubicBezTo>
                  <a:pt x="4670407" y="3960793"/>
                  <a:pt x="4653012" y="3978188"/>
                  <a:pt x="4653012" y="3999646"/>
                </a:cubicBezTo>
                <a:cubicBezTo>
                  <a:pt x="4653012" y="4021104"/>
                  <a:pt x="4670407" y="4038499"/>
                  <a:pt x="4691865" y="4038499"/>
                </a:cubicBezTo>
                <a:cubicBezTo>
                  <a:pt x="4713323" y="4038499"/>
                  <a:pt x="4730718" y="4021104"/>
                  <a:pt x="4730718" y="3999646"/>
                </a:cubicBezTo>
                <a:cubicBezTo>
                  <a:pt x="4730718" y="3978188"/>
                  <a:pt x="4713323" y="3960793"/>
                  <a:pt x="4691865" y="3960793"/>
                </a:cubicBezTo>
                <a:close/>
                <a:moveTo>
                  <a:pt x="4498638" y="3960793"/>
                </a:moveTo>
                <a:cubicBezTo>
                  <a:pt x="4477180" y="3960793"/>
                  <a:pt x="4459785" y="3978188"/>
                  <a:pt x="4459785" y="3999646"/>
                </a:cubicBezTo>
                <a:cubicBezTo>
                  <a:pt x="4459785" y="4021104"/>
                  <a:pt x="4477180" y="4038499"/>
                  <a:pt x="4498638" y="4038499"/>
                </a:cubicBezTo>
                <a:cubicBezTo>
                  <a:pt x="4520096" y="4038499"/>
                  <a:pt x="4537491" y="4021104"/>
                  <a:pt x="4537491" y="3999646"/>
                </a:cubicBezTo>
                <a:cubicBezTo>
                  <a:pt x="4537491" y="3978188"/>
                  <a:pt x="4520096" y="3960793"/>
                  <a:pt x="4498638" y="3960793"/>
                </a:cubicBezTo>
                <a:close/>
                <a:moveTo>
                  <a:pt x="4338874" y="3960793"/>
                </a:moveTo>
                <a:cubicBezTo>
                  <a:pt x="4317416" y="3960793"/>
                  <a:pt x="4300021" y="3978188"/>
                  <a:pt x="4300021" y="3999646"/>
                </a:cubicBezTo>
                <a:cubicBezTo>
                  <a:pt x="4300021" y="4021104"/>
                  <a:pt x="4317416" y="4038499"/>
                  <a:pt x="4338874" y="4038499"/>
                </a:cubicBezTo>
                <a:cubicBezTo>
                  <a:pt x="4360332" y="4038499"/>
                  <a:pt x="4377727" y="4021104"/>
                  <a:pt x="4377727" y="3999646"/>
                </a:cubicBezTo>
                <a:cubicBezTo>
                  <a:pt x="4377727" y="3978188"/>
                  <a:pt x="4360332" y="3960793"/>
                  <a:pt x="4338874" y="3960793"/>
                </a:cubicBezTo>
                <a:close/>
                <a:moveTo>
                  <a:pt x="4145648" y="3960793"/>
                </a:moveTo>
                <a:cubicBezTo>
                  <a:pt x="4124190" y="3960793"/>
                  <a:pt x="4106795" y="3978188"/>
                  <a:pt x="4106795" y="3999646"/>
                </a:cubicBezTo>
                <a:cubicBezTo>
                  <a:pt x="4106795" y="4021104"/>
                  <a:pt x="4124190" y="4038499"/>
                  <a:pt x="4145648" y="4038499"/>
                </a:cubicBezTo>
                <a:cubicBezTo>
                  <a:pt x="4167106" y="4038499"/>
                  <a:pt x="4184501" y="4021104"/>
                  <a:pt x="4184501" y="3999646"/>
                </a:cubicBezTo>
                <a:cubicBezTo>
                  <a:pt x="4184501" y="3978188"/>
                  <a:pt x="4167106" y="3960793"/>
                  <a:pt x="4145648" y="3960793"/>
                </a:cubicBezTo>
                <a:close/>
                <a:moveTo>
                  <a:pt x="3599432" y="3960793"/>
                </a:moveTo>
                <a:cubicBezTo>
                  <a:pt x="3577974" y="3960793"/>
                  <a:pt x="3560579" y="3978188"/>
                  <a:pt x="3560579" y="3999646"/>
                </a:cubicBezTo>
                <a:cubicBezTo>
                  <a:pt x="3560579" y="4021104"/>
                  <a:pt x="3577974" y="4038499"/>
                  <a:pt x="3599432" y="4038499"/>
                </a:cubicBezTo>
                <a:cubicBezTo>
                  <a:pt x="3620890" y="4038499"/>
                  <a:pt x="3638285" y="4021104"/>
                  <a:pt x="3638285" y="3999646"/>
                </a:cubicBezTo>
                <a:cubicBezTo>
                  <a:pt x="3638285" y="3978188"/>
                  <a:pt x="3620890" y="3960793"/>
                  <a:pt x="3599432" y="3960793"/>
                </a:cubicBezTo>
                <a:close/>
                <a:moveTo>
                  <a:pt x="3473132" y="3960793"/>
                </a:moveTo>
                <a:cubicBezTo>
                  <a:pt x="3451674" y="3960793"/>
                  <a:pt x="3434279" y="3978188"/>
                  <a:pt x="3434279" y="3999646"/>
                </a:cubicBezTo>
                <a:cubicBezTo>
                  <a:pt x="3434279" y="4021104"/>
                  <a:pt x="3451674" y="4038499"/>
                  <a:pt x="3473132" y="4038499"/>
                </a:cubicBezTo>
                <a:cubicBezTo>
                  <a:pt x="3494590" y="4038499"/>
                  <a:pt x="3511985" y="4021104"/>
                  <a:pt x="3511985" y="3999646"/>
                </a:cubicBezTo>
                <a:cubicBezTo>
                  <a:pt x="3511985" y="3978188"/>
                  <a:pt x="3494590" y="3960793"/>
                  <a:pt x="3473132" y="3960793"/>
                </a:cubicBezTo>
                <a:close/>
                <a:moveTo>
                  <a:pt x="2960379" y="3960793"/>
                </a:moveTo>
                <a:cubicBezTo>
                  <a:pt x="2938921" y="3960793"/>
                  <a:pt x="2921526" y="3978188"/>
                  <a:pt x="2921526" y="3999646"/>
                </a:cubicBezTo>
                <a:cubicBezTo>
                  <a:pt x="2921526" y="4021104"/>
                  <a:pt x="2938921" y="4038499"/>
                  <a:pt x="2960379" y="4038499"/>
                </a:cubicBezTo>
                <a:cubicBezTo>
                  <a:pt x="2981837" y="4038499"/>
                  <a:pt x="2999232" y="4021104"/>
                  <a:pt x="2999232" y="3999646"/>
                </a:cubicBezTo>
                <a:cubicBezTo>
                  <a:pt x="2999232" y="3978188"/>
                  <a:pt x="2981837" y="3960793"/>
                  <a:pt x="2960379" y="3960793"/>
                </a:cubicBezTo>
                <a:close/>
                <a:moveTo>
                  <a:pt x="2767152" y="3960793"/>
                </a:moveTo>
                <a:cubicBezTo>
                  <a:pt x="2745694" y="3960793"/>
                  <a:pt x="2728299" y="3978188"/>
                  <a:pt x="2728299" y="3999646"/>
                </a:cubicBezTo>
                <a:cubicBezTo>
                  <a:pt x="2728299" y="4021104"/>
                  <a:pt x="2745694" y="4038499"/>
                  <a:pt x="2767152" y="4038499"/>
                </a:cubicBezTo>
                <a:cubicBezTo>
                  <a:pt x="2788610" y="4038499"/>
                  <a:pt x="2806005" y="4021104"/>
                  <a:pt x="2806005" y="3999646"/>
                </a:cubicBezTo>
                <a:cubicBezTo>
                  <a:pt x="2806005" y="3978188"/>
                  <a:pt x="2788610" y="3960793"/>
                  <a:pt x="2767152" y="3960793"/>
                </a:cubicBezTo>
                <a:close/>
                <a:moveTo>
                  <a:pt x="2607388" y="3960793"/>
                </a:moveTo>
                <a:cubicBezTo>
                  <a:pt x="2585930" y="3960793"/>
                  <a:pt x="2568535" y="3978188"/>
                  <a:pt x="2568535" y="3999646"/>
                </a:cubicBezTo>
                <a:cubicBezTo>
                  <a:pt x="2568535" y="4021104"/>
                  <a:pt x="2585930" y="4038499"/>
                  <a:pt x="2607388" y="4038499"/>
                </a:cubicBezTo>
                <a:cubicBezTo>
                  <a:pt x="2628846" y="4038499"/>
                  <a:pt x="2646241" y="4021104"/>
                  <a:pt x="2646241" y="3999646"/>
                </a:cubicBezTo>
                <a:cubicBezTo>
                  <a:pt x="2646241" y="3978188"/>
                  <a:pt x="2628846" y="3960793"/>
                  <a:pt x="2607388" y="3960793"/>
                </a:cubicBezTo>
                <a:close/>
                <a:moveTo>
                  <a:pt x="2414161" y="3960793"/>
                </a:moveTo>
                <a:cubicBezTo>
                  <a:pt x="2392703" y="3960793"/>
                  <a:pt x="2375308" y="3978188"/>
                  <a:pt x="2375308" y="3999646"/>
                </a:cubicBezTo>
                <a:cubicBezTo>
                  <a:pt x="2375308" y="4021104"/>
                  <a:pt x="2392703" y="4038499"/>
                  <a:pt x="2414161" y="4038499"/>
                </a:cubicBezTo>
                <a:cubicBezTo>
                  <a:pt x="2435619" y="4038499"/>
                  <a:pt x="2453014" y="4021104"/>
                  <a:pt x="2453014" y="3999646"/>
                </a:cubicBezTo>
                <a:cubicBezTo>
                  <a:pt x="2453014" y="3978188"/>
                  <a:pt x="2435619" y="3960793"/>
                  <a:pt x="2414161" y="3960793"/>
                </a:cubicBezTo>
                <a:close/>
                <a:moveTo>
                  <a:pt x="2220934" y="3960793"/>
                </a:moveTo>
                <a:cubicBezTo>
                  <a:pt x="2199476" y="3960793"/>
                  <a:pt x="2182081" y="3978188"/>
                  <a:pt x="2182081" y="3999646"/>
                </a:cubicBezTo>
                <a:cubicBezTo>
                  <a:pt x="2182081" y="4021104"/>
                  <a:pt x="2199476" y="4038499"/>
                  <a:pt x="2220934" y="4038499"/>
                </a:cubicBezTo>
                <a:cubicBezTo>
                  <a:pt x="2242392" y="4038499"/>
                  <a:pt x="2259787" y="4021104"/>
                  <a:pt x="2259787" y="3999646"/>
                </a:cubicBezTo>
                <a:cubicBezTo>
                  <a:pt x="2259787" y="3978188"/>
                  <a:pt x="2242392" y="3960793"/>
                  <a:pt x="2220934" y="3960793"/>
                </a:cubicBezTo>
                <a:close/>
                <a:moveTo>
                  <a:pt x="2027707" y="3960793"/>
                </a:moveTo>
                <a:cubicBezTo>
                  <a:pt x="2006249" y="3960793"/>
                  <a:pt x="1988854" y="3978188"/>
                  <a:pt x="1988854" y="3999646"/>
                </a:cubicBezTo>
                <a:cubicBezTo>
                  <a:pt x="1988854" y="4021104"/>
                  <a:pt x="2006249" y="4038499"/>
                  <a:pt x="2027707" y="4038499"/>
                </a:cubicBezTo>
                <a:cubicBezTo>
                  <a:pt x="2049165" y="4038499"/>
                  <a:pt x="2066560" y="4021104"/>
                  <a:pt x="2066560" y="3999646"/>
                </a:cubicBezTo>
                <a:cubicBezTo>
                  <a:pt x="2066560" y="3978188"/>
                  <a:pt x="2049165" y="3960793"/>
                  <a:pt x="2027707" y="3960793"/>
                </a:cubicBezTo>
                <a:close/>
                <a:moveTo>
                  <a:pt x="1867943" y="3960793"/>
                </a:moveTo>
                <a:cubicBezTo>
                  <a:pt x="1846485" y="3960793"/>
                  <a:pt x="1829090" y="3978188"/>
                  <a:pt x="1829090" y="3999646"/>
                </a:cubicBezTo>
                <a:cubicBezTo>
                  <a:pt x="1829090" y="4021104"/>
                  <a:pt x="1846485" y="4038499"/>
                  <a:pt x="1867943" y="4038499"/>
                </a:cubicBezTo>
                <a:cubicBezTo>
                  <a:pt x="1889401" y="4038499"/>
                  <a:pt x="1906796" y="4021104"/>
                  <a:pt x="1906796" y="3999646"/>
                </a:cubicBezTo>
                <a:cubicBezTo>
                  <a:pt x="1906796" y="3978188"/>
                  <a:pt x="1889401" y="3960793"/>
                  <a:pt x="1867943" y="3960793"/>
                </a:cubicBezTo>
                <a:close/>
                <a:moveTo>
                  <a:pt x="1674716" y="3960793"/>
                </a:moveTo>
                <a:cubicBezTo>
                  <a:pt x="1653258" y="3960793"/>
                  <a:pt x="1635863" y="3978188"/>
                  <a:pt x="1635863" y="3999646"/>
                </a:cubicBezTo>
                <a:cubicBezTo>
                  <a:pt x="1635863" y="4021104"/>
                  <a:pt x="1653258" y="4038499"/>
                  <a:pt x="1674716" y="4038499"/>
                </a:cubicBezTo>
                <a:cubicBezTo>
                  <a:pt x="1696174" y="4038499"/>
                  <a:pt x="1713569" y="4021104"/>
                  <a:pt x="1713569" y="3999646"/>
                </a:cubicBezTo>
                <a:cubicBezTo>
                  <a:pt x="1713569" y="3978188"/>
                  <a:pt x="1696174" y="3960793"/>
                  <a:pt x="1674716" y="3960793"/>
                </a:cubicBezTo>
                <a:close/>
                <a:moveTo>
                  <a:pt x="1161963" y="3960793"/>
                </a:moveTo>
                <a:cubicBezTo>
                  <a:pt x="1140505" y="3960793"/>
                  <a:pt x="1123110" y="3978188"/>
                  <a:pt x="1123110" y="3999646"/>
                </a:cubicBezTo>
                <a:cubicBezTo>
                  <a:pt x="1123110" y="4021104"/>
                  <a:pt x="1140505" y="4038499"/>
                  <a:pt x="1161963" y="4038499"/>
                </a:cubicBezTo>
                <a:cubicBezTo>
                  <a:pt x="1183421" y="4038499"/>
                  <a:pt x="1200816" y="4021104"/>
                  <a:pt x="1200816" y="3999646"/>
                </a:cubicBezTo>
                <a:cubicBezTo>
                  <a:pt x="1200816" y="3978188"/>
                  <a:pt x="1183421" y="3960793"/>
                  <a:pt x="1161963" y="3960793"/>
                </a:cubicBezTo>
                <a:close/>
                <a:moveTo>
                  <a:pt x="968736" y="3960793"/>
                </a:moveTo>
                <a:cubicBezTo>
                  <a:pt x="947278" y="3960793"/>
                  <a:pt x="929883" y="3978188"/>
                  <a:pt x="929883" y="3999646"/>
                </a:cubicBezTo>
                <a:cubicBezTo>
                  <a:pt x="929883" y="4021104"/>
                  <a:pt x="947278" y="4038499"/>
                  <a:pt x="968736" y="4038499"/>
                </a:cubicBezTo>
                <a:cubicBezTo>
                  <a:pt x="990194" y="4038499"/>
                  <a:pt x="1007589" y="4021104"/>
                  <a:pt x="1007589" y="3999646"/>
                </a:cubicBezTo>
                <a:cubicBezTo>
                  <a:pt x="1007589" y="3978188"/>
                  <a:pt x="990194" y="3960793"/>
                  <a:pt x="968736" y="3960793"/>
                </a:cubicBezTo>
                <a:close/>
                <a:moveTo>
                  <a:pt x="808973" y="3960793"/>
                </a:moveTo>
                <a:cubicBezTo>
                  <a:pt x="787515" y="3960793"/>
                  <a:pt x="770120" y="3978188"/>
                  <a:pt x="770120" y="3999646"/>
                </a:cubicBezTo>
                <a:cubicBezTo>
                  <a:pt x="770124" y="4021104"/>
                  <a:pt x="787517" y="4038499"/>
                  <a:pt x="808973" y="4038499"/>
                </a:cubicBezTo>
                <a:cubicBezTo>
                  <a:pt x="830431" y="4038499"/>
                  <a:pt x="847826" y="4021104"/>
                  <a:pt x="847826" y="3999646"/>
                </a:cubicBezTo>
                <a:cubicBezTo>
                  <a:pt x="847826" y="3978188"/>
                  <a:pt x="830431" y="3960793"/>
                  <a:pt x="808973" y="3960793"/>
                </a:cubicBezTo>
                <a:close/>
                <a:moveTo>
                  <a:pt x="649209" y="3960793"/>
                </a:moveTo>
                <a:cubicBezTo>
                  <a:pt x="627751" y="3960793"/>
                  <a:pt x="610356" y="3978188"/>
                  <a:pt x="610356" y="3999646"/>
                </a:cubicBezTo>
                <a:cubicBezTo>
                  <a:pt x="610359" y="4021104"/>
                  <a:pt x="627753" y="4038499"/>
                  <a:pt x="649209" y="4038499"/>
                </a:cubicBezTo>
                <a:cubicBezTo>
                  <a:pt x="670667" y="4038499"/>
                  <a:pt x="688062" y="4021104"/>
                  <a:pt x="688062" y="3999646"/>
                </a:cubicBezTo>
                <a:cubicBezTo>
                  <a:pt x="688062" y="3978188"/>
                  <a:pt x="670667" y="3960793"/>
                  <a:pt x="649209" y="3960793"/>
                </a:cubicBezTo>
                <a:close/>
                <a:moveTo>
                  <a:pt x="455982" y="3960793"/>
                </a:moveTo>
                <a:cubicBezTo>
                  <a:pt x="434524" y="3960793"/>
                  <a:pt x="417129" y="3978188"/>
                  <a:pt x="417129" y="3999646"/>
                </a:cubicBezTo>
                <a:cubicBezTo>
                  <a:pt x="417133" y="4021104"/>
                  <a:pt x="434526" y="4038499"/>
                  <a:pt x="455982" y="4038499"/>
                </a:cubicBezTo>
                <a:cubicBezTo>
                  <a:pt x="477440" y="4038499"/>
                  <a:pt x="494835" y="4021104"/>
                  <a:pt x="494835" y="3999646"/>
                </a:cubicBezTo>
                <a:cubicBezTo>
                  <a:pt x="494835" y="3978188"/>
                  <a:pt x="477440" y="3960793"/>
                  <a:pt x="455982" y="3960793"/>
                </a:cubicBezTo>
                <a:close/>
                <a:moveTo>
                  <a:pt x="8829043" y="3959277"/>
                </a:moveTo>
                <a:cubicBezTo>
                  <a:pt x="8807585" y="3959277"/>
                  <a:pt x="8790190" y="3976672"/>
                  <a:pt x="8790190" y="3998130"/>
                </a:cubicBezTo>
                <a:cubicBezTo>
                  <a:pt x="8790190" y="4019588"/>
                  <a:pt x="8807585" y="4036983"/>
                  <a:pt x="8829043" y="4036983"/>
                </a:cubicBezTo>
                <a:cubicBezTo>
                  <a:pt x="8850501" y="4036983"/>
                  <a:pt x="8867896" y="4019588"/>
                  <a:pt x="8867896" y="3998130"/>
                </a:cubicBezTo>
                <a:cubicBezTo>
                  <a:pt x="8867896" y="3976672"/>
                  <a:pt x="8850501" y="3959277"/>
                  <a:pt x="8829043" y="3959277"/>
                </a:cubicBezTo>
                <a:close/>
                <a:moveTo>
                  <a:pt x="8669280" y="3959277"/>
                </a:moveTo>
                <a:cubicBezTo>
                  <a:pt x="8647822" y="3959277"/>
                  <a:pt x="8630427" y="3976672"/>
                  <a:pt x="8630427" y="3998130"/>
                </a:cubicBezTo>
                <a:cubicBezTo>
                  <a:pt x="8630427" y="4019588"/>
                  <a:pt x="8647822" y="4036983"/>
                  <a:pt x="8669280" y="4036983"/>
                </a:cubicBezTo>
                <a:cubicBezTo>
                  <a:pt x="8690738" y="4036983"/>
                  <a:pt x="8708133" y="4019588"/>
                  <a:pt x="8708133" y="3998130"/>
                </a:cubicBezTo>
                <a:cubicBezTo>
                  <a:pt x="8708133" y="3976672"/>
                  <a:pt x="8690738" y="3959277"/>
                  <a:pt x="8669280" y="3959277"/>
                </a:cubicBezTo>
                <a:close/>
                <a:moveTo>
                  <a:pt x="7610309" y="3959277"/>
                </a:moveTo>
                <a:cubicBezTo>
                  <a:pt x="7588851" y="3959277"/>
                  <a:pt x="7571456" y="3976672"/>
                  <a:pt x="7571456" y="3998130"/>
                </a:cubicBezTo>
                <a:cubicBezTo>
                  <a:pt x="7571456" y="4019588"/>
                  <a:pt x="7588851" y="4036983"/>
                  <a:pt x="7610309" y="4036983"/>
                </a:cubicBezTo>
                <a:cubicBezTo>
                  <a:pt x="7631767" y="4036983"/>
                  <a:pt x="7649162" y="4019588"/>
                  <a:pt x="7649162" y="3998130"/>
                </a:cubicBezTo>
                <a:cubicBezTo>
                  <a:pt x="7649162" y="3976672"/>
                  <a:pt x="7631767" y="3959277"/>
                  <a:pt x="7610309" y="3959277"/>
                </a:cubicBezTo>
                <a:close/>
                <a:moveTo>
                  <a:pt x="7450546" y="3959277"/>
                </a:moveTo>
                <a:cubicBezTo>
                  <a:pt x="7429088" y="3959277"/>
                  <a:pt x="7411693" y="3976672"/>
                  <a:pt x="7411693" y="3998130"/>
                </a:cubicBezTo>
                <a:cubicBezTo>
                  <a:pt x="7411693" y="4019588"/>
                  <a:pt x="7429088" y="4036983"/>
                  <a:pt x="7450546" y="4036983"/>
                </a:cubicBezTo>
                <a:cubicBezTo>
                  <a:pt x="7472004" y="4036983"/>
                  <a:pt x="7489399" y="4019588"/>
                  <a:pt x="7489399" y="3998130"/>
                </a:cubicBezTo>
                <a:cubicBezTo>
                  <a:pt x="7489399" y="3976672"/>
                  <a:pt x="7472004" y="3959277"/>
                  <a:pt x="7450546" y="3959277"/>
                </a:cubicBezTo>
                <a:close/>
                <a:moveTo>
                  <a:pt x="6936107" y="3959277"/>
                </a:moveTo>
                <a:cubicBezTo>
                  <a:pt x="6914649" y="3959277"/>
                  <a:pt x="6897254" y="3976672"/>
                  <a:pt x="6897254" y="3998130"/>
                </a:cubicBezTo>
                <a:cubicBezTo>
                  <a:pt x="6897254" y="4019588"/>
                  <a:pt x="6914649" y="4036983"/>
                  <a:pt x="6936107" y="4036983"/>
                </a:cubicBezTo>
                <a:cubicBezTo>
                  <a:pt x="6957565" y="4036983"/>
                  <a:pt x="6974960" y="4019588"/>
                  <a:pt x="6974960" y="3998130"/>
                </a:cubicBezTo>
                <a:cubicBezTo>
                  <a:pt x="6974960" y="3976672"/>
                  <a:pt x="6957565" y="3959277"/>
                  <a:pt x="6936107" y="3959277"/>
                </a:cubicBezTo>
                <a:close/>
                <a:moveTo>
                  <a:pt x="6776344" y="3959277"/>
                </a:moveTo>
                <a:cubicBezTo>
                  <a:pt x="6754886" y="3959277"/>
                  <a:pt x="6737491" y="3976672"/>
                  <a:pt x="6737491" y="3998130"/>
                </a:cubicBezTo>
                <a:cubicBezTo>
                  <a:pt x="6737491" y="4019588"/>
                  <a:pt x="6754886" y="4036983"/>
                  <a:pt x="6776344" y="4036983"/>
                </a:cubicBezTo>
                <a:cubicBezTo>
                  <a:pt x="6797802" y="4036983"/>
                  <a:pt x="6815197" y="4019588"/>
                  <a:pt x="6815197" y="3998130"/>
                </a:cubicBezTo>
                <a:cubicBezTo>
                  <a:pt x="6815197" y="3976672"/>
                  <a:pt x="6797802" y="3959277"/>
                  <a:pt x="6776344" y="3959277"/>
                </a:cubicBezTo>
                <a:close/>
                <a:moveTo>
                  <a:pt x="5717373" y="3959277"/>
                </a:moveTo>
                <a:cubicBezTo>
                  <a:pt x="5695915" y="3959277"/>
                  <a:pt x="5678520" y="3976672"/>
                  <a:pt x="5678520" y="3998130"/>
                </a:cubicBezTo>
                <a:cubicBezTo>
                  <a:pt x="5678520" y="4019588"/>
                  <a:pt x="5695915" y="4036983"/>
                  <a:pt x="5717373" y="4036983"/>
                </a:cubicBezTo>
                <a:cubicBezTo>
                  <a:pt x="5738831" y="4036983"/>
                  <a:pt x="5756226" y="4019588"/>
                  <a:pt x="5756226" y="3998130"/>
                </a:cubicBezTo>
                <a:cubicBezTo>
                  <a:pt x="5756226" y="3976672"/>
                  <a:pt x="5738831" y="3959277"/>
                  <a:pt x="5717373" y="3959277"/>
                </a:cubicBezTo>
                <a:close/>
                <a:moveTo>
                  <a:pt x="5557610" y="3959277"/>
                </a:moveTo>
                <a:cubicBezTo>
                  <a:pt x="5536152" y="3959277"/>
                  <a:pt x="5518757" y="3976672"/>
                  <a:pt x="5518757" y="3998130"/>
                </a:cubicBezTo>
                <a:cubicBezTo>
                  <a:pt x="5518757" y="4019588"/>
                  <a:pt x="5536152" y="4036983"/>
                  <a:pt x="5557610" y="4036983"/>
                </a:cubicBezTo>
                <a:cubicBezTo>
                  <a:pt x="5579068" y="4036983"/>
                  <a:pt x="5596463" y="4019588"/>
                  <a:pt x="5596463" y="3998130"/>
                </a:cubicBezTo>
                <a:cubicBezTo>
                  <a:pt x="5596463" y="3976672"/>
                  <a:pt x="5579068" y="3959277"/>
                  <a:pt x="5557610" y="3959277"/>
                </a:cubicBezTo>
                <a:close/>
                <a:moveTo>
                  <a:pt x="3952421" y="3959277"/>
                </a:moveTo>
                <a:cubicBezTo>
                  <a:pt x="3930963" y="3959277"/>
                  <a:pt x="3913568" y="3976672"/>
                  <a:pt x="3913568" y="3998130"/>
                </a:cubicBezTo>
                <a:cubicBezTo>
                  <a:pt x="3913568" y="4019588"/>
                  <a:pt x="3930963" y="4036983"/>
                  <a:pt x="3952421" y="4036983"/>
                </a:cubicBezTo>
                <a:cubicBezTo>
                  <a:pt x="3973879" y="4036983"/>
                  <a:pt x="3991274" y="4019588"/>
                  <a:pt x="3991274" y="3998130"/>
                </a:cubicBezTo>
                <a:cubicBezTo>
                  <a:pt x="3991274" y="3976672"/>
                  <a:pt x="3973879" y="3959277"/>
                  <a:pt x="3952421" y="3959277"/>
                </a:cubicBezTo>
                <a:close/>
                <a:moveTo>
                  <a:pt x="3792658" y="3959277"/>
                </a:moveTo>
                <a:cubicBezTo>
                  <a:pt x="3771200" y="3959277"/>
                  <a:pt x="3753805" y="3976672"/>
                  <a:pt x="3753805" y="3998130"/>
                </a:cubicBezTo>
                <a:cubicBezTo>
                  <a:pt x="3753805" y="4019588"/>
                  <a:pt x="3771200" y="4036983"/>
                  <a:pt x="3792658" y="4036983"/>
                </a:cubicBezTo>
                <a:cubicBezTo>
                  <a:pt x="3814116" y="4036983"/>
                  <a:pt x="3831511" y="4019588"/>
                  <a:pt x="3831511" y="3998130"/>
                </a:cubicBezTo>
                <a:cubicBezTo>
                  <a:pt x="3831511" y="3976672"/>
                  <a:pt x="3814116" y="3959277"/>
                  <a:pt x="3792658" y="3959277"/>
                </a:cubicBezTo>
                <a:close/>
                <a:moveTo>
                  <a:pt x="3279905" y="3959277"/>
                </a:moveTo>
                <a:cubicBezTo>
                  <a:pt x="3258447" y="3959277"/>
                  <a:pt x="3241052" y="3976672"/>
                  <a:pt x="3241052" y="3998130"/>
                </a:cubicBezTo>
                <a:cubicBezTo>
                  <a:pt x="3241052" y="4019588"/>
                  <a:pt x="3258447" y="4036983"/>
                  <a:pt x="3279905" y="4036983"/>
                </a:cubicBezTo>
                <a:cubicBezTo>
                  <a:pt x="3301363" y="4036983"/>
                  <a:pt x="3318758" y="4019588"/>
                  <a:pt x="3318758" y="3998130"/>
                </a:cubicBezTo>
                <a:cubicBezTo>
                  <a:pt x="3318758" y="3976672"/>
                  <a:pt x="3301363" y="3959277"/>
                  <a:pt x="3279905" y="3959277"/>
                </a:cubicBezTo>
                <a:close/>
                <a:moveTo>
                  <a:pt x="3120141" y="3959277"/>
                </a:moveTo>
                <a:cubicBezTo>
                  <a:pt x="3098683" y="3959277"/>
                  <a:pt x="3081288" y="3976672"/>
                  <a:pt x="3081288" y="3998130"/>
                </a:cubicBezTo>
                <a:cubicBezTo>
                  <a:pt x="3081288" y="4019588"/>
                  <a:pt x="3098683" y="4036983"/>
                  <a:pt x="3120141" y="4036983"/>
                </a:cubicBezTo>
                <a:cubicBezTo>
                  <a:pt x="3141599" y="4036983"/>
                  <a:pt x="3158994" y="4019588"/>
                  <a:pt x="3158994" y="3998130"/>
                </a:cubicBezTo>
                <a:cubicBezTo>
                  <a:pt x="3158994" y="3976672"/>
                  <a:pt x="3141599" y="3959277"/>
                  <a:pt x="3120141" y="3959277"/>
                </a:cubicBezTo>
                <a:close/>
                <a:moveTo>
                  <a:pt x="1514953" y="3959277"/>
                </a:moveTo>
                <a:cubicBezTo>
                  <a:pt x="1493495" y="3959277"/>
                  <a:pt x="1476100" y="3976672"/>
                  <a:pt x="1476100" y="3998130"/>
                </a:cubicBezTo>
                <a:cubicBezTo>
                  <a:pt x="1476100" y="4019588"/>
                  <a:pt x="1493495" y="4036983"/>
                  <a:pt x="1514953" y="4036983"/>
                </a:cubicBezTo>
                <a:cubicBezTo>
                  <a:pt x="1536411" y="4036983"/>
                  <a:pt x="1553806" y="4019588"/>
                  <a:pt x="1553806" y="3998130"/>
                </a:cubicBezTo>
                <a:cubicBezTo>
                  <a:pt x="1553806" y="3976672"/>
                  <a:pt x="1536411" y="3959277"/>
                  <a:pt x="1514953" y="3959277"/>
                </a:cubicBezTo>
                <a:close/>
                <a:moveTo>
                  <a:pt x="1355190" y="3959277"/>
                </a:moveTo>
                <a:cubicBezTo>
                  <a:pt x="1333732" y="3959277"/>
                  <a:pt x="1316337" y="3976672"/>
                  <a:pt x="1316337" y="3998130"/>
                </a:cubicBezTo>
                <a:cubicBezTo>
                  <a:pt x="1316337" y="4019588"/>
                  <a:pt x="1333732" y="4036983"/>
                  <a:pt x="1355190" y="4036983"/>
                </a:cubicBezTo>
                <a:cubicBezTo>
                  <a:pt x="1376648" y="4036983"/>
                  <a:pt x="1394043" y="4019588"/>
                  <a:pt x="1394043" y="3998130"/>
                </a:cubicBezTo>
                <a:cubicBezTo>
                  <a:pt x="1394043" y="3976672"/>
                  <a:pt x="1376648" y="3959277"/>
                  <a:pt x="1355190" y="3959277"/>
                </a:cubicBezTo>
                <a:close/>
                <a:moveTo>
                  <a:pt x="296219" y="3959277"/>
                </a:moveTo>
                <a:cubicBezTo>
                  <a:pt x="274761" y="3959277"/>
                  <a:pt x="257366" y="3976672"/>
                  <a:pt x="257366" y="3998130"/>
                </a:cubicBezTo>
                <a:cubicBezTo>
                  <a:pt x="257366" y="4019588"/>
                  <a:pt x="274761" y="4036983"/>
                  <a:pt x="296219" y="4036983"/>
                </a:cubicBezTo>
                <a:cubicBezTo>
                  <a:pt x="317677" y="4036983"/>
                  <a:pt x="335072" y="4019588"/>
                  <a:pt x="335072" y="3998130"/>
                </a:cubicBezTo>
                <a:cubicBezTo>
                  <a:pt x="335069" y="3976672"/>
                  <a:pt x="317675" y="3959277"/>
                  <a:pt x="296219" y="3959277"/>
                </a:cubicBezTo>
                <a:close/>
                <a:moveTo>
                  <a:pt x="136456" y="3959277"/>
                </a:moveTo>
                <a:cubicBezTo>
                  <a:pt x="114998" y="3959277"/>
                  <a:pt x="97603" y="3976672"/>
                  <a:pt x="97603" y="3998130"/>
                </a:cubicBezTo>
                <a:cubicBezTo>
                  <a:pt x="97604" y="4019588"/>
                  <a:pt x="114998" y="4036983"/>
                  <a:pt x="136456" y="4036983"/>
                </a:cubicBezTo>
                <a:cubicBezTo>
                  <a:pt x="157914" y="4036983"/>
                  <a:pt x="175309" y="4019588"/>
                  <a:pt x="175309" y="3998130"/>
                </a:cubicBezTo>
                <a:cubicBezTo>
                  <a:pt x="175306" y="3976672"/>
                  <a:pt x="157912" y="3959277"/>
                  <a:pt x="136456" y="3959277"/>
                </a:cubicBezTo>
                <a:close/>
                <a:moveTo>
                  <a:pt x="9102152" y="3945491"/>
                </a:moveTo>
                <a:cubicBezTo>
                  <a:pt x="9106425" y="3945491"/>
                  <a:pt x="9109889" y="3948955"/>
                  <a:pt x="9109889" y="3953228"/>
                </a:cubicBezTo>
                <a:cubicBezTo>
                  <a:pt x="9109889" y="3984174"/>
                  <a:pt x="9109888" y="4015119"/>
                  <a:pt x="9109888" y="4046065"/>
                </a:cubicBezTo>
                <a:lnTo>
                  <a:pt x="9102152" y="4053801"/>
                </a:lnTo>
                <a:cubicBezTo>
                  <a:pt x="9097879" y="4053801"/>
                  <a:pt x="9094415" y="4050337"/>
                  <a:pt x="9094415" y="4046064"/>
                </a:cubicBezTo>
                <a:lnTo>
                  <a:pt x="9094415" y="3953228"/>
                </a:lnTo>
                <a:cubicBezTo>
                  <a:pt x="9094415" y="3948955"/>
                  <a:pt x="9097879" y="3945491"/>
                  <a:pt x="9102152" y="3945491"/>
                </a:cubicBezTo>
                <a:close/>
                <a:moveTo>
                  <a:pt x="9068689" y="3945491"/>
                </a:moveTo>
                <a:cubicBezTo>
                  <a:pt x="9072962" y="3945491"/>
                  <a:pt x="9076426" y="3948955"/>
                  <a:pt x="9076426" y="3953228"/>
                </a:cubicBezTo>
                <a:cubicBezTo>
                  <a:pt x="9076426" y="3984174"/>
                  <a:pt x="9076425" y="4015119"/>
                  <a:pt x="9076425" y="4046065"/>
                </a:cubicBezTo>
                <a:lnTo>
                  <a:pt x="9068689" y="4053801"/>
                </a:lnTo>
                <a:cubicBezTo>
                  <a:pt x="9064416" y="4053801"/>
                  <a:pt x="9060952" y="4050337"/>
                  <a:pt x="9060952" y="4046064"/>
                </a:cubicBezTo>
                <a:lnTo>
                  <a:pt x="9060952" y="3953228"/>
                </a:lnTo>
                <a:cubicBezTo>
                  <a:pt x="9060952" y="3948955"/>
                  <a:pt x="9064416" y="3945491"/>
                  <a:pt x="9068689" y="3945491"/>
                </a:cubicBezTo>
                <a:close/>
                <a:moveTo>
                  <a:pt x="8988807" y="3945491"/>
                </a:moveTo>
                <a:cubicBezTo>
                  <a:pt x="9018717" y="3945491"/>
                  <a:pt x="9042963" y="3969737"/>
                  <a:pt x="9042963" y="3999646"/>
                </a:cubicBezTo>
                <a:cubicBezTo>
                  <a:pt x="9042963" y="4029555"/>
                  <a:pt x="9018717" y="4053801"/>
                  <a:pt x="8988807" y="4053801"/>
                </a:cubicBezTo>
                <a:cubicBezTo>
                  <a:pt x="8958897" y="4053801"/>
                  <a:pt x="8934651" y="4029555"/>
                  <a:pt x="8934651" y="3999646"/>
                </a:cubicBezTo>
                <a:cubicBezTo>
                  <a:pt x="8934651" y="3969737"/>
                  <a:pt x="8958897" y="3945491"/>
                  <a:pt x="8988807" y="3945491"/>
                </a:cubicBezTo>
                <a:close/>
                <a:moveTo>
                  <a:pt x="8589399" y="3945491"/>
                </a:moveTo>
                <a:cubicBezTo>
                  <a:pt x="8593672" y="3945491"/>
                  <a:pt x="8597136" y="3948955"/>
                  <a:pt x="8597136" y="3953228"/>
                </a:cubicBezTo>
                <a:cubicBezTo>
                  <a:pt x="8597136" y="3984174"/>
                  <a:pt x="8597135" y="4015119"/>
                  <a:pt x="8597135" y="4046065"/>
                </a:cubicBezTo>
                <a:lnTo>
                  <a:pt x="8589399" y="4053801"/>
                </a:lnTo>
                <a:cubicBezTo>
                  <a:pt x="8585126" y="4053801"/>
                  <a:pt x="8581662" y="4050337"/>
                  <a:pt x="8581662" y="4046064"/>
                </a:cubicBezTo>
                <a:lnTo>
                  <a:pt x="8581662" y="3953228"/>
                </a:lnTo>
                <a:cubicBezTo>
                  <a:pt x="8581662" y="3948955"/>
                  <a:pt x="8585126" y="3945491"/>
                  <a:pt x="8589399" y="3945491"/>
                </a:cubicBezTo>
                <a:close/>
                <a:moveTo>
                  <a:pt x="8555936" y="3945491"/>
                </a:moveTo>
                <a:cubicBezTo>
                  <a:pt x="8560209" y="3945491"/>
                  <a:pt x="8563673" y="3948955"/>
                  <a:pt x="8563673" y="3953228"/>
                </a:cubicBezTo>
                <a:cubicBezTo>
                  <a:pt x="8563673" y="3984174"/>
                  <a:pt x="8563672" y="4015119"/>
                  <a:pt x="8563672" y="4046065"/>
                </a:cubicBezTo>
                <a:lnTo>
                  <a:pt x="8555936" y="4053801"/>
                </a:lnTo>
                <a:cubicBezTo>
                  <a:pt x="8551663" y="4053801"/>
                  <a:pt x="8548199" y="4050337"/>
                  <a:pt x="8548199" y="4046064"/>
                </a:cubicBezTo>
                <a:lnTo>
                  <a:pt x="8548199" y="3953228"/>
                </a:lnTo>
                <a:cubicBezTo>
                  <a:pt x="8548199" y="3948955"/>
                  <a:pt x="8551663" y="3945491"/>
                  <a:pt x="8555936" y="3945491"/>
                </a:cubicBezTo>
                <a:close/>
                <a:moveTo>
                  <a:pt x="8476054" y="3945491"/>
                </a:moveTo>
                <a:cubicBezTo>
                  <a:pt x="8505964" y="3945491"/>
                  <a:pt x="8530210" y="3969737"/>
                  <a:pt x="8530210" y="3999646"/>
                </a:cubicBezTo>
                <a:cubicBezTo>
                  <a:pt x="8530210" y="4029555"/>
                  <a:pt x="8505964" y="4053801"/>
                  <a:pt x="8476054" y="4053801"/>
                </a:cubicBezTo>
                <a:cubicBezTo>
                  <a:pt x="8446144" y="4053801"/>
                  <a:pt x="8421898" y="4029555"/>
                  <a:pt x="8421898" y="3999646"/>
                </a:cubicBezTo>
                <a:cubicBezTo>
                  <a:pt x="8421898" y="3969737"/>
                  <a:pt x="8446144" y="3945491"/>
                  <a:pt x="8476054" y="3945491"/>
                </a:cubicBezTo>
                <a:close/>
                <a:moveTo>
                  <a:pt x="8396172" y="3945491"/>
                </a:moveTo>
                <a:cubicBezTo>
                  <a:pt x="8400445" y="3945491"/>
                  <a:pt x="8403909" y="3948955"/>
                  <a:pt x="8403909" y="3953228"/>
                </a:cubicBezTo>
                <a:cubicBezTo>
                  <a:pt x="8403909" y="3984174"/>
                  <a:pt x="8403908" y="4015119"/>
                  <a:pt x="8403908" y="4046065"/>
                </a:cubicBezTo>
                <a:lnTo>
                  <a:pt x="8396172" y="4053801"/>
                </a:lnTo>
                <a:cubicBezTo>
                  <a:pt x="8391899" y="4053801"/>
                  <a:pt x="8388435" y="4050337"/>
                  <a:pt x="8388435" y="4046064"/>
                </a:cubicBezTo>
                <a:lnTo>
                  <a:pt x="8388435" y="3953228"/>
                </a:lnTo>
                <a:cubicBezTo>
                  <a:pt x="8388435" y="3948955"/>
                  <a:pt x="8391899" y="3945491"/>
                  <a:pt x="8396172" y="3945491"/>
                </a:cubicBezTo>
                <a:close/>
                <a:moveTo>
                  <a:pt x="8362709" y="3945491"/>
                </a:moveTo>
                <a:cubicBezTo>
                  <a:pt x="8366982" y="3945491"/>
                  <a:pt x="8370446" y="3948955"/>
                  <a:pt x="8370446" y="3953228"/>
                </a:cubicBezTo>
                <a:cubicBezTo>
                  <a:pt x="8370446" y="3984174"/>
                  <a:pt x="8370445" y="4015119"/>
                  <a:pt x="8370445" y="4046065"/>
                </a:cubicBezTo>
                <a:lnTo>
                  <a:pt x="8362709" y="4053801"/>
                </a:lnTo>
                <a:cubicBezTo>
                  <a:pt x="8358436" y="4053801"/>
                  <a:pt x="8354972" y="4050337"/>
                  <a:pt x="8354972" y="4046064"/>
                </a:cubicBezTo>
                <a:lnTo>
                  <a:pt x="8354972" y="3953228"/>
                </a:lnTo>
                <a:cubicBezTo>
                  <a:pt x="8354972" y="3948955"/>
                  <a:pt x="8358436" y="3945491"/>
                  <a:pt x="8362709" y="3945491"/>
                </a:cubicBezTo>
                <a:close/>
                <a:moveTo>
                  <a:pt x="8282827" y="3945491"/>
                </a:moveTo>
                <a:cubicBezTo>
                  <a:pt x="8312737" y="3945491"/>
                  <a:pt x="8336983" y="3969737"/>
                  <a:pt x="8336983" y="3999646"/>
                </a:cubicBezTo>
                <a:cubicBezTo>
                  <a:pt x="8336983" y="4029555"/>
                  <a:pt x="8312737" y="4053801"/>
                  <a:pt x="8282827" y="4053801"/>
                </a:cubicBezTo>
                <a:cubicBezTo>
                  <a:pt x="8252917" y="4053801"/>
                  <a:pt x="8228671" y="4029555"/>
                  <a:pt x="8228671" y="3999646"/>
                </a:cubicBezTo>
                <a:cubicBezTo>
                  <a:pt x="8228671" y="3969737"/>
                  <a:pt x="8252917" y="3945491"/>
                  <a:pt x="8282827" y="3945491"/>
                </a:cubicBezTo>
                <a:close/>
                <a:moveTo>
                  <a:pt x="8202946" y="3945491"/>
                </a:moveTo>
                <a:cubicBezTo>
                  <a:pt x="8207219" y="3945491"/>
                  <a:pt x="8210683" y="3948955"/>
                  <a:pt x="8210683" y="3953228"/>
                </a:cubicBezTo>
                <a:cubicBezTo>
                  <a:pt x="8210683" y="3984174"/>
                  <a:pt x="8210682" y="4015119"/>
                  <a:pt x="8210682" y="4046065"/>
                </a:cubicBezTo>
                <a:lnTo>
                  <a:pt x="8202946" y="4053801"/>
                </a:lnTo>
                <a:cubicBezTo>
                  <a:pt x="8198673" y="4053801"/>
                  <a:pt x="8195209" y="4050337"/>
                  <a:pt x="8195209" y="4046064"/>
                </a:cubicBezTo>
                <a:lnTo>
                  <a:pt x="8195209" y="3953228"/>
                </a:lnTo>
                <a:cubicBezTo>
                  <a:pt x="8195209" y="3948955"/>
                  <a:pt x="8198673" y="3945491"/>
                  <a:pt x="8202946" y="3945491"/>
                </a:cubicBezTo>
                <a:close/>
                <a:moveTo>
                  <a:pt x="8123064" y="3945491"/>
                </a:moveTo>
                <a:cubicBezTo>
                  <a:pt x="8152974" y="3945491"/>
                  <a:pt x="8177220" y="3969737"/>
                  <a:pt x="8177220" y="3999646"/>
                </a:cubicBezTo>
                <a:cubicBezTo>
                  <a:pt x="8177220" y="4029555"/>
                  <a:pt x="8152974" y="4053801"/>
                  <a:pt x="8123064" y="4053801"/>
                </a:cubicBezTo>
                <a:cubicBezTo>
                  <a:pt x="8093154" y="4053801"/>
                  <a:pt x="8068908" y="4029555"/>
                  <a:pt x="8068908" y="3999646"/>
                </a:cubicBezTo>
                <a:cubicBezTo>
                  <a:pt x="8068908" y="3969737"/>
                  <a:pt x="8093154" y="3945491"/>
                  <a:pt x="8123064" y="3945491"/>
                </a:cubicBezTo>
                <a:close/>
                <a:moveTo>
                  <a:pt x="8043182" y="3945491"/>
                </a:moveTo>
                <a:cubicBezTo>
                  <a:pt x="8047455" y="3945491"/>
                  <a:pt x="8050919" y="3948955"/>
                  <a:pt x="8050919" y="3953228"/>
                </a:cubicBezTo>
                <a:cubicBezTo>
                  <a:pt x="8050919" y="3984174"/>
                  <a:pt x="8050918" y="4015119"/>
                  <a:pt x="8050918" y="4046065"/>
                </a:cubicBezTo>
                <a:lnTo>
                  <a:pt x="8043182" y="4053801"/>
                </a:lnTo>
                <a:cubicBezTo>
                  <a:pt x="8038909" y="4053801"/>
                  <a:pt x="8035445" y="4050337"/>
                  <a:pt x="8035445" y="4046064"/>
                </a:cubicBezTo>
                <a:lnTo>
                  <a:pt x="8035445" y="3953228"/>
                </a:lnTo>
                <a:cubicBezTo>
                  <a:pt x="8035445" y="3948955"/>
                  <a:pt x="8038909" y="3945491"/>
                  <a:pt x="8043182" y="3945491"/>
                </a:cubicBezTo>
                <a:close/>
                <a:moveTo>
                  <a:pt x="7963300" y="3945491"/>
                </a:moveTo>
                <a:cubicBezTo>
                  <a:pt x="7993210" y="3945491"/>
                  <a:pt x="8017456" y="3969737"/>
                  <a:pt x="8017456" y="3999646"/>
                </a:cubicBezTo>
                <a:cubicBezTo>
                  <a:pt x="8017456" y="4029555"/>
                  <a:pt x="7993210" y="4053801"/>
                  <a:pt x="7963300" y="4053801"/>
                </a:cubicBezTo>
                <a:cubicBezTo>
                  <a:pt x="7933390" y="4053801"/>
                  <a:pt x="7909144" y="4029555"/>
                  <a:pt x="7909144" y="3999646"/>
                </a:cubicBezTo>
                <a:cubicBezTo>
                  <a:pt x="7909144" y="3969737"/>
                  <a:pt x="7933390" y="3945491"/>
                  <a:pt x="7963300" y="3945491"/>
                </a:cubicBezTo>
                <a:close/>
                <a:moveTo>
                  <a:pt x="7883418" y="3945491"/>
                </a:moveTo>
                <a:cubicBezTo>
                  <a:pt x="7887691" y="3945491"/>
                  <a:pt x="7891155" y="3948955"/>
                  <a:pt x="7891155" y="3953228"/>
                </a:cubicBezTo>
                <a:cubicBezTo>
                  <a:pt x="7891155" y="3984174"/>
                  <a:pt x="7891154" y="4015119"/>
                  <a:pt x="7891154" y="4046065"/>
                </a:cubicBezTo>
                <a:lnTo>
                  <a:pt x="7883418" y="4053801"/>
                </a:lnTo>
                <a:cubicBezTo>
                  <a:pt x="7879145" y="4053801"/>
                  <a:pt x="7875681" y="4050337"/>
                  <a:pt x="7875681" y="4046064"/>
                </a:cubicBezTo>
                <a:lnTo>
                  <a:pt x="7875681" y="3953228"/>
                </a:lnTo>
                <a:cubicBezTo>
                  <a:pt x="7875681" y="3948955"/>
                  <a:pt x="7879145" y="3945491"/>
                  <a:pt x="7883418" y="3945491"/>
                </a:cubicBezTo>
                <a:close/>
                <a:moveTo>
                  <a:pt x="7849955" y="3945491"/>
                </a:moveTo>
                <a:cubicBezTo>
                  <a:pt x="7854228" y="3945491"/>
                  <a:pt x="7857692" y="3948955"/>
                  <a:pt x="7857692" y="3953228"/>
                </a:cubicBezTo>
                <a:cubicBezTo>
                  <a:pt x="7857692" y="3984174"/>
                  <a:pt x="7857691" y="4015119"/>
                  <a:pt x="7857691" y="4046065"/>
                </a:cubicBezTo>
                <a:lnTo>
                  <a:pt x="7849955" y="4053801"/>
                </a:lnTo>
                <a:cubicBezTo>
                  <a:pt x="7845682" y="4053801"/>
                  <a:pt x="7842218" y="4050337"/>
                  <a:pt x="7842218" y="4046064"/>
                </a:cubicBezTo>
                <a:lnTo>
                  <a:pt x="7842218" y="3953228"/>
                </a:lnTo>
                <a:cubicBezTo>
                  <a:pt x="7842218" y="3948955"/>
                  <a:pt x="7845682" y="3945491"/>
                  <a:pt x="7849955" y="3945491"/>
                </a:cubicBezTo>
                <a:close/>
                <a:moveTo>
                  <a:pt x="7770073" y="3945491"/>
                </a:moveTo>
                <a:cubicBezTo>
                  <a:pt x="7799983" y="3945491"/>
                  <a:pt x="7824229" y="3969737"/>
                  <a:pt x="7824229" y="3999646"/>
                </a:cubicBezTo>
                <a:cubicBezTo>
                  <a:pt x="7824229" y="4029555"/>
                  <a:pt x="7799983" y="4053801"/>
                  <a:pt x="7770073" y="4053801"/>
                </a:cubicBezTo>
                <a:cubicBezTo>
                  <a:pt x="7740163" y="4053801"/>
                  <a:pt x="7715917" y="4029555"/>
                  <a:pt x="7715917" y="3999646"/>
                </a:cubicBezTo>
                <a:cubicBezTo>
                  <a:pt x="7715917" y="3969737"/>
                  <a:pt x="7740163" y="3945491"/>
                  <a:pt x="7770073" y="3945491"/>
                </a:cubicBezTo>
                <a:close/>
                <a:moveTo>
                  <a:pt x="7370665" y="3945491"/>
                </a:moveTo>
                <a:cubicBezTo>
                  <a:pt x="7374938" y="3945491"/>
                  <a:pt x="7378402" y="3948955"/>
                  <a:pt x="7378402" y="3953228"/>
                </a:cubicBezTo>
                <a:cubicBezTo>
                  <a:pt x="7378402" y="3984174"/>
                  <a:pt x="7378401" y="4015119"/>
                  <a:pt x="7378401" y="4046065"/>
                </a:cubicBezTo>
                <a:lnTo>
                  <a:pt x="7370665" y="4053801"/>
                </a:lnTo>
                <a:cubicBezTo>
                  <a:pt x="7366392" y="4053801"/>
                  <a:pt x="7362928" y="4050337"/>
                  <a:pt x="7362928" y="4046064"/>
                </a:cubicBezTo>
                <a:lnTo>
                  <a:pt x="7362928" y="3953228"/>
                </a:lnTo>
                <a:cubicBezTo>
                  <a:pt x="7362928" y="3948955"/>
                  <a:pt x="7366392" y="3945491"/>
                  <a:pt x="7370665" y="3945491"/>
                </a:cubicBezTo>
                <a:close/>
                <a:moveTo>
                  <a:pt x="7337202" y="3945491"/>
                </a:moveTo>
                <a:cubicBezTo>
                  <a:pt x="7341475" y="3945491"/>
                  <a:pt x="7344939" y="3948955"/>
                  <a:pt x="7344939" y="3953228"/>
                </a:cubicBezTo>
                <a:cubicBezTo>
                  <a:pt x="7344939" y="3984174"/>
                  <a:pt x="7344938" y="4015119"/>
                  <a:pt x="7344938" y="4046065"/>
                </a:cubicBezTo>
                <a:lnTo>
                  <a:pt x="7337202" y="4053801"/>
                </a:lnTo>
                <a:cubicBezTo>
                  <a:pt x="7332929" y="4053801"/>
                  <a:pt x="7329465" y="4050337"/>
                  <a:pt x="7329465" y="4046064"/>
                </a:cubicBezTo>
                <a:lnTo>
                  <a:pt x="7329465" y="3953228"/>
                </a:lnTo>
                <a:cubicBezTo>
                  <a:pt x="7329465" y="3948955"/>
                  <a:pt x="7332929" y="3945491"/>
                  <a:pt x="7337202" y="3945491"/>
                </a:cubicBezTo>
                <a:close/>
                <a:moveTo>
                  <a:pt x="7257320" y="3945491"/>
                </a:moveTo>
                <a:cubicBezTo>
                  <a:pt x="7287230" y="3945491"/>
                  <a:pt x="7311476" y="3969737"/>
                  <a:pt x="7311476" y="3999646"/>
                </a:cubicBezTo>
                <a:cubicBezTo>
                  <a:pt x="7311476" y="4029555"/>
                  <a:pt x="7287230" y="4053801"/>
                  <a:pt x="7257320" y="4053801"/>
                </a:cubicBezTo>
                <a:cubicBezTo>
                  <a:pt x="7227410" y="4053801"/>
                  <a:pt x="7203164" y="4029555"/>
                  <a:pt x="7203164" y="3999646"/>
                </a:cubicBezTo>
                <a:cubicBezTo>
                  <a:pt x="7203164" y="3969737"/>
                  <a:pt x="7227410" y="3945491"/>
                  <a:pt x="7257320" y="3945491"/>
                </a:cubicBezTo>
                <a:close/>
                <a:moveTo>
                  <a:pt x="7129358" y="3945491"/>
                </a:moveTo>
                <a:cubicBezTo>
                  <a:pt x="7159268" y="3945491"/>
                  <a:pt x="7183514" y="3969737"/>
                  <a:pt x="7183514" y="3999646"/>
                </a:cubicBezTo>
                <a:cubicBezTo>
                  <a:pt x="7183514" y="4029555"/>
                  <a:pt x="7159268" y="4053801"/>
                  <a:pt x="7129358" y="4053801"/>
                </a:cubicBezTo>
                <a:cubicBezTo>
                  <a:pt x="7099448" y="4053801"/>
                  <a:pt x="7075202" y="4029555"/>
                  <a:pt x="7075202" y="3999646"/>
                </a:cubicBezTo>
                <a:cubicBezTo>
                  <a:pt x="7075202" y="3969737"/>
                  <a:pt x="7099448" y="3945491"/>
                  <a:pt x="7129358" y="3945491"/>
                </a:cubicBezTo>
                <a:close/>
                <a:moveTo>
                  <a:pt x="7049451" y="3945491"/>
                </a:moveTo>
                <a:cubicBezTo>
                  <a:pt x="7053724" y="3945491"/>
                  <a:pt x="7057188" y="3948955"/>
                  <a:pt x="7057188" y="3953228"/>
                </a:cubicBezTo>
                <a:lnTo>
                  <a:pt x="7057188" y="4046064"/>
                </a:lnTo>
                <a:cubicBezTo>
                  <a:pt x="7057188" y="4050337"/>
                  <a:pt x="7053724" y="4053801"/>
                  <a:pt x="7049451" y="4053801"/>
                </a:cubicBezTo>
                <a:lnTo>
                  <a:pt x="7041715" y="4046065"/>
                </a:lnTo>
                <a:cubicBezTo>
                  <a:pt x="7041715" y="4015119"/>
                  <a:pt x="7041714" y="3984174"/>
                  <a:pt x="7041714" y="3953228"/>
                </a:cubicBezTo>
                <a:cubicBezTo>
                  <a:pt x="7041714" y="3948955"/>
                  <a:pt x="7045178" y="3945491"/>
                  <a:pt x="7049451" y="3945491"/>
                </a:cubicBezTo>
                <a:close/>
                <a:moveTo>
                  <a:pt x="7015988" y="3945491"/>
                </a:moveTo>
                <a:cubicBezTo>
                  <a:pt x="7020261" y="3945491"/>
                  <a:pt x="7023725" y="3948955"/>
                  <a:pt x="7023725" y="3953228"/>
                </a:cubicBezTo>
                <a:lnTo>
                  <a:pt x="7023725" y="4046064"/>
                </a:lnTo>
                <a:cubicBezTo>
                  <a:pt x="7023725" y="4050337"/>
                  <a:pt x="7020261" y="4053801"/>
                  <a:pt x="7015988" y="4053801"/>
                </a:cubicBezTo>
                <a:lnTo>
                  <a:pt x="7008252" y="4046065"/>
                </a:lnTo>
                <a:cubicBezTo>
                  <a:pt x="7008252" y="4015119"/>
                  <a:pt x="7008251" y="3984174"/>
                  <a:pt x="7008251" y="3953228"/>
                </a:cubicBezTo>
                <a:cubicBezTo>
                  <a:pt x="7008251" y="3948955"/>
                  <a:pt x="7011715" y="3945491"/>
                  <a:pt x="7015988" y="3945491"/>
                </a:cubicBezTo>
                <a:close/>
                <a:moveTo>
                  <a:pt x="6616580" y="3945491"/>
                </a:moveTo>
                <a:cubicBezTo>
                  <a:pt x="6646490" y="3945491"/>
                  <a:pt x="6670736" y="3969737"/>
                  <a:pt x="6670736" y="3999646"/>
                </a:cubicBezTo>
                <a:cubicBezTo>
                  <a:pt x="6670736" y="4029555"/>
                  <a:pt x="6646490" y="4053801"/>
                  <a:pt x="6616580" y="4053801"/>
                </a:cubicBezTo>
                <a:cubicBezTo>
                  <a:pt x="6586670" y="4053801"/>
                  <a:pt x="6562424" y="4029555"/>
                  <a:pt x="6562424" y="3999646"/>
                </a:cubicBezTo>
                <a:cubicBezTo>
                  <a:pt x="6562424" y="3969737"/>
                  <a:pt x="6586670" y="3945491"/>
                  <a:pt x="6616580" y="3945491"/>
                </a:cubicBezTo>
                <a:close/>
                <a:moveTo>
                  <a:pt x="6536698" y="3945491"/>
                </a:moveTo>
                <a:cubicBezTo>
                  <a:pt x="6540971" y="3945491"/>
                  <a:pt x="6544435" y="3948955"/>
                  <a:pt x="6544435" y="3953228"/>
                </a:cubicBezTo>
                <a:lnTo>
                  <a:pt x="6544435" y="4046064"/>
                </a:lnTo>
                <a:cubicBezTo>
                  <a:pt x="6544435" y="4050337"/>
                  <a:pt x="6540971" y="4053801"/>
                  <a:pt x="6536698" y="4053801"/>
                </a:cubicBezTo>
                <a:lnTo>
                  <a:pt x="6528962" y="4046065"/>
                </a:lnTo>
                <a:cubicBezTo>
                  <a:pt x="6528962" y="4015119"/>
                  <a:pt x="6528961" y="3984174"/>
                  <a:pt x="6528961" y="3953228"/>
                </a:cubicBezTo>
                <a:cubicBezTo>
                  <a:pt x="6528961" y="3948955"/>
                  <a:pt x="6532425" y="3945491"/>
                  <a:pt x="6536698" y="3945491"/>
                </a:cubicBezTo>
                <a:close/>
                <a:moveTo>
                  <a:pt x="6503235" y="3945491"/>
                </a:moveTo>
                <a:cubicBezTo>
                  <a:pt x="6507508" y="3945491"/>
                  <a:pt x="6510972" y="3948955"/>
                  <a:pt x="6510972" y="3953228"/>
                </a:cubicBezTo>
                <a:lnTo>
                  <a:pt x="6510972" y="4046064"/>
                </a:lnTo>
                <a:cubicBezTo>
                  <a:pt x="6510972" y="4050337"/>
                  <a:pt x="6507508" y="4053801"/>
                  <a:pt x="6503235" y="4053801"/>
                </a:cubicBezTo>
                <a:lnTo>
                  <a:pt x="6495499" y="4046065"/>
                </a:lnTo>
                <a:cubicBezTo>
                  <a:pt x="6495499" y="4015119"/>
                  <a:pt x="6495498" y="3984174"/>
                  <a:pt x="6495498" y="3953228"/>
                </a:cubicBezTo>
                <a:cubicBezTo>
                  <a:pt x="6495498" y="3948955"/>
                  <a:pt x="6498962" y="3945491"/>
                  <a:pt x="6503235" y="3945491"/>
                </a:cubicBezTo>
                <a:close/>
                <a:moveTo>
                  <a:pt x="6423354" y="3945491"/>
                </a:moveTo>
                <a:cubicBezTo>
                  <a:pt x="6453264" y="3945491"/>
                  <a:pt x="6477510" y="3969737"/>
                  <a:pt x="6477510" y="3999646"/>
                </a:cubicBezTo>
                <a:cubicBezTo>
                  <a:pt x="6477510" y="4029555"/>
                  <a:pt x="6453264" y="4053801"/>
                  <a:pt x="6423354" y="4053801"/>
                </a:cubicBezTo>
                <a:cubicBezTo>
                  <a:pt x="6393444" y="4053801"/>
                  <a:pt x="6369198" y="4029555"/>
                  <a:pt x="6369198" y="3999646"/>
                </a:cubicBezTo>
                <a:cubicBezTo>
                  <a:pt x="6369198" y="3969737"/>
                  <a:pt x="6393444" y="3945491"/>
                  <a:pt x="6423354" y="3945491"/>
                </a:cubicBezTo>
                <a:close/>
                <a:moveTo>
                  <a:pt x="6343472" y="3945491"/>
                </a:moveTo>
                <a:cubicBezTo>
                  <a:pt x="6347745" y="3945491"/>
                  <a:pt x="6351209" y="3948955"/>
                  <a:pt x="6351209" y="3953228"/>
                </a:cubicBezTo>
                <a:lnTo>
                  <a:pt x="6351209" y="4046064"/>
                </a:lnTo>
                <a:cubicBezTo>
                  <a:pt x="6351209" y="4050337"/>
                  <a:pt x="6347745" y="4053801"/>
                  <a:pt x="6343472" y="4053801"/>
                </a:cubicBezTo>
                <a:lnTo>
                  <a:pt x="6335736" y="4046065"/>
                </a:lnTo>
                <a:cubicBezTo>
                  <a:pt x="6335736" y="4015119"/>
                  <a:pt x="6335735" y="3984174"/>
                  <a:pt x="6335735" y="3953228"/>
                </a:cubicBezTo>
                <a:cubicBezTo>
                  <a:pt x="6335735" y="3948955"/>
                  <a:pt x="6339199" y="3945491"/>
                  <a:pt x="6343472" y="3945491"/>
                </a:cubicBezTo>
                <a:close/>
                <a:moveTo>
                  <a:pt x="6263590" y="3945491"/>
                </a:moveTo>
                <a:cubicBezTo>
                  <a:pt x="6293500" y="3945491"/>
                  <a:pt x="6317746" y="3969737"/>
                  <a:pt x="6317746" y="3999646"/>
                </a:cubicBezTo>
                <a:cubicBezTo>
                  <a:pt x="6317746" y="4029555"/>
                  <a:pt x="6293500" y="4053801"/>
                  <a:pt x="6263590" y="4053801"/>
                </a:cubicBezTo>
                <a:cubicBezTo>
                  <a:pt x="6233680" y="4053801"/>
                  <a:pt x="6209434" y="4029555"/>
                  <a:pt x="6209434" y="3999646"/>
                </a:cubicBezTo>
                <a:cubicBezTo>
                  <a:pt x="6209434" y="3969737"/>
                  <a:pt x="6233680" y="3945491"/>
                  <a:pt x="6263590" y="3945491"/>
                </a:cubicBezTo>
                <a:close/>
                <a:moveTo>
                  <a:pt x="6183708" y="3945491"/>
                </a:moveTo>
                <a:cubicBezTo>
                  <a:pt x="6187981" y="3945491"/>
                  <a:pt x="6191445" y="3948955"/>
                  <a:pt x="6191445" y="3953228"/>
                </a:cubicBezTo>
                <a:lnTo>
                  <a:pt x="6191445" y="4046064"/>
                </a:lnTo>
                <a:cubicBezTo>
                  <a:pt x="6191445" y="4050337"/>
                  <a:pt x="6187981" y="4053801"/>
                  <a:pt x="6183708" y="4053801"/>
                </a:cubicBezTo>
                <a:lnTo>
                  <a:pt x="6175972" y="4046065"/>
                </a:lnTo>
                <a:cubicBezTo>
                  <a:pt x="6175972" y="4015119"/>
                  <a:pt x="6175971" y="3984174"/>
                  <a:pt x="6175971" y="3953228"/>
                </a:cubicBezTo>
                <a:cubicBezTo>
                  <a:pt x="6175971" y="3948955"/>
                  <a:pt x="6179435" y="3945491"/>
                  <a:pt x="6183708" y="3945491"/>
                </a:cubicBezTo>
                <a:close/>
                <a:moveTo>
                  <a:pt x="6103826" y="3945491"/>
                </a:moveTo>
                <a:cubicBezTo>
                  <a:pt x="6133736" y="3945491"/>
                  <a:pt x="6157982" y="3969737"/>
                  <a:pt x="6157982" y="3999646"/>
                </a:cubicBezTo>
                <a:cubicBezTo>
                  <a:pt x="6157982" y="4029555"/>
                  <a:pt x="6133736" y="4053801"/>
                  <a:pt x="6103826" y="4053801"/>
                </a:cubicBezTo>
                <a:cubicBezTo>
                  <a:pt x="6073916" y="4053801"/>
                  <a:pt x="6049670" y="4029555"/>
                  <a:pt x="6049670" y="3999646"/>
                </a:cubicBezTo>
                <a:cubicBezTo>
                  <a:pt x="6049670" y="3969737"/>
                  <a:pt x="6073916" y="3945491"/>
                  <a:pt x="6103826" y="3945491"/>
                </a:cubicBezTo>
                <a:close/>
                <a:moveTo>
                  <a:pt x="6023944" y="3945491"/>
                </a:moveTo>
                <a:cubicBezTo>
                  <a:pt x="6028217" y="3945491"/>
                  <a:pt x="6031681" y="3948955"/>
                  <a:pt x="6031681" y="3953228"/>
                </a:cubicBezTo>
                <a:lnTo>
                  <a:pt x="6031681" y="4046064"/>
                </a:lnTo>
                <a:cubicBezTo>
                  <a:pt x="6031681" y="4050337"/>
                  <a:pt x="6028217" y="4053801"/>
                  <a:pt x="6023944" y="4053801"/>
                </a:cubicBezTo>
                <a:lnTo>
                  <a:pt x="6016208" y="4046065"/>
                </a:lnTo>
                <a:cubicBezTo>
                  <a:pt x="6016208" y="4015119"/>
                  <a:pt x="6016207" y="3984174"/>
                  <a:pt x="6016207" y="3953228"/>
                </a:cubicBezTo>
                <a:cubicBezTo>
                  <a:pt x="6016207" y="3948955"/>
                  <a:pt x="6019671" y="3945491"/>
                  <a:pt x="6023944" y="3945491"/>
                </a:cubicBezTo>
                <a:close/>
                <a:moveTo>
                  <a:pt x="5990481" y="3945491"/>
                </a:moveTo>
                <a:cubicBezTo>
                  <a:pt x="5994754" y="3945491"/>
                  <a:pt x="5998218" y="3948955"/>
                  <a:pt x="5998218" y="3953228"/>
                </a:cubicBezTo>
                <a:lnTo>
                  <a:pt x="5998218" y="4046064"/>
                </a:lnTo>
                <a:cubicBezTo>
                  <a:pt x="5998218" y="4050337"/>
                  <a:pt x="5994754" y="4053801"/>
                  <a:pt x="5990481" y="4053801"/>
                </a:cubicBezTo>
                <a:lnTo>
                  <a:pt x="5982745" y="4046065"/>
                </a:lnTo>
                <a:cubicBezTo>
                  <a:pt x="5982745" y="4015119"/>
                  <a:pt x="5982744" y="3984174"/>
                  <a:pt x="5982744" y="3953228"/>
                </a:cubicBezTo>
                <a:cubicBezTo>
                  <a:pt x="5982744" y="3948955"/>
                  <a:pt x="5986208" y="3945491"/>
                  <a:pt x="5990481" y="3945491"/>
                </a:cubicBezTo>
                <a:close/>
                <a:moveTo>
                  <a:pt x="5910599" y="3945491"/>
                </a:moveTo>
                <a:cubicBezTo>
                  <a:pt x="5940509" y="3945491"/>
                  <a:pt x="5964755" y="3969737"/>
                  <a:pt x="5964755" y="3999646"/>
                </a:cubicBezTo>
                <a:cubicBezTo>
                  <a:pt x="5964755" y="4029555"/>
                  <a:pt x="5940509" y="4053801"/>
                  <a:pt x="5910599" y="4053801"/>
                </a:cubicBezTo>
                <a:cubicBezTo>
                  <a:pt x="5880689" y="4053801"/>
                  <a:pt x="5856443" y="4029555"/>
                  <a:pt x="5856443" y="3999646"/>
                </a:cubicBezTo>
                <a:cubicBezTo>
                  <a:pt x="5856443" y="3969737"/>
                  <a:pt x="5880689" y="3945491"/>
                  <a:pt x="5910599" y="3945491"/>
                </a:cubicBezTo>
                <a:close/>
                <a:moveTo>
                  <a:pt x="5830717" y="3945491"/>
                </a:moveTo>
                <a:cubicBezTo>
                  <a:pt x="5834990" y="3945491"/>
                  <a:pt x="5838454" y="3948955"/>
                  <a:pt x="5838454" y="3953228"/>
                </a:cubicBezTo>
                <a:lnTo>
                  <a:pt x="5838454" y="4046064"/>
                </a:lnTo>
                <a:cubicBezTo>
                  <a:pt x="5838454" y="4050337"/>
                  <a:pt x="5834990" y="4053801"/>
                  <a:pt x="5830717" y="4053801"/>
                </a:cubicBezTo>
                <a:lnTo>
                  <a:pt x="5822981" y="4046065"/>
                </a:lnTo>
                <a:cubicBezTo>
                  <a:pt x="5822981" y="4015119"/>
                  <a:pt x="5822980" y="3984174"/>
                  <a:pt x="5822980" y="3953228"/>
                </a:cubicBezTo>
                <a:cubicBezTo>
                  <a:pt x="5822980" y="3948955"/>
                  <a:pt x="5826444" y="3945491"/>
                  <a:pt x="5830717" y="3945491"/>
                </a:cubicBezTo>
                <a:close/>
                <a:moveTo>
                  <a:pt x="5797254" y="3945491"/>
                </a:moveTo>
                <a:cubicBezTo>
                  <a:pt x="5801527" y="3945491"/>
                  <a:pt x="5804991" y="3948955"/>
                  <a:pt x="5804991" y="3953228"/>
                </a:cubicBezTo>
                <a:lnTo>
                  <a:pt x="5804991" y="4046064"/>
                </a:lnTo>
                <a:cubicBezTo>
                  <a:pt x="5804991" y="4050337"/>
                  <a:pt x="5801527" y="4053801"/>
                  <a:pt x="5797254" y="4053801"/>
                </a:cubicBezTo>
                <a:lnTo>
                  <a:pt x="5789518" y="4046065"/>
                </a:lnTo>
                <a:cubicBezTo>
                  <a:pt x="5789518" y="4015119"/>
                  <a:pt x="5789517" y="3984174"/>
                  <a:pt x="5789517" y="3953228"/>
                </a:cubicBezTo>
                <a:cubicBezTo>
                  <a:pt x="5789517" y="3948955"/>
                  <a:pt x="5792981" y="3945491"/>
                  <a:pt x="5797254" y="3945491"/>
                </a:cubicBezTo>
                <a:close/>
                <a:moveTo>
                  <a:pt x="5397846" y="3945491"/>
                </a:moveTo>
                <a:cubicBezTo>
                  <a:pt x="5427756" y="3945491"/>
                  <a:pt x="5452002" y="3969737"/>
                  <a:pt x="5452002" y="3999646"/>
                </a:cubicBezTo>
                <a:cubicBezTo>
                  <a:pt x="5452002" y="4029555"/>
                  <a:pt x="5427756" y="4053801"/>
                  <a:pt x="5397846" y="4053801"/>
                </a:cubicBezTo>
                <a:cubicBezTo>
                  <a:pt x="5367936" y="4053801"/>
                  <a:pt x="5343690" y="4029555"/>
                  <a:pt x="5343690" y="3999646"/>
                </a:cubicBezTo>
                <a:cubicBezTo>
                  <a:pt x="5343690" y="3969737"/>
                  <a:pt x="5367936" y="3945491"/>
                  <a:pt x="5397846" y="3945491"/>
                </a:cubicBezTo>
                <a:close/>
                <a:moveTo>
                  <a:pt x="5317964" y="3945491"/>
                </a:moveTo>
                <a:cubicBezTo>
                  <a:pt x="5322237" y="3945491"/>
                  <a:pt x="5325701" y="3948955"/>
                  <a:pt x="5325701" y="3953228"/>
                </a:cubicBezTo>
                <a:lnTo>
                  <a:pt x="5325701" y="4046064"/>
                </a:lnTo>
                <a:cubicBezTo>
                  <a:pt x="5325701" y="4050337"/>
                  <a:pt x="5322237" y="4053801"/>
                  <a:pt x="5317964" y="4053801"/>
                </a:cubicBezTo>
                <a:lnTo>
                  <a:pt x="5310228" y="4046065"/>
                </a:lnTo>
                <a:cubicBezTo>
                  <a:pt x="5310228" y="4015119"/>
                  <a:pt x="5310227" y="3984174"/>
                  <a:pt x="5310227" y="3953228"/>
                </a:cubicBezTo>
                <a:cubicBezTo>
                  <a:pt x="5310227" y="3948955"/>
                  <a:pt x="5313691" y="3945491"/>
                  <a:pt x="5317964" y="3945491"/>
                </a:cubicBezTo>
                <a:close/>
                <a:moveTo>
                  <a:pt x="5284501" y="3945491"/>
                </a:moveTo>
                <a:cubicBezTo>
                  <a:pt x="5288774" y="3945491"/>
                  <a:pt x="5292238" y="3948955"/>
                  <a:pt x="5292238" y="3953228"/>
                </a:cubicBezTo>
                <a:lnTo>
                  <a:pt x="5292238" y="4046064"/>
                </a:lnTo>
                <a:cubicBezTo>
                  <a:pt x="5292238" y="4050337"/>
                  <a:pt x="5288774" y="4053801"/>
                  <a:pt x="5284501" y="4053801"/>
                </a:cubicBezTo>
                <a:lnTo>
                  <a:pt x="5276765" y="4046065"/>
                </a:lnTo>
                <a:cubicBezTo>
                  <a:pt x="5276765" y="4015119"/>
                  <a:pt x="5276764" y="3984174"/>
                  <a:pt x="5276764" y="3953228"/>
                </a:cubicBezTo>
                <a:cubicBezTo>
                  <a:pt x="5276764" y="3948955"/>
                  <a:pt x="5280228" y="3945491"/>
                  <a:pt x="5284501" y="3945491"/>
                </a:cubicBezTo>
                <a:close/>
                <a:moveTo>
                  <a:pt x="5204619" y="3945491"/>
                </a:moveTo>
                <a:cubicBezTo>
                  <a:pt x="5234529" y="3945491"/>
                  <a:pt x="5258775" y="3969737"/>
                  <a:pt x="5258775" y="3999646"/>
                </a:cubicBezTo>
                <a:cubicBezTo>
                  <a:pt x="5258775" y="4029555"/>
                  <a:pt x="5234529" y="4053801"/>
                  <a:pt x="5204619" y="4053801"/>
                </a:cubicBezTo>
                <a:cubicBezTo>
                  <a:pt x="5174709" y="4053801"/>
                  <a:pt x="5150463" y="4029555"/>
                  <a:pt x="5150463" y="3999646"/>
                </a:cubicBezTo>
                <a:cubicBezTo>
                  <a:pt x="5150463" y="3969737"/>
                  <a:pt x="5174709" y="3945491"/>
                  <a:pt x="5204619" y="3945491"/>
                </a:cubicBezTo>
                <a:close/>
                <a:moveTo>
                  <a:pt x="5124737" y="3945491"/>
                </a:moveTo>
                <a:cubicBezTo>
                  <a:pt x="5129010" y="3945491"/>
                  <a:pt x="5132474" y="3948955"/>
                  <a:pt x="5132474" y="3953228"/>
                </a:cubicBezTo>
                <a:lnTo>
                  <a:pt x="5132474" y="4046064"/>
                </a:lnTo>
                <a:cubicBezTo>
                  <a:pt x="5132474" y="4050337"/>
                  <a:pt x="5129010" y="4053801"/>
                  <a:pt x="5124737" y="4053801"/>
                </a:cubicBezTo>
                <a:lnTo>
                  <a:pt x="5117001" y="4046065"/>
                </a:lnTo>
                <a:cubicBezTo>
                  <a:pt x="5117001" y="4015119"/>
                  <a:pt x="5117000" y="3984174"/>
                  <a:pt x="5117000" y="3953228"/>
                </a:cubicBezTo>
                <a:cubicBezTo>
                  <a:pt x="5117000" y="3948955"/>
                  <a:pt x="5120464" y="3945491"/>
                  <a:pt x="5124737" y="3945491"/>
                </a:cubicBezTo>
                <a:close/>
                <a:moveTo>
                  <a:pt x="5044855" y="3945491"/>
                </a:moveTo>
                <a:cubicBezTo>
                  <a:pt x="5074765" y="3945491"/>
                  <a:pt x="5099011" y="3969737"/>
                  <a:pt x="5099011" y="3999646"/>
                </a:cubicBezTo>
                <a:cubicBezTo>
                  <a:pt x="5099011" y="4029555"/>
                  <a:pt x="5074765" y="4053801"/>
                  <a:pt x="5044855" y="4053801"/>
                </a:cubicBezTo>
                <a:cubicBezTo>
                  <a:pt x="5014945" y="4053801"/>
                  <a:pt x="4990699" y="4029555"/>
                  <a:pt x="4990699" y="3999646"/>
                </a:cubicBezTo>
                <a:cubicBezTo>
                  <a:pt x="4990699" y="3969737"/>
                  <a:pt x="5014945" y="3945491"/>
                  <a:pt x="5044855" y="3945491"/>
                </a:cubicBezTo>
                <a:close/>
                <a:moveTo>
                  <a:pt x="4964974" y="3945491"/>
                </a:moveTo>
                <a:cubicBezTo>
                  <a:pt x="4969247" y="3945491"/>
                  <a:pt x="4972711" y="3948955"/>
                  <a:pt x="4972711" y="3953228"/>
                </a:cubicBezTo>
                <a:lnTo>
                  <a:pt x="4972711" y="4046064"/>
                </a:lnTo>
                <a:cubicBezTo>
                  <a:pt x="4972711" y="4050337"/>
                  <a:pt x="4969247" y="4053801"/>
                  <a:pt x="4964974" y="4053801"/>
                </a:cubicBezTo>
                <a:lnTo>
                  <a:pt x="4957238" y="4046065"/>
                </a:lnTo>
                <a:cubicBezTo>
                  <a:pt x="4957238" y="4015119"/>
                  <a:pt x="4957237" y="3984174"/>
                  <a:pt x="4957237" y="3953228"/>
                </a:cubicBezTo>
                <a:cubicBezTo>
                  <a:pt x="4957237" y="3948955"/>
                  <a:pt x="4960701" y="3945491"/>
                  <a:pt x="4964974" y="3945491"/>
                </a:cubicBezTo>
                <a:close/>
                <a:moveTo>
                  <a:pt x="4885092" y="3945491"/>
                </a:moveTo>
                <a:cubicBezTo>
                  <a:pt x="4915002" y="3945491"/>
                  <a:pt x="4939248" y="3969737"/>
                  <a:pt x="4939248" y="3999646"/>
                </a:cubicBezTo>
                <a:cubicBezTo>
                  <a:pt x="4939248" y="4029555"/>
                  <a:pt x="4915002" y="4053801"/>
                  <a:pt x="4885092" y="4053801"/>
                </a:cubicBezTo>
                <a:cubicBezTo>
                  <a:pt x="4855182" y="4053801"/>
                  <a:pt x="4830936" y="4029555"/>
                  <a:pt x="4830936" y="3999646"/>
                </a:cubicBezTo>
                <a:cubicBezTo>
                  <a:pt x="4830936" y="3969737"/>
                  <a:pt x="4855182" y="3945491"/>
                  <a:pt x="4885092" y="3945491"/>
                </a:cubicBezTo>
                <a:close/>
                <a:moveTo>
                  <a:pt x="4805210" y="3945491"/>
                </a:moveTo>
                <a:cubicBezTo>
                  <a:pt x="4809483" y="3945491"/>
                  <a:pt x="4812947" y="3948955"/>
                  <a:pt x="4812947" y="3953228"/>
                </a:cubicBezTo>
                <a:lnTo>
                  <a:pt x="4812947" y="4046064"/>
                </a:lnTo>
                <a:cubicBezTo>
                  <a:pt x="4812947" y="4050337"/>
                  <a:pt x="4809483" y="4053801"/>
                  <a:pt x="4805210" y="4053801"/>
                </a:cubicBezTo>
                <a:lnTo>
                  <a:pt x="4797474" y="4046065"/>
                </a:lnTo>
                <a:cubicBezTo>
                  <a:pt x="4797474" y="4015119"/>
                  <a:pt x="4797473" y="3984174"/>
                  <a:pt x="4797473" y="3953228"/>
                </a:cubicBezTo>
                <a:cubicBezTo>
                  <a:pt x="4797473" y="3948955"/>
                  <a:pt x="4800937" y="3945491"/>
                  <a:pt x="4805210" y="3945491"/>
                </a:cubicBezTo>
                <a:close/>
                <a:moveTo>
                  <a:pt x="4771748" y="3945491"/>
                </a:moveTo>
                <a:cubicBezTo>
                  <a:pt x="4776021" y="3945491"/>
                  <a:pt x="4779485" y="3948955"/>
                  <a:pt x="4779485" y="3953228"/>
                </a:cubicBezTo>
                <a:cubicBezTo>
                  <a:pt x="4779485" y="3984174"/>
                  <a:pt x="4779484" y="4015119"/>
                  <a:pt x="4779484" y="4046065"/>
                </a:cubicBezTo>
                <a:lnTo>
                  <a:pt x="4771748" y="4053801"/>
                </a:lnTo>
                <a:cubicBezTo>
                  <a:pt x="4767475" y="4053801"/>
                  <a:pt x="4764011" y="4050337"/>
                  <a:pt x="4764011" y="4046064"/>
                </a:cubicBezTo>
                <a:lnTo>
                  <a:pt x="4764011" y="3953228"/>
                </a:lnTo>
                <a:cubicBezTo>
                  <a:pt x="4764011" y="3948955"/>
                  <a:pt x="4767475" y="3945491"/>
                  <a:pt x="4771748" y="3945491"/>
                </a:cubicBezTo>
                <a:close/>
                <a:moveTo>
                  <a:pt x="4691866" y="3945491"/>
                </a:moveTo>
                <a:cubicBezTo>
                  <a:pt x="4721776" y="3945491"/>
                  <a:pt x="4746022" y="3969737"/>
                  <a:pt x="4746022" y="3999646"/>
                </a:cubicBezTo>
                <a:cubicBezTo>
                  <a:pt x="4746022" y="4029555"/>
                  <a:pt x="4721776" y="4053801"/>
                  <a:pt x="4691866" y="4053801"/>
                </a:cubicBezTo>
                <a:cubicBezTo>
                  <a:pt x="4661956" y="4053801"/>
                  <a:pt x="4637710" y="4029555"/>
                  <a:pt x="4637710" y="3999646"/>
                </a:cubicBezTo>
                <a:cubicBezTo>
                  <a:pt x="4637710" y="3969737"/>
                  <a:pt x="4661956" y="3945491"/>
                  <a:pt x="4691866" y="3945491"/>
                </a:cubicBezTo>
                <a:close/>
                <a:moveTo>
                  <a:pt x="4611983" y="3945491"/>
                </a:moveTo>
                <a:cubicBezTo>
                  <a:pt x="4616256" y="3945491"/>
                  <a:pt x="4619720" y="3948955"/>
                  <a:pt x="4619720" y="3953228"/>
                </a:cubicBezTo>
                <a:lnTo>
                  <a:pt x="4619720" y="4046064"/>
                </a:lnTo>
                <a:cubicBezTo>
                  <a:pt x="4619720" y="4050337"/>
                  <a:pt x="4616256" y="4053801"/>
                  <a:pt x="4611983" y="4053801"/>
                </a:cubicBezTo>
                <a:lnTo>
                  <a:pt x="4604247" y="4046065"/>
                </a:lnTo>
                <a:cubicBezTo>
                  <a:pt x="4604247" y="4015119"/>
                  <a:pt x="4604246" y="3984174"/>
                  <a:pt x="4604246" y="3953228"/>
                </a:cubicBezTo>
                <a:cubicBezTo>
                  <a:pt x="4604246" y="3948955"/>
                  <a:pt x="4607710" y="3945491"/>
                  <a:pt x="4611983" y="3945491"/>
                </a:cubicBezTo>
                <a:close/>
                <a:moveTo>
                  <a:pt x="4578521" y="3945491"/>
                </a:moveTo>
                <a:cubicBezTo>
                  <a:pt x="4582794" y="3945491"/>
                  <a:pt x="4586258" y="3948955"/>
                  <a:pt x="4586258" y="3953228"/>
                </a:cubicBezTo>
                <a:cubicBezTo>
                  <a:pt x="4586258" y="3984174"/>
                  <a:pt x="4586257" y="4015119"/>
                  <a:pt x="4586257" y="4046065"/>
                </a:cubicBezTo>
                <a:lnTo>
                  <a:pt x="4578521" y="4053801"/>
                </a:lnTo>
                <a:cubicBezTo>
                  <a:pt x="4574248" y="4053801"/>
                  <a:pt x="4570784" y="4050337"/>
                  <a:pt x="4570784" y="4046064"/>
                </a:cubicBezTo>
                <a:lnTo>
                  <a:pt x="4570784" y="3953228"/>
                </a:lnTo>
                <a:cubicBezTo>
                  <a:pt x="4570784" y="3948955"/>
                  <a:pt x="4574248" y="3945491"/>
                  <a:pt x="4578521" y="3945491"/>
                </a:cubicBezTo>
                <a:close/>
                <a:moveTo>
                  <a:pt x="4498639" y="3945491"/>
                </a:moveTo>
                <a:cubicBezTo>
                  <a:pt x="4528549" y="3945491"/>
                  <a:pt x="4552795" y="3969737"/>
                  <a:pt x="4552795" y="3999646"/>
                </a:cubicBezTo>
                <a:cubicBezTo>
                  <a:pt x="4552795" y="4029555"/>
                  <a:pt x="4528549" y="4053801"/>
                  <a:pt x="4498639" y="4053801"/>
                </a:cubicBezTo>
                <a:cubicBezTo>
                  <a:pt x="4468729" y="4053801"/>
                  <a:pt x="4444483" y="4029555"/>
                  <a:pt x="4444483" y="3999646"/>
                </a:cubicBezTo>
                <a:cubicBezTo>
                  <a:pt x="4444483" y="3969737"/>
                  <a:pt x="4468729" y="3945491"/>
                  <a:pt x="4498639" y="3945491"/>
                </a:cubicBezTo>
                <a:close/>
                <a:moveTo>
                  <a:pt x="4418757" y="3945491"/>
                </a:moveTo>
                <a:cubicBezTo>
                  <a:pt x="4423030" y="3945491"/>
                  <a:pt x="4426494" y="3948955"/>
                  <a:pt x="4426494" y="3953228"/>
                </a:cubicBezTo>
                <a:cubicBezTo>
                  <a:pt x="4426494" y="3984174"/>
                  <a:pt x="4426493" y="4015119"/>
                  <a:pt x="4426493" y="4046065"/>
                </a:cubicBezTo>
                <a:lnTo>
                  <a:pt x="4418757" y="4053801"/>
                </a:lnTo>
                <a:cubicBezTo>
                  <a:pt x="4414484" y="4053801"/>
                  <a:pt x="4411020" y="4050337"/>
                  <a:pt x="4411020" y="4046064"/>
                </a:cubicBezTo>
                <a:lnTo>
                  <a:pt x="4411020" y="3953228"/>
                </a:lnTo>
                <a:cubicBezTo>
                  <a:pt x="4411020" y="3948955"/>
                  <a:pt x="4414484" y="3945491"/>
                  <a:pt x="4418757" y="3945491"/>
                </a:cubicBezTo>
                <a:close/>
                <a:moveTo>
                  <a:pt x="4338875" y="3945491"/>
                </a:moveTo>
                <a:cubicBezTo>
                  <a:pt x="4368785" y="3945491"/>
                  <a:pt x="4393031" y="3969737"/>
                  <a:pt x="4393031" y="3999646"/>
                </a:cubicBezTo>
                <a:cubicBezTo>
                  <a:pt x="4393031" y="4029555"/>
                  <a:pt x="4368785" y="4053801"/>
                  <a:pt x="4338875" y="4053801"/>
                </a:cubicBezTo>
                <a:cubicBezTo>
                  <a:pt x="4308965" y="4053801"/>
                  <a:pt x="4284719" y="4029555"/>
                  <a:pt x="4284719" y="3999646"/>
                </a:cubicBezTo>
                <a:cubicBezTo>
                  <a:pt x="4284719" y="3969737"/>
                  <a:pt x="4308965" y="3945491"/>
                  <a:pt x="4338875" y="3945491"/>
                </a:cubicBezTo>
                <a:close/>
                <a:moveTo>
                  <a:pt x="4258993" y="3945491"/>
                </a:moveTo>
                <a:cubicBezTo>
                  <a:pt x="4263266" y="3945491"/>
                  <a:pt x="4266730" y="3948955"/>
                  <a:pt x="4266730" y="3953228"/>
                </a:cubicBezTo>
                <a:cubicBezTo>
                  <a:pt x="4266730" y="3984174"/>
                  <a:pt x="4266729" y="4015119"/>
                  <a:pt x="4266729" y="4046065"/>
                </a:cubicBezTo>
                <a:lnTo>
                  <a:pt x="4258993" y="4053801"/>
                </a:lnTo>
                <a:cubicBezTo>
                  <a:pt x="4254720" y="4053801"/>
                  <a:pt x="4251256" y="4050337"/>
                  <a:pt x="4251256" y="4046064"/>
                </a:cubicBezTo>
                <a:lnTo>
                  <a:pt x="4251256" y="3953228"/>
                </a:lnTo>
                <a:cubicBezTo>
                  <a:pt x="4251256" y="3948955"/>
                  <a:pt x="4254720" y="3945491"/>
                  <a:pt x="4258993" y="3945491"/>
                </a:cubicBezTo>
                <a:close/>
                <a:moveTo>
                  <a:pt x="4225530" y="3945491"/>
                </a:moveTo>
                <a:cubicBezTo>
                  <a:pt x="4229803" y="3945491"/>
                  <a:pt x="4233267" y="3948955"/>
                  <a:pt x="4233267" y="3953228"/>
                </a:cubicBezTo>
                <a:cubicBezTo>
                  <a:pt x="4233267" y="3984174"/>
                  <a:pt x="4233266" y="4015119"/>
                  <a:pt x="4233266" y="4046065"/>
                </a:cubicBezTo>
                <a:lnTo>
                  <a:pt x="4225530" y="4053801"/>
                </a:lnTo>
                <a:cubicBezTo>
                  <a:pt x="4221257" y="4053801"/>
                  <a:pt x="4217793" y="4050337"/>
                  <a:pt x="4217793" y="4046064"/>
                </a:cubicBezTo>
                <a:lnTo>
                  <a:pt x="4217793" y="3953228"/>
                </a:lnTo>
                <a:cubicBezTo>
                  <a:pt x="4217793" y="3948955"/>
                  <a:pt x="4221257" y="3945491"/>
                  <a:pt x="4225530" y="3945491"/>
                </a:cubicBezTo>
                <a:close/>
                <a:moveTo>
                  <a:pt x="4145649" y="3945491"/>
                </a:moveTo>
                <a:cubicBezTo>
                  <a:pt x="4175559" y="3945491"/>
                  <a:pt x="4199805" y="3969737"/>
                  <a:pt x="4199805" y="3999646"/>
                </a:cubicBezTo>
                <a:cubicBezTo>
                  <a:pt x="4199805" y="4029555"/>
                  <a:pt x="4175559" y="4053801"/>
                  <a:pt x="4145649" y="4053801"/>
                </a:cubicBezTo>
                <a:cubicBezTo>
                  <a:pt x="4115739" y="4053801"/>
                  <a:pt x="4091493" y="4029555"/>
                  <a:pt x="4091493" y="3999646"/>
                </a:cubicBezTo>
                <a:cubicBezTo>
                  <a:pt x="4091493" y="3969737"/>
                  <a:pt x="4115739" y="3945491"/>
                  <a:pt x="4145649" y="3945491"/>
                </a:cubicBezTo>
                <a:close/>
                <a:moveTo>
                  <a:pt x="4032304" y="3945491"/>
                </a:moveTo>
                <a:cubicBezTo>
                  <a:pt x="4036577" y="3945491"/>
                  <a:pt x="4040041" y="3948955"/>
                  <a:pt x="4040041" y="3953228"/>
                </a:cubicBezTo>
                <a:cubicBezTo>
                  <a:pt x="4040041" y="3984174"/>
                  <a:pt x="4040040" y="4015119"/>
                  <a:pt x="4040040" y="4046065"/>
                </a:cubicBezTo>
                <a:lnTo>
                  <a:pt x="4032304" y="4053801"/>
                </a:lnTo>
                <a:cubicBezTo>
                  <a:pt x="4028031" y="4053801"/>
                  <a:pt x="4024567" y="4050337"/>
                  <a:pt x="4024567" y="4046064"/>
                </a:cubicBezTo>
                <a:lnTo>
                  <a:pt x="4024567" y="3953228"/>
                </a:lnTo>
                <a:cubicBezTo>
                  <a:pt x="4024567" y="3948955"/>
                  <a:pt x="4028031" y="3945491"/>
                  <a:pt x="4032304" y="3945491"/>
                </a:cubicBezTo>
                <a:close/>
                <a:moveTo>
                  <a:pt x="3712777" y="3945491"/>
                </a:moveTo>
                <a:cubicBezTo>
                  <a:pt x="3717050" y="3945491"/>
                  <a:pt x="3720514" y="3948955"/>
                  <a:pt x="3720514" y="3953228"/>
                </a:cubicBezTo>
                <a:cubicBezTo>
                  <a:pt x="3720514" y="3984174"/>
                  <a:pt x="3720513" y="4015119"/>
                  <a:pt x="3720513" y="4046065"/>
                </a:cubicBezTo>
                <a:lnTo>
                  <a:pt x="3712777" y="4053801"/>
                </a:lnTo>
                <a:cubicBezTo>
                  <a:pt x="3708504" y="4053801"/>
                  <a:pt x="3705040" y="4050337"/>
                  <a:pt x="3705040" y="4046064"/>
                </a:cubicBezTo>
                <a:lnTo>
                  <a:pt x="3705040" y="3953228"/>
                </a:lnTo>
                <a:cubicBezTo>
                  <a:pt x="3705040" y="3948955"/>
                  <a:pt x="3708504" y="3945491"/>
                  <a:pt x="3712777" y="3945491"/>
                </a:cubicBezTo>
                <a:close/>
                <a:moveTo>
                  <a:pt x="3679315" y="3945491"/>
                </a:moveTo>
                <a:cubicBezTo>
                  <a:pt x="3683588" y="3945491"/>
                  <a:pt x="3687052" y="3948955"/>
                  <a:pt x="3687052" y="3953228"/>
                </a:cubicBezTo>
                <a:cubicBezTo>
                  <a:pt x="3687052" y="3984174"/>
                  <a:pt x="3687051" y="4015119"/>
                  <a:pt x="3687051" y="4046065"/>
                </a:cubicBezTo>
                <a:lnTo>
                  <a:pt x="3679315" y="4053801"/>
                </a:lnTo>
                <a:cubicBezTo>
                  <a:pt x="3675042" y="4053801"/>
                  <a:pt x="3671578" y="4050337"/>
                  <a:pt x="3671578" y="4046064"/>
                </a:cubicBezTo>
                <a:lnTo>
                  <a:pt x="3671578" y="3953228"/>
                </a:lnTo>
                <a:cubicBezTo>
                  <a:pt x="3671578" y="3948955"/>
                  <a:pt x="3675042" y="3945491"/>
                  <a:pt x="3679315" y="3945491"/>
                </a:cubicBezTo>
                <a:close/>
                <a:moveTo>
                  <a:pt x="3599433" y="3945491"/>
                </a:moveTo>
                <a:cubicBezTo>
                  <a:pt x="3629343" y="3945491"/>
                  <a:pt x="3653589" y="3969737"/>
                  <a:pt x="3653589" y="3999646"/>
                </a:cubicBezTo>
                <a:cubicBezTo>
                  <a:pt x="3653589" y="4029555"/>
                  <a:pt x="3629343" y="4053801"/>
                  <a:pt x="3599433" y="4053801"/>
                </a:cubicBezTo>
                <a:cubicBezTo>
                  <a:pt x="3569523" y="4053801"/>
                  <a:pt x="3545277" y="4029555"/>
                  <a:pt x="3545277" y="3999646"/>
                </a:cubicBezTo>
                <a:cubicBezTo>
                  <a:pt x="3545277" y="3969737"/>
                  <a:pt x="3569523" y="3945491"/>
                  <a:pt x="3599433" y="3945491"/>
                </a:cubicBezTo>
                <a:close/>
                <a:moveTo>
                  <a:pt x="3473131" y="3945491"/>
                </a:moveTo>
                <a:cubicBezTo>
                  <a:pt x="3503041" y="3945491"/>
                  <a:pt x="3527287" y="3969737"/>
                  <a:pt x="3527287" y="3999646"/>
                </a:cubicBezTo>
                <a:cubicBezTo>
                  <a:pt x="3527287" y="4029555"/>
                  <a:pt x="3503041" y="4053801"/>
                  <a:pt x="3473131" y="4053801"/>
                </a:cubicBezTo>
                <a:cubicBezTo>
                  <a:pt x="3443221" y="4053801"/>
                  <a:pt x="3418975" y="4029555"/>
                  <a:pt x="3418975" y="3999646"/>
                </a:cubicBezTo>
                <a:cubicBezTo>
                  <a:pt x="3418975" y="3969737"/>
                  <a:pt x="3443221" y="3945491"/>
                  <a:pt x="3473131" y="3945491"/>
                </a:cubicBezTo>
                <a:close/>
                <a:moveTo>
                  <a:pt x="3393249" y="3945491"/>
                </a:moveTo>
                <a:cubicBezTo>
                  <a:pt x="3397522" y="3945491"/>
                  <a:pt x="3400986" y="3948955"/>
                  <a:pt x="3400986" y="3953228"/>
                </a:cubicBezTo>
                <a:lnTo>
                  <a:pt x="3400986" y="4046064"/>
                </a:lnTo>
                <a:cubicBezTo>
                  <a:pt x="3400986" y="4050337"/>
                  <a:pt x="3397522" y="4053801"/>
                  <a:pt x="3393249" y="4053801"/>
                </a:cubicBezTo>
                <a:lnTo>
                  <a:pt x="3385513" y="4046065"/>
                </a:lnTo>
                <a:cubicBezTo>
                  <a:pt x="3385513" y="4015119"/>
                  <a:pt x="3385512" y="3984174"/>
                  <a:pt x="3385512" y="3953228"/>
                </a:cubicBezTo>
                <a:cubicBezTo>
                  <a:pt x="3385512" y="3948955"/>
                  <a:pt x="3388976" y="3945491"/>
                  <a:pt x="3393249" y="3945491"/>
                </a:cubicBezTo>
                <a:close/>
                <a:moveTo>
                  <a:pt x="3359786" y="3945491"/>
                </a:moveTo>
                <a:cubicBezTo>
                  <a:pt x="3364059" y="3945491"/>
                  <a:pt x="3367523" y="3948955"/>
                  <a:pt x="3367523" y="3953228"/>
                </a:cubicBezTo>
                <a:lnTo>
                  <a:pt x="3367523" y="4046064"/>
                </a:lnTo>
                <a:cubicBezTo>
                  <a:pt x="3367523" y="4050337"/>
                  <a:pt x="3364059" y="4053801"/>
                  <a:pt x="3359786" y="4053801"/>
                </a:cubicBezTo>
                <a:lnTo>
                  <a:pt x="3352050" y="4046065"/>
                </a:lnTo>
                <a:cubicBezTo>
                  <a:pt x="3352050" y="4015119"/>
                  <a:pt x="3352049" y="3984174"/>
                  <a:pt x="3352049" y="3953228"/>
                </a:cubicBezTo>
                <a:cubicBezTo>
                  <a:pt x="3352049" y="3948955"/>
                  <a:pt x="3355513" y="3945491"/>
                  <a:pt x="3359786" y="3945491"/>
                </a:cubicBezTo>
                <a:close/>
                <a:moveTo>
                  <a:pt x="2960378" y="3945491"/>
                </a:moveTo>
                <a:cubicBezTo>
                  <a:pt x="2990288" y="3945491"/>
                  <a:pt x="3014534" y="3969737"/>
                  <a:pt x="3014534" y="3999646"/>
                </a:cubicBezTo>
                <a:cubicBezTo>
                  <a:pt x="3014534" y="4029555"/>
                  <a:pt x="2990288" y="4053801"/>
                  <a:pt x="2960378" y="4053801"/>
                </a:cubicBezTo>
                <a:cubicBezTo>
                  <a:pt x="2930468" y="4053801"/>
                  <a:pt x="2906222" y="4029555"/>
                  <a:pt x="2906222" y="3999646"/>
                </a:cubicBezTo>
                <a:cubicBezTo>
                  <a:pt x="2906222" y="3969737"/>
                  <a:pt x="2930468" y="3945491"/>
                  <a:pt x="2960378" y="3945491"/>
                </a:cubicBezTo>
                <a:close/>
                <a:moveTo>
                  <a:pt x="2880496" y="3945491"/>
                </a:moveTo>
                <a:cubicBezTo>
                  <a:pt x="2884769" y="3945491"/>
                  <a:pt x="2888233" y="3948955"/>
                  <a:pt x="2888233" y="3953228"/>
                </a:cubicBezTo>
                <a:lnTo>
                  <a:pt x="2888233" y="4046064"/>
                </a:lnTo>
                <a:cubicBezTo>
                  <a:pt x="2888233" y="4050337"/>
                  <a:pt x="2884769" y="4053801"/>
                  <a:pt x="2880496" y="4053801"/>
                </a:cubicBezTo>
                <a:lnTo>
                  <a:pt x="2872760" y="4046065"/>
                </a:lnTo>
                <a:cubicBezTo>
                  <a:pt x="2872760" y="4015119"/>
                  <a:pt x="2872759" y="3984174"/>
                  <a:pt x="2872759" y="3953228"/>
                </a:cubicBezTo>
                <a:cubicBezTo>
                  <a:pt x="2872759" y="3948955"/>
                  <a:pt x="2876223" y="3945491"/>
                  <a:pt x="2880496" y="3945491"/>
                </a:cubicBezTo>
                <a:close/>
                <a:moveTo>
                  <a:pt x="2847033" y="3945491"/>
                </a:moveTo>
                <a:cubicBezTo>
                  <a:pt x="2851306" y="3945491"/>
                  <a:pt x="2854770" y="3948955"/>
                  <a:pt x="2854770" y="3953228"/>
                </a:cubicBezTo>
                <a:lnTo>
                  <a:pt x="2854770" y="4046064"/>
                </a:lnTo>
                <a:cubicBezTo>
                  <a:pt x="2854770" y="4050337"/>
                  <a:pt x="2851306" y="4053801"/>
                  <a:pt x="2847033" y="4053801"/>
                </a:cubicBezTo>
                <a:lnTo>
                  <a:pt x="2839297" y="4046065"/>
                </a:lnTo>
                <a:cubicBezTo>
                  <a:pt x="2839297" y="4015119"/>
                  <a:pt x="2839296" y="3984174"/>
                  <a:pt x="2839296" y="3953228"/>
                </a:cubicBezTo>
                <a:cubicBezTo>
                  <a:pt x="2839296" y="3948955"/>
                  <a:pt x="2842760" y="3945491"/>
                  <a:pt x="2847033" y="3945491"/>
                </a:cubicBezTo>
                <a:close/>
                <a:moveTo>
                  <a:pt x="2767151" y="3945491"/>
                </a:moveTo>
                <a:cubicBezTo>
                  <a:pt x="2797061" y="3945491"/>
                  <a:pt x="2821307" y="3969737"/>
                  <a:pt x="2821307" y="3999646"/>
                </a:cubicBezTo>
                <a:cubicBezTo>
                  <a:pt x="2821307" y="4029555"/>
                  <a:pt x="2797061" y="4053801"/>
                  <a:pt x="2767151" y="4053801"/>
                </a:cubicBezTo>
                <a:cubicBezTo>
                  <a:pt x="2737241" y="4053801"/>
                  <a:pt x="2712995" y="4029555"/>
                  <a:pt x="2712995" y="3999646"/>
                </a:cubicBezTo>
                <a:cubicBezTo>
                  <a:pt x="2712995" y="3969737"/>
                  <a:pt x="2737241" y="3945491"/>
                  <a:pt x="2767151" y="3945491"/>
                </a:cubicBezTo>
                <a:close/>
                <a:moveTo>
                  <a:pt x="2687269" y="3945491"/>
                </a:moveTo>
                <a:cubicBezTo>
                  <a:pt x="2691542" y="3945491"/>
                  <a:pt x="2695006" y="3948955"/>
                  <a:pt x="2695006" y="3953228"/>
                </a:cubicBezTo>
                <a:lnTo>
                  <a:pt x="2695006" y="4046064"/>
                </a:lnTo>
                <a:cubicBezTo>
                  <a:pt x="2695006" y="4050337"/>
                  <a:pt x="2691542" y="4053801"/>
                  <a:pt x="2687269" y="4053801"/>
                </a:cubicBezTo>
                <a:lnTo>
                  <a:pt x="2679533" y="4046065"/>
                </a:lnTo>
                <a:cubicBezTo>
                  <a:pt x="2679533" y="4015119"/>
                  <a:pt x="2679532" y="3984174"/>
                  <a:pt x="2679532" y="3953228"/>
                </a:cubicBezTo>
                <a:cubicBezTo>
                  <a:pt x="2679532" y="3948955"/>
                  <a:pt x="2682996" y="3945491"/>
                  <a:pt x="2687269" y="3945491"/>
                </a:cubicBezTo>
                <a:close/>
                <a:moveTo>
                  <a:pt x="2607387" y="3945491"/>
                </a:moveTo>
                <a:cubicBezTo>
                  <a:pt x="2637297" y="3945491"/>
                  <a:pt x="2661543" y="3969737"/>
                  <a:pt x="2661543" y="3999646"/>
                </a:cubicBezTo>
                <a:cubicBezTo>
                  <a:pt x="2661543" y="4029555"/>
                  <a:pt x="2637297" y="4053801"/>
                  <a:pt x="2607387" y="4053801"/>
                </a:cubicBezTo>
                <a:cubicBezTo>
                  <a:pt x="2577477" y="4053801"/>
                  <a:pt x="2553231" y="4029555"/>
                  <a:pt x="2553231" y="3999646"/>
                </a:cubicBezTo>
                <a:cubicBezTo>
                  <a:pt x="2553231" y="3969737"/>
                  <a:pt x="2577477" y="3945491"/>
                  <a:pt x="2607387" y="3945491"/>
                </a:cubicBezTo>
                <a:close/>
                <a:moveTo>
                  <a:pt x="2527505" y="3945491"/>
                </a:moveTo>
                <a:cubicBezTo>
                  <a:pt x="2531778" y="3945491"/>
                  <a:pt x="2535242" y="3948955"/>
                  <a:pt x="2535242" y="3953228"/>
                </a:cubicBezTo>
                <a:lnTo>
                  <a:pt x="2535242" y="4046064"/>
                </a:lnTo>
                <a:cubicBezTo>
                  <a:pt x="2535242" y="4050337"/>
                  <a:pt x="2531778" y="4053801"/>
                  <a:pt x="2527505" y="4053801"/>
                </a:cubicBezTo>
                <a:lnTo>
                  <a:pt x="2519769" y="4046065"/>
                </a:lnTo>
                <a:cubicBezTo>
                  <a:pt x="2519769" y="4015119"/>
                  <a:pt x="2519768" y="3984174"/>
                  <a:pt x="2519768" y="3953228"/>
                </a:cubicBezTo>
                <a:cubicBezTo>
                  <a:pt x="2519768" y="3948955"/>
                  <a:pt x="2523232" y="3945491"/>
                  <a:pt x="2527505" y="3945491"/>
                </a:cubicBezTo>
                <a:close/>
                <a:moveTo>
                  <a:pt x="2494042" y="3945491"/>
                </a:moveTo>
                <a:cubicBezTo>
                  <a:pt x="2498315" y="3945491"/>
                  <a:pt x="2501779" y="3948955"/>
                  <a:pt x="2501779" y="3953228"/>
                </a:cubicBezTo>
                <a:lnTo>
                  <a:pt x="2501779" y="4046064"/>
                </a:lnTo>
                <a:cubicBezTo>
                  <a:pt x="2501779" y="4050337"/>
                  <a:pt x="2498315" y="4053801"/>
                  <a:pt x="2494042" y="4053801"/>
                </a:cubicBezTo>
                <a:lnTo>
                  <a:pt x="2486306" y="4046065"/>
                </a:lnTo>
                <a:cubicBezTo>
                  <a:pt x="2486306" y="4015119"/>
                  <a:pt x="2486305" y="3984174"/>
                  <a:pt x="2486305" y="3953228"/>
                </a:cubicBezTo>
                <a:cubicBezTo>
                  <a:pt x="2486305" y="3948955"/>
                  <a:pt x="2489769" y="3945491"/>
                  <a:pt x="2494042" y="3945491"/>
                </a:cubicBezTo>
                <a:close/>
                <a:moveTo>
                  <a:pt x="2414160" y="3945491"/>
                </a:moveTo>
                <a:cubicBezTo>
                  <a:pt x="2444070" y="3945491"/>
                  <a:pt x="2468316" y="3969737"/>
                  <a:pt x="2468316" y="3999646"/>
                </a:cubicBezTo>
                <a:cubicBezTo>
                  <a:pt x="2468316" y="4029555"/>
                  <a:pt x="2444070" y="4053801"/>
                  <a:pt x="2414160" y="4053801"/>
                </a:cubicBezTo>
                <a:cubicBezTo>
                  <a:pt x="2384250" y="4053801"/>
                  <a:pt x="2360004" y="4029555"/>
                  <a:pt x="2360004" y="3999646"/>
                </a:cubicBezTo>
                <a:cubicBezTo>
                  <a:pt x="2360004" y="3969737"/>
                  <a:pt x="2384250" y="3945491"/>
                  <a:pt x="2414160" y="3945491"/>
                </a:cubicBezTo>
                <a:close/>
                <a:moveTo>
                  <a:pt x="2334278" y="3945491"/>
                </a:moveTo>
                <a:cubicBezTo>
                  <a:pt x="2338551" y="3945491"/>
                  <a:pt x="2342015" y="3948955"/>
                  <a:pt x="2342015" y="3953228"/>
                </a:cubicBezTo>
                <a:lnTo>
                  <a:pt x="2342015" y="4046064"/>
                </a:lnTo>
                <a:cubicBezTo>
                  <a:pt x="2342015" y="4050337"/>
                  <a:pt x="2338551" y="4053801"/>
                  <a:pt x="2334278" y="4053801"/>
                </a:cubicBezTo>
                <a:lnTo>
                  <a:pt x="2326542" y="4046065"/>
                </a:lnTo>
                <a:cubicBezTo>
                  <a:pt x="2326542" y="4015119"/>
                  <a:pt x="2326541" y="3984174"/>
                  <a:pt x="2326541" y="3953228"/>
                </a:cubicBezTo>
                <a:cubicBezTo>
                  <a:pt x="2326541" y="3948955"/>
                  <a:pt x="2330005" y="3945491"/>
                  <a:pt x="2334278" y="3945491"/>
                </a:cubicBezTo>
                <a:close/>
                <a:moveTo>
                  <a:pt x="2300816" y="3945491"/>
                </a:moveTo>
                <a:cubicBezTo>
                  <a:pt x="2305089" y="3945491"/>
                  <a:pt x="2308553" y="3948955"/>
                  <a:pt x="2308553" y="3953228"/>
                </a:cubicBezTo>
                <a:cubicBezTo>
                  <a:pt x="2308553" y="3984174"/>
                  <a:pt x="2308552" y="4015119"/>
                  <a:pt x="2308552" y="4046065"/>
                </a:cubicBezTo>
                <a:lnTo>
                  <a:pt x="2300816" y="4053801"/>
                </a:lnTo>
                <a:cubicBezTo>
                  <a:pt x="2296543" y="4053801"/>
                  <a:pt x="2293079" y="4050337"/>
                  <a:pt x="2293079" y="4046064"/>
                </a:cubicBezTo>
                <a:lnTo>
                  <a:pt x="2293079" y="3953228"/>
                </a:lnTo>
                <a:cubicBezTo>
                  <a:pt x="2293079" y="3948955"/>
                  <a:pt x="2296543" y="3945491"/>
                  <a:pt x="2300816" y="3945491"/>
                </a:cubicBezTo>
                <a:close/>
                <a:moveTo>
                  <a:pt x="2220935" y="3945491"/>
                </a:moveTo>
                <a:cubicBezTo>
                  <a:pt x="2250845" y="3945491"/>
                  <a:pt x="2275091" y="3969737"/>
                  <a:pt x="2275091" y="3999646"/>
                </a:cubicBezTo>
                <a:cubicBezTo>
                  <a:pt x="2275091" y="4029555"/>
                  <a:pt x="2250845" y="4053801"/>
                  <a:pt x="2220935" y="4053801"/>
                </a:cubicBezTo>
                <a:cubicBezTo>
                  <a:pt x="2191025" y="4053801"/>
                  <a:pt x="2166779" y="4029555"/>
                  <a:pt x="2166779" y="3999646"/>
                </a:cubicBezTo>
                <a:cubicBezTo>
                  <a:pt x="2166779" y="3969737"/>
                  <a:pt x="2191025" y="3945491"/>
                  <a:pt x="2220935" y="3945491"/>
                </a:cubicBezTo>
                <a:close/>
                <a:moveTo>
                  <a:pt x="2141053" y="3945491"/>
                </a:moveTo>
                <a:cubicBezTo>
                  <a:pt x="2145326" y="3945491"/>
                  <a:pt x="2148790" y="3948955"/>
                  <a:pt x="2148790" y="3953228"/>
                </a:cubicBezTo>
                <a:cubicBezTo>
                  <a:pt x="2148790" y="3984174"/>
                  <a:pt x="2148789" y="4015119"/>
                  <a:pt x="2148789" y="4046065"/>
                </a:cubicBezTo>
                <a:lnTo>
                  <a:pt x="2141053" y="4053801"/>
                </a:lnTo>
                <a:cubicBezTo>
                  <a:pt x="2136780" y="4053801"/>
                  <a:pt x="2133316" y="4050337"/>
                  <a:pt x="2133316" y="4046064"/>
                </a:cubicBezTo>
                <a:lnTo>
                  <a:pt x="2133316" y="3953228"/>
                </a:lnTo>
                <a:cubicBezTo>
                  <a:pt x="2133316" y="3948955"/>
                  <a:pt x="2136780" y="3945491"/>
                  <a:pt x="2141053" y="3945491"/>
                </a:cubicBezTo>
                <a:close/>
                <a:moveTo>
                  <a:pt x="2107590" y="3945491"/>
                </a:moveTo>
                <a:cubicBezTo>
                  <a:pt x="2111863" y="3945491"/>
                  <a:pt x="2115327" y="3948955"/>
                  <a:pt x="2115327" y="3953228"/>
                </a:cubicBezTo>
                <a:cubicBezTo>
                  <a:pt x="2115327" y="3984174"/>
                  <a:pt x="2115326" y="4015119"/>
                  <a:pt x="2115326" y="4046065"/>
                </a:cubicBezTo>
                <a:lnTo>
                  <a:pt x="2107590" y="4053801"/>
                </a:lnTo>
                <a:cubicBezTo>
                  <a:pt x="2103317" y="4053801"/>
                  <a:pt x="2099853" y="4050337"/>
                  <a:pt x="2099853" y="4046064"/>
                </a:cubicBezTo>
                <a:lnTo>
                  <a:pt x="2099853" y="3953228"/>
                </a:lnTo>
                <a:cubicBezTo>
                  <a:pt x="2099853" y="3948955"/>
                  <a:pt x="2103317" y="3945491"/>
                  <a:pt x="2107590" y="3945491"/>
                </a:cubicBezTo>
                <a:close/>
                <a:moveTo>
                  <a:pt x="2027708" y="3945491"/>
                </a:moveTo>
                <a:cubicBezTo>
                  <a:pt x="2057618" y="3945491"/>
                  <a:pt x="2081864" y="3969737"/>
                  <a:pt x="2081864" y="3999646"/>
                </a:cubicBezTo>
                <a:cubicBezTo>
                  <a:pt x="2081864" y="4029555"/>
                  <a:pt x="2057618" y="4053801"/>
                  <a:pt x="2027708" y="4053801"/>
                </a:cubicBezTo>
                <a:cubicBezTo>
                  <a:pt x="1997798" y="4053801"/>
                  <a:pt x="1973552" y="4029555"/>
                  <a:pt x="1973552" y="3999646"/>
                </a:cubicBezTo>
                <a:cubicBezTo>
                  <a:pt x="1973552" y="3969737"/>
                  <a:pt x="1997798" y="3945491"/>
                  <a:pt x="2027708" y="3945491"/>
                </a:cubicBezTo>
                <a:close/>
                <a:moveTo>
                  <a:pt x="1947826" y="3945491"/>
                </a:moveTo>
                <a:cubicBezTo>
                  <a:pt x="1952099" y="3945491"/>
                  <a:pt x="1955563" y="3948955"/>
                  <a:pt x="1955563" y="3953228"/>
                </a:cubicBezTo>
                <a:cubicBezTo>
                  <a:pt x="1955563" y="3984174"/>
                  <a:pt x="1955562" y="4015119"/>
                  <a:pt x="1955562" y="4046065"/>
                </a:cubicBezTo>
                <a:lnTo>
                  <a:pt x="1947826" y="4053801"/>
                </a:lnTo>
                <a:cubicBezTo>
                  <a:pt x="1943553" y="4053801"/>
                  <a:pt x="1940089" y="4050337"/>
                  <a:pt x="1940089" y="4046064"/>
                </a:cubicBezTo>
                <a:lnTo>
                  <a:pt x="1940089" y="3953228"/>
                </a:lnTo>
                <a:cubicBezTo>
                  <a:pt x="1940089" y="3948955"/>
                  <a:pt x="1943553" y="3945491"/>
                  <a:pt x="1947826" y="3945491"/>
                </a:cubicBezTo>
                <a:close/>
                <a:moveTo>
                  <a:pt x="1867944" y="3945491"/>
                </a:moveTo>
                <a:cubicBezTo>
                  <a:pt x="1897854" y="3945491"/>
                  <a:pt x="1922100" y="3969737"/>
                  <a:pt x="1922100" y="3999646"/>
                </a:cubicBezTo>
                <a:cubicBezTo>
                  <a:pt x="1922100" y="4029555"/>
                  <a:pt x="1897854" y="4053801"/>
                  <a:pt x="1867944" y="4053801"/>
                </a:cubicBezTo>
                <a:cubicBezTo>
                  <a:pt x="1838034" y="4053801"/>
                  <a:pt x="1813788" y="4029555"/>
                  <a:pt x="1813788" y="3999646"/>
                </a:cubicBezTo>
                <a:cubicBezTo>
                  <a:pt x="1813788" y="3969737"/>
                  <a:pt x="1838034" y="3945491"/>
                  <a:pt x="1867944" y="3945491"/>
                </a:cubicBezTo>
                <a:close/>
                <a:moveTo>
                  <a:pt x="1788062" y="3945491"/>
                </a:moveTo>
                <a:cubicBezTo>
                  <a:pt x="1792335" y="3945491"/>
                  <a:pt x="1795799" y="3948955"/>
                  <a:pt x="1795799" y="3953228"/>
                </a:cubicBezTo>
                <a:cubicBezTo>
                  <a:pt x="1795799" y="3984174"/>
                  <a:pt x="1795798" y="4015119"/>
                  <a:pt x="1795798" y="4046065"/>
                </a:cubicBezTo>
                <a:lnTo>
                  <a:pt x="1788062" y="4053801"/>
                </a:lnTo>
                <a:cubicBezTo>
                  <a:pt x="1783789" y="4053801"/>
                  <a:pt x="1780325" y="4050337"/>
                  <a:pt x="1780325" y="4046064"/>
                </a:cubicBezTo>
                <a:lnTo>
                  <a:pt x="1780325" y="3953228"/>
                </a:lnTo>
                <a:cubicBezTo>
                  <a:pt x="1780325" y="3948955"/>
                  <a:pt x="1783789" y="3945491"/>
                  <a:pt x="1788062" y="3945491"/>
                </a:cubicBezTo>
                <a:close/>
                <a:moveTo>
                  <a:pt x="1754599" y="3945491"/>
                </a:moveTo>
                <a:cubicBezTo>
                  <a:pt x="1758872" y="3945491"/>
                  <a:pt x="1762336" y="3948955"/>
                  <a:pt x="1762336" y="3953228"/>
                </a:cubicBezTo>
                <a:cubicBezTo>
                  <a:pt x="1762336" y="3984174"/>
                  <a:pt x="1762335" y="4015119"/>
                  <a:pt x="1762335" y="4046065"/>
                </a:cubicBezTo>
                <a:lnTo>
                  <a:pt x="1754599" y="4053801"/>
                </a:lnTo>
                <a:cubicBezTo>
                  <a:pt x="1750326" y="4053801"/>
                  <a:pt x="1746862" y="4050337"/>
                  <a:pt x="1746862" y="4046064"/>
                </a:cubicBezTo>
                <a:lnTo>
                  <a:pt x="1746862" y="3953228"/>
                </a:lnTo>
                <a:cubicBezTo>
                  <a:pt x="1746862" y="3948955"/>
                  <a:pt x="1750326" y="3945491"/>
                  <a:pt x="1754599" y="3945491"/>
                </a:cubicBezTo>
                <a:close/>
                <a:moveTo>
                  <a:pt x="1674717" y="3945491"/>
                </a:moveTo>
                <a:cubicBezTo>
                  <a:pt x="1704627" y="3945491"/>
                  <a:pt x="1728873" y="3969737"/>
                  <a:pt x="1728873" y="3999646"/>
                </a:cubicBezTo>
                <a:cubicBezTo>
                  <a:pt x="1728873" y="4029555"/>
                  <a:pt x="1704627" y="4053801"/>
                  <a:pt x="1674717" y="4053801"/>
                </a:cubicBezTo>
                <a:cubicBezTo>
                  <a:pt x="1644807" y="4053801"/>
                  <a:pt x="1620561" y="4029555"/>
                  <a:pt x="1620561" y="3999646"/>
                </a:cubicBezTo>
                <a:cubicBezTo>
                  <a:pt x="1620561" y="3969737"/>
                  <a:pt x="1644807" y="3945491"/>
                  <a:pt x="1674717" y="3945491"/>
                </a:cubicBezTo>
                <a:close/>
                <a:moveTo>
                  <a:pt x="1275309" y="3945491"/>
                </a:moveTo>
                <a:cubicBezTo>
                  <a:pt x="1279582" y="3945491"/>
                  <a:pt x="1283046" y="3948955"/>
                  <a:pt x="1283046" y="3953228"/>
                </a:cubicBezTo>
                <a:cubicBezTo>
                  <a:pt x="1283046" y="3984174"/>
                  <a:pt x="1283045" y="4015119"/>
                  <a:pt x="1283045" y="4046065"/>
                </a:cubicBezTo>
                <a:lnTo>
                  <a:pt x="1275309" y="4053801"/>
                </a:lnTo>
                <a:cubicBezTo>
                  <a:pt x="1271036" y="4053801"/>
                  <a:pt x="1267572" y="4050337"/>
                  <a:pt x="1267572" y="4046064"/>
                </a:cubicBezTo>
                <a:lnTo>
                  <a:pt x="1267572" y="3953228"/>
                </a:lnTo>
                <a:cubicBezTo>
                  <a:pt x="1267572" y="3948955"/>
                  <a:pt x="1271036" y="3945491"/>
                  <a:pt x="1275309" y="3945491"/>
                </a:cubicBezTo>
                <a:close/>
                <a:moveTo>
                  <a:pt x="1241846" y="3945491"/>
                </a:moveTo>
                <a:cubicBezTo>
                  <a:pt x="1246119" y="3945491"/>
                  <a:pt x="1249583" y="3948955"/>
                  <a:pt x="1249583" y="3953228"/>
                </a:cubicBezTo>
                <a:cubicBezTo>
                  <a:pt x="1249583" y="3984174"/>
                  <a:pt x="1249582" y="4015119"/>
                  <a:pt x="1249582" y="4046065"/>
                </a:cubicBezTo>
                <a:lnTo>
                  <a:pt x="1241846" y="4053801"/>
                </a:lnTo>
                <a:cubicBezTo>
                  <a:pt x="1237573" y="4053801"/>
                  <a:pt x="1234109" y="4050337"/>
                  <a:pt x="1234109" y="4046064"/>
                </a:cubicBezTo>
                <a:lnTo>
                  <a:pt x="1234109" y="3953228"/>
                </a:lnTo>
                <a:cubicBezTo>
                  <a:pt x="1234109" y="3948955"/>
                  <a:pt x="1237573" y="3945491"/>
                  <a:pt x="1241846" y="3945491"/>
                </a:cubicBezTo>
                <a:close/>
                <a:moveTo>
                  <a:pt x="1161964" y="3945491"/>
                </a:moveTo>
                <a:cubicBezTo>
                  <a:pt x="1191874" y="3945491"/>
                  <a:pt x="1216120" y="3969737"/>
                  <a:pt x="1216120" y="3999646"/>
                </a:cubicBezTo>
                <a:cubicBezTo>
                  <a:pt x="1216120" y="4029555"/>
                  <a:pt x="1191874" y="4053801"/>
                  <a:pt x="1161964" y="4053801"/>
                </a:cubicBezTo>
                <a:cubicBezTo>
                  <a:pt x="1132054" y="4053801"/>
                  <a:pt x="1107808" y="4029555"/>
                  <a:pt x="1107808" y="3999646"/>
                </a:cubicBezTo>
                <a:cubicBezTo>
                  <a:pt x="1107808" y="3969737"/>
                  <a:pt x="1132054" y="3945491"/>
                  <a:pt x="1161964" y="3945491"/>
                </a:cubicBezTo>
                <a:close/>
                <a:moveTo>
                  <a:pt x="1082082" y="3945491"/>
                </a:moveTo>
                <a:cubicBezTo>
                  <a:pt x="1086355" y="3945491"/>
                  <a:pt x="1089819" y="3948955"/>
                  <a:pt x="1089819" y="3953228"/>
                </a:cubicBezTo>
                <a:cubicBezTo>
                  <a:pt x="1089819" y="3984174"/>
                  <a:pt x="1089818" y="4015119"/>
                  <a:pt x="1089818" y="4046065"/>
                </a:cubicBezTo>
                <a:lnTo>
                  <a:pt x="1082082" y="4053801"/>
                </a:lnTo>
                <a:cubicBezTo>
                  <a:pt x="1077809" y="4053801"/>
                  <a:pt x="1074345" y="4050337"/>
                  <a:pt x="1074345" y="4046064"/>
                </a:cubicBezTo>
                <a:lnTo>
                  <a:pt x="1074345" y="3953228"/>
                </a:lnTo>
                <a:cubicBezTo>
                  <a:pt x="1074345" y="3948955"/>
                  <a:pt x="1077809" y="3945491"/>
                  <a:pt x="1082082" y="3945491"/>
                </a:cubicBezTo>
                <a:close/>
                <a:moveTo>
                  <a:pt x="1048619" y="3945491"/>
                </a:moveTo>
                <a:cubicBezTo>
                  <a:pt x="1052892" y="3945491"/>
                  <a:pt x="1056356" y="3948955"/>
                  <a:pt x="1056356" y="3953228"/>
                </a:cubicBezTo>
                <a:cubicBezTo>
                  <a:pt x="1056356" y="3984174"/>
                  <a:pt x="1056355" y="4015119"/>
                  <a:pt x="1056355" y="4046065"/>
                </a:cubicBezTo>
                <a:lnTo>
                  <a:pt x="1048619" y="4053801"/>
                </a:lnTo>
                <a:cubicBezTo>
                  <a:pt x="1044346" y="4053801"/>
                  <a:pt x="1040882" y="4050337"/>
                  <a:pt x="1040882" y="4046064"/>
                </a:cubicBezTo>
                <a:lnTo>
                  <a:pt x="1040882" y="3953228"/>
                </a:lnTo>
                <a:cubicBezTo>
                  <a:pt x="1040882" y="3948955"/>
                  <a:pt x="1044346" y="3945491"/>
                  <a:pt x="1048619" y="3945491"/>
                </a:cubicBezTo>
                <a:close/>
                <a:moveTo>
                  <a:pt x="968737" y="3945491"/>
                </a:moveTo>
                <a:cubicBezTo>
                  <a:pt x="998647" y="3945491"/>
                  <a:pt x="1022893" y="3969737"/>
                  <a:pt x="1022893" y="3999646"/>
                </a:cubicBezTo>
                <a:cubicBezTo>
                  <a:pt x="1022893" y="4029555"/>
                  <a:pt x="998647" y="4053801"/>
                  <a:pt x="968737" y="4053801"/>
                </a:cubicBezTo>
                <a:cubicBezTo>
                  <a:pt x="938827" y="4053801"/>
                  <a:pt x="914581" y="4029555"/>
                  <a:pt x="914581" y="3999646"/>
                </a:cubicBezTo>
                <a:cubicBezTo>
                  <a:pt x="914581" y="3969737"/>
                  <a:pt x="938827" y="3945491"/>
                  <a:pt x="968737" y="3945491"/>
                </a:cubicBezTo>
                <a:close/>
                <a:moveTo>
                  <a:pt x="888856" y="3945491"/>
                </a:moveTo>
                <a:cubicBezTo>
                  <a:pt x="893129" y="3945491"/>
                  <a:pt x="896593" y="3948955"/>
                  <a:pt x="896593" y="3953228"/>
                </a:cubicBezTo>
                <a:cubicBezTo>
                  <a:pt x="896593" y="3984174"/>
                  <a:pt x="896592" y="4015119"/>
                  <a:pt x="896592" y="4046065"/>
                </a:cubicBezTo>
                <a:lnTo>
                  <a:pt x="888856" y="4053801"/>
                </a:lnTo>
                <a:cubicBezTo>
                  <a:pt x="884583" y="4053801"/>
                  <a:pt x="881119" y="4050337"/>
                  <a:pt x="881119" y="4046064"/>
                </a:cubicBezTo>
                <a:lnTo>
                  <a:pt x="881119" y="3953228"/>
                </a:lnTo>
                <a:cubicBezTo>
                  <a:pt x="881146" y="3948955"/>
                  <a:pt x="884583" y="3945491"/>
                  <a:pt x="888856" y="3945491"/>
                </a:cubicBezTo>
                <a:close/>
                <a:moveTo>
                  <a:pt x="808974" y="3945491"/>
                </a:moveTo>
                <a:cubicBezTo>
                  <a:pt x="838884" y="3945491"/>
                  <a:pt x="863130" y="3969737"/>
                  <a:pt x="863130" y="3999646"/>
                </a:cubicBezTo>
                <a:cubicBezTo>
                  <a:pt x="863127" y="4029555"/>
                  <a:pt x="838881" y="4053801"/>
                  <a:pt x="808974" y="4053801"/>
                </a:cubicBezTo>
                <a:cubicBezTo>
                  <a:pt x="779064" y="4053801"/>
                  <a:pt x="754818" y="4029555"/>
                  <a:pt x="754818" y="3999646"/>
                </a:cubicBezTo>
                <a:cubicBezTo>
                  <a:pt x="754818" y="3969737"/>
                  <a:pt x="779064" y="3945491"/>
                  <a:pt x="808974" y="3945491"/>
                </a:cubicBezTo>
                <a:close/>
                <a:moveTo>
                  <a:pt x="729092" y="3945491"/>
                </a:moveTo>
                <a:cubicBezTo>
                  <a:pt x="733365" y="3945491"/>
                  <a:pt x="736829" y="3948955"/>
                  <a:pt x="736829" y="3953228"/>
                </a:cubicBezTo>
                <a:cubicBezTo>
                  <a:pt x="736829" y="3984174"/>
                  <a:pt x="736828" y="4015119"/>
                  <a:pt x="736828" y="4046065"/>
                </a:cubicBezTo>
                <a:lnTo>
                  <a:pt x="729092" y="4053801"/>
                </a:lnTo>
                <a:cubicBezTo>
                  <a:pt x="724819" y="4053801"/>
                  <a:pt x="721355" y="4050337"/>
                  <a:pt x="721355" y="4046064"/>
                </a:cubicBezTo>
                <a:lnTo>
                  <a:pt x="721355" y="3953228"/>
                </a:lnTo>
                <a:cubicBezTo>
                  <a:pt x="721382" y="3948955"/>
                  <a:pt x="724819" y="3945491"/>
                  <a:pt x="729092" y="3945491"/>
                </a:cubicBezTo>
                <a:close/>
                <a:moveTo>
                  <a:pt x="649210" y="3945491"/>
                </a:moveTo>
                <a:cubicBezTo>
                  <a:pt x="679120" y="3945491"/>
                  <a:pt x="703366" y="3969737"/>
                  <a:pt x="703366" y="3999646"/>
                </a:cubicBezTo>
                <a:cubicBezTo>
                  <a:pt x="703363" y="4029555"/>
                  <a:pt x="679117" y="4053801"/>
                  <a:pt x="649210" y="4053801"/>
                </a:cubicBezTo>
                <a:cubicBezTo>
                  <a:pt x="619300" y="4053801"/>
                  <a:pt x="595054" y="4029555"/>
                  <a:pt x="595054" y="3999646"/>
                </a:cubicBezTo>
                <a:cubicBezTo>
                  <a:pt x="595054" y="3969737"/>
                  <a:pt x="619300" y="3945491"/>
                  <a:pt x="649210" y="3945491"/>
                </a:cubicBezTo>
                <a:close/>
                <a:moveTo>
                  <a:pt x="569328" y="3945491"/>
                </a:moveTo>
                <a:cubicBezTo>
                  <a:pt x="573601" y="3945491"/>
                  <a:pt x="577065" y="3948955"/>
                  <a:pt x="577065" y="3953228"/>
                </a:cubicBezTo>
                <a:cubicBezTo>
                  <a:pt x="577065" y="3984174"/>
                  <a:pt x="577064" y="4015119"/>
                  <a:pt x="577064" y="4046065"/>
                </a:cubicBezTo>
                <a:lnTo>
                  <a:pt x="569328" y="4053801"/>
                </a:lnTo>
                <a:cubicBezTo>
                  <a:pt x="565055" y="4053801"/>
                  <a:pt x="561591" y="4050337"/>
                  <a:pt x="561591" y="4046064"/>
                </a:cubicBezTo>
                <a:lnTo>
                  <a:pt x="561591" y="3953228"/>
                </a:lnTo>
                <a:cubicBezTo>
                  <a:pt x="561618" y="3948955"/>
                  <a:pt x="565055" y="3945491"/>
                  <a:pt x="569328" y="3945491"/>
                </a:cubicBezTo>
                <a:close/>
                <a:moveTo>
                  <a:pt x="535865" y="3945491"/>
                </a:moveTo>
                <a:cubicBezTo>
                  <a:pt x="540138" y="3945491"/>
                  <a:pt x="543602" y="3948955"/>
                  <a:pt x="543602" y="3953228"/>
                </a:cubicBezTo>
                <a:cubicBezTo>
                  <a:pt x="543602" y="3984174"/>
                  <a:pt x="543601" y="4015119"/>
                  <a:pt x="543601" y="4046065"/>
                </a:cubicBezTo>
                <a:lnTo>
                  <a:pt x="535865" y="4053801"/>
                </a:lnTo>
                <a:cubicBezTo>
                  <a:pt x="531592" y="4053801"/>
                  <a:pt x="528128" y="4050337"/>
                  <a:pt x="528128" y="4046064"/>
                </a:cubicBezTo>
                <a:lnTo>
                  <a:pt x="528128" y="3953228"/>
                </a:lnTo>
                <a:cubicBezTo>
                  <a:pt x="528155" y="3948955"/>
                  <a:pt x="531592" y="3945491"/>
                  <a:pt x="535865" y="3945491"/>
                </a:cubicBezTo>
                <a:close/>
                <a:moveTo>
                  <a:pt x="455983" y="3945491"/>
                </a:moveTo>
                <a:cubicBezTo>
                  <a:pt x="485893" y="3945491"/>
                  <a:pt x="510139" y="3969737"/>
                  <a:pt x="510139" y="3999646"/>
                </a:cubicBezTo>
                <a:cubicBezTo>
                  <a:pt x="510136" y="4029555"/>
                  <a:pt x="485890" y="4053801"/>
                  <a:pt x="455983" y="4053801"/>
                </a:cubicBezTo>
                <a:cubicBezTo>
                  <a:pt x="426073" y="4053801"/>
                  <a:pt x="401827" y="4029555"/>
                  <a:pt x="401827" y="3999646"/>
                </a:cubicBezTo>
                <a:cubicBezTo>
                  <a:pt x="401827" y="3969737"/>
                  <a:pt x="426073" y="3945491"/>
                  <a:pt x="455983" y="3945491"/>
                </a:cubicBezTo>
                <a:close/>
                <a:moveTo>
                  <a:pt x="56575" y="3945491"/>
                </a:moveTo>
                <a:cubicBezTo>
                  <a:pt x="60848" y="3945491"/>
                  <a:pt x="64312" y="3948955"/>
                  <a:pt x="64312" y="3953228"/>
                </a:cubicBezTo>
                <a:cubicBezTo>
                  <a:pt x="64312" y="3984174"/>
                  <a:pt x="64311" y="4015119"/>
                  <a:pt x="64311" y="4046065"/>
                </a:cubicBezTo>
                <a:lnTo>
                  <a:pt x="56575" y="4053801"/>
                </a:lnTo>
                <a:cubicBezTo>
                  <a:pt x="52302" y="4053801"/>
                  <a:pt x="48838" y="4050337"/>
                  <a:pt x="48838" y="4046064"/>
                </a:cubicBezTo>
                <a:lnTo>
                  <a:pt x="48838" y="3953228"/>
                </a:lnTo>
                <a:cubicBezTo>
                  <a:pt x="48857" y="3948955"/>
                  <a:pt x="52314" y="3945491"/>
                  <a:pt x="56575" y="3945491"/>
                </a:cubicBezTo>
                <a:close/>
                <a:moveTo>
                  <a:pt x="23112" y="3945491"/>
                </a:moveTo>
                <a:cubicBezTo>
                  <a:pt x="27385" y="3945491"/>
                  <a:pt x="30849" y="3948955"/>
                  <a:pt x="30849" y="3953228"/>
                </a:cubicBezTo>
                <a:cubicBezTo>
                  <a:pt x="30849" y="3984174"/>
                  <a:pt x="30848" y="4015119"/>
                  <a:pt x="30848" y="4046065"/>
                </a:cubicBezTo>
                <a:lnTo>
                  <a:pt x="23112" y="4053801"/>
                </a:lnTo>
                <a:cubicBezTo>
                  <a:pt x="18839" y="4053801"/>
                  <a:pt x="15375" y="4050337"/>
                  <a:pt x="15375" y="4046064"/>
                </a:cubicBezTo>
                <a:lnTo>
                  <a:pt x="15375" y="3953228"/>
                </a:lnTo>
                <a:cubicBezTo>
                  <a:pt x="15394" y="3948955"/>
                  <a:pt x="18851" y="3945491"/>
                  <a:pt x="23112" y="3945491"/>
                </a:cubicBezTo>
                <a:close/>
                <a:moveTo>
                  <a:pt x="8908925" y="3943975"/>
                </a:moveTo>
                <a:cubicBezTo>
                  <a:pt x="8913198" y="3943975"/>
                  <a:pt x="8916662" y="3947439"/>
                  <a:pt x="8916662" y="3951712"/>
                </a:cubicBezTo>
                <a:cubicBezTo>
                  <a:pt x="8916662" y="3982658"/>
                  <a:pt x="8916661" y="4013603"/>
                  <a:pt x="8916661" y="4044549"/>
                </a:cubicBezTo>
                <a:lnTo>
                  <a:pt x="8908925" y="4052285"/>
                </a:lnTo>
                <a:cubicBezTo>
                  <a:pt x="8904652" y="4052285"/>
                  <a:pt x="8901188" y="4048821"/>
                  <a:pt x="8901188" y="4044548"/>
                </a:cubicBezTo>
                <a:lnTo>
                  <a:pt x="8901188" y="3951712"/>
                </a:lnTo>
                <a:cubicBezTo>
                  <a:pt x="8901188" y="3947439"/>
                  <a:pt x="8904652" y="3943975"/>
                  <a:pt x="8908925" y="3943975"/>
                </a:cubicBezTo>
                <a:close/>
                <a:moveTo>
                  <a:pt x="8829043" y="3943975"/>
                </a:moveTo>
                <a:cubicBezTo>
                  <a:pt x="8858952" y="3943975"/>
                  <a:pt x="8883198" y="3968221"/>
                  <a:pt x="8883198" y="3998130"/>
                </a:cubicBezTo>
                <a:cubicBezTo>
                  <a:pt x="8883198" y="4028039"/>
                  <a:pt x="8858952" y="4052285"/>
                  <a:pt x="8829043" y="4052285"/>
                </a:cubicBezTo>
                <a:cubicBezTo>
                  <a:pt x="8799134" y="4052285"/>
                  <a:pt x="8774888" y="4028039"/>
                  <a:pt x="8774888" y="3998130"/>
                </a:cubicBezTo>
                <a:cubicBezTo>
                  <a:pt x="8774888" y="3968221"/>
                  <a:pt x="8799134" y="3943975"/>
                  <a:pt x="8829043" y="3943975"/>
                </a:cubicBezTo>
                <a:close/>
                <a:moveTo>
                  <a:pt x="8749162" y="3943975"/>
                </a:moveTo>
                <a:cubicBezTo>
                  <a:pt x="8753435" y="3943975"/>
                  <a:pt x="8756899" y="3947439"/>
                  <a:pt x="8756899" y="3951712"/>
                </a:cubicBezTo>
                <a:cubicBezTo>
                  <a:pt x="8756899" y="3982658"/>
                  <a:pt x="8756898" y="4013603"/>
                  <a:pt x="8756898" y="4044549"/>
                </a:cubicBezTo>
                <a:lnTo>
                  <a:pt x="8749162" y="4052285"/>
                </a:lnTo>
                <a:cubicBezTo>
                  <a:pt x="8744889" y="4052285"/>
                  <a:pt x="8741425" y="4048821"/>
                  <a:pt x="8741425" y="4044548"/>
                </a:cubicBezTo>
                <a:lnTo>
                  <a:pt x="8741425" y="3951712"/>
                </a:lnTo>
                <a:cubicBezTo>
                  <a:pt x="8741425" y="3947439"/>
                  <a:pt x="8744889" y="3943975"/>
                  <a:pt x="8749162" y="3943975"/>
                </a:cubicBezTo>
                <a:close/>
                <a:moveTo>
                  <a:pt x="8669280" y="3943975"/>
                </a:moveTo>
                <a:cubicBezTo>
                  <a:pt x="8699189" y="3943975"/>
                  <a:pt x="8723435" y="3968221"/>
                  <a:pt x="8723435" y="3998130"/>
                </a:cubicBezTo>
                <a:cubicBezTo>
                  <a:pt x="8723435" y="4028039"/>
                  <a:pt x="8699189" y="4052285"/>
                  <a:pt x="8669280" y="4052285"/>
                </a:cubicBezTo>
                <a:cubicBezTo>
                  <a:pt x="8639371" y="4052285"/>
                  <a:pt x="8615125" y="4028039"/>
                  <a:pt x="8615125" y="3998130"/>
                </a:cubicBezTo>
                <a:cubicBezTo>
                  <a:pt x="8615125" y="3968221"/>
                  <a:pt x="8639371" y="3943975"/>
                  <a:pt x="8669280" y="3943975"/>
                </a:cubicBezTo>
                <a:close/>
                <a:moveTo>
                  <a:pt x="7690191" y="3943975"/>
                </a:moveTo>
                <a:cubicBezTo>
                  <a:pt x="7694464" y="3943975"/>
                  <a:pt x="7697928" y="3947439"/>
                  <a:pt x="7697928" y="3951712"/>
                </a:cubicBezTo>
                <a:cubicBezTo>
                  <a:pt x="7697928" y="3982658"/>
                  <a:pt x="7697927" y="4013603"/>
                  <a:pt x="7697927" y="4044549"/>
                </a:cubicBezTo>
                <a:lnTo>
                  <a:pt x="7690191" y="4052285"/>
                </a:lnTo>
                <a:cubicBezTo>
                  <a:pt x="7685918" y="4052285"/>
                  <a:pt x="7682454" y="4048821"/>
                  <a:pt x="7682454" y="4044548"/>
                </a:cubicBezTo>
                <a:lnTo>
                  <a:pt x="7682454" y="3951712"/>
                </a:lnTo>
                <a:cubicBezTo>
                  <a:pt x="7682454" y="3947439"/>
                  <a:pt x="7685918" y="3943975"/>
                  <a:pt x="7690191" y="3943975"/>
                </a:cubicBezTo>
                <a:close/>
                <a:moveTo>
                  <a:pt x="7610309" y="3943975"/>
                </a:moveTo>
                <a:cubicBezTo>
                  <a:pt x="7640218" y="3943975"/>
                  <a:pt x="7664464" y="3968221"/>
                  <a:pt x="7664464" y="3998130"/>
                </a:cubicBezTo>
                <a:cubicBezTo>
                  <a:pt x="7664464" y="4028039"/>
                  <a:pt x="7640218" y="4052285"/>
                  <a:pt x="7610309" y="4052285"/>
                </a:cubicBezTo>
                <a:cubicBezTo>
                  <a:pt x="7580400" y="4052285"/>
                  <a:pt x="7556154" y="4028039"/>
                  <a:pt x="7556154" y="3998130"/>
                </a:cubicBezTo>
                <a:cubicBezTo>
                  <a:pt x="7556154" y="3968221"/>
                  <a:pt x="7580400" y="3943975"/>
                  <a:pt x="7610309" y="3943975"/>
                </a:cubicBezTo>
                <a:close/>
                <a:moveTo>
                  <a:pt x="7530428" y="3943975"/>
                </a:moveTo>
                <a:cubicBezTo>
                  <a:pt x="7534701" y="3943975"/>
                  <a:pt x="7538165" y="3947439"/>
                  <a:pt x="7538165" y="3951712"/>
                </a:cubicBezTo>
                <a:cubicBezTo>
                  <a:pt x="7538165" y="3982658"/>
                  <a:pt x="7538164" y="4013603"/>
                  <a:pt x="7538164" y="4044549"/>
                </a:cubicBezTo>
                <a:lnTo>
                  <a:pt x="7530428" y="4052285"/>
                </a:lnTo>
                <a:cubicBezTo>
                  <a:pt x="7526155" y="4052285"/>
                  <a:pt x="7522691" y="4048821"/>
                  <a:pt x="7522691" y="4044548"/>
                </a:cubicBezTo>
                <a:lnTo>
                  <a:pt x="7522691" y="3951712"/>
                </a:lnTo>
                <a:cubicBezTo>
                  <a:pt x="7522691" y="3947439"/>
                  <a:pt x="7526155" y="3943975"/>
                  <a:pt x="7530428" y="3943975"/>
                </a:cubicBezTo>
                <a:close/>
                <a:moveTo>
                  <a:pt x="7450546" y="3943975"/>
                </a:moveTo>
                <a:cubicBezTo>
                  <a:pt x="7480455" y="3943975"/>
                  <a:pt x="7504701" y="3968221"/>
                  <a:pt x="7504701" y="3998130"/>
                </a:cubicBezTo>
                <a:cubicBezTo>
                  <a:pt x="7504701" y="4028039"/>
                  <a:pt x="7480455" y="4052285"/>
                  <a:pt x="7450546" y="4052285"/>
                </a:cubicBezTo>
                <a:cubicBezTo>
                  <a:pt x="7420637" y="4052285"/>
                  <a:pt x="7396391" y="4028039"/>
                  <a:pt x="7396391" y="3998130"/>
                </a:cubicBezTo>
                <a:cubicBezTo>
                  <a:pt x="7396391" y="3968221"/>
                  <a:pt x="7420637" y="3943975"/>
                  <a:pt x="7450546" y="3943975"/>
                </a:cubicBezTo>
                <a:close/>
                <a:moveTo>
                  <a:pt x="6936107" y="3943975"/>
                </a:moveTo>
                <a:cubicBezTo>
                  <a:pt x="6966016" y="3943975"/>
                  <a:pt x="6990262" y="3968221"/>
                  <a:pt x="6990262" y="3998130"/>
                </a:cubicBezTo>
                <a:cubicBezTo>
                  <a:pt x="6990262" y="4028039"/>
                  <a:pt x="6966016" y="4052285"/>
                  <a:pt x="6936107" y="4052285"/>
                </a:cubicBezTo>
                <a:cubicBezTo>
                  <a:pt x="6906198" y="4052285"/>
                  <a:pt x="6881952" y="4028039"/>
                  <a:pt x="6881952" y="3998130"/>
                </a:cubicBezTo>
                <a:cubicBezTo>
                  <a:pt x="6881952" y="3968221"/>
                  <a:pt x="6906198" y="3943975"/>
                  <a:pt x="6936107" y="3943975"/>
                </a:cubicBezTo>
                <a:close/>
                <a:moveTo>
                  <a:pt x="6856225" y="3943975"/>
                </a:moveTo>
                <a:cubicBezTo>
                  <a:pt x="6860498" y="3943975"/>
                  <a:pt x="6863962" y="3947439"/>
                  <a:pt x="6863962" y="3951712"/>
                </a:cubicBezTo>
                <a:lnTo>
                  <a:pt x="6863962" y="4044548"/>
                </a:lnTo>
                <a:cubicBezTo>
                  <a:pt x="6863962" y="4048821"/>
                  <a:pt x="6860498" y="4052285"/>
                  <a:pt x="6856225" y="4052285"/>
                </a:cubicBezTo>
                <a:lnTo>
                  <a:pt x="6848489" y="4044549"/>
                </a:lnTo>
                <a:cubicBezTo>
                  <a:pt x="6848489" y="4013603"/>
                  <a:pt x="6848488" y="3982658"/>
                  <a:pt x="6848488" y="3951712"/>
                </a:cubicBezTo>
                <a:cubicBezTo>
                  <a:pt x="6848488" y="3947439"/>
                  <a:pt x="6851952" y="3943975"/>
                  <a:pt x="6856225" y="3943975"/>
                </a:cubicBezTo>
                <a:close/>
                <a:moveTo>
                  <a:pt x="6776344" y="3943975"/>
                </a:moveTo>
                <a:cubicBezTo>
                  <a:pt x="6806253" y="3943975"/>
                  <a:pt x="6830499" y="3968221"/>
                  <a:pt x="6830499" y="3998130"/>
                </a:cubicBezTo>
                <a:cubicBezTo>
                  <a:pt x="6830499" y="4028039"/>
                  <a:pt x="6806253" y="4052285"/>
                  <a:pt x="6776344" y="4052285"/>
                </a:cubicBezTo>
                <a:cubicBezTo>
                  <a:pt x="6746435" y="4052285"/>
                  <a:pt x="6722189" y="4028039"/>
                  <a:pt x="6722189" y="3998130"/>
                </a:cubicBezTo>
                <a:cubicBezTo>
                  <a:pt x="6722189" y="3968221"/>
                  <a:pt x="6746435" y="3943975"/>
                  <a:pt x="6776344" y="3943975"/>
                </a:cubicBezTo>
                <a:close/>
                <a:moveTo>
                  <a:pt x="6696462" y="3943975"/>
                </a:moveTo>
                <a:cubicBezTo>
                  <a:pt x="6700735" y="3943975"/>
                  <a:pt x="6704199" y="3947439"/>
                  <a:pt x="6704199" y="3951712"/>
                </a:cubicBezTo>
                <a:lnTo>
                  <a:pt x="6704199" y="4044548"/>
                </a:lnTo>
                <a:cubicBezTo>
                  <a:pt x="6704199" y="4048821"/>
                  <a:pt x="6700735" y="4052285"/>
                  <a:pt x="6696462" y="4052285"/>
                </a:cubicBezTo>
                <a:lnTo>
                  <a:pt x="6688726" y="4044549"/>
                </a:lnTo>
                <a:cubicBezTo>
                  <a:pt x="6688726" y="4013603"/>
                  <a:pt x="6688725" y="3982658"/>
                  <a:pt x="6688725" y="3951712"/>
                </a:cubicBezTo>
                <a:cubicBezTo>
                  <a:pt x="6688725" y="3947439"/>
                  <a:pt x="6692189" y="3943975"/>
                  <a:pt x="6696462" y="3943975"/>
                </a:cubicBezTo>
                <a:close/>
                <a:moveTo>
                  <a:pt x="5717373" y="3943975"/>
                </a:moveTo>
                <a:cubicBezTo>
                  <a:pt x="5747282" y="3943975"/>
                  <a:pt x="5771528" y="3968221"/>
                  <a:pt x="5771528" y="3998130"/>
                </a:cubicBezTo>
                <a:cubicBezTo>
                  <a:pt x="5771528" y="4028039"/>
                  <a:pt x="5747282" y="4052285"/>
                  <a:pt x="5717373" y="4052285"/>
                </a:cubicBezTo>
                <a:cubicBezTo>
                  <a:pt x="5687464" y="4052285"/>
                  <a:pt x="5663218" y="4028039"/>
                  <a:pt x="5663218" y="3998130"/>
                </a:cubicBezTo>
                <a:cubicBezTo>
                  <a:pt x="5663218" y="3968221"/>
                  <a:pt x="5687464" y="3943975"/>
                  <a:pt x="5717373" y="3943975"/>
                </a:cubicBezTo>
                <a:close/>
                <a:moveTo>
                  <a:pt x="5637491" y="3943975"/>
                </a:moveTo>
                <a:cubicBezTo>
                  <a:pt x="5641764" y="3943975"/>
                  <a:pt x="5645228" y="3947439"/>
                  <a:pt x="5645228" y="3951712"/>
                </a:cubicBezTo>
                <a:lnTo>
                  <a:pt x="5645228" y="4044548"/>
                </a:lnTo>
                <a:cubicBezTo>
                  <a:pt x="5645228" y="4048821"/>
                  <a:pt x="5641764" y="4052285"/>
                  <a:pt x="5637491" y="4052285"/>
                </a:cubicBezTo>
                <a:lnTo>
                  <a:pt x="5629755" y="4044549"/>
                </a:lnTo>
                <a:cubicBezTo>
                  <a:pt x="5629755" y="4013603"/>
                  <a:pt x="5629754" y="3982658"/>
                  <a:pt x="5629754" y="3951712"/>
                </a:cubicBezTo>
                <a:cubicBezTo>
                  <a:pt x="5629754" y="3947439"/>
                  <a:pt x="5633218" y="3943975"/>
                  <a:pt x="5637491" y="3943975"/>
                </a:cubicBezTo>
                <a:close/>
                <a:moveTo>
                  <a:pt x="5557610" y="3943975"/>
                </a:moveTo>
                <a:cubicBezTo>
                  <a:pt x="5587519" y="3943975"/>
                  <a:pt x="5611765" y="3968221"/>
                  <a:pt x="5611765" y="3998130"/>
                </a:cubicBezTo>
                <a:cubicBezTo>
                  <a:pt x="5611765" y="4028039"/>
                  <a:pt x="5587519" y="4052285"/>
                  <a:pt x="5557610" y="4052285"/>
                </a:cubicBezTo>
                <a:cubicBezTo>
                  <a:pt x="5527701" y="4052285"/>
                  <a:pt x="5503455" y="4028039"/>
                  <a:pt x="5503455" y="3998130"/>
                </a:cubicBezTo>
                <a:cubicBezTo>
                  <a:pt x="5503455" y="3968221"/>
                  <a:pt x="5527701" y="3943975"/>
                  <a:pt x="5557610" y="3943975"/>
                </a:cubicBezTo>
                <a:close/>
                <a:moveTo>
                  <a:pt x="5477728" y="3943975"/>
                </a:moveTo>
                <a:cubicBezTo>
                  <a:pt x="5482001" y="3943975"/>
                  <a:pt x="5485465" y="3947439"/>
                  <a:pt x="5485465" y="3951712"/>
                </a:cubicBezTo>
                <a:lnTo>
                  <a:pt x="5485465" y="4044548"/>
                </a:lnTo>
                <a:cubicBezTo>
                  <a:pt x="5485465" y="4048821"/>
                  <a:pt x="5482001" y="4052285"/>
                  <a:pt x="5477728" y="4052285"/>
                </a:cubicBezTo>
                <a:lnTo>
                  <a:pt x="5469992" y="4044549"/>
                </a:lnTo>
                <a:cubicBezTo>
                  <a:pt x="5469992" y="4013603"/>
                  <a:pt x="5469991" y="3982658"/>
                  <a:pt x="5469991" y="3951712"/>
                </a:cubicBezTo>
                <a:cubicBezTo>
                  <a:pt x="5469991" y="3947439"/>
                  <a:pt x="5473455" y="3943975"/>
                  <a:pt x="5477728" y="3943975"/>
                </a:cubicBezTo>
                <a:close/>
                <a:moveTo>
                  <a:pt x="4065767" y="3943975"/>
                </a:moveTo>
                <a:cubicBezTo>
                  <a:pt x="4070040" y="3943975"/>
                  <a:pt x="4073504" y="3947439"/>
                  <a:pt x="4073504" y="3951712"/>
                </a:cubicBezTo>
                <a:cubicBezTo>
                  <a:pt x="4073504" y="3982658"/>
                  <a:pt x="4073503" y="4013603"/>
                  <a:pt x="4073503" y="4044549"/>
                </a:cubicBezTo>
                <a:lnTo>
                  <a:pt x="4065767" y="4052285"/>
                </a:lnTo>
                <a:cubicBezTo>
                  <a:pt x="4061494" y="4052285"/>
                  <a:pt x="4058030" y="4048821"/>
                  <a:pt x="4058030" y="4044548"/>
                </a:cubicBezTo>
                <a:lnTo>
                  <a:pt x="4058030" y="3951712"/>
                </a:lnTo>
                <a:cubicBezTo>
                  <a:pt x="4058030" y="3947439"/>
                  <a:pt x="4061494" y="3943975"/>
                  <a:pt x="4065767" y="3943975"/>
                </a:cubicBezTo>
                <a:close/>
                <a:moveTo>
                  <a:pt x="3952421" y="3943975"/>
                </a:moveTo>
                <a:cubicBezTo>
                  <a:pt x="3982330" y="3943975"/>
                  <a:pt x="4006576" y="3968221"/>
                  <a:pt x="4006576" y="3998130"/>
                </a:cubicBezTo>
                <a:cubicBezTo>
                  <a:pt x="4006576" y="4028039"/>
                  <a:pt x="3982330" y="4052285"/>
                  <a:pt x="3952421" y="4052285"/>
                </a:cubicBezTo>
                <a:cubicBezTo>
                  <a:pt x="3922512" y="4052285"/>
                  <a:pt x="3898266" y="4028039"/>
                  <a:pt x="3898266" y="3998130"/>
                </a:cubicBezTo>
                <a:cubicBezTo>
                  <a:pt x="3898266" y="3968221"/>
                  <a:pt x="3922512" y="3943975"/>
                  <a:pt x="3952421" y="3943975"/>
                </a:cubicBezTo>
                <a:close/>
                <a:moveTo>
                  <a:pt x="3872541" y="3943975"/>
                </a:moveTo>
                <a:cubicBezTo>
                  <a:pt x="3876814" y="3943975"/>
                  <a:pt x="3880278" y="3947439"/>
                  <a:pt x="3880278" y="3951712"/>
                </a:cubicBezTo>
                <a:cubicBezTo>
                  <a:pt x="3880278" y="3982658"/>
                  <a:pt x="3880277" y="4013603"/>
                  <a:pt x="3880277" y="4044549"/>
                </a:cubicBezTo>
                <a:lnTo>
                  <a:pt x="3872541" y="4052285"/>
                </a:lnTo>
                <a:cubicBezTo>
                  <a:pt x="3868268" y="4052285"/>
                  <a:pt x="3864804" y="4048821"/>
                  <a:pt x="3864804" y="4044548"/>
                </a:cubicBezTo>
                <a:lnTo>
                  <a:pt x="3864804" y="3951712"/>
                </a:lnTo>
                <a:cubicBezTo>
                  <a:pt x="3864804" y="3947439"/>
                  <a:pt x="3868268" y="3943975"/>
                  <a:pt x="3872541" y="3943975"/>
                </a:cubicBezTo>
                <a:close/>
                <a:moveTo>
                  <a:pt x="3792658" y="3943975"/>
                </a:moveTo>
                <a:cubicBezTo>
                  <a:pt x="3822567" y="3943975"/>
                  <a:pt x="3846813" y="3968221"/>
                  <a:pt x="3846813" y="3998130"/>
                </a:cubicBezTo>
                <a:cubicBezTo>
                  <a:pt x="3846813" y="4028039"/>
                  <a:pt x="3822567" y="4052285"/>
                  <a:pt x="3792658" y="4052285"/>
                </a:cubicBezTo>
                <a:cubicBezTo>
                  <a:pt x="3762749" y="4052285"/>
                  <a:pt x="3738503" y="4028039"/>
                  <a:pt x="3738503" y="3998130"/>
                </a:cubicBezTo>
                <a:cubicBezTo>
                  <a:pt x="3738503" y="3968221"/>
                  <a:pt x="3762749" y="3943975"/>
                  <a:pt x="3792658" y="3943975"/>
                </a:cubicBezTo>
                <a:close/>
                <a:moveTo>
                  <a:pt x="3279905" y="3943975"/>
                </a:moveTo>
                <a:cubicBezTo>
                  <a:pt x="3309814" y="3943975"/>
                  <a:pt x="3334060" y="3968221"/>
                  <a:pt x="3334060" y="3998130"/>
                </a:cubicBezTo>
                <a:cubicBezTo>
                  <a:pt x="3334060" y="4028039"/>
                  <a:pt x="3309814" y="4052285"/>
                  <a:pt x="3279905" y="4052285"/>
                </a:cubicBezTo>
                <a:cubicBezTo>
                  <a:pt x="3249996" y="4052285"/>
                  <a:pt x="3225750" y="4028039"/>
                  <a:pt x="3225750" y="3998130"/>
                </a:cubicBezTo>
                <a:cubicBezTo>
                  <a:pt x="3225750" y="3968221"/>
                  <a:pt x="3249996" y="3943975"/>
                  <a:pt x="3279905" y="3943975"/>
                </a:cubicBezTo>
                <a:close/>
                <a:moveTo>
                  <a:pt x="3200023" y="3943975"/>
                </a:moveTo>
                <a:cubicBezTo>
                  <a:pt x="3204296" y="3943975"/>
                  <a:pt x="3207760" y="3947439"/>
                  <a:pt x="3207760" y="3951712"/>
                </a:cubicBezTo>
                <a:lnTo>
                  <a:pt x="3207760" y="4044548"/>
                </a:lnTo>
                <a:cubicBezTo>
                  <a:pt x="3207760" y="4048821"/>
                  <a:pt x="3204296" y="4052285"/>
                  <a:pt x="3200023" y="4052285"/>
                </a:cubicBezTo>
                <a:lnTo>
                  <a:pt x="3192287" y="4044549"/>
                </a:lnTo>
                <a:cubicBezTo>
                  <a:pt x="3192287" y="4013603"/>
                  <a:pt x="3192286" y="3982658"/>
                  <a:pt x="3192286" y="3951712"/>
                </a:cubicBezTo>
                <a:cubicBezTo>
                  <a:pt x="3192286" y="3947439"/>
                  <a:pt x="3195750" y="3943975"/>
                  <a:pt x="3200023" y="3943975"/>
                </a:cubicBezTo>
                <a:close/>
                <a:moveTo>
                  <a:pt x="3120141" y="3943975"/>
                </a:moveTo>
                <a:cubicBezTo>
                  <a:pt x="3150050" y="3943975"/>
                  <a:pt x="3174296" y="3968221"/>
                  <a:pt x="3174296" y="3998130"/>
                </a:cubicBezTo>
                <a:cubicBezTo>
                  <a:pt x="3174296" y="4028039"/>
                  <a:pt x="3150050" y="4052285"/>
                  <a:pt x="3120141" y="4052285"/>
                </a:cubicBezTo>
                <a:cubicBezTo>
                  <a:pt x="3090232" y="4052285"/>
                  <a:pt x="3065986" y="4028039"/>
                  <a:pt x="3065986" y="3998130"/>
                </a:cubicBezTo>
                <a:cubicBezTo>
                  <a:pt x="3065986" y="3968221"/>
                  <a:pt x="3090232" y="3943975"/>
                  <a:pt x="3120141" y="3943975"/>
                </a:cubicBezTo>
                <a:close/>
                <a:moveTo>
                  <a:pt x="3040260" y="3943975"/>
                </a:moveTo>
                <a:cubicBezTo>
                  <a:pt x="3044533" y="3943975"/>
                  <a:pt x="3047997" y="3947439"/>
                  <a:pt x="3047997" y="3951712"/>
                </a:cubicBezTo>
                <a:lnTo>
                  <a:pt x="3047997" y="4044548"/>
                </a:lnTo>
                <a:cubicBezTo>
                  <a:pt x="3047997" y="4048821"/>
                  <a:pt x="3044533" y="4052285"/>
                  <a:pt x="3040260" y="4052285"/>
                </a:cubicBezTo>
                <a:lnTo>
                  <a:pt x="3032524" y="4044549"/>
                </a:lnTo>
                <a:cubicBezTo>
                  <a:pt x="3032524" y="4013603"/>
                  <a:pt x="3032523" y="3982658"/>
                  <a:pt x="3032523" y="3951712"/>
                </a:cubicBezTo>
                <a:cubicBezTo>
                  <a:pt x="3032523" y="3947439"/>
                  <a:pt x="3035987" y="3943975"/>
                  <a:pt x="3040260" y="3943975"/>
                </a:cubicBezTo>
                <a:close/>
                <a:moveTo>
                  <a:pt x="1594835" y="3943975"/>
                </a:moveTo>
                <a:cubicBezTo>
                  <a:pt x="1599108" y="3943975"/>
                  <a:pt x="1602572" y="3947439"/>
                  <a:pt x="1602572" y="3951712"/>
                </a:cubicBezTo>
                <a:cubicBezTo>
                  <a:pt x="1602572" y="3982658"/>
                  <a:pt x="1602571" y="4013603"/>
                  <a:pt x="1602571" y="4044549"/>
                </a:cubicBezTo>
                <a:lnTo>
                  <a:pt x="1594835" y="4052285"/>
                </a:lnTo>
                <a:cubicBezTo>
                  <a:pt x="1590562" y="4052285"/>
                  <a:pt x="1587098" y="4048821"/>
                  <a:pt x="1587098" y="4044548"/>
                </a:cubicBezTo>
                <a:lnTo>
                  <a:pt x="1587098" y="3951712"/>
                </a:lnTo>
                <a:cubicBezTo>
                  <a:pt x="1587098" y="3947439"/>
                  <a:pt x="1590562" y="3943975"/>
                  <a:pt x="1594835" y="3943975"/>
                </a:cubicBezTo>
                <a:close/>
                <a:moveTo>
                  <a:pt x="1514953" y="3943975"/>
                </a:moveTo>
                <a:cubicBezTo>
                  <a:pt x="1544862" y="3943975"/>
                  <a:pt x="1569108" y="3968221"/>
                  <a:pt x="1569108" y="3998130"/>
                </a:cubicBezTo>
                <a:cubicBezTo>
                  <a:pt x="1569108" y="4028039"/>
                  <a:pt x="1544862" y="4052285"/>
                  <a:pt x="1514953" y="4052285"/>
                </a:cubicBezTo>
                <a:cubicBezTo>
                  <a:pt x="1485044" y="4052285"/>
                  <a:pt x="1460798" y="4028039"/>
                  <a:pt x="1460798" y="3998130"/>
                </a:cubicBezTo>
                <a:cubicBezTo>
                  <a:pt x="1460798" y="3968221"/>
                  <a:pt x="1485044" y="3943975"/>
                  <a:pt x="1514953" y="3943975"/>
                </a:cubicBezTo>
                <a:close/>
                <a:moveTo>
                  <a:pt x="1435072" y="3943975"/>
                </a:moveTo>
                <a:cubicBezTo>
                  <a:pt x="1439345" y="3943975"/>
                  <a:pt x="1442809" y="3947439"/>
                  <a:pt x="1442809" y="3951712"/>
                </a:cubicBezTo>
                <a:cubicBezTo>
                  <a:pt x="1442809" y="3982658"/>
                  <a:pt x="1442808" y="4013603"/>
                  <a:pt x="1442808" y="4044549"/>
                </a:cubicBezTo>
                <a:lnTo>
                  <a:pt x="1435072" y="4052285"/>
                </a:lnTo>
                <a:cubicBezTo>
                  <a:pt x="1430799" y="4052285"/>
                  <a:pt x="1427335" y="4048821"/>
                  <a:pt x="1427335" y="4044548"/>
                </a:cubicBezTo>
                <a:lnTo>
                  <a:pt x="1427335" y="3951712"/>
                </a:lnTo>
                <a:cubicBezTo>
                  <a:pt x="1427335" y="3947439"/>
                  <a:pt x="1430799" y="3943975"/>
                  <a:pt x="1435072" y="3943975"/>
                </a:cubicBezTo>
                <a:close/>
                <a:moveTo>
                  <a:pt x="1355190" y="3943975"/>
                </a:moveTo>
                <a:cubicBezTo>
                  <a:pt x="1385099" y="3943975"/>
                  <a:pt x="1409345" y="3968221"/>
                  <a:pt x="1409345" y="3998130"/>
                </a:cubicBezTo>
                <a:cubicBezTo>
                  <a:pt x="1409345" y="4028039"/>
                  <a:pt x="1385099" y="4052285"/>
                  <a:pt x="1355190" y="4052285"/>
                </a:cubicBezTo>
                <a:cubicBezTo>
                  <a:pt x="1325281" y="4052285"/>
                  <a:pt x="1301035" y="4028039"/>
                  <a:pt x="1301035" y="3998130"/>
                </a:cubicBezTo>
                <a:cubicBezTo>
                  <a:pt x="1301035" y="3968221"/>
                  <a:pt x="1325281" y="3943975"/>
                  <a:pt x="1355190" y="3943975"/>
                </a:cubicBezTo>
                <a:close/>
                <a:moveTo>
                  <a:pt x="376101" y="3943975"/>
                </a:moveTo>
                <a:cubicBezTo>
                  <a:pt x="380374" y="3943975"/>
                  <a:pt x="383838" y="3947439"/>
                  <a:pt x="383838" y="3951712"/>
                </a:cubicBezTo>
                <a:cubicBezTo>
                  <a:pt x="383838" y="3982658"/>
                  <a:pt x="383837" y="4013603"/>
                  <a:pt x="383837" y="4044549"/>
                </a:cubicBezTo>
                <a:lnTo>
                  <a:pt x="376101" y="4052285"/>
                </a:lnTo>
                <a:cubicBezTo>
                  <a:pt x="371828" y="4052285"/>
                  <a:pt x="368364" y="4048821"/>
                  <a:pt x="368364" y="4044548"/>
                </a:cubicBezTo>
                <a:lnTo>
                  <a:pt x="368364" y="3951712"/>
                </a:lnTo>
                <a:cubicBezTo>
                  <a:pt x="368364" y="3947439"/>
                  <a:pt x="371828" y="3943975"/>
                  <a:pt x="376101" y="3943975"/>
                </a:cubicBezTo>
                <a:close/>
                <a:moveTo>
                  <a:pt x="296219" y="3943975"/>
                </a:moveTo>
                <a:cubicBezTo>
                  <a:pt x="326128" y="3943975"/>
                  <a:pt x="350374" y="3968221"/>
                  <a:pt x="350374" y="3998130"/>
                </a:cubicBezTo>
                <a:cubicBezTo>
                  <a:pt x="350374" y="4028039"/>
                  <a:pt x="326128" y="4052285"/>
                  <a:pt x="296219" y="4052285"/>
                </a:cubicBezTo>
                <a:cubicBezTo>
                  <a:pt x="266310" y="4052285"/>
                  <a:pt x="242064" y="4028039"/>
                  <a:pt x="242064" y="3998130"/>
                </a:cubicBezTo>
                <a:cubicBezTo>
                  <a:pt x="242065" y="3968221"/>
                  <a:pt x="266310" y="3943975"/>
                  <a:pt x="296219" y="3943975"/>
                </a:cubicBezTo>
                <a:close/>
                <a:moveTo>
                  <a:pt x="216338" y="3943975"/>
                </a:moveTo>
                <a:cubicBezTo>
                  <a:pt x="220611" y="3943975"/>
                  <a:pt x="224075" y="3947439"/>
                  <a:pt x="224075" y="3951712"/>
                </a:cubicBezTo>
                <a:cubicBezTo>
                  <a:pt x="224075" y="3982658"/>
                  <a:pt x="224074" y="4013603"/>
                  <a:pt x="224074" y="4044549"/>
                </a:cubicBezTo>
                <a:lnTo>
                  <a:pt x="216338" y="4052285"/>
                </a:lnTo>
                <a:cubicBezTo>
                  <a:pt x="212065" y="4052285"/>
                  <a:pt x="208601" y="4048821"/>
                  <a:pt x="208601" y="4044548"/>
                </a:cubicBezTo>
                <a:lnTo>
                  <a:pt x="208601" y="3951712"/>
                </a:lnTo>
                <a:cubicBezTo>
                  <a:pt x="208601" y="3947439"/>
                  <a:pt x="212065" y="3943975"/>
                  <a:pt x="216338" y="3943975"/>
                </a:cubicBezTo>
                <a:close/>
                <a:moveTo>
                  <a:pt x="136456" y="3943975"/>
                </a:moveTo>
                <a:cubicBezTo>
                  <a:pt x="166365" y="3943975"/>
                  <a:pt x="190611" y="3968221"/>
                  <a:pt x="190611" y="3998130"/>
                </a:cubicBezTo>
                <a:cubicBezTo>
                  <a:pt x="190611" y="4028039"/>
                  <a:pt x="166365" y="4052285"/>
                  <a:pt x="136456" y="4052285"/>
                </a:cubicBezTo>
                <a:cubicBezTo>
                  <a:pt x="106547" y="4052285"/>
                  <a:pt x="82301" y="4028039"/>
                  <a:pt x="82301" y="3998130"/>
                </a:cubicBezTo>
                <a:cubicBezTo>
                  <a:pt x="82302" y="3968221"/>
                  <a:pt x="106547" y="3943975"/>
                  <a:pt x="136456" y="3943975"/>
                </a:cubicBezTo>
                <a:close/>
                <a:moveTo>
                  <a:pt x="9069131" y="3824440"/>
                </a:moveTo>
                <a:cubicBezTo>
                  <a:pt x="9047673" y="3824440"/>
                  <a:pt x="9030278" y="3841835"/>
                  <a:pt x="9030278" y="3863293"/>
                </a:cubicBezTo>
                <a:cubicBezTo>
                  <a:pt x="9030278" y="3884751"/>
                  <a:pt x="9047673" y="3902146"/>
                  <a:pt x="9069131" y="3902146"/>
                </a:cubicBezTo>
                <a:cubicBezTo>
                  <a:pt x="9090589" y="3902146"/>
                  <a:pt x="9107984" y="3884751"/>
                  <a:pt x="9107984" y="3863293"/>
                </a:cubicBezTo>
                <a:cubicBezTo>
                  <a:pt x="9107984" y="3841835"/>
                  <a:pt x="9090589" y="3824440"/>
                  <a:pt x="9069131" y="3824440"/>
                </a:cubicBezTo>
                <a:close/>
                <a:moveTo>
                  <a:pt x="8912861" y="3824440"/>
                </a:moveTo>
                <a:cubicBezTo>
                  <a:pt x="8891403" y="3824440"/>
                  <a:pt x="8874008" y="3841835"/>
                  <a:pt x="8874008" y="3863293"/>
                </a:cubicBezTo>
                <a:cubicBezTo>
                  <a:pt x="8874008" y="3884751"/>
                  <a:pt x="8891403" y="3902146"/>
                  <a:pt x="8912861" y="3902146"/>
                </a:cubicBezTo>
                <a:cubicBezTo>
                  <a:pt x="8934319" y="3902146"/>
                  <a:pt x="8951714" y="3884751"/>
                  <a:pt x="8951714" y="3863293"/>
                </a:cubicBezTo>
                <a:cubicBezTo>
                  <a:pt x="8951714" y="3841835"/>
                  <a:pt x="8934319" y="3824440"/>
                  <a:pt x="8912861" y="3824440"/>
                </a:cubicBezTo>
                <a:close/>
                <a:moveTo>
                  <a:pt x="8756590" y="3824440"/>
                </a:moveTo>
                <a:cubicBezTo>
                  <a:pt x="8735132" y="3824440"/>
                  <a:pt x="8717737" y="3841835"/>
                  <a:pt x="8717737" y="3863293"/>
                </a:cubicBezTo>
                <a:cubicBezTo>
                  <a:pt x="8717737" y="3884751"/>
                  <a:pt x="8735132" y="3902146"/>
                  <a:pt x="8756590" y="3902146"/>
                </a:cubicBezTo>
                <a:cubicBezTo>
                  <a:pt x="8778048" y="3902146"/>
                  <a:pt x="8795443" y="3884751"/>
                  <a:pt x="8795443" y="3863293"/>
                </a:cubicBezTo>
                <a:cubicBezTo>
                  <a:pt x="8795443" y="3841835"/>
                  <a:pt x="8778048" y="3824440"/>
                  <a:pt x="8756590" y="3824440"/>
                </a:cubicBezTo>
                <a:close/>
                <a:moveTo>
                  <a:pt x="8632036" y="3824440"/>
                </a:moveTo>
                <a:cubicBezTo>
                  <a:pt x="8610578" y="3824440"/>
                  <a:pt x="8593183" y="3841835"/>
                  <a:pt x="8593183" y="3863293"/>
                </a:cubicBezTo>
                <a:cubicBezTo>
                  <a:pt x="8593183" y="3884751"/>
                  <a:pt x="8610578" y="3902146"/>
                  <a:pt x="8632036" y="3902146"/>
                </a:cubicBezTo>
                <a:cubicBezTo>
                  <a:pt x="8653494" y="3902146"/>
                  <a:pt x="8670889" y="3884751"/>
                  <a:pt x="8670889" y="3863293"/>
                </a:cubicBezTo>
                <a:cubicBezTo>
                  <a:pt x="8670889" y="3841835"/>
                  <a:pt x="8653494" y="3824440"/>
                  <a:pt x="8632036" y="3824440"/>
                </a:cubicBezTo>
                <a:close/>
                <a:moveTo>
                  <a:pt x="8475766" y="3824440"/>
                </a:moveTo>
                <a:cubicBezTo>
                  <a:pt x="8454308" y="3824440"/>
                  <a:pt x="8436913" y="3841835"/>
                  <a:pt x="8436913" y="3863293"/>
                </a:cubicBezTo>
                <a:cubicBezTo>
                  <a:pt x="8436913" y="3884751"/>
                  <a:pt x="8454308" y="3902146"/>
                  <a:pt x="8475766" y="3902146"/>
                </a:cubicBezTo>
                <a:cubicBezTo>
                  <a:pt x="8497224" y="3902146"/>
                  <a:pt x="8514619" y="3884751"/>
                  <a:pt x="8514619" y="3863293"/>
                </a:cubicBezTo>
                <a:cubicBezTo>
                  <a:pt x="8514619" y="3841835"/>
                  <a:pt x="8497224" y="3824440"/>
                  <a:pt x="8475766" y="3824440"/>
                </a:cubicBezTo>
                <a:close/>
                <a:moveTo>
                  <a:pt x="8351212" y="3824440"/>
                </a:moveTo>
                <a:cubicBezTo>
                  <a:pt x="8329754" y="3824440"/>
                  <a:pt x="8312359" y="3841835"/>
                  <a:pt x="8312359" y="3863293"/>
                </a:cubicBezTo>
                <a:cubicBezTo>
                  <a:pt x="8312359" y="3884751"/>
                  <a:pt x="8329754" y="3902146"/>
                  <a:pt x="8351212" y="3902146"/>
                </a:cubicBezTo>
                <a:cubicBezTo>
                  <a:pt x="8372670" y="3902146"/>
                  <a:pt x="8390065" y="3884751"/>
                  <a:pt x="8390065" y="3863293"/>
                </a:cubicBezTo>
                <a:cubicBezTo>
                  <a:pt x="8390065" y="3841835"/>
                  <a:pt x="8372670" y="3824440"/>
                  <a:pt x="8351212" y="3824440"/>
                </a:cubicBezTo>
                <a:close/>
                <a:moveTo>
                  <a:pt x="8226658" y="3824440"/>
                </a:moveTo>
                <a:cubicBezTo>
                  <a:pt x="8205200" y="3824440"/>
                  <a:pt x="8187805" y="3841835"/>
                  <a:pt x="8187805" y="3863293"/>
                </a:cubicBezTo>
                <a:cubicBezTo>
                  <a:pt x="8187805" y="3884751"/>
                  <a:pt x="8205200" y="3902146"/>
                  <a:pt x="8226658" y="3902146"/>
                </a:cubicBezTo>
                <a:cubicBezTo>
                  <a:pt x="8248116" y="3902146"/>
                  <a:pt x="8265511" y="3884751"/>
                  <a:pt x="8265511" y="3863293"/>
                </a:cubicBezTo>
                <a:cubicBezTo>
                  <a:pt x="8265511" y="3841835"/>
                  <a:pt x="8248116" y="3824440"/>
                  <a:pt x="8226658" y="3824440"/>
                </a:cubicBezTo>
                <a:close/>
                <a:moveTo>
                  <a:pt x="8038671" y="3824440"/>
                </a:moveTo>
                <a:cubicBezTo>
                  <a:pt x="8017213" y="3824440"/>
                  <a:pt x="7999818" y="3841835"/>
                  <a:pt x="7999818" y="3863293"/>
                </a:cubicBezTo>
                <a:cubicBezTo>
                  <a:pt x="7999818" y="3884751"/>
                  <a:pt x="8017213" y="3902146"/>
                  <a:pt x="8038671" y="3902146"/>
                </a:cubicBezTo>
                <a:cubicBezTo>
                  <a:pt x="8060129" y="3902146"/>
                  <a:pt x="8077524" y="3884751"/>
                  <a:pt x="8077524" y="3863293"/>
                </a:cubicBezTo>
                <a:cubicBezTo>
                  <a:pt x="8077524" y="3841835"/>
                  <a:pt x="8060129" y="3824440"/>
                  <a:pt x="8038671" y="3824440"/>
                </a:cubicBezTo>
                <a:close/>
                <a:moveTo>
                  <a:pt x="7850684" y="3824440"/>
                </a:moveTo>
                <a:cubicBezTo>
                  <a:pt x="7829226" y="3824440"/>
                  <a:pt x="7811831" y="3841835"/>
                  <a:pt x="7811831" y="3863293"/>
                </a:cubicBezTo>
                <a:cubicBezTo>
                  <a:pt x="7811831" y="3884751"/>
                  <a:pt x="7829226" y="3902146"/>
                  <a:pt x="7850684" y="3902146"/>
                </a:cubicBezTo>
                <a:cubicBezTo>
                  <a:pt x="7872142" y="3902146"/>
                  <a:pt x="7889537" y="3884751"/>
                  <a:pt x="7889537" y="3863293"/>
                </a:cubicBezTo>
                <a:cubicBezTo>
                  <a:pt x="7889537" y="3841835"/>
                  <a:pt x="7872142" y="3824440"/>
                  <a:pt x="7850684" y="3824440"/>
                </a:cubicBezTo>
                <a:close/>
                <a:moveTo>
                  <a:pt x="7694414" y="3824440"/>
                </a:moveTo>
                <a:cubicBezTo>
                  <a:pt x="7672956" y="3824440"/>
                  <a:pt x="7655561" y="3841835"/>
                  <a:pt x="7655561" y="3863293"/>
                </a:cubicBezTo>
                <a:cubicBezTo>
                  <a:pt x="7655561" y="3884751"/>
                  <a:pt x="7672956" y="3902146"/>
                  <a:pt x="7694414" y="3902146"/>
                </a:cubicBezTo>
                <a:cubicBezTo>
                  <a:pt x="7715872" y="3902146"/>
                  <a:pt x="7733267" y="3884751"/>
                  <a:pt x="7733267" y="3863293"/>
                </a:cubicBezTo>
                <a:cubicBezTo>
                  <a:pt x="7733267" y="3841835"/>
                  <a:pt x="7715872" y="3824440"/>
                  <a:pt x="7694414" y="3824440"/>
                </a:cubicBezTo>
                <a:close/>
                <a:moveTo>
                  <a:pt x="7538143" y="3824440"/>
                </a:moveTo>
                <a:cubicBezTo>
                  <a:pt x="7516685" y="3824440"/>
                  <a:pt x="7499290" y="3841835"/>
                  <a:pt x="7499290" y="3863293"/>
                </a:cubicBezTo>
                <a:cubicBezTo>
                  <a:pt x="7499290" y="3884751"/>
                  <a:pt x="7516685" y="3902146"/>
                  <a:pt x="7538143" y="3902146"/>
                </a:cubicBezTo>
                <a:cubicBezTo>
                  <a:pt x="7559601" y="3902146"/>
                  <a:pt x="7576996" y="3884751"/>
                  <a:pt x="7576996" y="3863293"/>
                </a:cubicBezTo>
                <a:cubicBezTo>
                  <a:pt x="7576996" y="3841835"/>
                  <a:pt x="7559601" y="3824440"/>
                  <a:pt x="7538143" y="3824440"/>
                </a:cubicBezTo>
                <a:close/>
                <a:moveTo>
                  <a:pt x="7413589" y="3824440"/>
                </a:moveTo>
                <a:cubicBezTo>
                  <a:pt x="7392131" y="3824440"/>
                  <a:pt x="7374736" y="3841835"/>
                  <a:pt x="7374736" y="3863293"/>
                </a:cubicBezTo>
                <a:cubicBezTo>
                  <a:pt x="7374736" y="3884751"/>
                  <a:pt x="7392131" y="3902146"/>
                  <a:pt x="7413589" y="3902146"/>
                </a:cubicBezTo>
                <a:cubicBezTo>
                  <a:pt x="7435047" y="3902146"/>
                  <a:pt x="7452442" y="3884751"/>
                  <a:pt x="7452442" y="3863293"/>
                </a:cubicBezTo>
                <a:cubicBezTo>
                  <a:pt x="7452442" y="3841835"/>
                  <a:pt x="7435047" y="3824440"/>
                  <a:pt x="7413589" y="3824440"/>
                </a:cubicBezTo>
                <a:close/>
                <a:moveTo>
                  <a:pt x="7257319" y="3824440"/>
                </a:moveTo>
                <a:cubicBezTo>
                  <a:pt x="7235861" y="3824440"/>
                  <a:pt x="7218466" y="3841835"/>
                  <a:pt x="7218466" y="3863293"/>
                </a:cubicBezTo>
                <a:cubicBezTo>
                  <a:pt x="7218466" y="3884751"/>
                  <a:pt x="7235861" y="3902146"/>
                  <a:pt x="7257319" y="3902146"/>
                </a:cubicBezTo>
                <a:cubicBezTo>
                  <a:pt x="7278777" y="3902146"/>
                  <a:pt x="7296172" y="3884751"/>
                  <a:pt x="7296172" y="3863293"/>
                </a:cubicBezTo>
                <a:cubicBezTo>
                  <a:pt x="7296172" y="3841835"/>
                  <a:pt x="7278777" y="3824440"/>
                  <a:pt x="7257319" y="3824440"/>
                </a:cubicBezTo>
                <a:close/>
                <a:moveTo>
                  <a:pt x="7129359" y="3824440"/>
                </a:moveTo>
                <a:cubicBezTo>
                  <a:pt x="7107901" y="3824440"/>
                  <a:pt x="7090506" y="3841835"/>
                  <a:pt x="7090506" y="3863293"/>
                </a:cubicBezTo>
                <a:cubicBezTo>
                  <a:pt x="7090506" y="3884751"/>
                  <a:pt x="7107901" y="3902146"/>
                  <a:pt x="7129359" y="3902146"/>
                </a:cubicBezTo>
                <a:cubicBezTo>
                  <a:pt x="7150817" y="3902146"/>
                  <a:pt x="7168212" y="3884751"/>
                  <a:pt x="7168212" y="3863293"/>
                </a:cubicBezTo>
                <a:cubicBezTo>
                  <a:pt x="7168212" y="3841835"/>
                  <a:pt x="7150817" y="3824440"/>
                  <a:pt x="7129359" y="3824440"/>
                </a:cubicBezTo>
                <a:close/>
                <a:moveTo>
                  <a:pt x="6973087" y="3824440"/>
                </a:moveTo>
                <a:cubicBezTo>
                  <a:pt x="6951629" y="3824440"/>
                  <a:pt x="6934234" y="3841835"/>
                  <a:pt x="6934234" y="3863293"/>
                </a:cubicBezTo>
                <a:cubicBezTo>
                  <a:pt x="6934234" y="3884751"/>
                  <a:pt x="6951629" y="3902146"/>
                  <a:pt x="6973087" y="3902146"/>
                </a:cubicBezTo>
                <a:cubicBezTo>
                  <a:pt x="6994545" y="3902146"/>
                  <a:pt x="7011940" y="3884751"/>
                  <a:pt x="7011940" y="3863293"/>
                </a:cubicBezTo>
                <a:cubicBezTo>
                  <a:pt x="7011940" y="3841835"/>
                  <a:pt x="6994545" y="3824440"/>
                  <a:pt x="6973087" y="3824440"/>
                </a:cubicBezTo>
                <a:close/>
                <a:moveTo>
                  <a:pt x="6848533" y="3824440"/>
                </a:moveTo>
                <a:cubicBezTo>
                  <a:pt x="6827075" y="3824440"/>
                  <a:pt x="6809680" y="3841835"/>
                  <a:pt x="6809680" y="3863293"/>
                </a:cubicBezTo>
                <a:cubicBezTo>
                  <a:pt x="6809680" y="3884751"/>
                  <a:pt x="6827075" y="3902146"/>
                  <a:pt x="6848533" y="3902146"/>
                </a:cubicBezTo>
                <a:cubicBezTo>
                  <a:pt x="6869991" y="3902146"/>
                  <a:pt x="6887386" y="3884751"/>
                  <a:pt x="6887386" y="3863293"/>
                </a:cubicBezTo>
                <a:cubicBezTo>
                  <a:pt x="6887386" y="3841835"/>
                  <a:pt x="6869991" y="3824440"/>
                  <a:pt x="6848533" y="3824440"/>
                </a:cubicBezTo>
                <a:close/>
                <a:moveTo>
                  <a:pt x="6692262" y="3824440"/>
                </a:moveTo>
                <a:cubicBezTo>
                  <a:pt x="6670804" y="3824440"/>
                  <a:pt x="6653409" y="3841835"/>
                  <a:pt x="6653409" y="3863293"/>
                </a:cubicBezTo>
                <a:cubicBezTo>
                  <a:pt x="6653409" y="3884751"/>
                  <a:pt x="6670804" y="3902146"/>
                  <a:pt x="6692262" y="3902146"/>
                </a:cubicBezTo>
                <a:cubicBezTo>
                  <a:pt x="6713720" y="3902146"/>
                  <a:pt x="6731115" y="3884751"/>
                  <a:pt x="6731115" y="3863293"/>
                </a:cubicBezTo>
                <a:cubicBezTo>
                  <a:pt x="6731115" y="3841835"/>
                  <a:pt x="6713720" y="3824440"/>
                  <a:pt x="6692262" y="3824440"/>
                </a:cubicBezTo>
                <a:close/>
                <a:moveTo>
                  <a:pt x="6504275" y="3824440"/>
                </a:moveTo>
                <a:cubicBezTo>
                  <a:pt x="6482817" y="3824440"/>
                  <a:pt x="6465422" y="3841835"/>
                  <a:pt x="6465422" y="3863293"/>
                </a:cubicBezTo>
                <a:cubicBezTo>
                  <a:pt x="6465422" y="3884751"/>
                  <a:pt x="6482817" y="3902146"/>
                  <a:pt x="6504275" y="3902146"/>
                </a:cubicBezTo>
                <a:cubicBezTo>
                  <a:pt x="6525733" y="3902146"/>
                  <a:pt x="6543128" y="3884751"/>
                  <a:pt x="6543128" y="3863293"/>
                </a:cubicBezTo>
                <a:cubicBezTo>
                  <a:pt x="6543128" y="3841835"/>
                  <a:pt x="6525733" y="3824440"/>
                  <a:pt x="6504275" y="3824440"/>
                </a:cubicBezTo>
                <a:close/>
                <a:moveTo>
                  <a:pt x="6348005" y="3824440"/>
                </a:moveTo>
                <a:cubicBezTo>
                  <a:pt x="6326547" y="3824440"/>
                  <a:pt x="6309152" y="3841835"/>
                  <a:pt x="6309152" y="3863293"/>
                </a:cubicBezTo>
                <a:cubicBezTo>
                  <a:pt x="6309152" y="3884751"/>
                  <a:pt x="6326547" y="3902146"/>
                  <a:pt x="6348005" y="3902146"/>
                </a:cubicBezTo>
                <a:cubicBezTo>
                  <a:pt x="6369463" y="3902146"/>
                  <a:pt x="6386858" y="3884751"/>
                  <a:pt x="6386858" y="3863293"/>
                </a:cubicBezTo>
                <a:cubicBezTo>
                  <a:pt x="6386858" y="3841835"/>
                  <a:pt x="6369463" y="3824440"/>
                  <a:pt x="6348005" y="3824440"/>
                </a:cubicBezTo>
                <a:close/>
                <a:moveTo>
                  <a:pt x="6160018" y="3824440"/>
                </a:moveTo>
                <a:cubicBezTo>
                  <a:pt x="6138560" y="3824440"/>
                  <a:pt x="6121165" y="3841835"/>
                  <a:pt x="6121165" y="3863293"/>
                </a:cubicBezTo>
                <a:cubicBezTo>
                  <a:pt x="6121165" y="3884751"/>
                  <a:pt x="6138560" y="3902146"/>
                  <a:pt x="6160018" y="3902146"/>
                </a:cubicBezTo>
                <a:cubicBezTo>
                  <a:pt x="6181476" y="3902146"/>
                  <a:pt x="6198871" y="3884751"/>
                  <a:pt x="6198871" y="3863293"/>
                </a:cubicBezTo>
                <a:cubicBezTo>
                  <a:pt x="6198871" y="3841835"/>
                  <a:pt x="6181476" y="3824440"/>
                  <a:pt x="6160018" y="3824440"/>
                </a:cubicBezTo>
                <a:close/>
                <a:moveTo>
                  <a:pt x="6035464" y="3824440"/>
                </a:moveTo>
                <a:cubicBezTo>
                  <a:pt x="6014006" y="3824440"/>
                  <a:pt x="5996611" y="3841835"/>
                  <a:pt x="5996611" y="3863293"/>
                </a:cubicBezTo>
                <a:cubicBezTo>
                  <a:pt x="5996611" y="3884751"/>
                  <a:pt x="6014006" y="3902146"/>
                  <a:pt x="6035464" y="3902146"/>
                </a:cubicBezTo>
                <a:cubicBezTo>
                  <a:pt x="6056922" y="3902146"/>
                  <a:pt x="6074317" y="3884751"/>
                  <a:pt x="6074317" y="3863293"/>
                </a:cubicBezTo>
                <a:cubicBezTo>
                  <a:pt x="6074317" y="3841835"/>
                  <a:pt x="6056922" y="3824440"/>
                  <a:pt x="6035464" y="3824440"/>
                </a:cubicBezTo>
                <a:close/>
                <a:moveTo>
                  <a:pt x="5910910" y="3824440"/>
                </a:moveTo>
                <a:cubicBezTo>
                  <a:pt x="5889452" y="3824440"/>
                  <a:pt x="5872057" y="3841835"/>
                  <a:pt x="5872057" y="3863293"/>
                </a:cubicBezTo>
                <a:cubicBezTo>
                  <a:pt x="5872057" y="3884751"/>
                  <a:pt x="5889452" y="3902146"/>
                  <a:pt x="5910910" y="3902146"/>
                </a:cubicBezTo>
                <a:cubicBezTo>
                  <a:pt x="5932368" y="3902146"/>
                  <a:pt x="5949763" y="3884751"/>
                  <a:pt x="5949763" y="3863293"/>
                </a:cubicBezTo>
                <a:cubicBezTo>
                  <a:pt x="5949763" y="3841835"/>
                  <a:pt x="5932368" y="3824440"/>
                  <a:pt x="5910910" y="3824440"/>
                </a:cubicBezTo>
                <a:close/>
                <a:moveTo>
                  <a:pt x="5754640" y="3824440"/>
                </a:moveTo>
                <a:cubicBezTo>
                  <a:pt x="5733182" y="3824440"/>
                  <a:pt x="5715787" y="3841835"/>
                  <a:pt x="5715787" y="3863293"/>
                </a:cubicBezTo>
                <a:cubicBezTo>
                  <a:pt x="5715787" y="3884751"/>
                  <a:pt x="5733182" y="3902146"/>
                  <a:pt x="5754640" y="3902146"/>
                </a:cubicBezTo>
                <a:cubicBezTo>
                  <a:pt x="5776098" y="3902146"/>
                  <a:pt x="5793493" y="3884751"/>
                  <a:pt x="5793493" y="3863293"/>
                </a:cubicBezTo>
                <a:cubicBezTo>
                  <a:pt x="5793493" y="3841835"/>
                  <a:pt x="5776098" y="3824440"/>
                  <a:pt x="5754640" y="3824440"/>
                </a:cubicBezTo>
                <a:close/>
                <a:moveTo>
                  <a:pt x="5630086" y="3824440"/>
                </a:moveTo>
                <a:cubicBezTo>
                  <a:pt x="5608628" y="3824440"/>
                  <a:pt x="5591233" y="3841835"/>
                  <a:pt x="5591233" y="3863293"/>
                </a:cubicBezTo>
                <a:cubicBezTo>
                  <a:pt x="5591233" y="3884751"/>
                  <a:pt x="5608628" y="3902146"/>
                  <a:pt x="5630086" y="3902146"/>
                </a:cubicBezTo>
                <a:cubicBezTo>
                  <a:pt x="5651544" y="3902146"/>
                  <a:pt x="5668939" y="3884751"/>
                  <a:pt x="5668939" y="3863293"/>
                </a:cubicBezTo>
                <a:cubicBezTo>
                  <a:pt x="5668939" y="3841835"/>
                  <a:pt x="5651544" y="3824440"/>
                  <a:pt x="5630086" y="3824440"/>
                </a:cubicBezTo>
                <a:close/>
                <a:moveTo>
                  <a:pt x="5473815" y="3824440"/>
                </a:moveTo>
                <a:cubicBezTo>
                  <a:pt x="5452357" y="3824440"/>
                  <a:pt x="5434962" y="3841835"/>
                  <a:pt x="5434962" y="3863293"/>
                </a:cubicBezTo>
                <a:cubicBezTo>
                  <a:pt x="5434962" y="3884751"/>
                  <a:pt x="5452357" y="3902146"/>
                  <a:pt x="5473815" y="3902146"/>
                </a:cubicBezTo>
                <a:cubicBezTo>
                  <a:pt x="5495273" y="3902146"/>
                  <a:pt x="5512668" y="3884751"/>
                  <a:pt x="5512668" y="3863293"/>
                </a:cubicBezTo>
                <a:cubicBezTo>
                  <a:pt x="5512668" y="3841835"/>
                  <a:pt x="5495273" y="3824440"/>
                  <a:pt x="5473815" y="3824440"/>
                </a:cubicBezTo>
                <a:close/>
                <a:moveTo>
                  <a:pt x="5317545" y="3824440"/>
                </a:moveTo>
                <a:cubicBezTo>
                  <a:pt x="5296087" y="3824440"/>
                  <a:pt x="5278692" y="3841835"/>
                  <a:pt x="5278692" y="3863293"/>
                </a:cubicBezTo>
                <a:cubicBezTo>
                  <a:pt x="5278692" y="3884751"/>
                  <a:pt x="5296087" y="3902146"/>
                  <a:pt x="5317545" y="3902146"/>
                </a:cubicBezTo>
                <a:cubicBezTo>
                  <a:pt x="5339003" y="3902146"/>
                  <a:pt x="5356398" y="3884751"/>
                  <a:pt x="5356398" y="3863293"/>
                </a:cubicBezTo>
                <a:cubicBezTo>
                  <a:pt x="5356398" y="3841835"/>
                  <a:pt x="5339003" y="3824440"/>
                  <a:pt x="5317545" y="3824440"/>
                </a:cubicBezTo>
                <a:close/>
                <a:moveTo>
                  <a:pt x="5129558" y="3824440"/>
                </a:moveTo>
                <a:cubicBezTo>
                  <a:pt x="5108100" y="3824440"/>
                  <a:pt x="5090705" y="3841835"/>
                  <a:pt x="5090705" y="3863293"/>
                </a:cubicBezTo>
                <a:cubicBezTo>
                  <a:pt x="5090705" y="3884751"/>
                  <a:pt x="5108100" y="3902146"/>
                  <a:pt x="5129558" y="3902146"/>
                </a:cubicBezTo>
                <a:cubicBezTo>
                  <a:pt x="5151016" y="3902146"/>
                  <a:pt x="5168411" y="3884751"/>
                  <a:pt x="5168411" y="3863293"/>
                </a:cubicBezTo>
                <a:cubicBezTo>
                  <a:pt x="5168411" y="3841835"/>
                  <a:pt x="5151016" y="3824440"/>
                  <a:pt x="5129558" y="3824440"/>
                </a:cubicBezTo>
                <a:close/>
                <a:moveTo>
                  <a:pt x="4941571" y="3824440"/>
                </a:moveTo>
                <a:cubicBezTo>
                  <a:pt x="4920113" y="3824440"/>
                  <a:pt x="4902718" y="3841835"/>
                  <a:pt x="4902718" y="3863293"/>
                </a:cubicBezTo>
                <a:cubicBezTo>
                  <a:pt x="4902718" y="3884751"/>
                  <a:pt x="4920113" y="3902146"/>
                  <a:pt x="4941571" y="3902146"/>
                </a:cubicBezTo>
                <a:cubicBezTo>
                  <a:pt x="4963029" y="3902146"/>
                  <a:pt x="4980424" y="3884751"/>
                  <a:pt x="4980424" y="3863293"/>
                </a:cubicBezTo>
                <a:cubicBezTo>
                  <a:pt x="4980424" y="3841835"/>
                  <a:pt x="4963029" y="3824440"/>
                  <a:pt x="4941571" y="3824440"/>
                </a:cubicBezTo>
                <a:close/>
                <a:moveTo>
                  <a:pt x="4817017" y="3824440"/>
                </a:moveTo>
                <a:cubicBezTo>
                  <a:pt x="4795559" y="3824440"/>
                  <a:pt x="4778164" y="3841835"/>
                  <a:pt x="4778164" y="3863293"/>
                </a:cubicBezTo>
                <a:cubicBezTo>
                  <a:pt x="4778164" y="3884751"/>
                  <a:pt x="4795559" y="3902146"/>
                  <a:pt x="4817017" y="3902146"/>
                </a:cubicBezTo>
                <a:cubicBezTo>
                  <a:pt x="4838475" y="3902146"/>
                  <a:pt x="4855870" y="3884751"/>
                  <a:pt x="4855870" y="3863293"/>
                </a:cubicBezTo>
                <a:cubicBezTo>
                  <a:pt x="4855870" y="3841835"/>
                  <a:pt x="4838475" y="3824440"/>
                  <a:pt x="4817017" y="3824440"/>
                </a:cubicBezTo>
                <a:close/>
                <a:moveTo>
                  <a:pt x="4692463" y="3824440"/>
                </a:moveTo>
                <a:cubicBezTo>
                  <a:pt x="4671005" y="3824440"/>
                  <a:pt x="4653610" y="3841835"/>
                  <a:pt x="4653610" y="3863293"/>
                </a:cubicBezTo>
                <a:cubicBezTo>
                  <a:pt x="4653610" y="3884751"/>
                  <a:pt x="4671005" y="3902146"/>
                  <a:pt x="4692463" y="3902146"/>
                </a:cubicBezTo>
                <a:cubicBezTo>
                  <a:pt x="4713921" y="3902146"/>
                  <a:pt x="4731316" y="3884751"/>
                  <a:pt x="4731316" y="3863293"/>
                </a:cubicBezTo>
                <a:cubicBezTo>
                  <a:pt x="4731316" y="3841835"/>
                  <a:pt x="4713921" y="3824440"/>
                  <a:pt x="4692463" y="3824440"/>
                </a:cubicBezTo>
                <a:close/>
                <a:moveTo>
                  <a:pt x="4567909" y="3824440"/>
                </a:moveTo>
                <a:cubicBezTo>
                  <a:pt x="4546451" y="3824440"/>
                  <a:pt x="4529056" y="3841835"/>
                  <a:pt x="4529056" y="3863293"/>
                </a:cubicBezTo>
                <a:cubicBezTo>
                  <a:pt x="4529056" y="3884751"/>
                  <a:pt x="4546451" y="3902146"/>
                  <a:pt x="4567909" y="3902146"/>
                </a:cubicBezTo>
                <a:cubicBezTo>
                  <a:pt x="4589367" y="3902146"/>
                  <a:pt x="4606762" y="3884751"/>
                  <a:pt x="4606762" y="3863293"/>
                </a:cubicBezTo>
                <a:cubicBezTo>
                  <a:pt x="4606762" y="3841835"/>
                  <a:pt x="4589367" y="3824440"/>
                  <a:pt x="4567909" y="3824440"/>
                </a:cubicBezTo>
                <a:close/>
                <a:moveTo>
                  <a:pt x="4379922" y="3824440"/>
                </a:moveTo>
                <a:cubicBezTo>
                  <a:pt x="4358464" y="3824440"/>
                  <a:pt x="4341069" y="3841835"/>
                  <a:pt x="4341069" y="3863293"/>
                </a:cubicBezTo>
                <a:cubicBezTo>
                  <a:pt x="4341069" y="3884751"/>
                  <a:pt x="4358464" y="3902146"/>
                  <a:pt x="4379922" y="3902146"/>
                </a:cubicBezTo>
                <a:cubicBezTo>
                  <a:pt x="4401380" y="3902146"/>
                  <a:pt x="4418775" y="3884751"/>
                  <a:pt x="4418775" y="3863293"/>
                </a:cubicBezTo>
                <a:cubicBezTo>
                  <a:pt x="4418775" y="3841835"/>
                  <a:pt x="4401380" y="3824440"/>
                  <a:pt x="4379922" y="3824440"/>
                </a:cubicBezTo>
                <a:close/>
                <a:moveTo>
                  <a:pt x="4191935" y="3824440"/>
                </a:moveTo>
                <a:cubicBezTo>
                  <a:pt x="4170477" y="3824440"/>
                  <a:pt x="4153082" y="3841835"/>
                  <a:pt x="4153082" y="3863293"/>
                </a:cubicBezTo>
                <a:cubicBezTo>
                  <a:pt x="4153082" y="3884751"/>
                  <a:pt x="4170477" y="3902146"/>
                  <a:pt x="4191935" y="3902146"/>
                </a:cubicBezTo>
                <a:cubicBezTo>
                  <a:pt x="4213393" y="3902146"/>
                  <a:pt x="4230788" y="3884751"/>
                  <a:pt x="4230788" y="3863293"/>
                </a:cubicBezTo>
                <a:cubicBezTo>
                  <a:pt x="4230788" y="3841835"/>
                  <a:pt x="4213393" y="3824440"/>
                  <a:pt x="4191935" y="3824440"/>
                </a:cubicBezTo>
                <a:close/>
                <a:moveTo>
                  <a:pt x="4035665" y="3824440"/>
                </a:moveTo>
                <a:cubicBezTo>
                  <a:pt x="4014207" y="3824440"/>
                  <a:pt x="3996812" y="3841835"/>
                  <a:pt x="3996812" y="3863293"/>
                </a:cubicBezTo>
                <a:cubicBezTo>
                  <a:pt x="3996812" y="3884751"/>
                  <a:pt x="4014207" y="3902146"/>
                  <a:pt x="4035665" y="3902146"/>
                </a:cubicBezTo>
                <a:cubicBezTo>
                  <a:pt x="4057123" y="3902146"/>
                  <a:pt x="4074518" y="3884751"/>
                  <a:pt x="4074518" y="3863293"/>
                </a:cubicBezTo>
                <a:cubicBezTo>
                  <a:pt x="4074518" y="3841835"/>
                  <a:pt x="4057123" y="3824440"/>
                  <a:pt x="4035665" y="3824440"/>
                </a:cubicBezTo>
                <a:close/>
                <a:moveTo>
                  <a:pt x="3879394" y="3824440"/>
                </a:moveTo>
                <a:cubicBezTo>
                  <a:pt x="3857936" y="3824440"/>
                  <a:pt x="3840541" y="3841835"/>
                  <a:pt x="3840541" y="3863293"/>
                </a:cubicBezTo>
                <a:cubicBezTo>
                  <a:pt x="3840541" y="3884751"/>
                  <a:pt x="3857936" y="3902146"/>
                  <a:pt x="3879394" y="3902146"/>
                </a:cubicBezTo>
                <a:cubicBezTo>
                  <a:pt x="3900852" y="3902146"/>
                  <a:pt x="3918247" y="3884751"/>
                  <a:pt x="3918247" y="3863293"/>
                </a:cubicBezTo>
                <a:cubicBezTo>
                  <a:pt x="3918247" y="3841835"/>
                  <a:pt x="3900852" y="3824440"/>
                  <a:pt x="3879394" y="3824440"/>
                </a:cubicBezTo>
                <a:close/>
                <a:moveTo>
                  <a:pt x="3754840" y="3824440"/>
                </a:moveTo>
                <a:cubicBezTo>
                  <a:pt x="3733382" y="3824440"/>
                  <a:pt x="3715987" y="3841835"/>
                  <a:pt x="3715987" y="3863293"/>
                </a:cubicBezTo>
                <a:cubicBezTo>
                  <a:pt x="3715987" y="3884751"/>
                  <a:pt x="3733382" y="3902146"/>
                  <a:pt x="3754840" y="3902146"/>
                </a:cubicBezTo>
                <a:cubicBezTo>
                  <a:pt x="3776298" y="3902146"/>
                  <a:pt x="3793693" y="3884751"/>
                  <a:pt x="3793693" y="3863293"/>
                </a:cubicBezTo>
                <a:cubicBezTo>
                  <a:pt x="3793693" y="3841835"/>
                  <a:pt x="3776298" y="3824440"/>
                  <a:pt x="3754840" y="3824440"/>
                </a:cubicBezTo>
                <a:close/>
                <a:moveTo>
                  <a:pt x="3598570" y="3824440"/>
                </a:moveTo>
                <a:cubicBezTo>
                  <a:pt x="3577112" y="3824440"/>
                  <a:pt x="3559717" y="3841835"/>
                  <a:pt x="3559717" y="3863293"/>
                </a:cubicBezTo>
                <a:cubicBezTo>
                  <a:pt x="3559717" y="3884751"/>
                  <a:pt x="3577112" y="3902146"/>
                  <a:pt x="3598570" y="3902146"/>
                </a:cubicBezTo>
                <a:cubicBezTo>
                  <a:pt x="3620028" y="3902146"/>
                  <a:pt x="3637423" y="3884751"/>
                  <a:pt x="3637423" y="3863293"/>
                </a:cubicBezTo>
                <a:cubicBezTo>
                  <a:pt x="3637423" y="3841835"/>
                  <a:pt x="3620028" y="3824440"/>
                  <a:pt x="3598570" y="3824440"/>
                </a:cubicBezTo>
                <a:close/>
                <a:moveTo>
                  <a:pt x="3474016" y="3824440"/>
                </a:moveTo>
                <a:cubicBezTo>
                  <a:pt x="3452558" y="3824440"/>
                  <a:pt x="3435163" y="3841835"/>
                  <a:pt x="3435163" y="3863293"/>
                </a:cubicBezTo>
                <a:cubicBezTo>
                  <a:pt x="3435163" y="3884751"/>
                  <a:pt x="3452558" y="3902146"/>
                  <a:pt x="3474016" y="3902146"/>
                </a:cubicBezTo>
                <a:cubicBezTo>
                  <a:pt x="3495474" y="3902146"/>
                  <a:pt x="3512869" y="3884751"/>
                  <a:pt x="3512869" y="3863293"/>
                </a:cubicBezTo>
                <a:cubicBezTo>
                  <a:pt x="3512869" y="3841835"/>
                  <a:pt x="3495474" y="3824440"/>
                  <a:pt x="3474016" y="3824440"/>
                </a:cubicBezTo>
                <a:close/>
                <a:moveTo>
                  <a:pt x="3317746" y="3824440"/>
                </a:moveTo>
                <a:cubicBezTo>
                  <a:pt x="3296288" y="3824440"/>
                  <a:pt x="3278893" y="3841835"/>
                  <a:pt x="3278893" y="3863293"/>
                </a:cubicBezTo>
                <a:cubicBezTo>
                  <a:pt x="3278893" y="3884751"/>
                  <a:pt x="3296288" y="3902146"/>
                  <a:pt x="3317746" y="3902146"/>
                </a:cubicBezTo>
                <a:cubicBezTo>
                  <a:pt x="3339204" y="3902146"/>
                  <a:pt x="3356599" y="3884751"/>
                  <a:pt x="3356599" y="3863293"/>
                </a:cubicBezTo>
                <a:cubicBezTo>
                  <a:pt x="3356599" y="3841835"/>
                  <a:pt x="3339204" y="3824440"/>
                  <a:pt x="3317746" y="3824440"/>
                </a:cubicBezTo>
                <a:close/>
                <a:moveTo>
                  <a:pt x="3193192" y="3824440"/>
                </a:moveTo>
                <a:cubicBezTo>
                  <a:pt x="3171734" y="3824440"/>
                  <a:pt x="3154339" y="3841835"/>
                  <a:pt x="3154339" y="3863293"/>
                </a:cubicBezTo>
                <a:cubicBezTo>
                  <a:pt x="3154339" y="3884751"/>
                  <a:pt x="3171734" y="3902146"/>
                  <a:pt x="3193192" y="3902146"/>
                </a:cubicBezTo>
                <a:cubicBezTo>
                  <a:pt x="3214650" y="3902146"/>
                  <a:pt x="3232045" y="3884751"/>
                  <a:pt x="3232045" y="3863293"/>
                </a:cubicBezTo>
                <a:cubicBezTo>
                  <a:pt x="3232045" y="3841835"/>
                  <a:pt x="3214650" y="3824440"/>
                  <a:pt x="3193192" y="3824440"/>
                </a:cubicBezTo>
                <a:close/>
                <a:moveTo>
                  <a:pt x="3036921" y="3824440"/>
                </a:moveTo>
                <a:cubicBezTo>
                  <a:pt x="3015463" y="3824440"/>
                  <a:pt x="2998068" y="3841835"/>
                  <a:pt x="2998068" y="3863293"/>
                </a:cubicBezTo>
                <a:cubicBezTo>
                  <a:pt x="2998068" y="3884751"/>
                  <a:pt x="3015463" y="3902146"/>
                  <a:pt x="3036921" y="3902146"/>
                </a:cubicBezTo>
                <a:cubicBezTo>
                  <a:pt x="3058379" y="3902146"/>
                  <a:pt x="3075774" y="3884751"/>
                  <a:pt x="3075774" y="3863293"/>
                </a:cubicBezTo>
                <a:cubicBezTo>
                  <a:pt x="3075774" y="3841835"/>
                  <a:pt x="3058379" y="3824440"/>
                  <a:pt x="3036921" y="3824440"/>
                </a:cubicBezTo>
                <a:close/>
                <a:moveTo>
                  <a:pt x="2880651" y="3824440"/>
                </a:moveTo>
                <a:cubicBezTo>
                  <a:pt x="2859193" y="3824440"/>
                  <a:pt x="2841798" y="3841835"/>
                  <a:pt x="2841798" y="3863293"/>
                </a:cubicBezTo>
                <a:cubicBezTo>
                  <a:pt x="2841798" y="3884751"/>
                  <a:pt x="2859193" y="3902146"/>
                  <a:pt x="2880651" y="3902146"/>
                </a:cubicBezTo>
                <a:cubicBezTo>
                  <a:pt x="2902109" y="3902146"/>
                  <a:pt x="2919504" y="3884751"/>
                  <a:pt x="2919504" y="3863293"/>
                </a:cubicBezTo>
                <a:cubicBezTo>
                  <a:pt x="2919504" y="3841835"/>
                  <a:pt x="2902109" y="3824440"/>
                  <a:pt x="2880651" y="3824440"/>
                </a:cubicBezTo>
                <a:close/>
                <a:moveTo>
                  <a:pt x="2692664" y="3824440"/>
                </a:moveTo>
                <a:cubicBezTo>
                  <a:pt x="2671206" y="3824440"/>
                  <a:pt x="2653811" y="3841835"/>
                  <a:pt x="2653811" y="3863293"/>
                </a:cubicBezTo>
                <a:cubicBezTo>
                  <a:pt x="2653811" y="3884751"/>
                  <a:pt x="2671206" y="3902146"/>
                  <a:pt x="2692664" y="3902146"/>
                </a:cubicBezTo>
                <a:cubicBezTo>
                  <a:pt x="2714122" y="3902146"/>
                  <a:pt x="2731517" y="3884751"/>
                  <a:pt x="2731517" y="3863293"/>
                </a:cubicBezTo>
                <a:cubicBezTo>
                  <a:pt x="2731517" y="3841835"/>
                  <a:pt x="2714122" y="3824440"/>
                  <a:pt x="2692664" y="3824440"/>
                </a:cubicBezTo>
                <a:close/>
                <a:moveTo>
                  <a:pt x="2504677" y="3824440"/>
                </a:moveTo>
                <a:cubicBezTo>
                  <a:pt x="2483219" y="3824440"/>
                  <a:pt x="2465824" y="3841835"/>
                  <a:pt x="2465824" y="3863293"/>
                </a:cubicBezTo>
                <a:cubicBezTo>
                  <a:pt x="2465824" y="3884751"/>
                  <a:pt x="2483219" y="3902146"/>
                  <a:pt x="2504677" y="3902146"/>
                </a:cubicBezTo>
                <a:cubicBezTo>
                  <a:pt x="2526135" y="3902146"/>
                  <a:pt x="2543530" y="3884751"/>
                  <a:pt x="2543530" y="3863293"/>
                </a:cubicBezTo>
                <a:cubicBezTo>
                  <a:pt x="2543530" y="3841835"/>
                  <a:pt x="2526135" y="3824440"/>
                  <a:pt x="2504677" y="3824440"/>
                </a:cubicBezTo>
                <a:close/>
                <a:moveTo>
                  <a:pt x="2380123" y="3824440"/>
                </a:moveTo>
                <a:cubicBezTo>
                  <a:pt x="2358665" y="3824440"/>
                  <a:pt x="2341270" y="3841835"/>
                  <a:pt x="2341270" y="3863293"/>
                </a:cubicBezTo>
                <a:cubicBezTo>
                  <a:pt x="2341270" y="3884751"/>
                  <a:pt x="2358665" y="3902146"/>
                  <a:pt x="2380123" y="3902146"/>
                </a:cubicBezTo>
                <a:cubicBezTo>
                  <a:pt x="2401581" y="3902146"/>
                  <a:pt x="2418976" y="3884751"/>
                  <a:pt x="2418976" y="3863293"/>
                </a:cubicBezTo>
                <a:cubicBezTo>
                  <a:pt x="2418976" y="3841835"/>
                  <a:pt x="2401581" y="3824440"/>
                  <a:pt x="2380123" y="3824440"/>
                </a:cubicBezTo>
                <a:close/>
                <a:moveTo>
                  <a:pt x="2255569" y="3824440"/>
                </a:moveTo>
                <a:cubicBezTo>
                  <a:pt x="2234111" y="3824440"/>
                  <a:pt x="2216716" y="3841835"/>
                  <a:pt x="2216716" y="3863293"/>
                </a:cubicBezTo>
                <a:cubicBezTo>
                  <a:pt x="2216716" y="3884751"/>
                  <a:pt x="2234111" y="3902146"/>
                  <a:pt x="2255569" y="3902146"/>
                </a:cubicBezTo>
                <a:cubicBezTo>
                  <a:pt x="2277027" y="3902146"/>
                  <a:pt x="2294422" y="3884751"/>
                  <a:pt x="2294422" y="3863293"/>
                </a:cubicBezTo>
                <a:cubicBezTo>
                  <a:pt x="2294422" y="3841835"/>
                  <a:pt x="2277027" y="3824440"/>
                  <a:pt x="2255569" y="3824440"/>
                </a:cubicBezTo>
                <a:close/>
                <a:moveTo>
                  <a:pt x="2131015" y="3824440"/>
                </a:moveTo>
                <a:cubicBezTo>
                  <a:pt x="2109557" y="3824440"/>
                  <a:pt x="2092162" y="3841835"/>
                  <a:pt x="2092162" y="3863293"/>
                </a:cubicBezTo>
                <a:cubicBezTo>
                  <a:pt x="2092162" y="3884751"/>
                  <a:pt x="2109557" y="3902146"/>
                  <a:pt x="2131015" y="3902146"/>
                </a:cubicBezTo>
                <a:cubicBezTo>
                  <a:pt x="2152473" y="3902146"/>
                  <a:pt x="2169868" y="3884751"/>
                  <a:pt x="2169868" y="3863293"/>
                </a:cubicBezTo>
                <a:cubicBezTo>
                  <a:pt x="2169868" y="3841835"/>
                  <a:pt x="2152473" y="3824440"/>
                  <a:pt x="2131015" y="3824440"/>
                </a:cubicBezTo>
                <a:close/>
                <a:moveTo>
                  <a:pt x="1943028" y="3824440"/>
                </a:moveTo>
                <a:cubicBezTo>
                  <a:pt x="1921570" y="3824440"/>
                  <a:pt x="1904175" y="3841835"/>
                  <a:pt x="1904175" y="3863293"/>
                </a:cubicBezTo>
                <a:cubicBezTo>
                  <a:pt x="1904175" y="3884751"/>
                  <a:pt x="1921570" y="3902146"/>
                  <a:pt x="1943028" y="3902146"/>
                </a:cubicBezTo>
                <a:cubicBezTo>
                  <a:pt x="1964486" y="3902146"/>
                  <a:pt x="1981881" y="3884751"/>
                  <a:pt x="1981881" y="3863293"/>
                </a:cubicBezTo>
                <a:cubicBezTo>
                  <a:pt x="1981881" y="3841835"/>
                  <a:pt x="1964486" y="3824440"/>
                  <a:pt x="1943028" y="3824440"/>
                </a:cubicBezTo>
                <a:close/>
                <a:moveTo>
                  <a:pt x="1755041" y="3824440"/>
                </a:moveTo>
                <a:cubicBezTo>
                  <a:pt x="1733583" y="3824440"/>
                  <a:pt x="1716188" y="3841835"/>
                  <a:pt x="1716188" y="3863293"/>
                </a:cubicBezTo>
                <a:cubicBezTo>
                  <a:pt x="1716188" y="3884751"/>
                  <a:pt x="1733583" y="3902146"/>
                  <a:pt x="1755041" y="3902146"/>
                </a:cubicBezTo>
                <a:cubicBezTo>
                  <a:pt x="1776499" y="3902146"/>
                  <a:pt x="1793894" y="3884751"/>
                  <a:pt x="1793894" y="3863293"/>
                </a:cubicBezTo>
                <a:cubicBezTo>
                  <a:pt x="1793894" y="3841835"/>
                  <a:pt x="1776499" y="3824440"/>
                  <a:pt x="1755041" y="3824440"/>
                </a:cubicBezTo>
                <a:close/>
                <a:moveTo>
                  <a:pt x="1598771" y="3824440"/>
                </a:moveTo>
                <a:cubicBezTo>
                  <a:pt x="1577313" y="3824440"/>
                  <a:pt x="1559918" y="3841835"/>
                  <a:pt x="1559918" y="3863293"/>
                </a:cubicBezTo>
                <a:cubicBezTo>
                  <a:pt x="1559918" y="3884751"/>
                  <a:pt x="1577313" y="3902146"/>
                  <a:pt x="1598771" y="3902146"/>
                </a:cubicBezTo>
                <a:cubicBezTo>
                  <a:pt x="1620229" y="3902146"/>
                  <a:pt x="1637624" y="3884751"/>
                  <a:pt x="1637624" y="3863293"/>
                </a:cubicBezTo>
                <a:cubicBezTo>
                  <a:pt x="1637624" y="3841835"/>
                  <a:pt x="1620229" y="3824440"/>
                  <a:pt x="1598771" y="3824440"/>
                </a:cubicBezTo>
                <a:close/>
                <a:moveTo>
                  <a:pt x="1442500" y="3824440"/>
                </a:moveTo>
                <a:cubicBezTo>
                  <a:pt x="1421042" y="3824440"/>
                  <a:pt x="1403647" y="3841835"/>
                  <a:pt x="1403647" y="3863293"/>
                </a:cubicBezTo>
                <a:cubicBezTo>
                  <a:pt x="1403647" y="3884751"/>
                  <a:pt x="1421042" y="3902146"/>
                  <a:pt x="1442500" y="3902146"/>
                </a:cubicBezTo>
                <a:cubicBezTo>
                  <a:pt x="1463958" y="3902146"/>
                  <a:pt x="1481353" y="3884751"/>
                  <a:pt x="1481353" y="3863293"/>
                </a:cubicBezTo>
                <a:cubicBezTo>
                  <a:pt x="1481353" y="3841835"/>
                  <a:pt x="1463958" y="3824440"/>
                  <a:pt x="1442500" y="3824440"/>
                </a:cubicBezTo>
                <a:close/>
                <a:moveTo>
                  <a:pt x="1317946" y="3824440"/>
                </a:moveTo>
                <a:cubicBezTo>
                  <a:pt x="1296488" y="3824440"/>
                  <a:pt x="1279093" y="3841835"/>
                  <a:pt x="1279093" y="3863293"/>
                </a:cubicBezTo>
                <a:cubicBezTo>
                  <a:pt x="1279093" y="3884751"/>
                  <a:pt x="1296488" y="3902146"/>
                  <a:pt x="1317946" y="3902146"/>
                </a:cubicBezTo>
                <a:cubicBezTo>
                  <a:pt x="1339404" y="3902146"/>
                  <a:pt x="1356799" y="3884751"/>
                  <a:pt x="1356799" y="3863293"/>
                </a:cubicBezTo>
                <a:cubicBezTo>
                  <a:pt x="1356799" y="3841835"/>
                  <a:pt x="1339404" y="3824440"/>
                  <a:pt x="1317946" y="3824440"/>
                </a:cubicBezTo>
                <a:close/>
                <a:moveTo>
                  <a:pt x="1161676" y="3824440"/>
                </a:moveTo>
                <a:cubicBezTo>
                  <a:pt x="1140218" y="3824440"/>
                  <a:pt x="1122823" y="3841835"/>
                  <a:pt x="1122823" y="3863293"/>
                </a:cubicBezTo>
                <a:cubicBezTo>
                  <a:pt x="1122823" y="3884751"/>
                  <a:pt x="1140218" y="3902146"/>
                  <a:pt x="1161676" y="3902146"/>
                </a:cubicBezTo>
                <a:cubicBezTo>
                  <a:pt x="1183134" y="3902146"/>
                  <a:pt x="1200529" y="3884751"/>
                  <a:pt x="1200529" y="3863293"/>
                </a:cubicBezTo>
                <a:cubicBezTo>
                  <a:pt x="1200529" y="3841835"/>
                  <a:pt x="1183134" y="3824440"/>
                  <a:pt x="1161676" y="3824440"/>
                </a:cubicBezTo>
                <a:close/>
                <a:moveTo>
                  <a:pt x="1037122" y="3824440"/>
                </a:moveTo>
                <a:cubicBezTo>
                  <a:pt x="1015664" y="3824440"/>
                  <a:pt x="998269" y="3841835"/>
                  <a:pt x="998269" y="3863293"/>
                </a:cubicBezTo>
                <a:cubicBezTo>
                  <a:pt x="998269" y="3884751"/>
                  <a:pt x="1015664" y="3902146"/>
                  <a:pt x="1037122" y="3902146"/>
                </a:cubicBezTo>
                <a:cubicBezTo>
                  <a:pt x="1058580" y="3902146"/>
                  <a:pt x="1075975" y="3884751"/>
                  <a:pt x="1075975" y="3863293"/>
                </a:cubicBezTo>
                <a:cubicBezTo>
                  <a:pt x="1075975" y="3841835"/>
                  <a:pt x="1058580" y="3824440"/>
                  <a:pt x="1037122" y="3824440"/>
                </a:cubicBezTo>
                <a:close/>
                <a:moveTo>
                  <a:pt x="912568" y="3824440"/>
                </a:moveTo>
                <a:cubicBezTo>
                  <a:pt x="891110" y="3824440"/>
                  <a:pt x="873715" y="3841835"/>
                  <a:pt x="873715" y="3863293"/>
                </a:cubicBezTo>
                <a:cubicBezTo>
                  <a:pt x="873716" y="3884751"/>
                  <a:pt x="891110" y="3902146"/>
                  <a:pt x="912568" y="3902146"/>
                </a:cubicBezTo>
                <a:cubicBezTo>
                  <a:pt x="934026" y="3902146"/>
                  <a:pt x="951421" y="3884751"/>
                  <a:pt x="951421" y="3863293"/>
                </a:cubicBezTo>
                <a:cubicBezTo>
                  <a:pt x="951421" y="3841835"/>
                  <a:pt x="934026" y="3824440"/>
                  <a:pt x="912568" y="3824440"/>
                </a:cubicBezTo>
                <a:close/>
                <a:moveTo>
                  <a:pt x="724581" y="3824440"/>
                </a:moveTo>
                <a:cubicBezTo>
                  <a:pt x="703123" y="3824440"/>
                  <a:pt x="685728" y="3841835"/>
                  <a:pt x="685728" y="3863293"/>
                </a:cubicBezTo>
                <a:cubicBezTo>
                  <a:pt x="685729" y="3884751"/>
                  <a:pt x="703123" y="3902146"/>
                  <a:pt x="724581" y="3902146"/>
                </a:cubicBezTo>
                <a:cubicBezTo>
                  <a:pt x="746039" y="3902146"/>
                  <a:pt x="763434" y="3884751"/>
                  <a:pt x="763434" y="3863293"/>
                </a:cubicBezTo>
                <a:cubicBezTo>
                  <a:pt x="763432" y="3841835"/>
                  <a:pt x="746039" y="3824440"/>
                  <a:pt x="724581" y="3824440"/>
                </a:cubicBezTo>
                <a:close/>
                <a:moveTo>
                  <a:pt x="536594" y="3824440"/>
                </a:moveTo>
                <a:cubicBezTo>
                  <a:pt x="515136" y="3824440"/>
                  <a:pt x="497741" y="3841835"/>
                  <a:pt x="497741" y="3863293"/>
                </a:cubicBezTo>
                <a:cubicBezTo>
                  <a:pt x="497742" y="3884751"/>
                  <a:pt x="515136" y="3902146"/>
                  <a:pt x="536594" y="3902146"/>
                </a:cubicBezTo>
                <a:cubicBezTo>
                  <a:pt x="558052" y="3902146"/>
                  <a:pt x="575447" y="3884751"/>
                  <a:pt x="575447" y="3863293"/>
                </a:cubicBezTo>
                <a:cubicBezTo>
                  <a:pt x="575445" y="3841835"/>
                  <a:pt x="558052" y="3824440"/>
                  <a:pt x="536594" y="3824440"/>
                </a:cubicBezTo>
                <a:close/>
                <a:moveTo>
                  <a:pt x="380324" y="3824440"/>
                </a:moveTo>
                <a:cubicBezTo>
                  <a:pt x="358866" y="3824440"/>
                  <a:pt x="341471" y="3841835"/>
                  <a:pt x="341471" y="3863293"/>
                </a:cubicBezTo>
                <a:cubicBezTo>
                  <a:pt x="341472" y="3884751"/>
                  <a:pt x="358866" y="3902146"/>
                  <a:pt x="380324" y="3902146"/>
                </a:cubicBezTo>
                <a:cubicBezTo>
                  <a:pt x="401782" y="3902146"/>
                  <a:pt x="419177" y="3884751"/>
                  <a:pt x="419177" y="3863293"/>
                </a:cubicBezTo>
                <a:cubicBezTo>
                  <a:pt x="419175" y="3841835"/>
                  <a:pt x="401781" y="3824440"/>
                  <a:pt x="380324" y="3824440"/>
                </a:cubicBezTo>
                <a:close/>
                <a:moveTo>
                  <a:pt x="224053" y="3824440"/>
                </a:moveTo>
                <a:cubicBezTo>
                  <a:pt x="202595" y="3824440"/>
                  <a:pt x="185200" y="3841835"/>
                  <a:pt x="185200" y="3863293"/>
                </a:cubicBezTo>
                <a:cubicBezTo>
                  <a:pt x="185201" y="3884751"/>
                  <a:pt x="202595" y="3902146"/>
                  <a:pt x="224053" y="3902146"/>
                </a:cubicBezTo>
                <a:cubicBezTo>
                  <a:pt x="245511" y="3902146"/>
                  <a:pt x="262906" y="3884751"/>
                  <a:pt x="262906" y="3863293"/>
                </a:cubicBezTo>
                <a:cubicBezTo>
                  <a:pt x="262904" y="3841835"/>
                  <a:pt x="245510" y="3824440"/>
                  <a:pt x="224053" y="3824440"/>
                </a:cubicBezTo>
                <a:close/>
                <a:moveTo>
                  <a:pt x="99499" y="3824440"/>
                </a:moveTo>
                <a:cubicBezTo>
                  <a:pt x="78041" y="3824440"/>
                  <a:pt x="60646" y="3841835"/>
                  <a:pt x="60646" y="3863293"/>
                </a:cubicBezTo>
                <a:cubicBezTo>
                  <a:pt x="60647" y="3884751"/>
                  <a:pt x="78041" y="3902146"/>
                  <a:pt x="99499" y="3902146"/>
                </a:cubicBezTo>
                <a:cubicBezTo>
                  <a:pt x="120957" y="3902146"/>
                  <a:pt x="138352" y="3884751"/>
                  <a:pt x="138352" y="3863293"/>
                </a:cubicBezTo>
                <a:cubicBezTo>
                  <a:pt x="138351" y="3841835"/>
                  <a:pt x="120956" y="3824440"/>
                  <a:pt x="99499" y="3824440"/>
                </a:cubicBezTo>
                <a:close/>
                <a:moveTo>
                  <a:pt x="9141594" y="3814811"/>
                </a:moveTo>
                <a:lnTo>
                  <a:pt x="9141594" y="3911775"/>
                </a:lnTo>
                <a:cubicBezTo>
                  <a:pt x="9139694" y="3911532"/>
                  <a:pt x="9139530" y="3910641"/>
                  <a:pt x="9139530" y="3909711"/>
                </a:cubicBezTo>
                <a:lnTo>
                  <a:pt x="9139530" y="3816875"/>
                </a:lnTo>
                <a:close/>
                <a:moveTo>
                  <a:pt x="9069131" y="3809138"/>
                </a:moveTo>
                <a:cubicBezTo>
                  <a:pt x="9099040" y="3809138"/>
                  <a:pt x="9123286" y="3833384"/>
                  <a:pt x="9123286" y="3863293"/>
                </a:cubicBezTo>
                <a:cubicBezTo>
                  <a:pt x="9123286" y="3893202"/>
                  <a:pt x="9099040" y="3917448"/>
                  <a:pt x="9069131" y="3917448"/>
                </a:cubicBezTo>
                <a:cubicBezTo>
                  <a:pt x="9039222" y="3917448"/>
                  <a:pt x="9014976" y="3893202"/>
                  <a:pt x="9014976" y="3863293"/>
                </a:cubicBezTo>
                <a:cubicBezTo>
                  <a:pt x="9014976" y="3833384"/>
                  <a:pt x="9039222" y="3809138"/>
                  <a:pt x="9069131" y="3809138"/>
                </a:cubicBezTo>
                <a:close/>
                <a:moveTo>
                  <a:pt x="8990997" y="3809138"/>
                </a:moveTo>
                <a:cubicBezTo>
                  <a:pt x="8995270" y="3809138"/>
                  <a:pt x="8998734" y="3812602"/>
                  <a:pt x="8998734" y="3816875"/>
                </a:cubicBezTo>
                <a:cubicBezTo>
                  <a:pt x="8998734" y="3847821"/>
                  <a:pt x="8998733" y="3878766"/>
                  <a:pt x="8998733" y="3909712"/>
                </a:cubicBezTo>
                <a:lnTo>
                  <a:pt x="8990997" y="3917448"/>
                </a:lnTo>
                <a:cubicBezTo>
                  <a:pt x="8986724" y="3917448"/>
                  <a:pt x="8983260" y="3913984"/>
                  <a:pt x="8983260" y="3909711"/>
                </a:cubicBezTo>
                <a:lnTo>
                  <a:pt x="8983260" y="3816875"/>
                </a:lnTo>
                <a:cubicBezTo>
                  <a:pt x="8983260" y="3812602"/>
                  <a:pt x="8986724" y="3809138"/>
                  <a:pt x="8990997" y="3809138"/>
                </a:cubicBezTo>
                <a:close/>
                <a:moveTo>
                  <a:pt x="8912861" y="3809138"/>
                </a:moveTo>
                <a:cubicBezTo>
                  <a:pt x="8942770" y="3809138"/>
                  <a:pt x="8967016" y="3833384"/>
                  <a:pt x="8967016" y="3863293"/>
                </a:cubicBezTo>
                <a:cubicBezTo>
                  <a:pt x="8967016" y="3893202"/>
                  <a:pt x="8942770" y="3917448"/>
                  <a:pt x="8912861" y="3917448"/>
                </a:cubicBezTo>
                <a:cubicBezTo>
                  <a:pt x="8882952" y="3917448"/>
                  <a:pt x="8858706" y="3893202"/>
                  <a:pt x="8858706" y="3863293"/>
                </a:cubicBezTo>
                <a:cubicBezTo>
                  <a:pt x="8858706" y="3833384"/>
                  <a:pt x="8882952" y="3809138"/>
                  <a:pt x="8912861" y="3809138"/>
                </a:cubicBezTo>
                <a:close/>
                <a:moveTo>
                  <a:pt x="8834725" y="3809138"/>
                </a:moveTo>
                <a:cubicBezTo>
                  <a:pt x="8838998" y="3809138"/>
                  <a:pt x="8842462" y="3812602"/>
                  <a:pt x="8842462" y="3816875"/>
                </a:cubicBezTo>
                <a:lnTo>
                  <a:pt x="8842462" y="3909711"/>
                </a:lnTo>
                <a:cubicBezTo>
                  <a:pt x="8842462" y="3913984"/>
                  <a:pt x="8838998" y="3917448"/>
                  <a:pt x="8834725" y="3917448"/>
                </a:cubicBezTo>
                <a:lnTo>
                  <a:pt x="8826989" y="3909712"/>
                </a:lnTo>
                <a:cubicBezTo>
                  <a:pt x="8826989" y="3878766"/>
                  <a:pt x="8826988" y="3847821"/>
                  <a:pt x="8826988" y="3816875"/>
                </a:cubicBezTo>
                <a:cubicBezTo>
                  <a:pt x="8826988" y="3812602"/>
                  <a:pt x="8830452" y="3809138"/>
                  <a:pt x="8834725" y="3809138"/>
                </a:cubicBezTo>
                <a:close/>
                <a:moveTo>
                  <a:pt x="8756590" y="3809138"/>
                </a:moveTo>
                <a:cubicBezTo>
                  <a:pt x="8786499" y="3809138"/>
                  <a:pt x="8810745" y="3833384"/>
                  <a:pt x="8810745" y="3863293"/>
                </a:cubicBezTo>
                <a:cubicBezTo>
                  <a:pt x="8810745" y="3893202"/>
                  <a:pt x="8786499" y="3917448"/>
                  <a:pt x="8756590" y="3917448"/>
                </a:cubicBezTo>
                <a:cubicBezTo>
                  <a:pt x="8726681" y="3917448"/>
                  <a:pt x="8702435" y="3893202"/>
                  <a:pt x="8702435" y="3863293"/>
                </a:cubicBezTo>
                <a:cubicBezTo>
                  <a:pt x="8702435" y="3833384"/>
                  <a:pt x="8726681" y="3809138"/>
                  <a:pt x="8756590" y="3809138"/>
                </a:cubicBezTo>
                <a:close/>
                <a:moveTo>
                  <a:pt x="8632036" y="3809138"/>
                </a:moveTo>
                <a:cubicBezTo>
                  <a:pt x="8661945" y="3809138"/>
                  <a:pt x="8686191" y="3833384"/>
                  <a:pt x="8686191" y="3863293"/>
                </a:cubicBezTo>
                <a:cubicBezTo>
                  <a:pt x="8686191" y="3893202"/>
                  <a:pt x="8661945" y="3917448"/>
                  <a:pt x="8632036" y="3917448"/>
                </a:cubicBezTo>
                <a:cubicBezTo>
                  <a:pt x="8602127" y="3917448"/>
                  <a:pt x="8577881" y="3893202"/>
                  <a:pt x="8577881" y="3863293"/>
                </a:cubicBezTo>
                <a:cubicBezTo>
                  <a:pt x="8577881" y="3833384"/>
                  <a:pt x="8602127" y="3809138"/>
                  <a:pt x="8632036" y="3809138"/>
                </a:cubicBezTo>
                <a:close/>
                <a:moveTo>
                  <a:pt x="8553901" y="3809138"/>
                </a:moveTo>
                <a:cubicBezTo>
                  <a:pt x="8558174" y="3809138"/>
                  <a:pt x="8561638" y="3812602"/>
                  <a:pt x="8561638" y="3816875"/>
                </a:cubicBezTo>
                <a:lnTo>
                  <a:pt x="8561638" y="3909711"/>
                </a:lnTo>
                <a:cubicBezTo>
                  <a:pt x="8561638" y="3913984"/>
                  <a:pt x="8558174" y="3917448"/>
                  <a:pt x="8553901" y="3917448"/>
                </a:cubicBezTo>
                <a:lnTo>
                  <a:pt x="8546165" y="3909712"/>
                </a:lnTo>
                <a:cubicBezTo>
                  <a:pt x="8546165" y="3878766"/>
                  <a:pt x="8546164" y="3847821"/>
                  <a:pt x="8546164" y="3816875"/>
                </a:cubicBezTo>
                <a:cubicBezTo>
                  <a:pt x="8546164" y="3812602"/>
                  <a:pt x="8549628" y="3809138"/>
                  <a:pt x="8553901" y="3809138"/>
                </a:cubicBezTo>
                <a:close/>
                <a:moveTo>
                  <a:pt x="8475766" y="3809138"/>
                </a:moveTo>
                <a:cubicBezTo>
                  <a:pt x="8505675" y="3809138"/>
                  <a:pt x="8529921" y="3833384"/>
                  <a:pt x="8529921" y="3863293"/>
                </a:cubicBezTo>
                <a:cubicBezTo>
                  <a:pt x="8529921" y="3893202"/>
                  <a:pt x="8505675" y="3917448"/>
                  <a:pt x="8475766" y="3917448"/>
                </a:cubicBezTo>
                <a:cubicBezTo>
                  <a:pt x="8445857" y="3917448"/>
                  <a:pt x="8421611" y="3893202"/>
                  <a:pt x="8421611" y="3863293"/>
                </a:cubicBezTo>
                <a:cubicBezTo>
                  <a:pt x="8421611" y="3833384"/>
                  <a:pt x="8445857" y="3809138"/>
                  <a:pt x="8475766" y="3809138"/>
                </a:cubicBezTo>
                <a:close/>
                <a:moveTo>
                  <a:pt x="8351212" y="3809138"/>
                </a:moveTo>
                <a:cubicBezTo>
                  <a:pt x="8381121" y="3809138"/>
                  <a:pt x="8405367" y="3833384"/>
                  <a:pt x="8405367" y="3863293"/>
                </a:cubicBezTo>
                <a:cubicBezTo>
                  <a:pt x="8405367" y="3893202"/>
                  <a:pt x="8381121" y="3917448"/>
                  <a:pt x="8351212" y="3917448"/>
                </a:cubicBezTo>
                <a:cubicBezTo>
                  <a:pt x="8321303" y="3917448"/>
                  <a:pt x="8297057" y="3893202"/>
                  <a:pt x="8297057" y="3863293"/>
                </a:cubicBezTo>
                <a:cubicBezTo>
                  <a:pt x="8297057" y="3833384"/>
                  <a:pt x="8321303" y="3809138"/>
                  <a:pt x="8351212" y="3809138"/>
                </a:cubicBezTo>
                <a:close/>
                <a:moveTo>
                  <a:pt x="8226658" y="3809138"/>
                </a:moveTo>
                <a:cubicBezTo>
                  <a:pt x="8256567" y="3809138"/>
                  <a:pt x="8280813" y="3833384"/>
                  <a:pt x="8280813" y="3863293"/>
                </a:cubicBezTo>
                <a:cubicBezTo>
                  <a:pt x="8280813" y="3893202"/>
                  <a:pt x="8256567" y="3917448"/>
                  <a:pt x="8226658" y="3917448"/>
                </a:cubicBezTo>
                <a:cubicBezTo>
                  <a:pt x="8196749" y="3917448"/>
                  <a:pt x="8172503" y="3893202"/>
                  <a:pt x="8172503" y="3863293"/>
                </a:cubicBezTo>
                <a:cubicBezTo>
                  <a:pt x="8172503" y="3833384"/>
                  <a:pt x="8196749" y="3809138"/>
                  <a:pt x="8226658" y="3809138"/>
                </a:cubicBezTo>
                <a:close/>
                <a:moveTo>
                  <a:pt x="8148524" y="3809138"/>
                </a:moveTo>
                <a:cubicBezTo>
                  <a:pt x="8152797" y="3809138"/>
                  <a:pt x="8156261" y="3812602"/>
                  <a:pt x="8156261" y="3816875"/>
                </a:cubicBezTo>
                <a:cubicBezTo>
                  <a:pt x="8156261" y="3847821"/>
                  <a:pt x="8156260" y="3878766"/>
                  <a:pt x="8156260" y="3909712"/>
                </a:cubicBezTo>
                <a:lnTo>
                  <a:pt x="8148524" y="3917448"/>
                </a:lnTo>
                <a:cubicBezTo>
                  <a:pt x="8144251" y="3917448"/>
                  <a:pt x="8140787" y="3913984"/>
                  <a:pt x="8140787" y="3909711"/>
                </a:cubicBezTo>
                <a:lnTo>
                  <a:pt x="8140787" y="3816875"/>
                </a:lnTo>
                <a:cubicBezTo>
                  <a:pt x="8140787" y="3812602"/>
                  <a:pt x="8144251" y="3809138"/>
                  <a:pt x="8148524" y="3809138"/>
                </a:cubicBezTo>
                <a:close/>
                <a:moveTo>
                  <a:pt x="8116807" y="3809138"/>
                </a:moveTo>
                <a:cubicBezTo>
                  <a:pt x="8121080" y="3809138"/>
                  <a:pt x="8124544" y="3812602"/>
                  <a:pt x="8124544" y="3816875"/>
                </a:cubicBezTo>
                <a:cubicBezTo>
                  <a:pt x="8124544" y="3847821"/>
                  <a:pt x="8124543" y="3878766"/>
                  <a:pt x="8124543" y="3909712"/>
                </a:cubicBezTo>
                <a:lnTo>
                  <a:pt x="8116807" y="3917448"/>
                </a:lnTo>
                <a:cubicBezTo>
                  <a:pt x="8112534" y="3917448"/>
                  <a:pt x="8109070" y="3913984"/>
                  <a:pt x="8109070" y="3909711"/>
                </a:cubicBezTo>
                <a:lnTo>
                  <a:pt x="8109070" y="3816875"/>
                </a:lnTo>
                <a:cubicBezTo>
                  <a:pt x="8109070" y="3812602"/>
                  <a:pt x="8112534" y="3809138"/>
                  <a:pt x="8116807" y="3809138"/>
                </a:cubicBezTo>
                <a:close/>
                <a:moveTo>
                  <a:pt x="8038671" y="3809138"/>
                </a:moveTo>
                <a:cubicBezTo>
                  <a:pt x="8068580" y="3809138"/>
                  <a:pt x="8092826" y="3833384"/>
                  <a:pt x="8092826" y="3863293"/>
                </a:cubicBezTo>
                <a:cubicBezTo>
                  <a:pt x="8092826" y="3893202"/>
                  <a:pt x="8068580" y="3917448"/>
                  <a:pt x="8038671" y="3917448"/>
                </a:cubicBezTo>
                <a:cubicBezTo>
                  <a:pt x="8008762" y="3917448"/>
                  <a:pt x="7984516" y="3893202"/>
                  <a:pt x="7984516" y="3863293"/>
                </a:cubicBezTo>
                <a:cubicBezTo>
                  <a:pt x="7984516" y="3833384"/>
                  <a:pt x="8008762" y="3809138"/>
                  <a:pt x="8038671" y="3809138"/>
                </a:cubicBezTo>
                <a:close/>
                <a:moveTo>
                  <a:pt x="7960537" y="3809138"/>
                </a:moveTo>
                <a:cubicBezTo>
                  <a:pt x="7964810" y="3809138"/>
                  <a:pt x="7968274" y="3812602"/>
                  <a:pt x="7968274" y="3816875"/>
                </a:cubicBezTo>
                <a:cubicBezTo>
                  <a:pt x="7968274" y="3847821"/>
                  <a:pt x="7968273" y="3878766"/>
                  <a:pt x="7968273" y="3909712"/>
                </a:cubicBezTo>
                <a:lnTo>
                  <a:pt x="7960537" y="3917448"/>
                </a:lnTo>
                <a:cubicBezTo>
                  <a:pt x="7956264" y="3917448"/>
                  <a:pt x="7952800" y="3913984"/>
                  <a:pt x="7952800" y="3909711"/>
                </a:cubicBezTo>
                <a:lnTo>
                  <a:pt x="7952800" y="3816875"/>
                </a:lnTo>
                <a:cubicBezTo>
                  <a:pt x="7952800" y="3812602"/>
                  <a:pt x="7956264" y="3809138"/>
                  <a:pt x="7960537" y="3809138"/>
                </a:cubicBezTo>
                <a:close/>
                <a:moveTo>
                  <a:pt x="7928820" y="3809138"/>
                </a:moveTo>
                <a:cubicBezTo>
                  <a:pt x="7933093" y="3809138"/>
                  <a:pt x="7936557" y="3812602"/>
                  <a:pt x="7936557" y="3816875"/>
                </a:cubicBezTo>
                <a:cubicBezTo>
                  <a:pt x="7936557" y="3847821"/>
                  <a:pt x="7936556" y="3878766"/>
                  <a:pt x="7936556" y="3909712"/>
                </a:cubicBezTo>
                <a:lnTo>
                  <a:pt x="7928820" y="3917448"/>
                </a:lnTo>
                <a:cubicBezTo>
                  <a:pt x="7924547" y="3917448"/>
                  <a:pt x="7921083" y="3913984"/>
                  <a:pt x="7921083" y="3909711"/>
                </a:cubicBezTo>
                <a:lnTo>
                  <a:pt x="7921083" y="3816875"/>
                </a:lnTo>
                <a:cubicBezTo>
                  <a:pt x="7921083" y="3812602"/>
                  <a:pt x="7924547" y="3809138"/>
                  <a:pt x="7928820" y="3809138"/>
                </a:cubicBezTo>
                <a:close/>
                <a:moveTo>
                  <a:pt x="7850684" y="3809138"/>
                </a:moveTo>
                <a:cubicBezTo>
                  <a:pt x="7880593" y="3809138"/>
                  <a:pt x="7904839" y="3833384"/>
                  <a:pt x="7904839" y="3863293"/>
                </a:cubicBezTo>
                <a:cubicBezTo>
                  <a:pt x="7904839" y="3893202"/>
                  <a:pt x="7880593" y="3917448"/>
                  <a:pt x="7850684" y="3917448"/>
                </a:cubicBezTo>
                <a:cubicBezTo>
                  <a:pt x="7820775" y="3917448"/>
                  <a:pt x="7796529" y="3893202"/>
                  <a:pt x="7796529" y="3863293"/>
                </a:cubicBezTo>
                <a:cubicBezTo>
                  <a:pt x="7796529" y="3833384"/>
                  <a:pt x="7820775" y="3809138"/>
                  <a:pt x="7850684" y="3809138"/>
                </a:cubicBezTo>
                <a:close/>
                <a:moveTo>
                  <a:pt x="7772550" y="3809138"/>
                </a:moveTo>
                <a:cubicBezTo>
                  <a:pt x="7776823" y="3809138"/>
                  <a:pt x="7780287" y="3812602"/>
                  <a:pt x="7780287" y="3816875"/>
                </a:cubicBezTo>
                <a:cubicBezTo>
                  <a:pt x="7780287" y="3847821"/>
                  <a:pt x="7780286" y="3878766"/>
                  <a:pt x="7780286" y="3909712"/>
                </a:cubicBezTo>
                <a:lnTo>
                  <a:pt x="7772550" y="3917448"/>
                </a:lnTo>
                <a:cubicBezTo>
                  <a:pt x="7768277" y="3917448"/>
                  <a:pt x="7764813" y="3913984"/>
                  <a:pt x="7764813" y="3909711"/>
                </a:cubicBezTo>
                <a:lnTo>
                  <a:pt x="7764813" y="3816875"/>
                </a:lnTo>
                <a:cubicBezTo>
                  <a:pt x="7764813" y="3812602"/>
                  <a:pt x="7768277" y="3809138"/>
                  <a:pt x="7772550" y="3809138"/>
                </a:cubicBezTo>
                <a:close/>
                <a:moveTo>
                  <a:pt x="7694414" y="3809138"/>
                </a:moveTo>
                <a:cubicBezTo>
                  <a:pt x="7724323" y="3809138"/>
                  <a:pt x="7748569" y="3833384"/>
                  <a:pt x="7748569" y="3863293"/>
                </a:cubicBezTo>
                <a:cubicBezTo>
                  <a:pt x="7748569" y="3893202"/>
                  <a:pt x="7724323" y="3917448"/>
                  <a:pt x="7694414" y="3917448"/>
                </a:cubicBezTo>
                <a:cubicBezTo>
                  <a:pt x="7664505" y="3917448"/>
                  <a:pt x="7640259" y="3893202"/>
                  <a:pt x="7640259" y="3863293"/>
                </a:cubicBezTo>
                <a:cubicBezTo>
                  <a:pt x="7640259" y="3833384"/>
                  <a:pt x="7664505" y="3809138"/>
                  <a:pt x="7694414" y="3809138"/>
                </a:cubicBezTo>
                <a:close/>
                <a:moveTo>
                  <a:pt x="7616278" y="3809138"/>
                </a:moveTo>
                <a:cubicBezTo>
                  <a:pt x="7620551" y="3809138"/>
                  <a:pt x="7624015" y="3812602"/>
                  <a:pt x="7624015" y="3816875"/>
                </a:cubicBezTo>
                <a:lnTo>
                  <a:pt x="7624015" y="3909711"/>
                </a:lnTo>
                <a:lnTo>
                  <a:pt x="7616278" y="3917448"/>
                </a:lnTo>
                <a:cubicBezTo>
                  <a:pt x="7612005" y="3917449"/>
                  <a:pt x="7608542" y="3913985"/>
                  <a:pt x="7608542" y="3909712"/>
                </a:cubicBezTo>
                <a:cubicBezTo>
                  <a:pt x="7608542" y="3878766"/>
                  <a:pt x="7608541" y="3847821"/>
                  <a:pt x="7608541" y="3816875"/>
                </a:cubicBezTo>
                <a:cubicBezTo>
                  <a:pt x="7608541" y="3812602"/>
                  <a:pt x="7612005" y="3809138"/>
                  <a:pt x="7616278" y="3809138"/>
                </a:cubicBezTo>
                <a:close/>
                <a:moveTo>
                  <a:pt x="7538143" y="3809138"/>
                </a:moveTo>
                <a:cubicBezTo>
                  <a:pt x="7568052" y="3809138"/>
                  <a:pt x="7592298" y="3833384"/>
                  <a:pt x="7592298" y="3863293"/>
                </a:cubicBezTo>
                <a:cubicBezTo>
                  <a:pt x="7592298" y="3893202"/>
                  <a:pt x="7568052" y="3917448"/>
                  <a:pt x="7538143" y="3917448"/>
                </a:cubicBezTo>
                <a:cubicBezTo>
                  <a:pt x="7508234" y="3917448"/>
                  <a:pt x="7483988" y="3893202"/>
                  <a:pt x="7483988" y="3863293"/>
                </a:cubicBezTo>
                <a:cubicBezTo>
                  <a:pt x="7483988" y="3833384"/>
                  <a:pt x="7508234" y="3809138"/>
                  <a:pt x="7538143" y="3809138"/>
                </a:cubicBezTo>
                <a:close/>
                <a:moveTo>
                  <a:pt x="7413589" y="3809138"/>
                </a:moveTo>
                <a:cubicBezTo>
                  <a:pt x="7443498" y="3809138"/>
                  <a:pt x="7467744" y="3833384"/>
                  <a:pt x="7467744" y="3863293"/>
                </a:cubicBezTo>
                <a:cubicBezTo>
                  <a:pt x="7467744" y="3893202"/>
                  <a:pt x="7443498" y="3917448"/>
                  <a:pt x="7413589" y="3917448"/>
                </a:cubicBezTo>
                <a:cubicBezTo>
                  <a:pt x="7383680" y="3917448"/>
                  <a:pt x="7359434" y="3893202"/>
                  <a:pt x="7359434" y="3863293"/>
                </a:cubicBezTo>
                <a:cubicBezTo>
                  <a:pt x="7359434" y="3833384"/>
                  <a:pt x="7383680" y="3809138"/>
                  <a:pt x="7413589" y="3809138"/>
                </a:cubicBezTo>
                <a:close/>
                <a:moveTo>
                  <a:pt x="7335454" y="3809138"/>
                </a:moveTo>
                <a:cubicBezTo>
                  <a:pt x="7339727" y="3809138"/>
                  <a:pt x="7343191" y="3812602"/>
                  <a:pt x="7343191" y="3816875"/>
                </a:cubicBezTo>
                <a:lnTo>
                  <a:pt x="7343191" y="3909711"/>
                </a:lnTo>
                <a:cubicBezTo>
                  <a:pt x="7343191" y="3913984"/>
                  <a:pt x="7339727" y="3917448"/>
                  <a:pt x="7335454" y="3917448"/>
                </a:cubicBezTo>
                <a:lnTo>
                  <a:pt x="7327718" y="3909712"/>
                </a:lnTo>
                <a:cubicBezTo>
                  <a:pt x="7327718" y="3878766"/>
                  <a:pt x="7327717" y="3847821"/>
                  <a:pt x="7327717" y="3816875"/>
                </a:cubicBezTo>
                <a:cubicBezTo>
                  <a:pt x="7327717" y="3812602"/>
                  <a:pt x="7331181" y="3809138"/>
                  <a:pt x="7335454" y="3809138"/>
                </a:cubicBezTo>
                <a:close/>
                <a:moveTo>
                  <a:pt x="7257319" y="3809138"/>
                </a:moveTo>
                <a:cubicBezTo>
                  <a:pt x="7287228" y="3809138"/>
                  <a:pt x="7311474" y="3833384"/>
                  <a:pt x="7311474" y="3863293"/>
                </a:cubicBezTo>
                <a:cubicBezTo>
                  <a:pt x="7311474" y="3893202"/>
                  <a:pt x="7287228" y="3917448"/>
                  <a:pt x="7257319" y="3917448"/>
                </a:cubicBezTo>
                <a:cubicBezTo>
                  <a:pt x="7227410" y="3917448"/>
                  <a:pt x="7203164" y="3893202"/>
                  <a:pt x="7203164" y="3863293"/>
                </a:cubicBezTo>
                <a:cubicBezTo>
                  <a:pt x="7203164" y="3833384"/>
                  <a:pt x="7227410" y="3809138"/>
                  <a:pt x="7257319" y="3809138"/>
                </a:cubicBezTo>
                <a:close/>
                <a:moveTo>
                  <a:pt x="7129359" y="3809138"/>
                </a:moveTo>
                <a:cubicBezTo>
                  <a:pt x="7159268" y="3809138"/>
                  <a:pt x="7183514" y="3833384"/>
                  <a:pt x="7183514" y="3863293"/>
                </a:cubicBezTo>
                <a:cubicBezTo>
                  <a:pt x="7183514" y="3893202"/>
                  <a:pt x="7159268" y="3917448"/>
                  <a:pt x="7129359" y="3917448"/>
                </a:cubicBezTo>
                <a:cubicBezTo>
                  <a:pt x="7099450" y="3917448"/>
                  <a:pt x="7075204" y="3893202"/>
                  <a:pt x="7075204" y="3863293"/>
                </a:cubicBezTo>
                <a:cubicBezTo>
                  <a:pt x="7075204" y="3833384"/>
                  <a:pt x="7099450" y="3809138"/>
                  <a:pt x="7129359" y="3809138"/>
                </a:cubicBezTo>
                <a:close/>
                <a:moveTo>
                  <a:pt x="7051222" y="3809138"/>
                </a:moveTo>
                <a:cubicBezTo>
                  <a:pt x="7055495" y="3809138"/>
                  <a:pt x="7058959" y="3812602"/>
                  <a:pt x="7058959" y="3816875"/>
                </a:cubicBezTo>
                <a:cubicBezTo>
                  <a:pt x="7058959" y="3847821"/>
                  <a:pt x="7058958" y="3878766"/>
                  <a:pt x="7058958" y="3909712"/>
                </a:cubicBezTo>
                <a:lnTo>
                  <a:pt x="7051222" y="3917448"/>
                </a:lnTo>
                <a:cubicBezTo>
                  <a:pt x="7046949" y="3917448"/>
                  <a:pt x="7043485" y="3913984"/>
                  <a:pt x="7043485" y="3909711"/>
                </a:cubicBezTo>
                <a:lnTo>
                  <a:pt x="7043485" y="3816875"/>
                </a:lnTo>
                <a:cubicBezTo>
                  <a:pt x="7043485" y="3812602"/>
                  <a:pt x="7046949" y="3809138"/>
                  <a:pt x="7051222" y="3809138"/>
                </a:cubicBezTo>
                <a:close/>
                <a:moveTo>
                  <a:pt x="6973087" y="3809138"/>
                </a:moveTo>
                <a:cubicBezTo>
                  <a:pt x="7002996" y="3809138"/>
                  <a:pt x="7027242" y="3833384"/>
                  <a:pt x="7027242" y="3863293"/>
                </a:cubicBezTo>
                <a:cubicBezTo>
                  <a:pt x="7027242" y="3893202"/>
                  <a:pt x="7002996" y="3917448"/>
                  <a:pt x="6973087" y="3917448"/>
                </a:cubicBezTo>
                <a:cubicBezTo>
                  <a:pt x="6943178" y="3917448"/>
                  <a:pt x="6918932" y="3893202"/>
                  <a:pt x="6918932" y="3863293"/>
                </a:cubicBezTo>
                <a:cubicBezTo>
                  <a:pt x="6918932" y="3833384"/>
                  <a:pt x="6943178" y="3809138"/>
                  <a:pt x="6973087" y="3809138"/>
                </a:cubicBezTo>
                <a:close/>
                <a:moveTo>
                  <a:pt x="6848533" y="3809138"/>
                </a:moveTo>
                <a:cubicBezTo>
                  <a:pt x="6878442" y="3809138"/>
                  <a:pt x="6902688" y="3833384"/>
                  <a:pt x="6902688" y="3863293"/>
                </a:cubicBezTo>
                <a:cubicBezTo>
                  <a:pt x="6902688" y="3893202"/>
                  <a:pt x="6878442" y="3917448"/>
                  <a:pt x="6848533" y="3917448"/>
                </a:cubicBezTo>
                <a:cubicBezTo>
                  <a:pt x="6818624" y="3917448"/>
                  <a:pt x="6794378" y="3893202"/>
                  <a:pt x="6794378" y="3863293"/>
                </a:cubicBezTo>
                <a:cubicBezTo>
                  <a:pt x="6794378" y="3833384"/>
                  <a:pt x="6818624" y="3809138"/>
                  <a:pt x="6848533" y="3809138"/>
                </a:cubicBezTo>
                <a:close/>
                <a:moveTo>
                  <a:pt x="6770398" y="3809138"/>
                </a:moveTo>
                <a:cubicBezTo>
                  <a:pt x="6774671" y="3809138"/>
                  <a:pt x="6778135" y="3812602"/>
                  <a:pt x="6778135" y="3816875"/>
                </a:cubicBezTo>
                <a:cubicBezTo>
                  <a:pt x="6778135" y="3847821"/>
                  <a:pt x="6778134" y="3878766"/>
                  <a:pt x="6778134" y="3909712"/>
                </a:cubicBezTo>
                <a:lnTo>
                  <a:pt x="6770398" y="3917448"/>
                </a:lnTo>
                <a:cubicBezTo>
                  <a:pt x="6766125" y="3917448"/>
                  <a:pt x="6762661" y="3913984"/>
                  <a:pt x="6762661" y="3909711"/>
                </a:cubicBezTo>
                <a:lnTo>
                  <a:pt x="6762661" y="3816875"/>
                </a:lnTo>
                <a:cubicBezTo>
                  <a:pt x="6762661" y="3812602"/>
                  <a:pt x="6766125" y="3809138"/>
                  <a:pt x="6770398" y="3809138"/>
                </a:cubicBezTo>
                <a:close/>
                <a:moveTo>
                  <a:pt x="6692262" y="3809138"/>
                </a:moveTo>
                <a:cubicBezTo>
                  <a:pt x="6722171" y="3809138"/>
                  <a:pt x="6746417" y="3833384"/>
                  <a:pt x="6746417" y="3863293"/>
                </a:cubicBezTo>
                <a:cubicBezTo>
                  <a:pt x="6746417" y="3893202"/>
                  <a:pt x="6722171" y="3917448"/>
                  <a:pt x="6692262" y="3917448"/>
                </a:cubicBezTo>
                <a:cubicBezTo>
                  <a:pt x="6662353" y="3917448"/>
                  <a:pt x="6638107" y="3893202"/>
                  <a:pt x="6638107" y="3863293"/>
                </a:cubicBezTo>
                <a:cubicBezTo>
                  <a:pt x="6638107" y="3833384"/>
                  <a:pt x="6662353" y="3809138"/>
                  <a:pt x="6692262" y="3809138"/>
                </a:cubicBezTo>
                <a:close/>
                <a:moveTo>
                  <a:pt x="6614127" y="3809138"/>
                </a:moveTo>
                <a:cubicBezTo>
                  <a:pt x="6618400" y="3809138"/>
                  <a:pt x="6621864" y="3812602"/>
                  <a:pt x="6621864" y="3816875"/>
                </a:cubicBezTo>
                <a:lnTo>
                  <a:pt x="6621864" y="3909711"/>
                </a:lnTo>
                <a:cubicBezTo>
                  <a:pt x="6621864" y="3913984"/>
                  <a:pt x="6618400" y="3917448"/>
                  <a:pt x="6614127" y="3917448"/>
                </a:cubicBezTo>
                <a:lnTo>
                  <a:pt x="6606391" y="3909712"/>
                </a:lnTo>
                <a:cubicBezTo>
                  <a:pt x="6606391" y="3878766"/>
                  <a:pt x="6606390" y="3847821"/>
                  <a:pt x="6606390" y="3816875"/>
                </a:cubicBezTo>
                <a:cubicBezTo>
                  <a:pt x="6606390" y="3812602"/>
                  <a:pt x="6609854" y="3809138"/>
                  <a:pt x="6614127" y="3809138"/>
                </a:cubicBezTo>
                <a:close/>
                <a:moveTo>
                  <a:pt x="6582410" y="3809138"/>
                </a:moveTo>
                <a:cubicBezTo>
                  <a:pt x="6586683" y="3809138"/>
                  <a:pt x="6590147" y="3812602"/>
                  <a:pt x="6590147" y="3816875"/>
                </a:cubicBezTo>
                <a:lnTo>
                  <a:pt x="6590147" y="3909711"/>
                </a:lnTo>
                <a:cubicBezTo>
                  <a:pt x="6590147" y="3913984"/>
                  <a:pt x="6586683" y="3917448"/>
                  <a:pt x="6582410" y="3917448"/>
                </a:cubicBezTo>
                <a:lnTo>
                  <a:pt x="6574674" y="3909712"/>
                </a:lnTo>
                <a:cubicBezTo>
                  <a:pt x="6574674" y="3878766"/>
                  <a:pt x="6574673" y="3847821"/>
                  <a:pt x="6574673" y="3816875"/>
                </a:cubicBezTo>
                <a:cubicBezTo>
                  <a:pt x="6574673" y="3812602"/>
                  <a:pt x="6578137" y="3809138"/>
                  <a:pt x="6582410" y="3809138"/>
                </a:cubicBezTo>
                <a:close/>
                <a:moveTo>
                  <a:pt x="6504275" y="3809138"/>
                </a:moveTo>
                <a:cubicBezTo>
                  <a:pt x="6534184" y="3809138"/>
                  <a:pt x="6558430" y="3833384"/>
                  <a:pt x="6558430" y="3863293"/>
                </a:cubicBezTo>
                <a:cubicBezTo>
                  <a:pt x="6558430" y="3893202"/>
                  <a:pt x="6534184" y="3917448"/>
                  <a:pt x="6504275" y="3917448"/>
                </a:cubicBezTo>
                <a:cubicBezTo>
                  <a:pt x="6474366" y="3917448"/>
                  <a:pt x="6450120" y="3893202"/>
                  <a:pt x="6450120" y="3863293"/>
                </a:cubicBezTo>
                <a:cubicBezTo>
                  <a:pt x="6450120" y="3833384"/>
                  <a:pt x="6474366" y="3809138"/>
                  <a:pt x="6504275" y="3809138"/>
                </a:cubicBezTo>
                <a:close/>
                <a:moveTo>
                  <a:pt x="6426140" y="3809138"/>
                </a:moveTo>
                <a:cubicBezTo>
                  <a:pt x="6430413" y="3809138"/>
                  <a:pt x="6433877" y="3812602"/>
                  <a:pt x="6433877" y="3816875"/>
                </a:cubicBezTo>
                <a:lnTo>
                  <a:pt x="6433877" y="3909711"/>
                </a:lnTo>
                <a:cubicBezTo>
                  <a:pt x="6433877" y="3913984"/>
                  <a:pt x="6430413" y="3917448"/>
                  <a:pt x="6426140" y="3917448"/>
                </a:cubicBezTo>
                <a:lnTo>
                  <a:pt x="6418404" y="3909712"/>
                </a:lnTo>
                <a:cubicBezTo>
                  <a:pt x="6418404" y="3878766"/>
                  <a:pt x="6418403" y="3847821"/>
                  <a:pt x="6418403" y="3816875"/>
                </a:cubicBezTo>
                <a:cubicBezTo>
                  <a:pt x="6418403" y="3812602"/>
                  <a:pt x="6421867" y="3809138"/>
                  <a:pt x="6426140" y="3809138"/>
                </a:cubicBezTo>
                <a:close/>
                <a:moveTo>
                  <a:pt x="6348005" y="3809138"/>
                </a:moveTo>
                <a:cubicBezTo>
                  <a:pt x="6377914" y="3809138"/>
                  <a:pt x="6402160" y="3833384"/>
                  <a:pt x="6402160" y="3863293"/>
                </a:cubicBezTo>
                <a:cubicBezTo>
                  <a:pt x="6402160" y="3893202"/>
                  <a:pt x="6377914" y="3917448"/>
                  <a:pt x="6348005" y="3917448"/>
                </a:cubicBezTo>
                <a:cubicBezTo>
                  <a:pt x="6318096" y="3917448"/>
                  <a:pt x="6293850" y="3893202"/>
                  <a:pt x="6293850" y="3863293"/>
                </a:cubicBezTo>
                <a:cubicBezTo>
                  <a:pt x="6293850" y="3833384"/>
                  <a:pt x="6318096" y="3809138"/>
                  <a:pt x="6348005" y="3809138"/>
                </a:cubicBezTo>
                <a:close/>
                <a:moveTo>
                  <a:pt x="6269869" y="3809138"/>
                </a:moveTo>
                <a:cubicBezTo>
                  <a:pt x="6274142" y="3809138"/>
                  <a:pt x="6277606" y="3812602"/>
                  <a:pt x="6277606" y="3816875"/>
                </a:cubicBezTo>
                <a:lnTo>
                  <a:pt x="6277606" y="3909711"/>
                </a:lnTo>
                <a:cubicBezTo>
                  <a:pt x="6277606" y="3913984"/>
                  <a:pt x="6274142" y="3917448"/>
                  <a:pt x="6269869" y="3917448"/>
                </a:cubicBezTo>
                <a:lnTo>
                  <a:pt x="6262133" y="3909712"/>
                </a:lnTo>
                <a:cubicBezTo>
                  <a:pt x="6262133" y="3878766"/>
                  <a:pt x="6262132" y="3847821"/>
                  <a:pt x="6262132" y="3816875"/>
                </a:cubicBezTo>
                <a:cubicBezTo>
                  <a:pt x="6262132" y="3812602"/>
                  <a:pt x="6265596" y="3809138"/>
                  <a:pt x="6269869" y="3809138"/>
                </a:cubicBezTo>
                <a:close/>
                <a:moveTo>
                  <a:pt x="6238153" y="3809138"/>
                </a:moveTo>
                <a:cubicBezTo>
                  <a:pt x="6242426" y="3809138"/>
                  <a:pt x="6245890" y="3812602"/>
                  <a:pt x="6245890" y="3816875"/>
                </a:cubicBezTo>
                <a:lnTo>
                  <a:pt x="6245890" y="3909711"/>
                </a:lnTo>
                <a:cubicBezTo>
                  <a:pt x="6245890" y="3913984"/>
                  <a:pt x="6242426" y="3917448"/>
                  <a:pt x="6238153" y="3917448"/>
                </a:cubicBezTo>
                <a:lnTo>
                  <a:pt x="6230417" y="3909712"/>
                </a:lnTo>
                <a:cubicBezTo>
                  <a:pt x="6230417" y="3878766"/>
                  <a:pt x="6230416" y="3847821"/>
                  <a:pt x="6230416" y="3816875"/>
                </a:cubicBezTo>
                <a:cubicBezTo>
                  <a:pt x="6230416" y="3812602"/>
                  <a:pt x="6233880" y="3809138"/>
                  <a:pt x="6238153" y="3809138"/>
                </a:cubicBezTo>
                <a:close/>
                <a:moveTo>
                  <a:pt x="6160018" y="3809138"/>
                </a:moveTo>
                <a:cubicBezTo>
                  <a:pt x="6189927" y="3809138"/>
                  <a:pt x="6214173" y="3833384"/>
                  <a:pt x="6214173" y="3863293"/>
                </a:cubicBezTo>
                <a:cubicBezTo>
                  <a:pt x="6214173" y="3893202"/>
                  <a:pt x="6189927" y="3917448"/>
                  <a:pt x="6160018" y="3917448"/>
                </a:cubicBezTo>
                <a:cubicBezTo>
                  <a:pt x="6130109" y="3917448"/>
                  <a:pt x="6105863" y="3893202"/>
                  <a:pt x="6105863" y="3863293"/>
                </a:cubicBezTo>
                <a:cubicBezTo>
                  <a:pt x="6105863" y="3833384"/>
                  <a:pt x="6130109" y="3809138"/>
                  <a:pt x="6160018" y="3809138"/>
                </a:cubicBezTo>
                <a:close/>
                <a:moveTo>
                  <a:pt x="6035464" y="3809138"/>
                </a:moveTo>
                <a:cubicBezTo>
                  <a:pt x="6065373" y="3809138"/>
                  <a:pt x="6089619" y="3833384"/>
                  <a:pt x="6089619" y="3863293"/>
                </a:cubicBezTo>
                <a:cubicBezTo>
                  <a:pt x="6089619" y="3893202"/>
                  <a:pt x="6065373" y="3917448"/>
                  <a:pt x="6035464" y="3917448"/>
                </a:cubicBezTo>
                <a:cubicBezTo>
                  <a:pt x="6005555" y="3917448"/>
                  <a:pt x="5981309" y="3893202"/>
                  <a:pt x="5981309" y="3863293"/>
                </a:cubicBezTo>
                <a:cubicBezTo>
                  <a:pt x="5981309" y="3833384"/>
                  <a:pt x="6005555" y="3809138"/>
                  <a:pt x="6035464" y="3809138"/>
                </a:cubicBezTo>
                <a:close/>
                <a:moveTo>
                  <a:pt x="5910910" y="3809138"/>
                </a:moveTo>
                <a:cubicBezTo>
                  <a:pt x="5940819" y="3809138"/>
                  <a:pt x="5965065" y="3833384"/>
                  <a:pt x="5965065" y="3863293"/>
                </a:cubicBezTo>
                <a:cubicBezTo>
                  <a:pt x="5965065" y="3893202"/>
                  <a:pt x="5940819" y="3917448"/>
                  <a:pt x="5910910" y="3917448"/>
                </a:cubicBezTo>
                <a:cubicBezTo>
                  <a:pt x="5881001" y="3917448"/>
                  <a:pt x="5856755" y="3893202"/>
                  <a:pt x="5856755" y="3863293"/>
                </a:cubicBezTo>
                <a:cubicBezTo>
                  <a:pt x="5856755" y="3833384"/>
                  <a:pt x="5881001" y="3809138"/>
                  <a:pt x="5910910" y="3809138"/>
                </a:cubicBezTo>
                <a:close/>
                <a:moveTo>
                  <a:pt x="5832776" y="3809138"/>
                </a:moveTo>
                <a:cubicBezTo>
                  <a:pt x="5837049" y="3809138"/>
                  <a:pt x="5840513" y="3812602"/>
                  <a:pt x="5840513" y="3816875"/>
                </a:cubicBezTo>
                <a:cubicBezTo>
                  <a:pt x="5840513" y="3847821"/>
                  <a:pt x="5840512" y="3878766"/>
                  <a:pt x="5840512" y="3909712"/>
                </a:cubicBezTo>
                <a:lnTo>
                  <a:pt x="5832776" y="3917448"/>
                </a:lnTo>
                <a:cubicBezTo>
                  <a:pt x="5828503" y="3917448"/>
                  <a:pt x="5825039" y="3913984"/>
                  <a:pt x="5825039" y="3909711"/>
                </a:cubicBezTo>
                <a:lnTo>
                  <a:pt x="5825039" y="3816875"/>
                </a:lnTo>
                <a:cubicBezTo>
                  <a:pt x="5825039" y="3812602"/>
                  <a:pt x="5828503" y="3809138"/>
                  <a:pt x="5832776" y="3809138"/>
                </a:cubicBezTo>
                <a:close/>
                <a:moveTo>
                  <a:pt x="5754640" y="3809138"/>
                </a:moveTo>
                <a:cubicBezTo>
                  <a:pt x="5784549" y="3809138"/>
                  <a:pt x="5808795" y="3833384"/>
                  <a:pt x="5808795" y="3863293"/>
                </a:cubicBezTo>
                <a:cubicBezTo>
                  <a:pt x="5808795" y="3893202"/>
                  <a:pt x="5784549" y="3917448"/>
                  <a:pt x="5754640" y="3917448"/>
                </a:cubicBezTo>
                <a:cubicBezTo>
                  <a:pt x="5724731" y="3917448"/>
                  <a:pt x="5700485" y="3893202"/>
                  <a:pt x="5700485" y="3863293"/>
                </a:cubicBezTo>
                <a:cubicBezTo>
                  <a:pt x="5700485" y="3833384"/>
                  <a:pt x="5724731" y="3809138"/>
                  <a:pt x="5754640" y="3809138"/>
                </a:cubicBezTo>
                <a:close/>
                <a:moveTo>
                  <a:pt x="5630086" y="3809138"/>
                </a:moveTo>
                <a:cubicBezTo>
                  <a:pt x="5659995" y="3809138"/>
                  <a:pt x="5684241" y="3833384"/>
                  <a:pt x="5684241" y="3863293"/>
                </a:cubicBezTo>
                <a:cubicBezTo>
                  <a:pt x="5684241" y="3893202"/>
                  <a:pt x="5659995" y="3917448"/>
                  <a:pt x="5630086" y="3917448"/>
                </a:cubicBezTo>
                <a:cubicBezTo>
                  <a:pt x="5600177" y="3917448"/>
                  <a:pt x="5575931" y="3893202"/>
                  <a:pt x="5575931" y="3863293"/>
                </a:cubicBezTo>
                <a:cubicBezTo>
                  <a:pt x="5575931" y="3833384"/>
                  <a:pt x="5600177" y="3809138"/>
                  <a:pt x="5630086" y="3809138"/>
                </a:cubicBezTo>
                <a:close/>
                <a:moveTo>
                  <a:pt x="5551951" y="3809138"/>
                </a:moveTo>
                <a:cubicBezTo>
                  <a:pt x="5556224" y="3809138"/>
                  <a:pt x="5559688" y="3812602"/>
                  <a:pt x="5559688" y="3816875"/>
                </a:cubicBezTo>
                <a:cubicBezTo>
                  <a:pt x="5559688" y="3847821"/>
                  <a:pt x="5559687" y="3878766"/>
                  <a:pt x="5559687" y="3909712"/>
                </a:cubicBezTo>
                <a:lnTo>
                  <a:pt x="5551951" y="3917448"/>
                </a:lnTo>
                <a:cubicBezTo>
                  <a:pt x="5547678" y="3917448"/>
                  <a:pt x="5544214" y="3913984"/>
                  <a:pt x="5544214" y="3909711"/>
                </a:cubicBezTo>
                <a:lnTo>
                  <a:pt x="5544214" y="3816875"/>
                </a:lnTo>
                <a:cubicBezTo>
                  <a:pt x="5544214" y="3812602"/>
                  <a:pt x="5547678" y="3809138"/>
                  <a:pt x="5551951" y="3809138"/>
                </a:cubicBezTo>
                <a:close/>
                <a:moveTo>
                  <a:pt x="5473815" y="3809138"/>
                </a:moveTo>
                <a:cubicBezTo>
                  <a:pt x="5503724" y="3809138"/>
                  <a:pt x="5527970" y="3833384"/>
                  <a:pt x="5527970" y="3863293"/>
                </a:cubicBezTo>
                <a:cubicBezTo>
                  <a:pt x="5527970" y="3893202"/>
                  <a:pt x="5503724" y="3917448"/>
                  <a:pt x="5473815" y="3917448"/>
                </a:cubicBezTo>
                <a:cubicBezTo>
                  <a:pt x="5443906" y="3917448"/>
                  <a:pt x="5419660" y="3893202"/>
                  <a:pt x="5419660" y="3863293"/>
                </a:cubicBezTo>
                <a:cubicBezTo>
                  <a:pt x="5419660" y="3833384"/>
                  <a:pt x="5443906" y="3809138"/>
                  <a:pt x="5473815" y="3809138"/>
                </a:cubicBezTo>
                <a:close/>
                <a:moveTo>
                  <a:pt x="5395680" y="3809138"/>
                </a:moveTo>
                <a:cubicBezTo>
                  <a:pt x="5399953" y="3809138"/>
                  <a:pt x="5403417" y="3812602"/>
                  <a:pt x="5403417" y="3816875"/>
                </a:cubicBezTo>
                <a:lnTo>
                  <a:pt x="5403417" y="3909711"/>
                </a:lnTo>
                <a:cubicBezTo>
                  <a:pt x="5403417" y="3913984"/>
                  <a:pt x="5399953" y="3917448"/>
                  <a:pt x="5395680" y="3917448"/>
                </a:cubicBezTo>
                <a:lnTo>
                  <a:pt x="5387944" y="3909712"/>
                </a:lnTo>
                <a:cubicBezTo>
                  <a:pt x="5387944" y="3878766"/>
                  <a:pt x="5387943" y="3847821"/>
                  <a:pt x="5387943" y="3816875"/>
                </a:cubicBezTo>
                <a:cubicBezTo>
                  <a:pt x="5387943" y="3812602"/>
                  <a:pt x="5391407" y="3809138"/>
                  <a:pt x="5395680" y="3809138"/>
                </a:cubicBezTo>
                <a:close/>
                <a:moveTo>
                  <a:pt x="5317545" y="3809138"/>
                </a:moveTo>
                <a:cubicBezTo>
                  <a:pt x="5347454" y="3809138"/>
                  <a:pt x="5371700" y="3833384"/>
                  <a:pt x="5371700" y="3863293"/>
                </a:cubicBezTo>
                <a:cubicBezTo>
                  <a:pt x="5371700" y="3893202"/>
                  <a:pt x="5347454" y="3917448"/>
                  <a:pt x="5317545" y="3917448"/>
                </a:cubicBezTo>
                <a:cubicBezTo>
                  <a:pt x="5287636" y="3917448"/>
                  <a:pt x="5263390" y="3893202"/>
                  <a:pt x="5263390" y="3863293"/>
                </a:cubicBezTo>
                <a:cubicBezTo>
                  <a:pt x="5263390" y="3833384"/>
                  <a:pt x="5287636" y="3809138"/>
                  <a:pt x="5317545" y="3809138"/>
                </a:cubicBezTo>
                <a:close/>
                <a:moveTo>
                  <a:pt x="5239409" y="3809138"/>
                </a:moveTo>
                <a:cubicBezTo>
                  <a:pt x="5243682" y="3809138"/>
                  <a:pt x="5247146" y="3812602"/>
                  <a:pt x="5247146" y="3816875"/>
                </a:cubicBezTo>
                <a:lnTo>
                  <a:pt x="5247146" y="3909711"/>
                </a:lnTo>
                <a:cubicBezTo>
                  <a:pt x="5247146" y="3913984"/>
                  <a:pt x="5243682" y="3917448"/>
                  <a:pt x="5239409" y="3917448"/>
                </a:cubicBezTo>
                <a:lnTo>
                  <a:pt x="5231673" y="3909712"/>
                </a:lnTo>
                <a:cubicBezTo>
                  <a:pt x="5231673" y="3878766"/>
                  <a:pt x="5231672" y="3847821"/>
                  <a:pt x="5231672" y="3816875"/>
                </a:cubicBezTo>
                <a:cubicBezTo>
                  <a:pt x="5231672" y="3812602"/>
                  <a:pt x="5235136" y="3809138"/>
                  <a:pt x="5239409" y="3809138"/>
                </a:cubicBezTo>
                <a:close/>
                <a:moveTo>
                  <a:pt x="5207693" y="3809138"/>
                </a:moveTo>
                <a:cubicBezTo>
                  <a:pt x="5211966" y="3809138"/>
                  <a:pt x="5215430" y="3812602"/>
                  <a:pt x="5215430" y="3816875"/>
                </a:cubicBezTo>
                <a:lnTo>
                  <a:pt x="5215430" y="3909711"/>
                </a:lnTo>
                <a:cubicBezTo>
                  <a:pt x="5215430" y="3913984"/>
                  <a:pt x="5211966" y="3917448"/>
                  <a:pt x="5207693" y="3917448"/>
                </a:cubicBezTo>
                <a:lnTo>
                  <a:pt x="5199957" y="3909712"/>
                </a:lnTo>
                <a:cubicBezTo>
                  <a:pt x="5199957" y="3878766"/>
                  <a:pt x="5199956" y="3847821"/>
                  <a:pt x="5199956" y="3816875"/>
                </a:cubicBezTo>
                <a:cubicBezTo>
                  <a:pt x="5199956" y="3812602"/>
                  <a:pt x="5203420" y="3809138"/>
                  <a:pt x="5207693" y="3809138"/>
                </a:cubicBezTo>
                <a:close/>
                <a:moveTo>
                  <a:pt x="5129558" y="3809138"/>
                </a:moveTo>
                <a:cubicBezTo>
                  <a:pt x="5159467" y="3809138"/>
                  <a:pt x="5183713" y="3833384"/>
                  <a:pt x="5183713" y="3863293"/>
                </a:cubicBezTo>
                <a:cubicBezTo>
                  <a:pt x="5183713" y="3893202"/>
                  <a:pt x="5159467" y="3917448"/>
                  <a:pt x="5129558" y="3917448"/>
                </a:cubicBezTo>
                <a:cubicBezTo>
                  <a:pt x="5099649" y="3917448"/>
                  <a:pt x="5075403" y="3893202"/>
                  <a:pt x="5075403" y="3863293"/>
                </a:cubicBezTo>
                <a:cubicBezTo>
                  <a:pt x="5075403" y="3833384"/>
                  <a:pt x="5099649" y="3809138"/>
                  <a:pt x="5129558" y="3809138"/>
                </a:cubicBezTo>
                <a:close/>
                <a:moveTo>
                  <a:pt x="5051422" y="3809138"/>
                </a:moveTo>
                <a:cubicBezTo>
                  <a:pt x="5055695" y="3809138"/>
                  <a:pt x="5059159" y="3812602"/>
                  <a:pt x="5059159" y="3816875"/>
                </a:cubicBezTo>
                <a:lnTo>
                  <a:pt x="5059159" y="3909711"/>
                </a:lnTo>
                <a:cubicBezTo>
                  <a:pt x="5059159" y="3913984"/>
                  <a:pt x="5055695" y="3917448"/>
                  <a:pt x="5051422" y="3917448"/>
                </a:cubicBezTo>
                <a:lnTo>
                  <a:pt x="5043686" y="3909712"/>
                </a:lnTo>
                <a:cubicBezTo>
                  <a:pt x="5043686" y="3878766"/>
                  <a:pt x="5043685" y="3847821"/>
                  <a:pt x="5043685" y="3816875"/>
                </a:cubicBezTo>
                <a:cubicBezTo>
                  <a:pt x="5043685" y="3812602"/>
                  <a:pt x="5047149" y="3809138"/>
                  <a:pt x="5051422" y="3809138"/>
                </a:cubicBezTo>
                <a:close/>
                <a:moveTo>
                  <a:pt x="5019706" y="3809138"/>
                </a:moveTo>
                <a:cubicBezTo>
                  <a:pt x="5023979" y="3809138"/>
                  <a:pt x="5027443" y="3812602"/>
                  <a:pt x="5027443" y="3816875"/>
                </a:cubicBezTo>
                <a:lnTo>
                  <a:pt x="5027443" y="3909711"/>
                </a:lnTo>
                <a:cubicBezTo>
                  <a:pt x="5027443" y="3913984"/>
                  <a:pt x="5023979" y="3917448"/>
                  <a:pt x="5019706" y="3917448"/>
                </a:cubicBezTo>
                <a:lnTo>
                  <a:pt x="5011970" y="3909712"/>
                </a:lnTo>
                <a:cubicBezTo>
                  <a:pt x="5011970" y="3878766"/>
                  <a:pt x="5011969" y="3847821"/>
                  <a:pt x="5011969" y="3816875"/>
                </a:cubicBezTo>
                <a:cubicBezTo>
                  <a:pt x="5011969" y="3812602"/>
                  <a:pt x="5015433" y="3809138"/>
                  <a:pt x="5019706" y="3809138"/>
                </a:cubicBezTo>
                <a:close/>
                <a:moveTo>
                  <a:pt x="4941571" y="3809138"/>
                </a:moveTo>
                <a:cubicBezTo>
                  <a:pt x="4971480" y="3809138"/>
                  <a:pt x="4995726" y="3833384"/>
                  <a:pt x="4995726" y="3863293"/>
                </a:cubicBezTo>
                <a:cubicBezTo>
                  <a:pt x="4995726" y="3893202"/>
                  <a:pt x="4971480" y="3917448"/>
                  <a:pt x="4941571" y="3917448"/>
                </a:cubicBezTo>
                <a:cubicBezTo>
                  <a:pt x="4911662" y="3917448"/>
                  <a:pt x="4887416" y="3893202"/>
                  <a:pt x="4887416" y="3863293"/>
                </a:cubicBezTo>
                <a:cubicBezTo>
                  <a:pt x="4887416" y="3833384"/>
                  <a:pt x="4911662" y="3809138"/>
                  <a:pt x="4941571" y="3809138"/>
                </a:cubicBezTo>
                <a:close/>
                <a:moveTo>
                  <a:pt x="4817017" y="3809138"/>
                </a:moveTo>
                <a:cubicBezTo>
                  <a:pt x="4846926" y="3809138"/>
                  <a:pt x="4871172" y="3833384"/>
                  <a:pt x="4871172" y="3863293"/>
                </a:cubicBezTo>
                <a:cubicBezTo>
                  <a:pt x="4871172" y="3893202"/>
                  <a:pt x="4846926" y="3917448"/>
                  <a:pt x="4817017" y="3917448"/>
                </a:cubicBezTo>
                <a:cubicBezTo>
                  <a:pt x="4787108" y="3917448"/>
                  <a:pt x="4762862" y="3893202"/>
                  <a:pt x="4762862" y="3863293"/>
                </a:cubicBezTo>
                <a:cubicBezTo>
                  <a:pt x="4762862" y="3833384"/>
                  <a:pt x="4787108" y="3809138"/>
                  <a:pt x="4817017" y="3809138"/>
                </a:cubicBezTo>
                <a:close/>
                <a:moveTo>
                  <a:pt x="4692463" y="3809138"/>
                </a:moveTo>
                <a:cubicBezTo>
                  <a:pt x="4722372" y="3809138"/>
                  <a:pt x="4746618" y="3833384"/>
                  <a:pt x="4746618" y="3863293"/>
                </a:cubicBezTo>
                <a:cubicBezTo>
                  <a:pt x="4746618" y="3893202"/>
                  <a:pt x="4722372" y="3917448"/>
                  <a:pt x="4692463" y="3917448"/>
                </a:cubicBezTo>
                <a:cubicBezTo>
                  <a:pt x="4662554" y="3917448"/>
                  <a:pt x="4638308" y="3893202"/>
                  <a:pt x="4638308" y="3863293"/>
                </a:cubicBezTo>
                <a:cubicBezTo>
                  <a:pt x="4638308" y="3833384"/>
                  <a:pt x="4662554" y="3809138"/>
                  <a:pt x="4692463" y="3809138"/>
                </a:cubicBezTo>
                <a:close/>
                <a:moveTo>
                  <a:pt x="4567909" y="3809138"/>
                </a:moveTo>
                <a:cubicBezTo>
                  <a:pt x="4597818" y="3809138"/>
                  <a:pt x="4622064" y="3833384"/>
                  <a:pt x="4622064" y="3863293"/>
                </a:cubicBezTo>
                <a:cubicBezTo>
                  <a:pt x="4622064" y="3893202"/>
                  <a:pt x="4597818" y="3917448"/>
                  <a:pt x="4567909" y="3917448"/>
                </a:cubicBezTo>
                <a:cubicBezTo>
                  <a:pt x="4538000" y="3917448"/>
                  <a:pt x="4513754" y="3893202"/>
                  <a:pt x="4513754" y="3863293"/>
                </a:cubicBezTo>
                <a:cubicBezTo>
                  <a:pt x="4513754" y="3833384"/>
                  <a:pt x="4538000" y="3809138"/>
                  <a:pt x="4567909" y="3809138"/>
                </a:cubicBezTo>
                <a:close/>
                <a:moveTo>
                  <a:pt x="4489775" y="3809138"/>
                </a:moveTo>
                <a:cubicBezTo>
                  <a:pt x="4494048" y="3809138"/>
                  <a:pt x="4497512" y="3812602"/>
                  <a:pt x="4497512" y="3816875"/>
                </a:cubicBezTo>
                <a:cubicBezTo>
                  <a:pt x="4497512" y="3847821"/>
                  <a:pt x="4497511" y="3878766"/>
                  <a:pt x="4497511" y="3909712"/>
                </a:cubicBezTo>
                <a:lnTo>
                  <a:pt x="4489775" y="3917448"/>
                </a:lnTo>
                <a:cubicBezTo>
                  <a:pt x="4485502" y="3917448"/>
                  <a:pt x="4482038" y="3913984"/>
                  <a:pt x="4482038" y="3909711"/>
                </a:cubicBezTo>
                <a:lnTo>
                  <a:pt x="4482038" y="3816875"/>
                </a:lnTo>
                <a:cubicBezTo>
                  <a:pt x="4482038" y="3812602"/>
                  <a:pt x="4485502" y="3809138"/>
                  <a:pt x="4489775" y="3809138"/>
                </a:cubicBezTo>
                <a:close/>
                <a:moveTo>
                  <a:pt x="4458058" y="3809138"/>
                </a:moveTo>
                <a:cubicBezTo>
                  <a:pt x="4462331" y="3809138"/>
                  <a:pt x="4465795" y="3812602"/>
                  <a:pt x="4465795" y="3816875"/>
                </a:cubicBezTo>
                <a:cubicBezTo>
                  <a:pt x="4465795" y="3847821"/>
                  <a:pt x="4465794" y="3878766"/>
                  <a:pt x="4465794" y="3909712"/>
                </a:cubicBezTo>
                <a:lnTo>
                  <a:pt x="4458058" y="3917448"/>
                </a:lnTo>
                <a:cubicBezTo>
                  <a:pt x="4453785" y="3917448"/>
                  <a:pt x="4450321" y="3913984"/>
                  <a:pt x="4450321" y="3909711"/>
                </a:cubicBezTo>
                <a:lnTo>
                  <a:pt x="4450321" y="3816875"/>
                </a:lnTo>
                <a:cubicBezTo>
                  <a:pt x="4450321" y="3812602"/>
                  <a:pt x="4453785" y="3809138"/>
                  <a:pt x="4458058" y="3809138"/>
                </a:cubicBezTo>
                <a:close/>
                <a:moveTo>
                  <a:pt x="4379922" y="3809138"/>
                </a:moveTo>
                <a:cubicBezTo>
                  <a:pt x="4409831" y="3809138"/>
                  <a:pt x="4434077" y="3833384"/>
                  <a:pt x="4434077" y="3863293"/>
                </a:cubicBezTo>
                <a:cubicBezTo>
                  <a:pt x="4434077" y="3893202"/>
                  <a:pt x="4409831" y="3917448"/>
                  <a:pt x="4379922" y="3917448"/>
                </a:cubicBezTo>
                <a:cubicBezTo>
                  <a:pt x="4350013" y="3917448"/>
                  <a:pt x="4325767" y="3893202"/>
                  <a:pt x="4325767" y="3863293"/>
                </a:cubicBezTo>
                <a:cubicBezTo>
                  <a:pt x="4325767" y="3833384"/>
                  <a:pt x="4350013" y="3809138"/>
                  <a:pt x="4379922" y="3809138"/>
                </a:cubicBezTo>
                <a:close/>
                <a:moveTo>
                  <a:pt x="4301788" y="3809138"/>
                </a:moveTo>
                <a:cubicBezTo>
                  <a:pt x="4306061" y="3809138"/>
                  <a:pt x="4309525" y="3812602"/>
                  <a:pt x="4309525" y="3816875"/>
                </a:cubicBezTo>
                <a:cubicBezTo>
                  <a:pt x="4309525" y="3847821"/>
                  <a:pt x="4309524" y="3878766"/>
                  <a:pt x="4309524" y="3909712"/>
                </a:cubicBezTo>
                <a:lnTo>
                  <a:pt x="4301788" y="3917448"/>
                </a:lnTo>
                <a:cubicBezTo>
                  <a:pt x="4297515" y="3917448"/>
                  <a:pt x="4294051" y="3913984"/>
                  <a:pt x="4294051" y="3909711"/>
                </a:cubicBezTo>
                <a:lnTo>
                  <a:pt x="4294051" y="3816875"/>
                </a:lnTo>
                <a:cubicBezTo>
                  <a:pt x="4294051" y="3812602"/>
                  <a:pt x="4297515" y="3809138"/>
                  <a:pt x="4301788" y="3809138"/>
                </a:cubicBezTo>
                <a:close/>
                <a:moveTo>
                  <a:pt x="4270071" y="3809138"/>
                </a:moveTo>
                <a:cubicBezTo>
                  <a:pt x="4274344" y="3809138"/>
                  <a:pt x="4277808" y="3812602"/>
                  <a:pt x="4277808" y="3816875"/>
                </a:cubicBezTo>
                <a:cubicBezTo>
                  <a:pt x="4277808" y="3847821"/>
                  <a:pt x="4277807" y="3878766"/>
                  <a:pt x="4277807" y="3909712"/>
                </a:cubicBezTo>
                <a:lnTo>
                  <a:pt x="4270071" y="3917448"/>
                </a:lnTo>
                <a:cubicBezTo>
                  <a:pt x="4265798" y="3917448"/>
                  <a:pt x="4262334" y="3913984"/>
                  <a:pt x="4262334" y="3909711"/>
                </a:cubicBezTo>
                <a:lnTo>
                  <a:pt x="4262334" y="3816875"/>
                </a:lnTo>
                <a:cubicBezTo>
                  <a:pt x="4262334" y="3812602"/>
                  <a:pt x="4265798" y="3809138"/>
                  <a:pt x="4270071" y="3809138"/>
                </a:cubicBezTo>
                <a:close/>
                <a:moveTo>
                  <a:pt x="4191935" y="3809138"/>
                </a:moveTo>
                <a:cubicBezTo>
                  <a:pt x="4221844" y="3809138"/>
                  <a:pt x="4246090" y="3833384"/>
                  <a:pt x="4246090" y="3863293"/>
                </a:cubicBezTo>
                <a:cubicBezTo>
                  <a:pt x="4246090" y="3893202"/>
                  <a:pt x="4221844" y="3917448"/>
                  <a:pt x="4191935" y="3917448"/>
                </a:cubicBezTo>
                <a:cubicBezTo>
                  <a:pt x="4162026" y="3917448"/>
                  <a:pt x="4137780" y="3893202"/>
                  <a:pt x="4137780" y="3863293"/>
                </a:cubicBezTo>
                <a:cubicBezTo>
                  <a:pt x="4137780" y="3833384"/>
                  <a:pt x="4162026" y="3809138"/>
                  <a:pt x="4191935" y="3809138"/>
                </a:cubicBezTo>
                <a:close/>
                <a:moveTo>
                  <a:pt x="4113801" y="3809138"/>
                </a:moveTo>
                <a:cubicBezTo>
                  <a:pt x="4118074" y="3809138"/>
                  <a:pt x="4121538" y="3812602"/>
                  <a:pt x="4121538" y="3816875"/>
                </a:cubicBezTo>
                <a:cubicBezTo>
                  <a:pt x="4121538" y="3847821"/>
                  <a:pt x="4121537" y="3878766"/>
                  <a:pt x="4121537" y="3909712"/>
                </a:cubicBezTo>
                <a:lnTo>
                  <a:pt x="4113801" y="3917448"/>
                </a:lnTo>
                <a:cubicBezTo>
                  <a:pt x="4109528" y="3917448"/>
                  <a:pt x="4106064" y="3913984"/>
                  <a:pt x="4106064" y="3909711"/>
                </a:cubicBezTo>
                <a:lnTo>
                  <a:pt x="4106064" y="3816875"/>
                </a:lnTo>
                <a:cubicBezTo>
                  <a:pt x="4106064" y="3812602"/>
                  <a:pt x="4109528" y="3809138"/>
                  <a:pt x="4113801" y="3809138"/>
                </a:cubicBezTo>
                <a:close/>
                <a:moveTo>
                  <a:pt x="4035665" y="3809138"/>
                </a:moveTo>
                <a:cubicBezTo>
                  <a:pt x="4065574" y="3809138"/>
                  <a:pt x="4089820" y="3833384"/>
                  <a:pt x="4089820" y="3863293"/>
                </a:cubicBezTo>
                <a:cubicBezTo>
                  <a:pt x="4089820" y="3893202"/>
                  <a:pt x="4065574" y="3917448"/>
                  <a:pt x="4035665" y="3917448"/>
                </a:cubicBezTo>
                <a:cubicBezTo>
                  <a:pt x="4005756" y="3917448"/>
                  <a:pt x="3981510" y="3893202"/>
                  <a:pt x="3981510" y="3863293"/>
                </a:cubicBezTo>
                <a:cubicBezTo>
                  <a:pt x="3981510" y="3833384"/>
                  <a:pt x="4005756" y="3809138"/>
                  <a:pt x="4035665" y="3809138"/>
                </a:cubicBezTo>
                <a:close/>
                <a:moveTo>
                  <a:pt x="3957529" y="3809138"/>
                </a:moveTo>
                <a:cubicBezTo>
                  <a:pt x="3961802" y="3809138"/>
                  <a:pt x="3965266" y="3812602"/>
                  <a:pt x="3965266" y="3816875"/>
                </a:cubicBezTo>
                <a:lnTo>
                  <a:pt x="3965266" y="3909711"/>
                </a:lnTo>
                <a:cubicBezTo>
                  <a:pt x="3965266" y="3913984"/>
                  <a:pt x="3961802" y="3917448"/>
                  <a:pt x="3957529" y="3917448"/>
                </a:cubicBezTo>
                <a:lnTo>
                  <a:pt x="3949793" y="3909712"/>
                </a:lnTo>
                <a:cubicBezTo>
                  <a:pt x="3949793" y="3878766"/>
                  <a:pt x="3949792" y="3847821"/>
                  <a:pt x="3949792" y="3816875"/>
                </a:cubicBezTo>
                <a:cubicBezTo>
                  <a:pt x="3949792" y="3812602"/>
                  <a:pt x="3953256" y="3809138"/>
                  <a:pt x="3957529" y="3809138"/>
                </a:cubicBezTo>
                <a:close/>
                <a:moveTo>
                  <a:pt x="3879394" y="3809138"/>
                </a:moveTo>
                <a:cubicBezTo>
                  <a:pt x="3909303" y="3809138"/>
                  <a:pt x="3933549" y="3833384"/>
                  <a:pt x="3933549" y="3863293"/>
                </a:cubicBezTo>
                <a:cubicBezTo>
                  <a:pt x="3933549" y="3893202"/>
                  <a:pt x="3909303" y="3917448"/>
                  <a:pt x="3879394" y="3917448"/>
                </a:cubicBezTo>
                <a:cubicBezTo>
                  <a:pt x="3849485" y="3917448"/>
                  <a:pt x="3825239" y="3893202"/>
                  <a:pt x="3825239" y="3863293"/>
                </a:cubicBezTo>
                <a:cubicBezTo>
                  <a:pt x="3825239" y="3833384"/>
                  <a:pt x="3849485" y="3809138"/>
                  <a:pt x="3879394" y="3809138"/>
                </a:cubicBezTo>
                <a:close/>
                <a:moveTo>
                  <a:pt x="3754840" y="3809138"/>
                </a:moveTo>
                <a:cubicBezTo>
                  <a:pt x="3784749" y="3809138"/>
                  <a:pt x="3808995" y="3833384"/>
                  <a:pt x="3808995" y="3863293"/>
                </a:cubicBezTo>
                <a:cubicBezTo>
                  <a:pt x="3808995" y="3893202"/>
                  <a:pt x="3784749" y="3917448"/>
                  <a:pt x="3754840" y="3917448"/>
                </a:cubicBezTo>
                <a:cubicBezTo>
                  <a:pt x="3724931" y="3917448"/>
                  <a:pt x="3700685" y="3893202"/>
                  <a:pt x="3700685" y="3863293"/>
                </a:cubicBezTo>
                <a:cubicBezTo>
                  <a:pt x="3700685" y="3833384"/>
                  <a:pt x="3724931" y="3809138"/>
                  <a:pt x="3754840" y="3809138"/>
                </a:cubicBezTo>
                <a:close/>
                <a:moveTo>
                  <a:pt x="3676705" y="3809138"/>
                </a:moveTo>
                <a:cubicBezTo>
                  <a:pt x="3680978" y="3809138"/>
                  <a:pt x="3684442" y="3812602"/>
                  <a:pt x="3684442" y="3816875"/>
                </a:cubicBezTo>
                <a:lnTo>
                  <a:pt x="3684442" y="3909711"/>
                </a:lnTo>
                <a:cubicBezTo>
                  <a:pt x="3684442" y="3913984"/>
                  <a:pt x="3680978" y="3917448"/>
                  <a:pt x="3676705" y="3917448"/>
                </a:cubicBezTo>
                <a:lnTo>
                  <a:pt x="3668969" y="3909712"/>
                </a:lnTo>
                <a:cubicBezTo>
                  <a:pt x="3668969" y="3878766"/>
                  <a:pt x="3668968" y="3847821"/>
                  <a:pt x="3668968" y="3816875"/>
                </a:cubicBezTo>
                <a:cubicBezTo>
                  <a:pt x="3668968" y="3812602"/>
                  <a:pt x="3672432" y="3809138"/>
                  <a:pt x="3676705" y="3809138"/>
                </a:cubicBezTo>
                <a:close/>
                <a:moveTo>
                  <a:pt x="3598570" y="3809138"/>
                </a:moveTo>
                <a:cubicBezTo>
                  <a:pt x="3628479" y="3809138"/>
                  <a:pt x="3652725" y="3833384"/>
                  <a:pt x="3652725" y="3863293"/>
                </a:cubicBezTo>
                <a:cubicBezTo>
                  <a:pt x="3652725" y="3893202"/>
                  <a:pt x="3628479" y="3917448"/>
                  <a:pt x="3598570" y="3917448"/>
                </a:cubicBezTo>
                <a:cubicBezTo>
                  <a:pt x="3568661" y="3917448"/>
                  <a:pt x="3544415" y="3893202"/>
                  <a:pt x="3544415" y="3863293"/>
                </a:cubicBezTo>
                <a:cubicBezTo>
                  <a:pt x="3544415" y="3833384"/>
                  <a:pt x="3568661" y="3809138"/>
                  <a:pt x="3598570" y="3809138"/>
                </a:cubicBezTo>
                <a:close/>
                <a:moveTo>
                  <a:pt x="3474016" y="3809138"/>
                </a:moveTo>
                <a:cubicBezTo>
                  <a:pt x="3503925" y="3809138"/>
                  <a:pt x="3528171" y="3833384"/>
                  <a:pt x="3528171" y="3863293"/>
                </a:cubicBezTo>
                <a:cubicBezTo>
                  <a:pt x="3528171" y="3893202"/>
                  <a:pt x="3503925" y="3917448"/>
                  <a:pt x="3474016" y="3917448"/>
                </a:cubicBezTo>
                <a:cubicBezTo>
                  <a:pt x="3444107" y="3917448"/>
                  <a:pt x="3419861" y="3893202"/>
                  <a:pt x="3419861" y="3863293"/>
                </a:cubicBezTo>
                <a:cubicBezTo>
                  <a:pt x="3419861" y="3833384"/>
                  <a:pt x="3444107" y="3809138"/>
                  <a:pt x="3474016" y="3809138"/>
                </a:cubicBezTo>
                <a:close/>
                <a:moveTo>
                  <a:pt x="3395882" y="3809138"/>
                </a:moveTo>
                <a:cubicBezTo>
                  <a:pt x="3400155" y="3809138"/>
                  <a:pt x="3403619" y="3812602"/>
                  <a:pt x="3403619" y="3816875"/>
                </a:cubicBezTo>
                <a:cubicBezTo>
                  <a:pt x="3403619" y="3847821"/>
                  <a:pt x="3403618" y="3878766"/>
                  <a:pt x="3403618" y="3909712"/>
                </a:cubicBezTo>
                <a:lnTo>
                  <a:pt x="3395882" y="3917448"/>
                </a:lnTo>
                <a:cubicBezTo>
                  <a:pt x="3391609" y="3917448"/>
                  <a:pt x="3388145" y="3913984"/>
                  <a:pt x="3388145" y="3909711"/>
                </a:cubicBezTo>
                <a:lnTo>
                  <a:pt x="3388145" y="3816875"/>
                </a:lnTo>
                <a:cubicBezTo>
                  <a:pt x="3388145" y="3812602"/>
                  <a:pt x="3391609" y="3809138"/>
                  <a:pt x="3395882" y="3809138"/>
                </a:cubicBezTo>
                <a:close/>
                <a:moveTo>
                  <a:pt x="3317746" y="3809138"/>
                </a:moveTo>
                <a:cubicBezTo>
                  <a:pt x="3347655" y="3809138"/>
                  <a:pt x="3371901" y="3833384"/>
                  <a:pt x="3371901" y="3863293"/>
                </a:cubicBezTo>
                <a:cubicBezTo>
                  <a:pt x="3371901" y="3893202"/>
                  <a:pt x="3347655" y="3917448"/>
                  <a:pt x="3317746" y="3917448"/>
                </a:cubicBezTo>
                <a:cubicBezTo>
                  <a:pt x="3287837" y="3917448"/>
                  <a:pt x="3263591" y="3893202"/>
                  <a:pt x="3263591" y="3863293"/>
                </a:cubicBezTo>
                <a:cubicBezTo>
                  <a:pt x="3263591" y="3833384"/>
                  <a:pt x="3287837" y="3809138"/>
                  <a:pt x="3317746" y="3809138"/>
                </a:cubicBezTo>
                <a:close/>
                <a:moveTo>
                  <a:pt x="3193192" y="3809138"/>
                </a:moveTo>
                <a:cubicBezTo>
                  <a:pt x="3223101" y="3809138"/>
                  <a:pt x="3247347" y="3833384"/>
                  <a:pt x="3247347" y="3863293"/>
                </a:cubicBezTo>
                <a:cubicBezTo>
                  <a:pt x="3247347" y="3893202"/>
                  <a:pt x="3223101" y="3917448"/>
                  <a:pt x="3193192" y="3917448"/>
                </a:cubicBezTo>
                <a:cubicBezTo>
                  <a:pt x="3163283" y="3917448"/>
                  <a:pt x="3139037" y="3893202"/>
                  <a:pt x="3139037" y="3863293"/>
                </a:cubicBezTo>
                <a:cubicBezTo>
                  <a:pt x="3139037" y="3833384"/>
                  <a:pt x="3163283" y="3809138"/>
                  <a:pt x="3193192" y="3809138"/>
                </a:cubicBezTo>
                <a:close/>
                <a:moveTo>
                  <a:pt x="3115057" y="3809138"/>
                </a:moveTo>
                <a:cubicBezTo>
                  <a:pt x="3119330" y="3809138"/>
                  <a:pt x="3122794" y="3812602"/>
                  <a:pt x="3122794" y="3816875"/>
                </a:cubicBezTo>
                <a:cubicBezTo>
                  <a:pt x="3122794" y="3847821"/>
                  <a:pt x="3122793" y="3878766"/>
                  <a:pt x="3122793" y="3909712"/>
                </a:cubicBezTo>
                <a:lnTo>
                  <a:pt x="3115057" y="3917448"/>
                </a:lnTo>
                <a:cubicBezTo>
                  <a:pt x="3110784" y="3917448"/>
                  <a:pt x="3107320" y="3913984"/>
                  <a:pt x="3107320" y="3909711"/>
                </a:cubicBezTo>
                <a:lnTo>
                  <a:pt x="3107320" y="3816875"/>
                </a:lnTo>
                <a:cubicBezTo>
                  <a:pt x="3107320" y="3812602"/>
                  <a:pt x="3110784" y="3809138"/>
                  <a:pt x="3115057" y="3809138"/>
                </a:cubicBezTo>
                <a:close/>
                <a:moveTo>
                  <a:pt x="3036921" y="3809138"/>
                </a:moveTo>
                <a:cubicBezTo>
                  <a:pt x="3066830" y="3809138"/>
                  <a:pt x="3091076" y="3833384"/>
                  <a:pt x="3091076" y="3863293"/>
                </a:cubicBezTo>
                <a:cubicBezTo>
                  <a:pt x="3091076" y="3893202"/>
                  <a:pt x="3066830" y="3917448"/>
                  <a:pt x="3036921" y="3917448"/>
                </a:cubicBezTo>
                <a:cubicBezTo>
                  <a:pt x="3007012" y="3917448"/>
                  <a:pt x="2982766" y="3893202"/>
                  <a:pt x="2982766" y="3863293"/>
                </a:cubicBezTo>
                <a:cubicBezTo>
                  <a:pt x="2982766" y="3833384"/>
                  <a:pt x="3007012" y="3809138"/>
                  <a:pt x="3036921" y="3809138"/>
                </a:cubicBezTo>
                <a:close/>
                <a:moveTo>
                  <a:pt x="2958786" y="3809138"/>
                </a:moveTo>
                <a:cubicBezTo>
                  <a:pt x="2963059" y="3809138"/>
                  <a:pt x="2966523" y="3812602"/>
                  <a:pt x="2966523" y="3816875"/>
                </a:cubicBezTo>
                <a:lnTo>
                  <a:pt x="2966523" y="3909711"/>
                </a:lnTo>
                <a:cubicBezTo>
                  <a:pt x="2966523" y="3913984"/>
                  <a:pt x="2963059" y="3917448"/>
                  <a:pt x="2958786" y="3917448"/>
                </a:cubicBezTo>
                <a:lnTo>
                  <a:pt x="2951050" y="3909712"/>
                </a:lnTo>
                <a:cubicBezTo>
                  <a:pt x="2951050" y="3878766"/>
                  <a:pt x="2951049" y="3847821"/>
                  <a:pt x="2951049" y="3816875"/>
                </a:cubicBezTo>
                <a:cubicBezTo>
                  <a:pt x="2951049" y="3812602"/>
                  <a:pt x="2954513" y="3809138"/>
                  <a:pt x="2958786" y="3809138"/>
                </a:cubicBezTo>
                <a:close/>
                <a:moveTo>
                  <a:pt x="2880651" y="3809138"/>
                </a:moveTo>
                <a:cubicBezTo>
                  <a:pt x="2910560" y="3809138"/>
                  <a:pt x="2934806" y="3833384"/>
                  <a:pt x="2934806" y="3863293"/>
                </a:cubicBezTo>
                <a:cubicBezTo>
                  <a:pt x="2934806" y="3893202"/>
                  <a:pt x="2910560" y="3917448"/>
                  <a:pt x="2880651" y="3917448"/>
                </a:cubicBezTo>
                <a:cubicBezTo>
                  <a:pt x="2850742" y="3917448"/>
                  <a:pt x="2826496" y="3893202"/>
                  <a:pt x="2826496" y="3863293"/>
                </a:cubicBezTo>
                <a:cubicBezTo>
                  <a:pt x="2826496" y="3833384"/>
                  <a:pt x="2850742" y="3809138"/>
                  <a:pt x="2880651" y="3809138"/>
                </a:cubicBezTo>
                <a:close/>
                <a:moveTo>
                  <a:pt x="2802515" y="3809138"/>
                </a:moveTo>
                <a:cubicBezTo>
                  <a:pt x="2806788" y="3809138"/>
                  <a:pt x="2810252" y="3812602"/>
                  <a:pt x="2810252" y="3816875"/>
                </a:cubicBezTo>
                <a:lnTo>
                  <a:pt x="2810252" y="3909711"/>
                </a:lnTo>
                <a:cubicBezTo>
                  <a:pt x="2810252" y="3913984"/>
                  <a:pt x="2806788" y="3917448"/>
                  <a:pt x="2802515" y="3917448"/>
                </a:cubicBezTo>
                <a:lnTo>
                  <a:pt x="2794779" y="3909712"/>
                </a:lnTo>
                <a:cubicBezTo>
                  <a:pt x="2794779" y="3878766"/>
                  <a:pt x="2794778" y="3847821"/>
                  <a:pt x="2794778" y="3816875"/>
                </a:cubicBezTo>
                <a:cubicBezTo>
                  <a:pt x="2794778" y="3812602"/>
                  <a:pt x="2798242" y="3809138"/>
                  <a:pt x="2802515" y="3809138"/>
                </a:cubicBezTo>
                <a:close/>
                <a:moveTo>
                  <a:pt x="2770799" y="3809138"/>
                </a:moveTo>
                <a:cubicBezTo>
                  <a:pt x="2775072" y="3809138"/>
                  <a:pt x="2778536" y="3812602"/>
                  <a:pt x="2778536" y="3816875"/>
                </a:cubicBezTo>
                <a:lnTo>
                  <a:pt x="2778536" y="3909711"/>
                </a:lnTo>
                <a:cubicBezTo>
                  <a:pt x="2778536" y="3913984"/>
                  <a:pt x="2775072" y="3917448"/>
                  <a:pt x="2770799" y="3917448"/>
                </a:cubicBezTo>
                <a:lnTo>
                  <a:pt x="2763063" y="3909712"/>
                </a:lnTo>
                <a:cubicBezTo>
                  <a:pt x="2763063" y="3878766"/>
                  <a:pt x="2763062" y="3847821"/>
                  <a:pt x="2763062" y="3816875"/>
                </a:cubicBezTo>
                <a:cubicBezTo>
                  <a:pt x="2763062" y="3812602"/>
                  <a:pt x="2766526" y="3809138"/>
                  <a:pt x="2770799" y="3809138"/>
                </a:cubicBezTo>
                <a:close/>
                <a:moveTo>
                  <a:pt x="2692664" y="3809138"/>
                </a:moveTo>
                <a:cubicBezTo>
                  <a:pt x="2722573" y="3809138"/>
                  <a:pt x="2746819" y="3833384"/>
                  <a:pt x="2746819" y="3863293"/>
                </a:cubicBezTo>
                <a:cubicBezTo>
                  <a:pt x="2746819" y="3893202"/>
                  <a:pt x="2722573" y="3917448"/>
                  <a:pt x="2692664" y="3917448"/>
                </a:cubicBezTo>
                <a:cubicBezTo>
                  <a:pt x="2662755" y="3917448"/>
                  <a:pt x="2638509" y="3893202"/>
                  <a:pt x="2638509" y="3863293"/>
                </a:cubicBezTo>
                <a:cubicBezTo>
                  <a:pt x="2638509" y="3833384"/>
                  <a:pt x="2662755" y="3809138"/>
                  <a:pt x="2692664" y="3809138"/>
                </a:cubicBezTo>
                <a:close/>
                <a:moveTo>
                  <a:pt x="2614528" y="3809138"/>
                </a:moveTo>
                <a:cubicBezTo>
                  <a:pt x="2618801" y="3809138"/>
                  <a:pt x="2622265" y="3812602"/>
                  <a:pt x="2622265" y="3816875"/>
                </a:cubicBezTo>
                <a:lnTo>
                  <a:pt x="2622265" y="3909711"/>
                </a:lnTo>
                <a:cubicBezTo>
                  <a:pt x="2622265" y="3913984"/>
                  <a:pt x="2618801" y="3917448"/>
                  <a:pt x="2614528" y="3917448"/>
                </a:cubicBezTo>
                <a:lnTo>
                  <a:pt x="2606792" y="3909712"/>
                </a:lnTo>
                <a:cubicBezTo>
                  <a:pt x="2606792" y="3878766"/>
                  <a:pt x="2606791" y="3847821"/>
                  <a:pt x="2606791" y="3816875"/>
                </a:cubicBezTo>
                <a:cubicBezTo>
                  <a:pt x="2606791" y="3812602"/>
                  <a:pt x="2610255" y="3809138"/>
                  <a:pt x="2614528" y="3809138"/>
                </a:cubicBezTo>
                <a:close/>
                <a:moveTo>
                  <a:pt x="2582812" y="3809138"/>
                </a:moveTo>
                <a:cubicBezTo>
                  <a:pt x="2587085" y="3809138"/>
                  <a:pt x="2590549" y="3812602"/>
                  <a:pt x="2590549" y="3816875"/>
                </a:cubicBezTo>
                <a:lnTo>
                  <a:pt x="2590549" y="3909711"/>
                </a:lnTo>
                <a:cubicBezTo>
                  <a:pt x="2590549" y="3913984"/>
                  <a:pt x="2587085" y="3917448"/>
                  <a:pt x="2582812" y="3917448"/>
                </a:cubicBezTo>
                <a:lnTo>
                  <a:pt x="2575076" y="3909712"/>
                </a:lnTo>
                <a:cubicBezTo>
                  <a:pt x="2575076" y="3878766"/>
                  <a:pt x="2575075" y="3847821"/>
                  <a:pt x="2575075" y="3816875"/>
                </a:cubicBezTo>
                <a:cubicBezTo>
                  <a:pt x="2575075" y="3812602"/>
                  <a:pt x="2578539" y="3809138"/>
                  <a:pt x="2582812" y="3809138"/>
                </a:cubicBezTo>
                <a:close/>
                <a:moveTo>
                  <a:pt x="2504677" y="3809138"/>
                </a:moveTo>
                <a:cubicBezTo>
                  <a:pt x="2534586" y="3809138"/>
                  <a:pt x="2558832" y="3833384"/>
                  <a:pt x="2558832" y="3863293"/>
                </a:cubicBezTo>
                <a:cubicBezTo>
                  <a:pt x="2558832" y="3893202"/>
                  <a:pt x="2534586" y="3917448"/>
                  <a:pt x="2504677" y="3917448"/>
                </a:cubicBezTo>
                <a:cubicBezTo>
                  <a:pt x="2474768" y="3917448"/>
                  <a:pt x="2450522" y="3893202"/>
                  <a:pt x="2450522" y="3863293"/>
                </a:cubicBezTo>
                <a:cubicBezTo>
                  <a:pt x="2450522" y="3833384"/>
                  <a:pt x="2474768" y="3809138"/>
                  <a:pt x="2504677" y="3809138"/>
                </a:cubicBezTo>
                <a:close/>
                <a:moveTo>
                  <a:pt x="2380123" y="3809138"/>
                </a:moveTo>
                <a:cubicBezTo>
                  <a:pt x="2410032" y="3809138"/>
                  <a:pt x="2434278" y="3833384"/>
                  <a:pt x="2434278" y="3863293"/>
                </a:cubicBezTo>
                <a:cubicBezTo>
                  <a:pt x="2434278" y="3893202"/>
                  <a:pt x="2410032" y="3917448"/>
                  <a:pt x="2380123" y="3917448"/>
                </a:cubicBezTo>
                <a:cubicBezTo>
                  <a:pt x="2350214" y="3917448"/>
                  <a:pt x="2325968" y="3893202"/>
                  <a:pt x="2325968" y="3863293"/>
                </a:cubicBezTo>
                <a:cubicBezTo>
                  <a:pt x="2325968" y="3833384"/>
                  <a:pt x="2350214" y="3809138"/>
                  <a:pt x="2380123" y="3809138"/>
                </a:cubicBezTo>
                <a:close/>
                <a:moveTo>
                  <a:pt x="2255569" y="3809138"/>
                </a:moveTo>
                <a:cubicBezTo>
                  <a:pt x="2285478" y="3809138"/>
                  <a:pt x="2309724" y="3833384"/>
                  <a:pt x="2309724" y="3863293"/>
                </a:cubicBezTo>
                <a:cubicBezTo>
                  <a:pt x="2309724" y="3893202"/>
                  <a:pt x="2285478" y="3917448"/>
                  <a:pt x="2255569" y="3917448"/>
                </a:cubicBezTo>
                <a:cubicBezTo>
                  <a:pt x="2225660" y="3917448"/>
                  <a:pt x="2201414" y="3893202"/>
                  <a:pt x="2201414" y="3863293"/>
                </a:cubicBezTo>
                <a:cubicBezTo>
                  <a:pt x="2201414" y="3833384"/>
                  <a:pt x="2225660" y="3809138"/>
                  <a:pt x="2255569" y="3809138"/>
                </a:cubicBezTo>
                <a:close/>
                <a:moveTo>
                  <a:pt x="2131015" y="3809138"/>
                </a:moveTo>
                <a:cubicBezTo>
                  <a:pt x="2160924" y="3809138"/>
                  <a:pt x="2185170" y="3833384"/>
                  <a:pt x="2185170" y="3863293"/>
                </a:cubicBezTo>
                <a:cubicBezTo>
                  <a:pt x="2185170" y="3893202"/>
                  <a:pt x="2160924" y="3917448"/>
                  <a:pt x="2131015" y="3917448"/>
                </a:cubicBezTo>
                <a:cubicBezTo>
                  <a:pt x="2101106" y="3917448"/>
                  <a:pt x="2076860" y="3893202"/>
                  <a:pt x="2076860" y="3863293"/>
                </a:cubicBezTo>
                <a:cubicBezTo>
                  <a:pt x="2076860" y="3833384"/>
                  <a:pt x="2101106" y="3809138"/>
                  <a:pt x="2131015" y="3809138"/>
                </a:cubicBezTo>
                <a:close/>
                <a:moveTo>
                  <a:pt x="2052881" y="3809138"/>
                </a:moveTo>
                <a:cubicBezTo>
                  <a:pt x="2057154" y="3809138"/>
                  <a:pt x="2060618" y="3812602"/>
                  <a:pt x="2060618" y="3816875"/>
                </a:cubicBezTo>
                <a:cubicBezTo>
                  <a:pt x="2060618" y="3847821"/>
                  <a:pt x="2060617" y="3878766"/>
                  <a:pt x="2060617" y="3909712"/>
                </a:cubicBezTo>
                <a:lnTo>
                  <a:pt x="2052881" y="3917448"/>
                </a:lnTo>
                <a:cubicBezTo>
                  <a:pt x="2048608" y="3917448"/>
                  <a:pt x="2045144" y="3913984"/>
                  <a:pt x="2045144" y="3909711"/>
                </a:cubicBezTo>
                <a:lnTo>
                  <a:pt x="2045144" y="3816875"/>
                </a:lnTo>
                <a:cubicBezTo>
                  <a:pt x="2045144" y="3812602"/>
                  <a:pt x="2048608" y="3809138"/>
                  <a:pt x="2052881" y="3809138"/>
                </a:cubicBezTo>
                <a:close/>
                <a:moveTo>
                  <a:pt x="2021164" y="3809138"/>
                </a:moveTo>
                <a:cubicBezTo>
                  <a:pt x="2025437" y="3809138"/>
                  <a:pt x="2028901" y="3812602"/>
                  <a:pt x="2028901" y="3816875"/>
                </a:cubicBezTo>
                <a:cubicBezTo>
                  <a:pt x="2028901" y="3847821"/>
                  <a:pt x="2028900" y="3878766"/>
                  <a:pt x="2028900" y="3909712"/>
                </a:cubicBezTo>
                <a:lnTo>
                  <a:pt x="2021164" y="3917448"/>
                </a:lnTo>
                <a:cubicBezTo>
                  <a:pt x="2016891" y="3917448"/>
                  <a:pt x="2013427" y="3913984"/>
                  <a:pt x="2013427" y="3909711"/>
                </a:cubicBezTo>
                <a:lnTo>
                  <a:pt x="2013427" y="3816875"/>
                </a:lnTo>
                <a:cubicBezTo>
                  <a:pt x="2013427" y="3812602"/>
                  <a:pt x="2016891" y="3809138"/>
                  <a:pt x="2021164" y="3809138"/>
                </a:cubicBezTo>
                <a:close/>
                <a:moveTo>
                  <a:pt x="1943028" y="3809138"/>
                </a:moveTo>
                <a:cubicBezTo>
                  <a:pt x="1972937" y="3809138"/>
                  <a:pt x="1997183" y="3833384"/>
                  <a:pt x="1997183" y="3863293"/>
                </a:cubicBezTo>
                <a:cubicBezTo>
                  <a:pt x="1997183" y="3893202"/>
                  <a:pt x="1972937" y="3917448"/>
                  <a:pt x="1943028" y="3917448"/>
                </a:cubicBezTo>
                <a:cubicBezTo>
                  <a:pt x="1913119" y="3917448"/>
                  <a:pt x="1888873" y="3893202"/>
                  <a:pt x="1888873" y="3863293"/>
                </a:cubicBezTo>
                <a:cubicBezTo>
                  <a:pt x="1888873" y="3833384"/>
                  <a:pt x="1913119" y="3809138"/>
                  <a:pt x="1943028" y="3809138"/>
                </a:cubicBezTo>
                <a:close/>
                <a:moveTo>
                  <a:pt x="1864894" y="3809138"/>
                </a:moveTo>
                <a:cubicBezTo>
                  <a:pt x="1869167" y="3809138"/>
                  <a:pt x="1872631" y="3812602"/>
                  <a:pt x="1872631" y="3816875"/>
                </a:cubicBezTo>
                <a:cubicBezTo>
                  <a:pt x="1872631" y="3847821"/>
                  <a:pt x="1872630" y="3878766"/>
                  <a:pt x="1872630" y="3909712"/>
                </a:cubicBezTo>
                <a:lnTo>
                  <a:pt x="1864894" y="3917448"/>
                </a:lnTo>
                <a:cubicBezTo>
                  <a:pt x="1860621" y="3917448"/>
                  <a:pt x="1857157" y="3913984"/>
                  <a:pt x="1857157" y="3909711"/>
                </a:cubicBezTo>
                <a:lnTo>
                  <a:pt x="1857157" y="3816875"/>
                </a:lnTo>
                <a:cubicBezTo>
                  <a:pt x="1857157" y="3812602"/>
                  <a:pt x="1860621" y="3809138"/>
                  <a:pt x="1864894" y="3809138"/>
                </a:cubicBezTo>
                <a:close/>
                <a:moveTo>
                  <a:pt x="1833177" y="3809138"/>
                </a:moveTo>
                <a:cubicBezTo>
                  <a:pt x="1837450" y="3809138"/>
                  <a:pt x="1840914" y="3812602"/>
                  <a:pt x="1840914" y="3816875"/>
                </a:cubicBezTo>
                <a:cubicBezTo>
                  <a:pt x="1840914" y="3847821"/>
                  <a:pt x="1840913" y="3878766"/>
                  <a:pt x="1840913" y="3909712"/>
                </a:cubicBezTo>
                <a:lnTo>
                  <a:pt x="1833177" y="3917448"/>
                </a:lnTo>
                <a:cubicBezTo>
                  <a:pt x="1828904" y="3917448"/>
                  <a:pt x="1825440" y="3913984"/>
                  <a:pt x="1825440" y="3909711"/>
                </a:cubicBezTo>
                <a:lnTo>
                  <a:pt x="1825440" y="3816875"/>
                </a:lnTo>
                <a:cubicBezTo>
                  <a:pt x="1825440" y="3812602"/>
                  <a:pt x="1828904" y="3809138"/>
                  <a:pt x="1833177" y="3809138"/>
                </a:cubicBezTo>
                <a:close/>
                <a:moveTo>
                  <a:pt x="1755041" y="3809138"/>
                </a:moveTo>
                <a:cubicBezTo>
                  <a:pt x="1784950" y="3809138"/>
                  <a:pt x="1809196" y="3833384"/>
                  <a:pt x="1809196" y="3863293"/>
                </a:cubicBezTo>
                <a:cubicBezTo>
                  <a:pt x="1809196" y="3893202"/>
                  <a:pt x="1784950" y="3917448"/>
                  <a:pt x="1755041" y="3917448"/>
                </a:cubicBezTo>
                <a:cubicBezTo>
                  <a:pt x="1725132" y="3917448"/>
                  <a:pt x="1700886" y="3893202"/>
                  <a:pt x="1700886" y="3863293"/>
                </a:cubicBezTo>
                <a:cubicBezTo>
                  <a:pt x="1700886" y="3833384"/>
                  <a:pt x="1725132" y="3809138"/>
                  <a:pt x="1755041" y="3809138"/>
                </a:cubicBezTo>
                <a:close/>
                <a:moveTo>
                  <a:pt x="1676907" y="3809138"/>
                </a:moveTo>
                <a:cubicBezTo>
                  <a:pt x="1681180" y="3809138"/>
                  <a:pt x="1684644" y="3812602"/>
                  <a:pt x="1684644" y="3816875"/>
                </a:cubicBezTo>
                <a:cubicBezTo>
                  <a:pt x="1684644" y="3847821"/>
                  <a:pt x="1684643" y="3878766"/>
                  <a:pt x="1684643" y="3909712"/>
                </a:cubicBezTo>
                <a:lnTo>
                  <a:pt x="1676907" y="3917448"/>
                </a:lnTo>
                <a:cubicBezTo>
                  <a:pt x="1672634" y="3917448"/>
                  <a:pt x="1669170" y="3913984"/>
                  <a:pt x="1669170" y="3909711"/>
                </a:cubicBezTo>
                <a:lnTo>
                  <a:pt x="1669170" y="3816875"/>
                </a:lnTo>
                <a:cubicBezTo>
                  <a:pt x="1669170" y="3812602"/>
                  <a:pt x="1672634" y="3809138"/>
                  <a:pt x="1676907" y="3809138"/>
                </a:cubicBezTo>
                <a:close/>
                <a:moveTo>
                  <a:pt x="1598771" y="3809138"/>
                </a:moveTo>
                <a:cubicBezTo>
                  <a:pt x="1628680" y="3809138"/>
                  <a:pt x="1652926" y="3833384"/>
                  <a:pt x="1652926" y="3863293"/>
                </a:cubicBezTo>
                <a:cubicBezTo>
                  <a:pt x="1652926" y="3893202"/>
                  <a:pt x="1628680" y="3917448"/>
                  <a:pt x="1598771" y="3917448"/>
                </a:cubicBezTo>
                <a:cubicBezTo>
                  <a:pt x="1568862" y="3917448"/>
                  <a:pt x="1544616" y="3893202"/>
                  <a:pt x="1544616" y="3863293"/>
                </a:cubicBezTo>
                <a:cubicBezTo>
                  <a:pt x="1544616" y="3833384"/>
                  <a:pt x="1568862" y="3809138"/>
                  <a:pt x="1598771" y="3809138"/>
                </a:cubicBezTo>
                <a:close/>
                <a:moveTo>
                  <a:pt x="1520635" y="3809138"/>
                </a:moveTo>
                <a:cubicBezTo>
                  <a:pt x="1524908" y="3809138"/>
                  <a:pt x="1528372" y="3812602"/>
                  <a:pt x="1528372" y="3816875"/>
                </a:cubicBezTo>
                <a:lnTo>
                  <a:pt x="1528372" y="3909711"/>
                </a:lnTo>
                <a:cubicBezTo>
                  <a:pt x="1528372" y="3913984"/>
                  <a:pt x="1524908" y="3917448"/>
                  <a:pt x="1520635" y="3917448"/>
                </a:cubicBezTo>
                <a:lnTo>
                  <a:pt x="1512899" y="3909712"/>
                </a:lnTo>
                <a:cubicBezTo>
                  <a:pt x="1512899" y="3878766"/>
                  <a:pt x="1512898" y="3847821"/>
                  <a:pt x="1512898" y="3816875"/>
                </a:cubicBezTo>
                <a:cubicBezTo>
                  <a:pt x="1512898" y="3812602"/>
                  <a:pt x="1516362" y="3809138"/>
                  <a:pt x="1520635" y="3809138"/>
                </a:cubicBezTo>
                <a:close/>
                <a:moveTo>
                  <a:pt x="1442500" y="3809138"/>
                </a:moveTo>
                <a:cubicBezTo>
                  <a:pt x="1472409" y="3809138"/>
                  <a:pt x="1496655" y="3833384"/>
                  <a:pt x="1496655" y="3863293"/>
                </a:cubicBezTo>
                <a:cubicBezTo>
                  <a:pt x="1496655" y="3893202"/>
                  <a:pt x="1472409" y="3917448"/>
                  <a:pt x="1442500" y="3917448"/>
                </a:cubicBezTo>
                <a:cubicBezTo>
                  <a:pt x="1412591" y="3917448"/>
                  <a:pt x="1388345" y="3893202"/>
                  <a:pt x="1388345" y="3863293"/>
                </a:cubicBezTo>
                <a:cubicBezTo>
                  <a:pt x="1388345" y="3833384"/>
                  <a:pt x="1412591" y="3809138"/>
                  <a:pt x="1442500" y="3809138"/>
                </a:cubicBezTo>
                <a:close/>
                <a:moveTo>
                  <a:pt x="1317946" y="3809138"/>
                </a:moveTo>
                <a:cubicBezTo>
                  <a:pt x="1347855" y="3809138"/>
                  <a:pt x="1372101" y="3833384"/>
                  <a:pt x="1372101" y="3863293"/>
                </a:cubicBezTo>
                <a:cubicBezTo>
                  <a:pt x="1372101" y="3893202"/>
                  <a:pt x="1347855" y="3917448"/>
                  <a:pt x="1317946" y="3917448"/>
                </a:cubicBezTo>
                <a:cubicBezTo>
                  <a:pt x="1288037" y="3917448"/>
                  <a:pt x="1263791" y="3893202"/>
                  <a:pt x="1263791" y="3863293"/>
                </a:cubicBezTo>
                <a:cubicBezTo>
                  <a:pt x="1263791" y="3833384"/>
                  <a:pt x="1288037" y="3809138"/>
                  <a:pt x="1317946" y="3809138"/>
                </a:cubicBezTo>
                <a:close/>
                <a:moveTo>
                  <a:pt x="1239811" y="3809138"/>
                </a:moveTo>
                <a:cubicBezTo>
                  <a:pt x="1244084" y="3809138"/>
                  <a:pt x="1247548" y="3812602"/>
                  <a:pt x="1247548" y="3816875"/>
                </a:cubicBezTo>
                <a:lnTo>
                  <a:pt x="1247548" y="3909711"/>
                </a:lnTo>
                <a:cubicBezTo>
                  <a:pt x="1247548" y="3913984"/>
                  <a:pt x="1244084" y="3917448"/>
                  <a:pt x="1239811" y="3917448"/>
                </a:cubicBezTo>
                <a:lnTo>
                  <a:pt x="1232075" y="3909712"/>
                </a:lnTo>
                <a:cubicBezTo>
                  <a:pt x="1232075" y="3878766"/>
                  <a:pt x="1232074" y="3847821"/>
                  <a:pt x="1232074" y="3816875"/>
                </a:cubicBezTo>
                <a:cubicBezTo>
                  <a:pt x="1232074" y="3812602"/>
                  <a:pt x="1235538" y="3809138"/>
                  <a:pt x="1239811" y="3809138"/>
                </a:cubicBezTo>
                <a:close/>
                <a:moveTo>
                  <a:pt x="1161676" y="3809138"/>
                </a:moveTo>
                <a:cubicBezTo>
                  <a:pt x="1191585" y="3809138"/>
                  <a:pt x="1215831" y="3833384"/>
                  <a:pt x="1215831" y="3863293"/>
                </a:cubicBezTo>
                <a:cubicBezTo>
                  <a:pt x="1215831" y="3893202"/>
                  <a:pt x="1191585" y="3917448"/>
                  <a:pt x="1161676" y="3917448"/>
                </a:cubicBezTo>
                <a:cubicBezTo>
                  <a:pt x="1131767" y="3917448"/>
                  <a:pt x="1107521" y="3893202"/>
                  <a:pt x="1107521" y="3863293"/>
                </a:cubicBezTo>
                <a:cubicBezTo>
                  <a:pt x="1107521" y="3833384"/>
                  <a:pt x="1131767" y="3809138"/>
                  <a:pt x="1161676" y="3809138"/>
                </a:cubicBezTo>
                <a:close/>
                <a:moveTo>
                  <a:pt x="1037122" y="3809138"/>
                </a:moveTo>
                <a:cubicBezTo>
                  <a:pt x="1067031" y="3809138"/>
                  <a:pt x="1091277" y="3833384"/>
                  <a:pt x="1091277" y="3863293"/>
                </a:cubicBezTo>
                <a:cubicBezTo>
                  <a:pt x="1091277" y="3893202"/>
                  <a:pt x="1067031" y="3917448"/>
                  <a:pt x="1037122" y="3917448"/>
                </a:cubicBezTo>
                <a:cubicBezTo>
                  <a:pt x="1007213" y="3917448"/>
                  <a:pt x="982967" y="3893202"/>
                  <a:pt x="982967" y="3863293"/>
                </a:cubicBezTo>
                <a:cubicBezTo>
                  <a:pt x="982967" y="3833384"/>
                  <a:pt x="1007213" y="3809138"/>
                  <a:pt x="1037122" y="3809138"/>
                </a:cubicBezTo>
                <a:close/>
                <a:moveTo>
                  <a:pt x="912568" y="3809138"/>
                </a:moveTo>
                <a:cubicBezTo>
                  <a:pt x="942477" y="3809138"/>
                  <a:pt x="966723" y="3833384"/>
                  <a:pt x="966723" y="3863293"/>
                </a:cubicBezTo>
                <a:cubicBezTo>
                  <a:pt x="966723" y="3893202"/>
                  <a:pt x="942477" y="3917448"/>
                  <a:pt x="912568" y="3917448"/>
                </a:cubicBezTo>
                <a:cubicBezTo>
                  <a:pt x="882659" y="3917448"/>
                  <a:pt x="858413" y="3893202"/>
                  <a:pt x="858413" y="3863293"/>
                </a:cubicBezTo>
                <a:cubicBezTo>
                  <a:pt x="858414" y="3833384"/>
                  <a:pt x="882659" y="3809138"/>
                  <a:pt x="912568" y="3809138"/>
                </a:cubicBezTo>
                <a:close/>
                <a:moveTo>
                  <a:pt x="834434" y="3809138"/>
                </a:moveTo>
                <a:cubicBezTo>
                  <a:pt x="838707" y="3809138"/>
                  <a:pt x="842171" y="3812602"/>
                  <a:pt x="842171" y="3816875"/>
                </a:cubicBezTo>
                <a:cubicBezTo>
                  <a:pt x="842171" y="3847821"/>
                  <a:pt x="842170" y="3878766"/>
                  <a:pt x="842170" y="3909712"/>
                </a:cubicBezTo>
                <a:lnTo>
                  <a:pt x="834434" y="3917448"/>
                </a:lnTo>
                <a:cubicBezTo>
                  <a:pt x="830161" y="3917448"/>
                  <a:pt x="826697" y="3913984"/>
                  <a:pt x="826697" y="3909711"/>
                </a:cubicBezTo>
                <a:lnTo>
                  <a:pt x="826697" y="3816875"/>
                </a:lnTo>
                <a:cubicBezTo>
                  <a:pt x="826697" y="3812602"/>
                  <a:pt x="830161" y="3809138"/>
                  <a:pt x="834434" y="3809138"/>
                </a:cubicBezTo>
                <a:close/>
                <a:moveTo>
                  <a:pt x="802717" y="3809138"/>
                </a:moveTo>
                <a:cubicBezTo>
                  <a:pt x="806990" y="3809138"/>
                  <a:pt x="810454" y="3812602"/>
                  <a:pt x="810454" y="3816875"/>
                </a:cubicBezTo>
                <a:cubicBezTo>
                  <a:pt x="810454" y="3847821"/>
                  <a:pt x="810453" y="3878766"/>
                  <a:pt x="810453" y="3909712"/>
                </a:cubicBezTo>
                <a:lnTo>
                  <a:pt x="802717" y="3917448"/>
                </a:lnTo>
                <a:cubicBezTo>
                  <a:pt x="798444" y="3917448"/>
                  <a:pt x="794980" y="3913984"/>
                  <a:pt x="794980" y="3909711"/>
                </a:cubicBezTo>
                <a:lnTo>
                  <a:pt x="794980" y="3816875"/>
                </a:lnTo>
                <a:cubicBezTo>
                  <a:pt x="794980" y="3812602"/>
                  <a:pt x="798444" y="3809138"/>
                  <a:pt x="802717" y="3809138"/>
                </a:cubicBezTo>
                <a:close/>
                <a:moveTo>
                  <a:pt x="724581" y="3809138"/>
                </a:moveTo>
                <a:cubicBezTo>
                  <a:pt x="754490" y="3809138"/>
                  <a:pt x="778736" y="3833384"/>
                  <a:pt x="778736" y="3863293"/>
                </a:cubicBezTo>
                <a:cubicBezTo>
                  <a:pt x="778734" y="3893202"/>
                  <a:pt x="754490" y="3917448"/>
                  <a:pt x="724581" y="3917448"/>
                </a:cubicBezTo>
                <a:cubicBezTo>
                  <a:pt x="694672" y="3917448"/>
                  <a:pt x="670426" y="3893202"/>
                  <a:pt x="670426" y="3863293"/>
                </a:cubicBezTo>
                <a:cubicBezTo>
                  <a:pt x="670427" y="3833384"/>
                  <a:pt x="694672" y="3809138"/>
                  <a:pt x="724581" y="3809138"/>
                </a:cubicBezTo>
                <a:close/>
                <a:moveTo>
                  <a:pt x="646447" y="3809138"/>
                </a:moveTo>
                <a:cubicBezTo>
                  <a:pt x="650720" y="3809138"/>
                  <a:pt x="654184" y="3812602"/>
                  <a:pt x="654184" y="3816875"/>
                </a:cubicBezTo>
                <a:cubicBezTo>
                  <a:pt x="654184" y="3847821"/>
                  <a:pt x="654183" y="3878766"/>
                  <a:pt x="654183" y="3909712"/>
                </a:cubicBezTo>
                <a:lnTo>
                  <a:pt x="646447" y="3917448"/>
                </a:lnTo>
                <a:cubicBezTo>
                  <a:pt x="642174" y="3917448"/>
                  <a:pt x="638710" y="3913984"/>
                  <a:pt x="638710" y="3909711"/>
                </a:cubicBezTo>
                <a:lnTo>
                  <a:pt x="638710" y="3816875"/>
                </a:lnTo>
                <a:cubicBezTo>
                  <a:pt x="638710" y="3812602"/>
                  <a:pt x="642174" y="3809138"/>
                  <a:pt x="646447" y="3809138"/>
                </a:cubicBezTo>
                <a:close/>
                <a:moveTo>
                  <a:pt x="614730" y="3809138"/>
                </a:moveTo>
                <a:cubicBezTo>
                  <a:pt x="619003" y="3809138"/>
                  <a:pt x="622467" y="3812602"/>
                  <a:pt x="622467" y="3816875"/>
                </a:cubicBezTo>
                <a:cubicBezTo>
                  <a:pt x="622467" y="3847821"/>
                  <a:pt x="622466" y="3878766"/>
                  <a:pt x="622466" y="3909712"/>
                </a:cubicBezTo>
                <a:lnTo>
                  <a:pt x="614730" y="3917448"/>
                </a:lnTo>
                <a:cubicBezTo>
                  <a:pt x="610457" y="3917448"/>
                  <a:pt x="606993" y="3913984"/>
                  <a:pt x="606993" y="3909711"/>
                </a:cubicBezTo>
                <a:lnTo>
                  <a:pt x="606993" y="3816875"/>
                </a:lnTo>
                <a:cubicBezTo>
                  <a:pt x="606993" y="3812602"/>
                  <a:pt x="610457" y="3809138"/>
                  <a:pt x="614730" y="3809138"/>
                </a:cubicBezTo>
                <a:close/>
                <a:moveTo>
                  <a:pt x="536594" y="3809138"/>
                </a:moveTo>
                <a:cubicBezTo>
                  <a:pt x="566503" y="3809138"/>
                  <a:pt x="590749" y="3833384"/>
                  <a:pt x="590749" y="3863293"/>
                </a:cubicBezTo>
                <a:cubicBezTo>
                  <a:pt x="590747" y="3893202"/>
                  <a:pt x="566503" y="3917448"/>
                  <a:pt x="536594" y="3917448"/>
                </a:cubicBezTo>
                <a:cubicBezTo>
                  <a:pt x="506685" y="3917448"/>
                  <a:pt x="482439" y="3893202"/>
                  <a:pt x="482439" y="3863293"/>
                </a:cubicBezTo>
                <a:cubicBezTo>
                  <a:pt x="482440" y="3833384"/>
                  <a:pt x="506685" y="3809138"/>
                  <a:pt x="536594" y="3809138"/>
                </a:cubicBezTo>
                <a:close/>
                <a:moveTo>
                  <a:pt x="458460" y="3809138"/>
                </a:moveTo>
                <a:cubicBezTo>
                  <a:pt x="462733" y="3809138"/>
                  <a:pt x="466197" y="3812602"/>
                  <a:pt x="466197" y="3816875"/>
                </a:cubicBezTo>
                <a:cubicBezTo>
                  <a:pt x="466197" y="3847821"/>
                  <a:pt x="466196" y="3878766"/>
                  <a:pt x="466196" y="3909712"/>
                </a:cubicBezTo>
                <a:lnTo>
                  <a:pt x="458460" y="3917448"/>
                </a:lnTo>
                <a:cubicBezTo>
                  <a:pt x="454187" y="3917448"/>
                  <a:pt x="450723" y="3913984"/>
                  <a:pt x="450723" y="3909711"/>
                </a:cubicBezTo>
                <a:lnTo>
                  <a:pt x="450723" y="3816875"/>
                </a:lnTo>
                <a:cubicBezTo>
                  <a:pt x="450723" y="3812602"/>
                  <a:pt x="454187" y="3809138"/>
                  <a:pt x="458460" y="3809138"/>
                </a:cubicBezTo>
                <a:close/>
                <a:moveTo>
                  <a:pt x="380324" y="3809138"/>
                </a:moveTo>
                <a:cubicBezTo>
                  <a:pt x="410233" y="3809138"/>
                  <a:pt x="434479" y="3833384"/>
                  <a:pt x="434479" y="3863293"/>
                </a:cubicBezTo>
                <a:cubicBezTo>
                  <a:pt x="434477" y="3893202"/>
                  <a:pt x="410233" y="3917448"/>
                  <a:pt x="380324" y="3917448"/>
                </a:cubicBezTo>
                <a:cubicBezTo>
                  <a:pt x="350415" y="3917448"/>
                  <a:pt x="326169" y="3893202"/>
                  <a:pt x="326169" y="3863293"/>
                </a:cubicBezTo>
                <a:cubicBezTo>
                  <a:pt x="326170" y="3833384"/>
                  <a:pt x="350415" y="3809138"/>
                  <a:pt x="380324" y="3809138"/>
                </a:cubicBezTo>
                <a:close/>
                <a:moveTo>
                  <a:pt x="302188" y="3809138"/>
                </a:moveTo>
                <a:cubicBezTo>
                  <a:pt x="306461" y="3809138"/>
                  <a:pt x="309925" y="3812602"/>
                  <a:pt x="309925" y="3816875"/>
                </a:cubicBezTo>
                <a:lnTo>
                  <a:pt x="309925" y="3909711"/>
                </a:lnTo>
                <a:cubicBezTo>
                  <a:pt x="309925" y="3913984"/>
                  <a:pt x="306461" y="3917448"/>
                  <a:pt x="302188" y="3917448"/>
                </a:cubicBezTo>
                <a:lnTo>
                  <a:pt x="294452" y="3909712"/>
                </a:lnTo>
                <a:cubicBezTo>
                  <a:pt x="294452" y="3878766"/>
                  <a:pt x="294451" y="3847821"/>
                  <a:pt x="294451" y="3816875"/>
                </a:cubicBezTo>
                <a:cubicBezTo>
                  <a:pt x="294451" y="3812602"/>
                  <a:pt x="297915" y="3809138"/>
                  <a:pt x="302188" y="3809138"/>
                </a:cubicBezTo>
                <a:close/>
                <a:moveTo>
                  <a:pt x="224053" y="3809138"/>
                </a:moveTo>
                <a:cubicBezTo>
                  <a:pt x="253962" y="3809138"/>
                  <a:pt x="278208" y="3833384"/>
                  <a:pt x="278208" y="3863293"/>
                </a:cubicBezTo>
                <a:cubicBezTo>
                  <a:pt x="278206" y="3893202"/>
                  <a:pt x="253961" y="3917448"/>
                  <a:pt x="224053" y="3917448"/>
                </a:cubicBezTo>
                <a:cubicBezTo>
                  <a:pt x="194144" y="3917448"/>
                  <a:pt x="169898" y="3893202"/>
                  <a:pt x="169898" y="3863293"/>
                </a:cubicBezTo>
                <a:cubicBezTo>
                  <a:pt x="169899" y="3833384"/>
                  <a:pt x="194144" y="3809138"/>
                  <a:pt x="224053" y="3809138"/>
                </a:cubicBezTo>
                <a:close/>
                <a:moveTo>
                  <a:pt x="99499" y="3809138"/>
                </a:moveTo>
                <a:cubicBezTo>
                  <a:pt x="129408" y="3809138"/>
                  <a:pt x="153654" y="3833384"/>
                  <a:pt x="153654" y="3863293"/>
                </a:cubicBezTo>
                <a:cubicBezTo>
                  <a:pt x="153652" y="3893202"/>
                  <a:pt x="129407" y="3917448"/>
                  <a:pt x="99499" y="3917448"/>
                </a:cubicBezTo>
                <a:cubicBezTo>
                  <a:pt x="69590" y="3917448"/>
                  <a:pt x="45344" y="3893202"/>
                  <a:pt x="45344" y="3863293"/>
                </a:cubicBezTo>
                <a:cubicBezTo>
                  <a:pt x="45345" y="3833384"/>
                  <a:pt x="69590" y="3809138"/>
                  <a:pt x="99499" y="3809138"/>
                </a:cubicBezTo>
                <a:close/>
                <a:moveTo>
                  <a:pt x="21364" y="3809138"/>
                </a:moveTo>
                <a:cubicBezTo>
                  <a:pt x="25637" y="3809138"/>
                  <a:pt x="29101" y="3812602"/>
                  <a:pt x="29101" y="3816875"/>
                </a:cubicBezTo>
                <a:lnTo>
                  <a:pt x="29101" y="3909711"/>
                </a:lnTo>
                <a:cubicBezTo>
                  <a:pt x="29100" y="3913984"/>
                  <a:pt x="25637" y="3917448"/>
                  <a:pt x="21364" y="3917448"/>
                </a:cubicBezTo>
                <a:lnTo>
                  <a:pt x="13628" y="3909712"/>
                </a:lnTo>
                <a:cubicBezTo>
                  <a:pt x="13628" y="3878766"/>
                  <a:pt x="13627" y="3847821"/>
                  <a:pt x="13627" y="3816875"/>
                </a:cubicBezTo>
                <a:cubicBezTo>
                  <a:pt x="13633" y="3812602"/>
                  <a:pt x="17091" y="3809138"/>
                  <a:pt x="21364" y="3809138"/>
                </a:cubicBezTo>
                <a:close/>
                <a:moveTo>
                  <a:pt x="9003959" y="3688088"/>
                </a:moveTo>
                <a:cubicBezTo>
                  <a:pt x="8982501" y="3688088"/>
                  <a:pt x="8965106" y="3705483"/>
                  <a:pt x="8965106" y="3726941"/>
                </a:cubicBezTo>
                <a:cubicBezTo>
                  <a:pt x="8965106" y="3748399"/>
                  <a:pt x="8982501" y="3765794"/>
                  <a:pt x="9003959" y="3765794"/>
                </a:cubicBezTo>
                <a:cubicBezTo>
                  <a:pt x="9025417" y="3765794"/>
                  <a:pt x="9042812" y="3748399"/>
                  <a:pt x="9042812" y="3726941"/>
                </a:cubicBezTo>
                <a:cubicBezTo>
                  <a:pt x="9042812" y="3705483"/>
                  <a:pt x="9025417" y="3688088"/>
                  <a:pt x="9003959" y="3688088"/>
                </a:cubicBezTo>
                <a:close/>
                <a:moveTo>
                  <a:pt x="8875545" y="3688088"/>
                </a:moveTo>
                <a:cubicBezTo>
                  <a:pt x="8854087" y="3688088"/>
                  <a:pt x="8836692" y="3705483"/>
                  <a:pt x="8836692" y="3726941"/>
                </a:cubicBezTo>
                <a:cubicBezTo>
                  <a:pt x="8836692" y="3748399"/>
                  <a:pt x="8854087" y="3765794"/>
                  <a:pt x="8875545" y="3765794"/>
                </a:cubicBezTo>
                <a:cubicBezTo>
                  <a:pt x="8897003" y="3765794"/>
                  <a:pt x="8914398" y="3748399"/>
                  <a:pt x="8914398" y="3726941"/>
                </a:cubicBezTo>
                <a:cubicBezTo>
                  <a:pt x="8914398" y="3705483"/>
                  <a:pt x="8897003" y="3688088"/>
                  <a:pt x="8875545" y="3688088"/>
                </a:cubicBezTo>
                <a:close/>
                <a:moveTo>
                  <a:pt x="8711554" y="3688088"/>
                </a:moveTo>
                <a:cubicBezTo>
                  <a:pt x="8690096" y="3688088"/>
                  <a:pt x="8672701" y="3705483"/>
                  <a:pt x="8672701" y="3726941"/>
                </a:cubicBezTo>
                <a:cubicBezTo>
                  <a:pt x="8672701" y="3748399"/>
                  <a:pt x="8690096" y="3765794"/>
                  <a:pt x="8711554" y="3765794"/>
                </a:cubicBezTo>
                <a:cubicBezTo>
                  <a:pt x="8733012" y="3765794"/>
                  <a:pt x="8750407" y="3748399"/>
                  <a:pt x="8750407" y="3726941"/>
                </a:cubicBezTo>
                <a:cubicBezTo>
                  <a:pt x="8750407" y="3705483"/>
                  <a:pt x="8733012" y="3688088"/>
                  <a:pt x="8711554" y="3688088"/>
                </a:cubicBezTo>
                <a:close/>
                <a:moveTo>
                  <a:pt x="8511986" y="3688088"/>
                </a:moveTo>
                <a:cubicBezTo>
                  <a:pt x="8490528" y="3688088"/>
                  <a:pt x="8473133" y="3705483"/>
                  <a:pt x="8473133" y="3726941"/>
                </a:cubicBezTo>
                <a:cubicBezTo>
                  <a:pt x="8473133" y="3748399"/>
                  <a:pt x="8490528" y="3765794"/>
                  <a:pt x="8511986" y="3765794"/>
                </a:cubicBezTo>
                <a:cubicBezTo>
                  <a:pt x="8533444" y="3765794"/>
                  <a:pt x="8550839" y="3748399"/>
                  <a:pt x="8550839" y="3726941"/>
                </a:cubicBezTo>
                <a:cubicBezTo>
                  <a:pt x="8550839" y="3705483"/>
                  <a:pt x="8533444" y="3688088"/>
                  <a:pt x="8511986" y="3688088"/>
                </a:cubicBezTo>
                <a:close/>
                <a:moveTo>
                  <a:pt x="8276842" y="3688088"/>
                </a:moveTo>
                <a:cubicBezTo>
                  <a:pt x="8255384" y="3688088"/>
                  <a:pt x="8237989" y="3705483"/>
                  <a:pt x="8237989" y="3726941"/>
                </a:cubicBezTo>
                <a:cubicBezTo>
                  <a:pt x="8237989" y="3748399"/>
                  <a:pt x="8255384" y="3765794"/>
                  <a:pt x="8276842" y="3765794"/>
                </a:cubicBezTo>
                <a:cubicBezTo>
                  <a:pt x="8298300" y="3765794"/>
                  <a:pt x="8315695" y="3748399"/>
                  <a:pt x="8315695" y="3726941"/>
                </a:cubicBezTo>
                <a:cubicBezTo>
                  <a:pt x="8315695" y="3705483"/>
                  <a:pt x="8298300" y="3688088"/>
                  <a:pt x="8276842" y="3688088"/>
                </a:cubicBezTo>
                <a:close/>
                <a:moveTo>
                  <a:pt x="8112851" y="3688088"/>
                </a:moveTo>
                <a:cubicBezTo>
                  <a:pt x="8091393" y="3688088"/>
                  <a:pt x="8073998" y="3705483"/>
                  <a:pt x="8073998" y="3726941"/>
                </a:cubicBezTo>
                <a:cubicBezTo>
                  <a:pt x="8073998" y="3748399"/>
                  <a:pt x="8091393" y="3765794"/>
                  <a:pt x="8112851" y="3765794"/>
                </a:cubicBezTo>
                <a:cubicBezTo>
                  <a:pt x="8134309" y="3765794"/>
                  <a:pt x="8151704" y="3748399"/>
                  <a:pt x="8151704" y="3726941"/>
                </a:cubicBezTo>
                <a:cubicBezTo>
                  <a:pt x="8151704" y="3705483"/>
                  <a:pt x="8134309" y="3688088"/>
                  <a:pt x="8112851" y="3688088"/>
                </a:cubicBezTo>
                <a:close/>
                <a:moveTo>
                  <a:pt x="7984437" y="3688088"/>
                </a:moveTo>
                <a:cubicBezTo>
                  <a:pt x="7962979" y="3688088"/>
                  <a:pt x="7945584" y="3705483"/>
                  <a:pt x="7945584" y="3726941"/>
                </a:cubicBezTo>
                <a:cubicBezTo>
                  <a:pt x="7945584" y="3748399"/>
                  <a:pt x="7962979" y="3765794"/>
                  <a:pt x="7984437" y="3765794"/>
                </a:cubicBezTo>
                <a:cubicBezTo>
                  <a:pt x="8005895" y="3765794"/>
                  <a:pt x="8023290" y="3748399"/>
                  <a:pt x="8023290" y="3726941"/>
                </a:cubicBezTo>
                <a:cubicBezTo>
                  <a:pt x="8023290" y="3705483"/>
                  <a:pt x="8005895" y="3688088"/>
                  <a:pt x="7984437" y="3688088"/>
                </a:cubicBezTo>
                <a:close/>
                <a:moveTo>
                  <a:pt x="7784869" y="3688088"/>
                </a:moveTo>
                <a:cubicBezTo>
                  <a:pt x="7763411" y="3688088"/>
                  <a:pt x="7746016" y="3705483"/>
                  <a:pt x="7746016" y="3726941"/>
                </a:cubicBezTo>
                <a:cubicBezTo>
                  <a:pt x="7746016" y="3748399"/>
                  <a:pt x="7763411" y="3765794"/>
                  <a:pt x="7784869" y="3765794"/>
                </a:cubicBezTo>
                <a:cubicBezTo>
                  <a:pt x="7806327" y="3765794"/>
                  <a:pt x="7823722" y="3748399"/>
                  <a:pt x="7823722" y="3726941"/>
                </a:cubicBezTo>
                <a:cubicBezTo>
                  <a:pt x="7823722" y="3705483"/>
                  <a:pt x="7806327" y="3688088"/>
                  <a:pt x="7784869" y="3688088"/>
                </a:cubicBezTo>
                <a:close/>
                <a:moveTo>
                  <a:pt x="7656455" y="3688088"/>
                </a:moveTo>
                <a:cubicBezTo>
                  <a:pt x="7634997" y="3688088"/>
                  <a:pt x="7617602" y="3705483"/>
                  <a:pt x="7617602" y="3726941"/>
                </a:cubicBezTo>
                <a:cubicBezTo>
                  <a:pt x="7617602" y="3748399"/>
                  <a:pt x="7634997" y="3765794"/>
                  <a:pt x="7656455" y="3765794"/>
                </a:cubicBezTo>
                <a:cubicBezTo>
                  <a:pt x="7677913" y="3765794"/>
                  <a:pt x="7695308" y="3748399"/>
                  <a:pt x="7695308" y="3726941"/>
                </a:cubicBezTo>
                <a:cubicBezTo>
                  <a:pt x="7695308" y="3705483"/>
                  <a:pt x="7677913" y="3688088"/>
                  <a:pt x="7656455" y="3688088"/>
                </a:cubicBezTo>
                <a:close/>
                <a:moveTo>
                  <a:pt x="7492464" y="3688088"/>
                </a:moveTo>
                <a:cubicBezTo>
                  <a:pt x="7471006" y="3688088"/>
                  <a:pt x="7453611" y="3705483"/>
                  <a:pt x="7453611" y="3726941"/>
                </a:cubicBezTo>
                <a:cubicBezTo>
                  <a:pt x="7453611" y="3748399"/>
                  <a:pt x="7471006" y="3765794"/>
                  <a:pt x="7492464" y="3765794"/>
                </a:cubicBezTo>
                <a:cubicBezTo>
                  <a:pt x="7513922" y="3765794"/>
                  <a:pt x="7531317" y="3748399"/>
                  <a:pt x="7531317" y="3726941"/>
                </a:cubicBezTo>
                <a:cubicBezTo>
                  <a:pt x="7531317" y="3705483"/>
                  <a:pt x="7513922" y="3688088"/>
                  <a:pt x="7492464" y="3688088"/>
                </a:cubicBezTo>
                <a:close/>
                <a:moveTo>
                  <a:pt x="7292896" y="3688088"/>
                </a:moveTo>
                <a:cubicBezTo>
                  <a:pt x="7271438" y="3688088"/>
                  <a:pt x="7254043" y="3705483"/>
                  <a:pt x="7254043" y="3726941"/>
                </a:cubicBezTo>
                <a:cubicBezTo>
                  <a:pt x="7254043" y="3748399"/>
                  <a:pt x="7271438" y="3765794"/>
                  <a:pt x="7292896" y="3765794"/>
                </a:cubicBezTo>
                <a:cubicBezTo>
                  <a:pt x="7314354" y="3765794"/>
                  <a:pt x="7331749" y="3748399"/>
                  <a:pt x="7331749" y="3726941"/>
                </a:cubicBezTo>
                <a:cubicBezTo>
                  <a:pt x="7331749" y="3705483"/>
                  <a:pt x="7314354" y="3688088"/>
                  <a:pt x="7292896" y="3688088"/>
                </a:cubicBezTo>
                <a:close/>
                <a:moveTo>
                  <a:pt x="7093782" y="3688088"/>
                </a:moveTo>
                <a:cubicBezTo>
                  <a:pt x="7072324" y="3688088"/>
                  <a:pt x="7054929" y="3705483"/>
                  <a:pt x="7054929" y="3726941"/>
                </a:cubicBezTo>
                <a:cubicBezTo>
                  <a:pt x="7054929" y="3748399"/>
                  <a:pt x="7072324" y="3765794"/>
                  <a:pt x="7093782" y="3765794"/>
                </a:cubicBezTo>
                <a:cubicBezTo>
                  <a:pt x="7115240" y="3765794"/>
                  <a:pt x="7132635" y="3748399"/>
                  <a:pt x="7132635" y="3726941"/>
                </a:cubicBezTo>
                <a:cubicBezTo>
                  <a:pt x="7132635" y="3705483"/>
                  <a:pt x="7115240" y="3688088"/>
                  <a:pt x="7093782" y="3688088"/>
                </a:cubicBezTo>
                <a:close/>
                <a:moveTo>
                  <a:pt x="6929791" y="3688088"/>
                </a:moveTo>
                <a:cubicBezTo>
                  <a:pt x="6908333" y="3688088"/>
                  <a:pt x="6890938" y="3705483"/>
                  <a:pt x="6890938" y="3726941"/>
                </a:cubicBezTo>
                <a:cubicBezTo>
                  <a:pt x="6890938" y="3748399"/>
                  <a:pt x="6908333" y="3765794"/>
                  <a:pt x="6929791" y="3765794"/>
                </a:cubicBezTo>
                <a:cubicBezTo>
                  <a:pt x="6951249" y="3765794"/>
                  <a:pt x="6968644" y="3748399"/>
                  <a:pt x="6968644" y="3726941"/>
                </a:cubicBezTo>
                <a:cubicBezTo>
                  <a:pt x="6968644" y="3705483"/>
                  <a:pt x="6951249" y="3688088"/>
                  <a:pt x="6929791" y="3688088"/>
                </a:cubicBezTo>
                <a:close/>
                <a:moveTo>
                  <a:pt x="6765800" y="3688088"/>
                </a:moveTo>
                <a:cubicBezTo>
                  <a:pt x="6744342" y="3688088"/>
                  <a:pt x="6726947" y="3705483"/>
                  <a:pt x="6726947" y="3726941"/>
                </a:cubicBezTo>
                <a:cubicBezTo>
                  <a:pt x="6726947" y="3748399"/>
                  <a:pt x="6744342" y="3765794"/>
                  <a:pt x="6765800" y="3765794"/>
                </a:cubicBezTo>
                <a:cubicBezTo>
                  <a:pt x="6787258" y="3765794"/>
                  <a:pt x="6804653" y="3748399"/>
                  <a:pt x="6804653" y="3726941"/>
                </a:cubicBezTo>
                <a:cubicBezTo>
                  <a:pt x="6804653" y="3705483"/>
                  <a:pt x="6787258" y="3688088"/>
                  <a:pt x="6765800" y="3688088"/>
                </a:cubicBezTo>
                <a:close/>
                <a:moveTo>
                  <a:pt x="6637385" y="3688088"/>
                </a:moveTo>
                <a:cubicBezTo>
                  <a:pt x="6615927" y="3688088"/>
                  <a:pt x="6598532" y="3705483"/>
                  <a:pt x="6598532" y="3726941"/>
                </a:cubicBezTo>
                <a:cubicBezTo>
                  <a:pt x="6598532" y="3748399"/>
                  <a:pt x="6615927" y="3765794"/>
                  <a:pt x="6637385" y="3765794"/>
                </a:cubicBezTo>
                <a:cubicBezTo>
                  <a:pt x="6658843" y="3765794"/>
                  <a:pt x="6676238" y="3748399"/>
                  <a:pt x="6676238" y="3726941"/>
                </a:cubicBezTo>
                <a:cubicBezTo>
                  <a:pt x="6676238" y="3705483"/>
                  <a:pt x="6658843" y="3688088"/>
                  <a:pt x="6637385" y="3688088"/>
                </a:cubicBezTo>
                <a:close/>
                <a:moveTo>
                  <a:pt x="6437818" y="3688088"/>
                </a:moveTo>
                <a:cubicBezTo>
                  <a:pt x="6416360" y="3688088"/>
                  <a:pt x="6398965" y="3705483"/>
                  <a:pt x="6398965" y="3726941"/>
                </a:cubicBezTo>
                <a:cubicBezTo>
                  <a:pt x="6398965" y="3748399"/>
                  <a:pt x="6416360" y="3765794"/>
                  <a:pt x="6437818" y="3765794"/>
                </a:cubicBezTo>
                <a:cubicBezTo>
                  <a:pt x="6459276" y="3765794"/>
                  <a:pt x="6476671" y="3748399"/>
                  <a:pt x="6476671" y="3726941"/>
                </a:cubicBezTo>
                <a:cubicBezTo>
                  <a:pt x="6476671" y="3705483"/>
                  <a:pt x="6459276" y="3688088"/>
                  <a:pt x="6437818" y="3688088"/>
                </a:cubicBezTo>
                <a:close/>
                <a:moveTo>
                  <a:pt x="6273827" y="3688088"/>
                </a:moveTo>
                <a:cubicBezTo>
                  <a:pt x="6252369" y="3688088"/>
                  <a:pt x="6234974" y="3705483"/>
                  <a:pt x="6234974" y="3726941"/>
                </a:cubicBezTo>
                <a:cubicBezTo>
                  <a:pt x="6234974" y="3748399"/>
                  <a:pt x="6252369" y="3765794"/>
                  <a:pt x="6273827" y="3765794"/>
                </a:cubicBezTo>
                <a:cubicBezTo>
                  <a:pt x="6295285" y="3765794"/>
                  <a:pt x="6312680" y="3748399"/>
                  <a:pt x="6312680" y="3726941"/>
                </a:cubicBezTo>
                <a:cubicBezTo>
                  <a:pt x="6312680" y="3705483"/>
                  <a:pt x="6295285" y="3688088"/>
                  <a:pt x="6273827" y="3688088"/>
                </a:cubicBezTo>
                <a:close/>
                <a:moveTo>
                  <a:pt x="6109836" y="3688088"/>
                </a:moveTo>
                <a:cubicBezTo>
                  <a:pt x="6088378" y="3688088"/>
                  <a:pt x="6070983" y="3705483"/>
                  <a:pt x="6070983" y="3726941"/>
                </a:cubicBezTo>
                <a:cubicBezTo>
                  <a:pt x="6070983" y="3748399"/>
                  <a:pt x="6088378" y="3765794"/>
                  <a:pt x="6109836" y="3765794"/>
                </a:cubicBezTo>
                <a:cubicBezTo>
                  <a:pt x="6131294" y="3765794"/>
                  <a:pt x="6148689" y="3748399"/>
                  <a:pt x="6148689" y="3726941"/>
                </a:cubicBezTo>
                <a:cubicBezTo>
                  <a:pt x="6148689" y="3705483"/>
                  <a:pt x="6131294" y="3688088"/>
                  <a:pt x="6109836" y="3688088"/>
                </a:cubicBezTo>
                <a:close/>
                <a:moveTo>
                  <a:pt x="5910268" y="3688088"/>
                </a:moveTo>
                <a:cubicBezTo>
                  <a:pt x="5888810" y="3688088"/>
                  <a:pt x="5871415" y="3705483"/>
                  <a:pt x="5871415" y="3726941"/>
                </a:cubicBezTo>
                <a:cubicBezTo>
                  <a:pt x="5871415" y="3748399"/>
                  <a:pt x="5888810" y="3765794"/>
                  <a:pt x="5910268" y="3765794"/>
                </a:cubicBezTo>
                <a:cubicBezTo>
                  <a:pt x="5931726" y="3765794"/>
                  <a:pt x="5949121" y="3748399"/>
                  <a:pt x="5949121" y="3726941"/>
                </a:cubicBezTo>
                <a:cubicBezTo>
                  <a:pt x="5949121" y="3705483"/>
                  <a:pt x="5931726" y="3688088"/>
                  <a:pt x="5910268" y="3688088"/>
                </a:cubicBezTo>
                <a:close/>
                <a:moveTo>
                  <a:pt x="5746277" y="3688088"/>
                </a:moveTo>
                <a:cubicBezTo>
                  <a:pt x="5724819" y="3688088"/>
                  <a:pt x="5707424" y="3705483"/>
                  <a:pt x="5707424" y="3726941"/>
                </a:cubicBezTo>
                <a:cubicBezTo>
                  <a:pt x="5707424" y="3748399"/>
                  <a:pt x="5724819" y="3765794"/>
                  <a:pt x="5746277" y="3765794"/>
                </a:cubicBezTo>
                <a:cubicBezTo>
                  <a:pt x="5767735" y="3765794"/>
                  <a:pt x="5785130" y="3748399"/>
                  <a:pt x="5785130" y="3726941"/>
                </a:cubicBezTo>
                <a:cubicBezTo>
                  <a:pt x="5785130" y="3705483"/>
                  <a:pt x="5767735" y="3688088"/>
                  <a:pt x="5746277" y="3688088"/>
                </a:cubicBezTo>
                <a:close/>
                <a:moveTo>
                  <a:pt x="5546709" y="3688088"/>
                </a:moveTo>
                <a:cubicBezTo>
                  <a:pt x="5525251" y="3688088"/>
                  <a:pt x="5507856" y="3705483"/>
                  <a:pt x="5507856" y="3726941"/>
                </a:cubicBezTo>
                <a:cubicBezTo>
                  <a:pt x="5507856" y="3748399"/>
                  <a:pt x="5525251" y="3765794"/>
                  <a:pt x="5546709" y="3765794"/>
                </a:cubicBezTo>
                <a:cubicBezTo>
                  <a:pt x="5568167" y="3765794"/>
                  <a:pt x="5585562" y="3748399"/>
                  <a:pt x="5585562" y="3726941"/>
                </a:cubicBezTo>
                <a:cubicBezTo>
                  <a:pt x="5585562" y="3705483"/>
                  <a:pt x="5568167" y="3688088"/>
                  <a:pt x="5546709" y="3688088"/>
                </a:cubicBezTo>
                <a:close/>
                <a:moveTo>
                  <a:pt x="5382718" y="3688088"/>
                </a:moveTo>
                <a:cubicBezTo>
                  <a:pt x="5361260" y="3688088"/>
                  <a:pt x="5343865" y="3705483"/>
                  <a:pt x="5343865" y="3726941"/>
                </a:cubicBezTo>
                <a:cubicBezTo>
                  <a:pt x="5343865" y="3748399"/>
                  <a:pt x="5361260" y="3765794"/>
                  <a:pt x="5382718" y="3765794"/>
                </a:cubicBezTo>
                <a:cubicBezTo>
                  <a:pt x="5404176" y="3765794"/>
                  <a:pt x="5421571" y="3748399"/>
                  <a:pt x="5421571" y="3726941"/>
                </a:cubicBezTo>
                <a:cubicBezTo>
                  <a:pt x="5421571" y="3705483"/>
                  <a:pt x="5404176" y="3688088"/>
                  <a:pt x="5382718" y="3688088"/>
                </a:cubicBezTo>
                <a:close/>
                <a:moveTo>
                  <a:pt x="5183150" y="3688088"/>
                </a:moveTo>
                <a:cubicBezTo>
                  <a:pt x="5161692" y="3688088"/>
                  <a:pt x="5144297" y="3705483"/>
                  <a:pt x="5144297" y="3726941"/>
                </a:cubicBezTo>
                <a:cubicBezTo>
                  <a:pt x="5144297" y="3748399"/>
                  <a:pt x="5161692" y="3765794"/>
                  <a:pt x="5183150" y="3765794"/>
                </a:cubicBezTo>
                <a:cubicBezTo>
                  <a:pt x="5204608" y="3765794"/>
                  <a:pt x="5222003" y="3748399"/>
                  <a:pt x="5222003" y="3726941"/>
                </a:cubicBezTo>
                <a:cubicBezTo>
                  <a:pt x="5222003" y="3705483"/>
                  <a:pt x="5204608" y="3688088"/>
                  <a:pt x="5183150" y="3688088"/>
                </a:cubicBezTo>
                <a:close/>
                <a:moveTo>
                  <a:pt x="5054736" y="3688088"/>
                </a:moveTo>
                <a:cubicBezTo>
                  <a:pt x="5033278" y="3688088"/>
                  <a:pt x="5015883" y="3705483"/>
                  <a:pt x="5015883" y="3726941"/>
                </a:cubicBezTo>
                <a:cubicBezTo>
                  <a:pt x="5015883" y="3748399"/>
                  <a:pt x="5033278" y="3765794"/>
                  <a:pt x="5054736" y="3765794"/>
                </a:cubicBezTo>
                <a:cubicBezTo>
                  <a:pt x="5076194" y="3765794"/>
                  <a:pt x="5093589" y="3748399"/>
                  <a:pt x="5093589" y="3726941"/>
                </a:cubicBezTo>
                <a:cubicBezTo>
                  <a:pt x="5093589" y="3705483"/>
                  <a:pt x="5076194" y="3688088"/>
                  <a:pt x="5054736" y="3688088"/>
                </a:cubicBezTo>
                <a:close/>
                <a:moveTo>
                  <a:pt x="4855168" y="3688088"/>
                </a:moveTo>
                <a:cubicBezTo>
                  <a:pt x="4833710" y="3688088"/>
                  <a:pt x="4816315" y="3705483"/>
                  <a:pt x="4816315" y="3726941"/>
                </a:cubicBezTo>
                <a:cubicBezTo>
                  <a:pt x="4816315" y="3748399"/>
                  <a:pt x="4833710" y="3765794"/>
                  <a:pt x="4855168" y="3765794"/>
                </a:cubicBezTo>
                <a:cubicBezTo>
                  <a:pt x="4876626" y="3765794"/>
                  <a:pt x="4894021" y="3748399"/>
                  <a:pt x="4894021" y="3726941"/>
                </a:cubicBezTo>
                <a:cubicBezTo>
                  <a:pt x="4894021" y="3705483"/>
                  <a:pt x="4876626" y="3688088"/>
                  <a:pt x="4855168" y="3688088"/>
                </a:cubicBezTo>
                <a:close/>
                <a:moveTo>
                  <a:pt x="4655600" y="3688088"/>
                </a:moveTo>
                <a:cubicBezTo>
                  <a:pt x="4634142" y="3688088"/>
                  <a:pt x="4616747" y="3705483"/>
                  <a:pt x="4616747" y="3726941"/>
                </a:cubicBezTo>
                <a:cubicBezTo>
                  <a:pt x="4616747" y="3748399"/>
                  <a:pt x="4634142" y="3765794"/>
                  <a:pt x="4655600" y="3765794"/>
                </a:cubicBezTo>
                <a:cubicBezTo>
                  <a:pt x="4677058" y="3765794"/>
                  <a:pt x="4694453" y="3748399"/>
                  <a:pt x="4694453" y="3726941"/>
                </a:cubicBezTo>
                <a:cubicBezTo>
                  <a:pt x="4694453" y="3705483"/>
                  <a:pt x="4677058" y="3688088"/>
                  <a:pt x="4655600" y="3688088"/>
                </a:cubicBezTo>
                <a:close/>
                <a:moveTo>
                  <a:pt x="4491609" y="3688088"/>
                </a:moveTo>
                <a:cubicBezTo>
                  <a:pt x="4470151" y="3688088"/>
                  <a:pt x="4452756" y="3705483"/>
                  <a:pt x="4452756" y="3726941"/>
                </a:cubicBezTo>
                <a:cubicBezTo>
                  <a:pt x="4452756" y="3748399"/>
                  <a:pt x="4470151" y="3765794"/>
                  <a:pt x="4491609" y="3765794"/>
                </a:cubicBezTo>
                <a:cubicBezTo>
                  <a:pt x="4513067" y="3765794"/>
                  <a:pt x="4530462" y="3748399"/>
                  <a:pt x="4530462" y="3726941"/>
                </a:cubicBezTo>
                <a:cubicBezTo>
                  <a:pt x="4530462" y="3705483"/>
                  <a:pt x="4513067" y="3688088"/>
                  <a:pt x="4491609" y="3688088"/>
                </a:cubicBezTo>
                <a:close/>
                <a:moveTo>
                  <a:pt x="4327618" y="3688088"/>
                </a:moveTo>
                <a:cubicBezTo>
                  <a:pt x="4306160" y="3688088"/>
                  <a:pt x="4288765" y="3705483"/>
                  <a:pt x="4288765" y="3726941"/>
                </a:cubicBezTo>
                <a:cubicBezTo>
                  <a:pt x="4288765" y="3748399"/>
                  <a:pt x="4306160" y="3765794"/>
                  <a:pt x="4327618" y="3765794"/>
                </a:cubicBezTo>
                <a:cubicBezTo>
                  <a:pt x="4349076" y="3765794"/>
                  <a:pt x="4366471" y="3748399"/>
                  <a:pt x="4366471" y="3726941"/>
                </a:cubicBezTo>
                <a:cubicBezTo>
                  <a:pt x="4366471" y="3705483"/>
                  <a:pt x="4349076" y="3688088"/>
                  <a:pt x="4327618" y="3688088"/>
                </a:cubicBezTo>
                <a:close/>
                <a:moveTo>
                  <a:pt x="4128051" y="3688088"/>
                </a:moveTo>
                <a:cubicBezTo>
                  <a:pt x="4106593" y="3688088"/>
                  <a:pt x="4089198" y="3705483"/>
                  <a:pt x="4089198" y="3726941"/>
                </a:cubicBezTo>
                <a:cubicBezTo>
                  <a:pt x="4089198" y="3748399"/>
                  <a:pt x="4106593" y="3765794"/>
                  <a:pt x="4128051" y="3765794"/>
                </a:cubicBezTo>
                <a:cubicBezTo>
                  <a:pt x="4149509" y="3765794"/>
                  <a:pt x="4166904" y="3748399"/>
                  <a:pt x="4166904" y="3726941"/>
                </a:cubicBezTo>
                <a:cubicBezTo>
                  <a:pt x="4166904" y="3705483"/>
                  <a:pt x="4149509" y="3688088"/>
                  <a:pt x="4128051" y="3688088"/>
                </a:cubicBezTo>
                <a:close/>
                <a:moveTo>
                  <a:pt x="3999636" y="3688088"/>
                </a:moveTo>
                <a:cubicBezTo>
                  <a:pt x="3978178" y="3688088"/>
                  <a:pt x="3960783" y="3705483"/>
                  <a:pt x="3960783" y="3726941"/>
                </a:cubicBezTo>
                <a:cubicBezTo>
                  <a:pt x="3960783" y="3748399"/>
                  <a:pt x="3978178" y="3765794"/>
                  <a:pt x="3999636" y="3765794"/>
                </a:cubicBezTo>
                <a:cubicBezTo>
                  <a:pt x="4021094" y="3765794"/>
                  <a:pt x="4038489" y="3748399"/>
                  <a:pt x="4038489" y="3726941"/>
                </a:cubicBezTo>
                <a:cubicBezTo>
                  <a:pt x="4038489" y="3705483"/>
                  <a:pt x="4021094" y="3688088"/>
                  <a:pt x="3999636" y="3688088"/>
                </a:cubicBezTo>
                <a:close/>
                <a:moveTo>
                  <a:pt x="3835645" y="3688088"/>
                </a:moveTo>
                <a:cubicBezTo>
                  <a:pt x="3814187" y="3688088"/>
                  <a:pt x="3796792" y="3705483"/>
                  <a:pt x="3796792" y="3726941"/>
                </a:cubicBezTo>
                <a:cubicBezTo>
                  <a:pt x="3796792" y="3748399"/>
                  <a:pt x="3814187" y="3765794"/>
                  <a:pt x="3835645" y="3765794"/>
                </a:cubicBezTo>
                <a:cubicBezTo>
                  <a:pt x="3857103" y="3765794"/>
                  <a:pt x="3874498" y="3748399"/>
                  <a:pt x="3874498" y="3726941"/>
                </a:cubicBezTo>
                <a:cubicBezTo>
                  <a:pt x="3874498" y="3705483"/>
                  <a:pt x="3857103" y="3688088"/>
                  <a:pt x="3835645" y="3688088"/>
                </a:cubicBezTo>
                <a:close/>
                <a:moveTo>
                  <a:pt x="3671654" y="3688088"/>
                </a:moveTo>
                <a:cubicBezTo>
                  <a:pt x="3650196" y="3688088"/>
                  <a:pt x="3632801" y="3705483"/>
                  <a:pt x="3632801" y="3726941"/>
                </a:cubicBezTo>
                <a:cubicBezTo>
                  <a:pt x="3632801" y="3748399"/>
                  <a:pt x="3650196" y="3765794"/>
                  <a:pt x="3671654" y="3765794"/>
                </a:cubicBezTo>
                <a:cubicBezTo>
                  <a:pt x="3693112" y="3765794"/>
                  <a:pt x="3710507" y="3748399"/>
                  <a:pt x="3710507" y="3726941"/>
                </a:cubicBezTo>
                <a:cubicBezTo>
                  <a:pt x="3710507" y="3705483"/>
                  <a:pt x="3693112" y="3688088"/>
                  <a:pt x="3671654" y="3688088"/>
                </a:cubicBezTo>
                <a:close/>
                <a:moveTo>
                  <a:pt x="3472087" y="3688088"/>
                </a:moveTo>
                <a:cubicBezTo>
                  <a:pt x="3450629" y="3688088"/>
                  <a:pt x="3433234" y="3705483"/>
                  <a:pt x="3433234" y="3726941"/>
                </a:cubicBezTo>
                <a:cubicBezTo>
                  <a:pt x="3433234" y="3748399"/>
                  <a:pt x="3450629" y="3765794"/>
                  <a:pt x="3472087" y="3765794"/>
                </a:cubicBezTo>
                <a:cubicBezTo>
                  <a:pt x="3493545" y="3765794"/>
                  <a:pt x="3510940" y="3748399"/>
                  <a:pt x="3510940" y="3726941"/>
                </a:cubicBezTo>
                <a:cubicBezTo>
                  <a:pt x="3510940" y="3705483"/>
                  <a:pt x="3493545" y="3688088"/>
                  <a:pt x="3472087" y="3688088"/>
                </a:cubicBezTo>
                <a:close/>
                <a:moveTo>
                  <a:pt x="3272519" y="3688088"/>
                </a:moveTo>
                <a:cubicBezTo>
                  <a:pt x="3251061" y="3688088"/>
                  <a:pt x="3233666" y="3705483"/>
                  <a:pt x="3233666" y="3726941"/>
                </a:cubicBezTo>
                <a:cubicBezTo>
                  <a:pt x="3233666" y="3748399"/>
                  <a:pt x="3251061" y="3765794"/>
                  <a:pt x="3272519" y="3765794"/>
                </a:cubicBezTo>
                <a:cubicBezTo>
                  <a:pt x="3293977" y="3765794"/>
                  <a:pt x="3311372" y="3748399"/>
                  <a:pt x="3311372" y="3726941"/>
                </a:cubicBezTo>
                <a:cubicBezTo>
                  <a:pt x="3311372" y="3705483"/>
                  <a:pt x="3293977" y="3688088"/>
                  <a:pt x="3272519" y="3688088"/>
                </a:cubicBezTo>
                <a:close/>
                <a:moveTo>
                  <a:pt x="3108528" y="3688088"/>
                </a:moveTo>
                <a:cubicBezTo>
                  <a:pt x="3087070" y="3688088"/>
                  <a:pt x="3069675" y="3705483"/>
                  <a:pt x="3069675" y="3726941"/>
                </a:cubicBezTo>
                <a:cubicBezTo>
                  <a:pt x="3069675" y="3748399"/>
                  <a:pt x="3087070" y="3765794"/>
                  <a:pt x="3108528" y="3765794"/>
                </a:cubicBezTo>
                <a:cubicBezTo>
                  <a:pt x="3129986" y="3765794"/>
                  <a:pt x="3147381" y="3748399"/>
                  <a:pt x="3147381" y="3726941"/>
                </a:cubicBezTo>
                <a:cubicBezTo>
                  <a:pt x="3147381" y="3705483"/>
                  <a:pt x="3129986" y="3688088"/>
                  <a:pt x="3108528" y="3688088"/>
                </a:cubicBezTo>
                <a:close/>
                <a:moveTo>
                  <a:pt x="2944537" y="3688088"/>
                </a:moveTo>
                <a:cubicBezTo>
                  <a:pt x="2923079" y="3688088"/>
                  <a:pt x="2905684" y="3705483"/>
                  <a:pt x="2905684" y="3726941"/>
                </a:cubicBezTo>
                <a:cubicBezTo>
                  <a:pt x="2905684" y="3748399"/>
                  <a:pt x="2923079" y="3765794"/>
                  <a:pt x="2944537" y="3765794"/>
                </a:cubicBezTo>
                <a:cubicBezTo>
                  <a:pt x="2965995" y="3765794"/>
                  <a:pt x="2983390" y="3748399"/>
                  <a:pt x="2983390" y="3726941"/>
                </a:cubicBezTo>
                <a:cubicBezTo>
                  <a:pt x="2983390" y="3705483"/>
                  <a:pt x="2965995" y="3688088"/>
                  <a:pt x="2944537" y="3688088"/>
                </a:cubicBezTo>
                <a:close/>
                <a:moveTo>
                  <a:pt x="2744969" y="3688088"/>
                </a:moveTo>
                <a:cubicBezTo>
                  <a:pt x="2723511" y="3688088"/>
                  <a:pt x="2706116" y="3705483"/>
                  <a:pt x="2706116" y="3726941"/>
                </a:cubicBezTo>
                <a:cubicBezTo>
                  <a:pt x="2706116" y="3748399"/>
                  <a:pt x="2723511" y="3765794"/>
                  <a:pt x="2744969" y="3765794"/>
                </a:cubicBezTo>
                <a:cubicBezTo>
                  <a:pt x="2766427" y="3765794"/>
                  <a:pt x="2783822" y="3748399"/>
                  <a:pt x="2783822" y="3726941"/>
                </a:cubicBezTo>
                <a:cubicBezTo>
                  <a:pt x="2783822" y="3705483"/>
                  <a:pt x="2766427" y="3688088"/>
                  <a:pt x="2744969" y="3688088"/>
                </a:cubicBezTo>
                <a:close/>
                <a:moveTo>
                  <a:pt x="2580978" y="3688088"/>
                </a:moveTo>
                <a:cubicBezTo>
                  <a:pt x="2559520" y="3688088"/>
                  <a:pt x="2542125" y="3705483"/>
                  <a:pt x="2542125" y="3726941"/>
                </a:cubicBezTo>
                <a:cubicBezTo>
                  <a:pt x="2542125" y="3748399"/>
                  <a:pt x="2559520" y="3765794"/>
                  <a:pt x="2580978" y="3765794"/>
                </a:cubicBezTo>
                <a:cubicBezTo>
                  <a:pt x="2602436" y="3765794"/>
                  <a:pt x="2619831" y="3748399"/>
                  <a:pt x="2619831" y="3726941"/>
                </a:cubicBezTo>
                <a:cubicBezTo>
                  <a:pt x="2619831" y="3705483"/>
                  <a:pt x="2602436" y="3688088"/>
                  <a:pt x="2580978" y="3688088"/>
                </a:cubicBezTo>
                <a:close/>
                <a:moveTo>
                  <a:pt x="2416987" y="3688088"/>
                </a:moveTo>
                <a:cubicBezTo>
                  <a:pt x="2395529" y="3688088"/>
                  <a:pt x="2378134" y="3705483"/>
                  <a:pt x="2378134" y="3726941"/>
                </a:cubicBezTo>
                <a:cubicBezTo>
                  <a:pt x="2378134" y="3748399"/>
                  <a:pt x="2395529" y="3765794"/>
                  <a:pt x="2416987" y="3765794"/>
                </a:cubicBezTo>
                <a:cubicBezTo>
                  <a:pt x="2438445" y="3765794"/>
                  <a:pt x="2455840" y="3748399"/>
                  <a:pt x="2455840" y="3726941"/>
                </a:cubicBezTo>
                <a:cubicBezTo>
                  <a:pt x="2455840" y="3705483"/>
                  <a:pt x="2438445" y="3688088"/>
                  <a:pt x="2416987" y="3688088"/>
                </a:cubicBezTo>
                <a:close/>
                <a:moveTo>
                  <a:pt x="2217419" y="3688088"/>
                </a:moveTo>
                <a:cubicBezTo>
                  <a:pt x="2195961" y="3688088"/>
                  <a:pt x="2178566" y="3705483"/>
                  <a:pt x="2178566" y="3726941"/>
                </a:cubicBezTo>
                <a:cubicBezTo>
                  <a:pt x="2178566" y="3748399"/>
                  <a:pt x="2195961" y="3765794"/>
                  <a:pt x="2217419" y="3765794"/>
                </a:cubicBezTo>
                <a:cubicBezTo>
                  <a:pt x="2238877" y="3765794"/>
                  <a:pt x="2256272" y="3748399"/>
                  <a:pt x="2256272" y="3726941"/>
                </a:cubicBezTo>
                <a:cubicBezTo>
                  <a:pt x="2256272" y="3705483"/>
                  <a:pt x="2238877" y="3688088"/>
                  <a:pt x="2217419" y="3688088"/>
                </a:cubicBezTo>
                <a:close/>
                <a:moveTo>
                  <a:pt x="2053428" y="3688088"/>
                </a:moveTo>
                <a:cubicBezTo>
                  <a:pt x="2031970" y="3688088"/>
                  <a:pt x="2014575" y="3705483"/>
                  <a:pt x="2014575" y="3726941"/>
                </a:cubicBezTo>
                <a:cubicBezTo>
                  <a:pt x="2014575" y="3748399"/>
                  <a:pt x="2031970" y="3765794"/>
                  <a:pt x="2053428" y="3765794"/>
                </a:cubicBezTo>
                <a:cubicBezTo>
                  <a:pt x="2074886" y="3765794"/>
                  <a:pt x="2092281" y="3748399"/>
                  <a:pt x="2092281" y="3726941"/>
                </a:cubicBezTo>
                <a:cubicBezTo>
                  <a:pt x="2092281" y="3705483"/>
                  <a:pt x="2074886" y="3688088"/>
                  <a:pt x="2053428" y="3688088"/>
                </a:cubicBezTo>
                <a:close/>
                <a:moveTo>
                  <a:pt x="1889437" y="3688088"/>
                </a:moveTo>
                <a:cubicBezTo>
                  <a:pt x="1867979" y="3688088"/>
                  <a:pt x="1850584" y="3705483"/>
                  <a:pt x="1850584" y="3726941"/>
                </a:cubicBezTo>
                <a:cubicBezTo>
                  <a:pt x="1850584" y="3748399"/>
                  <a:pt x="1867979" y="3765794"/>
                  <a:pt x="1889437" y="3765794"/>
                </a:cubicBezTo>
                <a:cubicBezTo>
                  <a:pt x="1910895" y="3765794"/>
                  <a:pt x="1928290" y="3748399"/>
                  <a:pt x="1928290" y="3726941"/>
                </a:cubicBezTo>
                <a:cubicBezTo>
                  <a:pt x="1928290" y="3705483"/>
                  <a:pt x="1910895" y="3688088"/>
                  <a:pt x="1889437" y="3688088"/>
                </a:cubicBezTo>
                <a:close/>
                <a:moveTo>
                  <a:pt x="1689869" y="3688088"/>
                </a:moveTo>
                <a:cubicBezTo>
                  <a:pt x="1668411" y="3688088"/>
                  <a:pt x="1651016" y="3705483"/>
                  <a:pt x="1651016" y="3726941"/>
                </a:cubicBezTo>
                <a:cubicBezTo>
                  <a:pt x="1651016" y="3748399"/>
                  <a:pt x="1668411" y="3765794"/>
                  <a:pt x="1689869" y="3765794"/>
                </a:cubicBezTo>
                <a:cubicBezTo>
                  <a:pt x="1711327" y="3765794"/>
                  <a:pt x="1728722" y="3748399"/>
                  <a:pt x="1728722" y="3726941"/>
                </a:cubicBezTo>
                <a:cubicBezTo>
                  <a:pt x="1728722" y="3705483"/>
                  <a:pt x="1711327" y="3688088"/>
                  <a:pt x="1689869" y="3688088"/>
                </a:cubicBezTo>
                <a:close/>
                <a:moveTo>
                  <a:pt x="1561455" y="3688088"/>
                </a:moveTo>
                <a:cubicBezTo>
                  <a:pt x="1539997" y="3688088"/>
                  <a:pt x="1522602" y="3705483"/>
                  <a:pt x="1522602" y="3726941"/>
                </a:cubicBezTo>
                <a:cubicBezTo>
                  <a:pt x="1522602" y="3748399"/>
                  <a:pt x="1539997" y="3765794"/>
                  <a:pt x="1561455" y="3765794"/>
                </a:cubicBezTo>
                <a:cubicBezTo>
                  <a:pt x="1582913" y="3765794"/>
                  <a:pt x="1600308" y="3748399"/>
                  <a:pt x="1600308" y="3726941"/>
                </a:cubicBezTo>
                <a:cubicBezTo>
                  <a:pt x="1600308" y="3705483"/>
                  <a:pt x="1582913" y="3688088"/>
                  <a:pt x="1561455" y="3688088"/>
                </a:cubicBezTo>
                <a:close/>
                <a:moveTo>
                  <a:pt x="1397464" y="3688088"/>
                </a:moveTo>
                <a:cubicBezTo>
                  <a:pt x="1376006" y="3688088"/>
                  <a:pt x="1358611" y="3705483"/>
                  <a:pt x="1358611" y="3726941"/>
                </a:cubicBezTo>
                <a:cubicBezTo>
                  <a:pt x="1358611" y="3748399"/>
                  <a:pt x="1376006" y="3765794"/>
                  <a:pt x="1397464" y="3765794"/>
                </a:cubicBezTo>
                <a:cubicBezTo>
                  <a:pt x="1418922" y="3765794"/>
                  <a:pt x="1436317" y="3748399"/>
                  <a:pt x="1436317" y="3726941"/>
                </a:cubicBezTo>
                <a:cubicBezTo>
                  <a:pt x="1436317" y="3705483"/>
                  <a:pt x="1418922" y="3688088"/>
                  <a:pt x="1397464" y="3688088"/>
                </a:cubicBezTo>
                <a:close/>
                <a:moveTo>
                  <a:pt x="1197896" y="3688088"/>
                </a:moveTo>
                <a:cubicBezTo>
                  <a:pt x="1176438" y="3688088"/>
                  <a:pt x="1159043" y="3705483"/>
                  <a:pt x="1159043" y="3726941"/>
                </a:cubicBezTo>
                <a:cubicBezTo>
                  <a:pt x="1159043" y="3748399"/>
                  <a:pt x="1176438" y="3765794"/>
                  <a:pt x="1197896" y="3765794"/>
                </a:cubicBezTo>
                <a:cubicBezTo>
                  <a:pt x="1219354" y="3765794"/>
                  <a:pt x="1236749" y="3748399"/>
                  <a:pt x="1236749" y="3726941"/>
                </a:cubicBezTo>
                <a:cubicBezTo>
                  <a:pt x="1236749" y="3705483"/>
                  <a:pt x="1219354" y="3688088"/>
                  <a:pt x="1197896" y="3688088"/>
                </a:cubicBezTo>
                <a:close/>
                <a:moveTo>
                  <a:pt x="962752" y="3688088"/>
                </a:moveTo>
                <a:cubicBezTo>
                  <a:pt x="941294" y="3688088"/>
                  <a:pt x="923899" y="3705483"/>
                  <a:pt x="923899" y="3726941"/>
                </a:cubicBezTo>
                <a:cubicBezTo>
                  <a:pt x="923901" y="3748399"/>
                  <a:pt x="941294" y="3765794"/>
                  <a:pt x="962752" y="3765794"/>
                </a:cubicBezTo>
                <a:cubicBezTo>
                  <a:pt x="984210" y="3765794"/>
                  <a:pt x="1001605" y="3748399"/>
                  <a:pt x="1001605" y="3726941"/>
                </a:cubicBezTo>
                <a:cubicBezTo>
                  <a:pt x="1001605" y="3705483"/>
                  <a:pt x="984210" y="3688088"/>
                  <a:pt x="962752" y="3688088"/>
                </a:cubicBezTo>
                <a:close/>
                <a:moveTo>
                  <a:pt x="798761" y="3688088"/>
                </a:moveTo>
                <a:cubicBezTo>
                  <a:pt x="777303" y="3688088"/>
                  <a:pt x="759908" y="3705483"/>
                  <a:pt x="759908" y="3726941"/>
                </a:cubicBezTo>
                <a:cubicBezTo>
                  <a:pt x="759910" y="3748399"/>
                  <a:pt x="777303" y="3765794"/>
                  <a:pt x="798761" y="3765794"/>
                </a:cubicBezTo>
                <a:cubicBezTo>
                  <a:pt x="820219" y="3765794"/>
                  <a:pt x="837614" y="3748399"/>
                  <a:pt x="837614" y="3726941"/>
                </a:cubicBezTo>
                <a:cubicBezTo>
                  <a:pt x="837614" y="3705483"/>
                  <a:pt x="820219" y="3688088"/>
                  <a:pt x="798761" y="3688088"/>
                </a:cubicBezTo>
                <a:close/>
                <a:moveTo>
                  <a:pt x="670347" y="3688088"/>
                </a:moveTo>
                <a:cubicBezTo>
                  <a:pt x="648889" y="3688088"/>
                  <a:pt x="631494" y="3705483"/>
                  <a:pt x="631494" y="3726941"/>
                </a:cubicBezTo>
                <a:cubicBezTo>
                  <a:pt x="631496" y="3748399"/>
                  <a:pt x="648889" y="3765794"/>
                  <a:pt x="670347" y="3765794"/>
                </a:cubicBezTo>
                <a:cubicBezTo>
                  <a:pt x="691805" y="3765794"/>
                  <a:pt x="709200" y="3748399"/>
                  <a:pt x="709200" y="3726941"/>
                </a:cubicBezTo>
                <a:cubicBezTo>
                  <a:pt x="709200" y="3705483"/>
                  <a:pt x="691805" y="3688088"/>
                  <a:pt x="670347" y="3688088"/>
                </a:cubicBezTo>
                <a:close/>
                <a:moveTo>
                  <a:pt x="470779" y="3688088"/>
                </a:moveTo>
                <a:cubicBezTo>
                  <a:pt x="449321" y="3688088"/>
                  <a:pt x="431926" y="3705483"/>
                  <a:pt x="431926" y="3726941"/>
                </a:cubicBezTo>
                <a:cubicBezTo>
                  <a:pt x="431928" y="3748399"/>
                  <a:pt x="449321" y="3765794"/>
                  <a:pt x="470779" y="3765794"/>
                </a:cubicBezTo>
                <a:cubicBezTo>
                  <a:pt x="492237" y="3765794"/>
                  <a:pt x="509632" y="3748399"/>
                  <a:pt x="509632" y="3726941"/>
                </a:cubicBezTo>
                <a:cubicBezTo>
                  <a:pt x="509632" y="3705483"/>
                  <a:pt x="492237" y="3688088"/>
                  <a:pt x="470779" y="3688088"/>
                </a:cubicBezTo>
                <a:close/>
                <a:moveTo>
                  <a:pt x="342365" y="3688088"/>
                </a:moveTo>
                <a:cubicBezTo>
                  <a:pt x="320907" y="3688088"/>
                  <a:pt x="303512" y="3705483"/>
                  <a:pt x="303512" y="3726941"/>
                </a:cubicBezTo>
                <a:cubicBezTo>
                  <a:pt x="303513" y="3748399"/>
                  <a:pt x="320908" y="3765794"/>
                  <a:pt x="342365" y="3765794"/>
                </a:cubicBezTo>
                <a:cubicBezTo>
                  <a:pt x="363823" y="3765794"/>
                  <a:pt x="381218" y="3748399"/>
                  <a:pt x="381218" y="3726941"/>
                </a:cubicBezTo>
                <a:cubicBezTo>
                  <a:pt x="381218" y="3705483"/>
                  <a:pt x="363823" y="3688088"/>
                  <a:pt x="342365" y="3688088"/>
                </a:cubicBezTo>
                <a:close/>
                <a:moveTo>
                  <a:pt x="178374" y="3688088"/>
                </a:moveTo>
                <a:cubicBezTo>
                  <a:pt x="156916" y="3688088"/>
                  <a:pt x="139521" y="3705483"/>
                  <a:pt x="139521" y="3726941"/>
                </a:cubicBezTo>
                <a:cubicBezTo>
                  <a:pt x="139522" y="3748399"/>
                  <a:pt x="156917" y="3765794"/>
                  <a:pt x="178374" y="3765794"/>
                </a:cubicBezTo>
                <a:cubicBezTo>
                  <a:pt x="199832" y="3765794"/>
                  <a:pt x="217227" y="3748399"/>
                  <a:pt x="217227" y="3726941"/>
                </a:cubicBezTo>
                <a:cubicBezTo>
                  <a:pt x="217227" y="3705483"/>
                  <a:pt x="199832" y="3688088"/>
                  <a:pt x="178374" y="3688088"/>
                </a:cubicBezTo>
                <a:close/>
                <a:moveTo>
                  <a:pt x="0" y="3677119"/>
                </a:moveTo>
                <a:cubicBezTo>
                  <a:pt x="19381" y="3685345"/>
                  <a:pt x="32961" y="3704557"/>
                  <a:pt x="32961" y="3726941"/>
                </a:cubicBezTo>
                <a:cubicBezTo>
                  <a:pt x="32961" y="3749325"/>
                  <a:pt x="19381" y="3768537"/>
                  <a:pt x="0" y="3776764"/>
                </a:cubicBezTo>
                <a:lnTo>
                  <a:pt x="0" y="3757015"/>
                </a:lnTo>
                <a:cubicBezTo>
                  <a:pt x="11153" y="3751668"/>
                  <a:pt x="17659" y="3740064"/>
                  <a:pt x="17659" y="3726941"/>
                </a:cubicBezTo>
                <a:cubicBezTo>
                  <a:pt x="17659" y="3713818"/>
                  <a:pt x="11153" y="3702215"/>
                  <a:pt x="0" y="3696867"/>
                </a:cubicBezTo>
                <a:close/>
                <a:moveTo>
                  <a:pt x="9121532" y="3672786"/>
                </a:moveTo>
                <a:cubicBezTo>
                  <a:pt x="9125805" y="3672786"/>
                  <a:pt x="9129269" y="3676250"/>
                  <a:pt x="9129269" y="3680523"/>
                </a:cubicBezTo>
                <a:cubicBezTo>
                  <a:pt x="9129269" y="3711469"/>
                  <a:pt x="9129268" y="3742414"/>
                  <a:pt x="9129268" y="3773360"/>
                </a:cubicBezTo>
                <a:lnTo>
                  <a:pt x="9121532" y="3781096"/>
                </a:lnTo>
                <a:cubicBezTo>
                  <a:pt x="9117259" y="3781096"/>
                  <a:pt x="9113795" y="3777632"/>
                  <a:pt x="9113795" y="3773359"/>
                </a:cubicBezTo>
                <a:lnTo>
                  <a:pt x="9113795" y="3680523"/>
                </a:lnTo>
                <a:cubicBezTo>
                  <a:pt x="9113795" y="3676250"/>
                  <a:pt x="9117259" y="3672786"/>
                  <a:pt x="9121532" y="3672786"/>
                </a:cubicBezTo>
                <a:close/>
                <a:moveTo>
                  <a:pt x="9085956" y="3672786"/>
                </a:moveTo>
                <a:cubicBezTo>
                  <a:pt x="9090229" y="3672786"/>
                  <a:pt x="9093693" y="3676250"/>
                  <a:pt x="9093693" y="3680523"/>
                </a:cubicBezTo>
                <a:cubicBezTo>
                  <a:pt x="9093693" y="3711469"/>
                  <a:pt x="9093692" y="3742414"/>
                  <a:pt x="9093692" y="3773360"/>
                </a:cubicBezTo>
                <a:lnTo>
                  <a:pt x="9085956" y="3781096"/>
                </a:lnTo>
                <a:cubicBezTo>
                  <a:pt x="9081683" y="3781096"/>
                  <a:pt x="9078219" y="3777632"/>
                  <a:pt x="9078219" y="3773359"/>
                </a:cubicBezTo>
                <a:lnTo>
                  <a:pt x="9078219" y="3680523"/>
                </a:lnTo>
                <a:cubicBezTo>
                  <a:pt x="9078219" y="3676250"/>
                  <a:pt x="9081683" y="3672786"/>
                  <a:pt x="9085956" y="3672786"/>
                </a:cubicBezTo>
                <a:close/>
                <a:moveTo>
                  <a:pt x="9003959" y="3672786"/>
                </a:moveTo>
                <a:cubicBezTo>
                  <a:pt x="9033868" y="3672786"/>
                  <a:pt x="9058114" y="3697032"/>
                  <a:pt x="9058114" y="3726941"/>
                </a:cubicBezTo>
                <a:cubicBezTo>
                  <a:pt x="9058114" y="3756850"/>
                  <a:pt x="9033868" y="3781096"/>
                  <a:pt x="9003959" y="3781096"/>
                </a:cubicBezTo>
                <a:cubicBezTo>
                  <a:pt x="8974050" y="3781096"/>
                  <a:pt x="8949804" y="3756850"/>
                  <a:pt x="8949804" y="3726941"/>
                </a:cubicBezTo>
                <a:cubicBezTo>
                  <a:pt x="8949804" y="3697032"/>
                  <a:pt x="8974050" y="3672786"/>
                  <a:pt x="9003959" y="3672786"/>
                </a:cubicBezTo>
                <a:close/>
                <a:moveTo>
                  <a:pt x="8875545" y="3672786"/>
                </a:moveTo>
                <a:cubicBezTo>
                  <a:pt x="8905454" y="3672786"/>
                  <a:pt x="8929700" y="3697032"/>
                  <a:pt x="8929700" y="3726941"/>
                </a:cubicBezTo>
                <a:cubicBezTo>
                  <a:pt x="8929700" y="3756850"/>
                  <a:pt x="8905454" y="3781096"/>
                  <a:pt x="8875545" y="3781096"/>
                </a:cubicBezTo>
                <a:cubicBezTo>
                  <a:pt x="8845636" y="3781096"/>
                  <a:pt x="8821390" y="3756850"/>
                  <a:pt x="8821390" y="3726941"/>
                </a:cubicBezTo>
                <a:cubicBezTo>
                  <a:pt x="8821390" y="3697032"/>
                  <a:pt x="8845636" y="3672786"/>
                  <a:pt x="8875545" y="3672786"/>
                </a:cubicBezTo>
                <a:close/>
                <a:moveTo>
                  <a:pt x="8793550" y="3672786"/>
                </a:moveTo>
                <a:cubicBezTo>
                  <a:pt x="8797823" y="3672786"/>
                  <a:pt x="8801287" y="3676250"/>
                  <a:pt x="8801287" y="3680523"/>
                </a:cubicBezTo>
                <a:cubicBezTo>
                  <a:pt x="8801287" y="3711469"/>
                  <a:pt x="8801286" y="3742414"/>
                  <a:pt x="8801286" y="3773360"/>
                </a:cubicBezTo>
                <a:lnTo>
                  <a:pt x="8793550" y="3781096"/>
                </a:lnTo>
                <a:cubicBezTo>
                  <a:pt x="8789277" y="3781096"/>
                  <a:pt x="8785813" y="3777632"/>
                  <a:pt x="8785813" y="3773359"/>
                </a:cubicBezTo>
                <a:lnTo>
                  <a:pt x="8785813" y="3680523"/>
                </a:lnTo>
                <a:cubicBezTo>
                  <a:pt x="8785813" y="3676250"/>
                  <a:pt x="8789277" y="3672786"/>
                  <a:pt x="8793550" y="3672786"/>
                </a:cubicBezTo>
                <a:close/>
                <a:moveTo>
                  <a:pt x="8711554" y="3672786"/>
                </a:moveTo>
                <a:cubicBezTo>
                  <a:pt x="8741463" y="3672786"/>
                  <a:pt x="8765709" y="3697032"/>
                  <a:pt x="8765709" y="3726941"/>
                </a:cubicBezTo>
                <a:cubicBezTo>
                  <a:pt x="8765709" y="3756850"/>
                  <a:pt x="8741463" y="3781096"/>
                  <a:pt x="8711554" y="3781096"/>
                </a:cubicBezTo>
                <a:cubicBezTo>
                  <a:pt x="8681645" y="3781096"/>
                  <a:pt x="8657399" y="3756850"/>
                  <a:pt x="8657399" y="3726941"/>
                </a:cubicBezTo>
                <a:cubicBezTo>
                  <a:pt x="8657399" y="3697032"/>
                  <a:pt x="8681645" y="3672786"/>
                  <a:pt x="8711554" y="3672786"/>
                </a:cubicBezTo>
                <a:close/>
                <a:moveTo>
                  <a:pt x="8629559" y="3672786"/>
                </a:moveTo>
                <a:cubicBezTo>
                  <a:pt x="8633832" y="3672786"/>
                  <a:pt x="8637296" y="3676250"/>
                  <a:pt x="8637296" y="3680523"/>
                </a:cubicBezTo>
                <a:cubicBezTo>
                  <a:pt x="8637296" y="3711469"/>
                  <a:pt x="8637295" y="3742414"/>
                  <a:pt x="8637295" y="3773360"/>
                </a:cubicBezTo>
                <a:lnTo>
                  <a:pt x="8629559" y="3781096"/>
                </a:lnTo>
                <a:cubicBezTo>
                  <a:pt x="8625286" y="3781096"/>
                  <a:pt x="8621822" y="3777632"/>
                  <a:pt x="8621822" y="3773359"/>
                </a:cubicBezTo>
                <a:lnTo>
                  <a:pt x="8621822" y="3680523"/>
                </a:lnTo>
                <a:cubicBezTo>
                  <a:pt x="8621822" y="3676250"/>
                  <a:pt x="8625286" y="3672786"/>
                  <a:pt x="8629559" y="3672786"/>
                </a:cubicBezTo>
                <a:close/>
                <a:moveTo>
                  <a:pt x="8593983" y="3672786"/>
                </a:moveTo>
                <a:cubicBezTo>
                  <a:pt x="8598256" y="3672786"/>
                  <a:pt x="8601720" y="3676250"/>
                  <a:pt x="8601720" y="3680523"/>
                </a:cubicBezTo>
                <a:cubicBezTo>
                  <a:pt x="8601720" y="3711469"/>
                  <a:pt x="8601719" y="3742414"/>
                  <a:pt x="8601719" y="3773360"/>
                </a:cubicBezTo>
                <a:lnTo>
                  <a:pt x="8593983" y="3781096"/>
                </a:lnTo>
                <a:cubicBezTo>
                  <a:pt x="8589710" y="3781096"/>
                  <a:pt x="8586246" y="3777632"/>
                  <a:pt x="8586246" y="3773359"/>
                </a:cubicBezTo>
                <a:lnTo>
                  <a:pt x="8586246" y="3680523"/>
                </a:lnTo>
                <a:cubicBezTo>
                  <a:pt x="8586246" y="3676250"/>
                  <a:pt x="8589710" y="3672786"/>
                  <a:pt x="8593983" y="3672786"/>
                </a:cubicBezTo>
                <a:close/>
                <a:moveTo>
                  <a:pt x="8511986" y="3672786"/>
                </a:moveTo>
                <a:cubicBezTo>
                  <a:pt x="8541895" y="3672786"/>
                  <a:pt x="8566141" y="3697032"/>
                  <a:pt x="8566141" y="3726941"/>
                </a:cubicBezTo>
                <a:cubicBezTo>
                  <a:pt x="8566141" y="3756850"/>
                  <a:pt x="8541895" y="3781096"/>
                  <a:pt x="8511986" y="3781096"/>
                </a:cubicBezTo>
                <a:cubicBezTo>
                  <a:pt x="8482077" y="3781096"/>
                  <a:pt x="8457831" y="3756850"/>
                  <a:pt x="8457831" y="3726941"/>
                </a:cubicBezTo>
                <a:cubicBezTo>
                  <a:pt x="8457831" y="3697032"/>
                  <a:pt x="8482077" y="3672786"/>
                  <a:pt x="8511986" y="3672786"/>
                </a:cubicBezTo>
                <a:close/>
                <a:moveTo>
                  <a:pt x="8429992" y="3672786"/>
                </a:moveTo>
                <a:cubicBezTo>
                  <a:pt x="8434265" y="3672786"/>
                  <a:pt x="8437729" y="3676250"/>
                  <a:pt x="8437729" y="3680523"/>
                </a:cubicBezTo>
                <a:cubicBezTo>
                  <a:pt x="8437729" y="3711469"/>
                  <a:pt x="8437728" y="3742414"/>
                  <a:pt x="8437728" y="3773360"/>
                </a:cubicBezTo>
                <a:lnTo>
                  <a:pt x="8429992" y="3781096"/>
                </a:lnTo>
                <a:cubicBezTo>
                  <a:pt x="8425719" y="3781096"/>
                  <a:pt x="8422255" y="3777632"/>
                  <a:pt x="8422255" y="3773359"/>
                </a:cubicBezTo>
                <a:lnTo>
                  <a:pt x="8422255" y="3680523"/>
                </a:lnTo>
                <a:cubicBezTo>
                  <a:pt x="8422255" y="3676250"/>
                  <a:pt x="8425719" y="3672786"/>
                  <a:pt x="8429992" y="3672786"/>
                </a:cubicBezTo>
                <a:close/>
                <a:moveTo>
                  <a:pt x="8394415" y="3672786"/>
                </a:moveTo>
                <a:cubicBezTo>
                  <a:pt x="8398688" y="3672786"/>
                  <a:pt x="8402152" y="3676250"/>
                  <a:pt x="8402152" y="3680523"/>
                </a:cubicBezTo>
                <a:cubicBezTo>
                  <a:pt x="8402152" y="3711469"/>
                  <a:pt x="8402151" y="3742414"/>
                  <a:pt x="8402151" y="3773360"/>
                </a:cubicBezTo>
                <a:lnTo>
                  <a:pt x="8394415" y="3781096"/>
                </a:lnTo>
                <a:cubicBezTo>
                  <a:pt x="8390142" y="3781096"/>
                  <a:pt x="8386678" y="3777632"/>
                  <a:pt x="8386678" y="3773359"/>
                </a:cubicBezTo>
                <a:lnTo>
                  <a:pt x="8386678" y="3680523"/>
                </a:lnTo>
                <a:cubicBezTo>
                  <a:pt x="8386678" y="3676250"/>
                  <a:pt x="8390142" y="3672786"/>
                  <a:pt x="8394415" y="3672786"/>
                </a:cubicBezTo>
                <a:close/>
                <a:moveTo>
                  <a:pt x="8358838" y="3672786"/>
                </a:moveTo>
                <a:cubicBezTo>
                  <a:pt x="8363111" y="3672786"/>
                  <a:pt x="8366575" y="3676250"/>
                  <a:pt x="8366575" y="3680523"/>
                </a:cubicBezTo>
                <a:cubicBezTo>
                  <a:pt x="8366575" y="3711469"/>
                  <a:pt x="8366574" y="3742414"/>
                  <a:pt x="8366574" y="3773360"/>
                </a:cubicBezTo>
                <a:lnTo>
                  <a:pt x="8358838" y="3781096"/>
                </a:lnTo>
                <a:cubicBezTo>
                  <a:pt x="8354565" y="3781096"/>
                  <a:pt x="8351101" y="3777632"/>
                  <a:pt x="8351101" y="3773359"/>
                </a:cubicBezTo>
                <a:lnTo>
                  <a:pt x="8351101" y="3680523"/>
                </a:lnTo>
                <a:cubicBezTo>
                  <a:pt x="8351101" y="3676250"/>
                  <a:pt x="8354565" y="3672786"/>
                  <a:pt x="8358838" y="3672786"/>
                </a:cubicBezTo>
                <a:close/>
                <a:moveTo>
                  <a:pt x="8276842" y="3672786"/>
                </a:moveTo>
                <a:cubicBezTo>
                  <a:pt x="8306751" y="3672786"/>
                  <a:pt x="8330997" y="3697032"/>
                  <a:pt x="8330997" y="3726941"/>
                </a:cubicBezTo>
                <a:cubicBezTo>
                  <a:pt x="8330997" y="3756850"/>
                  <a:pt x="8306751" y="3781096"/>
                  <a:pt x="8276842" y="3781096"/>
                </a:cubicBezTo>
                <a:cubicBezTo>
                  <a:pt x="8246933" y="3781096"/>
                  <a:pt x="8222687" y="3756850"/>
                  <a:pt x="8222687" y="3726941"/>
                </a:cubicBezTo>
                <a:cubicBezTo>
                  <a:pt x="8222687" y="3697032"/>
                  <a:pt x="8246933" y="3672786"/>
                  <a:pt x="8276842" y="3672786"/>
                </a:cubicBezTo>
                <a:close/>
                <a:moveTo>
                  <a:pt x="8194847" y="3672786"/>
                </a:moveTo>
                <a:cubicBezTo>
                  <a:pt x="8199120" y="3672786"/>
                  <a:pt x="8202584" y="3676250"/>
                  <a:pt x="8202584" y="3680523"/>
                </a:cubicBezTo>
                <a:cubicBezTo>
                  <a:pt x="8202584" y="3711469"/>
                  <a:pt x="8202583" y="3742414"/>
                  <a:pt x="8202583" y="3773360"/>
                </a:cubicBezTo>
                <a:lnTo>
                  <a:pt x="8194847" y="3781096"/>
                </a:lnTo>
                <a:cubicBezTo>
                  <a:pt x="8190574" y="3781096"/>
                  <a:pt x="8187110" y="3777632"/>
                  <a:pt x="8187110" y="3773359"/>
                </a:cubicBezTo>
                <a:lnTo>
                  <a:pt x="8187110" y="3680523"/>
                </a:lnTo>
                <a:cubicBezTo>
                  <a:pt x="8187110" y="3676250"/>
                  <a:pt x="8190574" y="3672786"/>
                  <a:pt x="8194847" y="3672786"/>
                </a:cubicBezTo>
                <a:close/>
                <a:moveTo>
                  <a:pt x="8112851" y="3672786"/>
                </a:moveTo>
                <a:cubicBezTo>
                  <a:pt x="8142760" y="3672786"/>
                  <a:pt x="8167006" y="3697032"/>
                  <a:pt x="8167006" y="3726941"/>
                </a:cubicBezTo>
                <a:cubicBezTo>
                  <a:pt x="8167006" y="3756850"/>
                  <a:pt x="8142760" y="3781096"/>
                  <a:pt x="8112851" y="3781096"/>
                </a:cubicBezTo>
                <a:cubicBezTo>
                  <a:pt x="8082942" y="3781096"/>
                  <a:pt x="8058696" y="3756850"/>
                  <a:pt x="8058696" y="3726941"/>
                </a:cubicBezTo>
                <a:cubicBezTo>
                  <a:pt x="8058696" y="3697032"/>
                  <a:pt x="8082942" y="3672786"/>
                  <a:pt x="8112851" y="3672786"/>
                </a:cubicBezTo>
                <a:close/>
                <a:moveTo>
                  <a:pt x="7984437" y="3672786"/>
                </a:moveTo>
                <a:cubicBezTo>
                  <a:pt x="8014346" y="3672786"/>
                  <a:pt x="8038592" y="3697032"/>
                  <a:pt x="8038592" y="3726941"/>
                </a:cubicBezTo>
                <a:cubicBezTo>
                  <a:pt x="8038592" y="3756850"/>
                  <a:pt x="8014346" y="3781096"/>
                  <a:pt x="7984437" y="3781096"/>
                </a:cubicBezTo>
                <a:cubicBezTo>
                  <a:pt x="7954528" y="3781096"/>
                  <a:pt x="7930282" y="3756850"/>
                  <a:pt x="7930282" y="3726941"/>
                </a:cubicBezTo>
                <a:cubicBezTo>
                  <a:pt x="7930282" y="3697032"/>
                  <a:pt x="7954528" y="3672786"/>
                  <a:pt x="7984437" y="3672786"/>
                </a:cubicBezTo>
                <a:close/>
                <a:moveTo>
                  <a:pt x="7902442" y="3672786"/>
                </a:moveTo>
                <a:cubicBezTo>
                  <a:pt x="7906715" y="3672786"/>
                  <a:pt x="7910179" y="3676250"/>
                  <a:pt x="7910179" y="3680523"/>
                </a:cubicBezTo>
                <a:cubicBezTo>
                  <a:pt x="7910179" y="3711469"/>
                  <a:pt x="7910178" y="3742414"/>
                  <a:pt x="7910178" y="3773360"/>
                </a:cubicBezTo>
                <a:lnTo>
                  <a:pt x="7902442" y="3781096"/>
                </a:lnTo>
                <a:cubicBezTo>
                  <a:pt x="7898169" y="3781096"/>
                  <a:pt x="7894705" y="3777632"/>
                  <a:pt x="7894705" y="3773359"/>
                </a:cubicBezTo>
                <a:lnTo>
                  <a:pt x="7894705" y="3680523"/>
                </a:lnTo>
                <a:cubicBezTo>
                  <a:pt x="7894705" y="3676250"/>
                  <a:pt x="7898169" y="3672786"/>
                  <a:pt x="7902442" y="3672786"/>
                </a:cubicBezTo>
                <a:close/>
                <a:moveTo>
                  <a:pt x="7866865" y="3672786"/>
                </a:moveTo>
                <a:cubicBezTo>
                  <a:pt x="7871138" y="3672786"/>
                  <a:pt x="7874602" y="3676250"/>
                  <a:pt x="7874602" y="3680523"/>
                </a:cubicBezTo>
                <a:cubicBezTo>
                  <a:pt x="7874602" y="3711469"/>
                  <a:pt x="7874601" y="3742414"/>
                  <a:pt x="7874601" y="3773360"/>
                </a:cubicBezTo>
                <a:lnTo>
                  <a:pt x="7866865" y="3781096"/>
                </a:lnTo>
                <a:cubicBezTo>
                  <a:pt x="7862592" y="3781096"/>
                  <a:pt x="7859128" y="3777632"/>
                  <a:pt x="7859128" y="3773359"/>
                </a:cubicBezTo>
                <a:lnTo>
                  <a:pt x="7859128" y="3680523"/>
                </a:lnTo>
                <a:cubicBezTo>
                  <a:pt x="7859128" y="3676250"/>
                  <a:pt x="7862592" y="3672786"/>
                  <a:pt x="7866865" y="3672786"/>
                </a:cubicBezTo>
                <a:close/>
                <a:moveTo>
                  <a:pt x="7784869" y="3672786"/>
                </a:moveTo>
                <a:cubicBezTo>
                  <a:pt x="7814778" y="3672786"/>
                  <a:pt x="7839024" y="3697032"/>
                  <a:pt x="7839024" y="3726941"/>
                </a:cubicBezTo>
                <a:cubicBezTo>
                  <a:pt x="7839024" y="3756850"/>
                  <a:pt x="7814778" y="3781096"/>
                  <a:pt x="7784869" y="3781096"/>
                </a:cubicBezTo>
                <a:cubicBezTo>
                  <a:pt x="7754960" y="3781096"/>
                  <a:pt x="7730714" y="3756850"/>
                  <a:pt x="7730714" y="3726941"/>
                </a:cubicBezTo>
                <a:cubicBezTo>
                  <a:pt x="7730714" y="3697032"/>
                  <a:pt x="7754960" y="3672786"/>
                  <a:pt x="7784869" y="3672786"/>
                </a:cubicBezTo>
                <a:close/>
                <a:moveTo>
                  <a:pt x="7656455" y="3672786"/>
                </a:moveTo>
                <a:cubicBezTo>
                  <a:pt x="7686364" y="3672786"/>
                  <a:pt x="7710610" y="3697032"/>
                  <a:pt x="7710610" y="3726941"/>
                </a:cubicBezTo>
                <a:cubicBezTo>
                  <a:pt x="7710610" y="3756850"/>
                  <a:pt x="7686364" y="3781096"/>
                  <a:pt x="7656455" y="3781096"/>
                </a:cubicBezTo>
                <a:cubicBezTo>
                  <a:pt x="7626546" y="3781096"/>
                  <a:pt x="7602300" y="3756850"/>
                  <a:pt x="7602300" y="3726941"/>
                </a:cubicBezTo>
                <a:cubicBezTo>
                  <a:pt x="7602300" y="3697032"/>
                  <a:pt x="7626546" y="3672786"/>
                  <a:pt x="7656455" y="3672786"/>
                </a:cubicBezTo>
                <a:close/>
                <a:moveTo>
                  <a:pt x="7574460" y="3672786"/>
                </a:moveTo>
                <a:cubicBezTo>
                  <a:pt x="7578733" y="3672786"/>
                  <a:pt x="7582197" y="3676250"/>
                  <a:pt x="7582197" y="3680523"/>
                </a:cubicBezTo>
                <a:cubicBezTo>
                  <a:pt x="7582197" y="3711469"/>
                  <a:pt x="7582196" y="3742414"/>
                  <a:pt x="7582196" y="3773360"/>
                </a:cubicBezTo>
                <a:lnTo>
                  <a:pt x="7574460" y="3781096"/>
                </a:lnTo>
                <a:cubicBezTo>
                  <a:pt x="7570187" y="3781096"/>
                  <a:pt x="7566723" y="3777632"/>
                  <a:pt x="7566723" y="3773359"/>
                </a:cubicBezTo>
                <a:lnTo>
                  <a:pt x="7566723" y="3680523"/>
                </a:lnTo>
                <a:cubicBezTo>
                  <a:pt x="7566723" y="3676250"/>
                  <a:pt x="7570187" y="3672786"/>
                  <a:pt x="7574460" y="3672786"/>
                </a:cubicBezTo>
                <a:close/>
                <a:moveTo>
                  <a:pt x="7492464" y="3672786"/>
                </a:moveTo>
                <a:cubicBezTo>
                  <a:pt x="7522373" y="3672786"/>
                  <a:pt x="7546619" y="3697032"/>
                  <a:pt x="7546619" y="3726941"/>
                </a:cubicBezTo>
                <a:cubicBezTo>
                  <a:pt x="7546619" y="3756850"/>
                  <a:pt x="7522373" y="3781096"/>
                  <a:pt x="7492464" y="3781096"/>
                </a:cubicBezTo>
                <a:cubicBezTo>
                  <a:pt x="7462555" y="3781096"/>
                  <a:pt x="7438309" y="3756850"/>
                  <a:pt x="7438309" y="3726941"/>
                </a:cubicBezTo>
                <a:cubicBezTo>
                  <a:pt x="7438309" y="3697032"/>
                  <a:pt x="7462555" y="3672786"/>
                  <a:pt x="7492464" y="3672786"/>
                </a:cubicBezTo>
                <a:close/>
                <a:moveTo>
                  <a:pt x="7410469" y="3672786"/>
                </a:moveTo>
                <a:cubicBezTo>
                  <a:pt x="7414742" y="3672786"/>
                  <a:pt x="7418206" y="3676250"/>
                  <a:pt x="7418206" y="3680523"/>
                </a:cubicBezTo>
                <a:cubicBezTo>
                  <a:pt x="7418206" y="3711469"/>
                  <a:pt x="7418205" y="3742414"/>
                  <a:pt x="7418205" y="3773360"/>
                </a:cubicBezTo>
                <a:lnTo>
                  <a:pt x="7410469" y="3781096"/>
                </a:lnTo>
                <a:cubicBezTo>
                  <a:pt x="7406196" y="3781096"/>
                  <a:pt x="7402732" y="3777632"/>
                  <a:pt x="7402732" y="3773359"/>
                </a:cubicBezTo>
                <a:lnTo>
                  <a:pt x="7402732" y="3680523"/>
                </a:lnTo>
                <a:cubicBezTo>
                  <a:pt x="7402732" y="3676250"/>
                  <a:pt x="7406196" y="3672786"/>
                  <a:pt x="7410469" y="3672786"/>
                </a:cubicBezTo>
                <a:close/>
                <a:moveTo>
                  <a:pt x="7374892" y="3672786"/>
                </a:moveTo>
                <a:cubicBezTo>
                  <a:pt x="7379165" y="3672786"/>
                  <a:pt x="7382629" y="3676250"/>
                  <a:pt x="7382629" y="3680523"/>
                </a:cubicBezTo>
                <a:cubicBezTo>
                  <a:pt x="7382629" y="3711469"/>
                  <a:pt x="7382628" y="3742414"/>
                  <a:pt x="7382628" y="3773360"/>
                </a:cubicBezTo>
                <a:lnTo>
                  <a:pt x="7374892" y="3781096"/>
                </a:lnTo>
                <a:cubicBezTo>
                  <a:pt x="7370619" y="3781096"/>
                  <a:pt x="7367155" y="3777632"/>
                  <a:pt x="7367155" y="3773359"/>
                </a:cubicBezTo>
                <a:lnTo>
                  <a:pt x="7367155" y="3680523"/>
                </a:lnTo>
                <a:cubicBezTo>
                  <a:pt x="7367155" y="3676250"/>
                  <a:pt x="7370619" y="3672786"/>
                  <a:pt x="7374892" y="3672786"/>
                </a:cubicBezTo>
                <a:close/>
                <a:moveTo>
                  <a:pt x="7292896" y="3672786"/>
                </a:moveTo>
                <a:cubicBezTo>
                  <a:pt x="7322805" y="3672786"/>
                  <a:pt x="7347051" y="3697032"/>
                  <a:pt x="7347051" y="3726941"/>
                </a:cubicBezTo>
                <a:cubicBezTo>
                  <a:pt x="7347051" y="3756850"/>
                  <a:pt x="7322805" y="3781096"/>
                  <a:pt x="7292896" y="3781096"/>
                </a:cubicBezTo>
                <a:cubicBezTo>
                  <a:pt x="7262987" y="3781096"/>
                  <a:pt x="7238741" y="3756850"/>
                  <a:pt x="7238741" y="3726941"/>
                </a:cubicBezTo>
                <a:cubicBezTo>
                  <a:pt x="7238741" y="3697032"/>
                  <a:pt x="7262987" y="3672786"/>
                  <a:pt x="7292896" y="3672786"/>
                </a:cubicBezTo>
                <a:close/>
                <a:moveTo>
                  <a:pt x="7210901" y="3672786"/>
                </a:moveTo>
                <a:cubicBezTo>
                  <a:pt x="7215174" y="3672786"/>
                  <a:pt x="7218638" y="3676250"/>
                  <a:pt x="7218638" y="3680523"/>
                </a:cubicBezTo>
                <a:cubicBezTo>
                  <a:pt x="7218638" y="3711469"/>
                  <a:pt x="7218637" y="3742414"/>
                  <a:pt x="7218637" y="3773360"/>
                </a:cubicBezTo>
                <a:lnTo>
                  <a:pt x="7210901" y="3781096"/>
                </a:lnTo>
                <a:cubicBezTo>
                  <a:pt x="7206628" y="3781096"/>
                  <a:pt x="7203164" y="3777632"/>
                  <a:pt x="7203164" y="3773359"/>
                </a:cubicBezTo>
                <a:lnTo>
                  <a:pt x="7203164" y="3680523"/>
                </a:lnTo>
                <a:cubicBezTo>
                  <a:pt x="7203164" y="3676250"/>
                  <a:pt x="7206628" y="3672786"/>
                  <a:pt x="7210901" y="3672786"/>
                </a:cubicBezTo>
                <a:close/>
                <a:moveTo>
                  <a:pt x="7175777" y="3672786"/>
                </a:moveTo>
                <a:cubicBezTo>
                  <a:pt x="7180050" y="3672786"/>
                  <a:pt x="7183514" y="3676250"/>
                  <a:pt x="7183514" y="3680523"/>
                </a:cubicBezTo>
                <a:lnTo>
                  <a:pt x="7183514" y="3773359"/>
                </a:lnTo>
                <a:cubicBezTo>
                  <a:pt x="7183514" y="3777632"/>
                  <a:pt x="7180050" y="3781096"/>
                  <a:pt x="7175777" y="3781096"/>
                </a:cubicBezTo>
                <a:lnTo>
                  <a:pt x="7168041" y="3773360"/>
                </a:lnTo>
                <a:cubicBezTo>
                  <a:pt x="7168041" y="3742414"/>
                  <a:pt x="7168040" y="3711469"/>
                  <a:pt x="7168040" y="3680523"/>
                </a:cubicBezTo>
                <a:cubicBezTo>
                  <a:pt x="7168040" y="3676250"/>
                  <a:pt x="7171504" y="3672786"/>
                  <a:pt x="7175777" y="3672786"/>
                </a:cubicBezTo>
                <a:close/>
                <a:moveTo>
                  <a:pt x="7093782" y="3672786"/>
                </a:moveTo>
                <a:cubicBezTo>
                  <a:pt x="7123691" y="3672786"/>
                  <a:pt x="7147937" y="3697032"/>
                  <a:pt x="7147937" y="3726941"/>
                </a:cubicBezTo>
                <a:cubicBezTo>
                  <a:pt x="7147937" y="3756850"/>
                  <a:pt x="7123691" y="3781096"/>
                  <a:pt x="7093782" y="3781096"/>
                </a:cubicBezTo>
                <a:cubicBezTo>
                  <a:pt x="7063873" y="3781096"/>
                  <a:pt x="7039627" y="3756850"/>
                  <a:pt x="7039627" y="3726941"/>
                </a:cubicBezTo>
                <a:cubicBezTo>
                  <a:pt x="7039627" y="3697032"/>
                  <a:pt x="7063873" y="3672786"/>
                  <a:pt x="7093782" y="3672786"/>
                </a:cubicBezTo>
                <a:close/>
                <a:moveTo>
                  <a:pt x="7011786" y="3672786"/>
                </a:moveTo>
                <a:cubicBezTo>
                  <a:pt x="7016059" y="3672786"/>
                  <a:pt x="7019523" y="3676250"/>
                  <a:pt x="7019523" y="3680523"/>
                </a:cubicBezTo>
                <a:lnTo>
                  <a:pt x="7019523" y="3773359"/>
                </a:lnTo>
                <a:cubicBezTo>
                  <a:pt x="7019523" y="3777632"/>
                  <a:pt x="7016059" y="3781096"/>
                  <a:pt x="7011786" y="3781096"/>
                </a:cubicBezTo>
                <a:lnTo>
                  <a:pt x="7004050" y="3773360"/>
                </a:lnTo>
                <a:cubicBezTo>
                  <a:pt x="7004050" y="3742414"/>
                  <a:pt x="7004049" y="3711469"/>
                  <a:pt x="7004049" y="3680523"/>
                </a:cubicBezTo>
                <a:cubicBezTo>
                  <a:pt x="7004049" y="3676250"/>
                  <a:pt x="7007513" y="3672786"/>
                  <a:pt x="7011786" y="3672786"/>
                </a:cubicBezTo>
                <a:close/>
                <a:moveTo>
                  <a:pt x="6929791" y="3672786"/>
                </a:moveTo>
                <a:cubicBezTo>
                  <a:pt x="6959700" y="3672786"/>
                  <a:pt x="6983946" y="3697032"/>
                  <a:pt x="6983946" y="3726941"/>
                </a:cubicBezTo>
                <a:cubicBezTo>
                  <a:pt x="6983946" y="3756850"/>
                  <a:pt x="6959700" y="3781096"/>
                  <a:pt x="6929791" y="3781096"/>
                </a:cubicBezTo>
                <a:cubicBezTo>
                  <a:pt x="6899882" y="3781096"/>
                  <a:pt x="6875636" y="3756850"/>
                  <a:pt x="6875636" y="3726941"/>
                </a:cubicBezTo>
                <a:cubicBezTo>
                  <a:pt x="6875636" y="3697032"/>
                  <a:pt x="6899882" y="3672786"/>
                  <a:pt x="6929791" y="3672786"/>
                </a:cubicBezTo>
                <a:close/>
                <a:moveTo>
                  <a:pt x="6847795" y="3672786"/>
                </a:moveTo>
                <a:cubicBezTo>
                  <a:pt x="6852068" y="3672786"/>
                  <a:pt x="6855532" y="3676250"/>
                  <a:pt x="6855532" y="3680523"/>
                </a:cubicBezTo>
                <a:lnTo>
                  <a:pt x="6855532" y="3773359"/>
                </a:lnTo>
                <a:cubicBezTo>
                  <a:pt x="6855532" y="3777632"/>
                  <a:pt x="6852068" y="3781096"/>
                  <a:pt x="6847795" y="3781096"/>
                </a:cubicBezTo>
                <a:lnTo>
                  <a:pt x="6840059" y="3773360"/>
                </a:lnTo>
                <a:cubicBezTo>
                  <a:pt x="6840059" y="3742414"/>
                  <a:pt x="6840058" y="3711469"/>
                  <a:pt x="6840058" y="3680523"/>
                </a:cubicBezTo>
                <a:cubicBezTo>
                  <a:pt x="6840058" y="3676250"/>
                  <a:pt x="6843522" y="3672786"/>
                  <a:pt x="6847795" y="3672786"/>
                </a:cubicBezTo>
                <a:close/>
                <a:moveTo>
                  <a:pt x="6765800" y="3672786"/>
                </a:moveTo>
                <a:cubicBezTo>
                  <a:pt x="6795709" y="3672786"/>
                  <a:pt x="6819955" y="3697032"/>
                  <a:pt x="6819955" y="3726941"/>
                </a:cubicBezTo>
                <a:cubicBezTo>
                  <a:pt x="6819955" y="3756850"/>
                  <a:pt x="6795709" y="3781096"/>
                  <a:pt x="6765800" y="3781096"/>
                </a:cubicBezTo>
                <a:cubicBezTo>
                  <a:pt x="6735891" y="3781096"/>
                  <a:pt x="6711645" y="3756850"/>
                  <a:pt x="6711645" y="3726941"/>
                </a:cubicBezTo>
                <a:cubicBezTo>
                  <a:pt x="6711645" y="3697032"/>
                  <a:pt x="6735891" y="3672786"/>
                  <a:pt x="6765800" y="3672786"/>
                </a:cubicBezTo>
                <a:close/>
                <a:moveTo>
                  <a:pt x="6637385" y="3672786"/>
                </a:moveTo>
                <a:cubicBezTo>
                  <a:pt x="6667294" y="3672786"/>
                  <a:pt x="6691540" y="3697032"/>
                  <a:pt x="6691540" y="3726941"/>
                </a:cubicBezTo>
                <a:cubicBezTo>
                  <a:pt x="6691540" y="3756850"/>
                  <a:pt x="6667294" y="3781096"/>
                  <a:pt x="6637385" y="3781096"/>
                </a:cubicBezTo>
                <a:cubicBezTo>
                  <a:pt x="6607476" y="3781096"/>
                  <a:pt x="6583230" y="3756850"/>
                  <a:pt x="6583230" y="3726941"/>
                </a:cubicBezTo>
                <a:cubicBezTo>
                  <a:pt x="6583230" y="3697032"/>
                  <a:pt x="6607476" y="3672786"/>
                  <a:pt x="6637385" y="3672786"/>
                </a:cubicBezTo>
                <a:close/>
                <a:moveTo>
                  <a:pt x="6555390" y="3672786"/>
                </a:moveTo>
                <a:cubicBezTo>
                  <a:pt x="6559663" y="3672786"/>
                  <a:pt x="6563127" y="3676250"/>
                  <a:pt x="6563127" y="3680523"/>
                </a:cubicBezTo>
                <a:lnTo>
                  <a:pt x="6563127" y="3773359"/>
                </a:lnTo>
                <a:cubicBezTo>
                  <a:pt x="6563127" y="3777632"/>
                  <a:pt x="6559663" y="3781096"/>
                  <a:pt x="6555390" y="3781096"/>
                </a:cubicBezTo>
                <a:lnTo>
                  <a:pt x="6547654" y="3773360"/>
                </a:lnTo>
                <a:cubicBezTo>
                  <a:pt x="6547654" y="3742414"/>
                  <a:pt x="6547653" y="3711469"/>
                  <a:pt x="6547653" y="3680523"/>
                </a:cubicBezTo>
                <a:cubicBezTo>
                  <a:pt x="6547653" y="3676250"/>
                  <a:pt x="6551117" y="3672786"/>
                  <a:pt x="6555390" y="3672786"/>
                </a:cubicBezTo>
                <a:close/>
                <a:moveTo>
                  <a:pt x="6519813" y="3672786"/>
                </a:moveTo>
                <a:cubicBezTo>
                  <a:pt x="6524086" y="3672786"/>
                  <a:pt x="6527550" y="3676250"/>
                  <a:pt x="6527550" y="3680523"/>
                </a:cubicBezTo>
                <a:lnTo>
                  <a:pt x="6527550" y="3773359"/>
                </a:lnTo>
                <a:cubicBezTo>
                  <a:pt x="6527550" y="3777632"/>
                  <a:pt x="6524086" y="3781096"/>
                  <a:pt x="6519813" y="3781096"/>
                </a:cubicBezTo>
                <a:lnTo>
                  <a:pt x="6512077" y="3773360"/>
                </a:lnTo>
                <a:cubicBezTo>
                  <a:pt x="6512077" y="3742414"/>
                  <a:pt x="6512076" y="3711469"/>
                  <a:pt x="6512076" y="3680523"/>
                </a:cubicBezTo>
                <a:cubicBezTo>
                  <a:pt x="6512076" y="3676250"/>
                  <a:pt x="6515540" y="3672786"/>
                  <a:pt x="6519813" y="3672786"/>
                </a:cubicBezTo>
                <a:close/>
                <a:moveTo>
                  <a:pt x="6437818" y="3672786"/>
                </a:moveTo>
                <a:cubicBezTo>
                  <a:pt x="6467727" y="3672786"/>
                  <a:pt x="6491973" y="3697032"/>
                  <a:pt x="6491973" y="3726941"/>
                </a:cubicBezTo>
                <a:cubicBezTo>
                  <a:pt x="6491973" y="3756850"/>
                  <a:pt x="6467727" y="3781096"/>
                  <a:pt x="6437818" y="3781096"/>
                </a:cubicBezTo>
                <a:cubicBezTo>
                  <a:pt x="6407909" y="3781096"/>
                  <a:pt x="6383663" y="3756850"/>
                  <a:pt x="6383663" y="3726941"/>
                </a:cubicBezTo>
                <a:cubicBezTo>
                  <a:pt x="6383663" y="3697032"/>
                  <a:pt x="6407909" y="3672786"/>
                  <a:pt x="6437818" y="3672786"/>
                </a:cubicBezTo>
                <a:close/>
                <a:moveTo>
                  <a:pt x="6355822" y="3672786"/>
                </a:moveTo>
                <a:cubicBezTo>
                  <a:pt x="6360095" y="3672786"/>
                  <a:pt x="6363559" y="3676250"/>
                  <a:pt x="6363559" y="3680523"/>
                </a:cubicBezTo>
                <a:lnTo>
                  <a:pt x="6363559" y="3773359"/>
                </a:lnTo>
                <a:cubicBezTo>
                  <a:pt x="6363559" y="3777632"/>
                  <a:pt x="6360095" y="3781096"/>
                  <a:pt x="6355822" y="3781096"/>
                </a:cubicBezTo>
                <a:lnTo>
                  <a:pt x="6348086" y="3773360"/>
                </a:lnTo>
                <a:cubicBezTo>
                  <a:pt x="6348086" y="3742414"/>
                  <a:pt x="6348085" y="3711469"/>
                  <a:pt x="6348085" y="3680523"/>
                </a:cubicBezTo>
                <a:cubicBezTo>
                  <a:pt x="6348085" y="3676250"/>
                  <a:pt x="6351549" y="3672786"/>
                  <a:pt x="6355822" y="3672786"/>
                </a:cubicBezTo>
                <a:close/>
                <a:moveTo>
                  <a:pt x="6273827" y="3672786"/>
                </a:moveTo>
                <a:cubicBezTo>
                  <a:pt x="6303736" y="3672786"/>
                  <a:pt x="6327982" y="3697032"/>
                  <a:pt x="6327982" y="3726941"/>
                </a:cubicBezTo>
                <a:cubicBezTo>
                  <a:pt x="6327982" y="3756850"/>
                  <a:pt x="6303736" y="3781096"/>
                  <a:pt x="6273827" y="3781096"/>
                </a:cubicBezTo>
                <a:cubicBezTo>
                  <a:pt x="6243918" y="3781096"/>
                  <a:pt x="6219672" y="3756850"/>
                  <a:pt x="6219672" y="3726941"/>
                </a:cubicBezTo>
                <a:cubicBezTo>
                  <a:pt x="6219672" y="3697032"/>
                  <a:pt x="6243918" y="3672786"/>
                  <a:pt x="6273827" y="3672786"/>
                </a:cubicBezTo>
                <a:close/>
                <a:moveTo>
                  <a:pt x="6191831" y="3672786"/>
                </a:moveTo>
                <a:cubicBezTo>
                  <a:pt x="6196104" y="3672786"/>
                  <a:pt x="6199568" y="3676250"/>
                  <a:pt x="6199568" y="3680523"/>
                </a:cubicBezTo>
                <a:lnTo>
                  <a:pt x="6199568" y="3773359"/>
                </a:lnTo>
                <a:cubicBezTo>
                  <a:pt x="6199568" y="3777632"/>
                  <a:pt x="6196104" y="3781096"/>
                  <a:pt x="6191831" y="3781096"/>
                </a:cubicBezTo>
                <a:lnTo>
                  <a:pt x="6184095" y="3773360"/>
                </a:lnTo>
                <a:cubicBezTo>
                  <a:pt x="6184095" y="3742414"/>
                  <a:pt x="6184094" y="3711469"/>
                  <a:pt x="6184094" y="3680523"/>
                </a:cubicBezTo>
                <a:cubicBezTo>
                  <a:pt x="6184094" y="3676250"/>
                  <a:pt x="6187558" y="3672786"/>
                  <a:pt x="6191831" y="3672786"/>
                </a:cubicBezTo>
                <a:close/>
                <a:moveTo>
                  <a:pt x="6109836" y="3672786"/>
                </a:moveTo>
                <a:cubicBezTo>
                  <a:pt x="6139745" y="3672786"/>
                  <a:pt x="6163991" y="3697032"/>
                  <a:pt x="6163991" y="3726941"/>
                </a:cubicBezTo>
                <a:cubicBezTo>
                  <a:pt x="6163991" y="3756850"/>
                  <a:pt x="6139745" y="3781096"/>
                  <a:pt x="6109836" y="3781096"/>
                </a:cubicBezTo>
                <a:cubicBezTo>
                  <a:pt x="6079927" y="3781096"/>
                  <a:pt x="6055681" y="3756850"/>
                  <a:pt x="6055681" y="3726941"/>
                </a:cubicBezTo>
                <a:cubicBezTo>
                  <a:pt x="6055681" y="3697032"/>
                  <a:pt x="6079927" y="3672786"/>
                  <a:pt x="6109836" y="3672786"/>
                </a:cubicBezTo>
                <a:close/>
                <a:moveTo>
                  <a:pt x="6027840" y="3672786"/>
                </a:moveTo>
                <a:cubicBezTo>
                  <a:pt x="6032113" y="3672786"/>
                  <a:pt x="6035577" y="3676250"/>
                  <a:pt x="6035577" y="3680523"/>
                </a:cubicBezTo>
                <a:lnTo>
                  <a:pt x="6035577" y="3773359"/>
                </a:lnTo>
                <a:lnTo>
                  <a:pt x="6027840" y="3781096"/>
                </a:lnTo>
                <a:cubicBezTo>
                  <a:pt x="6023567" y="3781097"/>
                  <a:pt x="6020104" y="3777633"/>
                  <a:pt x="6020104" y="3773360"/>
                </a:cubicBezTo>
                <a:cubicBezTo>
                  <a:pt x="6020104" y="3742414"/>
                  <a:pt x="6020103" y="3711469"/>
                  <a:pt x="6020103" y="3680523"/>
                </a:cubicBezTo>
                <a:cubicBezTo>
                  <a:pt x="6020103" y="3676250"/>
                  <a:pt x="6023567" y="3672786"/>
                  <a:pt x="6027840" y="3672786"/>
                </a:cubicBezTo>
                <a:close/>
                <a:moveTo>
                  <a:pt x="5992263" y="3672786"/>
                </a:moveTo>
                <a:cubicBezTo>
                  <a:pt x="5996536" y="3672786"/>
                  <a:pt x="6000000" y="3676250"/>
                  <a:pt x="6000000" y="3680523"/>
                </a:cubicBezTo>
                <a:lnTo>
                  <a:pt x="6000000" y="3773359"/>
                </a:lnTo>
                <a:lnTo>
                  <a:pt x="5992263" y="3781096"/>
                </a:lnTo>
                <a:cubicBezTo>
                  <a:pt x="5987990" y="3781097"/>
                  <a:pt x="5984527" y="3777633"/>
                  <a:pt x="5984527" y="3773360"/>
                </a:cubicBezTo>
                <a:cubicBezTo>
                  <a:pt x="5984527" y="3742414"/>
                  <a:pt x="5984526" y="3711469"/>
                  <a:pt x="5984526" y="3680523"/>
                </a:cubicBezTo>
                <a:cubicBezTo>
                  <a:pt x="5984526" y="3676250"/>
                  <a:pt x="5987990" y="3672786"/>
                  <a:pt x="5992263" y="3672786"/>
                </a:cubicBezTo>
                <a:close/>
                <a:moveTo>
                  <a:pt x="5910268" y="3672786"/>
                </a:moveTo>
                <a:cubicBezTo>
                  <a:pt x="5940177" y="3672786"/>
                  <a:pt x="5964423" y="3697032"/>
                  <a:pt x="5964423" y="3726941"/>
                </a:cubicBezTo>
                <a:cubicBezTo>
                  <a:pt x="5964423" y="3756850"/>
                  <a:pt x="5940177" y="3781096"/>
                  <a:pt x="5910268" y="3781096"/>
                </a:cubicBezTo>
                <a:cubicBezTo>
                  <a:pt x="5880359" y="3781096"/>
                  <a:pt x="5856113" y="3756850"/>
                  <a:pt x="5856113" y="3726941"/>
                </a:cubicBezTo>
                <a:cubicBezTo>
                  <a:pt x="5856113" y="3697032"/>
                  <a:pt x="5880359" y="3672786"/>
                  <a:pt x="5910268" y="3672786"/>
                </a:cubicBezTo>
                <a:close/>
                <a:moveTo>
                  <a:pt x="5828272" y="3672786"/>
                </a:moveTo>
                <a:cubicBezTo>
                  <a:pt x="5832545" y="3672786"/>
                  <a:pt x="5836009" y="3676250"/>
                  <a:pt x="5836009" y="3680523"/>
                </a:cubicBezTo>
                <a:lnTo>
                  <a:pt x="5836009" y="3773359"/>
                </a:lnTo>
                <a:lnTo>
                  <a:pt x="5828272" y="3781096"/>
                </a:lnTo>
                <a:cubicBezTo>
                  <a:pt x="5823999" y="3781097"/>
                  <a:pt x="5820536" y="3777633"/>
                  <a:pt x="5820536" y="3773360"/>
                </a:cubicBezTo>
                <a:cubicBezTo>
                  <a:pt x="5820536" y="3742414"/>
                  <a:pt x="5820535" y="3711469"/>
                  <a:pt x="5820535" y="3680523"/>
                </a:cubicBezTo>
                <a:cubicBezTo>
                  <a:pt x="5820535" y="3676250"/>
                  <a:pt x="5823999" y="3672786"/>
                  <a:pt x="5828272" y="3672786"/>
                </a:cubicBezTo>
                <a:close/>
                <a:moveTo>
                  <a:pt x="5746277" y="3672786"/>
                </a:moveTo>
                <a:cubicBezTo>
                  <a:pt x="5776186" y="3672786"/>
                  <a:pt x="5800432" y="3697032"/>
                  <a:pt x="5800432" y="3726941"/>
                </a:cubicBezTo>
                <a:cubicBezTo>
                  <a:pt x="5800432" y="3756850"/>
                  <a:pt x="5776186" y="3781096"/>
                  <a:pt x="5746277" y="3781096"/>
                </a:cubicBezTo>
                <a:cubicBezTo>
                  <a:pt x="5716368" y="3781096"/>
                  <a:pt x="5692122" y="3756850"/>
                  <a:pt x="5692122" y="3726941"/>
                </a:cubicBezTo>
                <a:cubicBezTo>
                  <a:pt x="5692122" y="3697032"/>
                  <a:pt x="5716368" y="3672786"/>
                  <a:pt x="5746277" y="3672786"/>
                </a:cubicBezTo>
                <a:close/>
                <a:moveTo>
                  <a:pt x="5664281" y="3672786"/>
                </a:moveTo>
                <a:cubicBezTo>
                  <a:pt x="5668554" y="3672786"/>
                  <a:pt x="5672018" y="3676250"/>
                  <a:pt x="5672018" y="3680523"/>
                </a:cubicBezTo>
                <a:lnTo>
                  <a:pt x="5672018" y="3773359"/>
                </a:lnTo>
                <a:lnTo>
                  <a:pt x="5664281" y="3781096"/>
                </a:lnTo>
                <a:cubicBezTo>
                  <a:pt x="5660008" y="3781097"/>
                  <a:pt x="5656545" y="3777633"/>
                  <a:pt x="5656545" y="3773360"/>
                </a:cubicBezTo>
                <a:cubicBezTo>
                  <a:pt x="5656545" y="3742414"/>
                  <a:pt x="5656544" y="3711469"/>
                  <a:pt x="5656544" y="3680523"/>
                </a:cubicBezTo>
                <a:cubicBezTo>
                  <a:pt x="5656544" y="3676250"/>
                  <a:pt x="5660008" y="3672786"/>
                  <a:pt x="5664281" y="3672786"/>
                </a:cubicBezTo>
                <a:close/>
                <a:moveTo>
                  <a:pt x="5628704" y="3672786"/>
                </a:moveTo>
                <a:cubicBezTo>
                  <a:pt x="5632977" y="3672786"/>
                  <a:pt x="5636441" y="3676250"/>
                  <a:pt x="5636441" y="3680523"/>
                </a:cubicBezTo>
                <a:lnTo>
                  <a:pt x="5636441" y="3773359"/>
                </a:lnTo>
                <a:cubicBezTo>
                  <a:pt x="5636441" y="3777632"/>
                  <a:pt x="5632977" y="3781096"/>
                  <a:pt x="5628704" y="3781096"/>
                </a:cubicBezTo>
                <a:lnTo>
                  <a:pt x="5620968" y="3773360"/>
                </a:lnTo>
                <a:cubicBezTo>
                  <a:pt x="5620968" y="3742414"/>
                  <a:pt x="5620967" y="3711469"/>
                  <a:pt x="5620967" y="3680523"/>
                </a:cubicBezTo>
                <a:cubicBezTo>
                  <a:pt x="5620967" y="3676250"/>
                  <a:pt x="5624431" y="3672786"/>
                  <a:pt x="5628704" y="3672786"/>
                </a:cubicBezTo>
                <a:close/>
                <a:moveTo>
                  <a:pt x="5546709" y="3672786"/>
                </a:moveTo>
                <a:cubicBezTo>
                  <a:pt x="5576618" y="3672786"/>
                  <a:pt x="5600864" y="3697032"/>
                  <a:pt x="5600864" y="3726941"/>
                </a:cubicBezTo>
                <a:cubicBezTo>
                  <a:pt x="5600864" y="3756850"/>
                  <a:pt x="5576618" y="3781096"/>
                  <a:pt x="5546709" y="3781096"/>
                </a:cubicBezTo>
                <a:cubicBezTo>
                  <a:pt x="5516800" y="3781096"/>
                  <a:pt x="5492554" y="3756850"/>
                  <a:pt x="5492554" y="3726941"/>
                </a:cubicBezTo>
                <a:cubicBezTo>
                  <a:pt x="5492554" y="3697032"/>
                  <a:pt x="5516800" y="3672786"/>
                  <a:pt x="5546709" y="3672786"/>
                </a:cubicBezTo>
                <a:close/>
                <a:moveTo>
                  <a:pt x="5464713" y="3672786"/>
                </a:moveTo>
                <a:cubicBezTo>
                  <a:pt x="5468986" y="3672786"/>
                  <a:pt x="5472450" y="3676250"/>
                  <a:pt x="5472450" y="3680523"/>
                </a:cubicBezTo>
                <a:lnTo>
                  <a:pt x="5472450" y="3773359"/>
                </a:lnTo>
                <a:cubicBezTo>
                  <a:pt x="5472450" y="3777632"/>
                  <a:pt x="5468986" y="3781096"/>
                  <a:pt x="5464713" y="3781096"/>
                </a:cubicBezTo>
                <a:lnTo>
                  <a:pt x="5456977" y="3773360"/>
                </a:lnTo>
                <a:cubicBezTo>
                  <a:pt x="5456977" y="3742414"/>
                  <a:pt x="5456976" y="3711469"/>
                  <a:pt x="5456976" y="3680523"/>
                </a:cubicBezTo>
                <a:cubicBezTo>
                  <a:pt x="5456976" y="3676250"/>
                  <a:pt x="5460440" y="3672786"/>
                  <a:pt x="5464713" y="3672786"/>
                </a:cubicBezTo>
                <a:close/>
                <a:moveTo>
                  <a:pt x="5382718" y="3672786"/>
                </a:moveTo>
                <a:cubicBezTo>
                  <a:pt x="5412627" y="3672786"/>
                  <a:pt x="5436873" y="3697032"/>
                  <a:pt x="5436873" y="3726941"/>
                </a:cubicBezTo>
                <a:cubicBezTo>
                  <a:pt x="5436873" y="3756850"/>
                  <a:pt x="5412627" y="3781096"/>
                  <a:pt x="5382718" y="3781096"/>
                </a:cubicBezTo>
                <a:cubicBezTo>
                  <a:pt x="5352809" y="3781096"/>
                  <a:pt x="5328563" y="3756850"/>
                  <a:pt x="5328563" y="3726941"/>
                </a:cubicBezTo>
                <a:cubicBezTo>
                  <a:pt x="5328563" y="3697032"/>
                  <a:pt x="5352809" y="3672786"/>
                  <a:pt x="5382718" y="3672786"/>
                </a:cubicBezTo>
                <a:close/>
                <a:moveTo>
                  <a:pt x="5300722" y="3672786"/>
                </a:moveTo>
                <a:cubicBezTo>
                  <a:pt x="5304995" y="3672786"/>
                  <a:pt x="5308459" y="3676250"/>
                  <a:pt x="5308459" y="3680523"/>
                </a:cubicBezTo>
                <a:lnTo>
                  <a:pt x="5308459" y="3773359"/>
                </a:lnTo>
                <a:cubicBezTo>
                  <a:pt x="5308459" y="3777632"/>
                  <a:pt x="5304995" y="3781096"/>
                  <a:pt x="5300722" y="3781096"/>
                </a:cubicBezTo>
                <a:lnTo>
                  <a:pt x="5292986" y="3773360"/>
                </a:lnTo>
                <a:cubicBezTo>
                  <a:pt x="5292986" y="3742414"/>
                  <a:pt x="5292985" y="3711469"/>
                  <a:pt x="5292985" y="3680523"/>
                </a:cubicBezTo>
                <a:cubicBezTo>
                  <a:pt x="5292985" y="3676250"/>
                  <a:pt x="5296449" y="3672786"/>
                  <a:pt x="5300722" y="3672786"/>
                </a:cubicBezTo>
                <a:close/>
                <a:moveTo>
                  <a:pt x="5265145" y="3672786"/>
                </a:moveTo>
                <a:cubicBezTo>
                  <a:pt x="5269418" y="3672786"/>
                  <a:pt x="5272882" y="3676250"/>
                  <a:pt x="5272882" y="3680523"/>
                </a:cubicBezTo>
                <a:lnTo>
                  <a:pt x="5272882" y="3773359"/>
                </a:lnTo>
                <a:cubicBezTo>
                  <a:pt x="5272882" y="3777632"/>
                  <a:pt x="5269418" y="3781096"/>
                  <a:pt x="5265145" y="3781096"/>
                </a:cubicBezTo>
                <a:lnTo>
                  <a:pt x="5257409" y="3773360"/>
                </a:lnTo>
                <a:cubicBezTo>
                  <a:pt x="5257409" y="3742414"/>
                  <a:pt x="5257408" y="3711469"/>
                  <a:pt x="5257408" y="3680523"/>
                </a:cubicBezTo>
                <a:cubicBezTo>
                  <a:pt x="5257408" y="3676250"/>
                  <a:pt x="5260872" y="3672786"/>
                  <a:pt x="5265145" y="3672786"/>
                </a:cubicBezTo>
                <a:close/>
                <a:moveTo>
                  <a:pt x="5183150" y="3672786"/>
                </a:moveTo>
                <a:cubicBezTo>
                  <a:pt x="5213059" y="3672786"/>
                  <a:pt x="5237305" y="3697032"/>
                  <a:pt x="5237305" y="3726941"/>
                </a:cubicBezTo>
                <a:cubicBezTo>
                  <a:pt x="5237305" y="3756850"/>
                  <a:pt x="5213059" y="3781096"/>
                  <a:pt x="5183150" y="3781096"/>
                </a:cubicBezTo>
                <a:cubicBezTo>
                  <a:pt x="5153241" y="3781096"/>
                  <a:pt x="5128995" y="3756850"/>
                  <a:pt x="5128995" y="3726941"/>
                </a:cubicBezTo>
                <a:cubicBezTo>
                  <a:pt x="5128995" y="3697032"/>
                  <a:pt x="5153241" y="3672786"/>
                  <a:pt x="5183150" y="3672786"/>
                </a:cubicBezTo>
                <a:close/>
                <a:moveTo>
                  <a:pt x="5054736" y="3672786"/>
                </a:moveTo>
                <a:cubicBezTo>
                  <a:pt x="5084645" y="3672786"/>
                  <a:pt x="5108891" y="3697032"/>
                  <a:pt x="5108891" y="3726941"/>
                </a:cubicBezTo>
                <a:cubicBezTo>
                  <a:pt x="5108891" y="3756850"/>
                  <a:pt x="5084645" y="3781096"/>
                  <a:pt x="5054736" y="3781096"/>
                </a:cubicBezTo>
                <a:cubicBezTo>
                  <a:pt x="5024827" y="3781096"/>
                  <a:pt x="5000581" y="3756850"/>
                  <a:pt x="5000581" y="3726941"/>
                </a:cubicBezTo>
                <a:cubicBezTo>
                  <a:pt x="5000581" y="3697032"/>
                  <a:pt x="5024827" y="3672786"/>
                  <a:pt x="5054736" y="3672786"/>
                </a:cubicBezTo>
                <a:close/>
                <a:moveTo>
                  <a:pt x="4972741" y="3672786"/>
                </a:moveTo>
                <a:cubicBezTo>
                  <a:pt x="4977014" y="3672786"/>
                  <a:pt x="4980478" y="3676250"/>
                  <a:pt x="4980478" y="3680523"/>
                </a:cubicBezTo>
                <a:cubicBezTo>
                  <a:pt x="4980478" y="3711469"/>
                  <a:pt x="4980477" y="3742414"/>
                  <a:pt x="4980477" y="3773360"/>
                </a:cubicBezTo>
                <a:lnTo>
                  <a:pt x="4972741" y="3781096"/>
                </a:lnTo>
                <a:cubicBezTo>
                  <a:pt x="4968468" y="3781096"/>
                  <a:pt x="4965004" y="3777632"/>
                  <a:pt x="4965004" y="3773359"/>
                </a:cubicBezTo>
                <a:lnTo>
                  <a:pt x="4965004" y="3680523"/>
                </a:lnTo>
                <a:cubicBezTo>
                  <a:pt x="4965004" y="3676250"/>
                  <a:pt x="4968468" y="3672786"/>
                  <a:pt x="4972741" y="3672786"/>
                </a:cubicBezTo>
                <a:close/>
                <a:moveTo>
                  <a:pt x="4937163" y="3672786"/>
                </a:moveTo>
                <a:cubicBezTo>
                  <a:pt x="4941436" y="3672786"/>
                  <a:pt x="4944900" y="3676250"/>
                  <a:pt x="4944900" y="3680523"/>
                </a:cubicBezTo>
                <a:lnTo>
                  <a:pt x="4944900" y="3773359"/>
                </a:lnTo>
                <a:cubicBezTo>
                  <a:pt x="4944900" y="3777632"/>
                  <a:pt x="4941436" y="3781096"/>
                  <a:pt x="4937163" y="3781096"/>
                </a:cubicBezTo>
                <a:lnTo>
                  <a:pt x="4929427" y="3773360"/>
                </a:lnTo>
                <a:cubicBezTo>
                  <a:pt x="4929427" y="3742414"/>
                  <a:pt x="4929426" y="3711469"/>
                  <a:pt x="4929426" y="3680523"/>
                </a:cubicBezTo>
                <a:cubicBezTo>
                  <a:pt x="4929426" y="3676250"/>
                  <a:pt x="4932890" y="3672786"/>
                  <a:pt x="4937163" y="3672786"/>
                </a:cubicBezTo>
                <a:close/>
                <a:moveTo>
                  <a:pt x="4855168" y="3672786"/>
                </a:moveTo>
                <a:cubicBezTo>
                  <a:pt x="4885077" y="3672786"/>
                  <a:pt x="4909323" y="3697032"/>
                  <a:pt x="4909323" y="3726941"/>
                </a:cubicBezTo>
                <a:cubicBezTo>
                  <a:pt x="4909323" y="3756850"/>
                  <a:pt x="4885077" y="3781096"/>
                  <a:pt x="4855168" y="3781096"/>
                </a:cubicBezTo>
                <a:cubicBezTo>
                  <a:pt x="4825259" y="3781096"/>
                  <a:pt x="4801013" y="3756850"/>
                  <a:pt x="4801013" y="3726941"/>
                </a:cubicBezTo>
                <a:cubicBezTo>
                  <a:pt x="4801013" y="3697032"/>
                  <a:pt x="4825259" y="3672786"/>
                  <a:pt x="4855168" y="3672786"/>
                </a:cubicBezTo>
                <a:close/>
                <a:moveTo>
                  <a:pt x="4773172" y="3672786"/>
                </a:moveTo>
                <a:cubicBezTo>
                  <a:pt x="4777445" y="3672786"/>
                  <a:pt x="4780909" y="3676250"/>
                  <a:pt x="4780909" y="3680523"/>
                </a:cubicBezTo>
                <a:lnTo>
                  <a:pt x="4780909" y="3773359"/>
                </a:lnTo>
                <a:lnTo>
                  <a:pt x="4773172" y="3781096"/>
                </a:lnTo>
                <a:cubicBezTo>
                  <a:pt x="4768899" y="3781097"/>
                  <a:pt x="4765436" y="3777633"/>
                  <a:pt x="4765436" y="3773360"/>
                </a:cubicBezTo>
                <a:cubicBezTo>
                  <a:pt x="4765436" y="3742414"/>
                  <a:pt x="4765435" y="3711469"/>
                  <a:pt x="4765435" y="3680523"/>
                </a:cubicBezTo>
                <a:cubicBezTo>
                  <a:pt x="4765435" y="3676250"/>
                  <a:pt x="4768899" y="3672786"/>
                  <a:pt x="4773172" y="3672786"/>
                </a:cubicBezTo>
                <a:close/>
                <a:moveTo>
                  <a:pt x="4737597" y="3672786"/>
                </a:moveTo>
                <a:cubicBezTo>
                  <a:pt x="4741870" y="3672786"/>
                  <a:pt x="4745334" y="3676250"/>
                  <a:pt x="4745334" y="3680523"/>
                </a:cubicBezTo>
                <a:cubicBezTo>
                  <a:pt x="4745334" y="3711469"/>
                  <a:pt x="4745333" y="3742414"/>
                  <a:pt x="4745333" y="3773360"/>
                </a:cubicBezTo>
                <a:lnTo>
                  <a:pt x="4737597" y="3781096"/>
                </a:lnTo>
                <a:cubicBezTo>
                  <a:pt x="4733324" y="3781096"/>
                  <a:pt x="4729860" y="3777632"/>
                  <a:pt x="4729860" y="3773359"/>
                </a:cubicBezTo>
                <a:lnTo>
                  <a:pt x="4729860" y="3680523"/>
                </a:lnTo>
                <a:cubicBezTo>
                  <a:pt x="4729860" y="3676250"/>
                  <a:pt x="4733324" y="3672786"/>
                  <a:pt x="4737597" y="3672786"/>
                </a:cubicBezTo>
                <a:close/>
                <a:moveTo>
                  <a:pt x="4655600" y="3672786"/>
                </a:moveTo>
                <a:cubicBezTo>
                  <a:pt x="4685509" y="3672786"/>
                  <a:pt x="4709755" y="3697032"/>
                  <a:pt x="4709755" y="3726941"/>
                </a:cubicBezTo>
                <a:cubicBezTo>
                  <a:pt x="4709755" y="3756850"/>
                  <a:pt x="4685509" y="3781096"/>
                  <a:pt x="4655600" y="3781096"/>
                </a:cubicBezTo>
                <a:cubicBezTo>
                  <a:pt x="4625691" y="3781096"/>
                  <a:pt x="4601445" y="3756850"/>
                  <a:pt x="4601445" y="3726941"/>
                </a:cubicBezTo>
                <a:cubicBezTo>
                  <a:pt x="4601445" y="3697032"/>
                  <a:pt x="4625691" y="3672786"/>
                  <a:pt x="4655600" y="3672786"/>
                </a:cubicBezTo>
                <a:close/>
                <a:moveTo>
                  <a:pt x="4573606" y="3672786"/>
                </a:moveTo>
                <a:cubicBezTo>
                  <a:pt x="4577879" y="3672786"/>
                  <a:pt x="4581343" y="3676250"/>
                  <a:pt x="4581343" y="3680523"/>
                </a:cubicBezTo>
                <a:cubicBezTo>
                  <a:pt x="4581343" y="3711469"/>
                  <a:pt x="4581342" y="3742414"/>
                  <a:pt x="4581342" y="3773360"/>
                </a:cubicBezTo>
                <a:lnTo>
                  <a:pt x="4573606" y="3781096"/>
                </a:lnTo>
                <a:cubicBezTo>
                  <a:pt x="4569333" y="3781096"/>
                  <a:pt x="4565869" y="3777632"/>
                  <a:pt x="4565869" y="3773359"/>
                </a:cubicBezTo>
                <a:lnTo>
                  <a:pt x="4565869" y="3680523"/>
                </a:lnTo>
                <a:cubicBezTo>
                  <a:pt x="4565869" y="3676250"/>
                  <a:pt x="4569333" y="3672786"/>
                  <a:pt x="4573606" y="3672786"/>
                </a:cubicBezTo>
                <a:close/>
                <a:moveTo>
                  <a:pt x="4491609" y="3672786"/>
                </a:moveTo>
                <a:cubicBezTo>
                  <a:pt x="4521518" y="3672786"/>
                  <a:pt x="4545764" y="3697032"/>
                  <a:pt x="4545764" y="3726941"/>
                </a:cubicBezTo>
                <a:cubicBezTo>
                  <a:pt x="4545764" y="3756850"/>
                  <a:pt x="4521518" y="3781096"/>
                  <a:pt x="4491609" y="3781096"/>
                </a:cubicBezTo>
                <a:cubicBezTo>
                  <a:pt x="4461700" y="3781096"/>
                  <a:pt x="4437454" y="3756850"/>
                  <a:pt x="4437454" y="3726941"/>
                </a:cubicBezTo>
                <a:cubicBezTo>
                  <a:pt x="4437454" y="3697032"/>
                  <a:pt x="4461700" y="3672786"/>
                  <a:pt x="4491609" y="3672786"/>
                </a:cubicBezTo>
                <a:close/>
                <a:moveTo>
                  <a:pt x="4409614" y="3672786"/>
                </a:moveTo>
                <a:cubicBezTo>
                  <a:pt x="4413887" y="3672786"/>
                  <a:pt x="4417351" y="3676250"/>
                  <a:pt x="4417351" y="3680523"/>
                </a:cubicBezTo>
                <a:lnTo>
                  <a:pt x="4417351" y="3773359"/>
                </a:lnTo>
                <a:cubicBezTo>
                  <a:pt x="4417351" y="3777632"/>
                  <a:pt x="4413887" y="3781096"/>
                  <a:pt x="4409614" y="3781096"/>
                </a:cubicBezTo>
                <a:lnTo>
                  <a:pt x="4401878" y="3773360"/>
                </a:lnTo>
                <a:cubicBezTo>
                  <a:pt x="4401878" y="3742414"/>
                  <a:pt x="4401877" y="3711469"/>
                  <a:pt x="4401877" y="3680523"/>
                </a:cubicBezTo>
                <a:cubicBezTo>
                  <a:pt x="4401877" y="3676250"/>
                  <a:pt x="4405341" y="3672786"/>
                  <a:pt x="4409614" y="3672786"/>
                </a:cubicBezTo>
                <a:close/>
                <a:moveTo>
                  <a:pt x="4327618" y="3672786"/>
                </a:moveTo>
                <a:cubicBezTo>
                  <a:pt x="4357527" y="3672786"/>
                  <a:pt x="4381773" y="3697032"/>
                  <a:pt x="4381773" y="3726941"/>
                </a:cubicBezTo>
                <a:cubicBezTo>
                  <a:pt x="4381773" y="3756850"/>
                  <a:pt x="4357527" y="3781096"/>
                  <a:pt x="4327618" y="3781096"/>
                </a:cubicBezTo>
                <a:cubicBezTo>
                  <a:pt x="4297709" y="3781096"/>
                  <a:pt x="4273463" y="3756850"/>
                  <a:pt x="4273463" y="3726941"/>
                </a:cubicBezTo>
                <a:cubicBezTo>
                  <a:pt x="4273463" y="3697032"/>
                  <a:pt x="4297709" y="3672786"/>
                  <a:pt x="4327618" y="3672786"/>
                </a:cubicBezTo>
                <a:close/>
                <a:moveTo>
                  <a:pt x="4245624" y="3672786"/>
                </a:moveTo>
                <a:cubicBezTo>
                  <a:pt x="4249897" y="3672786"/>
                  <a:pt x="4253361" y="3676250"/>
                  <a:pt x="4253361" y="3680523"/>
                </a:cubicBezTo>
                <a:cubicBezTo>
                  <a:pt x="4253361" y="3711469"/>
                  <a:pt x="4253360" y="3742414"/>
                  <a:pt x="4253360" y="3773360"/>
                </a:cubicBezTo>
                <a:lnTo>
                  <a:pt x="4245624" y="3781096"/>
                </a:lnTo>
                <a:cubicBezTo>
                  <a:pt x="4241351" y="3781096"/>
                  <a:pt x="4237887" y="3777632"/>
                  <a:pt x="4237887" y="3773359"/>
                </a:cubicBezTo>
                <a:lnTo>
                  <a:pt x="4237887" y="3680523"/>
                </a:lnTo>
                <a:cubicBezTo>
                  <a:pt x="4237887" y="3676250"/>
                  <a:pt x="4241351" y="3672786"/>
                  <a:pt x="4245624" y="3672786"/>
                </a:cubicBezTo>
                <a:close/>
                <a:moveTo>
                  <a:pt x="4210047" y="3672786"/>
                </a:moveTo>
                <a:cubicBezTo>
                  <a:pt x="4214320" y="3672786"/>
                  <a:pt x="4217784" y="3676250"/>
                  <a:pt x="4217784" y="3680523"/>
                </a:cubicBezTo>
                <a:cubicBezTo>
                  <a:pt x="4217784" y="3711469"/>
                  <a:pt x="4217783" y="3742414"/>
                  <a:pt x="4217783" y="3773360"/>
                </a:cubicBezTo>
                <a:lnTo>
                  <a:pt x="4210047" y="3781096"/>
                </a:lnTo>
                <a:cubicBezTo>
                  <a:pt x="4205774" y="3781096"/>
                  <a:pt x="4202310" y="3777632"/>
                  <a:pt x="4202310" y="3773359"/>
                </a:cubicBezTo>
                <a:lnTo>
                  <a:pt x="4202310" y="3680523"/>
                </a:lnTo>
                <a:cubicBezTo>
                  <a:pt x="4202310" y="3676250"/>
                  <a:pt x="4205774" y="3672786"/>
                  <a:pt x="4210047" y="3672786"/>
                </a:cubicBezTo>
                <a:close/>
                <a:moveTo>
                  <a:pt x="4128051" y="3672786"/>
                </a:moveTo>
                <a:cubicBezTo>
                  <a:pt x="4157960" y="3672786"/>
                  <a:pt x="4182206" y="3697032"/>
                  <a:pt x="4182206" y="3726941"/>
                </a:cubicBezTo>
                <a:cubicBezTo>
                  <a:pt x="4182206" y="3756850"/>
                  <a:pt x="4157960" y="3781096"/>
                  <a:pt x="4128051" y="3781096"/>
                </a:cubicBezTo>
                <a:cubicBezTo>
                  <a:pt x="4098142" y="3781096"/>
                  <a:pt x="4073896" y="3756850"/>
                  <a:pt x="4073896" y="3726941"/>
                </a:cubicBezTo>
                <a:cubicBezTo>
                  <a:pt x="4073896" y="3697032"/>
                  <a:pt x="4098142" y="3672786"/>
                  <a:pt x="4128051" y="3672786"/>
                </a:cubicBezTo>
                <a:close/>
                <a:moveTo>
                  <a:pt x="3999636" y="3672786"/>
                </a:moveTo>
                <a:cubicBezTo>
                  <a:pt x="4029545" y="3672786"/>
                  <a:pt x="4053791" y="3697032"/>
                  <a:pt x="4053791" y="3726941"/>
                </a:cubicBezTo>
                <a:cubicBezTo>
                  <a:pt x="4053791" y="3756850"/>
                  <a:pt x="4029545" y="3781096"/>
                  <a:pt x="3999636" y="3781096"/>
                </a:cubicBezTo>
                <a:cubicBezTo>
                  <a:pt x="3969727" y="3781096"/>
                  <a:pt x="3945481" y="3756850"/>
                  <a:pt x="3945481" y="3726941"/>
                </a:cubicBezTo>
                <a:cubicBezTo>
                  <a:pt x="3945481" y="3697032"/>
                  <a:pt x="3969727" y="3672786"/>
                  <a:pt x="3999636" y="3672786"/>
                </a:cubicBezTo>
                <a:close/>
                <a:moveTo>
                  <a:pt x="3917642" y="3672786"/>
                </a:moveTo>
                <a:cubicBezTo>
                  <a:pt x="3921915" y="3672786"/>
                  <a:pt x="3925379" y="3676250"/>
                  <a:pt x="3925379" y="3680523"/>
                </a:cubicBezTo>
                <a:cubicBezTo>
                  <a:pt x="3925379" y="3711469"/>
                  <a:pt x="3925378" y="3742414"/>
                  <a:pt x="3925378" y="3773360"/>
                </a:cubicBezTo>
                <a:lnTo>
                  <a:pt x="3917642" y="3781096"/>
                </a:lnTo>
                <a:cubicBezTo>
                  <a:pt x="3913369" y="3781096"/>
                  <a:pt x="3909905" y="3777632"/>
                  <a:pt x="3909905" y="3773359"/>
                </a:cubicBezTo>
                <a:lnTo>
                  <a:pt x="3909905" y="3680523"/>
                </a:lnTo>
                <a:cubicBezTo>
                  <a:pt x="3909905" y="3676250"/>
                  <a:pt x="3913369" y="3672786"/>
                  <a:pt x="3917642" y="3672786"/>
                </a:cubicBezTo>
                <a:close/>
                <a:moveTo>
                  <a:pt x="3835645" y="3672786"/>
                </a:moveTo>
                <a:cubicBezTo>
                  <a:pt x="3865554" y="3672786"/>
                  <a:pt x="3889800" y="3697032"/>
                  <a:pt x="3889800" y="3726941"/>
                </a:cubicBezTo>
                <a:cubicBezTo>
                  <a:pt x="3889800" y="3756850"/>
                  <a:pt x="3865554" y="3781096"/>
                  <a:pt x="3835645" y="3781096"/>
                </a:cubicBezTo>
                <a:cubicBezTo>
                  <a:pt x="3805736" y="3781096"/>
                  <a:pt x="3781490" y="3756850"/>
                  <a:pt x="3781490" y="3726941"/>
                </a:cubicBezTo>
                <a:cubicBezTo>
                  <a:pt x="3781490" y="3697032"/>
                  <a:pt x="3805736" y="3672786"/>
                  <a:pt x="3835645" y="3672786"/>
                </a:cubicBezTo>
                <a:close/>
                <a:moveTo>
                  <a:pt x="3753651" y="3672786"/>
                </a:moveTo>
                <a:cubicBezTo>
                  <a:pt x="3757924" y="3672786"/>
                  <a:pt x="3761388" y="3676250"/>
                  <a:pt x="3761388" y="3680523"/>
                </a:cubicBezTo>
                <a:cubicBezTo>
                  <a:pt x="3761388" y="3711469"/>
                  <a:pt x="3761387" y="3742414"/>
                  <a:pt x="3761387" y="3773360"/>
                </a:cubicBezTo>
                <a:lnTo>
                  <a:pt x="3753651" y="3781096"/>
                </a:lnTo>
                <a:cubicBezTo>
                  <a:pt x="3749378" y="3781096"/>
                  <a:pt x="3745914" y="3777632"/>
                  <a:pt x="3745914" y="3773359"/>
                </a:cubicBezTo>
                <a:lnTo>
                  <a:pt x="3745914" y="3680523"/>
                </a:lnTo>
                <a:cubicBezTo>
                  <a:pt x="3745914" y="3676250"/>
                  <a:pt x="3749378" y="3672786"/>
                  <a:pt x="3753651" y="3672786"/>
                </a:cubicBezTo>
                <a:close/>
                <a:moveTo>
                  <a:pt x="3671654" y="3672786"/>
                </a:moveTo>
                <a:cubicBezTo>
                  <a:pt x="3701563" y="3672786"/>
                  <a:pt x="3725809" y="3697032"/>
                  <a:pt x="3725809" y="3726941"/>
                </a:cubicBezTo>
                <a:cubicBezTo>
                  <a:pt x="3725809" y="3756850"/>
                  <a:pt x="3701563" y="3781096"/>
                  <a:pt x="3671654" y="3781096"/>
                </a:cubicBezTo>
                <a:cubicBezTo>
                  <a:pt x="3641745" y="3781096"/>
                  <a:pt x="3617499" y="3756850"/>
                  <a:pt x="3617499" y="3726941"/>
                </a:cubicBezTo>
                <a:cubicBezTo>
                  <a:pt x="3617499" y="3697032"/>
                  <a:pt x="3641745" y="3672786"/>
                  <a:pt x="3671654" y="3672786"/>
                </a:cubicBezTo>
                <a:close/>
                <a:moveTo>
                  <a:pt x="3589660" y="3672786"/>
                </a:moveTo>
                <a:cubicBezTo>
                  <a:pt x="3593933" y="3672786"/>
                  <a:pt x="3597397" y="3676250"/>
                  <a:pt x="3597397" y="3680523"/>
                </a:cubicBezTo>
                <a:cubicBezTo>
                  <a:pt x="3597397" y="3711469"/>
                  <a:pt x="3597396" y="3742414"/>
                  <a:pt x="3597396" y="3773360"/>
                </a:cubicBezTo>
                <a:lnTo>
                  <a:pt x="3589660" y="3781096"/>
                </a:lnTo>
                <a:cubicBezTo>
                  <a:pt x="3585387" y="3781096"/>
                  <a:pt x="3581923" y="3777632"/>
                  <a:pt x="3581923" y="3773359"/>
                </a:cubicBezTo>
                <a:lnTo>
                  <a:pt x="3581923" y="3680523"/>
                </a:lnTo>
                <a:cubicBezTo>
                  <a:pt x="3581923" y="3676250"/>
                  <a:pt x="3585387" y="3672786"/>
                  <a:pt x="3589660" y="3672786"/>
                </a:cubicBezTo>
                <a:close/>
                <a:moveTo>
                  <a:pt x="3554082" y="3672786"/>
                </a:moveTo>
                <a:cubicBezTo>
                  <a:pt x="3558355" y="3672786"/>
                  <a:pt x="3561819" y="3676250"/>
                  <a:pt x="3561819" y="3680523"/>
                </a:cubicBezTo>
                <a:lnTo>
                  <a:pt x="3561819" y="3773359"/>
                </a:lnTo>
                <a:lnTo>
                  <a:pt x="3554082" y="3781096"/>
                </a:lnTo>
                <a:cubicBezTo>
                  <a:pt x="3549809" y="3781097"/>
                  <a:pt x="3546346" y="3777633"/>
                  <a:pt x="3546346" y="3773360"/>
                </a:cubicBezTo>
                <a:cubicBezTo>
                  <a:pt x="3546346" y="3742414"/>
                  <a:pt x="3546345" y="3711469"/>
                  <a:pt x="3546345" y="3680523"/>
                </a:cubicBezTo>
                <a:cubicBezTo>
                  <a:pt x="3546345" y="3676250"/>
                  <a:pt x="3549809" y="3672786"/>
                  <a:pt x="3554082" y="3672786"/>
                </a:cubicBezTo>
                <a:close/>
                <a:moveTo>
                  <a:pt x="3472087" y="3672786"/>
                </a:moveTo>
                <a:cubicBezTo>
                  <a:pt x="3501996" y="3672786"/>
                  <a:pt x="3526242" y="3697032"/>
                  <a:pt x="3526242" y="3726941"/>
                </a:cubicBezTo>
                <a:cubicBezTo>
                  <a:pt x="3526242" y="3756850"/>
                  <a:pt x="3501996" y="3781096"/>
                  <a:pt x="3472087" y="3781096"/>
                </a:cubicBezTo>
                <a:cubicBezTo>
                  <a:pt x="3442178" y="3781096"/>
                  <a:pt x="3417932" y="3756850"/>
                  <a:pt x="3417932" y="3726941"/>
                </a:cubicBezTo>
                <a:cubicBezTo>
                  <a:pt x="3417932" y="3697032"/>
                  <a:pt x="3442178" y="3672786"/>
                  <a:pt x="3472087" y="3672786"/>
                </a:cubicBezTo>
                <a:close/>
                <a:moveTo>
                  <a:pt x="3390091" y="3672786"/>
                </a:moveTo>
                <a:cubicBezTo>
                  <a:pt x="3394364" y="3672786"/>
                  <a:pt x="3397828" y="3676250"/>
                  <a:pt x="3397828" y="3680523"/>
                </a:cubicBezTo>
                <a:lnTo>
                  <a:pt x="3397828" y="3773359"/>
                </a:lnTo>
                <a:lnTo>
                  <a:pt x="3390091" y="3781096"/>
                </a:lnTo>
                <a:cubicBezTo>
                  <a:pt x="3385818" y="3781097"/>
                  <a:pt x="3382355" y="3777633"/>
                  <a:pt x="3382355" y="3773360"/>
                </a:cubicBezTo>
                <a:cubicBezTo>
                  <a:pt x="3382355" y="3742414"/>
                  <a:pt x="3382354" y="3711469"/>
                  <a:pt x="3382354" y="3680523"/>
                </a:cubicBezTo>
                <a:cubicBezTo>
                  <a:pt x="3382354" y="3676250"/>
                  <a:pt x="3385818" y="3672786"/>
                  <a:pt x="3390091" y="3672786"/>
                </a:cubicBezTo>
                <a:close/>
                <a:moveTo>
                  <a:pt x="3354514" y="3672786"/>
                </a:moveTo>
                <a:cubicBezTo>
                  <a:pt x="3358787" y="3672786"/>
                  <a:pt x="3362251" y="3676250"/>
                  <a:pt x="3362251" y="3680523"/>
                </a:cubicBezTo>
                <a:lnTo>
                  <a:pt x="3362251" y="3773359"/>
                </a:lnTo>
                <a:cubicBezTo>
                  <a:pt x="3362251" y="3777632"/>
                  <a:pt x="3358787" y="3781096"/>
                  <a:pt x="3354514" y="3781096"/>
                </a:cubicBezTo>
                <a:lnTo>
                  <a:pt x="3346778" y="3773360"/>
                </a:lnTo>
                <a:cubicBezTo>
                  <a:pt x="3346778" y="3742414"/>
                  <a:pt x="3346777" y="3711469"/>
                  <a:pt x="3346777" y="3680523"/>
                </a:cubicBezTo>
                <a:cubicBezTo>
                  <a:pt x="3346777" y="3676250"/>
                  <a:pt x="3350241" y="3672786"/>
                  <a:pt x="3354514" y="3672786"/>
                </a:cubicBezTo>
                <a:close/>
                <a:moveTo>
                  <a:pt x="3272519" y="3672786"/>
                </a:moveTo>
                <a:cubicBezTo>
                  <a:pt x="3302428" y="3672786"/>
                  <a:pt x="3326674" y="3697032"/>
                  <a:pt x="3326674" y="3726941"/>
                </a:cubicBezTo>
                <a:cubicBezTo>
                  <a:pt x="3326674" y="3756850"/>
                  <a:pt x="3302428" y="3781096"/>
                  <a:pt x="3272519" y="3781096"/>
                </a:cubicBezTo>
                <a:cubicBezTo>
                  <a:pt x="3242610" y="3781096"/>
                  <a:pt x="3218364" y="3756850"/>
                  <a:pt x="3218364" y="3726941"/>
                </a:cubicBezTo>
                <a:cubicBezTo>
                  <a:pt x="3218364" y="3697032"/>
                  <a:pt x="3242610" y="3672786"/>
                  <a:pt x="3272519" y="3672786"/>
                </a:cubicBezTo>
                <a:close/>
                <a:moveTo>
                  <a:pt x="3190523" y="3672786"/>
                </a:moveTo>
                <a:cubicBezTo>
                  <a:pt x="3194796" y="3672786"/>
                  <a:pt x="3198260" y="3676250"/>
                  <a:pt x="3198260" y="3680523"/>
                </a:cubicBezTo>
                <a:lnTo>
                  <a:pt x="3198260" y="3773359"/>
                </a:lnTo>
                <a:cubicBezTo>
                  <a:pt x="3198260" y="3777632"/>
                  <a:pt x="3194796" y="3781096"/>
                  <a:pt x="3190523" y="3781096"/>
                </a:cubicBezTo>
                <a:lnTo>
                  <a:pt x="3182787" y="3773360"/>
                </a:lnTo>
                <a:cubicBezTo>
                  <a:pt x="3182787" y="3742414"/>
                  <a:pt x="3182786" y="3711469"/>
                  <a:pt x="3182786" y="3680523"/>
                </a:cubicBezTo>
                <a:cubicBezTo>
                  <a:pt x="3182786" y="3676250"/>
                  <a:pt x="3186250" y="3672786"/>
                  <a:pt x="3190523" y="3672786"/>
                </a:cubicBezTo>
                <a:close/>
                <a:moveTo>
                  <a:pt x="3108528" y="3672786"/>
                </a:moveTo>
                <a:cubicBezTo>
                  <a:pt x="3138437" y="3672786"/>
                  <a:pt x="3162683" y="3697032"/>
                  <a:pt x="3162683" y="3726941"/>
                </a:cubicBezTo>
                <a:cubicBezTo>
                  <a:pt x="3162683" y="3756850"/>
                  <a:pt x="3138437" y="3781096"/>
                  <a:pt x="3108528" y="3781096"/>
                </a:cubicBezTo>
                <a:cubicBezTo>
                  <a:pt x="3078619" y="3781096"/>
                  <a:pt x="3054373" y="3756850"/>
                  <a:pt x="3054373" y="3726941"/>
                </a:cubicBezTo>
                <a:cubicBezTo>
                  <a:pt x="3054373" y="3697032"/>
                  <a:pt x="3078619" y="3672786"/>
                  <a:pt x="3108528" y="3672786"/>
                </a:cubicBezTo>
                <a:close/>
                <a:moveTo>
                  <a:pt x="3026533" y="3672786"/>
                </a:moveTo>
                <a:cubicBezTo>
                  <a:pt x="3030806" y="3672786"/>
                  <a:pt x="3034270" y="3676250"/>
                  <a:pt x="3034270" y="3680523"/>
                </a:cubicBezTo>
                <a:cubicBezTo>
                  <a:pt x="3034270" y="3711469"/>
                  <a:pt x="3034269" y="3742414"/>
                  <a:pt x="3034269" y="3773360"/>
                </a:cubicBezTo>
                <a:lnTo>
                  <a:pt x="3026533" y="3781096"/>
                </a:lnTo>
                <a:cubicBezTo>
                  <a:pt x="3022260" y="3781096"/>
                  <a:pt x="3018796" y="3777632"/>
                  <a:pt x="3018796" y="3773359"/>
                </a:cubicBezTo>
                <a:lnTo>
                  <a:pt x="3018796" y="3680523"/>
                </a:lnTo>
                <a:cubicBezTo>
                  <a:pt x="3018796" y="3676250"/>
                  <a:pt x="3022260" y="3672786"/>
                  <a:pt x="3026533" y="3672786"/>
                </a:cubicBezTo>
                <a:close/>
                <a:moveTo>
                  <a:pt x="2944537" y="3672786"/>
                </a:moveTo>
                <a:cubicBezTo>
                  <a:pt x="2974446" y="3672786"/>
                  <a:pt x="2998692" y="3697032"/>
                  <a:pt x="2998692" y="3726941"/>
                </a:cubicBezTo>
                <a:cubicBezTo>
                  <a:pt x="2998692" y="3756850"/>
                  <a:pt x="2974446" y="3781096"/>
                  <a:pt x="2944537" y="3781096"/>
                </a:cubicBezTo>
                <a:cubicBezTo>
                  <a:pt x="2914628" y="3781096"/>
                  <a:pt x="2890382" y="3756850"/>
                  <a:pt x="2890382" y="3726941"/>
                </a:cubicBezTo>
                <a:cubicBezTo>
                  <a:pt x="2890382" y="3697032"/>
                  <a:pt x="2914628" y="3672786"/>
                  <a:pt x="2944537" y="3672786"/>
                </a:cubicBezTo>
                <a:close/>
                <a:moveTo>
                  <a:pt x="2862541" y="3672786"/>
                </a:moveTo>
                <a:cubicBezTo>
                  <a:pt x="2866814" y="3672786"/>
                  <a:pt x="2870278" y="3676250"/>
                  <a:pt x="2870278" y="3680523"/>
                </a:cubicBezTo>
                <a:lnTo>
                  <a:pt x="2870278" y="3773359"/>
                </a:lnTo>
                <a:cubicBezTo>
                  <a:pt x="2870278" y="3777632"/>
                  <a:pt x="2866814" y="3781096"/>
                  <a:pt x="2862541" y="3781096"/>
                </a:cubicBezTo>
                <a:lnTo>
                  <a:pt x="2854805" y="3773360"/>
                </a:lnTo>
                <a:cubicBezTo>
                  <a:pt x="2854805" y="3742414"/>
                  <a:pt x="2854804" y="3711469"/>
                  <a:pt x="2854804" y="3680523"/>
                </a:cubicBezTo>
                <a:cubicBezTo>
                  <a:pt x="2854804" y="3676250"/>
                  <a:pt x="2858268" y="3672786"/>
                  <a:pt x="2862541" y="3672786"/>
                </a:cubicBezTo>
                <a:close/>
                <a:moveTo>
                  <a:pt x="2826964" y="3672786"/>
                </a:moveTo>
                <a:cubicBezTo>
                  <a:pt x="2831237" y="3672786"/>
                  <a:pt x="2834701" y="3676250"/>
                  <a:pt x="2834701" y="3680523"/>
                </a:cubicBezTo>
                <a:lnTo>
                  <a:pt x="2834701" y="3773359"/>
                </a:lnTo>
                <a:cubicBezTo>
                  <a:pt x="2834701" y="3777632"/>
                  <a:pt x="2831237" y="3781096"/>
                  <a:pt x="2826964" y="3781096"/>
                </a:cubicBezTo>
                <a:lnTo>
                  <a:pt x="2819228" y="3773360"/>
                </a:lnTo>
                <a:cubicBezTo>
                  <a:pt x="2819228" y="3742414"/>
                  <a:pt x="2819227" y="3711469"/>
                  <a:pt x="2819227" y="3680523"/>
                </a:cubicBezTo>
                <a:cubicBezTo>
                  <a:pt x="2819227" y="3676250"/>
                  <a:pt x="2822691" y="3672786"/>
                  <a:pt x="2826964" y="3672786"/>
                </a:cubicBezTo>
                <a:close/>
                <a:moveTo>
                  <a:pt x="2744969" y="3672786"/>
                </a:moveTo>
                <a:cubicBezTo>
                  <a:pt x="2774878" y="3672786"/>
                  <a:pt x="2799124" y="3697032"/>
                  <a:pt x="2799124" y="3726941"/>
                </a:cubicBezTo>
                <a:cubicBezTo>
                  <a:pt x="2799124" y="3756850"/>
                  <a:pt x="2774878" y="3781096"/>
                  <a:pt x="2744969" y="3781096"/>
                </a:cubicBezTo>
                <a:cubicBezTo>
                  <a:pt x="2715060" y="3781096"/>
                  <a:pt x="2690814" y="3756850"/>
                  <a:pt x="2690814" y="3726941"/>
                </a:cubicBezTo>
                <a:cubicBezTo>
                  <a:pt x="2690814" y="3697032"/>
                  <a:pt x="2715060" y="3672786"/>
                  <a:pt x="2744969" y="3672786"/>
                </a:cubicBezTo>
                <a:close/>
                <a:moveTo>
                  <a:pt x="2662974" y="3672786"/>
                </a:moveTo>
                <a:cubicBezTo>
                  <a:pt x="2667247" y="3672786"/>
                  <a:pt x="2670711" y="3676250"/>
                  <a:pt x="2670711" y="3680523"/>
                </a:cubicBezTo>
                <a:cubicBezTo>
                  <a:pt x="2670711" y="3711469"/>
                  <a:pt x="2670710" y="3742414"/>
                  <a:pt x="2670710" y="3773360"/>
                </a:cubicBezTo>
                <a:lnTo>
                  <a:pt x="2662974" y="3781096"/>
                </a:lnTo>
                <a:cubicBezTo>
                  <a:pt x="2658701" y="3781096"/>
                  <a:pt x="2655237" y="3777632"/>
                  <a:pt x="2655237" y="3773359"/>
                </a:cubicBezTo>
                <a:lnTo>
                  <a:pt x="2655237" y="3680523"/>
                </a:lnTo>
                <a:cubicBezTo>
                  <a:pt x="2655237" y="3676250"/>
                  <a:pt x="2658701" y="3672786"/>
                  <a:pt x="2662974" y="3672786"/>
                </a:cubicBezTo>
                <a:close/>
                <a:moveTo>
                  <a:pt x="2580978" y="3672786"/>
                </a:moveTo>
                <a:cubicBezTo>
                  <a:pt x="2610887" y="3672786"/>
                  <a:pt x="2635133" y="3697032"/>
                  <a:pt x="2635133" y="3726941"/>
                </a:cubicBezTo>
                <a:cubicBezTo>
                  <a:pt x="2635133" y="3756850"/>
                  <a:pt x="2610887" y="3781096"/>
                  <a:pt x="2580978" y="3781096"/>
                </a:cubicBezTo>
                <a:cubicBezTo>
                  <a:pt x="2551069" y="3781096"/>
                  <a:pt x="2526823" y="3756850"/>
                  <a:pt x="2526823" y="3726941"/>
                </a:cubicBezTo>
                <a:cubicBezTo>
                  <a:pt x="2526823" y="3697032"/>
                  <a:pt x="2551069" y="3672786"/>
                  <a:pt x="2580978" y="3672786"/>
                </a:cubicBezTo>
                <a:close/>
                <a:moveTo>
                  <a:pt x="2498982" y="3672786"/>
                </a:moveTo>
                <a:cubicBezTo>
                  <a:pt x="2503255" y="3672786"/>
                  <a:pt x="2506719" y="3676250"/>
                  <a:pt x="2506719" y="3680523"/>
                </a:cubicBezTo>
                <a:lnTo>
                  <a:pt x="2506719" y="3773359"/>
                </a:lnTo>
                <a:lnTo>
                  <a:pt x="2498982" y="3781096"/>
                </a:lnTo>
                <a:cubicBezTo>
                  <a:pt x="2494709" y="3781097"/>
                  <a:pt x="2491246" y="3777633"/>
                  <a:pt x="2491246" y="3773360"/>
                </a:cubicBezTo>
                <a:cubicBezTo>
                  <a:pt x="2491246" y="3742414"/>
                  <a:pt x="2491245" y="3711469"/>
                  <a:pt x="2491245" y="3680523"/>
                </a:cubicBezTo>
                <a:cubicBezTo>
                  <a:pt x="2491245" y="3676250"/>
                  <a:pt x="2494709" y="3672786"/>
                  <a:pt x="2498982" y="3672786"/>
                </a:cubicBezTo>
                <a:close/>
                <a:moveTo>
                  <a:pt x="2416987" y="3672786"/>
                </a:moveTo>
                <a:cubicBezTo>
                  <a:pt x="2446896" y="3672786"/>
                  <a:pt x="2471142" y="3697032"/>
                  <a:pt x="2471142" y="3726941"/>
                </a:cubicBezTo>
                <a:cubicBezTo>
                  <a:pt x="2471142" y="3756850"/>
                  <a:pt x="2446896" y="3781096"/>
                  <a:pt x="2416987" y="3781096"/>
                </a:cubicBezTo>
                <a:cubicBezTo>
                  <a:pt x="2387078" y="3781096"/>
                  <a:pt x="2362832" y="3756850"/>
                  <a:pt x="2362832" y="3726941"/>
                </a:cubicBezTo>
                <a:cubicBezTo>
                  <a:pt x="2362832" y="3697032"/>
                  <a:pt x="2387078" y="3672786"/>
                  <a:pt x="2416987" y="3672786"/>
                </a:cubicBezTo>
                <a:close/>
                <a:moveTo>
                  <a:pt x="2334991" y="3672786"/>
                </a:moveTo>
                <a:cubicBezTo>
                  <a:pt x="2339264" y="3672786"/>
                  <a:pt x="2342728" y="3676250"/>
                  <a:pt x="2342728" y="3680523"/>
                </a:cubicBezTo>
                <a:lnTo>
                  <a:pt x="2342728" y="3773359"/>
                </a:lnTo>
                <a:lnTo>
                  <a:pt x="2334991" y="3781096"/>
                </a:lnTo>
                <a:cubicBezTo>
                  <a:pt x="2330718" y="3781097"/>
                  <a:pt x="2327255" y="3777633"/>
                  <a:pt x="2327255" y="3773360"/>
                </a:cubicBezTo>
                <a:cubicBezTo>
                  <a:pt x="2327255" y="3742414"/>
                  <a:pt x="2327254" y="3711469"/>
                  <a:pt x="2327254" y="3680523"/>
                </a:cubicBezTo>
                <a:cubicBezTo>
                  <a:pt x="2327254" y="3676250"/>
                  <a:pt x="2330718" y="3672786"/>
                  <a:pt x="2334991" y="3672786"/>
                </a:cubicBezTo>
                <a:close/>
                <a:moveTo>
                  <a:pt x="2299414" y="3672786"/>
                </a:moveTo>
                <a:cubicBezTo>
                  <a:pt x="2303687" y="3672786"/>
                  <a:pt x="2307151" y="3676250"/>
                  <a:pt x="2307151" y="3680523"/>
                </a:cubicBezTo>
                <a:lnTo>
                  <a:pt x="2307151" y="3773359"/>
                </a:lnTo>
                <a:lnTo>
                  <a:pt x="2299414" y="3781096"/>
                </a:lnTo>
                <a:cubicBezTo>
                  <a:pt x="2295141" y="3781097"/>
                  <a:pt x="2291678" y="3777633"/>
                  <a:pt x="2291678" y="3773360"/>
                </a:cubicBezTo>
                <a:cubicBezTo>
                  <a:pt x="2291678" y="3742414"/>
                  <a:pt x="2291677" y="3711469"/>
                  <a:pt x="2291677" y="3680523"/>
                </a:cubicBezTo>
                <a:cubicBezTo>
                  <a:pt x="2291677" y="3676250"/>
                  <a:pt x="2295141" y="3672786"/>
                  <a:pt x="2299414" y="3672786"/>
                </a:cubicBezTo>
                <a:close/>
                <a:moveTo>
                  <a:pt x="2217419" y="3672786"/>
                </a:moveTo>
                <a:cubicBezTo>
                  <a:pt x="2247328" y="3672786"/>
                  <a:pt x="2271574" y="3697032"/>
                  <a:pt x="2271574" y="3726941"/>
                </a:cubicBezTo>
                <a:cubicBezTo>
                  <a:pt x="2271574" y="3756850"/>
                  <a:pt x="2247328" y="3781096"/>
                  <a:pt x="2217419" y="3781096"/>
                </a:cubicBezTo>
                <a:cubicBezTo>
                  <a:pt x="2187510" y="3781096"/>
                  <a:pt x="2163264" y="3756850"/>
                  <a:pt x="2163264" y="3726941"/>
                </a:cubicBezTo>
                <a:cubicBezTo>
                  <a:pt x="2163264" y="3697032"/>
                  <a:pt x="2187510" y="3672786"/>
                  <a:pt x="2217419" y="3672786"/>
                </a:cubicBezTo>
                <a:close/>
                <a:moveTo>
                  <a:pt x="2135424" y="3672786"/>
                </a:moveTo>
                <a:cubicBezTo>
                  <a:pt x="2139697" y="3672786"/>
                  <a:pt x="2143161" y="3676250"/>
                  <a:pt x="2143161" y="3680523"/>
                </a:cubicBezTo>
                <a:cubicBezTo>
                  <a:pt x="2143161" y="3711469"/>
                  <a:pt x="2143160" y="3742414"/>
                  <a:pt x="2143160" y="3773360"/>
                </a:cubicBezTo>
                <a:lnTo>
                  <a:pt x="2135424" y="3781096"/>
                </a:lnTo>
                <a:cubicBezTo>
                  <a:pt x="2131151" y="3781096"/>
                  <a:pt x="2127687" y="3777632"/>
                  <a:pt x="2127687" y="3773359"/>
                </a:cubicBezTo>
                <a:lnTo>
                  <a:pt x="2127687" y="3680523"/>
                </a:lnTo>
                <a:cubicBezTo>
                  <a:pt x="2127687" y="3676250"/>
                  <a:pt x="2131151" y="3672786"/>
                  <a:pt x="2135424" y="3672786"/>
                </a:cubicBezTo>
                <a:close/>
                <a:moveTo>
                  <a:pt x="2053428" y="3672786"/>
                </a:moveTo>
                <a:cubicBezTo>
                  <a:pt x="2083337" y="3672786"/>
                  <a:pt x="2107583" y="3697032"/>
                  <a:pt x="2107583" y="3726941"/>
                </a:cubicBezTo>
                <a:cubicBezTo>
                  <a:pt x="2107583" y="3756850"/>
                  <a:pt x="2083337" y="3781096"/>
                  <a:pt x="2053428" y="3781096"/>
                </a:cubicBezTo>
                <a:cubicBezTo>
                  <a:pt x="2023519" y="3781096"/>
                  <a:pt x="1999273" y="3756850"/>
                  <a:pt x="1999273" y="3726941"/>
                </a:cubicBezTo>
                <a:cubicBezTo>
                  <a:pt x="1999273" y="3697032"/>
                  <a:pt x="2023519" y="3672786"/>
                  <a:pt x="2053428" y="3672786"/>
                </a:cubicBezTo>
                <a:close/>
                <a:moveTo>
                  <a:pt x="1971433" y="3672786"/>
                </a:moveTo>
                <a:cubicBezTo>
                  <a:pt x="1975706" y="3672786"/>
                  <a:pt x="1979170" y="3676250"/>
                  <a:pt x="1979170" y="3680523"/>
                </a:cubicBezTo>
                <a:cubicBezTo>
                  <a:pt x="1979170" y="3711469"/>
                  <a:pt x="1979169" y="3742414"/>
                  <a:pt x="1979169" y="3773360"/>
                </a:cubicBezTo>
                <a:lnTo>
                  <a:pt x="1971433" y="3781096"/>
                </a:lnTo>
                <a:cubicBezTo>
                  <a:pt x="1967160" y="3781096"/>
                  <a:pt x="1963696" y="3777632"/>
                  <a:pt x="1963696" y="3773359"/>
                </a:cubicBezTo>
                <a:lnTo>
                  <a:pt x="1963696" y="3680523"/>
                </a:lnTo>
                <a:cubicBezTo>
                  <a:pt x="1963696" y="3676250"/>
                  <a:pt x="1967160" y="3672786"/>
                  <a:pt x="1971433" y="3672786"/>
                </a:cubicBezTo>
                <a:close/>
                <a:moveTo>
                  <a:pt x="1889437" y="3672786"/>
                </a:moveTo>
                <a:cubicBezTo>
                  <a:pt x="1919346" y="3672786"/>
                  <a:pt x="1943592" y="3697032"/>
                  <a:pt x="1943592" y="3726941"/>
                </a:cubicBezTo>
                <a:cubicBezTo>
                  <a:pt x="1943592" y="3756850"/>
                  <a:pt x="1919346" y="3781096"/>
                  <a:pt x="1889437" y="3781096"/>
                </a:cubicBezTo>
                <a:cubicBezTo>
                  <a:pt x="1859528" y="3781096"/>
                  <a:pt x="1835282" y="3756850"/>
                  <a:pt x="1835282" y="3726941"/>
                </a:cubicBezTo>
                <a:cubicBezTo>
                  <a:pt x="1835282" y="3697032"/>
                  <a:pt x="1859528" y="3672786"/>
                  <a:pt x="1889437" y="3672786"/>
                </a:cubicBezTo>
                <a:close/>
                <a:moveTo>
                  <a:pt x="1807442" y="3672786"/>
                </a:moveTo>
                <a:cubicBezTo>
                  <a:pt x="1811715" y="3672786"/>
                  <a:pt x="1815179" y="3676250"/>
                  <a:pt x="1815179" y="3680523"/>
                </a:cubicBezTo>
                <a:cubicBezTo>
                  <a:pt x="1815179" y="3711469"/>
                  <a:pt x="1815178" y="3742414"/>
                  <a:pt x="1815178" y="3773360"/>
                </a:cubicBezTo>
                <a:lnTo>
                  <a:pt x="1807442" y="3781096"/>
                </a:lnTo>
                <a:cubicBezTo>
                  <a:pt x="1803169" y="3781096"/>
                  <a:pt x="1799705" y="3777632"/>
                  <a:pt x="1799705" y="3773359"/>
                </a:cubicBezTo>
                <a:lnTo>
                  <a:pt x="1799705" y="3680523"/>
                </a:lnTo>
                <a:cubicBezTo>
                  <a:pt x="1799705" y="3676250"/>
                  <a:pt x="1803169" y="3672786"/>
                  <a:pt x="1807442" y="3672786"/>
                </a:cubicBezTo>
                <a:close/>
                <a:moveTo>
                  <a:pt x="1771866" y="3672786"/>
                </a:moveTo>
                <a:cubicBezTo>
                  <a:pt x="1776139" y="3672786"/>
                  <a:pt x="1779603" y="3676250"/>
                  <a:pt x="1779603" y="3680523"/>
                </a:cubicBezTo>
                <a:cubicBezTo>
                  <a:pt x="1779603" y="3711469"/>
                  <a:pt x="1779602" y="3742414"/>
                  <a:pt x="1779602" y="3773360"/>
                </a:cubicBezTo>
                <a:lnTo>
                  <a:pt x="1771866" y="3781096"/>
                </a:lnTo>
                <a:cubicBezTo>
                  <a:pt x="1767593" y="3781096"/>
                  <a:pt x="1764129" y="3777632"/>
                  <a:pt x="1764129" y="3773359"/>
                </a:cubicBezTo>
                <a:lnTo>
                  <a:pt x="1764129" y="3680523"/>
                </a:lnTo>
                <a:cubicBezTo>
                  <a:pt x="1764129" y="3676250"/>
                  <a:pt x="1767593" y="3672786"/>
                  <a:pt x="1771866" y="3672786"/>
                </a:cubicBezTo>
                <a:close/>
                <a:moveTo>
                  <a:pt x="1689869" y="3672786"/>
                </a:moveTo>
                <a:cubicBezTo>
                  <a:pt x="1719778" y="3672786"/>
                  <a:pt x="1744024" y="3697032"/>
                  <a:pt x="1744024" y="3726941"/>
                </a:cubicBezTo>
                <a:cubicBezTo>
                  <a:pt x="1744024" y="3756850"/>
                  <a:pt x="1719778" y="3781096"/>
                  <a:pt x="1689869" y="3781096"/>
                </a:cubicBezTo>
                <a:cubicBezTo>
                  <a:pt x="1659960" y="3781096"/>
                  <a:pt x="1635714" y="3756850"/>
                  <a:pt x="1635714" y="3726941"/>
                </a:cubicBezTo>
                <a:cubicBezTo>
                  <a:pt x="1635714" y="3697032"/>
                  <a:pt x="1659960" y="3672786"/>
                  <a:pt x="1689869" y="3672786"/>
                </a:cubicBezTo>
                <a:close/>
                <a:moveTo>
                  <a:pt x="1561455" y="3672786"/>
                </a:moveTo>
                <a:cubicBezTo>
                  <a:pt x="1591364" y="3672786"/>
                  <a:pt x="1615610" y="3697032"/>
                  <a:pt x="1615610" y="3726941"/>
                </a:cubicBezTo>
                <a:cubicBezTo>
                  <a:pt x="1615610" y="3756850"/>
                  <a:pt x="1591364" y="3781096"/>
                  <a:pt x="1561455" y="3781096"/>
                </a:cubicBezTo>
                <a:cubicBezTo>
                  <a:pt x="1531546" y="3781096"/>
                  <a:pt x="1507300" y="3756850"/>
                  <a:pt x="1507300" y="3726941"/>
                </a:cubicBezTo>
                <a:cubicBezTo>
                  <a:pt x="1507300" y="3697032"/>
                  <a:pt x="1531546" y="3672786"/>
                  <a:pt x="1561455" y="3672786"/>
                </a:cubicBezTo>
                <a:close/>
                <a:moveTo>
                  <a:pt x="1479460" y="3672786"/>
                </a:moveTo>
                <a:cubicBezTo>
                  <a:pt x="1483733" y="3672786"/>
                  <a:pt x="1487197" y="3676250"/>
                  <a:pt x="1487197" y="3680523"/>
                </a:cubicBezTo>
                <a:cubicBezTo>
                  <a:pt x="1487197" y="3711469"/>
                  <a:pt x="1487196" y="3742414"/>
                  <a:pt x="1487196" y="3773360"/>
                </a:cubicBezTo>
                <a:lnTo>
                  <a:pt x="1479460" y="3781096"/>
                </a:lnTo>
                <a:cubicBezTo>
                  <a:pt x="1475187" y="3781096"/>
                  <a:pt x="1471723" y="3777632"/>
                  <a:pt x="1471723" y="3773359"/>
                </a:cubicBezTo>
                <a:lnTo>
                  <a:pt x="1471723" y="3680523"/>
                </a:lnTo>
                <a:cubicBezTo>
                  <a:pt x="1471723" y="3676250"/>
                  <a:pt x="1475187" y="3672786"/>
                  <a:pt x="1479460" y="3672786"/>
                </a:cubicBezTo>
                <a:close/>
                <a:moveTo>
                  <a:pt x="1397464" y="3672786"/>
                </a:moveTo>
                <a:cubicBezTo>
                  <a:pt x="1427373" y="3672786"/>
                  <a:pt x="1451619" y="3697032"/>
                  <a:pt x="1451619" y="3726941"/>
                </a:cubicBezTo>
                <a:cubicBezTo>
                  <a:pt x="1451619" y="3756850"/>
                  <a:pt x="1427373" y="3781096"/>
                  <a:pt x="1397464" y="3781096"/>
                </a:cubicBezTo>
                <a:cubicBezTo>
                  <a:pt x="1367555" y="3781096"/>
                  <a:pt x="1343309" y="3756850"/>
                  <a:pt x="1343309" y="3726941"/>
                </a:cubicBezTo>
                <a:cubicBezTo>
                  <a:pt x="1343309" y="3697032"/>
                  <a:pt x="1367555" y="3672786"/>
                  <a:pt x="1397464" y="3672786"/>
                </a:cubicBezTo>
                <a:close/>
                <a:moveTo>
                  <a:pt x="1315469" y="3672786"/>
                </a:moveTo>
                <a:cubicBezTo>
                  <a:pt x="1319742" y="3672786"/>
                  <a:pt x="1323206" y="3676250"/>
                  <a:pt x="1323206" y="3680523"/>
                </a:cubicBezTo>
                <a:cubicBezTo>
                  <a:pt x="1323206" y="3711469"/>
                  <a:pt x="1323205" y="3742414"/>
                  <a:pt x="1323205" y="3773360"/>
                </a:cubicBezTo>
                <a:lnTo>
                  <a:pt x="1315469" y="3781096"/>
                </a:lnTo>
                <a:cubicBezTo>
                  <a:pt x="1311196" y="3781096"/>
                  <a:pt x="1307732" y="3777632"/>
                  <a:pt x="1307732" y="3773359"/>
                </a:cubicBezTo>
                <a:lnTo>
                  <a:pt x="1307732" y="3680523"/>
                </a:lnTo>
                <a:cubicBezTo>
                  <a:pt x="1307732" y="3676250"/>
                  <a:pt x="1311196" y="3672786"/>
                  <a:pt x="1315469" y="3672786"/>
                </a:cubicBezTo>
                <a:close/>
                <a:moveTo>
                  <a:pt x="1279893" y="3672786"/>
                </a:moveTo>
                <a:cubicBezTo>
                  <a:pt x="1284166" y="3672786"/>
                  <a:pt x="1287630" y="3676250"/>
                  <a:pt x="1287630" y="3680523"/>
                </a:cubicBezTo>
                <a:cubicBezTo>
                  <a:pt x="1287630" y="3711469"/>
                  <a:pt x="1287629" y="3742414"/>
                  <a:pt x="1287629" y="3773360"/>
                </a:cubicBezTo>
                <a:lnTo>
                  <a:pt x="1279893" y="3781096"/>
                </a:lnTo>
                <a:cubicBezTo>
                  <a:pt x="1275620" y="3781096"/>
                  <a:pt x="1272156" y="3777632"/>
                  <a:pt x="1272156" y="3773359"/>
                </a:cubicBezTo>
                <a:lnTo>
                  <a:pt x="1272156" y="3680523"/>
                </a:lnTo>
                <a:cubicBezTo>
                  <a:pt x="1272156" y="3676250"/>
                  <a:pt x="1275620" y="3672786"/>
                  <a:pt x="1279893" y="3672786"/>
                </a:cubicBezTo>
                <a:close/>
                <a:moveTo>
                  <a:pt x="1197896" y="3672786"/>
                </a:moveTo>
                <a:cubicBezTo>
                  <a:pt x="1227805" y="3672786"/>
                  <a:pt x="1252051" y="3697032"/>
                  <a:pt x="1252051" y="3726941"/>
                </a:cubicBezTo>
                <a:cubicBezTo>
                  <a:pt x="1252051" y="3756850"/>
                  <a:pt x="1227805" y="3781096"/>
                  <a:pt x="1197896" y="3781096"/>
                </a:cubicBezTo>
                <a:cubicBezTo>
                  <a:pt x="1167987" y="3781096"/>
                  <a:pt x="1143741" y="3756850"/>
                  <a:pt x="1143741" y="3726941"/>
                </a:cubicBezTo>
                <a:cubicBezTo>
                  <a:pt x="1143741" y="3697032"/>
                  <a:pt x="1167987" y="3672786"/>
                  <a:pt x="1197896" y="3672786"/>
                </a:cubicBezTo>
                <a:close/>
                <a:moveTo>
                  <a:pt x="1115902" y="3672786"/>
                </a:moveTo>
                <a:cubicBezTo>
                  <a:pt x="1120175" y="3672786"/>
                  <a:pt x="1123639" y="3676250"/>
                  <a:pt x="1123639" y="3680523"/>
                </a:cubicBezTo>
                <a:cubicBezTo>
                  <a:pt x="1123639" y="3711469"/>
                  <a:pt x="1123638" y="3742414"/>
                  <a:pt x="1123638" y="3773360"/>
                </a:cubicBezTo>
                <a:lnTo>
                  <a:pt x="1115902" y="3781096"/>
                </a:lnTo>
                <a:cubicBezTo>
                  <a:pt x="1111629" y="3781096"/>
                  <a:pt x="1108165" y="3777632"/>
                  <a:pt x="1108165" y="3773359"/>
                </a:cubicBezTo>
                <a:lnTo>
                  <a:pt x="1108165" y="3680523"/>
                </a:lnTo>
                <a:cubicBezTo>
                  <a:pt x="1108165" y="3676250"/>
                  <a:pt x="1111629" y="3672786"/>
                  <a:pt x="1115902" y="3672786"/>
                </a:cubicBezTo>
                <a:close/>
                <a:moveTo>
                  <a:pt x="1080325" y="3672786"/>
                </a:moveTo>
                <a:cubicBezTo>
                  <a:pt x="1084598" y="3672786"/>
                  <a:pt x="1088062" y="3676250"/>
                  <a:pt x="1088062" y="3680523"/>
                </a:cubicBezTo>
                <a:cubicBezTo>
                  <a:pt x="1088062" y="3711469"/>
                  <a:pt x="1088061" y="3742414"/>
                  <a:pt x="1088061" y="3773360"/>
                </a:cubicBezTo>
                <a:lnTo>
                  <a:pt x="1080325" y="3781096"/>
                </a:lnTo>
                <a:cubicBezTo>
                  <a:pt x="1076052" y="3781096"/>
                  <a:pt x="1072588" y="3777632"/>
                  <a:pt x="1072588" y="3773359"/>
                </a:cubicBezTo>
                <a:lnTo>
                  <a:pt x="1072588" y="3680523"/>
                </a:lnTo>
                <a:cubicBezTo>
                  <a:pt x="1072588" y="3676250"/>
                  <a:pt x="1076052" y="3672786"/>
                  <a:pt x="1080325" y="3672786"/>
                </a:cubicBezTo>
                <a:close/>
                <a:moveTo>
                  <a:pt x="1044748" y="3672786"/>
                </a:moveTo>
                <a:cubicBezTo>
                  <a:pt x="1049021" y="3672786"/>
                  <a:pt x="1052485" y="3676250"/>
                  <a:pt x="1052485" y="3680523"/>
                </a:cubicBezTo>
                <a:cubicBezTo>
                  <a:pt x="1052485" y="3711469"/>
                  <a:pt x="1052484" y="3742414"/>
                  <a:pt x="1052484" y="3773360"/>
                </a:cubicBezTo>
                <a:lnTo>
                  <a:pt x="1044748" y="3781096"/>
                </a:lnTo>
                <a:cubicBezTo>
                  <a:pt x="1040475" y="3781096"/>
                  <a:pt x="1037011" y="3777632"/>
                  <a:pt x="1037011" y="3773359"/>
                </a:cubicBezTo>
                <a:lnTo>
                  <a:pt x="1037011" y="3680523"/>
                </a:lnTo>
                <a:cubicBezTo>
                  <a:pt x="1037011" y="3676250"/>
                  <a:pt x="1040475" y="3672786"/>
                  <a:pt x="1044748" y="3672786"/>
                </a:cubicBezTo>
                <a:close/>
                <a:moveTo>
                  <a:pt x="962752" y="3672786"/>
                </a:moveTo>
                <a:cubicBezTo>
                  <a:pt x="992661" y="3672786"/>
                  <a:pt x="1016907" y="3697032"/>
                  <a:pt x="1016907" y="3726941"/>
                </a:cubicBezTo>
                <a:cubicBezTo>
                  <a:pt x="1016907" y="3756850"/>
                  <a:pt x="992661" y="3781096"/>
                  <a:pt x="962752" y="3781096"/>
                </a:cubicBezTo>
                <a:cubicBezTo>
                  <a:pt x="932843" y="3781096"/>
                  <a:pt x="908597" y="3756850"/>
                  <a:pt x="908597" y="3726941"/>
                </a:cubicBezTo>
                <a:cubicBezTo>
                  <a:pt x="908597" y="3697032"/>
                  <a:pt x="932843" y="3672786"/>
                  <a:pt x="962752" y="3672786"/>
                </a:cubicBezTo>
                <a:close/>
                <a:moveTo>
                  <a:pt x="880757" y="3672786"/>
                </a:moveTo>
                <a:cubicBezTo>
                  <a:pt x="885030" y="3672786"/>
                  <a:pt x="888494" y="3676250"/>
                  <a:pt x="888494" y="3680523"/>
                </a:cubicBezTo>
                <a:cubicBezTo>
                  <a:pt x="888494" y="3711469"/>
                  <a:pt x="888493" y="3742414"/>
                  <a:pt x="888493" y="3773360"/>
                </a:cubicBezTo>
                <a:lnTo>
                  <a:pt x="880757" y="3781096"/>
                </a:lnTo>
                <a:cubicBezTo>
                  <a:pt x="876484" y="3781096"/>
                  <a:pt x="873020" y="3777632"/>
                  <a:pt x="873020" y="3773359"/>
                </a:cubicBezTo>
                <a:lnTo>
                  <a:pt x="873020" y="3680523"/>
                </a:lnTo>
                <a:cubicBezTo>
                  <a:pt x="873047" y="3676250"/>
                  <a:pt x="876484" y="3672786"/>
                  <a:pt x="880757" y="3672786"/>
                </a:cubicBezTo>
                <a:close/>
                <a:moveTo>
                  <a:pt x="798761" y="3672786"/>
                </a:moveTo>
                <a:cubicBezTo>
                  <a:pt x="828670" y="3672786"/>
                  <a:pt x="852916" y="3697032"/>
                  <a:pt x="852916" y="3726941"/>
                </a:cubicBezTo>
                <a:cubicBezTo>
                  <a:pt x="852916" y="3756850"/>
                  <a:pt x="828670" y="3781096"/>
                  <a:pt x="798761" y="3781096"/>
                </a:cubicBezTo>
                <a:cubicBezTo>
                  <a:pt x="768852" y="3781096"/>
                  <a:pt x="744606" y="3756850"/>
                  <a:pt x="744606" y="3726941"/>
                </a:cubicBezTo>
                <a:cubicBezTo>
                  <a:pt x="744606" y="3697032"/>
                  <a:pt x="768852" y="3672786"/>
                  <a:pt x="798761" y="3672786"/>
                </a:cubicBezTo>
                <a:close/>
                <a:moveTo>
                  <a:pt x="670347" y="3672786"/>
                </a:moveTo>
                <a:cubicBezTo>
                  <a:pt x="700256" y="3672786"/>
                  <a:pt x="724502" y="3697032"/>
                  <a:pt x="724502" y="3726941"/>
                </a:cubicBezTo>
                <a:cubicBezTo>
                  <a:pt x="724502" y="3756850"/>
                  <a:pt x="700256" y="3781096"/>
                  <a:pt x="670347" y="3781096"/>
                </a:cubicBezTo>
                <a:cubicBezTo>
                  <a:pt x="640438" y="3781096"/>
                  <a:pt x="616192" y="3756850"/>
                  <a:pt x="616192" y="3726941"/>
                </a:cubicBezTo>
                <a:cubicBezTo>
                  <a:pt x="616192" y="3697032"/>
                  <a:pt x="640438" y="3672786"/>
                  <a:pt x="670347" y="3672786"/>
                </a:cubicBezTo>
                <a:close/>
                <a:moveTo>
                  <a:pt x="588352" y="3672786"/>
                </a:moveTo>
                <a:cubicBezTo>
                  <a:pt x="592625" y="3672786"/>
                  <a:pt x="596089" y="3676250"/>
                  <a:pt x="596089" y="3680523"/>
                </a:cubicBezTo>
                <a:cubicBezTo>
                  <a:pt x="596089" y="3711469"/>
                  <a:pt x="596088" y="3742414"/>
                  <a:pt x="596088" y="3773360"/>
                </a:cubicBezTo>
                <a:lnTo>
                  <a:pt x="588352" y="3781096"/>
                </a:lnTo>
                <a:cubicBezTo>
                  <a:pt x="584079" y="3781096"/>
                  <a:pt x="580615" y="3777632"/>
                  <a:pt x="580615" y="3773359"/>
                </a:cubicBezTo>
                <a:lnTo>
                  <a:pt x="580615" y="3680523"/>
                </a:lnTo>
                <a:cubicBezTo>
                  <a:pt x="580643" y="3676250"/>
                  <a:pt x="584079" y="3672786"/>
                  <a:pt x="588352" y="3672786"/>
                </a:cubicBezTo>
                <a:close/>
                <a:moveTo>
                  <a:pt x="552775" y="3672786"/>
                </a:moveTo>
                <a:cubicBezTo>
                  <a:pt x="557048" y="3672786"/>
                  <a:pt x="560512" y="3676250"/>
                  <a:pt x="560512" y="3680523"/>
                </a:cubicBezTo>
                <a:cubicBezTo>
                  <a:pt x="560512" y="3711469"/>
                  <a:pt x="560511" y="3742414"/>
                  <a:pt x="560511" y="3773360"/>
                </a:cubicBezTo>
                <a:lnTo>
                  <a:pt x="552775" y="3781096"/>
                </a:lnTo>
                <a:cubicBezTo>
                  <a:pt x="548502" y="3781096"/>
                  <a:pt x="545038" y="3777632"/>
                  <a:pt x="545038" y="3773359"/>
                </a:cubicBezTo>
                <a:lnTo>
                  <a:pt x="545038" y="3680523"/>
                </a:lnTo>
                <a:cubicBezTo>
                  <a:pt x="545065" y="3676250"/>
                  <a:pt x="548502" y="3672786"/>
                  <a:pt x="552775" y="3672786"/>
                </a:cubicBezTo>
                <a:close/>
                <a:moveTo>
                  <a:pt x="470779" y="3672786"/>
                </a:moveTo>
                <a:cubicBezTo>
                  <a:pt x="500688" y="3672786"/>
                  <a:pt x="524934" y="3697032"/>
                  <a:pt x="524934" y="3726941"/>
                </a:cubicBezTo>
                <a:cubicBezTo>
                  <a:pt x="524934" y="3756850"/>
                  <a:pt x="500688" y="3781096"/>
                  <a:pt x="470779" y="3781096"/>
                </a:cubicBezTo>
                <a:cubicBezTo>
                  <a:pt x="440870" y="3781096"/>
                  <a:pt x="416624" y="3756850"/>
                  <a:pt x="416624" y="3726941"/>
                </a:cubicBezTo>
                <a:cubicBezTo>
                  <a:pt x="416624" y="3697032"/>
                  <a:pt x="440870" y="3672786"/>
                  <a:pt x="470779" y="3672786"/>
                </a:cubicBezTo>
                <a:close/>
                <a:moveTo>
                  <a:pt x="342365" y="3672786"/>
                </a:moveTo>
                <a:cubicBezTo>
                  <a:pt x="372274" y="3672786"/>
                  <a:pt x="396520" y="3697032"/>
                  <a:pt x="396520" y="3726941"/>
                </a:cubicBezTo>
                <a:cubicBezTo>
                  <a:pt x="396520" y="3756850"/>
                  <a:pt x="372274" y="3781096"/>
                  <a:pt x="342365" y="3781096"/>
                </a:cubicBezTo>
                <a:cubicBezTo>
                  <a:pt x="312456" y="3781096"/>
                  <a:pt x="288210" y="3756850"/>
                  <a:pt x="288210" y="3726941"/>
                </a:cubicBezTo>
                <a:cubicBezTo>
                  <a:pt x="288210" y="3697032"/>
                  <a:pt x="312456" y="3672786"/>
                  <a:pt x="342365" y="3672786"/>
                </a:cubicBezTo>
                <a:close/>
                <a:moveTo>
                  <a:pt x="260370" y="3672786"/>
                </a:moveTo>
                <a:cubicBezTo>
                  <a:pt x="264643" y="3672786"/>
                  <a:pt x="268107" y="3676250"/>
                  <a:pt x="268107" y="3680523"/>
                </a:cubicBezTo>
                <a:cubicBezTo>
                  <a:pt x="268107" y="3711469"/>
                  <a:pt x="268106" y="3742414"/>
                  <a:pt x="268106" y="3773360"/>
                </a:cubicBezTo>
                <a:lnTo>
                  <a:pt x="260370" y="3781096"/>
                </a:lnTo>
                <a:cubicBezTo>
                  <a:pt x="256097" y="3781096"/>
                  <a:pt x="252633" y="3777632"/>
                  <a:pt x="252633" y="3773359"/>
                </a:cubicBezTo>
                <a:lnTo>
                  <a:pt x="252633" y="3680523"/>
                </a:lnTo>
                <a:cubicBezTo>
                  <a:pt x="252659" y="3676250"/>
                  <a:pt x="256110" y="3672786"/>
                  <a:pt x="260370" y="3672786"/>
                </a:cubicBezTo>
                <a:close/>
                <a:moveTo>
                  <a:pt x="178374" y="3672786"/>
                </a:moveTo>
                <a:cubicBezTo>
                  <a:pt x="208283" y="3672786"/>
                  <a:pt x="232529" y="3697032"/>
                  <a:pt x="232529" y="3726941"/>
                </a:cubicBezTo>
                <a:cubicBezTo>
                  <a:pt x="232529" y="3756850"/>
                  <a:pt x="208283" y="3781096"/>
                  <a:pt x="178374" y="3781096"/>
                </a:cubicBezTo>
                <a:cubicBezTo>
                  <a:pt x="148465" y="3781096"/>
                  <a:pt x="124219" y="3756850"/>
                  <a:pt x="124219" y="3726941"/>
                </a:cubicBezTo>
                <a:cubicBezTo>
                  <a:pt x="124219" y="3697032"/>
                  <a:pt x="148465" y="3672786"/>
                  <a:pt x="178374" y="3672786"/>
                </a:cubicBezTo>
                <a:close/>
                <a:moveTo>
                  <a:pt x="96379" y="3672786"/>
                </a:moveTo>
                <a:cubicBezTo>
                  <a:pt x="100652" y="3672786"/>
                  <a:pt x="104116" y="3676250"/>
                  <a:pt x="104116" y="3680523"/>
                </a:cubicBezTo>
                <a:cubicBezTo>
                  <a:pt x="104116" y="3711469"/>
                  <a:pt x="104115" y="3742414"/>
                  <a:pt x="104115" y="3773360"/>
                </a:cubicBezTo>
                <a:lnTo>
                  <a:pt x="96379" y="3781096"/>
                </a:lnTo>
                <a:cubicBezTo>
                  <a:pt x="92106" y="3781096"/>
                  <a:pt x="88642" y="3777632"/>
                  <a:pt x="88642" y="3773359"/>
                </a:cubicBezTo>
                <a:lnTo>
                  <a:pt x="88642" y="3680523"/>
                </a:lnTo>
                <a:cubicBezTo>
                  <a:pt x="88662" y="3676250"/>
                  <a:pt x="92119" y="3672786"/>
                  <a:pt x="96379" y="3672786"/>
                </a:cubicBezTo>
                <a:close/>
                <a:moveTo>
                  <a:pt x="60802" y="3672786"/>
                </a:moveTo>
                <a:cubicBezTo>
                  <a:pt x="65075" y="3672786"/>
                  <a:pt x="68539" y="3676250"/>
                  <a:pt x="68539" y="3680523"/>
                </a:cubicBezTo>
                <a:cubicBezTo>
                  <a:pt x="68539" y="3711469"/>
                  <a:pt x="68538" y="3742414"/>
                  <a:pt x="68538" y="3773360"/>
                </a:cubicBezTo>
                <a:lnTo>
                  <a:pt x="60802" y="3781096"/>
                </a:lnTo>
                <a:cubicBezTo>
                  <a:pt x="56529" y="3781096"/>
                  <a:pt x="53065" y="3777632"/>
                  <a:pt x="53065" y="3773359"/>
                </a:cubicBezTo>
                <a:lnTo>
                  <a:pt x="53065" y="3680523"/>
                </a:lnTo>
                <a:cubicBezTo>
                  <a:pt x="53085" y="3676250"/>
                  <a:pt x="56542" y="3672786"/>
                  <a:pt x="60802" y="3672786"/>
                </a:cubicBezTo>
                <a:close/>
                <a:moveTo>
                  <a:pt x="8976294" y="3551735"/>
                </a:moveTo>
                <a:cubicBezTo>
                  <a:pt x="8954836" y="3551735"/>
                  <a:pt x="8937441" y="3569130"/>
                  <a:pt x="8937441" y="3590588"/>
                </a:cubicBezTo>
                <a:cubicBezTo>
                  <a:pt x="8937441" y="3612046"/>
                  <a:pt x="8954836" y="3629441"/>
                  <a:pt x="8976294" y="3629441"/>
                </a:cubicBezTo>
                <a:cubicBezTo>
                  <a:pt x="8997752" y="3629441"/>
                  <a:pt x="9015147" y="3612046"/>
                  <a:pt x="9015147" y="3590588"/>
                </a:cubicBezTo>
                <a:cubicBezTo>
                  <a:pt x="9015147" y="3569130"/>
                  <a:pt x="8997752" y="3551735"/>
                  <a:pt x="8976294" y="3551735"/>
                </a:cubicBezTo>
                <a:close/>
                <a:moveTo>
                  <a:pt x="8820023" y="3551735"/>
                </a:moveTo>
                <a:cubicBezTo>
                  <a:pt x="8798565" y="3551735"/>
                  <a:pt x="8781170" y="3569130"/>
                  <a:pt x="8781170" y="3590588"/>
                </a:cubicBezTo>
                <a:cubicBezTo>
                  <a:pt x="8781170" y="3612046"/>
                  <a:pt x="8798565" y="3629441"/>
                  <a:pt x="8820023" y="3629441"/>
                </a:cubicBezTo>
                <a:cubicBezTo>
                  <a:pt x="8841481" y="3629441"/>
                  <a:pt x="8858876" y="3612046"/>
                  <a:pt x="8858876" y="3590588"/>
                </a:cubicBezTo>
                <a:cubicBezTo>
                  <a:pt x="8858876" y="3569130"/>
                  <a:pt x="8841481" y="3551735"/>
                  <a:pt x="8820023" y="3551735"/>
                </a:cubicBezTo>
                <a:close/>
                <a:moveTo>
                  <a:pt x="8663753" y="3551735"/>
                </a:moveTo>
                <a:cubicBezTo>
                  <a:pt x="8642295" y="3551735"/>
                  <a:pt x="8624900" y="3569130"/>
                  <a:pt x="8624900" y="3590588"/>
                </a:cubicBezTo>
                <a:cubicBezTo>
                  <a:pt x="8624900" y="3612046"/>
                  <a:pt x="8642295" y="3629441"/>
                  <a:pt x="8663753" y="3629441"/>
                </a:cubicBezTo>
                <a:cubicBezTo>
                  <a:pt x="8685211" y="3629441"/>
                  <a:pt x="8702606" y="3612046"/>
                  <a:pt x="8702606" y="3590588"/>
                </a:cubicBezTo>
                <a:cubicBezTo>
                  <a:pt x="8702606" y="3569130"/>
                  <a:pt x="8685211" y="3551735"/>
                  <a:pt x="8663753" y="3551735"/>
                </a:cubicBezTo>
                <a:close/>
                <a:moveTo>
                  <a:pt x="8475766" y="3551735"/>
                </a:moveTo>
                <a:cubicBezTo>
                  <a:pt x="8454308" y="3551735"/>
                  <a:pt x="8436913" y="3569130"/>
                  <a:pt x="8436913" y="3590588"/>
                </a:cubicBezTo>
                <a:cubicBezTo>
                  <a:pt x="8436913" y="3612046"/>
                  <a:pt x="8454308" y="3629441"/>
                  <a:pt x="8475766" y="3629441"/>
                </a:cubicBezTo>
                <a:cubicBezTo>
                  <a:pt x="8497224" y="3629441"/>
                  <a:pt x="8514619" y="3612046"/>
                  <a:pt x="8514619" y="3590588"/>
                </a:cubicBezTo>
                <a:cubicBezTo>
                  <a:pt x="8514619" y="3569130"/>
                  <a:pt x="8497224" y="3551735"/>
                  <a:pt x="8475766" y="3551735"/>
                </a:cubicBezTo>
                <a:close/>
                <a:moveTo>
                  <a:pt x="8351212" y="3551735"/>
                </a:moveTo>
                <a:cubicBezTo>
                  <a:pt x="8329754" y="3551735"/>
                  <a:pt x="8312359" y="3569130"/>
                  <a:pt x="8312359" y="3590588"/>
                </a:cubicBezTo>
                <a:cubicBezTo>
                  <a:pt x="8312359" y="3612046"/>
                  <a:pt x="8329754" y="3629441"/>
                  <a:pt x="8351212" y="3629441"/>
                </a:cubicBezTo>
                <a:cubicBezTo>
                  <a:pt x="8372670" y="3629441"/>
                  <a:pt x="8390065" y="3612046"/>
                  <a:pt x="8390065" y="3590588"/>
                </a:cubicBezTo>
                <a:cubicBezTo>
                  <a:pt x="8390065" y="3569130"/>
                  <a:pt x="8372670" y="3551735"/>
                  <a:pt x="8351212" y="3551735"/>
                </a:cubicBezTo>
                <a:close/>
                <a:moveTo>
                  <a:pt x="8194942" y="3551735"/>
                </a:moveTo>
                <a:cubicBezTo>
                  <a:pt x="8173484" y="3551735"/>
                  <a:pt x="8156089" y="3569130"/>
                  <a:pt x="8156089" y="3590588"/>
                </a:cubicBezTo>
                <a:cubicBezTo>
                  <a:pt x="8156089" y="3612046"/>
                  <a:pt x="8173484" y="3629441"/>
                  <a:pt x="8194942" y="3629441"/>
                </a:cubicBezTo>
                <a:cubicBezTo>
                  <a:pt x="8216400" y="3629441"/>
                  <a:pt x="8233795" y="3612046"/>
                  <a:pt x="8233795" y="3590588"/>
                </a:cubicBezTo>
                <a:cubicBezTo>
                  <a:pt x="8233795" y="3569130"/>
                  <a:pt x="8216400" y="3551735"/>
                  <a:pt x="8194942" y="3551735"/>
                </a:cubicBezTo>
                <a:close/>
                <a:moveTo>
                  <a:pt x="8038671" y="3551735"/>
                </a:moveTo>
                <a:cubicBezTo>
                  <a:pt x="8017213" y="3551735"/>
                  <a:pt x="7999818" y="3569130"/>
                  <a:pt x="7999818" y="3590588"/>
                </a:cubicBezTo>
                <a:cubicBezTo>
                  <a:pt x="7999818" y="3612046"/>
                  <a:pt x="8017213" y="3629441"/>
                  <a:pt x="8038671" y="3629441"/>
                </a:cubicBezTo>
                <a:cubicBezTo>
                  <a:pt x="8060129" y="3629441"/>
                  <a:pt x="8077524" y="3612046"/>
                  <a:pt x="8077524" y="3590588"/>
                </a:cubicBezTo>
                <a:cubicBezTo>
                  <a:pt x="8077524" y="3569130"/>
                  <a:pt x="8060129" y="3551735"/>
                  <a:pt x="8038671" y="3551735"/>
                </a:cubicBezTo>
                <a:close/>
                <a:moveTo>
                  <a:pt x="7914117" y="3551735"/>
                </a:moveTo>
                <a:cubicBezTo>
                  <a:pt x="7892659" y="3551735"/>
                  <a:pt x="7875264" y="3569130"/>
                  <a:pt x="7875264" y="3590588"/>
                </a:cubicBezTo>
                <a:cubicBezTo>
                  <a:pt x="7875264" y="3612046"/>
                  <a:pt x="7892659" y="3629441"/>
                  <a:pt x="7914117" y="3629441"/>
                </a:cubicBezTo>
                <a:cubicBezTo>
                  <a:pt x="7935575" y="3629441"/>
                  <a:pt x="7952970" y="3612046"/>
                  <a:pt x="7952970" y="3590588"/>
                </a:cubicBezTo>
                <a:cubicBezTo>
                  <a:pt x="7952970" y="3569130"/>
                  <a:pt x="7935575" y="3551735"/>
                  <a:pt x="7914117" y="3551735"/>
                </a:cubicBezTo>
                <a:close/>
                <a:moveTo>
                  <a:pt x="7757847" y="3551735"/>
                </a:moveTo>
                <a:cubicBezTo>
                  <a:pt x="7736389" y="3551735"/>
                  <a:pt x="7718994" y="3569130"/>
                  <a:pt x="7718994" y="3590588"/>
                </a:cubicBezTo>
                <a:cubicBezTo>
                  <a:pt x="7718994" y="3612046"/>
                  <a:pt x="7736389" y="3629441"/>
                  <a:pt x="7757847" y="3629441"/>
                </a:cubicBezTo>
                <a:cubicBezTo>
                  <a:pt x="7779305" y="3629441"/>
                  <a:pt x="7796700" y="3612046"/>
                  <a:pt x="7796700" y="3590588"/>
                </a:cubicBezTo>
                <a:cubicBezTo>
                  <a:pt x="7796700" y="3569130"/>
                  <a:pt x="7779305" y="3551735"/>
                  <a:pt x="7757847" y="3551735"/>
                </a:cubicBezTo>
                <a:close/>
                <a:moveTo>
                  <a:pt x="7601576" y="3551735"/>
                </a:moveTo>
                <a:cubicBezTo>
                  <a:pt x="7580118" y="3551735"/>
                  <a:pt x="7562723" y="3569130"/>
                  <a:pt x="7562723" y="3590588"/>
                </a:cubicBezTo>
                <a:cubicBezTo>
                  <a:pt x="7562723" y="3612046"/>
                  <a:pt x="7580118" y="3629441"/>
                  <a:pt x="7601576" y="3629441"/>
                </a:cubicBezTo>
                <a:cubicBezTo>
                  <a:pt x="7623034" y="3629441"/>
                  <a:pt x="7640429" y="3612046"/>
                  <a:pt x="7640429" y="3590588"/>
                </a:cubicBezTo>
                <a:cubicBezTo>
                  <a:pt x="7640429" y="3569130"/>
                  <a:pt x="7623034" y="3551735"/>
                  <a:pt x="7601576" y="3551735"/>
                </a:cubicBezTo>
                <a:close/>
                <a:moveTo>
                  <a:pt x="7445306" y="3551735"/>
                </a:moveTo>
                <a:cubicBezTo>
                  <a:pt x="7423848" y="3551735"/>
                  <a:pt x="7406453" y="3569130"/>
                  <a:pt x="7406453" y="3590588"/>
                </a:cubicBezTo>
                <a:cubicBezTo>
                  <a:pt x="7406453" y="3612046"/>
                  <a:pt x="7423848" y="3629441"/>
                  <a:pt x="7445306" y="3629441"/>
                </a:cubicBezTo>
                <a:cubicBezTo>
                  <a:pt x="7466764" y="3629441"/>
                  <a:pt x="7484159" y="3612046"/>
                  <a:pt x="7484159" y="3590588"/>
                </a:cubicBezTo>
                <a:cubicBezTo>
                  <a:pt x="7484159" y="3569130"/>
                  <a:pt x="7466764" y="3551735"/>
                  <a:pt x="7445306" y="3551735"/>
                </a:cubicBezTo>
                <a:close/>
                <a:moveTo>
                  <a:pt x="7257319" y="3551735"/>
                </a:moveTo>
                <a:cubicBezTo>
                  <a:pt x="7235861" y="3551735"/>
                  <a:pt x="7218466" y="3569130"/>
                  <a:pt x="7218466" y="3590588"/>
                </a:cubicBezTo>
                <a:cubicBezTo>
                  <a:pt x="7218466" y="3612046"/>
                  <a:pt x="7235861" y="3629441"/>
                  <a:pt x="7257319" y="3629441"/>
                </a:cubicBezTo>
                <a:cubicBezTo>
                  <a:pt x="7278777" y="3629441"/>
                  <a:pt x="7296172" y="3612046"/>
                  <a:pt x="7296172" y="3590588"/>
                </a:cubicBezTo>
                <a:cubicBezTo>
                  <a:pt x="7296172" y="3569130"/>
                  <a:pt x="7278777" y="3551735"/>
                  <a:pt x="7257319" y="3551735"/>
                </a:cubicBezTo>
                <a:close/>
                <a:moveTo>
                  <a:pt x="7129359" y="3551735"/>
                </a:moveTo>
                <a:cubicBezTo>
                  <a:pt x="7107901" y="3551735"/>
                  <a:pt x="7090506" y="3569130"/>
                  <a:pt x="7090506" y="3590588"/>
                </a:cubicBezTo>
                <a:cubicBezTo>
                  <a:pt x="7090506" y="3612046"/>
                  <a:pt x="7107901" y="3629441"/>
                  <a:pt x="7129359" y="3629441"/>
                </a:cubicBezTo>
                <a:cubicBezTo>
                  <a:pt x="7150817" y="3629441"/>
                  <a:pt x="7168212" y="3612046"/>
                  <a:pt x="7168212" y="3590588"/>
                </a:cubicBezTo>
                <a:cubicBezTo>
                  <a:pt x="7168212" y="3569130"/>
                  <a:pt x="7150817" y="3551735"/>
                  <a:pt x="7129359" y="3551735"/>
                </a:cubicBezTo>
                <a:close/>
                <a:moveTo>
                  <a:pt x="6941370" y="3551735"/>
                </a:moveTo>
                <a:cubicBezTo>
                  <a:pt x="6919912" y="3551735"/>
                  <a:pt x="6902517" y="3569130"/>
                  <a:pt x="6902517" y="3590588"/>
                </a:cubicBezTo>
                <a:cubicBezTo>
                  <a:pt x="6902517" y="3612046"/>
                  <a:pt x="6919912" y="3629441"/>
                  <a:pt x="6941370" y="3629441"/>
                </a:cubicBezTo>
                <a:cubicBezTo>
                  <a:pt x="6962828" y="3629441"/>
                  <a:pt x="6980223" y="3612046"/>
                  <a:pt x="6980223" y="3590588"/>
                </a:cubicBezTo>
                <a:cubicBezTo>
                  <a:pt x="6980223" y="3569130"/>
                  <a:pt x="6962828" y="3551735"/>
                  <a:pt x="6941370" y="3551735"/>
                </a:cubicBezTo>
                <a:close/>
                <a:moveTo>
                  <a:pt x="6785100" y="3551735"/>
                </a:moveTo>
                <a:cubicBezTo>
                  <a:pt x="6763642" y="3551735"/>
                  <a:pt x="6746247" y="3569130"/>
                  <a:pt x="6746247" y="3590588"/>
                </a:cubicBezTo>
                <a:cubicBezTo>
                  <a:pt x="6746247" y="3612046"/>
                  <a:pt x="6763642" y="3629441"/>
                  <a:pt x="6785100" y="3629441"/>
                </a:cubicBezTo>
                <a:cubicBezTo>
                  <a:pt x="6806558" y="3629441"/>
                  <a:pt x="6823953" y="3612046"/>
                  <a:pt x="6823953" y="3590588"/>
                </a:cubicBezTo>
                <a:cubicBezTo>
                  <a:pt x="6823953" y="3569130"/>
                  <a:pt x="6806558" y="3551735"/>
                  <a:pt x="6785100" y="3551735"/>
                </a:cubicBezTo>
                <a:close/>
                <a:moveTo>
                  <a:pt x="6628829" y="3551735"/>
                </a:moveTo>
                <a:cubicBezTo>
                  <a:pt x="6607371" y="3551735"/>
                  <a:pt x="6589976" y="3569130"/>
                  <a:pt x="6589976" y="3590588"/>
                </a:cubicBezTo>
                <a:cubicBezTo>
                  <a:pt x="6589976" y="3612046"/>
                  <a:pt x="6607371" y="3629441"/>
                  <a:pt x="6628829" y="3629441"/>
                </a:cubicBezTo>
                <a:cubicBezTo>
                  <a:pt x="6650287" y="3629441"/>
                  <a:pt x="6667682" y="3612046"/>
                  <a:pt x="6667682" y="3590588"/>
                </a:cubicBezTo>
                <a:cubicBezTo>
                  <a:pt x="6667682" y="3569130"/>
                  <a:pt x="6650287" y="3551735"/>
                  <a:pt x="6628829" y="3551735"/>
                </a:cubicBezTo>
                <a:close/>
                <a:moveTo>
                  <a:pt x="6472559" y="3551735"/>
                </a:moveTo>
                <a:cubicBezTo>
                  <a:pt x="6451101" y="3551735"/>
                  <a:pt x="6433706" y="3569130"/>
                  <a:pt x="6433706" y="3590588"/>
                </a:cubicBezTo>
                <a:cubicBezTo>
                  <a:pt x="6433706" y="3612046"/>
                  <a:pt x="6451101" y="3629441"/>
                  <a:pt x="6472559" y="3629441"/>
                </a:cubicBezTo>
                <a:cubicBezTo>
                  <a:pt x="6494017" y="3629441"/>
                  <a:pt x="6511412" y="3612046"/>
                  <a:pt x="6511412" y="3590588"/>
                </a:cubicBezTo>
                <a:cubicBezTo>
                  <a:pt x="6511412" y="3569130"/>
                  <a:pt x="6494017" y="3551735"/>
                  <a:pt x="6472559" y="3551735"/>
                </a:cubicBezTo>
                <a:close/>
                <a:moveTo>
                  <a:pt x="6348005" y="3551735"/>
                </a:moveTo>
                <a:cubicBezTo>
                  <a:pt x="6326547" y="3551735"/>
                  <a:pt x="6309152" y="3569130"/>
                  <a:pt x="6309152" y="3590588"/>
                </a:cubicBezTo>
                <a:cubicBezTo>
                  <a:pt x="6309152" y="3612046"/>
                  <a:pt x="6326547" y="3629441"/>
                  <a:pt x="6348005" y="3629441"/>
                </a:cubicBezTo>
                <a:cubicBezTo>
                  <a:pt x="6369463" y="3629441"/>
                  <a:pt x="6386858" y="3612046"/>
                  <a:pt x="6386858" y="3590588"/>
                </a:cubicBezTo>
                <a:cubicBezTo>
                  <a:pt x="6386858" y="3569130"/>
                  <a:pt x="6369463" y="3551735"/>
                  <a:pt x="6348005" y="3551735"/>
                </a:cubicBezTo>
                <a:close/>
                <a:moveTo>
                  <a:pt x="6191734" y="3551735"/>
                </a:moveTo>
                <a:cubicBezTo>
                  <a:pt x="6170276" y="3551735"/>
                  <a:pt x="6152881" y="3569130"/>
                  <a:pt x="6152881" y="3590588"/>
                </a:cubicBezTo>
                <a:cubicBezTo>
                  <a:pt x="6152881" y="3612046"/>
                  <a:pt x="6170276" y="3629441"/>
                  <a:pt x="6191734" y="3629441"/>
                </a:cubicBezTo>
                <a:cubicBezTo>
                  <a:pt x="6213192" y="3629441"/>
                  <a:pt x="6230587" y="3612046"/>
                  <a:pt x="6230587" y="3590588"/>
                </a:cubicBezTo>
                <a:cubicBezTo>
                  <a:pt x="6230587" y="3569130"/>
                  <a:pt x="6213192" y="3551735"/>
                  <a:pt x="6191734" y="3551735"/>
                </a:cubicBezTo>
                <a:close/>
                <a:moveTo>
                  <a:pt x="6035464" y="3551735"/>
                </a:moveTo>
                <a:cubicBezTo>
                  <a:pt x="6014006" y="3551735"/>
                  <a:pt x="5996611" y="3569130"/>
                  <a:pt x="5996611" y="3590588"/>
                </a:cubicBezTo>
                <a:cubicBezTo>
                  <a:pt x="5996611" y="3612046"/>
                  <a:pt x="6014006" y="3629441"/>
                  <a:pt x="6035464" y="3629441"/>
                </a:cubicBezTo>
                <a:cubicBezTo>
                  <a:pt x="6056922" y="3629441"/>
                  <a:pt x="6074317" y="3612046"/>
                  <a:pt x="6074317" y="3590588"/>
                </a:cubicBezTo>
                <a:cubicBezTo>
                  <a:pt x="6074317" y="3569130"/>
                  <a:pt x="6056922" y="3551735"/>
                  <a:pt x="6035464" y="3551735"/>
                </a:cubicBezTo>
                <a:close/>
                <a:moveTo>
                  <a:pt x="5910910" y="3551735"/>
                </a:moveTo>
                <a:cubicBezTo>
                  <a:pt x="5889452" y="3551735"/>
                  <a:pt x="5872057" y="3569130"/>
                  <a:pt x="5872057" y="3590588"/>
                </a:cubicBezTo>
                <a:cubicBezTo>
                  <a:pt x="5872057" y="3612046"/>
                  <a:pt x="5889452" y="3629441"/>
                  <a:pt x="5910910" y="3629441"/>
                </a:cubicBezTo>
                <a:cubicBezTo>
                  <a:pt x="5932368" y="3629441"/>
                  <a:pt x="5949763" y="3612046"/>
                  <a:pt x="5949763" y="3590588"/>
                </a:cubicBezTo>
                <a:cubicBezTo>
                  <a:pt x="5949763" y="3569130"/>
                  <a:pt x="5932368" y="3551735"/>
                  <a:pt x="5910910" y="3551735"/>
                </a:cubicBezTo>
                <a:close/>
                <a:moveTo>
                  <a:pt x="5722923" y="3551735"/>
                </a:moveTo>
                <a:cubicBezTo>
                  <a:pt x="5701465" y="3551735"/>
                  <a:pt x="5684070" y="3569130"/>
                  <a:pt x="5684070" y="3590588"/>
                </a:cubicBezTo>
                <a:cubicBezTo>
                  <a:pt x="5684070" y="3612046"/>
                  <a:pt x="5701465" y="3629441"/>
                  <a:pt x="5722923" y="3629441"/>
                </a:cubicBezTo>
                <a:cubicBezTo>
                  <a:pt x="5744381" y="3629441"/>
                  <a:pt x="5761776" y="3612046"/>
                  <a:pt x="5761776" y="3590588"/>
                </a:cubicBezTo>
                <a:cubicBezTo>
                  <a:pt x="5761776" y="3569130"/>
                  <a:pt x="5744381" y="3551735"/>
                  <a:pt x="5722923" y="3551735"/>
                </a:cubicBezTo>
                <a:close/>
                <a:moveTo>
                  <a:pt x="5566653" y="3551735"/>
                </a:moveTo>
                <a:cubicBezTo>
                  <a:pt x="5545195" y="3551735"/>
                  <a:pt x="5527800" y="3569130"/>
                  <a:pt x="5527800" y="3590588"/>
                </a:cubicBezTo>
                <a:cubicBezTo>
                  <a:pt x="5527800" y="3612046"/>
                  <a:pt x="5545195" y="3629441"/>
                  <a:pt x="5566653" y="3629441"/>
                </a:cubicBezTo>
                <a:cubicBezTo>
                  <a:pt x="5588111" y="3629441"/>
                  <a:pt x="5605506" y="3612046"/>
                  <a:pt x="5605506" y="3590588"/>
                </a:cubicBezTo>
                <a:cubicBezTo>
                  <a:pt x="5605506" y="3569130"/>
                  <a:pt x="5588111" y="3551735"/>
                  <a:pt x="5566653" y="3551735"/>
                </a:cubicBezTo>
                <a:close/>
                <a:moveTo>
                  <a:pt x="5410382" y="3551735"/>
                </a:moveTo>
                <a:cubicBezTo>
                  <a:pt x="5388924" y="3551735"/>
                  <a:pt x="5371529" y="3569130"/>
                  <a:pt x="5371529" y="3590588"/>
                </a:cubicBezTo>
                <a:cubicBezTo>
                  <a:pt x="5371529" y="3612046"/>
                  <a:pt x="5388924" y="3629441"/>
                  <a:pt x="5410382" y="3629441"/>
                </a:cubicBezTo>
                <a:cubicBezTo>
                  <a:pt x="5431840" y="3629441"/>
                  <a:pt x="5449235" y="3612046"/>
                  <a:pt x="5449235" y="3590588"/>
                </a:cubicBezTo>
                <a:cubicBezTo>
                  <a:pt x="5449235" y="3569130"/>
                  <a:pt x="5431840" y="3551735"/>
                  <a:pt x="5410382" y="3551735"/>
                </a:cubicBezTo>
                <a:close/>
                <a:moveTo>
                  <a:pt x="5254112" y="3551735"/>
                </a:moveTo>
                <a:cubicBezTo>
                  <a:pt x="5232654" y="3551735"/>
                  <a:pt x="5215259" y="3569130"/>
                  <a:pt x="5215259" y="3590588"/>
                </a:cubicBezTo>
                <a:cubicBezTo>
                  <a:pt x="5215259" y="3612046"/>
                  <a:pt x="5232654" y="3629441"/>
                  <a:pt x="5254112" y="3629441"/>
                </a:cubicBezTo>
                <a:cubicBezTo>
                  <a:pt x="5275570" y="3629441"/>
                  <a:pt x="5292965" y="3612046"/>
                  <a:pt x="5292965" y="3590588"/>
                </a:cubicBezTo>
                <a:cubicBezTo>
                  <a:pt x="5292965" y="3569130"/>
                  <a:pt x="5275570" y="3551735"/>
                  <a:pt x="5254112" y="3551735"/>
                </a:cubicBezTo>
                <a:close/>
                <a:moveTo>
                  <a:pt x="5129558" y="3551735"/>
                </a:moveTo>
                <a:cubicBezTo>
                  <a:pt x="5108100" y="3551735"/>
                  <a:pt x="5090705" y="3569130"/>
                  <a:pt x="5090705" y="3590588"/>
                </a:cubicBezTo>
                <a:cubicBezTo>
                  <a:pt x="5090705" y="3612046"/>
                  <a:pt x="5108100" y="3629441"/>
                  <a:pt x="5129558" y="3629441"/>
                </a:cubicBezTo>
                <a:cubicBezTo>
                  <a:pt x="5151016" y="3629441"/>
                  <a:pt x="5168411" y="3612046"/>
                  <a:pt x="5168411" y="3590588"/>
                </a:cubicBezTo>
                <a:cubicBezTo>
                  <a:pt x="5168411" y="3569130"/>
                  <a:pt x="5151016" y="3551735"/>
                  <a:pt x="5129558" y="3551735"/>
                </a:cubicBezTo>
                <a:close/>
                <a:moveTo>
                  <a:pt x="4973287" y="3551735"/>
                </a:moveTo>
                <a:cubicBezTo>
                  <a:pt x="4951829" y="3551735"/>
                  <a:pt x="4934434" y="3569130"/>
                  <a:pt x="4934434" y="3590588"/>
                </a:cubicBezTo>
                <a:cubicBezTo>
                  <a:pt x="4934434" y="3612046"/>
                  <a:pt x="4951829" y="3629441"/>
                  <a:pt x="4973287" y="3629441"/>
                </a:cubicBezTo>
                <a:cubicBezTo>
                  <a:pt x="4994745" y="3629441"/>
                  <a:pt x="5012140" y="3612046"/>
                  <a:pt x="5012140" y="3590588"/>
                </a:cubicBezTo>
                <a:cubicBezTo>
                  <a:pt x="5012140" y="3569130"/>
                  <a:pt x="4994745" y="3551735"/>
                  <a:pt x="4973287" y="3551735"/>
                </a:cubicBezTo>
                <a:close/>
                <a:moveTo>
                  <a:pt x="4817017" y="3551735"/>
                </a:moveTo>
                <a:cubicBezTo>
                  <a:pt x="4795559" y="3551735"/>
                  <a:pt x="4778164" y="3569130"/>
                  <a:pt x="4778164" y="3590588"/>
                </a:cubicBezTo>
                <a:cubicBezTo>
                  <a:pt x="4778164" y="3612046"/>
                  <a:pt x="4795559" y="3629441"/>
                  <a:pt x="4817017" y="3629441"/>
                </a:cubicBezTo>
                <a:cubicBezTo>
                  <a:pt x="4838475" y="3629441"/>
                  <a:pt x="4855870" y="3612046"/>
                  <a:pt x="4855870" y="3590588"/>
                </a:cubicBezTo>
                <a:cubicBezTo>
                  <a:pt x="4855870" y="3569130"/>
                  <a:pt x="4838475" y="3551735"/>
                  <a:pt x="4817017" y="3551735"/>
                </a:cubicBezTo>
                <a:close/>
                <a:moveTo>
                  <a:pt x="4692463" y="3551735"/>
                </a:moveTo>
                <a:cubicBezTo>
                  <a:pt x="4671005" y="3551735"/>
                  <a:pt x="4653610" y="3569130"/>
                  <a:pt x="4653610" y="3590588"/>
                </a:cubicBezTo>
                <a:cubicBezTo>
                  <a:pt x="4653610" y="3612046"/>
                  <a:pt x="4671005" y="3629441"/>
                  <a:pt x="4692463" y="3629441"/>
                </a:cubicBezTo>
                <a:cubicBezTo>
                  <a:pt x="4713921" y="3629441"/>
                  <a:pt x="4731316" y="3612046"/>
                  <a:pt x="4731316" y="3590588"/>
                </a:cubicBezTo>
                <a:cubicBezTo>
                  <a:pt x="4731316" y="3569130"/>
                  <a:pt x="4713921" y="3551735"/>
                  <a:pt x="4692463" y="3551735"/>
                </a:cubicBezTo>
                <a:close/>
                <a:moveTo>
                  <a:pt x="4536193" y="3551735"/>
                </a:moveTo>
                <a:cubicBezTo>
                  <a:pt x="4514735" y="3551735"/>
                  <a:pt x="4497340" y="3569130"/>
                  <a:pt x="4497340" y="3590588"/>
                </a:cubicBezTo>
                <a:cubicBezTo>
                  <a:pt x="4497340" y="3612046"/>
                  <a:pt x="4514735" y="3629441"/>
                  <a:pt x="4536193" y="3629441"/>
                </a:cubicBezTo>
                <a:cubicBezTo>
                  <a:pt x="4557651" y="3629441"/>
                  <a:pt x="4575046" y="3612046"/>
                  <a:pt x="4575046" y="3590588"/>
                </a:cubicBezTo>
                <a:cubicBezTo>
                  <a:pt x="4575046" y="3569130"/>
                  <a:pt x="4557651" y="3551735"/>
                  <a:pt x="4536193" y="3551735"/>
                </a:cubicBezTo>
                <a:close/>
                <a:moveTo>
                  <a:pt x="4379922" y="3551735"/>
                </a:moveTo>
                <a:cubicBezTo>
                  <a:pt x="4358464" y="3551735"/>
                  <a:pt x="4341069" y="3569130"/>
                  <a:pt x="4341069" y="3590588"/>
                </a:cubicBezTo>
                <a:cubicBezTo>
                  <a:pt x="4341069" y="3612046"/>
                  <a:pt x="4358464" y="3629441"/>
                  <a:pt x="4379922" y="3629441"/>
                </a:cubicBezTo>
                <a:cubicBezTo>
                  <a:pt x="4401380" y="3629441"/>
                  <a:pt x="4418775" y="3612046"/>
                  <a:pt x="4418775" y="3590588"/>
                </a:cubicBezTo>
                <a:cubicBezTo>
                  <a:pt x="4418775" y="3569130"/>
                  <a:pt x="4401380" y="3551735"/>
                  <a:pt x="4379922" y="3551735"/>
                </a:cubicBezTo>
                <a:close/>
                <a:moveTo>
                  <a:pt x="4255368" y="3551735"/>
                </a:moveTo>
                <a:cubicBezTo>
                  <a:pt x="4233910" y="3551735"/>
                  <a:pt x="4216515" y="3569130"/>
                  <a:pt x="4216515" y="3590588"/>
                </a:cubicBezTo>
                <a:cubicBezTo>
                  <a:pt x="4216515" y="3612046"/>
                  <a:pt x="4233910" y="3629441"/>
                  <a:pt x="4255368" y="3629441"/>
                </a:cubicBezTo>
                <a:cubicBezTo>
                  <a:pt x="4276826" y="3629441"/>
                  <a:pt x="4294221" y="3612046"/>
                  <a:pt x="4294221" y="3590588"/>
                </a:cubicBezTo>
                <a:cubicBezTo>
                  <a:pt x="4294221" y="3569130"/>
                  <a:pt x="4276826" y="3551735"/>
                  <a:pt x="4255368" y="3551735"/>
                </a:cubicBezTo>
                <a:close/>
                <a:moveTo>
                  <a:pt x="4099098" y="3551735"/>
                </a:moveTo>
                <a:cubicBezTo>
                  <a:pt x="4077640" y="3551735"/>
                  <a:pt x="4060245" y="3569130"/>
                  <a:pt x="4060245" y="3590588"/>
                </a:cubicBezTo>
                <a:cubicBezTo>
                  <a:pt x="4060245" y="3612046"/>
                  <a:pt x="4077640" y="3629441"/>
                  <a:pt x="4099098" y="3629441"/>
                </a:cubicBezTo>
                <a:cubicBezTo>
                  <a:pt x="4120556" y="3629441"/>
                  <a:pt x="4137951" y="3612046"/>
                  <a:pt x="4137951" y="3590588"/>
                </a:cubicBezTo>
                <a:cubicBezTo>
                  <a:pt x="4137951" y="3569130"/>
                  <a:pt x="4120556" y="3551735"/>
                  <a:pt x="4099098" y="3551735"/>
                </a:cubicBezTo>
                <a:close/>
                <a:moveTo>
                  <a:pt x="3942827" y="3551735"/>
                </a:moveTo>
                <a:cubicBezTo>
                  <a:pt x="3921369" y="3551735"/>
                  <a:pt x="3903974" y="3569130"/>
                  <a:pt x="3903974" y="3590588"/>
                </a:cubicBezTo>
                <a:cubicBezTo>
                  <a:pt x="3903974" y="3612046"/>
                  <a:pt x="3921369" y="3629441"/>
                  <a:pt x="3942827" y="3629441"/>
                </a:cubicBezTo>
                <a:cubicBezTo>
                  <a:pt x="3964285" y="3629441"/>
                  <a:pt x="3981680" y="3612046"/>
                  <a:pt x="3981680" y="3590588"/>
                </a:cubicBezTo>
                <a:cubicBezTo>
                  <a:pt x="3981680" y="3569130"/>
                  <a:pt x="3964285" y="3551735"/>
                  <a:pt x="3942827" y="3551735"/>
                </a:cubicBezTo>
                <a:close/>
                <a:moveTo>
                  <a:pt x="3786557" y="3551735"/>
                </a:moveTo>
                <a:cubicBezTo>
                  <a:pt x="3765099" y="3551735"/>
                  <a:pt x="3747704" y="3569130"/>
                  <a:pt x="3747704" y="3590588"/>
                </a:cubicBezTo>
                <a:cubicBezTo>
                  <a:pt x="3747704" y="3612046"/>
                  <a:pt x="3765099" y="3629441"/>
                  <a:pt x="3786557" y="3629441"/>
                </a:cubicBezTo>
                <a:cubicBezTo>
                  <a:pt x="3808015" y="3629441"/>
                  <a:pt x="3825410" y="3612046"/>
                  <a:pt x="3825410" y="3590588"/>
                </a:cubicBezTo>
                <a:cubicBezTo>
                  <a:pt x="3825410" y="3569130"/>
                  <a:pt x="3808015" y="3551735"/>
                  <a:pt x="3786557" y="3551735"/>
                </a:cubicBezTo>
                <a:close/>
                <a:moveTo>
                  <a:pt x="3598570" y="3551735"/>
                </a:moveTo>
                <a:cubicBezTo>
                  <a:pt x="3577112" y="3551735"/>
                  <a:pt x="3559717" y="3569130"/>
                  <a:pt x="3559717" y="3590588"/>
                </a:cubicBezTo>
                <a:cubicBezTo>
                  <a:pt x="3559717" y="3612046"/>
                  <a:pt x="3577112" y="3629441"/>
                  <a:pt x="3598570" y="3629441"/>
                </a:cubicBezTo>
                <a:cubicBezTo>
                  <a:pt x="3620028" y="3629441"/>
                  <a:pt x="3637423" y="3612046"/>
                  <a:pt x="3637423" y="3590588"/>
                </a:cubicBezTo>
                <a:cubicBezTo>
                  <a:pt x="3637423" y="3569130"/>
                  <a:pt x="3620028" y="3551735"/>
                  <a:pt x="3598570" y="3551735"/>
                </a:cubicBezTo>
                <a:close/>
                <a:moveTo>
                  <a:pt x="3474016" y="3551735"/>
                </a:moveTo>
                <a:cubicBezTo>
                  <a:pt x="3452558" y="3551735"/>
                  <a:pt x="3435163" y="3569130"/>
                  <a:pt x="3435163" y="3590588"/>
                </a:cubicBezTo>
                <a:cubicBezTo>
                  <a:pt x="3435163" y="3612046"/>
                  <a:pt x="3452558" y="3629441"/>
                  <a:pt x="3474016" y="3629441"/>
                </a:cubicBezTo>
                <a:cubicBezTo>
                  <a:pt x="3495474" y="3629441"/>
                  <a:pt x="3512869" y="3612046"/>
                  <a:pt x="3512869" y="3590588"/>
                </a:cubicBezTo>
                <a:cubicBezTo>
                  <a:pt x="3512869" y="3569130"/>
                  <a:pt x="3495474" y="3551735"/>
                  <a:pt x="3474016" y="3551735"/>
                </a:cubicBezTo>
                <a:close/>
                <a:moveTo>
                  <a:pt x="3286029" y="3551735"/>
                </a:moveTo>
                <a:cubicBezTo>
                  <a:pt x="3264571" y="3551735"/>
                  <a:pt x="3247176" y="3569130"/>
                  <a:pt x="3247176" y="3590588"/>
                </a:cubicBezTo>
                <a:cubicBezTo>
                  <a:pt x="3247176" y="3612046"/>
                  <a:pt x="3264571" y="3629441"/>
                  <a:pt x="3286029" y="3629441"/>
                </a:cubicBezTo>
                <a:cubicBezTo>
                  <a:pt x="3307487" y="3629441"/>
                  <a:pt x="3324882" y="3612046"/>
                  <a:pt x="3324882" y="3590588"/>
                </a:cubicBezTo>
                <a:cubicBezTo>
                  <a:pt x="3324882" y="3569130"/>
                  <a:pt x="3307487" y="3551735"/>
                  <a:pt x="3286029" y="3551735"/>
                </a:cubicBezTo>
                <a:close/>
                <a:moveTo>
                  <a:pt x="3129759" y="3551735"/>
                </a:moveTo>
                <a:cubicBezTo>
                  <a:pt x="3108301" y="3551735"/>
                  <a:pt x="3090906" y="3569130"/>
                  <a:pt x="3090906" y="3590588"/>
                </a:cubicBezTo>
                <a:cubicBezTo>
                  <a:pt x="3090906" y="3612046"/>
                  <a:pt x="3108301" y="3629441"/>
                  <a:pt x="3129759" y="3629441"/>
                </a:cubicBezTo>
                <a:cubicBezTo>
                  <a:pt x="3151217" y="3629441"/>
                  <a:pt x="3168612" y="3612046"/>
                  <a:pt x="3168612" y="3590588"/>
                </a:cubicBezTo>
                <a:cubicBezTo>
                  <a:pt x="3168612" y="3569130"/>
                  <a:pt x="3151217" y="3551735"/>
                  <a:pt x="3129759" y="3551735"/>
                </a:cubicBezTo>
                <a:close/>
                <a:moveTo>
                  <a:pt x="2973488" y="3551735"/>
                </a:moveTo>
                <a:cubicBezTo>
                  <a:pt x="2952030" y="3551735"/>
                  <a:pt x="2934635" y="3569130"/>
                  <a:pt x="2934635" y="3590588"/>
                </a:cubicBezTo>
                <a:cubicBezTo>
                  <a:pt x="2934635" y="3612046"/>
                  <a:pt x="2952030" y="3629441"/>
                  <a:pt x="2973488" y="3629441"/>
                </a:cubicBezTo>
                <a:cubicBezTo>
                  <a:pt x="2994946" y="3629441"/>
                  <a:pt x="3012341" y="3612046"/>
                  <a:pt x="3012341" y="3590588"/>
                </a:cubicBezTo>
                <a:cubicBezTo>
                  <a:pt x="3012341" y="3569130"/>
                  <a:pt x="2994946" y="3551735"/>
                  <a:pt x="2973488" y="3551735"/>
                </a:cubicBezTo>
                <a:close/>
                <a:moveTo>
                  <a:pt x="2817218" y="3551735"/>
                </a:moveTo>
                <a:cubicBezTo>
                  <a:pt x="2795760" y="3551735"/>
                  <a:pt x="2778365" y="3569130"/>
                  <a:pt x="2778365" y="3590588"/>
                </a:cubicBezTo>
                <a:cubicBezTo>
                  <a:pt x="2778365" y="3612046"/>
                  <a:pt x="2795760" y="3629441"/>
                  <a:pt x="2817218" y="3629441"/>
                </a:cubicBezTo>
                <a:cubicBezTo>
                  <a:pt x="2838676" y="3629441"/>
                  <a:pt x="2856071" y="3612046"/>
                  <a:pt x="2856071" y="3590588"/>
                </a:cubicBezTo>
                <a:cubicBezTo>
                  <a:pt x="2856071" y="3569130"/>
                  <a:pt x="2838676" y="3551735"/>
                  <a:pt x="2817218" y="3551735"/>
                </a:cubicBezTo>
                <a:close/>
                <a:moveTo>
                  <a:pt x="2692664" y="3551735"/>
                </a:moveTo>
                <a:cubicBezTo>
                  <a:pt x="2671206" y="3551735"/>
                  <a:pt x="2653811" y="3569130"/>
                  <a:pt x="2653811" y="3590588"/>
                </a:cubicBezTo>
                <a:cubicBezTo>
                  <a:pt x="2653811" y="3612046"/>
                  <a:pt x="2671206" y="3629441"/>
                  <a:pt x="2692664" y="3629441"/>
                </a:cubicBezTo>
                <a:cubicBezTo>
                  <a:pt x="2714122" y="3629441"/>
                  <a:pt x="2731517" y="3612046"/>
                  <a:pt x="2731517" y="3590588"/>
                </a:cubicBezTo>
                <a:cubicBezTo>
                  <a:pt x="2731517" y="3569130"/>
                  <a:pt x="2714122" y="3551735"/>
                  <a:pt x="2692664" y="3551735"/>
                </a:cubicBezTo>
                <a:close/>
                <a:moveTo>
                  <a:pt x="2536393" y="3551735"/>
                </a:moveTo>
                <a:cubicBezTo>
                  <a:pt x="2514935" y="3551735"/>
                  <a:pt x="2497540" y="3569130"/>
                  <a:pt x="2497540" y="3590588"/>
                </a:cubicBezTo>
                <a:cubicBezTo>
                  <a:pt x="2497540" y="3612046"/>
                  <a:pt x="2514935" y="3629441"/>
                  <a:pt x="2536393" y="3629441"/>
                </a:cubicBezTo>
                <a:cubicBezTo>
                  <a:pt x="2557851" y="3629441"/>
                  <a:pt x="2575246" y="3612046"/>
                  <a:pt x="2575246" y="3590588"/>
                </a:cubicBezTo>
                <a:cubicBezTo>
                  <a:pt x="2575246" y="3569130"/>
                  <a:pt x="2557851" y="3551735"/>
                  <a:pt x="2536393" y="3551735"/>
                </a:cubicBezTo>
                <a:close/>
                <a:moveTo>
                  <a:pt x="2380123" y="3551735"/>
                </a:moveTo>
                <a:cubicBezTo>
                  <a:pt x="2358665" y="3551735"/>
                  <a:pt x="2341270" y="3569130"/>
                  <a:pt x="2341270" y="3590588"/>
                </a:cubicBezTo>
                <a:cubicBezTo>
                  <a:pt x="2341270" y="3612046"/>
                  <a:pt x="2358665" y="3629441"/>
                  <a:pt x="2380123" y="3629441"/>
                </a:cubicBezTo>
                <a:cubicBezTo>
                  <a:pt x="2401581" y="3629441"/>
                  <a:pt x="2418976" y="3612046"/>
                  <a:pt x="2418976" y="3590588"/>
                </a:cubicBezTo>
                <a:cubicBezTo>
                  <a:pt x="2418976" y="3569130"/>
                  <a:pt x="2401581" y="3551735"/>
                  <a:pt x="2380123" y="3551735"/>
                </a:cubicBezTo>
                <a:close/>
                <a:moveTo>
                  <a:pt x="2255569" y="3551735"/>
                </a:moveTo>
                <a:cubicBezTo>
                  <a:pt x="2234111" y="3551735"/>
                  <a:pt x="2216716" y="3569130"/>
                  <a:pt x="2216716" y="3590588"/>
                </a:cubicBezTo>
                <a:cubicBezTo>
                  <a:pt x="2216716" y="3612046"/>
                  <a:pt x="2234111" y="3629441"/>
                  <a:pt x="2255569" y="3629441"/>
                </a:cubicBezTo>
                <a:cubicBezTo>
                  <a:pt x="2277027" y="3629441"/>
                  <a:pt x="2294422" y="3612046"/>
                  <a:pt x="2294422" y="3590588"/>
                </a:cubicBezTo>
                <a:cubicBezTo>
                  <a:pt x="2294422" y="3569130"/>
                  <a:pt x="2277027" y="3551735"/>
                  <a:pt x="2255569" y="3551735"/>
                </a:cubicBezTo>
                <a:close/>
                <a:moveTo>
                  <a:pt x="2099299" y="3551735"/>
                </a:moveTo>
                <a:cubicBezTo>
                  <a:pt x="2077841" y="3551735"/>
                  <a:pt x="2060446" y="3569130"/>
                  <a:pt x="2060446" y="3590588"/>
                </a:cubicBezTo>
                <a:cubicBezTo>
                  <a:pt x="2060446" y="3612046"/>
                  <a:pt x="2077841" y="3629441"/>
                  <a:pt x="2099299" y="3629441"/>
                </a:cubicBezTo>
                <a:cubicBezTo>
                  <a:pt x="2120757" y="3629441"/>
                  <a:pt x="2138152" y="3612046"/>
                  <a:pt x="2138152" y="3590588"/>
                </a:cubicBezTo>
                <a:cubicBezTo>
                  <a:pt x="2138152" y="3569130"/>
                  <a:pt x="2120757" y="3551735"/>
                  <a:pt x="2099299" y="3551735"/>
                </a:cubicBezTo>
                <a:close/>
                <a:moveTo>
                  <a:pt x="1943028" y="3551735"/>
                </a:moveTo>
                <a:cubicBezTo>
                  <a:pt x="1921570" y="3551735"/>
                  <a:pt x="1904175" y="3569130"/>
                  <a:pt x="1904175" y="3590588"/>
                </a:cubicBezTo>
                <a:cubicBezTo>
                  <a:pt x="1904175" y="3612046"/>
                  <a:pt x="1921570" y="3629441"/>
                  <a:pt x="1943028" y="3629441"/>
                </a:cubicBezTo>
                <a:cubicBezTo>
                  <a:pt x="1964486" y="3629441"/>
                  <a:pt x="1981881" y="3612046"/>
                  <a:pt x="1981881" y="3590588"/>
                </a:cubicBezTo>
                <a:cubicBezTo>
                  <a:pt x="1981881" y="3569130"/>
                  <a:pt x="1964486" y="3551735"/>
                  <a:pt x="1943028" y="3551735"/>
                </a:cubicBezTo>
                <a:close/>
                <a:moveTo>
                  <a:pt x="1818474" y="3551735"/>
                </a:moveTo>
                <a:cubicBezTo>
                  <a:pt x="1797016" y="3551735"/>
                  <a:pt x="1779621" y="3569130"/>
                  <a:pt x="1779621" y="3590588"/>
                </a:cubicBezTo>
                <a:cubicBezTo>
                  <a:pt x="1779621" y="3612046"/>
                  <a:pt x="1797016" y="3629441"/>
                  <a:pt x="1818474" y="3629441"/>
                </a:cubicBezTo>
                <a:cubicBezTo>
                  <a:pt x="1839932" y="3629441"/>
                  <a:pt x="1857327" y="3612046"/>
                  <a:pt x="1857327" y="3590588"/>
                </a:cubicBezTo>
                <a:cubicBezTo>
                  <a:pt x="1857327" y="3569130"/>
                  <a:pt x="1839932" y="3551735"/>
                  <a:pt x="1818474" y="3551735"/>
                </a:cubicBezTo>
                <a:close/>
                <a:moveTo>
                  <a:pt x="1662204" y="3551735"/>
                </a:moveTo>
                <a:cubicBezTo>
                  <a:pt x="1640746" y="3551735"/>
                  <a:pt x="1623351" y="3569130"/>
                  <a:pt x="1623351" y="3590588"/>
                </a:cubicBezTo>
                <a:cubicBezTo>
                  <a:pt x="1623351" y="3612046"/>
                  <a:pt x="1640746" y="3629441"/>
                  <a:pt x="1662204" y="3629441"/>
                </a:cubicBezTo>
                <a:cubicBezTo>
                  <a:pt x="1683662" y="3629441"/>
                  <a:pt x="1701057" y="3612046"/>
                  <a:pt x="1701057" y="3590588"/>
                </a:cubicBezTo>
                <a:cubicBezTo>
                  <a:pt x="1701057" y="3569130"/>
                  <a:pt x="1683662" y="3551735"/>
                  <a:pt x="1662204" y="3551735"/>
                </a:cubicBezTo>
                <a:close/>
                <a:moveTo>
                  <a:pt x="1505933" y="3551735"/>
                </a:moveTo>
                <a:cubicBezTo>
                  <a:pt x="1484475" y="3551735"/>
                  <a:pt x="1467080" y="3569130"/>
                  <a:pt x="1467080" y="3590588"/>
                </a:cubicBezTo>
                <a:cubicBezTo>
                  <a:pt x="1467080" y="3612046"/>
                  <a:pt x="1484475" y="3629441"/>
                  <a:pt x="1505933" y="3629441"/>
                </a:cubicBezTo>
                <a:cubicBezTo>
                  <a:pt x="1527391" y="3629441"/>
                  <a:pt x="1544786" y="3612046"/>
                  <a:pt x="1544786" y="3590588"/>
                </a:cubicBezTo>
                <a:cubicBezTo>
                  <a:pt x="1544786" y="3569130"/>
                  <a:pt x="1527391" y="3551735"/>
                  <a:pt x="1505933" y="3551735"/>
                </a:cubicBezTo>
                <a:close/>
                <a:moveTo>
                  <a:pt x="1349663" y="3551735"/>
                </a:moveTo>
                <a:cubicBezTo>
                  <a:pt x="1328205" y="3551735"/>
                  <a:pt x="1310810" y="3569130"/>
                  <a:pt x="1310810" y="3590588"/>
                </a:cubicBezTo>
                <a:cubicBezTo>
                  <a:pt x="1310810" y="3612046"/>
                  <a:pt x="1328205" y="3629441"/>
                  <a:pt x="1349663" y="3629441"/>
                </a:cubicBezTo>
                <a:cubicBezTo>
                  <a:pt x="1371121" y="3629441"/>
                  <a:pt x="1388516" y="3612046"/>
                  <a:pt x="1388516" y="3590588"/>
                </a:cubicBezTo>
                <a:cubicBezTo>
                  <a:pt x="1388516" y="3569130"/>
                  <a:pt x="1371121" y="3551735"/>
                  <a:pt x="1349663" y="3551735"/>
                </a:cubicBezTo>
                <a:close/>
                <a:moveTo>
                  <a:pt x="1161676" y="3551735"/>
                </a:moveTo>
                <a:cubicBezTo>
                  <a:pt x="1140218" y="3551735"/>
                  <a:pt x="1122823" y="3569130"/>
                  <a:pt x="1122823" y="3590588"/>
                </a:cubicBezTo>
                <a:cubicBezTo>
                  <a:pt x="1122823" y="3612046"/>
                  <a:pt x="1140218" y="3629441"/>
                  <a:pt x="1161676" y="3629441"/>
                </a:cubicBezTo>
                <a:cubicBezTo>
                  <a:pt x="1183134" y="3629441"/>
                  <a:pt x="1200529" y="3612046"/>
                  <a:pt x="1200529" y="3590588"/>
                </a:cubicBezTo>
                <a:cubicBezTo>
                  <a:pt x="1200529" y="3569130"/>
                  <a:pt x="1183134" y="3551735"/>
                  <a:pt x="1161676" y="3551735"/>
                </a:cubicBezTo>
                <a:close/>
                <a:moveTo>
                  <a:pt x="1037122" y="3551735"/>
                </a:moveTo>
                <a:cubicBezTo>
                  <a:pt x="1015664" y="3551735"/>
                  <a:pt x="998269" y="3569130"/>
                  <a:pt x="998269" y="3590588"/>
                </a:cubicBezTo>
                <a:cubicBezTo>
                  <a:pt x="998269" y="3612046"/>
                  <a:pt x="1015664" y="3629441"/>
                  <a:pt x="1037122" y="3629441"/>
                </a:cubicBezTo>
                <a:cubicBezTo>
                  <a:pt x="1058580" y="3629441"/>
                  <a:pt x="1075975" y="3612046"/>
                  <a:pt x="1075975" y="3590588"/>
                </a:cubicBezTo>
                <a:cubicBezTo>
                  <a:pt x="1075975" y="3569130"/>
                  <a:pt x="1058580" y="3551735"/>
                  <a:pt x="1037122" y="3551735"/>
                </a:cubicBezTo>
                <a:close/>
                <a:moveTo>
                  <a:pt x="880852" y="3551735"/>
                </a:moveTo>
                <a:cubicBezTo>
                  <a:pt x="859394" y="3551735"/>
                  <a:pt x="841999" y="3569130"/>
                  <a:pt x="841999" y="3590588"/>
                </a:cubicBezTo>
                <a:cubicBezTo>
                  <a:pt x="842000" y="3612046"/>
                  <a:pt x="859394" y="3629441"/>
                  <a:pt x="880852" y="3629441"/>
                </a:cubicBezTo>
                <a:cubicBezTo>
                  <a:pt x="902310" y="3629441"/>
                  <a:pt x="919705" y="3612046"/>
                  <a:pt x="919705" y="3590588"/>
                </a:cubicBezTo>
                <a:cubicBezTo>
                  <a:pt x="919701" y="3569130"/>
                  <a:pt x="902308" y="3551735"/>
                  <a:pt x="880852" y="3551735"/>
                </a:cubicBezTo>
                <a:close/>
                <a:moveTo>
                  <a:pt x="724581" y="3551735"/>
                </a:moveTo>
                <a:cubicBezTo>
                  <a:pt x="703123" y="3551735"/>
                  <a:pt x="685728" y="3569130"/>
                  <a:pt x="685728" y="3590588"/>
                </a:cubicBezTo>
                <a:cubicBezTo>
                  <a:pt x="685729" y="3612046"/>
                  <a:pt x="703123" y="3629441"/>
                  <a:pt x="724581" y="3629441"/>
                </a:cubicBezTo>
                <a:cubicBezTo>
                  <a:pt x="746039" y="3629441"/>
                  <a:pt x="763434" y="3612046"/>
                  <a:pt x="763434" y="3590588"/>
                </a:cubicBezTo>
                <a:cubicBezTo>
                  <a:pt x="763430" y="3569130"/>
                  <a:pt x="746037" y="3551735"/>
                  <a:pt x="724581" y="3551735"/>
                </a:cubicBezTo>
                <a:close/>
                <a:moveTo>
                  <a:pt x="600027" y="3551735"/>
                </a:moveTo>
                <a:cubicBezTo>
                  <a:pt x="578569" y="3551735"/>
                  <a:pt x="561174" y="3569130"/>
                  <a:pt x="561174" y="3590588"/>
                </a:cubicBezTo>
                <a:cubicBezTo>
                  <a:pt x="561175" y="3612046"/>
                  <a:pt x="578569" y="3629441"/>
                  <a:pt x="600027" y="3629441"/>
                </a:cubicBezTo>
                <a:cubicBezTo>
                  <a:pt x="621485" y="3629441"/>
                  <a:pt x="638880" y="3612046"/>
                  <a:pt x="638880" y="3590588"/>
                </a:cubicBezTo>
                <a:cubicBezTo>
                  <a:pt x="638876" y="3569130"/>
                  <a:pt x="621483" y="3551735"/>
                  <a:pt x="600027" y="3551735"/>
                </a:cubicBezTo>
                <a:close/>
                <a:moveTo>
                  <a:pt x="443757" y="3551735"/>
                </a:moveTo>
                <a:cubicBezTo>
                  <a:pt x="422299" y="3551735"/>
                  <a:pt x="404904" y="3569130"/>
                  <a:pt x="404904" y="3590588"/>
                </a:cubicBezTo>
                <a:cubicBezTo>
                  <a:pt x="404905" y="3612046"/>
                  <a:pt x="422299" y="3629441"/>
                  <a:pt x="443757" y="3629441"/>
                </a:cubicBezTo>
                <a:cubicBezTo>
                  <a:pt x="465215" y="3629441"/>
                  <a:pt x="482610" y="3612046"/>
                  <a:pt x="482610" y="3590588"/>
                </a:cubicBezTo>
                <a:cubicBezTo>
                  <a:pt x="482606" y="3569130"/>
                  <a:pt x="465213" y="3551735"/>
                  <a:pt x="443757" y="3551735"/>
                </a:cubicBezTo>
                <a:close/>
                <a:moveTo>
                  <a:pt x="287486" y="3551735"/>
                </a:moveTo>
                <a:cubicBezTo>
                  <a:pt x="266028" y="3551735"/>
                  <a:pt x="248633" y="3569130"/>
                  <a:pt x="248633" y="3590588"/>
                </a:cubicBezTo>
                <a:cubicBezTo>
                  <a:pt x="248633" y="3612046"/>
                  <a:pt x="266028" y="3629441"/>
                  <a:pt x="287486" y="3629441"/>
                </a:cubicBezTo>
                <a:cubicBezTo>
                  <a:pt x="308944" y="3629441"/>
                  <a:pt x="326339" y="3612046"/>
                  <a:pt x="326339" y="3590588"/>
                </a:cubicBezTo>
                <a:cubicBezTo>
                  <a:pt x="326336" y="3569130"/>
                  <a:pt x="308942" y="3551735"/>
                  <a:pt x="287486" y="3551735"/>
                </a:cubicBezTo>
                <a:close/>
                <a:moveTo>
                  <a:pt x="131216" y="3551735"/>
                </a:moveTo>
                <a:cubicBezTo>
                  <a:pt x="109758" y="3551735"/>
                  <a:pt x="92363" y="3569130"/>
                  <a:pt x="92363" y="3590588"/>
                </a:cubicBezTo>
                <a:cubicBezTo>
                  <a:pt x="92364" y="3612046"/>
                  <a:pt x="109758" y="3629441"/>
                  <a:pt x="131216" y="3629441"/>
                </a:cubicBezTo>
                <a:cubicBezTo>
                  <a:pt x="152674" y="3629441"/>
                  <a:pt x="170069" y="3612046"/>
                  <a:pt x="170069" y="3590588"/>
                </a:cubicBezTo>
                <a:cubicBezTo>
                  <a:pt x="170066" y="3569130"/>
                  <a:pt x="152672" y="3551735"/>
                  <a:pt x="131216" y="3551735"/>
                </a:cubicBezTo>
                <a:close/>
                <a:moveTo>
                  <a:pt x="9132564" y="3536433"/>
                </a:moveTo>
                <a:lnTo>
                  <a:pt x="9141594" y="3538256"/>
                </a:lnTo>
                <a:lnTo>
                  <a:pt x="9141594" y="3555476"/>
                </a:lnTo>
                <a:cubicBezTo>
                  <a:pt x="9139148" y="3552157"/>
                  <a:pt x="9135905" y="3551735"/>
                  <a:pt x="9132564" y="3551735"/>
                </a:cubicBezTo>
                <a:cubicBezTo>
                  <a:pt x="9111106" y="3551735"/>
                  <a:pt x="9093711" y="3569130"/>
                  <a:pt x="9093711" y="3590588"/>
                </a:cubicBezTo>
                <a:cubicBezTo>
                  <a:pt x="9093711" y="3612046"/>
                  <a:pt x="9111106" y="3629441"/>
                  <a:pt x="9132564" y="3629441"/>
                </a:cubicBezTo>
                <a:lnTo>
                  <a:pt x="9141594" y="3625701"/>
                </a:lnTo>
                <a:lnTo>
                  <a:pt x="9141594" y="3642920"/>
                </a:lnTo>
                <a:cubicBezTo>
                  <a:pt x="9138780" y="3644476"/>
                  <a:pt x="9135703" y="3644743"/>
                  <a:pt x="9132564" y="3644743"/>
                </a:cubicBezTo>
                <a:cubicBezTo>
                  <a:pt x="9102655" y="3644743"/>
                  <a:pt x="9078409" y="3620497"/>
                  <a:pt x="9078409" y="3590588"/>
                </a:cubicBezTo>
                <a:cubicBezTo>
                  <a:pt x="9078409" y="3560679"/>
                  <a:pt x="9102655" y="3536433"/>
                  <a:pt x="9132564" y="3536433"/>
                </a:cubicBezTo>
                <a:close/>
                <a:moveTo>
                  <a:pt x="9054430" y="3536433"/>
                </a:moveTo>
                <a:cubicBezTo>
                  <a:pt x="9058703" y="3536433"/>
                  <a:pt x="9062167" y="3539897"/>
                  <a:pt x="9062167" y="3544170"/>
                </a:cubicBezTo>
                <a:cubicBezTo>
                  <a:pt x="9062167" y="3575116"/>
                  <a:pt x="9062166" y="3606061"/>
                  <a:pt x="9062166" y="3637007"/>
                </a:cubicBezTo>
                <a:lnTo>
                  <a:pt x="9054430" y="3644743"/>
                </a:lnTo>
                <a:cubicBezTo>
                  <a:pt x="9050157" y="3644743"/>
                  <a:pt x="9046693" y="3641279"/>
                  <a:pt x="9046693" y="3637006"/>
                </a:cubicBezTo>
                <a:lnTo>
                  <a:pt x="9046693" y="3544170"/>
                </a:lnTo>
                <a:cubicBezTo>
                  <a:pt x="9046693" y="3539897"/>
                  <a:pt x="9050157" y="3536433"/>
                  <a:pt x="9054430" y="3536433"/>
                </a:cubicBezTo>
                <a:close/>
                <a:moveTo>
                  <a:pt x="8976294" y="3536433"/>
                </a:moveTo>
                <a:cubicBezTo>
                  <a:pt x="9006203" y="3536433"/>
                  <a:pt x="9030449" y="3560679"/>
                  <a:pt x="9030449" y="3590588"/>
                </a:cubicBezTo>
                <a:cubicBezTo>
                  <a:pt x="9030449" y="3620497"/>
                  <a:pt x="9006203" y="3644743"/>
                  <a:pt x="8976294" y="3644743"/>
                </a:cubicBezTo>
                <a:cubicBezTo>
                  <a:pt x="8946385" y="3644743"/>
                  <a:pt x="8922139" y="3620497"/>
                  <a:pt x="8922139" y="3590588"/>
                </a:cubicBezTo>
                <a:cubicBezTo>
                  <a:pt x="8922139" y="3560679"/>
                  <a:pt x="8946385" y="3536433"/>
                  <a:pt x="8976294" y="3536433"/>
                </a:cubicBezTo>
                <a:close/>
                <a:moveTo>
                  <a:pt x="8898159" y="3536433"/>
                </a:moveTo>
                <a:cubicBezTo>
                  <a:pt x="8902432" y="3536433"/>
                  <a:pt x="8905896" y="3539897"/>
                  <a:pt x="8905896" y="3544170"/>
                </a:cubicBezTo>
                <a:cubicBezTo>
                  <a:pt x="8905896" y="3575116"/>
                  <a:pt x="8905895" y="3606061"/>
                  <a:pt x="8905895" y="3637007"/>
                </a:cubicBezTo>
                <a:lnTo>
                  <a:pt x="8898159" y="3644743"/>
                </a:lnTo>
                <a:cubicBezTo>
                  <a:pt x="8893886" y="3644743"/>
                  <a:pt x="8890422" y="3641279"/>
                  <a:pt x="8890422" y="3637006"/>
                </a:cubicBezTo>
                <a:lnTo>
                  <a:pt x="8890422" y="3544170"/>
                </a:lnTo>
                <a:cubicBezTo>
                  <a:pt x="8890422" y="3539897"/>
                  <a:pt x="8893886" y="3536433"/>
                  <a:pt x="8898159" y="3536433"/>
                </a:cubicBezTo>
                <a:close/>
                <a:moveTo>
                  <a:pt x="8820023" y="3536433"/>
                </a:moveTo>
                <a:cubicBezTo>
                  <a:pt x="8849932" y="3536433"/>
                  <a:pt x="8874178" y="3560679"/>
                  <a:pt x="8874178" y="3590588"/>
                </a:cubicBezTo>
                <a:cubicBezTo>
                  <a:pt x="8874178" y="3620497"/>
                  <a:pt x="8849932" y="3644743"/>
                  <a:pt x="8820023" y="3644743"/>
                </a:cubicBezTo>
                <a:cubicBezTo>
                  <a:pt x="8790114" y="3644743"/>
                  <a:pt x="8765868" y="3620497"/>
                  <a:pt x="8765868" y="3590588"/>
                </a:cubicBezTo>
                <a:cubicBezTo>
                  <a:pt x="8765868" y="3560679"/>
                  <a:pt x="8790114" y="3536433"/>
                  <a:pt x="8820023" y="3536433"/>
                </a:cubicBezTo>
                <a:close/>
                <a:moveTo>
                  <a:pt x="8741889" y="3536433"/>
                </a:moveTo>
                <a:cubicBezTo>
                  <a:pt x="8746162" y="3536433"/>
                  <a:pt x="8749626" y="3539897"/>
                  <a:pt x="8749626" y="3544170"/>
                </a:cubicBezTo>
                <a:cubicBezTo>
                  <a:pt x="8749626" y="3575116"/>
                  <a:pt x="8749625" y="3606061"/>
                  <a:pt x="8749625" y="3637007"/>
                </a:cubicBezTo>
                <a:lnTo>
                  <a:pt x="8741889" y="3644743"/>
                </a:lnTo>
                <a:cubicBezTo>
                  <a:pt x="8737616" y="3644743"/>
                  <a:pt x="8734152" y="3641279"/>
                  <a:pt x="8734152" y="3637006"/>
                </a:cubicBezTo>
                <a:lnTo>
                  <a:pt x="8734152" y="3544170"/>
                </a:lnTo>
                <a:cubicBezTo>
                  <a:pt x="8734152" y="3539897"/>
                  <a:pt x="8737616" y="3536433"/>
                  <a:pt x="8741889" y="3536433"/>
                </a:cubicBezTo>
                <a:close/>
                <a:moveTo>
                  <a:pt x="8663753" y="3536433"/>
                </a:moveTo>
                <a:cubicBezTo>
                  <a:pt x="8693662" y="3536433"/>
                  <a:pt x="8717908" y="3560679"/>
                  <a:pt x="8717908" y="3590588"/>
                </a:cubicBezTo>
                <a:cubicBezTo>
                  <a:pt x="8717908" y="3620497"/>
                  <a:pt x="8693662" y="3644743"/>
                  <a:pt x="8663753" y="3644743"/>
                </a:cubicBezTo>
                <a:cubicBezTo>
                  <a:pt x="8633844" y="3644743"/>
                  <a:pt x="8609598" y="3620497"/>
                  <a:pt x="8609598" y="3590588"/>
                </a:cubicBezTo>
                <a:cubicBezTo>
                  <a:pt x="8609598" y="3560679"/>
                  <a:pt x="8633844" y="3536433"/>
                  <a:pt x="8663753" y="3536433"/>
                </a:cubicBezTo>
                <a:close/>
                <a:moveTo>
                  <a:pt x="8585618" y="3536433"/>
                </a:moveTo>
                <a:cubicBezTo>
                  <a:pt x="8589891" y="3536433"/>
                  <a:pt x="8593355" y="3539897"/>
                  <a:pt x="8593355" y="3544170"/>
                </a:cubicBezTo>
                <a:cubicBezTo>
                  <a:pt x="8593355" y="3575116"/>
                  <a:pt x="8593354" y="3606061"/>
                  <a:pt x="8593354" y="3637007"/>
                </a:cubicBezTo>
                <a:lnTo>
                  <a:pt x="8585618" y="3644743"/>
                </a:lnTo>
                <a:cubicBezTo>
                  <a:pt x="8581345" y="3644743"/>
                  <a:pt x="8577881" y="3641279"/>
                  <a:pt x="8577881" y="3637006"/>
                </a:cubicBezTo>
                <a:lnTo>
                  <a:pt x="8577881" y="3544170"/>
                </a:lnTo>
                <a:cubicBezTo>
                  <a:pt x="8577881" y="3539897"/>
                  <a:pt x="8581345" y="3536433"/>
                  <a:pt x="8585618" y="3536433"/>
                </a:cubicBezTo>
                <a:close/>
                <a:moveTo>
                  <a:pt x="8553902" y="3536433"/>
                </a:moveTo>
                <a:cubicBezTo>
                  <a:pt x="8558175" y="3536433"/>
                  <a:pt x="8561639" y="3539897"/>
                  <a:pt x="8561639" y="3544170"/>
                </a:cubicBezTo>
                <a:cubicBezTo>
                  <a:pt x="8561639" y="3575116"/>
                  <a:pt x="8561638" y="3606061"/>
                  <a:pt x="8561638" y="3637007"/>
                </a:cubicBezTo>
                <a:lnTo>
                  <a:pt x="8553902" y="3644743"/>
                </a:lnTo>
                <a:cubicBezTo>
                  <a:pt x="8549629" y="3644743"/>
                  <a:pt x="8546165" y="3641279"/>
                  <a:pt x="8546165" y="3637006"/>
                </a:cubicBezTo>
                <a:lnTo>
                  <a:pt x="8546165" y="3544170"/>
                </a:lnTo>
                <a:cubicBezTo>
                  <a:pt x="8546165" y="3539897"/>
                  <a:pt x="8549629" y="3536433"/>
                  <a:pt x="8553902" y="3536433"/>
                </a:cubicBezTo>
                <a:close/>
                <a:moveTo>
                  <a:pt x="8475766" y="3536433"/>
                </a:moveTo>
                <a:cubicBezTo>
                  <a:pt x="8505675" y="3536433"/>
                  <a:pt x="8529921" y="3560679"/>
                  <a:pt x="8529921" y="3590588"/>
                </a:cubicBezTo>
                <a:cubicBezTo>
                  <a:pt x="8529921" y="3620497"/>
                  <a:pt x="8505675" y="3644743"/>
                  <a:pt x="8475766" y="3644743"/>
                </a:cubicBezTo>
                <a:cubicBezTo>
                  <a:pt x="8445857" y="3644743"/>
                  <a:pt x="8421611" y="3620497"/>
                  <a:pt x="8421611" y="3590588"/>
                </a:cubicBezTo>
                <a:cubicBezTo>
                  <a:pt x="8421611" y="3560679"/>
                  <a:pt x="8445857" y="3536433"/>
                  <a:pt x="8475766" y="3536433"/>
                </a:cubicBezTo>
                <a:close/>
                <a:moveTo>
                  <a:pt x="8351212" y="3536433"/>
                </a:moveTo>
                <a:cubicBezTo>
                  <a:pt x="8381121" y="3536433"/>
                  <a:pt x="8405367" y="3560679"/>
                  <a:pt x="8405367" y="3590588"/>
                </a:cubicBezTo>
                <a:cubicBezTo>
                  <a:pt x="8405367" y="3620497"/>
                  <a:pt x="8381121" y="3644743"/>
                  <a:pt x="8351212" y="3644743"/>
                </a:cubicBezTo>
                <a:cubicBezTo>
                  <a:pt x="8321303" y="3644743"/>
                  <a:pt x="8297057" y="3620497"/>
                  <a:pt x="8297057" y="3590588"/>
                </a:cubicBezTo>
                <a:cubicBezTo>
                  <a:pt x="8297057" y="3560679"/>
                  <a:pt x="8321303" y="3536433"/>
                  <a:pt x="8351212" y="3536433"/>
                </a:cubicBezTo>
                <a:close/>
                <a:moveTo>
                  <a:pt x="8273078" y="3536433"/>
                </a:moveTo>
                <a:cubicBezTo>
                  <a:pt x="8277351" y="3536433"/>
                  <a:pt x="8280815" y="3539897"/>
                  <a:pt x="8280815" y="3544170"/>
                </a:cubicBezTo>
                <a:cubicBezTo>
                  <a:pt x="8280815" y="3575116"/>
                  <a:pt x="8280814" y="3606061"/>
                  <a:pt x="8280814" y="3637007"/>
                </a:cubicBezTo>
                <a:lnTo>
                  <a:pt x="8273078" y="3644743"/>
                </a:lnTo>
                <a:cubicBezTo>
                  <a:pt x="8268805" y="3644743"/>
                  <a:pt x="8265341" y="3641279"/>
                  <a:pt x="8265341" y="3637006"/>
                </a:cubicBezTo>
                <a:lnTo>
                  <a:pt x="8265341" y="3544170"/>
                </a:lnTo>
                <a:cubicBezTo>
                  <a:pt x="8265341" y="3539897"/>
                  <a:pt x="8268805" y="3536433"/>
                  <a:pt x="8273078" y="3536433"/>
                </a:cubicBezTo>
                <a:close/>
                <a:moveTo>
                  <a:pt x="8194942" y="3536433"/>
                </a:moveTo>
                <a:cubicBezTo>
                  <a:pt x="8224851" y="3536433"/>
                  <a:pt x="8249097" y="3560679"/>
                  <a:pt x="8249097" y="3590588"/>
                </a:cubicBezTo>
                <a:cubicBezTo>
                  <a:pt x="8249097" y="3620497"/>
                  <a:pt x="8224851" y="3644743"/>
                  <a:pt x="8194942" y="3644743"/>
                </a:cubicBezTo>
                <a:cubicBezTo>
                  <a:pt x="8165033" y="3644743"/>
                  <a:pt x="8140787" y="3620497"/>
                  <a:pt x="8140787" y="3590588"/>
                </a:cubicBezTo>
                <a:cubicBezTo>
                  <a:pt x="8140787" y="3560679"/>
                  <a:pt x="8165033" y="3536433"/>
                  <a:pt x="8194942" y="3536433"/>
                </a:cubicBezTo>
                <a:close/>
                <a:moveTo>
                  <a:pt x="8116807" y="3536433"/>
                </a:moveTo>
                <a:cubicBezTo>
                  <a:pt x="8121080" y="3536433"/>
                  <a:pt x="8124544" y="3539897"/>
                  <a:pt x="8124544" y="3544170"/>
                </a:cubicBezTo>
                <a:cubicBezTo>
                  <a:pt x="8124544" y="3575116"/>
                  <a:pt x="8124543" y="3606061"/>
                  <a:pt x="8124543" y="3637007"/>
                </a:cubicBezTo>
                <a:lnTo>
                  <a:pt x="8116807" y="3644743"/>
                </a:lnTo>
                <a:cubicBezTo>
                  <a:pt x="8112534" y="3644743"/>
                  <a:pt x="8109070" y="3641279"/>
                  <a:pt x="8109070" y="3637006"/>
                </a:cubicBezTo>
                <a:lnTo>
                  <a:pt x="8109070" y="3544170"/>
                </a:lnTo>
                <a:cubicBezTo>
                  <a:pt x="8109070" y="3539897"/>
                  <a:pt x="8112534" y="3536433"/>
                  <a:pt x="8116807" y="3536433"/>
                </a:cubicBezTo>
                <a:close/>
                <a:moveTo>
                  <a:pt x="8038671" y="3536433"/>
                </a:moveTo>
                <a:cubicBezTo>
                  <a:pt x="8068580" y="3536433"/>
                  <a:pt x="8092826" y="3560679"/>
                  <a:pt x="8092826" y="3590588"/>
                </a:cubicBezTo>
                <a:cubicBezTo>
                  <a:pt x="8092826" y="3620497"/>
                  <a:pt x="8068580" y="3644743"/>
                  <a:pt x="8038671" y="3644743"/>
                </a:cubicBezTo>
                <a:cubicBezTo>
                  <a:pt x="8008762" y="3644743"/>
                  <a:pt x="7984516" y="3620497"/>
                  <a:pt x="7984516" y="3590588"/>
                </a:cubicBezTo>
                <a:cubicBezTo>
                  <a:pt x="7984516" y="3560679"/>
                  <a:pt x="8008762" y="3536433"/>
                  <a:pt x="8038671" y="3536433"/>
                </a:cubicBezTo>
                <a:close/>
                <a:moveTo>
                  <a:pt x="7914117" y="3536433"/>
                </a:moveTo>
                <a:cubicBezTo>
                  <a:pt x="7944026" y="3536433"/>
                  <a:pt x="7968272" y="3560679"/>
                  <a:pt x="7968272" y="3590588"/>
                </a:cubicBezTo>
                <a:cubicBezTo>
                  <a:pt x="7968272" y="3620497"/>
                  <a:pt x="7944026" y="3644743"/>
                  <a:pt x="7914117" y="3644743"/>
                </a:cubicBezTo>
                <a:cubicBezTo>
                  <a:pt x="7884208" y="3644743"/>
                  <a:pt x="7859962" y="3620497"/>
                  <a:pt x="7859962" y="3590588"/>
                </a:cubicBezTo>
                <a:cubicBezTo>
                  <a:pt x="7859962" y="3560679"/>
                  <a:pt x="7884208" y="3536433"/>
                  <a:pt x="7914117" y="3536433"/>
                </a:cubicBezTo>
                <a:close/>
                <a:moveTo>
                  <a:pt x="7835983" y="3536433"/>
                </a:moveTo>
                <a:cubicBezTo>
                  <a:pt x="7840256" y="3536433"/>
                  <a:pt x="7843720" y="3539897"/>
                  <a:pt x="7843720" y="3544170"/>
                </a:cubicBezTo>
                <a:cubicBezTo>
                  <a:pt x="7843720" y="3575116"/>
                  <a:pt x="7843719" y="3606061"/>
                  <a:pt x="7843719" y="3637007"/>
                </a:cubicBezTo>
                <a:lnTo>
                  <a:pt x="7835983" y="3644743"/>
                </a:lnTo>
                <a:cubicBezTo>
                  <a:pt x="7831710" y="3644743"/>
                  <a:pt x="7828246" y="3641279"/>
                  <a:pt x="7828246" y="3637006"/>
                </a:cubicBezTo>
                <a:lnTo>
                  <a:pt x="7828246" y="3544170"/>
                </a:lnTo>
                <a:cubicBezTo>
                  <a:pt x="7828246" y="3539897"/>
                  <a:pt x="7831710" y="3536433"/>
                  <a:pt x="7835983" y="3536433"/>
                </a:cubicBezTo>
                <a:close/>
                <a:moveTo>
                  <a:pt x="7757847" y="3536433"/>
                </a:moveTo>
                <a:cubicBezTo>
                  <a:pt x="7787756" y="3536433"/>
                  <a:pt x="7812002" y="3560679"/>
                  <a:pt x="7812002" y="3590588"/>
                </a:cubicBezTo>
                <a:cubicBezTo>
                  <a:pt x="7812002" y="3620497"/>
                  <a:pt x="7787756" y="3644743"/>
                  <a:pt x="7757847" y="3644743"/>
                </a:cubicBezTo>
                <a:cubicBezTo>
                  <a:pt x="7727938" y="3644743"/>
                  <a:pt x="7703692" y="3620497"/>
                  <a:pt x="7703692" y="3590588"/>
                </a:cubicBezTo>
                <a:cubicBezTo>
                  <a:pt x="7703692" y="3560679"/>
                  <a:pt x="7727938" y="3536433"/>
                  <a:pt x="7757847" y="3536433"/>
                </a:cubicBezTo>
                <a:close/>
                <a:moveTo>
                  <a:pt x="7679712" y="3536433"/>
                </a:moveTo>
                <a:cubicBezTo>
                  <a:pt x="7683985" y="3536433"/>
                  <a:pt x="7687449" y="3539897"/>
                  <a:pt x="7687449" y="3544170"/>
                </a:cubicBezTo>
                <a:cubicBezTo>
                  <a:pt x="7687449" y="3575116"/>
                  <a:pt x="7687448" y="3606061"/>
                  <a:pt x="7687448" y="3637007"/>
                </a:cubicBezTo>
                <a:lnTo>
                  <a:pt x="7679712" y="3644743"/>
                </a:lnTo>
                <a:cubicBezTo>
                  <a:pt x="7675439" y="3644743"/>
                  <a:pt x="7671975" y="3641279"/>
                  <a:pt x="7671975" y="3637006"/>
                </a:cubicBezTo>
                <a:lnTo>
                  <a:pt x="7671975" y="3544170"/>
                </a:lnTo>
                <a:cubicBezTo>
                  <a:pt x="7671975" y="3539897"/>
                  <a:pt x="7675439" y="3536433"/>
                  <a:pt x="7679712" y="3536433"/>
                </a:cubicBezTo>
                <a:close/>
                <a:moveTo>
                  <a:pt x="7601576" y="3536433"/>
                </a:moveTo>
                <a:cubicBezTo>
                  <a:pt x="7631485" y="3536433"/>
                  <a:pt x="7655731" y="3560679"/>
                  <a:pt x="7655731" y="3590588"/>
                </a:cubicBezTo>
                <a:cubicBezTo>
                  <a:pt x="7655731" y="3620497"/>
                  <a:pt x="7631485" y="3644743"/>
                  <a:pt x="7601576" y="3644743"/>
                </a:cubicBezTo>
                <a:cubicBezTo>
                  <a:pt x="7571667" y="3644743"/>
                  <a:pt x="7547421" y="3620497"/>
                  <a:pt x="7547421" y="3590588"/>
                </a:cubicBezTo>
                <a:cubicBezTo>
                  <a:pt x="7547421" y="3560679"/>
                  <a:pt x="7571667" y="3536433"/>
                  <a:pt x="7601576" y="3536433"/>
                </a:cubicBezTo>
                <a:close/>
                <a:moveTo>
                  <a:pt x="7523442" y="3536433"/>
                </a:moveTo>
                <a:cubicBezTo>
                  <a:pt x="7527715" y="3536433"/>
                  <a:pt x="7531179" y="3539897"/>
                  <a:pt x="7531179" y="3544170"/>
                </a:cubicBezTo>
                <a:cubicBezTo>
                  <a:pt x="7531179" y="3575116"/>
                  <a:pt x="7531178" y="3606061"/>
                  <a:pt x="7531178" y="3637007"/>
                </a:cubicBezTo>
                <a:lnTo>
                  <a:pt x="7523442" y="3644743"/>
                </a:lnTo>
                <a:cubicBezTo>
                  <a:pt x="7519169" y="3644743"/>
                  <a:pt x="7515705" y="3641279"/>
                  <a:pt x="7515705" y="3637006"/>
                </a:cubicBezTo>
                <a:lnTo>
                  <a:pt x="7515705" y="3544170"/>
                </a:lnTo>
                <a:cubicBezTo>
                  <a:pt x="7515705" y="3539897"/>
                  <a:pt x="7519169" y="3536433"/>
                  <a:pt x="7523442" y="3536433"/>
                </a:cubicBezTo>
                <a:close/>
                <a:moveTo>
                  <a:pt x="7445306" y="3536433"/>
                </a:moveTo>
                <a:cubicBezTo>
                  <a:pt x="7475215" y="3536433"/>
                  <a:pt x="7499461" y="3560679"/>
                  <a:pt x="7499461" y="3590588"/>
                </a:cubicBezTo>
                <a:cubicBezTo>
                  <a:pt x="7499461" y="3620497"/>
                  <a:pt x="7475215" y="3644743"/>
                  <a:pt x="7445306" y="3644743"/>
                </a:cubicBezTo>
                <a:cubicBezTo>
                  <a:pt x="7415397" y="3644743"/>
                  <a:pt x="7391151" y="3620497"/>
                  <a:pt x="7391151" y="3590588"/>
                </a:cubicBezTo>
                <a:cubicBezTo>
                  <a:pt x="7391151" y="3560679"/>
                  <a:pt x="7415397" y="3536433"/>
                  <a:pt x="7445306" y="3536433"/>
                </a:cubicBezTo>
                <a:close/>
                <a:moveTo>
                  <a:pt x="7367171" y="3536433"/>
                </a:moveTo>
                <a:cubicBezTo>
                  <a:pt x="7371444" y="3536433"/>
                  <a:pt x="7374908" y="3539897"/>
                  <a:pt x="7374908" y="3544170"/>
                </a:cubicBezTo>
                <a:cubicBezTo>
                  <a:pt x="7374908" y="3575116"/>
                  <a:pt x="7374907" y="3606061"/>
                  <a:pt x="7374907" y="3637007"/>
                </a:cubicBezTo>
                <a:lnTo>
                  <a:pt x="7367171" y="3644743"/>
                </a:lnTo>
                <a:cubicBezTo>
                  <a:pt x="7362898" y="3644743"/>
                  <a:pt x="7359434" y="3641279"/>
                  <a:pt x="7359434" y="3637006"/>
                </a:cubicBezTo>
                <a:lnTo>
                  <a:pt x="7359434" y="3544170"/>
                </a:lnTo>
                <a:cubicBezTo>
                  <a:pt x="7359434" y="3539897"/>
                  <a:pt x="7362898" y="3536433"/>
                  <a:pt x="7367171" y="3536433"/>
                </a:cubicBezTo>
                <a:close/>
                <a:moveTo>
                  <a:pt x="7335455" y="3536433"/>
                </a:moveTo>
                <a:cubicBezTo>
                  <a:pt x="7339728" y="3536433"/>
                  <a:pt x="7343192" y="3539897"/>
                  <a:pt x="7343192" y="3544170"/>
                </a:cubicBezTo>
                <a:cubicBezTo>
                  <a:pt x="7343192" y="3575116"/>
                  <a:pt x="7343191" y="3606061"/>
                  <a:pt x="7343191" y="3637007"/>
                </a:cubicBezTo>
                <a:lnTo>
                  <a:pt x="7335455" y="3644743"/>
                </a:lnTo>
                <a:cubicBezTo>
                  <a:pt x="7331182" y="3644743"/>
                  <a:pt x="7327718" y="3641279"/>
                  <a:pt x="7327718" y="3637006"/>
                </a:cubicBezTo>
                <a:lnTo>
                  <a:pt x="7327718" y="3544170"/>
                </a:lnTo>
                <a:cubicBezTo>
                  <a:pt x="7327718" y="3539897"/>
                  <a:pt x="7331182" y="3536433"/>
                  <a:pt x="7335455" y="3536433"/>
                </a:cubicBezTo>
                <a:close/>
                <a:moveTo>
                  <a:pt x="7257319" y="3536433"/>
                </a:moveTo>
                <a:cubicBezTo>
                  <a:pt x="7287228" y="3536433"/>
                  <a:pt x="7311474" y="3560679"/>
                  <a:pt x="7311474" y="3590588"/>
                </a:cubicBezTo>
                <a:cubicBezTo>
                  <a:pt x="7311474" y="3620497"/>
                  <a:pt x="7287228" y="3644743"/>
                  <a:pt x="7257319" y="3644743"/>
                </a:cubicBezTo>
                <a:cubicBezTo>
                  <a:pt x="7227410" y="3644743"/>
                  <a:pt x="7203164" y="3620497"/>
                  <a:pt x="7203164" y="3590588"/>
                </a:cubicBezTo>
                <a:cubicBezTo>
                  <a:pt x="7203164" y="3560679"/>
                  <a:pt x="7227410" y="3536433"/>
                  <a:pt x="7257319" y="3536433"/>
                </a:cubicBezTo>
                <a:close/>
                <a:moveTo>
                  <a:pt x="7129359" y="3536433"/>
                </a:moveTo>
                <a:cubicBezTo>
                  <a:pt x="7159268" y="3536433"/>
                  <a:pt x="7183514" y="3560679"/>
                  <a:pt x="7183514" y="3590588"/>
                </a:cubicBezTo>
                <a:cubicBezTo>
                  <a:pt x="7183514" y="3620497"/>
                  <a:pt x="7159268" y="3644743"/>
                  <a:pt x="7129359" y="3644743"/>
                </a:cubicBezTo>
                <a:cubicBezTo>
                  <a:pt x="7099450" y="3644743"/>
                  <a:pt x="7075204" y="3620497"/>
                  <a:pt x="7075204" y="3590588"/>
                </a:cubicBezTo>
                <a:cubicBezTo>
                  <a:pt x="7075204" y="3560679"/>
                  <a:pt x="7099450" y="3536433"/>
                  <a:pt x="7129359" y="3536433"/>
                </a:cubicBezTo>
                <a:close/>
                <a:moveTo>
                  <a:pt x="7051221" y="3536433"/>
                </a:moveTo>
                <a:cubicBezTo>
                  <a:pt x="7055494" y="3536433"/>
                  <a:pt x="7058958" y="3539897"/>
                  <a:pt x="7058958" y="3544170"/>
                </a:cubicBezTo>
                <a:lnTo>
                  <a:pt x="7058958" y="3637006"/>
                </a:lnTo>
                <a:cubicBezTo>
                  <a:pt x="7058958" y="3641279"/>
                  <a:pt x="7055494" y="3644743"/>
                  <a:pt x="7051221" y="3644743"/>
                </a:cubicBezTo>
                <a:lnTo>
                  <a:pt x="7043485" y="3637007"/>
                </a:lnTo>
                <a:cubicBezTo>
                  <a:pt x="7043485" y="3606061"/>
                  <a:pt x="7043484" y="3575116"/>
                  <a:pt x="7043484" y="3544170"/>
                </a:cubicBezTo>
                <a:cubicBezTo>
                  <a:pt x="7043484" y="3539897"/>
                  <a:pt x="7046948" y="3536433"/>
                  <a:pt x="7051221" y="3536433"/>
                </a:cubicBezTo>
                <a:close/>
                <a:moveTo>
                  <a:pt x="7019505" y="3536433"/>
                </a:moveTo>
                <a:cubicBezTo>
                  <a:pt x="7023778" y="3536433"/>
                  <a:pt x="7027242" y="3539897"/>
                  <a:pt x="7027242" y="3544170"/>
                </a:cubicBezTo>
                <a:lnTo>
                  <a:pt x="7027242" y="3637006"/>
                </a:lnTo>
                <a:cubicBezTo>
                  <a:pt x="7027242" y="3641279"/>
                  <a:pt x="7023778" y="3644743"/>
                  <a:pt x="7019505" y="3644743"/>
                </a:cubicBezTo>
                <a:lnTo>
                  <a:pt x="7011769" y="3637007"/>
                </a:lnTo>
                <a:cubicBezTo>
                  <a:pt x="7011769" y="3606061"/>
                  <a:pt x="7011768" y="3575116"/>
                  <a:pt x="7011768" y="3544170"/>
                </a:cubicBezTo>
                <a:cubicBezTo>
                  <a:pt x="7011768" y="3539897"/>
                  <a:pt x="7015232" y="3536433"/>
                  <a:pt x="7019505" y="3536433"/>
                </a:cubicBezTo>
                <a:close/>
                <a:moveTo>
                  <a:pt x="6941370" y="3536433"/>
                </a:moveTo>
                <a:cubicBezTo>
                  <a:pt x="6971279" y="3536433"/>
                  <a:pt x="6995525" y="3560679"/>
                  <a:pt x="6995525" y="3590588"/>
                </a:cubicBezTo>
                <a:cubicBezTo>
                  <a:pt x="6995525" y="3620497"/>
                  <a:pt x="6971279" y="3644743"/>
                  <a:pt x="6941370" y="3644743"/>
                </a:cubicBezTo>
                <a:cubicBezTo>
                  <a:pt x="6911461" y="3644743"/>
                  <a:pt x="6887215" y="3620497"/>
                  <a:pt x="6887215" y="3590588"/>
                </a:cubicBezTo>
                <a:cubicBezTo>
                  <a:pt x="6887215" y="3560679"/>
                  <a:pt x="6911461" y="3536433"/>
                  <a:pt x="6941370" y="3536433"/>
                </a:cubicBezTo>
                <a:close/>
                <a:moveTo>
                  <a:pt x="6863234" y="3536433"/>
                </a:moveTo>
                <a:cubicBezTo>
                  <a:pt x="6867507" y="3536433"/>
                  <a:pt x="6870971" y="3539897"/>
                  <a:pt x="6870971" y="3544170"/>
                </a:cubicBezTo>
                <a:lnTo>
                  <a:pt x="6870971" y="3637006"/>
                </a:lnTo>
                <a:cubicBezTo>
                  <a:pt x="6870971" y="3641279"/>
                  <a:pt x="6867507" y="3644743"/>
                  <a:pt x="6863234" y="3644743"/>
                </a:cubicBezTo>
                <a:lnTo>
                  <a:pt x="6855498" y="3637007"/>
                </a:lnTo>
                <a:cubicBezTo>
                  <a:pt x="6855498" y="3606061"/>
                  <a:pt x="6855497" y="3575116"/>
                  <a:pt x="6855497" y="3544170"/>
                </a:cubicBezTo>
                <a:cubicBezTo>
                  <a:pt x="6855497" y="3539897"/>
                  <a:pt x="6858961" y="3536433"/>
                  <a:pt x="6863234" y="3536433"/>
                </a:cubicBezTo>
                <a:close/>
                <a:moveTo>
                  <a:pt x="6785100" y="3536433"/>
                </a:moveTo>
                <a:cubicBezTo>
                  <a:pt x="6815009" y="3536433"/>
                  <a:pt x="6839255" y="3560679"/>
                  <a:pt x="6839255" y="3590588"/>
                </a:cubicBezTo>
                <a:cubicBezTo>
                  <a:pt x="6839255" y="3620497"/>
                  <a:pt x="6815009" y="3644743"/>
                  <a:pt x="6785100" y="3644743"/>
                </a:cubicBezTo>
                <a:cubicBezTo>
                  <a:pt x="6755191" y="3644743"/>
                  <a:pt x="6730945" y="3620497"/>
                  <a:pt x="6730945" y="3590588"/>
                </a:cubicBezTo>
                <a:cubicBezTo>
                  <a:pt x="6730945" y="3560679"/>
                  <a:pt x="6755191" y="3536433"/>
                  <a:pt x="6785100" y="3536433"/>
                </a:cubicBezTo>
                <a:close/>
                <a:moveTo>
                  <a:pt x="6706964" y="3536433"/>
                </a:moveTo>
                <a:cubicBezTo>
                  <a:pt x="6711237" y="3536433"/>
                  <a:pt x="6714701" y="3539897"/>
                  <a:pt x="6714701" y="3544170"/>
                </a:cubicBezTo>
                <a:lnTo>
                  <a:pt x="6714701" y="3637006"/>
                </a:lnTo>
                <a:cubicBezTo>
                  <a:pt x="6714701" y="3641279"/>
                  <a:pt x="6711237" y="3644743"/>
                  <a:pt x="6706964" y="3644743"/>
                </a:cubicBezTo>
                <a:lnTo>
                  <a:pt x="6699228" y="3637007"/>
                </a:lnTo>
                <a:cubicBezTo>
                  <a:pt x="6699228" y="3606061"/>
                  <a:pt x="6699227" y="3575116"/>
                  <a:pt x="6699227" y="3544170"/>
                </a:cubicBezTo>
                <a:cubicBezTo>
                  <a:pt x="6699227" y="3539897"/>
                  <a:pt x="6702691" y="3536433"/>
                  <a:pt x="6706964" y="3536433"/>
                </a:cubicBezTo>
                <a:close/>
                <a:moveTo>
                  <a:pt x="6628829" y="3536433"/>
                </a:moveTo>
                <a:cubicBezTo>
                  <a:pt x="6658738" y="3536433"/>
                  <a:pt x="6682984" y="3560679"/>
                  <a:pt x="6682984" y="3590588"/>
                </a:cubicBezTo>
                <a:cubicBezTo>
                  <a:pt x="6682984" y="3620497"/>
                  <a:pt x="6658738" y="3644743"/>
                  <a:pt x="6628829" y="3644743"/>
                </a:cubicBezTo>
                <a:cubicBezTo>
                  <a:pt x="6598920" y="3644743"/>
                  <a:pt x="6574674" y="3620497"/>
                  <a:pt x="6574674" y="3590588"/>
                </a:cubicBezTo>
                <a:cubicBezTo>
                  <a:pt x="6574674" y="3560679"/>
                  <a:pt x="6598920" y="3536433"/>
                  <a:pt x="6628829" y="3536433"/>
                </a:cubicBezTo>
                <a:close/>
                <a:moveTo>
                  <a:pt x="6550694" y="3536433"/>
                </a:moveTo>
                <a:cubicBezTo>
                  <a:pt x="6554967" y="3536433"/>
                  <a:pt x="6558431" y="3539897"/>
                  <a:pt x="6558431" y="3544170"/>
                </a:cubicBezTo>
                <a:lnTo>
                  <a:pt x="6558431" y="3637006"/>
                </a:lnTo>
                <a:cubicBezTo>
                  <a:pt x="6558431" y="3641279"/>
                  <a:pt x="6554967" y="3644743"/>
                  <a:pt x="6550694" y="3644743"/>
                </a:cubicBezTo>
                <a:lnTo>
                  <a:pt x="6542958" y="3637007"/>
                </a:lnTo>
                <a:cubicBezTo>
                  <a:pt x="6542958" y="3606061"/>
                  <a:pt x="6542957" y="3575116"/>
                  <a:pt x="6542957" y="3544170"/>
                </a:cubicBezTo>
                <a:cubicBezTo>
                  <a:pt x="6542957" y="3539897"/>
                  <a:pt x="6546421" y="3536433"/>
                  <a:pt x="6550694" y="3536433"/>
                </a:cubicBezTo>
                <a:close/>
                <a:moveTo>
                  <a:pt x="6472559" y="3536433"/>
                </a:moveTo>
                <a:cubicBezTo>
                  <a:pt x="6502468" y="3536433"/>
                  <a:pt x="6526714" y="3560679"/>
                  <a:pt x="6526714" y="3590588"/>
                </a:cubicBezTo>
                <a:cubicBezTo>
                  <a:pt x="6526714" y="3620497"/>
                  <a:pt x="6502468" y="3644743"/>
                  <a:pt x="6472559" y="3644743"/>
                </a:cubicBezTo>
                <a:cubicBezTo>
                  <a:pt x="6442650" y="3644743"/>
                  <a:pt x="6418404" y="3620497"/>
                  <a:pt x="6418404" y="3590588"/>
                </a:cubicBezTo>
                <a:cubicBezTo>
                  <a:pt x="6418404" y="3560679"/>
                  <a:pt x="6442650" y="3536433"/>
                  <a:pt x="6472559" y="3536433"/>
                </a:cubicBezTo>
                <a:close/>
                <a:moveTo>
                  <a:pt x="6348005" y="3536433"/>
                </a:moveTo>
                <a:cubicBezTo>
                  <a:pt x="6377914" y="3536433"/>
                  <a:pt x="6402160" y="3560679"/>
                  <a:pt x="6402160" y="3590588"/>
                </a:cubicBezTo>
                <a:cubicBezTo>
                  <a:pt x="6402160" y="3620497"/>
                  <a:pt x="6377914" y="3644743"/>
                  <a:pt x="6348005" y="3644743"/>
                </a:cubicBezTo>
                <a:cubicBezTo>
                  <a:pt x="6318096" y="3644743"/>
                  <a:pt x="6293850" y="3620497"/>
                  <a:pt x="6293850" y="3590588"/>
                </a:cubicBezTo>
                <a:cubicBezTo>
                  <a:pt x="6293850" y="3560679"/>
                  <a:pt x="6318096" y="3536433"/>
                  <a:pt x="6348005" y="3536433"/>
                </a:cubicBezTo>
                <a:close/>
                <a:moveTo>
                  <a:pt x="6269869" y="3536433"/>
                </a:moveTo>
                <a:cubicBezTo>
                  <a:pt x="6274142" y="3536433"/>
                  <a:pt x="6277606" y="3539897"/>
                  <a:pt x="6277606" y="3544170"/>
                </a:cubicBezTo>
                <a:lnTo>
                  <a:pt x="6277606" y="3637006"/>
                </a:lnTo>
                <a:cubicBezTo>
                  <a:pt x="6277606" y="3641279"/>
                  <a:pt x="6274142" y="3644743"/>
                  <a:pt x="6269869" y="3644743"/>
                </a:cubicBezTo>
                <a:lnTo>
                  <a:pt x="6262133" y="3637007"/>
                </a:lnTo>
                <a:cubicBezTo>
                  <a:pt x="6262133" y="3606061"/>
                  <a:pt x="6262132" y="3575116"/>
                  <a:pt x="6262132" y="3544170"/>
                </a:cubicBezTo>
                <a:cubicBezTo>
                  <a:pt x="6262132" y="3539897"/>
                  <a:pt x="6265596" y="3536433"/>
                  <a:pt x="6269869" y="3536433"/>
                </a:cubicBezTo>
                <a:close/>
                <a:moveTo>
                  <a:pt x="6191734" y="3536433"/>
                </a:moveTo>
                <a:cubicBezTo>
                  <a:pt x="6221643" y="3536433"/>
                  <a:pt x="6245889" y="3560679"/>
                  <a:pt x="6245889" y="3590588"/>
                </a:cubicBezTo>
                <a:cubicBezTo>
                  <a:pt x="6245889" y="3620497"/>
                  <a:pt x="6221643" y="3644743"/>
                  <a:pt x="6191734" y="3644743"/>
                </a:cubicBezTo>
                <a:cubicBezTo>
                  <a:pt x="6161825" y="3644743"/>
                  <a:pt x="6137579" y="3620497"/>
                  <a:pt x="6137579" y="3590588"/>
                </a:cubicBezTo>
                <a:cubicBezTo>
                  <a:pt x="6137579" y="3560679"/>
                  <a:pt x="6161825" y="3536433"/>
                  <a:pt x="6191734" y="3536433"/>
                </a:cubicBezTo>
                <a:close/>
                <a:moveTo>
                  <a:pt x="6113599" y="3536433"/>
                </a:moveTo>
                <a:cubicBezTo>
                  <a:pt x="6117872" y="3536433"/>
                  <a:pt x="6121336" y="3539897"/>
                  <a:pt x="6121336" y="3544170"/>
                </a:cubicBezTo>
                <a:lnTo>
                  <a:pt x="6121336" y="3637006"/>
                </a:lnTo>
                <a:cubicBezTo>
                  <a:pt x="6121336" y="3641279"/>
                  <a:pt x="6117872" y="3644743"/>
                  <a:pt x="6113599" y="3644743"/>
                </a:cubicBezTo>
                <a:lnTo>
                  <a:pt x="6105863" y="3637007"/>
                </a:lnTo>
                <a:cubicBezTo>
                  <a:pt x="6105863" y="3606061"/>
                  <a:pt x="6105862" y="3575116"/>
                  <a:pt x="6105862" y="3544170"/>
                </a:cubicBezTo>
                <a:cubicBezTo>
                  <a:pt x="6105862" y="3539897"/>
                  <a:pt x="6109326" y="3536433"/>
                  <a:pt x="6113599" y="3536433"/>
                </a:cubicBezTo>
                <a:close/>
                <a:moveTo>
                  <a:pt x="6035464" y="3536433"/>
                </a:moveTo>
                <a:cubicBezTo>
                  <a:pt x="6065373" y="3536433"/>
                  <a:pt x="6089619" y="3560679"/>
                  <a:pt x="6089619" y="3590588"/>
                </a:cubicBezTo>
                <a:cubicBezTo>
                  <a:pt x="6089619" y="3620497"/>
                  <a:pt x="6065373" y="3644743"/>
                  <a:pt x="6035464" y="3644743"/>
                </a:cubicBezTo>
                <a:cubicBezTo>
                  <a:pt x="6005555" y="3644743"/>
                  <a:pt x="5981309" y="3620497"/>
                  <a:pt x="5981309" y="3590588"/>
                </a:cubicBezTo>
                <a:cubicBezTo>
                  <a:pt x="5981309" y="3560679"/>
                  <a:pt x="6005555" y="3536433"/>
                  <a:pt x="6035464" y="3536433"/>
                </a:cubicBezTo>
                <a:close/>
                <a:moveTo>
                  <a:pt x="5910910" y="3536433"/>
                </a:moveTo>
                <a:cubicBezTo>
                  <a:pt x="5940819" y="3536433"/>
                  <a:pt x="5965065" y="3560679"/>
                  <a:pt x="5965065" y="3590588"/>
                </a:cubicBezTo>
                <a:cubicBezTo>
                  <a:pt x="5965065" y="3620497"/>
                  <a:pt x="5940819" y="3644743"/>
                  <a:pt x="5910910" y="3644743"/>
                </a:cubicBezTo>
                <a:cubicBezTo>
                  <a:pt x="5881001" y="3644743"/>
                  <a:pt x="5856755" y="3620497"/>
                  <a:pt x="5856755" y="3590588"/>
                </a:cubicBezTo>
                <a:cubicBezTo>
                  <a:pt x="5856755" y="3560679"/>
                  <a:pt x="5881001" y="3536433"/>
                  <a:pt x="5910910" y="3536433"/>
                </a:cubicBezTo>
                <a:close/>
                <a:moveTo>
                  <a:pt x="5832775" y="3536433"/>
                </a:moveTo>
                <a:cubicBezTo>
                  <a:pt x="5837048" y="3536433"/>
                  <a:pt x="5840512" y="3539897"/>
                  <a:pt x="5840512" y="3544170"/>
                </a:cubicBezTo>
                <a:lnTo>
                  <a:pt x="5840512" y="3637006"/>
                </a:lnTo>
                <a:cubicBezTo>
                  <a:pt x="5840512" y="3641279"/>
                  <a:pt x="5837048" y="3644743"/>
                  <a:pt x="5832775" y="3644743"/>
                </a:cubicBezTo>
                <a:lnTo>
                  <a:pt x="5825039" y="3637007"/>
                </a:lnTo>
                <a:cubicBezTo>
                  <a:pt x="5825039" y="3606061"/>
                  <a:pt x="5825038" y="3575116"/>
                  <a:pt x="5825038" y="3544170"/>
                </a:cubicBezTo>
                <a:cubicBezTo>
                  <a:pt x="5825038" y="3539897"/>
                  <a:pt x="5828502" y="3536433"/>
                  <a:pt x="5832775" y="3536433"/>
                </a:cubicBezTo>
                <a:close/>
                <a:moveTo>
                  <a:pt x="5801058" y="3536433"/>
                </a:moveTo>
                <a:cubicBezTo>
                  <a:pt x="5805331" y="3536433"/>
                  <a:pt x="5808795" y="3539897"/>
                  <a:pt x="5808795" y="3544170"/>
                </a:cubicBezTo>
                <a:lnTo>
                  <a:pt x="5808795" y="3637006"/>
                </a:lnTo>
                <a:cubicBezTo>
                  <a:pt x="5808795" y="3641279"/>
                  <a:pt x="5805331" y="3644743"/>
                  <a:pt x="5801058" y="3644743"/>
                </a:cubicBezTo>
                <a:lnTo>
                  <a:pt x="5793322" y="3637007"/>
                </a:lnTo>
                <a:cubicBezTo>
                  <a:pt x="5793322" y="3606061"/>
                  <a:pt x="5793321" y="3575116"/>
                  <a:pt x="5793321" y="3544170"/>
                </a:cubicBezTo>
                <a:cubicBezTo>
                  <a:pt x="5793321" y="3539897"/>
                  <a:pt x="5796785" y="3536433"/>
                  <a:pt x="5801058" y="3536433"/>
                </a:cubicBezTo>
                <a:close/>
                <a:moveTo>
                  <a:pt x="5722923" y="3536433"/>
                </a:moveTo>
                <a:cubicBezTo>
                  <a:pt x="5752832" y="3536433"/>
                  <a:pt x="5777078" y="3560679"/>
                  <a:pt x="5777078" y="3590588"/>
                </a:cubicBezTo>
                <a:cubicBezTo>
                  <a:pt x="5777078" y="3620497"/>
                  <a:pt x="5752832" y="3644743"/>
                  <a:pt x="5722923" y="3644743"/>
                </a:cubicBezTo>
                <a:cubicBezTo>
                  <a:pt x="5693014" y="3644743"/>
                  <a:pt x="5668768" y="3620497"/>
                  <a:pt x="5668768" y="3590588"/>
                </a:cubicBezTo>
                <a:cubicBezTo>
                  <a:pt x="5668768" y="3560679"/>
                  <a:pt x="5693014" y="3536433"/>
                  <a:pt x="5722923" y="3536433"/>
                </a:cubicBezTo>
                <a:close/>
                <a:moveTo>
                  <a:pt x="5644787" y="3536433"/>
                </a:moveTo>
                <a:cubicBezTo>
                  <a:pt x="5649060" y="3536433"/>
                  <a:pt x="5652524" y="3539897"/>
                  <a:pt x="5652524" y="3544170"/>
                </a:cubicBezTo>
                <a:lnTo>
                  <a:pt x="5652524" y="3637006"/>
                </a:lnTo>
                <a:cubicBezTo>
                  <a:pt x="5652524" y="3641279"/>
                  <a:pt x="5649060" y="3644743"/>
                  <a:pt x="5644787" y="3644743"/>
                </a:cubicBezTo>
                <a:lnTo>
                  <a:pt x="5637051" y="3637007"/>
                </a:lnTo>
                <a:cubicBezTo>
                  <a:pt x="5637051" y="3606061"/>
                  <a:pt x="5637050" y="3575116"/>
                  <a:pt x="5637050" y="3544170"/>
                </a:cubicBezTo>
                <a:cubicBezTo>
                  <a:pt x="5637050" y="3539897"/>
                  <a:pt x="5640514" y="3536433"/>
                  <a:pt x="5644787" y="3536433"/>
                </a:cubicBezTo>
                <a:close/>
                <a:moveTo>
                  <a:pt x="5566653" y="3536433"/>
                </a:moveTo>
                <a:cubicBezTo>
                  <a:pt x="5596562" y="3536433"/>
                  <a:pt x="5620808" y="3560679"/>
                  <a:pt x="5620808" y="3590588"/>
                </a:cubicBezTo>
                <a:cubicBezTo>
                  <a:pt x="5620808" y="3620497"/>
                  <a:pt x="5596562" y="3644743"/>
                  <a:pt x="5566653" y="3644743"/>
                </a:cubicBezTo>
                <a:cubicBezTo>
                  <a:pt x="5536744" y="3644743"/>
                  <a:pt x="5512498" y="3620497"/>
                  <a:pt x="5512498" y="3590588"/>
                </a:cubicBezTo>
                <a:cubicBezTo>
                  <a:pt x="5512498" y="3560679"/>
                  <a:pt x="5536744" y="3536433"/>
                  <a:pt x="5566653" y="3536433"/>
                </a:cubicBezTo>
                <a:close/>
                <a:moveTo>
                  <a:pt x="5488517" y="3536433"/>
                </a:moveTo>
                <a:cubicBezTo>
                  <a:pt x="5492790" y="3536433"/>
                  <a:pt x="5496254" y="3539897"/>
                  <a:pt x="5496254" y="3544170"/>
                </a:cubicBezTo>
                <a:lnTo>
                  <a:pt x="5496254" y="3637006"/>
                </a:lnTo>
                <a:cubicBezTo>
                  <a:pt x="5496254" y="3641279"/>
                  <a:pt x="5492790" y="3644743"/>
                  <a:pt x="5488517" y="3644743"/>
                </a:cubicBezTo>
                <a:lnTo>
                  <a:pt x="5480781" y="3637007"/>
                </a:lnTo>
                <a:cubicBezTo>
                  <a:pt x="5480781" y="3606061"/>
                  <a:pt x="5480780" y="3575116"/>
                  <a:pt x="5480780" y="3544170"/>
                </a:cubicBezTo>
                <a:cubicBezTo>
                  <a:pt x="5480780" y="3539897"/>
                  <a:pt x="5484244" y="3536433"/>
                  <a:pt x="5488517" y="3536433"/>
                </a:cubicBezTo>
                <a:close/>
                <a:moveTo>
                  <a:pt x="5410382" y="3536433"/>
                </a:moveTo>
                <a:cubicBezTo>
                  <a:pt x="5440291" y="3536433"/>
                  <a:pt x="5464537" y="3560679"/>
                  <a:pt x="5464537" y="3590588"/>
                </a:cubicBezTo>
                <a:cubicBezTo>
                  <a:pt x="5464537" y="3620497"/>
                  <a:pt x="5440291" y="3644743"/>
                  <a:pt x="5410382" y="3644743"/>
                </a:cubicBezTo>
                <a:cubicBezTo>
                  <a:pt x="5380473" y="3644743"/>
                  <a:pt x="5356227" y="3620497"/>
                  <a:pt x="5356227" y="3590588"/>
                </a:cubicBezTo>
                <a:cubicBezTo>
                  <a:pt x="5356227" y="3560679"/>
                  <a:pt x="5380473" y="3536433"/>
                  <a:pt x="5410382" y="3536433"/>
                </a:cubicBezTo>
                <a:close/>
                <a:moveTo>
                  <a:pt x="5332247" y="3536433"/>
                </a:moveTo>
                <a:cubicBezTo>
                  <a:pt x="5336520" y="3536433"/>
                  <a:pt x="5339984" y="3539897"/>
                  <a:pt x="5339984" y="3544170"/>
                </a:cubicBezTo>
                <a:lnTo>
                  <a:pt x="5339984" y="3637006"/>
                </a:lnTo>
                <a:cubicBezTo>
                  <a:pt x="5339984" y="3641279"/>
                  <a:pt x="5336520" y="3644743"/>
                  <a:pt x="5332247" y="3644743"/>
                </a:cubicBezTo>
                <a:lnTo>
                  <a:pt x="5324511" y="3637007"/>
                </a:lnTo>
                <a:cubicBezTo>
                  <a:pt x="5324511" y="3606061"/>
                  <a:pt x="5324510" y="3575116"/>
                  <a:pt x="5324510" y="3544170"/>
                </a:cubicBezTo>
                <a:cubicBezTo>
                  <a:pt x="5324510" y="3539897"/>
                  <a:pt x="5327974" y="3536433"/>
                  <a:pt x="5332247" y="3536433"/>
                </a:cubicBezTo>
                <a:close/>
                <a:moveTo>
                  <a:pt x="5254112" y="3536433"/>
                </a:moveTo>
                <a:cubicBezTo>
                  <a:pt x="5284021" y="3536433"/>
                  <a:pt x="5308267" y="3560679"/>
                  <a:pt x="5308267" y="3590588"/>
                </a:cubicBezTo>
                <a:cubicBezTo>
                  <a:pt x="5308267" y="3620497"/>
                  <a:pt x="5284021" y="3644743"/>
                  <a:pt x="5254112" y="3644743"/>
                </a:cubicBezTo>
                <a:cubicBezTo>
                  <a:pt x="5224203" y="3644743"/>
                  <a:pt x="5199957" y="3620497"/>
                  <a:pt x="5199957" y="3590588"/>
                </a:cubicBezTo>
                <a:cubicBezTo>
                  <a:pt x="5199957" y="3560679"/>
                  <a:pt x="5224203" y="3536433"/>
                  <a:pt x="5254112" y="3536433"/>
                </a:cubicBezTo>
                <a:close/>
                <a:moveTo>
                  <a:pt x="5129558" y="3536433"/>
                </a:moveTo>
                <a:cubicBezTo>
                  <a:pt x="5159467" y="3536433"/>
                  <a:pt x="5183713" y="3560679"/>
                  <a:pt x="5183713" y="3590588"/>
                </a:cubicBezTo>
                <a:cubicBezTo>
                  <a:pt x="5183713" y="3620497"/>
                  <a:pt x="5159467" y="3644743"/>
                  <a:pt x="5129558" y="3644743"/>
                </a:cubicBezTo>
                <a:cubicBezTo>
                  <a:pt x="5099649" y="3644743"/>
                  <a:pt x="5075403" y="3620497"/>
                  <a:pt x="5075403" y="3590588"/>
                </a:cubicBezTo>
                <a:cubicBezTo>
                  <a:pt x="5075403" y="3560679"/>
                  <a:pt x="5099649" y="3536433"/>
                  <a:pt x="5129558" y="3536433"/>
                </a:cubicBezTo>
                <a:close/>
                <a:moveTo>
                  <a:pt x="5051422" y="3536433"/>
                </a:moveTo>
                <a:cubicBezTo>
                  <a:pt x="5055695" y="3536433"/>
                  <a:pt x="5059159" y="3539897"/>
                  <a:pt x="5059159" y="3544170"/>
                </a:cubicBezTo>
                <a:lnTo>
                  <a:pt x="5059159" y="3637006"/>
                </a:lnTo>
                <a:cubicBezTo>
                  <a:pt x="5059159" y="3641279"/>
                  <a:pt x="5055695" y="3644743"/>
                  <a:pt x="5051422" y="3644743"/>
                </a:cubicBezTo>
                <a:lnTo>
                  <a:pt x="5043686" y="3637007"/>
                </a:lnTo>
                <a:cubicBezTo>
                  <a:pt x="5043686" y="3606061"/>
                  <a:pt x="5043685" y="3575116"/>
                  <a:pt x="5043685" y="3544170"/>
                </a:cubicBezTo>
                <a:cubicBezTo>
                  <a:pt x="5043685" y="3539897"/>
                  <a:pt x="5047149" y="3536433"/>
                  <a:pt x="5051422" y="3536433"/>
                </a:cubicBezTo>
                <a:close/>
                <a:moveTo>
                  <a:pt x="4973287" y="3536433"/>
                </a:moveTo>
                <a:cubicBezTo>
                  <a:pt x="5003196" y="3536433"/>
                  <a:pt x="5027442" y="3560679"/>
                  <a:pt x="5027442" y="3590588"/>
                </a:cubicBezTo>
                <a:cubicBezTo>
                  <a:pt x="5027442" y="3620497"/>
                  <a:pt x="5003196" y="3644743"/>
                  <a:pt x="4973287" y="3644743"/>
                </a:cubicBezTo>
                <a:cubicBezTo>
                  <a:pt x="4943378" y="3644743"/>
                  <a:pt x="4919132" y="3620497"/>
                  <a:pt x="4919132" y="3590588"/>
                </a:cubicBezTo>
                <a:cubicBezTo>
                  <a:pt x="4919132" y="3560679"/>
                  <a:pt x="4943378" y="3536433"/>
                  <a:pt x="4973287" y="3536433"/>
                </a:cubicBezTo>
                <a:close/>
                <a:moveTo>
                  <a:pt x="4895152" y="3536433"/>
                </a:moveTo>
                <a:cubicBezTo>
                  <a:pt x="4899425" y="3536433"/>
                  <a:pt x="4902889" y="3539897"/>
                  <a:pt x="4902889" y="3544170"/>
                </a:cubicBezTo>
                <a:lnTo>
                  <a:pt x="4902889" y="3637006"/>
                </a:lnTo>
                <a:cubicBezTo>
                  <a:pt x="4902889" y="3641279"/>
                  <a:pt x="4899425" y="3644743"/>
                  <a:pt x="4895152" y="3644743"/>
                </a:cubicBezTo>
                <a:lnTo>
                  <a:pt x="4887416" y="3637007"/>
                </a:lnTo>
                <a:cubicBezTo>
                  <a:pt x="4887416" y="3606061"/>
                  <a:pt x="4887415" y="3575116"/>
                  <a:pt x="4887415" y="3544170"/>
                </a:cubicBezTo>
                <a:cubicBezTo>
                  <a:pt x="4887415" y="3539897"/>
                  <a:pt x="4890879" y="3536433"/>
                  <a:pt x="4895152" y="3536433"/>
                </a:cubicBezTo>
                <a:close/>
                <a:moveTo>
                  <a:pt x="4817017" y="3536433"/>
                </a:moveTo>
                <a:cubicBezTo>
                  <a:pt x="4846926" y="3536433"/>
                  <a:pt x="4871172" y="3560679"/>
                  <a:pt x="4871172" y="3590588"/>
                </a:cubicBezTo>
                <a:cubicBezTo>
                  <a:pt x="4871172" y="3620497"/>
                  <a:pt x="4846926" y="3644743"/>
                  <a:pt x="4817017" y="3644743"/>
                </a:cubicBezTo>
                <a:cubicBezTo>
                  <a:pt x="4787108" y="3644743"/>
                  <a:pt x="4762862" y="3620497"/>
                  <a:pt x="4762862" y="3590588"/>
                </a:cubicBezTo>
                <a:cubicBezTo>
                  <a:pt x="4762862" y="3560679"/>
                  <a:pt x="4787108" y="3536433"/>
                  <a:pt x="4817017" y="3536433"/>
                </a:cubicBezTo>
                <a:close/>
                <a:moveTo>
                  <a:pt x="4692463" y="3536433"/>
                </a:moveTo>
                <a:cubicBezTo>
                  <a:pt x="4722372" y="3536433"/>
                  <a:pt x="4746618" y="3560679"/>
                  <a:pt x="4746618" y="3590588"/>
                </a:cubicBezTo>
                <a:cubicBezTo>
                  <a:pt x="4746618" y="3620497"/>
                  <a:pt x="4722372" y="3644743"/>
                  <a:pt x="4692463" y="3644743"/>
                </a:cubicBezTo>
                <a:cubicBezTo>
                  <a:pt x="4662554" y="3644743"/>
                  <a:pt x="4638308" y="3620497"/>
                  <a:pt x="4638308" y="3590588"/>
                </a:cubicBezTo>
                <a:cubicBezTo>
                  <a:pt x="4638308" y="3560679"/>
                  <a:pt x="4662554" y="3536433"/>
                  <a:pt x="4692463" y="3536433"/>
                </a:cubicBezTo>
                <a:close/>
                <a:moveTo>
                  <a:pt x="4614329" y="3536433"/>
                </a:moveTo>
                <a:cubicBezTo>
                  <a:pt x="4618602" y="3536433"/>
                  <a:pt x="4622066" y="3539897"/>
                  <a:pt x="4622066" y="3544170"/>
                </a:cubicBezTo>
                <a:cubicBezTo>
                  <a:pt x="4622066" y="3575116"/>
                  <a:pt x="4622065" y="3606061"/>
                  <a:pt x="4622065" y="3637007"/>
                </a:cubicBezTo>
                <a:lnTo>
                  <a:pt x="4614329" y="3644743"/>
                </a:lnTo>
                <a:cubicBezTo>
                  <a:pt x="4610056" y="3644743"/>
                  <a:pt x="4606592" y="3641279"/>
                  <a:pt x="4606592" y="3637006"/>
                </a:cubicBezTo>
                <a:lnTo>
                  <a:pt x="4606592" y="3544170"/>
                </a:lnTo>
                <a:cubicBezTo>
                  <a:pt x="4606592" y="3539897"/>
                  <a:pt x="4610056" y="3536433"/>
                  <a:pt x="4614329" y="3536433"/>
                </a:cubicBezTo>
                <a:close/>
                <a:moveTo>
                  <a:pt x="4536193" y="3536433"/>
                </a:moveTo>
                <a:cubicBezTo>
                  <a:pt x="4566102" y="3536433"/>
                  <a:pt x="4590348" y="3560679"/>
                  <a:pt x="4590348" y="3590588"/>
                </a:cubicBezTo>
                <a:cubicBezTo>
                  <a:pt x="4590348" y="3620497"/>
                  <a:pt x="4566102" y="3644743"/>
                  <a:pt x="4536193" y="3644743"/>
                </a:cubicBezTo>
                <a:cubicBezTo>
                  <a:pt x="4506284" y="3644743"/>
                  <a:pt x="4482038" y="3620497"/>
                  <a:pt x="4482038" y="3590588"/>
                </a:cubicBezTo>
                <a:cubicBezTo>
                  <a:pt x="4482038" y="3560679"/>
                  <a:pt x="4506284" y="3536433"/>
                  <a:pt x="4536193" y="3536433"/>
                </a:cubicBezTo>
                <a:close/>
                <a:moveTo>
                  <a:pt x="4458058" y="3536433"/>
                </a:moveTo>
                <a:cubicBezTo>
                  <a:pt x="4462331" y="3536433"/>
                  <a:pt x="4465795" y="3539897"/>
                  <a:pt x="4465795" y="3544170"/>
                </a:cubicBezTo>
                <a:cubicBezTo>
                  <a:pt x="4465795" y="3575116"/>
                  <a:pt x="4465794" y="3606061"/>
                  <a:pt x="4465794" y="3637007"/>
                </a:cubicBezTo>
                <a:lnTo>
                  <a:pt x="4458058" y="3644743"/>
                </a:lnTo>
                <a:cubicBezTo>
                  <a:pt x="4453785" y="3644743"/>
                  <a:pt x="4450321" y="3641279"/>
                  <a:pt x="4450321" y="3637006"/>
                </a:cubicBezTo>
                <a:lnTo>
                  <a:pt x="4450321" y="3544170"/>
                </a:lnTo>
                <a:cubicBezTo>
                  <a:pt x="4450321" y="3539897"/>
                  <a:pt x="4453785" y="3536433"/>
                  <a:pt x="4458058" y="3536433"/>
                </a:cubicBezTo>
                <a:close/>
                <a:moveTo>
                  <a:pt x="4379922" y="3536433"/>
                </a:moveTo>
                <a:cubicBezTo>
                  <a:pt x="4409831" y="3536433"/>
                  <a:pt x="4434077" y="3560679"/>
                  <a:pt x="4434077" y="3590588"/>
                </a:cubicBezTo>
                <a:cubicBezTo>
                  <a:pt x="4434077" y="3620497"/>
                  <a:pt x="4409831" y="3644743"/>
                  <a:pt x="4379922" y="3644743"/>
                </a:cubicBezTo>
                <a:cubicBezTo>
                  <a:pt x="4350013" y="3644743"/>
                  <a:pt x="4325767" y="3620497"/>
                  <a:pt x="4325767" y="3590588"/>
                </a:cubicBezTo>
                <a:cubicBezTo>
                  <a:pt x="4325767" y="3560679"/>
                  <a:pt x="4350013" y="3536433"/>
                  <a:pt x="4379922" y="3536433"/>
                </a:cubicBezTo>
                <a:close/>
                <a:moveTo>
                  <a:pt x="4255368" y="3536433"/>
                </a:moveTo>
                <a:cubicBezTo>
                  <a:pt x="4285277" y="3536433"/>
                  <a:pt x="4309523" y="3560679"/>
                  <a:pt x="4309523" y="3590588"/>
                </a:cubicBezTo>
                <a:cubicBezTo>
                  <a:pt x="4309523" y="3620497"/>
                  <a:pt x="4285277" y="3644743"/>
                  <a:pt x="4255368" y="3644743"/>
                </a:cubicBezTo>
                <a:cubicBezTo>
                  <a:pt x="4225459" y="3644743"/>
                  <a:pt x="4201213" y="3620497"/>
                  <a:pt x="4201213" y="3590588"/>
                </a:cubicBezTo>
                <a:cubicBezTo>
                  <a:pt x="4201213" y="3560679"/>
                  <a:pt x="4225459" y="3536433"/>
                  <a:pt x="4255368" y="3536433"/>
                </a:cubicBezTo>
                <a:close/>
                <a:moveTo>
                  <a:pt x="4177234" y="3536433"/>
                </a:moveTo>
                <a:cubicBezTo>
                  <a:pt x="4181507" y="3536433"/>
                  <a:pt x="4184971" y="3539897"/>
                  <a:pt x="4184971" y="3544170"/>
                </a:cubicBezTo>
                <a:cubicBezTo>
                  <a:pt x="4184971" y="3575116"/>
                  <a:pt x="4184970" y="3606061"/>
                  <a:pt x="4184970" y="3637007"/>
                </a:cubicBezTo>
                <a:lnTo>
                  <a:pt x="4177234" y="3644743"/>
                </a:lnTo>
                <a:cubicBezTo>
                  <a:pt x="4172961" y="3644743"/>
                  <a:pt x="4169497" y="3641279"/>
                  <a:pt x="4169497" y="3637006"/>
                </a:cubicBezTo>
                <a:lnTo>
                  <a:pt x="4169497" y="3544170"/>
                </a:lnTo>
                <a:cubicBezTo>
                  <a:pt x="4169497" y="3539897"/>
                  <a:pt x="4172961" y="3536433"/>
                  <a:pt x="4177234" y="3536433"/>
                </a:cubicBezTo>
                <a:close/>
                <a:moveTo>
                  <a:pt x="4099098" y="3536433"/>
                </a:moveTo>
                <a:cubicBezTo>
                  <a:pt x="4129007" y="3536433"/>
                  <a:pt x="4153253" y="3560679"/>
                  <a:pt x="4153253" y="3590588"/>
                </a:cubicBezTo>
                <a:cubicBezTo>
                  <a:pt x="4153253" y="3620497"/>
                  <a:pt x="4129007" y="3644743"/>
                  <a:pt x="4099098" y="3644743"/>
                </a:cubicBezTo>
                <a:cubicBezTo>
                  <a:pt x="4069189" y="3644743"/>
                  <a:pt x="4044943" y="3620497"/>
                  <a:pt x="4044943" y="3590588"/>
                </a:cubicBezTo>
                <a:cubicBezTo>
                  <a:pt x="4044943" y="3560679"/>
                  <a:pt x="4069189" y="3536433"/>
                  <a:pt x="4099098" y="3536433"/>
                </a:cubicBezTo>
                <a:close/>
                <a:moveTo>
                  <a:pt x="4020963" y="3536433"/>
                </a:moveTo>
                <a:cubicBezTo>
                  <a:pt x="4025236" y="3536433"/>
                  <a:pt x="4028700" y="3539897"/>
                  <a:pt x="4028700" y="3544170"/>
                </a:cubicBezTo>
                <a:cubicBezTo>
                  <a:pt x="4028700" y="3575116"/>
                  <a:pt x="4028699" y="3606061"/>
                  <a:pt x="4028699" y="3637007"/>
                </a:cubicBezTo>
                <a:lnTo>
                  <a:pt x="4020963" y="3644743"/>
                </a:lnTo>
                <a:cubicBezTo>
                  <a:pt x="4016690" y="3644743"/>
                  <a:pt x="4013226" y="3641279"/>
                  <a:pt x="4013226" y="3637006"/>
                </a:cubicBezTo>
                <a:lnTo>
                  <a:pt x="4013226" y="3544170"/>
                </a:lnTo>
                <a:cubicBezTo>
                  <a:pt x="4013226" y="3539897"/>
                  <a:pt x="4016690" y="3536433"/>
                  <a:pt x="4020963" y="3536433"/>
                </a:cubicBezTo>
                <a:close/>
                <a:moveTo>
                  <a:pt x="3942827" y="3536433"/>
                </a:moveTo>
                <a:cubicBezTo>
                  <a:pt x="3972736" y="3536433"/>
                  <a:pt x="3996982" y="3560679"/>
                  <a:pt x="3996982" y="3590588"/>
                </a:cubicBezTo>
                <a:cubicBezTo>
                  <a:pt x="3996982" y="3620497"/>
                  <a:pt x="3972736" y="3644743"/>
                  <a:pt x="3942827" y="3644743"/>
                </a:cubicBezTo>
                <a:cubicBezTo>
                  <a:pt x="3912918" y="3644743"/>
                  <a:pt x="3888672" y="3620497"/>
                  <a:pt x="3888672" y="3590588"/>
                </a:cubicBezTo>
                <a:cubicBezTo>
                  <a:pt x="3888672" y="3560679"/>
                  <a:pt x="3912918" y="3536433"/>
                  <a:pt x="3942827" y="3536433"/>
                </a:cubicBezTo>
                <a:close/>
                <a:moveTo>
                  <a:pt x="3864693" y="3536433"/>
                </a:moveTo>
                <a:cubicBezTo>
                  <a:pt x="3868966" y="3536433"/>
                  <a:pt x="3872430" y="3539897"/>
                  <a:pt x="3872430" y="3544170"/>
                </a:cubicBezTo>
                <a:cubicBezTo>
                  <a:pt x="3872430" y="3575116"/>
                  <a:pt x="3872429" y="3606061"/>
                  <a:pt x="3872429" y="3637007"/>
                </a:cubicBezTo>
                <a:lnTo>
                  <a:pt x="3864693" y="3644743"/>
                </a:lnTo>
                <a:cubicBezTo>
                  <a:pt x="3860420" y="3644743"/>
                  <a:pt x="3856956" y="3641279"/>
                  <a:pt x="3856956" y="3637006"/>
                </a:cubicBezTo>
                <a:lnTo>
                  <a:pt x="3856956" y="3544170"/>
                </a:lnTo>
                <a:cubicBezTo>
                  <a:pt x="3856956" y="3539897"/>
                  <a:pt x="3860420" y="3536433"/>
                  <a:pt x="3864693" y="3536433"/>
                </a:cubicBezTo>
                <a:close/>
                <a:moveTo>
                  <a:pt x="3786557" y="3536433"/>
                </a:moveTo>
                <a:cubicBezTo>
                  <a:pt x="3816466" y="3536433"/>
                  <a:pt x="3840712" y="3560679"/>
                  <a:pt x="3840712" y="3590588"/>
                </a:cubicBezTo>
                <a:cubicBezTo>
                  <a:pt x="3840712" y="3620497"/>
                  <a:pt x="3816466" y="3644743"/>
                  <a:pt x="3786557" y="3644743"/>
                </a:cubicBezTo>
                <a:cubicBezTo>
                  <a:pt x="3756648" y="3644743"/>
                  <a:pt x="3732402" y="3620497"/>
                  <a:pt x="3732402" y="3590588"/>
                </a:cubicBezTo>
                <a:cubicBezTo>
                  <a:pt x="3732402" y="3560679"/>
                  <a:pt x="3756648" y="3536433"/>
                  <a:pt x="3786557" y="3536433"/>
                </a:cubicBezTo>
                <a:close/>
                <a:moveTo>
                  <a:pt x="3708422" y="3536433"/>
                </a:moveTo>
                <a:cubicBezTo>
                  <a:pt x="3712695" y="3536433"/>
                  <a:pt x="3716159" y="3539897"/>
                  <a:pt x="3716159" y="3544170"/>
                </a:cubicBezTo>
                <a:cubicBezTo>
                  <a:pt x="3716159" y="3575116"/>
                  <a:pt x="3716158" y="3606061"/>
                  <a:pt x="3716158" y="3637007"/>
                </a:cubicBezTo>
                <a:lnTo>
                  <a:pt x="3708422" y="3644743"/>
                </a:lnTo>
                <a:cubicBezTo>
                  <a:pt x="3704149" y="3644743"/>
                  <a:pt x="3700685" y="3641279"/>
                  <a:pt x="3700685" y="3637006"/>
                </a:cubicBezTo>
                <a:lnTo>
                  <a:pt x="3700685" y="3544170"/>
                </a:lnTo>
                <a:cubicBezTo>
                  <a:pt x="3700685" y="3539897"/>
                  <a:pt x="3704149" y="3536433"/>
                  <a:pt x="3708422" y="3536433"/>
                </a:cubicBezTo>
                <a:close/>
                <a:moveTo>
                  <a:pt x="3676706" y="3536433"/>
                </a:moveTo>
                <a:cubicBezTo>
                  <a:pt x="3680979" y="3536433"/>
                  <a:pt x="3684443" y="3539897"/>
                  <a:pt x="3684443" y="3544170"/>
                </a:cubicBezTo>
                <a:cubicBezTo>
                  <a:pt x="3684443" y="3575116"/>
                  <a:pt x="3684442" y="3606061"/>
                  <a:pt x="3684442" y="3637007"/>
                </a:cubicBezTo>
                <a:lnTo>
                  <a:pt x="3676706" y="3644743"/>
                </a:lnTo>
                <a:cubicBezTo>
                  <a:pt x="3672433" y="3644743"/>
                  <a:pt x="3668969" y="3641279"/>
                  <a:pt x="3668969" y="3637006"/>
                </a:cubicBezTo>
                <a:lnTo>
                  <a:pt x="3668969" y="3544170"/>
                </a:lnTo>
                <a:cubicBezTo>
                  <a:pt x="3668969" y="3539897"/>
                  <a:pt x="3672433" y="3536433"/>
                  <a:pt x="3676706" y="3536433"/>
                </a:cubicBezTo>
                <a:close/>
                <a:moveTo>
                  <a:pt x="3598570" y="3536433"/>
                </a:moveTo>
                <a:cubicBezTo>
                  <a:pt x="3628479" y="3536433"/>
                  <a:pt x="3652725" y="3560679"/>
                  <a:pt x="3652725" y="3590588"/>
                </a:cubicBezTo>
                <a:cubicBezTo>
                  <a:pt x="3652725" y="3620497"/>
                  <a:pt x="3628479" y="3644743"/>
                  <a:pt x="3598570" y="3644743"/>
                </a:cubicBezTo>
                <a:cubicBezTo>
                  <a:pt x="3568661" y="3644743"/>
                  <a:pt x="3544415" y="3620497"/>
                  <a:pt x="3544415" y="3590588"/>
                </a:cubicBezTo>
                <a:cubicBezTo>
                  <a:pt x="3544415" y="3560679"/>
                  <a:pt x="3568661" y="3536433"/>
                  <a:pt x="3598570" y="3536433"/>
                </a:cubicBezTo>
                <a:close/>
                <a:moveTo>
                  <a:pt x="3474016" y="3536433"/>
                </a:moveTo>
                <a:cubicBezTo>
                  <a:pt x="3503925" y="3536433"/>
                  <a:pt x="3528171" y="3560679"/>
                  <a:pt x="3528171" y="3590588"/>
                </a:cubicBezTo>
                <a:cubicBezTo>
                  <a:pt x="3528171" y="3620497"/>
                  <a:pt x="3503925" y="3644743"/>
                  <a:pt x="3474016" y="3644743"/>
                </a:cubicBezTo>
                <a:cubicBezTo>
                  <a:pt x="3444107" y="3644743"/>
                  <a:pt x="3419861" y="3620497"/>
                  <a:pt x="3419861" y="3590588"/>
                </a:cubicBezTo>
                <a:cubicBezTo>
                  <a:pt x="3419861" y="3560679"/>
                  <a:pt x="3444107" y="3536433"/>
                  <a:pt x="3474016" y="3536433"/>
                </a:cubicBezTo>
                <a:close/>
                <a:moveTo>
                  <a:pt x="3395881" y="3536433"/>
                </a:moveTo>
                <a:cubicBezTo>
                  <a:pt x="3400154" y="3536433"/>
                  <a:pt x="3403618" y="3539897"/>
                  <a:pt x="3403618" y="3544170"/>
                </a:cubicBezTo>
                <a:lnTo>
                  <a:pt x="3403618" y="3637006"/>
                </a:lnTo>
                <a:cubicBezTo>
                  <a:pt x="3403618" y="3641279"/>
                  <a:pt x="3400154" y="3644743"/>
                  <a:pt x="3395881" y="3644743"/>
                </a:cubicBezTo>
                <a:lnTo>
                  <a:pt x="3388145" y="3637007"/>
                </a:lnTo>
                <a:cubicBezTo>
                  <a:pt x="3388145" y="3606061"/>
                  <a:pt x="3388144" y="3575116"/>
                  <a:pt x="3388144" y="3544170"/>
                </a:cubicBezTo>
                <a:cubicBezTo>
                  <a:pt x="3388144" y="3539897"/>
                  <a:pt x="3391608" y="3536433"/>
                  <a:pt x="3395881" y="3536433"/>
                </a:cubicBezTo>
                <a:close/>
                <a:moveTo>
                  <a:pt x="3364164" y="3536433"/>
                </a:moveTo>
                <a:cubicBezTo>
                  <a:pt x="3368437" y="3536433"/>
                  <a:pt x="3371901" y="3539897"/>
                  <a:pt x="3371901" y="3544170"/>
                </a:cubicBezTo>
                <a:lnTo>
                  <a:pt x="3371901" y="3637006"/>
                </a:lnTo>
                <a:cubicBezTo>
                  <a:pt x="3371901" y="3641279"/>
                  <a:pt x="3368437" y="3644743"/>
                  <a:pt x="3364164" y="3644743"/>
                </a:cubicBezTo>
                <a:lnTo>
                  <a:pt x="3356428" y="3637007"/>
                </a:lnTo>
                <a:cubicBezTo>
                  <a:pt x="3356428" y="3606061"/>
                  <a:pt x="3356427" y="3575116"/>
                  <a:pt x="3356427" y="3544170"/>
                </a:cubicBezTo>
                <a:cubicBezTo>
                  <a:pt x="3356427" y="3539897"/>
                  <a:pt x="3359891" y="3536433"/>
                  <a:pt x="3364164" y="3536433"/>
                </a:cubicBezTo>
                <a:close/>
                <a:moveTo>
                  <a:pt x="3286029" y="3536433"/>
                </a:moveTo>
                <a:cubicBezTo>
                  <a:pt x="3315938" y="3536433"/>
                  <a:pt x="3340184" y="3560679"/>
                  <a:pt x="3340184" y="3590588"/>
                </a:cubicBezTo>
                <a:cubicBezTo>
                  <a:pt x="3340184" y="3620497"/>
                  <a:pt x="3315938" y="3644743"/>
                  <a:pt x="3286029" y="3644743"/>
                </a:cubicBezTo>
                <a:cubicBezTo>
                  <a:pt x="3256120" y="3644743"/>
                  <a:pt x="3231874" y="3620497"/>
                  <a:pt x="3231874" y="3590588"/>
                </a:cubicBezTo>
                <a:cubicBezTo>
                  <a:pt x="3231874" y="3560679"/>
                  <a:pt x="3256120" y="3536433"/>
                  <a:pt x="3286029" y="3536433"/>
                </a:cubicBezTo>
                <a:close/>
                <a:moveTo>
                  <a:pt x="3207894" y="3536433"/>
                </a:moveTo>
                <a:cubicBezTo>
                  <a:pt x="3212167" y="3536433"/>
                  <a:pt x="3215631" y="3539897"/>
                  <a:pt x="3215631" y="3544170"/>
                </a:cubicBezTo>
                <a:lnTo>
                  <a:pt x="3215631" y="3637006"/>
                </a:lnTo>
                <a:cubicBezTo>
                  <a:pt x="3215631" y="3641279"/>
                  <a:pt x="3212167" y="3644743"/>
                  <a:pt x="3207894" y="3644743"/>
                </a:cubicBezTo>
                <a:lnTo>
                  <a:pt x="3200158" y="3637007"/>
                </a:lnTo>
                <a:cubicBezTo>
                  <a:pt x="3200158" y="3606061"/>
                  <a:pt x="3200157" y="3575116"/>
                  <a:pt x="3200157" y="3544170"/>
                </a:cubicBezTo>
                <a:cubicBezTo>
                  <a:pt x="3200157" y="3539897"/>
                  <a:pt x="3203621" y="3536433"/>
                  <a:pt x="3207894" y="3536433"/>
                </a:cubicBezTo>
                <a:close/>
                <a:moveTo>
                  <a:pt x="3129759" y="3536433"/>
                </a:moveTo>
                <a:cubicBezTo>
                  <a:pt x="3159668" y="3536433"/>
                  <a:pt x="3183914" y="3560679"/>
                  <a:pt x="3183914" y="3590588"/>
                </a:cubicBezTo>
                <a:cubicBezTo>
                  <a:pt x="3183914" y="3620497"/>
                  <a:pt x="3159668" y="3644743"/>
                  <a:pt x="3129759" y="3644743"/>
                </a:cubicBezTo>
                <a:cubicBezTo>
                  <a:pt x="3099850" y="3644743"/>
                  <a:pt x="3075604" y="3620497"/>
                  <a:pt x="3075604" y="3590588"/>
                </a:cubicBezTo>
                <a:cubicBezTo>
                  <a:pt x="3075604" y="3560679"/>
                  <a:pt x="3099850" y="3536433"/>
                  <a:pt x="3129759" y="3536433"/>
                </a:cubicBezTo>
                <a:close/>
                <a:moveTo>
                  <a:pt x="3051623" y="3536433"/>
                </a:moveTo>
                <a:cubicBezTo>
                  <a:pt x="3055896" y="3536433"/>
                  <a:pt x="3059360" y="3539897"/>
                  <a:pt x="3059360" y="3544170"/>
                </a:cubicBezTo>
                <a:lnTo>
                  <a:pt x="3059360" y="3637006"/>
                </a:lnTo>
                <a:cubicBezTo>
                  <a:pt x="3059360" y="3641279"/>
                  <a:pt x="3055896" y="3644743"/>
                  <a:pt x="3051623" y="3644743"/>
                </a:cubicBezTo>
                <a:lnTo>
                  <a:pt x="3043887" y="3637007"/>
                </a:lnTo>
                <a:cubicBezTo>
                  <a:pt x="3043887" y="3606061"/>
                  <a:pt x="3043886" y="3575116"/>
                  <a:pt x="3043886" y="3544170"/>
                </a:cubicBezTo>
                <a:cubicBezTo>
                  <a:pt x="3043886" y="3539897"/>
                  <a:pt x="3047350" y="3536433"/>
                  <a:pt x="3051623" y="3536433"/>
                </a:cubicBezTo>
                <a:close/>
                <a:moveTo>
                  <a:pt x="2973488" y="3536433"/>
                </a:moveTo>
                <a:cubicBezTo>
                  <a:pt x="3003397" y="3536433"/>
                  <a:pt x="3027643" y="3560679"/>
                  <a:pt x="3027643" y="3590588"/>
                </a:cubicBezTo>
                <a:cubicBezTo>
                  <a:pt x="3027643" y="3620497"/>
                  <a:pt x="3003397" y="3644743"/>
                  <a:pt x="2973488" y="3644743"/>
                </a:cubicBezTo>
                <a:cubicBezTo>
                  <a:pt x="2943579" y="3644743"/>
                  <a:pt x="2919333" y="3620497"/>
                  <a:pt x="2919333" y="3590588"/>
                </a:cubicBezTo>
                <a:cubicBezTo>
                  <a:pt x="2919333" y="3560679"/>
                  <a:pt x="2943579" y="3536433"/>
                  <a:pt x="2973488" y="3536433"/>
                </a:cubicBezTo>
                <a:close/>
                <a:moveTo>
                  <a:pt x="2895353" y="3536433"/>
                </a:moveTo>
                <a:cubicBezTo>
                  <a:pt x="2899626" y="3536433"/>
                  <a:pt x="2903090" y="3539897"/>
                  <a:pt x="2903090" y="3544170"/>
                </a:cubicBezTo>
                <a:lnTo>
                  <a:pt x="2903090" y="3637006"/>
                </a:lnTo>
                <a:cubicBezTo>
                  <a:pt x="2903090" y="3641279"/>
                  <a:pt x="2899626" y="3644743"/>
                  <a:pt x="2895353" y="3644743"/>
                </a:cubicBezTo>
                <a:lnTo>
                  <a:pt x="2887617" y="3637007"/>
                </a:lnTo>
                <a:cubicBezTo>
                  <a:pt x="2887617" y="3606061"/>
                  <a:pt x="2887616" y="3575116"/>
                  <a:pt x="2887616" y="3544170"/>
                </a:cubicBezTo>
                <a:cubicBezTo>
                  <a:pt x="2887616" y="3539897"/>
                  <a:pt x="2891080" y="3536433"/>
                  <a:pt x="2895353" y="3536433"/>
                </a:cubicBezTo>
                <a:close/>
                <a:moveTo>
                  <a:pt x="2817218" y="3536433"/>
                </a:moveTo>
                <a:cubicBezTo>
                  <a:pt x="2847127" y="3536433"/>
                  <a:pt x="2871373" y="3560679"/>
                  <a:pt x="2871373" y="3590588"/>
                </a:cubicBezTo>
                <a:cubicBezTo>
                  <a:pt x="2871373" y="3620497"/>
                  <a:pt x="2847127" y="3644743"/>
                  <a:pt x="2817218" y="3644743"/>
                </a:cubicBezTo>
                <a:cubicBezTo>
                  <a:pt x="2787309" y="3644743"/>
                  <a:pt x="2763063" y="3620497"/>
                  <a:pt x="2763063" y="3590588"/>
                </a:cubicBezTo>
                <a:cubicBezTo>
                  <a:pt x="2763063" y="3560679"/>
                  <a:pt x="2787309" y="3536433"/>
                  <a:pt x="2817218" y="3536433"/>
                </a:cubicBezTo>
                <a:close/>
                <a:moveTo>
                  <a:pt x="2692664" y="3536433"/>
                </a:moveTo>
                <a:cubicBezTo>
                  <a:pt x="2722573" y="3536433"/>
                  <a:pt x="2746819" y="3560679"/>
                  <a:pt x="2746819" y="3590588"/>
                </a:cubicBezTo>
                <a:cubicBezTo>
                  <a:pt x="2746819" y="3620497"/>
                  <a:pt x="2722573" y="3644743"/>
                  <a:pt x="2692664" y="3644743"/>
                </a:cubicBezTo>
                <a:cubicBezTo>
                  <a:pt x="2662755" y="3644743"/>
                  <a:pt x="2638509" y="3620497"/>
                  <a:pt x="2638509" y="3590588"/>
                </a:cubicBezTo>
                <a:cubicBezTo>
                  <a:pt x="2638509" y="3560679"/>
                  <a:pt x="2662755" y="3536433"/>
                  <a:pt x="2692664" y="3536433"/>
                </a:cubicBezTo>
                <a:close/>
                <a:moveTo>
                  <a:pt x="2614528" y="3536433"/>
                </a:moveTo>
                <a:cubicBezTo>
                  <a:pt x="2618801" y="3536433"/>
                  <a:pt x="2622265" y="3539897"/>
                  <a:pt x="2622265" y="3544170"/>
                </a:cubicBezTo>
                <a:lnTo>
                  <a:pt x="2622265" y="3637006"/>
                </a:lnTo>
                <a:cubicBezTo>
                  <a:pt x="2622265" y="3641279"/>
                  <a:pt x="2618801" y="3644743"/>
                  <a:pt x="2614528" y="3644743"/>
                </a:cubicBezTo>
                <a:lnTo>
                  <a:pt x="2606792" y="3637007"/>
                </a:lnTo>
                <a:cubicBezTo>
                  <a:pt x="2606792" y="3606061"/>
                  <a:pt x="2606791" y="3575116"/>
                  <a:pt x="2606791" y="3544170"/>
                </a:cubicBezTo>
                <a:cubicBezTo>
                  <a:pt x="2606791" y="3539897"/>
                  <a:pt x="2610255" y="3536433"/>
                  <a:pt x="2614528" y="3536433"/>
                </a:cubicBezTo>
                <a:close/>
                <a:moveTo>
                  <a:pt x="2536393" y="3536433"/>
                </a:moveTo>
                <a:cubicBezTo>
                  <a:pt x="2566302" y="3536433"/>
                  <a:pt x="2590548" y="3560679"/>
                  <a:pt x="2590548" y="3590588"/>
                </a:cubicBezTo>
                <a:cubicBezTo>
                  <a:pt x="2590548" y="3620497"/>
                  <a:pt x="2566302" y="3644743"/>
                  <a:pt x="2536393" y="3644743"/>
                </a:cubicBezTo>
                <a:cubicBezTo>
                  <a:pt x="2506484" y="3644743"/>
                  <a:pt x="2482238" y="3620497"/>
                  <a:pt x="2482238" y="3590588"/>
                </a:cubicBezTo>
                <a:cubicBezTo>
                  <a:pt x="2482238" y="3560679"/>
                  <a:pt x="2506484" y="3536433"/>
                  <a:pt x="2536393" y="3536433"/>
                </a:cubicBezTo>
                <a:close/>
                <a:moveTo>
                  <a:pt x="2458258" y="3536433"/>
                </a:moveTo>
                <a:cubicBezTo>
                  <a:pt x="2462531" y="3536433"/>
                  <a:pt x="2465995" y="3539897"/>
                  <a:pt x="2465995" y="3544170"/>
                </a:cubicBezTo>
                <a:lnTo>
                  <a:pt x="2465995" y="3637006"/>
                </a:lnTo>
                <a:cubicBezTo>
                  <a:pt x="2465995" y="3641279"/>
                  <a:pt x="2462531" y="3644743"/>
                  <a:pt x="2458258" y="3644743"/>
                </a:cubicBezTo>
                <a:lnTo>
                  <a:pt x="2450522" y="3637007"/>
                </a:lnTo>
                <a:cubicBezTo>
                  <a:pt x="2450522" y="3606061"/>
                  <a:pt x="2450521" y="3575116"/>
                  <a:pt x="2450521" y="3544170"/>
                </a:cubicBezTo>
                <a:cubicBezTo>
                  <a:pt x="2450521" y="3539897"/>
                  <a:pt x="2453985" y="3536433"/>
                  <a:pt x="2458258" y="3536433"/>
                </a:cubicBezTo>
                <a:close/>
                <a:moveTo>
                  <a:pt x="2380123" y="3536433"/>
                </a:moveTo>
                <a:cubicBezTo>
                  <a:pt x="2410032" y="3536433"/>
                  <a:pt x="2434278" y="3560679"/>
                  <a:pt x="2434278" y="3590588"/>
                </a:cubicBezTo>
                <a:cubicBezTo>
                  <a:pt x="2434278" y="3620497"/>
                  <a:pt x="2410032" y="3644743"/>
                  <a:pt x="2380123" y="3644743"/>
                </a:cubicBezTo>
                <a:cubicBezTo>
                  <a:pt x="2350214" y="3644743"/>
                  <a:pt x="2325968" y="3620497"/>
                  <a:pt x="2325968" y="3590588"/>
                </a:cubicBezTo>
                <a:cubicBezTo>
                  <a:pt x="2325968" y="3560679"/>
                  <a:pt x="2350214" y="3536433"/>
                  <a:pt x="2380123" y="3536433"/>
                </a:cubicBezTo>
                <a:close/>
                <a:moveTo>
                  <a:pt x="2255569" y="3536433"/>
                </a:moveTo>
                <a:cubicBezTo>
                  <a:pt x="2285478" y="3536433"/>
                  <a:pt x="2309724" y="3560679"/>
                  <a:pt x="2309724" y="3590588"/>
                </a:cubicBezTo>
                <a:cubicBezTo>
                  <a:pt x="2309724" y="3620497"/>
                  <a:pt x="2285478" y="3644743"/>
                  <a:pt x="2255569" y="3644743"/>
                </a:cubicBezTo>
                <a:cubicBezTo>
                  <a:pt x="2225660" y="3644743"/>
                  <a:pt x="2201414" y="3620497"/>
                  <a:pt x="2201414" y="3590588"/>
                </a:cubicBezTo>
                <a:cubicBezTo>
                  <a:pt x="2201414" y="3560679"/>
                  <a:pt x="2225660" y="3536433"/>
                  <a:pt x="2255569" y="3536433"/>
                </a:cubicBezTo>
                <a:close/>
                <a:moveTo>
                  <a:pt x="2177435" y="3536433"/>
                </a:moveTo>
                <a:cubicBezTo>
                  <a:pt x="2181708" y="3536433"/>
                  <a:pt x="2185172" y="3539897"/>
                  <a:pt x="2185172" y="3544170"/>
                </a:cubicBezTo>
                <a:cubicBezTo>
                  <a:pt x="2185172" y="3575116"/>
                  <a:pt x="2185171" y="3606061"/>
                  <a:pt x="2185171" y="3637007"/>
                </a:cubicBezTo>
                <a:lnTo>
                  <a:pt x="2177435" y="3644743"/>
                </a:lnTo>
                <a:cubicBezTo>
                  <a:pt x="2173162" y="3644743"/>
                  <a:pt x="2169698" y="3641279"/>
                  <a:pt x="2169698" y="3637006"/>
                </a:cubicBezTo>
                <a:lnTo>
                  <a:pt x="2169698" y="3544170"/>
                </a:lnTo>
                <a:cubicBezTo>
                  <a:pt x="2169698" y="3539897"/>
                  <a:pt x="2173162" y="3536433"/>
                  <a:pt x="2177435" y="3536433"/>
                </a:cubicBezTo>
                <a:close/>
                <a:moveTo>
                  <a:pt x="2099299" y="3536433"/>
                </a:moveTo>
                <a:cubicBezTo>
                  <a:pt x="2129208" y="3536433"/>
                  <a:pt x="2153454" y="3560679"/>
                  <a:pt x="2153454" y="3590588"/>
                </a:cubicBezTo>
                <a:cubicBezTo>
                  <a:pt x="2153454" y="3620497"/>
                  <a:pt x="2129208" y="3644743"/>
                  <a:pt x="2099299" y="3644743"/>
                </a:cubicBezTo>
                <a:cubicBezTo>
                  <a:pt x="2069390" y="3644743"/>
                  <a:pt x="2045144" y="3620497"/>
                  <a:pt x="2045144" y="3590588"/>
                </a:cubicBezTo>
                <a:cubicBezTo>
                  <a:pt x="2045144" y="3560679"/>
                  <a:pt x="2069390" y="3536433"/>
                  <a:pt x="2099299" y="3536433"/>
                </a:cubicBezTo>
                <a:close/>
                <a:moveTo>
                  <a:pt x="2021164" y="3536433"/>
                </a:moveTo>
                <a:cubicBezTo>
                  <a:pt x="2025437" y="3536433"/>
                  <a:pt x="2028901" y="3539897"/>
                  <a:pt x="2028901" y="3544170"/>
                </a:cubicBezTo>
                <a:cubicBezTo>
                  <a:pt x="2028901" y="3575116"/>
                  <a:pt x="2028900" y="3606061"/>
                  <a:pt x="2028900" y="3637007"/>
                </a:cubicBezTo>
                <a:lnTo>
                  <a:pt x="2021164" y="3644743"/>
                </a:lnTo>
                <a:cubicBezTo>
                  <a:pt x="2016891" y="3644743"/>
                  <a:pt x="2013427" y="3641279"/>
                  <a:pt x="2013427" y="3637006"/>
                </a:cubicBezTo>
                <a:lnTo>
                  <a:pt x="2013427" y="3544170"/>
                </a:lnTo>
                <a:cubicBezTo>
                  <a:pt x="2013427" y="3539897"/>
                  <a:pt x="2016891" y="3536433"/>
                  <a:pt x="2021164" y="3536433"/>
                </a:cubicBezTo>
                <a:close/>
                <a:moveTo>
                  <a:pt x="1943028" y="3536433"/>
                </a:moveTo>
                <a:cubicBezTo>
                  <a:pt x="1972937" y="3536433"/>
                  <a:pt x="1997183" y="3560679"/>
                  <a:pt x="1997183" y="3590588"/>
                </a:cubicBezTo>
                <a:cubicBezTo>
                  <a:pt x="1997183" y="3620497"/>
                  <a:pt x="1972937" y="3644743"/>
                  <a:pt x="1943028" y="3644743"/>
                </a:cubicBezTo>
                <a:cubicBezTo>
                  <a:pt x="1913119" y="3644743"/>
                  <a:pt x="1888873" y="3620497"/>
                  <a:pt x="1888873" y="3590588"/>
                </a:cubicBezTo>
                <a:cubicBezTo>
                  <a:pt x="1888873" y="3560679"/>
                  <a:pt x="1913119" y="3536433"/>
                  <a:pt x="1943028" y="3536433"/>
                </a:cubicBezTo>
                <a:close/>
                <a:moveTo>
                  <a:pt x="1818474" y="3536433"/>
                </a:moveTo>
                <a:cubicBezTo>
                  <a:pt x="1848383" y="3536433"/>
                  <a:pt x="1872629" y="3560679"/>
                  <a:pt x="1872629" y="3590588"/>
                </a:cubicBezTo>
                <a:cubicBezTo>
                  <a:pt x="1872629" y="3620497"/>
                  <a:pt x="1848383" y="3644743"/>
                  <a:pt x="1818474" y="3644743"/>
                </a:cubicBezTo>
                <a:cubicBezTo>
                  <a:pt x="1788565" y="3644743"/>
                  <a:pt x="1764319" y="3620497"/>
                  <a:pt x="1764319" y="3590588"/>
                </a:cubicBezTo>
                <a:cubicBezTo>
                  <a:pt x="1764319" y="3560679"/>
                  <a:pt x="1788565" y="3536433"/>
                  <a:pt x="1818474" y="3536433"/>
                </a:cubicBezTo>
                <a:close/>
                <a:moveTo>
                  <a:pt x="1740340" y="3536433"/>
                </a:moveTo>
                <a:cubicBezTo>
                  <a:pt x="1744613" y="3536433"/>
                  <a:pt x="1748077" y="3539897"/>
                  <a:pt x="1748077" y="3544170"/>
                </a:cubicBezTo>
                <a:cubicBezTo>
                  <a:pt x="1748077" y="3575116"/>
                  <a:pt x="1748076" y="3606061"/>
                  <a:pt x="1748076" y="3637007"/>
                </a:cubicBezTo>
                <a:lnTo>
                  <a:pt x="1740340" y="3644743"/>
                </a:lnTo>
                <a:cubicBezTo>
                  <a:pt x="1736067" y="3644743"/>
                  <a:pt x="1732603" y="3641279"/>
                  <a:pt x="1732603" y="3637006"/>
                </a:cubicBezTo>
                <a:lnTo>
                  <a:pt x="1732603" y="3544170"/>
                </a:lnTo>
                <a:cubicBezTo>
                  <a:pt x="1732603" y="3539897"/>
                  <a:pt x="1736067" y="3536433"/>
                  <a:pt x="1740340" y="3536433"/>
                </a:cubicBezTo>
                <a:close/>
                <a:moveTo>
                  <a:pt x="1662204" y="3536433"/>
                </a:moveTo>
                <a:cubicBezTo>
                  <a:pt x="1692113" y="3536433"/>
                  <a:pt x="1716359" y="3560679"/>
                  <a:pt x="1716359" y="3590588"/>
                </a:cubicBezTo>
                <a:cubicBezTo>
                  <a:pt x="1716359" y="3620497"/>
                  <a:pt x="1692113" y="3644743"/>
                  <a:pt x="1662204" y="3644743"/>
                </a:cubicBezTo>
                <a:cubicBezTo>
                  <a:pt x="1632295" y="3644743"/>
                  <a:pt x="1608049" y="3620497"/>
                  <a:pt x="1608049" y="3590588"/>
                </a:cubicBezTo>
                <a:cubicBezTo>
                  <a:pt x="1608049" y="3560679"/>
                  <a:pt x="1632295" y="3536433"/>
                  <a:pt x="1662204" y="3536433"/>
                </a:cubicBezTo>
                <a:close/>
                <a:moveTo>
                  <a:pt x="1584069" y="3536433"/>
                </a:moveTo>
                <a:cubicBezTo>
                  <a:pt x="1588342" y="3536433"/>
                  <a:pt x="1591806" y="3539897"/>
                  <a:pt x="1591806" y="3544170"/>
                </a:cubicBezTo>
                <a:cubicBezTo>
                  <a:pt x="1591806" y="3575116"/>
                  <a:pt x="1591805" y="3606061"/>
                  <a:pt x="1591805" y="3637007"/>
                </a:cubicBezTo>
                <a:lnTo>
                  <a:pt x="1584069" y="3644743"/>
                </a:lnTo>
                <a:cubicBezTo>
                  <a:pt x="1579796" y="3644743"/>
                  <a:pt x="1576332" y="3641279"/>
                  <a:pt x="1576332" y="3637006"/>
                </a:cubicBezTo>
                <a:lnTo>
                  <a:pt x="1576332" y="3544170"/>
                </a:lnTo>
                <a:cubicBezTo>
                  <a:pt x="1576332" y="3539897"/>
                  <a:pt x="1579796" y="3536433"/>
                  <a:pt x="1584069" y="3536433"/>
                </a:cubicBezTo>
                <a:close/>
                <a:moveTo>
                  <a:pt x="1505933" y="3536433"/>
                </a:moveTo>
                <a:cubicBezTo>
                  <a:pt x="1535842" y="3536433"/>
                  <a:pt x="1560088" y="3560679"/>
                  <a:pt x="1560088" y="3590588"/>
                </a:cubicBezTo>
                <a:cubicBezTo>
                  <a:pt x="1560088" y="3620497"/>
                  <a:pt x="1535842" y="3644743"/>
                  <a:pt x="1505933" y="3644743"/>
                </a:cubicBezTo>
                <a:cubicBezTo>
                  <a:pt x="1476024" y="3644743"/>
                  <a:pt x="1451778" y="3620497"/>
                  <a:pt x="1451778" y="3590588"/>
                </a:cubicBezTo>
                <a:cubicBezTo>
                  <a:pt x="1451778" y="3560679"/>
                  <a:pt x="1476024" y="3536433"/>
                  <a:pt x="1505933" y="3536433"/>
                </a:cubicBezTo>
                <a:close/>
                <a:moveTo>
                  <a:pt x="1427799" y="3536433"/>
                </a:moveTo>
                <a:cubicBezTo>
                  <a:pt x="1432072" y="3536433"/>
                  <a:pt x="1435536" y="3539897"/>
                  <a:pt x="1435536" y="3544170"/>
                </a:cubicBezTo>
                <a:cubicBezTo>
                  <a:pt x="1435536" y="3575116"/>
                  <a:pt x="1435535" y="3606061"/>
                  <a:pt x="1435535" y="3637007"/>
                </a:cubicBezTo>
                <a:lnTo>
                  <a:pt x="1427799" y="3644743"/>
                </a:lnTo>
                <a:cubicBezTo>
                  <a:pt x="1423526" y="3644743"/>
                  <a:pt x="1420062" y="3641279"/>
                  <a:pt x="1420062" y="3637006"/>
                </a:cubicBezTo>
                <a:lnTo>
                  <a:pt x="1420062" y="3544170"/>
                </a:lnTo>
                <a:cubicBezTo>
                  <a:pt x="1420062" y="3539897"/>
                  <a:pt x="1423526" y="3536433"/>
                  <a:pt x="1427799" y="3536433"/>
                </a:cubicBezTo>
                <a:close/>
                <a:moveTo>
                  <a:pt x="1349663" y="3536433"/>
                </a:moveTo>
                <a:cubicBezTo>
                  <a:pt x="1379572" y="3536433"/>
                  <a:pt x="1403818" y="3560679"/>
                  <a:pt x="1403818" y="3590588"/>
                </a:cubicBezTo>
                <a:cubicBezTo>
                  <a:pt x="1403818" y="3620497"/>
                  <a:pt x="1379572" y="3644743"/>
                  <a:pt x="1349663" y="3644743"/>
                </a:cubicBezTo>
                <a:cubicBezTo>
                  <a:pt x="1319754" y="3644743"/>
                  <a:pt x="1295508" y="3620497"/>
                  <a:pt x="1295508" y="3590588"/>
                </a:cubicBezTo>
                <a:cubicBezTo>
                  <a:pt x="1295508" y="3560679"/>
                  <a:pt x="1319754" y="3536433"/>
                  <a:pt x="1349663" y="3536433"/>
                </a:cubicBezTo>
                <a:close/>
                <a:moveTo>
                  <a:pt x="1271528" y="3536433"/>
                </a:moveTo>
                <a:cubicBezTo>
                  <a:pt x="1275801" y="3536433"/>
                  <a:pt x="1279265" y="3539897"/>
                  <a:pt x="1279265" y="3544170"/>
                </a:cubicBezTo>
                <a:cubicBezTo>
                  <a:pt x="1279265" y="3575116"/>
                  <a:pt x="1279264" y="3606061"/>
                  <a:pt x="1279264" y="3637007"/>
                </a:cubicBezTo>
                <a:lnTo>
                  <a:pt x="1271528" y="3644743"/>
                </a:lnTo>
                <a:cubicBezTo>
                  <a:pt x="1267255" y="3644743"/>
                  <a:pt x="1263791" y="3641279"/>
                  <a:pt x="1263791" y="3637006"/>
                </a:cubicBezTo>
                <a:lnTo>
                  <a:pt x="1263791" y="3544170"/>
                </a:lnTo>
                <a:cubicBezTo>
                  <a:pt x="1263791" y="3539897"/>
                  <a:pt x="1267255" y="3536433"/>
                  <a:pt x="1271528" y="3536433"/>
                </a:cubicBezTo>
                <a:close/>
                <a:moveTo>
                  <a:pt x="1239812" y="3536433"/>
                </a:moveTo>
                <a:cubicBezTo>
                  <a:pt x="1244085" y="3536433"/>
                  <a:pt x="1247549" y="3539897"/>
                  <a:pt x="1247549" y="3544170"/>
                </a:cubicBezTo>
                <a:cubicBezTo>
                  <a:pt x="1247549" y="3575116"/>
                  <a:pt x="1247548" y="3606061"/>
                  <a:pt x="1247548" y="3637007"/>
                </a:cubicBezTo>
                <a:lnTo>
                  <a:pt x="1239812" y="3644743"/>
                </a:lnTo>
                <a:cubicBezTo>
                  <a:pt x="1235539" y="3644743"/>
                  <a:pt x="1232075" y="3641279"/>
                  <a:pt x="1232075" y="3637006"/>
                </a:cubicBezTo>
                <a:lnTo>
                  <a:pt x="1232075" y="3544170"/>
                </a:lnTo>
                <a:cubicBezTo>
                  <a:pt x="1232075" y="3539897"/>
                  <a:pt x="1235539" y="3536433"/>
                  <a:pt x="1239812" y="3536433"/>
                </a:cubicBezTo>
                <a:close/>
                <a:moveTo>
                  <a:pt x="1161676" y="3536433"/>
                </a:moveTo>
                <a:cubicBezTo>
                  <a:pt x="1191585" y="3536433"/>
                  <a:pt x="1215831" y="3560679"/>
                  <a:pt x="1215831" y="3590588"/>
                </a:cubicBezTo>
                <a:cubicBezTo>
                  <a:pt x="1215831" y="3620497"/>
                  <a:pt x="1191585" y="3644743"/>
                  <a:pt x="1161676" y="3644743"/>
                </a:cubicBezTo>
                <a:cubicBezTo>
                  <a:pt x="1131767" y="3644743"/>
                  <a:pt x="1107521" y="3620497"/>
                  <a:pt x="1107521" y="3590588"/>
                </a:cubicBezTo>
                <a:cubicBezTo>
                  <a:pt x="1107521" y="3560679"/>
                  <a:pt x="1131767" y="3536433"/>
                  <a:pt x="1161676" y="3536433"/>
                </a:cubicBezTo>
                <a:close/>
                <a:moveTo>
                  <a:pt x="1037122" y="3536433"/>
                </a:moveTo>
                <a:cubicBezTo>
                  <a:pt x="1067031" y="3536433"/>
                  <a:pt x="1091277" y="3560679"/>
                  <a:pt x="1091277" y="3590588"/>
                </a:cubicBezTo>
                <a:cubicBezTo>
                  <a:pt x="1091277" y="3620497"/>
                  <a:pt x="1067031" y="3644743"/>
                  <a:pt x="1037122" y="3644743"/>
                </a:cubicBezTo>
                <a:cubicBezTo>
                  <a:pt x="1007213" y="3644743"/>
                  <a:pt x="982967" y="3620497"/>
                  <a:pt x="982967" y="3590588"/>
                </a:cubicBezTo>
                <a:cubicBezTo>
                  <a:pt x="982967" y="3560679"/>
                  <a:pt x="1007213" y="3536433"/>
                  <a:pt x="1037122" y="3536433"/>
                </a:cubicBezTo>
                <a:close/>
                <a:moveTo>
                  <a:pt x="958988" y="3536433"/>
                </a:moveTo>
                <a:cubicBezTo>
                  <a:pt x="963261" y="3536433"/>
                  <a:pt x="966725" y="3539897"/>
                  <a:pt x="966725" y="3544170"/>
                </a:cubicBezTo>
                <a:cubicBezTo>
                  <a:pt x="966725" y="3575116"/>
                  <a:pt x="966724" y="3606061"/>
                  <a:pt x="966724" y="3637007"/>
                </a:cubicBezTo>
                <a:lnTo>
                  <a:pt x="958988" y="3644743"/>
                </a:lnTo>
                <a:cubicBezTo>
                  <a:pt x="954715" y="3644743"/>
                  <a:pt x="951251" y="3641279"/>
                  <a:pt x="951251" y="3637006"/>
                </a:cubicBezTo>
                <a:lnTo>
                  <a:pt x="951251" y="3544170"/>
                </a:lnTo>
                <a:cubicBezTo>
                  <a:pt x="951251" y="3539897"/>
                  <a:pt x="954715" y="3536433"/>
                  <a:pt x="958988" y="3536433"/>
                </a:cubicBezTo>
                <a:close/>
                <a:moveTo>
                  <a:pt x="880852" y="3536433"/>
                </a:moveTo>
                <a:cubicBezTo>
                  <a:pt x="910761" y="3536433"/>
                  <a:pt x="935007" y="3560679"/>
                  <a:pt x="935007" y="3590588"/>
                </a:cubicBezTo>
                <a:cubicBezTo>
                  <a:pt x="935007" y="3620497"/>
                  <a:pt x="910761" y="3644743"/>
                  <a:pt x="880852" y="3644743"/>
                </a:cubicBezTo>
                <a:cubicBezTo>
                  <a:pt x="850943" y="3644743"/>
                  <a:pt x="826697" y="3620497"/>
                  <a:pt x="826697" y="3590588"/>
                </a:cubicBezTo>
                <a:cubicBezTo>
                  <a:pt x="826698" y="3560679"/>
                  <a:pt x="850944" y="3536433"/>
                  <a:pt x="880852" y="3536433"/>
                </a:cubicBezTo>
                <a:close/>
                <a:moveTo>
                  <a:pt x="802717" y="3536433"/>
                </a:moveTo>
                <a:cubicBezTo>
                  <a:pt x="806990" y="3536433"/>
                  <a:pt x="810454" y="3539897"/>
                  <a:pt x="810454" y="3544170"/>
                </a:cubicBezTo>
                <a:cubicBezTo>
                  <a:pt x="810454" y="3575116"/>
                  <a:pt x="810453" y="3606061"/>
                  <a:pt x="810453" y="3637007"/>
                </a:cubicBezTo>
                <a:lnTo>
                  <a:pt x="802717" y="3644743"/>
                </a:lnTo>
                <a:cubicBezTo>
                  <a:pt x="798444" y="3644743"/>
                  <a:pt x="794980" y="3641279"/>
                  <a:pt x="794980" y="3637006"/>
                </a:cubicBezTo>
                <a:lnTo>
                  <a:pt x="794980" y="3544170"/>
                </a:lnTo>
                <a:cubicBezTo>
                  <a:pt x="794982" y="3539897"/>
                  <a:pt x="798444" y="3536433"/>
                  <a:pt x="802717" y="3536433"/>
                </a:cubicBezTo>
                <a:close/>
                <a:moveTo>
                  <a:pt x="724581" y="3536433"/>
                </a:moveTo>
                <a:cubicBezTo>
                  <a:pt x="754490" y="3536433"/>
                  <a:pt x="778736" y="3560679"/>
                  <a:pt x="778736" y="3590588"/>
                </a:cubicBezTo>
                <a:cubicBezTo>
                  <a:pt x="778736" y="3620497"/>
                  <a:pt x="754490" y="3644743"/>
                  <a:pt x="724581" y="3644743"/>
                </a:cubicBezTo>
                <a:cubicBezTo>
                  <a:pt x="694672" y="3644743"/>
                  <a:pt x="670426" y="3620497"/>
                  <a:pt x="670426" y="3590588"/>
                </a:cubicBezTo>
                <a:cubicBezTo>
                  <a:pt x="670427" y="3560679"/>
                  <a:pt x="694673" y="3536433"/>
                  <a:pt x="724581" y="3536433"/>
                </a:cubicBezTo>
                <a:close/>
                <a:moveTo>
                  <a:pt x="600027" y="3536433"/>
                </a:moveTo>
                <a:cubicBezTo>
                  <a:pt x="629936" y="3536433"/>
                  <a:pt x="654182" y="3560679"/>
                  <a:pt x="654182" y="3590588"/>
                </a:cubicBezTo>
                <a:cubicBezTo>
                  <a:pt x="654182" y="3620497"/>
                  <a:pt x="629936" y="3644743"/>
                  <a:pt x="600027" y="3644743"/>
                </a:cubicBezTo>
                <a:cubicBezTo>
                  <a:pt x="570118" y="3644743"/>
                  <a:pt x="545872" y="3620497"/>
                  <a:pt x="545872" y="3590588"/>
                </a:cubicBezTo>
                <a:cubicBezTo>
                  <a:pt x="545873" y="3560679"/>
                  <a:pt x="570119" y="3536433"/>
                  <a:pt x="600027" y="3536433"/>
                </a:cubicBezTo>
                <a:close/>
                <a:moveTo>
                  <a:pt x="521893" y="3536433"/>
                </a:moveTo>
                <a:cubicBezTo>
                  <a:pt x="526166" y="3536433"/>
                  <a:pt x="529630" y="3539897"/>
                  <a:pt x="529630" y="3544170"/>
                </a:cubicBezTo>
                <a:cubicBezTo>
                  <a:pt x="529630" y="3575116"/>
                  <a:pt x="529629" y="3606061"/>
                  <a:pt x="529629" y="3637007"/>
                </a:cubicBezTo>
                <a:lnTo>
                  <a:pt x="521893" y="3644743"/>
                </a:lnTo>
                <a:cubicBezTo>
                  <a:pt x="517620" y="3644743"/>
                  <a:pt x="514156" y="3641279"/>
                  <a:pt x="514156" y="3637006"/>
                </a:cubicBezTo>
                <a:lnTo>
                  <a:pt x="514156" y="3544170"/>
                </a:lnTo>
                <a:cubicBezTo>
                  <a:pt x="514158" y="3539897"/>
                  <a:pt x="517620" y="3536433"/>
                  <a:pt x="521893" y="3536433"/>
                </a:cubicBezTo>
                <a:close/>
                <a:moveTo>
                  <a:pt x="443757" y="3536433"/>
                </a:moveTo>
                <a:cubicBezTo>
                  <a:pt x="473666" y="3536433"/>
                  <a:pt x="497912" y="3560679"/>
                  <a:pt x="497912" y="3590588"/>
                </a:cubicBezTo>
                <a:cubicBezTo>
                  <a:pt x="497912" y="3620497"/>
                  <a:pt x="473666" y="3644743"/>
                  <a:pt x="443757" y="3644743"/>
                </a:cubicBezTo>
                <a:cubicBezTo>
                  <a:pt x="413848" y="3644743"/>
                  <a:pt x="389602" y="3620497"/>
                  <a:pt x="389602" y="3590588"/>
                </a:cubicBezTo>
                <a:cubicBezTo>
                  <a:pt x="389603" y="3560679"/>
                  <a:pt x="413849" y="3536433"/>
                  <a:pt x="443757" y="3536433"/>
                </a:cubicBezTo>
                <a:close/>
                <a:moveTo>
                  <a:pt x="365622" y="3536433"/>
                </a:moveTo>
                <a:cubicBezTo>
                  <a:pt x="369895" y="3536433"/>
                  <a:pt x="373359" y="3539897"/>
                  <a:pt x="373359" y="3544170"/>
                </a:cubicBezTo>
                <a:cubicBezTo>
                  <a:pt x="373359" y="3575116"/>
                  <a:pt x="373358" y="3606061"/>
                  <a:pt x="373358" y="3637007"/>
                </a:cubicBezTo>
                <a:lnTo>
                  <a:pt x="365622" y="3644743"/>
                </a:lnTo>
                <a:cubicBezTo>
                  <a:pt x="361349" y="3644743"/>
                  <a:pt x="357885" y="3641279"/>
                  <a:pt x="357885" y="3637006"/>
                </a:cubicBezTo>
                <a:lnTo>
                  <a:pt x="357885" y="3544170"/>
                </a:lnTo>
                <a:cubicBezTo>
                  <a:pt x="357898" y="3539897"/>
                  <a:pt x="361349" y="3536433"/>
                  <a:pt x="365622" y="3536433"/>
                </a:cubicBezTo>
                <a:close/>
                <a:moveTo>
                  <a:pt x="287486" y="3536433"/>
                </a:moveTo>
                <a:cubicBezTo>
                  <a:pt x="317395" y="3536433"/>
                  <a:pt x="341641" y="3560679"/>
                  <a:pt x="341641" y="3590588"/>
                </a:cubicBezTo>
                <a:cubicBezTo>
                  <a:pt x="341641" y="3620497"/>
                  <a:pt x="317395" y="3644743"/>
                  <a:pt x="287486" y="3644743"/>
                </a:cubicBezTo>
                <a:cubicBezTo>
                  <a:pt x="257577" y="3644743"/>
                  <a:pt x="233331" y="3620497"/>
                  <a:pt x="233331" y="3590588"/>
                </a:cubicBezTo>
                <a:cubicBezTo>
                  <a:pt x="233332" y="3560679"/>
                  <a:pt x="257577" y="3536433"/>
                  <a:pt x="287486" y="3536433"/>
                </a:cubicBezTo>
                <a:close/>
                <a:moveTo>
                  <a:pt x="209352" y="3536433"/>
                </a:moveTo>
                <a:cubicBezTo>
                  <a:pt x="213625" y="3536433"/>
                  <a:pt x="217089" y="3539897"/>
                  <a:pt x="217089" y="3544170"/>
                </a:cubicBezTo>
                <a:cubicBezTo>
                  <a:pt x="217089" y="3575116"/>
                  <a:pt x="217088" y="3606061"/>
                  <a:pt x="217088" y="3637007"/>
                </a:cubicBezTo>
                <a:lnTo>
                  <a:pt x="209352" y="3644743"/>
                </a:lnTo>
                <a:cubicBezTo>
                  <a:pt x="205079" y="3644743"/>
                  <a:pt x="201615" y="3641279"/>
                  <a:pt x="201615" y="3637006"/>
                </a:cubicBezTo>
                <a:lnTo>
                  <a:pt x="201615" y="3544170"/>
                </a:lnTo>
                <a:cubicBezTo>
                  <a:pt x="201628" y="3539897"/>
                  <a:pt x="205079" y="3536433"/>
                  <a:pt x="209352" y="3536433"/>
                </a:cubicBezTo>
                <a:close/>
                <a:moveTo>
                  <a:pt x="131216" y="3536433"/>
                </a:moveTo>
                <a:cubicBezTo>
                  <a:pt x="161125" y="3536433"/>
                  <a:pt x="185371" y="3560679"/>
                  <a:pt x="185371" y="3590588"/>
                </a:cubicBezTo>
                <a:cubicBezTo>
                  <a:pt x="185371" y="3620497"/>
                  <a:pt x="161125" y="3644743"/>
                  <a:pt x="131216" y="3644743"/>
                </a:cubicBezTo>
                <a:cubicBezTo>
                  <a:pt x="101307" y="3644743"/>
                  <a:pt x="77061" y="3620497"/>
                  <a:pt x="77061" y="3590588"/>
                </a:cubicBezTo>
                <a:cubicBezTo>
                  <a:pt x="77062" y="3560679"/>
                  <a:pt x="101307" y="3536433"/>
                  <a:pt x="131216" y="3536433"/>
                </a:cubicBezTo>
                <a:close/>
                <a:moveTo>
                  <a:pt x="53081" y="3536433"/>
                </a:moveTo>
                <a:cubicBezTo>
                  <a:pt x="57354" y="3536433"/>
                  <a:pt x="60818" y="3539897"/>
                  <a:pt x="60818" y="3544170"/>
                </a:cubicBezTo>
                <a:cubicBezTo>
                  <a:pt x="60818" y="3575116"/>
                  <a:pt x="60817" y="3606061"/>
                  <a:pt x="60817" y="3637007"/>
                </a:cubicBezTo>
                <a:lnTo>
                  <a:pt x="53081" y="3644743"/>
                </a:lnTo>
                <a:cubicBezTo>
                  <a:pt x="48808" y="3644743"/>
                  <a:pt x="45344" y="3641279"/>
                  <a:pt x="45344" y="3637006"/>
                </a:cubicBezTo>
                <a:lnTo>
                  <a:pt x="45344" y="3544170"/>
                </a:lnTo>
                <a:cubicBezTo>
                  <a:pt x="45350" y="3539897"/>
                  <a:pt x="48814" y="3536433"/>
                  <a:pt x="53081" y="3536433"/>
                </a:cubicBezTo>
                <a:close/>
                <a:moveTo>
                  <a:pt x="21365" y="3536433"/>
                </a:moveTo>
                <a:cubicBezTo>
                  <a:pt x="25638" y="3536433"/>
                  <a:pt x="29102" y="3539897"/>
                  <a:pt x="29102" y="3544170"/>
                </a:cubicBezTo>
                <a:cubicBezTo>
                  <a:pt x="29102" y="3575116"/>
                  <a:pt x="29101" y="3606061"/>
                  <a:pt x="29101" y="3637007"/>
                </a:cubicBezTo>
                <a:lnTo>
                  <a:pt x="21365" y="3644743"/>
                </a:lnTo>
                <a:cubicBezTo>
                  <a:pt x="17092" y="3644743"/>
                  <a:pt x="13628" y="3641279"/>
                  <a:pt x="13628" y="3637006"/>
                </a:cubicBezTo>
                <a:lnTo>
                  <a:pt x="13628" y="3544170"/>
                </a:lnTo>
                <a:cubicBezTo>
                  <a:pt x="13634" y="3539897"/>
                  <a:pt x="17098" y="3536433"/>
                  <a:pt x="21365" y="3536433"/>
                </a:cubicBezTo>
                <a:close/>
                <a:moveTo>
                  <a:pt x="3882078" y="3508390"/>
                </a:moveTo>
                <a:lnTo>
                  <a:pt x="3882078" y="3508390"/>
                </a:lnTo>
                <a:close/>
                <a:moveTo>
                  <a:pt x="3554095" y="3508390"/>
                </a:moveTo>
                <a:lnTo>
                  <a:pt x="3554095" y="3508390"/>
                </a:lnTo>
                <a:close/>
                <a:moveTo>
                  <a:pt x="1971440" y="3508390"/>
                </a:moveTo>
                <a:lnTo>
                  <a:pt x="1971440" y="3508390"/>
                </a:lnTo>
                <a:lnTo>
                  <a:pt x="1971439" y="3508391"/>
                </a:lnTo>
                <a:cubicBezTo>
                  <a:pt x="1971440" y="3508391"/>
                  <a:pt x="1971440" y="3508391"/>
                  <a:pt x="1971440" y="3508390"/>
                </a:cubicBezTo>
                <a:close/>
                <a:moveTo>
                  <a:pt x="424362" y="3508390"/>
                </a:moveTo>
                <a:lnTo>
                  <a:pt x="424362" y="3508390"/>
                </a:lnTo>
                <a:close/>
                <a:moveTo>
                  <a:pt x="388785" y="3508390"/>
                </a:moveTo>
                <a:lnTo>
                  <a:pt x="388785" y="3508390"/>
                </a:lnTo>
                <a:close/>
                <a:moveTo>
                  <a:pt x="224794" y="3508390"/>
                </a:moveTo>
                <a:lnTo>
                  <a:pt x="224794" y="3508390"/>
                </a:lnTo>
                <a:close/>
                <a:moveTo>
                  <a:pt x="3226112" y="3508390"/>
                </a:moveTo>
                <a:lnTo>
                  <a:pt x="3226113" y="3508391"/>
                </a:lnTo>
                <a:lnTo>
                  <a:pt x="3226112" y="3508390"/>
                </a:lnTo>
                <a:cubicBezTo>
                  <a:pt x="3226112" y="3508390"/>
                  <a:pt x="3226112" y="3508390"/>
                  <a:pt x="3226112" y="3508390"/>
                </a:cubicBezTo>
                <a:close/>
                <a:moveTo>
                  <a:pt x="9039542" y="3415382"/>
                </a:moveTo>
                <a:cubicBezTo>
                  <a:pt x="9018084" y="3415382"/>
                  <a:pt x="9000689" y="3432777"/>
                  <a:pt x="9000689" y="3454235"/>
                </a:cubicBezTo>
                <a:cubicBezTo>
                  <a:pt x="9000689" y="3475693"/>
                  <a:pt x="9018084" y="3493088"/>
                  <a:pt x="9039542" y="3493088"/>
                </a:cubicBezTo>
                <a:cubicBezTo>
                  <a:pt x="9061000" y="3493088"/>
                  <a:pt x="9078395" y="3475693"/>
                  <a:pt x="9078395" y="3454235"/>
                </a:cubicBezTo>
                <a:cubicBezTo>
                  <a:pt x="9078395" y="3432777"/>
                  <a:pt x="9061000" y="3415382"/>
                  <a:pt x="9039542" y="3415382"/>
                </a:cubicBezTo>
                <a:close/>
                <a:moveTo>
                  <a:pt x="8839973" y="3415382"/>
                </a:moveTo>
                <a:cubicBezTo>
                  <a:pt x="8818515" y="3415382"/>
                  <a:pt x="8801120" y="3432777"/>
                  <a:pt x="8801120" y="3454235"/>
                </a:cubicBezTo>
                <a:cubicBezTo>
                  <a:pt x="8801120" y="3475693"/>
                  <a:pt x="8818515" y="3493088"/>
                  <a:pt x="8839973" y="3493088"/>
                </a:cubicBezTo>
                <a:cubicBezTo>
                  <a:pt x="8861431" y="3493088"/>
                  <a:pt x="8878826" y="3475693"/>
                  <a:pt x="8878826" y="3454235"/>
                </a:cubicBezTo>
                <a:cubicBezTo>
                  <a:pt x="8878826" y="3432777"/>
                  <a:pt x="8861431" y="3415382"/>
                  <a:pt x="8839973" y="3415382"/>
                </a:cubicBezTo>
                <a:close/>
                <a:moveTo>
                  <a:pt x="8675982" y="3415382"/>
                </a:moveTo>
                <a:cubicBezTo>
                  <a:pt x="8654524" y="3415382"/>
                  <a:pt x="8637129" y="3432777"/>
                  <a:pt x="8637129" y="3454235"/>
                </a:cubicBezTo>
                <a:cubicBezTo>
                  <a:pt x="8637129" y="3475693"/>
                  <a:pt x="8654524" y="3493088"/>
                  <a:pt x="8675982" y="3493088"/>
                </a:cubicBezTo>
                <a:cubicBezTo>
                  <a:pt x="8697440" y="3493088"/>
                  <a:pt x="8714835" y="3475693"/>
                  <a:pt x="8714835" y="3454235"/>
                </a:cubicBezTo>
                <a:cubicBezTo>
                  <a:pt x="8714835" y="3432777"/>
                  <a:pt x="8697440" y="3415382"/>
                  <a:pt x="8675982" y="3415382"/>
                </a:cubicBezTo>
                <a:close/>
                <a:moveTo>
                  <a:pt x="8547567" y="3415382"/>
                </a:moveTo>
                <a:cubicBezTo>
                  <a:pt x="8526109" y="3415382"/>
                  <a:pt x="8508714" y="3432777"/>
                  <a:pt x="8508714" y="3454235"/>
                </a:cubicBezTo>
                <a:cubicBezTo>
                  <a:pt x="8508714" y="3475693"/>
                  <a:pt x="8526109" y="3493088"/>
                  <a:pt x="8547567" y="3493088"/>
                </a:cubicBezTo>
                <a:cubicBezTo>
                  <a:pt x="8569025" y="3493088"/>
                  <a:pt x="8586420" y="3475693"/>
                  <a:pt x="8586420" y="3454235"/>
                </a:cubicBezTo>
                <a:cubicBezTo>
                  <a:pt x="8586420" y="3432777"/>
                  <a:pt x="8569025" y="3415382"/>
                  <a:pt x="8547567" y="3415382"/>
                </a:cubicBezTo>
                <a:close/>
                <a:moveTo>
                  <a:pt x="8347999" y="3415382"/>
                </a:moveTo>
                <a:cubicBezTo>
                  <a:pt x="8326541" y="3415382"/>
                  <a:pt x="8309146" y="3432777"/>
                  <a:pt x="8309146" y="3454235"/>
                </a:cubicBezTo>
                <a:cubicBezTo>
                  <a:pt x="8309146" y="3475693"/>
                  <a:pt x="8326541" y="3493088"/>
                  <a:pt x="8347999" y="3493088"/>
                </a:cubicBezTo>
                <a:cubicBezTo>
                  <a:pt x="8369457" y="3493088"/>
                  <a:pt x="8386852" y="3475693"/>
                  <a:pt x="8386852" y="3454235"/>
                </a:cubicBezTo>
                <a:cubicBezTo>
                  <a:pt x="8386852" y="3432777"/>
                  <a:pt x="8369457" y="3415382"/>
                  <a:pt x="8347999" y="3415382"/>
                </a:cubicBezTo>
                <a:close/>
                <a:moveTo>
                  <a:pt x="8148430" y="3415382"/>
                </a:moveTo>
                <a:cubicBezTo>
                  <a:pt x="8126972" y="3415382"/>
                  <a:pt x="8109577" y="3432777"/>
                  <a:pt x="8109577" y="3454235"/>
                </a:cubicBezTo>
                <a:cubicBezTo>
                  <a:pt x="8109577" y="3475693"/>
                  <a:pt x="8126972" y="3493088"/>
                  <a:pt x="8148430" y="3493088"/>
                </a:cubicBezTo>
                <a:cubicBezTo>
                  <a:pt x="8169888" y="3493088"/>
                  <a:pt x="8187283" y="3475693"/>
                  <a:pt x="8187283" y="3454235"/>
                </a:cubicBezTo>
                <a:cubicBezTo>
                  <a:pt x="8187283" y="3432777"/>
                  <a:pt x="8169888" y="3415382"/>
                  <a:pt x="8148430" y="3415382"/>
                </a:cubicBezTo>
                <a:close/>
                <a:moveTo>
                  <a:pt x="7948862" y="3415382"/>
                </a:moveTo>
                <a:cubicBezTo>
                  <a:pt x="7927404" y="3415382"/>
                  <a:pt x="7910009" y="3432777"/>
                  <a:pt x="7910009" y="3454235"/>
                </a:cubicBezTo>
                <a:cubicBezTo>
                  <a:pt x="7910009" y="3475693"/>
                  <a:pt x="7927404" y="3493088"/>
                  <a:pt x="7948862" y="3493088"/>
                </a:cubicBezTo>
                <a:cubicBezTo>
                  <a:pt x="7970320" y="3493088"/>
                  <a:pt x="7987715" y="3475693"/>
                  <a:pt x="7987715" y="3454235"/>
                </a:cubicBezTo>
                <a:cubicBezTo>
                  <a:pt x="7987715" y="3432777"/>
                  <a:pt x="7970320" y="3415382"/>
                  <a:pt x="7948862" y="3415382"/>
                </a:cubicBezTo>
                <a:close/>
                <a:moveTo>
                  <a:pt x="7820447" y="3415382"/>
                </a:moveTo>
                <a:cubicBezTo>
                  <a:pt x="7798989" y="3415382"/>
                  <a:pt x="7781594" y="3432777"/>
                  <a:pt x="7781594" y="3454235"/>
                </a:cubicBezTo>
                <a:cubicBezTo>
                  <a:pt x="7781594" y="3475693"/>
                  <a:pt x="7798989" y="3493088"/>
                  <a:pt x="7820447" y="3493088"/>
                </a:cubicBezTo>
                <a:cubicBezTo>
                  <a:pt x="7841905" y="3493088"/>
                  <a:pt x="7859300" y="3475693"/>
                  <a:pt x="7859300" y="3454235"/>
                </a:cubicBezTo>
                <a:cubicBezTo>
                  <a:pt x="7859300" y="3432777"/>
                  <a:pt x="7841905" y="3415382"/>
                  <a:pt x="7820447" y="3415382"/>
                </a:cubicBezTo>
                <a:close/>
                <a:moveTo>
                  <a:pt x="7620879" y="3415382"/>
                </a:moveTo>
                <a:cubicBezTo>
                  <a:pt x="7599421" y="3415382"/>
                  <a:pt x="7582026" y="3432777"/>
                  <a:pt x="7582026" y="3454235"/>
                </a:cubicBezTo>
                <a:cubicBezTo>
                  <a:pt x="7582026" y="3475693"/>
                  <a:pt x="7599421" y="3493088"/>
                  <a:pt x="7620879" y="3493088"/>
                </a:cubicBezTo>
                <a:cubicBezTo>
                  <a:pt x="7642337" y="3493088"/>
                  <a:pt x="7659732" y="3475693"/>
                  <a:pt x="7659732" y="3454235"/>
                </a:cubicBezTo>
                <a:cubicBezTo>
                  <a:pt x="7659732" y="3432777"/>
                  <a:pt x="7642337" y="3415382"/>
                  <a:pt x="7620879" y="3415382"/>
                </a:cubicBezTo>
                <a:close/>
                <a:moveTo>
                  <a:pt x="7456887" y="3415382"/>
                </a:moveTo>
                <a:cubicBezTo>
                  <a:pt x="7435429" y="3415382"/>
                  <a:pt x="7418034" y="3432777"/>
                  <a:pt x="7418034" y="3454235"/>
                </a:cubicBezTo>
                <a:cubicBezTo>
                  <a:pt x="7418034" y="3475693"/>
                  <a:pt x="7435429" y="3493088"/>
                  <a:pt x="7456887" y="3493088"/>
                </a:cubicBezTo>
                <a:cubicBezTo>
                  <a:pt x="7478345" y="3493088"/>
                  <a:pt x="7495740" y="3475693"/>
                  <a:pt x="7495740" y="3454235"/>
                </a:cubicBezTo>
                <a:cubicBezTo>
                  <a:pt x="7495740" y="3432777"/>
                  <a:pt x="7478345" y="3415382"/>
                  <a:pt x="7456887" y="3415382"/>
                </a:cubicBezTo>
                <a:close/>
                <a:moveTo>
                  <a:pt x="7292896" y="3415382"/>
                </a:moveTo>
                <a:cubicBezTo>
                  <a:pt x="7271438" y="3415382"/>
                  <a:pt x="7254043" y="3432777"/>
                  <a:pt x="7254043" y="3454235"/>
                </a:cubicBezTo>
                <a:cubicBezTo>
                  <a:pt x="7254043" y="3475693"/>
                  <a:pt x="7271438" y="3493088"/>
                  <a:pt x="7292896" y="3493088"/>
                </a:cubicBezTo>
                <a:cubicBezTo>
                  <a:pt x="7314354" y="3493088"/>
                  <a:pt x="7331749" y="3475693"/>
                  <a:pt x="7331749" y="3454235"/>
                </a:cubicBezTo>
                <a:cubicBezTo>
                  <a:pt x="7331749" y="3432777"/>
                  <a:pt x="7314354" y="3415382"/>
                  <a:pt x="7292896" y="3415382"/>
                </a:cubicBezTo>
                <a:close/>
                <a:moveTo>
                  <a:pt x="7058230" y="3415382"/>
                </a:moveTo>
                <a:cubicBezTo>
                  <a:pt x="7036772" y="3415382"/>
                  <a:pt x="7019377" y="3432777"/>
                  <a:pt x="7019377" y="3454235"/>
                </a:cubicBezTo>
                <a:cubicBezTo>
                  <a:pt x="7019377" y="3475693"/>
                  <a:pt x="7036772" y="3493088"/>
                  <a:pt x="7058230" y="3493088"/>
                </a:cubicBezTo>
                <a:cubicBezTo>
                  <a:pt x="7079688" y="3493088"/>
                  <a:pt x="7097083" y="3475693"/>
                  <a:pt x="7097083" y="3454235"/>
                </a:cubicBezTo>
                <a:cubicBezTo>
                  <a:pt x="7097083" y="3432777"/>
                  <a:pt x="7079688" y="3415382"/>
                  <a:pt x="7058230" y="3415382"/>
                </a:cubicBezTo>
                <a:close/>
                <a:moveTo>
                  <a:pt x="6929816" y="3415382"/>
                </a:moveTo>
                <a:cubicBezTo>
                  <a:pt x="6908358" y="3415382"/>
                  <a:pt x="6890963" y="3432777"/>
                  <a:pt x="6890963" y="3454235"/>
                </a:cubicBezTo>
                <a:cubicBezTo>
                  <a:pt x="6890963" y="3475693"/>
                  <a:pt x="6908358" y="3493088"/>
                  <a:pt x="6929816" y="3493088"/>
                </a:cubicBezTo>
                <a:cubicBezTo>
                  <a:pt x="6951274" y="3493088"/>
                  <a:pt x="6968669" y="3475693"/>
                  <a:pt x="6968669" y="3454235"/>
                </a:cubicBezTo>
                <a:cubicBezTo>
                  <a:pt x="6968669" y="3432777"/>
                  <a:pt x="6951274" y="3415382"/>
                  <a:pt x="6929816" y="3415382"/>
                </a:cubicBezTo>
                <a:close/>
                <a:moveTo>
                  <a:pt x="6765824" y="3415382"/>
                </a:moveTo>
                <a:cubicBezTo>
                  <a:pt x="6744366" y="3415382"/>
                  <a:pt x="6726971" y="3432777"/>
                  <a:pt x="6726971" y="3454235"/>
                </a:cubicBezTo>
                <a:cubicBezTo>
                  <a:pt x="6726971" y="3475693"/>
                  <a:pt x="6744366" y="3493088"/>
                  <a:pt x="6765824" y="3493088"/>
                </a:cubicBezTo>
                <a:cubicBezTo>
                  <a:pt x="6787282" y="3493088"/>
                  <a:pt x="6804677" y="3475693"/>
                  <a:pt x="6804677" y="3454235"/>
                </a:cubicBezTo>
                <a:cubicBezTo>
                  <a:pt x="6804677" y="3432777"/>
                  <a:pt x="6787282" y="3415382"/>
                  <a:pt x="6765824" y="3415382"/>
                </a:cubicBezTo>
                <a:close/>
                <a:moveTo>
                  <a:pt x="6566256" y="3415382"/>
                </a:moveTo>
                <a:cubicBezTo>
                  <a:pt x="6544798" y="3415382"/>
                  <a:pt x="6527403" y="3432777"/>
                  <a:pt x="6527403" y="3454235"/>
                </a:cubicBezTo>
                <a:cubicBezTo>
                  <a:pt x="6527403" y="3475693"/>
                  <a:pt x="6544798" y="3493088"/>
                  <a:pt x="6566256" y="3493088"/>
                </a:cubicBezTo>
                <a:cubicBezTo>
                  <a:pt x="6587714" y="3493088"/>
                  <a:pt x="6605109" y="3475693"/>
                  <a:pt x="6605109" y="3454235"/>
                </a:cubicBezTo>
                <a:cubicBezTo>
                  <a:pt x="6605109" y="3432777"/>
                  <a:pt x="6587714" y="3415382"/>
                  <a:pt x="6566256" y="3415382"/>
                </a:cubicBezTo>
                <a:close/>
                <a:moveTo>
                  <a:pt x="6437841" y="3415382"/>
                </a:moveTo>
                <a:cubicBezTo>
                  <a:pt x="6416383" y="3415382"/>
                  <a:pt x="6398988" y="3432777"/>
                  <a:pt x="6398988" y="3454235"/>
                </a:cubicBezTo>
                <a:cubicBezTo>
                  <a:pt x="6398988" y="3475693"/>
                  <a:pt x="6416383" y="3493088"/>
                  <a:pt x="6437841" y="3493088"/>
                </a:cubicBezTo>
                <a:cubicBezTo>
                  <a:pt x="6459299" y="3493088"/>
                  <a:pt x="6476694" y="3475693"/>
                  <a:pt x="6476694" y="3454235"/>
                </a:cubicBezTo>
                <a:cubicBezTo>
                  <a:pt x="6476694" y="3432777"/>
                  <a:pt x="6459299" y="3415382"/>
                  <a:pt x="6437841" y="3415382"/>
                </a:cubicBezTo>
                <a:close/>
                <a:moveTo>
                  <a:pt x="6238272" y="3415382"/>
                </a:moveTo>
                <a:cubicBezTo>
                  <a:pt x="6216814" y="3415382"/>
                  <a:pt x="6199419" y="3432777"/>
                  <a:pt x="6199419" y="3454235"/>
                </a:cubicBezTo>
                <a:cubicBezTo>
                  <a:pt x="6199419" y="3475693"/>
                  <a:pt x="6216814" y="3493088"/>
                  <a:pt x="6238272" y="3493088"/>
                </a:cubicBezTo>
                <a:cubicBezTo>
                  <a:pt x="6259730" y="3493088"/>
                  <a:pt x="6277125" y="3475693"/>
                  <a:pt x="6277125" y="3454235"/>
                </a:cubicBezTo>
                <a:cubicBezTo>
                  <a:pt x="6277125" y="3432777"/>
                  <a:pt x="6259730" y="3415382"/>
                  <a:pt x="6238272" y="3415382"/>
                </a:cubicBezTo>
                <a:close/>
                <a:moveTo>
                  <a:pt x="6038704" y="3415382"/>
                </a:moveTo>
                <a:cubicBezTo>
                  <a:pt x="6017246" y="3415382"/>
                  <a:pt x="5999851" y="3432777"/>
                  <a:pt x="5999851" y="3454235"/>
                </a:cubicBezTo>
                <a:cubicBezTo>
                  <a:pt x="5999851" y="3475693"/>
                  <a:pt x="6017246" y="3493088"/>
                  <a:pt x="6038704" y="3493088"/>
                </a:cubicBezTo>
                <a:cubicBezTo>
                  <a:pt x="6060162" y="3493088"/>
                  <a:pt x="6077557" y="3475693"/>
                  <a:pt x="6077557" y="3454235"/>
                </a:cubicBezTo>
                <a:cubicBezTo>
                  <a:pt x="6077557" y="3432777"/>
                  <a:pt x="6060162" y="3415382"/>
                  <a:pt x="6038704" y="3415382"/>
                </a:cubicBezTo>
                <a:close/>
                <a:moveTo>
                  <a:pt x="5839135" y="3415382"/>
                </a:moveTo>
                <a:cubicBezTo>
                  <a:pt x="5817677" y="3415382"/>
                  <a:pt x="5800282" y="3432777"/>
                  <a:pt x="5800282" y="3454235"/>
                </a:cubicBezTo>
                <a:cubicBezTo>
                  <a:pt x="5800282" y="3475693"/>
                  <a:pt x="5817677" y="3493088"/>
                  <a:pt x="5839135" y="3493088"/>
                </a:cubicBezTo>
                <a:cubicBezTo>
                  <a:pt x="5860593" y="3493088"/>
                  <a:pt x="5877988" y="3475693"/>
                  <a:pt x="5877988" y="3454235"/>
                </a:cubicBezTo>
                <a:cubicBezTo>
                  <a:pt x="5877988" y="3432777"/>
                  <a:pt x="5860593" y="3415382"/>
                  <a:pt x="5839135" y="3415382"/>
                </a:cubicBezTo>
                <a:close/>
                <a:moveTo>
                  <a:pt x="5710721" y="3415382"/>
                </a:moveTo>
                <a:cubicBezTo>
                  <a:pt x="5689263" y="3415382"/>
                  <a:pt x="5671868" y="3432777"/>
                  <a:pt x="5671868" y="3454235"/>
                </a:cubicBezTo>
                <a:cubicBezTo>
                  <a:pt x="5671868" y="3475693"/>
                  <a:pt x="5689263" y="3493088"/>
                  <a:pt x="5710721" y="3493088"/>
                </a:cubicBezTo>
                <a:cubicBezTo>
                  <a:pt x="5732179" y="3493088"/>
                  <a:pt x="5749574" y="3475693"/>
                  <a:pt x="5749574" y="3454235"/>
                </a:cubicBezTo>
                <a:cubicBezTo>
                  <a:pt x="5749574" y="3432777"/>
                  <a:pt x="5732179" y="3415382"/>
                  <a:pt x="5710721" y="3415382"/>
                </a:cubicBezTo>
                <a:close/>
                <a:moveTo>
                  <a:pt x="5546730" y="3415382"/>
                </a:moveTo>
                <a:cubicBezTo>
                  <a:pt x="5525272" y="3415382"/>
                  <a:pt x="5507877" y="3432777"/>
                  <a:pt x="5507877" y="3454235"/>
                </a:cubicBezTo>
                <a:cubicBezTo>
                  <a:pt x="5507877" y="3475693"/>
                  <a:pt x="5525272" y="3493088"/>
                  <a:pt x="5546730" y="3493088"/>
                </a:cubicBezTo>
                <a:cubicBezTo>
                  <a:pt x="5568188" y="3493088"/>
                  <a:pt x="5585583" y="3475693"/>
                  <a:pt x="5585583" y="3454235"/>
                </a:cubicBezTo>
                <a:cubicBezTo>
                  <a:pt x="5585583" y="3432777"/>
                  <a:pt x="5568188" y="3415382"/>
                  <a:pt x="5546730" y="3415382"/>
                </a:cubicBezTo>
                <a:close/>
                <a:moveTo>
                  <a:pt x="5347161" y="3415382"/>
                </a:moveTo>
                <a:cubicBezTo>
                  <a:pt x="5325703" y="3415382"/>
                  <a:pt x="5308308" y="3432777"/>
                  <a:pt x="5308308" y="3454235"/>
                </a:cubicBezTo>
                <a:cubicBezTo>
                  <a:pt x="5308308" y="3475693"/>
                  <a:pt x="5325703" y="3493088"/>
                  <a:pt x="5347161" y="3493088"/>
                </a:cubicBezTo>
                <a:cubicBezTo>
                  <a:pt x="5368619" y="3493088"/>
                  <a:pt x="5386014" y="3475693"/>
                  <a:pt x="5386014" y="3454235"/>
                </a:cubicBezTo>
                <a:cubicBezTo>
                  <a:pt x="5386014" y="3432777"/>
                  <a:pt x="5368619" y="3415382"/>
                  <a:pt x="5347161" y="3415382"/>
                </a:cubicBezTo>
                <a:close/>
                <a:moveTo>
                  <a:pt x="5218746" y="3415382"/>
                </a:moveTo>
                <a:cubicBezTo>
                  <a:pt x="5197288" y="3415382"/>
                  <a:pt x="5179893" y="3432777"/>
                  <a:pt x="5179893" y="3454235"/>
                </a:cubicBezTo>
                <a:cubicBezTo>
                  <a:pt x="5179893" y="3475693"/>
                  <a:pt x="5197288" y="3493088"/>
                  <a:pt x="5218746" y="3493088"/>
                </a:cubicBezTo>
                <a:cubicBezTo>
                  <a:pt x="5240204" y="3493088"/>
                  <a:pt x="5257599" y="3475693"/>
                  <a:pt x="5257599" y="3454235"/>
                </a:cubicBezTo>
                <a:cubicBezTo>
                  <a:pt x="5257599" y="3432777"/>
                  <a:pt x="5240204" y="3415382"/>
                  <a:pt x="5218746" y="3415382"/>
                </a:cubicBezTo>
                <a:close/>
                <a:moveTo>
                  <a:pt x="5019178" y="3415382"/>
                </a:moveTo>
                <a:cubicBezTo>
                  <a:pt x="4997720" y="3415382"/>
                  <a:pt x="4980325" y="3432777"/>
                  <a:pt x="4980325" y="3454235"/>
                </a:cubicBezTo>
                <a:cubicBezTo>
                  <a:pt x="4980325" y="3475693"/>
                  <a:pt x="4997720" y="3493088"/>
                  <a:pt x="5019178" y="3493088"/>
                </a:cubicBezTo>
                <a:cubicBezTo>
                  <a:pt x="5040636" y="3493088"/>
                  <a:pt x="5058031" y="3475693"/>
                  <a:pt x="5058031" y="3454235"/>
                </a:cubicBezTo>
                <a:cubicBezTo>
                  <a:pt x="5058031" y="3432777"/>
                  <a:pt x="5040636" y="3415382"/>
                  <a:pt x="5019178" y="3415382"/>
                </a:cubicBezTo>
                <a:close/>
                <a:moveTo>
                  <a:pt x="4819609" y="3415382"/>
                </a:moveTo>
                <a:cubicBezTo>
                  <a:pt x="4798151" y="3415382"/>
                  <a:pt x="4780756" y="3432777"/>
                  <a:pt x="4780756" y="3454235"/>
                </a:cubicBezTo>
                <a:cubicBezTo>
                  <a:pt x="4780756" y="3475693"/>
                  <a:pt x="4798151" y="3493088"/>
                  <a:pt x="4819609" y="3493088"/>
                </a:cubicBezTo>
                <a:cubicBezTo>
                  <a:pt x="4841067" y="3493088"/>
                  <a:pt x="4858462" y="3475693"/>
                  <a:pt x="4858462" y="3454235"/>
                </a:cubicBezTo>
                <a:cubicBezTo>
                  <a:pt x="4858462" y="3432777"/>
                  <a:pt x="4841067" y="3415382"/>
                  <a:pt x="4819609" y="3415382"/>
                </a:cubicBezTo>
                <a:close/>
                <a:moveTo>
                  <a:pt x="4655616" y="3415382"/>
                </a:moveTo>
                <a:cubicBezTo>
                  <a:pt x="4634158" y="3415382"/>
                  <a:pt x="4616763" y="3432777"/>
                  <a:pt x="4616763" y="3454235"/>
                </a:cubicBezTo>
                <a:cubicBezTo>
                  <a:pt x="4616763" y="3475693"/>
                  <a:pt x="4634158" y="3493088"/>
                  <a:pt x="4655616" y="3493088"/>
                </a:cubicBezTo>
                <a:cubicBezTo>
                  <a:pt x="4677074" y="3493088"/>
                  <a:pt x="4694469" y="3475693"/>
                  <a:pt x="4694469" y="3454235"/>
                </a:cubicBezTo>
                <a:cubicBezTo>
                  <a:pt x="4694469" y="3432777"/>
                  <a:pt x="4677074" y="3415382"/>
                  <a:pt x="4655616" y="3415382"/>
                </a:cubicBezTo>
                <a:close/>
                <a:moveTo>
                  <a:pt x="4491625" y="3415382"/>
                </a:moveTo>
                <a:cubicBezTo>
                  <a:pt x="4470167" y="3415382"/>
                  <a:pt x="4452772" y="3432777"/>
                  <a:pt x="4452772" y="3454235"/>
                </a:cubicBezTo>
                <a:cubicBezTo>
                  <a:pt x="4452772" y="3475693"/>
                  <a:pt x="4470167" y="3493088"/>
                  <a:pt x="4491625" y="3493088"/>
                </a:cubicBezTo>
                <a:cubicBezTo>
                  <a:pt x="4513083" y="3493088"/>
                  <a:pt x="4530478" y="3475693"/>
                  <a:pt x="4530478" y="3454235"/>
                </a:cubicBezTo>
                <a:cubicBezTo>
                  <a:pt x="4530478" y="3432777"/>
                  <a:pt x="4513083" y="3415382"/>
                  <a:pt x="4491625" y="3415382"/>
                </a:cubicBezTo>
                <a:close/>
                <a:moveTo>
                  <a:pt x="4292056" y="3415382"/>
                </a:moveTo>
                <a:cubicBezTo>
                  <a:pt x="4270598" y="3415382"/>
                  <a:pt x="4253203" y="3432777"/>
                  <a:pt x="4253203" y="3454235"/>
                </a:cubicBezTo>
                <a:cubicBezTo>
                  <a:pt x="4253203" y="3475693"/>
                  <a:pt x="4270598" y="3493088"/>
                  <a:pt x="4292056" y="3493088"/>
                </a:cubicBezTo>
                <a:cubicBezTo>
                  <a:pt x="4313514" y="3493088"/>
                  <a:pt x="4330909" y="3475693"/>
                  <a:pt x="4330909" y="3454235"/>
                </a:cubicBezTo>
                <a:cubicBezTo>
                  <a:pt x="4330909" y="3432777"/>
                  <a:pt x="4313514" y="3415382"/>
                  <a:pt x="4292056" y="3415382"/>
                </a:cubicBezTo>
                <a:close/>
                <a:moveTo>
                  <a:pt x="4163641" y="3415382"/>
                </a:moveTo>
                <a:cubicBezTo>
                  <a:pt x="4142183" y="3415382"/>
                  <a:pt x="4124788" y="3432777"/>
                  <a:pt x="4124788" y="3454235"/>
                </a:cubicBezTo>
                <a:cubicBezTo>
                  <a:pt x="4124788" y="3475693"/>
                  <a:pt x="4142183" y="3493088"/>
                  <a:pt x="4163641" y="3493088"/>
                </a:cubicBezTo>
                <a:cubicBezTo>
                  <a:pt x="4185099" y="3493088"/>
                  <a:pt x="4202494" y="3475693"/>
                  <a:pt x="4202494" y="3454235"/>
                </a:cubicBezTo>
                <a:cubicBezTo>
                  <a:pt x="4202494" y="3432777"/>
                  <a:pt x="4185099" y="3415382"/>
                  <a:pt x="4163641" y="3415382"/>
                </a:cubicBezTo>
                <a:close/>
                <a:moveTo>
                  <a:pt x="3964073" y="3415382"/>
                </a:moveTo>
                <a:cubicBezTo>
                  <a:pt x="3942615" y="3415382"/>
                  <a:pt x="3925220" y="3432777"/>
                  <a:pt x="3925220" y="3454235"/>
                </a:cubicBezTo>
                <a:cubicBezTo>
                  <a:pt x="3925220" y="3475693"/>
                  <a:pt x="3942615" y="3493088"/>
                  <a:pt x="3964073" y="3493088"/>
                </a:cubicBezTo>
                <a:cubicBezTo>
                  <a:pt x="3985531" y="3493088"/>
                  <a:pt x="4002926" y="3475693"/>
                  <a:pt x="4002926" y="3454235"/>
                </a:cubicBezTo>
                <a:cubicBezTo>
                  <a:pt x="4002926" y="3432777"/>
                  <a:pt x="3985531" y="3415382"/>
                  <a:pt x="3964073" y="3415382"/>
                </a:cubicBezTo>
                <a:close/>
                <a:moveTo>
                  <a:pt x="3764504" y="3415382"/>
                </a:moveTo>
                <a:cubicBezTo>
                  <a:pt x="3743046" y="3415382"/>
                  <a:pt x="3725651" y="3432777"/>
                  <a:pt x="3725651" y="3454235"/>
                </a:cubicBezTo>
                <a:cubicBezTo>
                  <a:pt x="3725651" y="3475693"/>
                  <a:pt x="3743046" y="3493088"/>
                  <a:pt x="3764504" y="3493088"/>
                </a:cubicBezTo>
                <a:cubicBezTo>
                  <a:pt x="3785962" y="3493088"/>
                  <a:pt x="3803357" y="3475693"/>
                  <a:pt x="3803357" y="3454235"/>
                </a:cubicBezTo>
                <a:cubicBezTo>
                  <a:pt x="3803357" y="3432777"/>
                  <a:pt x="3785962" y="3415382"/>
                  <a:pt x="3764504" y="3415382"/>
                </a:cubicBezTo>
                <a:close/>
                <a:moveTo>
                  <a:pt x="3636090" y="3415382"/>
                </a:moveTo>
                <a:cubicBezTo>
                  <a:pt x="3614632" y="3415382"/>
                  <a:pt x="3597237" y="3432777"/>
                  <a:pt x="3597237" y="3454235"/>
                </a:cubicBezTo>
                <a:cubicBezTo>
                  <a:pt x="3597237" y="3475693"/>
                  <a:pt x="3614632" y="3493088"/>
                  <a:pt x="3636090" y="3493088"/>
                </a:cubicBezTo>
                <a:cubicBezTo>
                  <a:pt x="3657548" y="3493088"/>
                  <a:pt x="3674943" y="3475693"/>
                  <a:pt x="3674943" y="3454235"/>
                </a:cubicBezTo>
                <a:cubicBezTo>
                  <a:pt x="3674943" y="3432777"/>
                  <a:pt x="3657548" y="3415382"/>
                  <a:pt x="3636090" y="3415382"/>
                </a:cubicBezTo>
                <a:close/>
                <a:moveTo>
                  <a:pt x="3436522" y="3415382"/>
                </a:moveTo>
                <a:cubicBezTo>
                  <a:pt x="3415064" y="3415382"/>
                  <a:pt x="3397669" y="3432777"/>
                  <a:pt x="3397669" y="3454235"/>
                </a:cubicBezTo>
                <a:cubicBezTo>
                  <a:pt x="3397669" y="3475693"/>
                  <a:pt x="3415064" y="3493088"/>
                  <a:pt x="3436522" y="3493088"/>
                </a:cubicBezTo>
                <a:cubicBezTo>
                  <a:pt x="3457980" y="3493088"/>
                  <a:pt x="3475375" y="3475693"/>
                  <a:pt x="3475375" y="3454235"/>
                </a:cubicBezTo>
                <a:cubicBezTo>
                  <a:pt x="3475375" y="3432777"/>
                  <a:pt x="3457980" y="3415382"/>
                  <a:pt x="3436522" y="3415382"/>
                </a:cubicBezTo>
                <a:close/>
                <a:moveTo>
                  <a:pt x="3308109" y="3415382"/>
                </a:moveTo>
                <a:cubicBezTo>
                  <a:pt x="3286651" y="3415382"/>
                  <a:pt x="3269256" y="3432777"/>
                  <a:pt x="3269256" y="3454235"/>
                </a:cubicBezTo>
                <a:cubicBezTo>
                  <a:pt x="3269256" y="3475693"/>
                  <a:pt x="3286651" y="3493088"/>
                  <a:pt x="3308109" y="3493088"/>
                </a:cubicBezTo>
                <a:cubicBezTo>
                  <a:pt x="3329567" y="3493088"/>
                  <a:pt x="3346962" y="3475693"/>
                  <a:pt x="3346962" y="3454235"/>
                </a:cubicBezTo>
                <a:cubicBezTo>
                  <a:pt x="3346962" y="3432777"/>
                  <a:pt x="3329567" y="3415382"/>
                  <a:pt x="3308109" y="3415382"/>
                </a:cubicBezTo>
                <a:close/>
                <a:moveTo>
                  <a:pt x="3144117" y="3415382"/>
                </a:moveTo>
                <a:cubicBezTo>
                  <a:pt x="3122659" y="3415382"/>
                  <a:pt x="3105264" y="3432777"/>
                  <a:pt x="3105264" y="3454235"/>
                </a:cubicBezTo>
                <a:cubicBezTo>
                  <a:pt x="3105264" y="3475693"/>
                  <a:pt x="3122659" y="3493088"/>
                  <a:pt x="3144117" y="3493088"/>
                </a:cubicBezTo>
                <a:cubicBezTo>
                  <a:pt x="3165575" y="3493088"/>
                  <a:pt x="3182970" y="3475693"/>
                  <a:pt x="3182970" y="3454235"/>
                </a:cubicBezTo>
                <a:cubicBezTo>
                  <a:pt x="3182970" y="3432777"/>
                  <a:pt x="3165575" y="3415382"/>
                  <a:pt x="3144117" y="3415382"/>
                </a:cubicBezTo>
                <a:close/>
                <a:moveTo>
                  <a:pt x="2944548" y="3415382"/>
                </a:moveTo>
                <a:cubicBezTo>
                  <a:pt x="2923090" y="3415382"/>
                  <a:pt x="2905695" y="3432777"/>
                  <a:pt x="2905695" y="3454235"/>
                </a:cubicBezTo>
                <a:cubicBezTo>
                  <a:pt x="2905695" y="3475693"/>
                  <a:pt x="2923090" y="3493088"/>
                  <a:pt x="2944548" y="3493088"/>
                </a:cubicBezTo>
                <a:cubicBezTo>
                  <a:pt x="2966006" y="3493088"/>
                  <a:pt x="2983401" y="3475693"/>
                  <a:pt x="2983401" y="3454235"/>
                </a:cubicBezTo>
                <a:cubicBezTo>
                  <a:pt x="2983401" y="3432777"/>
                  <a:pt x="2966006" y="3415382"/>
                  <a:pt x="2944548" y="3415382"/>
                </a:cubicBezTo>
                <a:close/>
                <a:moveTo>
                  <a:pt x="2780557" y="3415382"/>
                </a:moveTo>
                <a:cubicBezTo>
                  <a:pt x="2759099" y="3415382"/>
                  <a:pt x="2741704" y="3432777"/>
                  <a:pt x="2741704" y="3454235"/>
                </a:cubicBezTo>
                <a:cubicBezTo>
                  <a:pt x="2741704" y="3475693"/>
                  <a:pt x="2759099" y="3493088"/>
                  <a:pt x="2780557" y="3493088"/>
                </a:cubicBezTo>
                <a:cubicBezTo>
                  <a:pt x="2802015" y="3493088"/>
                  <a:pt x="2819410" y="3475693"/>
                  <a:pt x="2819410" y="3454235"/>
                </a:cubicBezTo>
                <a:cubicBezTo>
                  <a:pt x="2819410" y="3432777"/>
                  <a:pt x="2802015" y="3415382"/>
                  <a:pt x="2780557" y="3415382"/>
                </a:cubicBezTo>
                <a:close/>
                <a:moveTo>
                  <a:pt x="2580988" y="3415382"/>
                </a:moveTo>
                <a:cubicBezTo>
                  <a:pt x="2559530" y="3415382"/>
                  <a:pt x="2542135" y="3432777"/>
                  <a:pt x="2542135" y="3454235"/>
                </a:cubicBezTo>
                <a:cubicBezTo>
                  <a:pt x="2542135" y="3475693"/>
                  <a:pt x="2559530" y="3493088"/>
                  <a:pt x="2580988" y="3493088"/>
                </a:cubicBezTo>
                <a:cubicBezTo>
                  <a:pt x="2602446" y="3493088"/>
                  <a:pt x="2619841" y="3475693"/>
                  <a:pt x="2619841" y="3454235"/>
                </a:cubicBezTo>
                <a:cubicBezTo>
                  <a:pt x="2619841" y="3432777"/>
                  <a:pt x="2602446" y="3415382"/>
                  <a:pt x="2580988" y="3415382"/>
                </a:cubicBezTo>
                <a:close/>
                <a:moveTo>
                  <a:pt x="2381420" y="3415382"/>
                </a:moveTo>
                <a:cubicBezTo>
                  <a:pt x="2359962" y="3415382"/>
                  <a:pt x="2342567" y="3432777"/>
                  <a:pt x="2342567" y="3454235"/>
                </a:cubicBezTo>
                <a:cubicBezTo>
                  <a:pt x="2342567" y="3475693"/>
                  <a:pt x="2359962" y="3493088"/>
                  <a:pt x="2381420" y="3493088"/>
                </a:cubicBezTo>
                <a:cubicBezTo>
                  <a:pt x="2402878" y="3493088"/>
                  <a:pt x="2420273" y="3475693"/>
                  <a:pt x="2420273" y="3454235"/>
                </a:cubicBezTo>
                <a:cubicBezTo>
                  <a:pt x="2420273" y="3432777"/>
                  <a:pt x="2402878" y="3415382"/>
                  <a:pt x="2381420" y="3415382"/>
                </a:cubicBezTo>
                <a:close/>
                <a:moveTo>
                  <a:pt x="2253004" y="3415382"/>
                </a:moveTo>
                <a:cubicBezTo>
                  <a:pt x="2231546" y="3415382"/>
                  <a:pt x="2214151" y="3432777"/>
                  <a:pt x="2214151" y="3454235"/>
                </a:cubicBezTo>
                <a:cubicBezTo>
                  <a:pt x="2214151" y="3475693"/>
                  <a:pt x="2231546" y="3493088"/>
                  <a:pt x="2253004" y="3493088"/>
                </a:cubicBezTo>
                <a:cubicBezTo>
                  <a:pt x="2274462" y="3493088"/>
                  <a:pt x="2291857" y="3475693"/>
                  <a:pt x="2291857" y="3454235"/>
                </a:cubicBezTo>
                <a:cubicBezTo>
                  <a:pt x="2291857" y="3432777"/>
                  <a:pt x="2274462" y="3415382"/>
                  <a:pt x="2253004" y="3415382"/>
                </a:cubicBezTo>
                <a:close/>
                <a:moveTo>
                  <a:pt x="2053435" y="3415382"/>
                </a:moveTo>
                <a:cubicBezTo>
                  <a:pt x="2031977" y="3415382"/>
                  <a:pt x="2014582" y="3432777"/>
                  <a:pt x="2014582" y="3454235"/>
                </a:cubicBezTo>
                <a:cubicBezTo>
                  <a:pt x="2014582" y="3475693"/>
                  <a:pt x="2031977" y="3493088"/>
                  <a:pt x="2053435" y="3493088"/>
                </a:cubicBezTo>
                <a:cubicBezTo>
                  <a:pt x="2074893" y="3493088"/>
                  <a:pt x="2092288" y="3475693"/>
                  <a:pt x="2092288" y="3454235"/>
                </a:cubicBezTo>
                <a:cubicBezTo>
                  <a:pt x="2092288" y="3432777"/>
                  <a:pt x="2074893" y="3415382"/>
                  <a:pt x="2053435" y="3415382"/>
                </a:cubicBezTo>
                <a:close/>
                <a:moveTo>
                  <a:pt x="1853867" y="3415382"/>
                </a:moveTo>
                <a:cubicBezTo>
                  <a:pt x="1832409" y="3415382"/>
                  <a:pt x="1815014" y="3432777"/>
                  <a:pt x="1815014" y="3454235"/>
                </a:cubicBezTo>
                <a:cubicBezTo>
                  <a:pt x="1815014" y="3475693"/>
                  <a:pt x="1832409" y="3493088"/>
                  <a:pt x="1853867" y="3493088"/>
                </a:cubicBezTo>
                <a:cubicBezTo>
                  <a:pt x="1875325" y="3493088"/>
                  <a:pt x="1892720" y="3475693"/>
                  <a:pt x="1892720" y="3454235"/>
                </a:cubicBezTo>
                <a:cubicBezTo>
                  <a:pt x="1892720" y="3432777"/>
                  <a:pt x="1875325" y="3415382"/>
                  <a:pt x="1853867" y="3415382"/>
                </a:cubicBezTo>
                <a:close/>
                <a:moveTo>
                  <a:pt x="1725452" y="3415382"/>
                </a:moveTo>
                <a:cubicBezTo>
                  <a:pt x="1703994" y="3415382"/>
                  <a:pt x="1686599" y="3432777"/>
                  <a:pt x="1686599" y="3454235"/>
                </a:cubicBezTo>
                <a:cubicBezTo>
                  <a:pt x="1686599" y="3475693"/>
                  <a:pt x="1703994" y="3493088"/>
                  <a:pt x="1725452" y="3493088"/>
                </a:cubicBezTo>
                <a:cubicBezTo>
                  <a:pt x="1746910" y="3493088"/>
                  <a:pt x="1764305" y="3475693"/>
                  <a:pt x="1764305" y="3454235"/>
                </a:cubicBezTo>
                <a:cubicBezTo>
                  <a:pt x="1764305" y="3432777"/>
                  <a:pt x="1746910" y="3415382"/>
                  <a:pt x="1725452" y="3415382"/>
                </a:cubicBezTo>
                <a:close/>
                <a:moveTo>
                  <a:pt x="1525883" y="3415382"/>
                </a:moveTo>
                <a:cubicBezTo>
                  <a:pt x="1504425" y="3415382"/>
                  <a:pt x="1487030" y="3432777"/>
                  <a:pt x="1487030" y="3454235"/>
                </a:cubicBezTo>
                <a:cubicBezTo>
                  <a:pt x="1487030" y="3475693"/>
                  <a:pt x="1504425" y="3493088"/>
                  <a:pt x="1525883" y="3493088"/>
                </a:cubicBezTo>
                <a:cubicBezTo>
                  <a:pt x="1547341" y="3493088"/>
                  <a:pt x="1564736" y="3475693"/>
                  <a:pt x="1564736" y="3454235"/>
                </a:cubicBezTo>
                <a:cubicBezTo>
                  <a:pt x="1564736" y="3432777"/>
                  <a:pt x="1547341" y="3415382"/>
                  <a:pt x="1525883" y="3415382"/>
                </a:cubicBezTo>
                <a:close/>
                <a:moveTo>
                  <a:pt x="1361892" y="3415382"/>
                </a:moveTo>
                <a:cubicBezTo>
                  <a:pt x="1340434" y="3415382"/>
                  <a:pt x="1323039" y="3432777"/>
                  <a:pt x="1323039" y="3454235"/>
                </a:cubicBezTo>
                <a:cubicBezTo>
                  <a:pt x="1323039" y="3475693"/>
                  <a:pt x="1340434" y="3493088"/>
                  <a:pt x="1361892" y="3493088"/>
                </a:cubicBezTo>
                <a:cubicBezTo>
                  <a:pt x="1383350" y="3493088"/>
                  <a:pt x="1400745" y="3475693"/>
                  <a:pt x="1400745" y="3454235"/>
                </a:cubicBezTo>
                <a:cubicBezTo>
                  <a:pt x="1400745" y="3432777"/>
                  <a:pt x="1383350" y="3415382"/>
                  <a:pt x="1361892" y="3415382"/>
                </a:cubicBezTo>
                <a:close/>
                <a:moveTo>
                  <a:pt x="1233477" y="3415382"/>
                </a:moveTo>
                <a:cubicBezTo>
                  <a:pt x="1212019" y="3415382"/>
                  <a:pt x="1194624" y="3432777"/>
                  <a:pt x="1194624" y="3454235"/>
                </a:cubicBezTo>
                <a:cubicBezTo>
                  <a:pt x="1194624" y="3475693"/>
                  <a:pt x="1212019" y="3493088"/>
                  <a:pt x="1233477" y="3493088"/>
                </a:cubicBezTo>
                <a:cubicBezTo>
                  <a:pt x="1254935" y="3493088"/>
                  <a:pt x="1272330" y="3475693"/>
                  <a:pt x="1272330" y="3454235"/>
                </a:cubicBezTo>
                <a:cubicBezTo>
                  <a:pt x="1272330" y="3432777"/>
                  <a:pt x="1254935" y="3415382"/>
                  <a:pt x="1233477" y="3415382"/>
                </a:cubicBezTo>
                <a:close/>
                <a:moveTo>
                  <a:pt x="1033909" y="3415382"/>
                </a:moveTo>
                <a:cubicBezTo>
                  <a:pt x="1012451" y="3415382"/>
                  <a:pt x="995056" y="3432777"/>
                  <a:pt x="995056" y="3454235"/>
                </a:cubicBezTo>
                <a:cubicBezTo>
                  <a:pt x="995056" y="3475693"/>
                  <a:pt x="1012451" y="3493088"/>
                  <a:pt x="1033909" y="3493088"/>
                </a:cubicBezTo>
                <a:cubicBezTo>
                  <a:pt x="1055367" y="3493088"/>
                  <a:pt x="1072762" y="3475693"/>
                  <a:pt x="1072762" y="3454235"/>
                </a:cubicBezTo>
                <a:cubicBezTo>
                  <a:pt x="1072762" y="3432777"/>
                  <a:pt x="1055367" y="3415382"/>
                  <a:pt x="1033909" y="3415382"/>
                </a:cubicBezTo>
                <a:close/>
                <a:moveTo>
                  <a:pt x="834340" y="3415382"/>
                </a:moveTo>
                <a:cubicBezTo>
                  <a:pt x="812882" y="3415382"/>
                  <a:pt x="795487" y="3432777"/>
                  <a:pt x="795487" y="3454235"/>
                </a:cubicBezTo>
                <a:cubicBezTo>
                  <a:pt x="795515" y="3475693"/>
                  <a:pt x="812909" y="3493088"/>
                  <a:pt x="834340" y="3493088"/>
                </a:cubicBezTo>
                <a:cubicBezTo>
                  <a:pt x="855798" y="3493088"/>
                  <a:pt x="873193" y="3475693"/>
                  <a:pt x="873193" y="3454235"/>
                </a:cubicBezTo>
                <a:cubicBezTo>
                  <a:pt x="873191" y="3432777"/>
                  <a:pt x="855798" y="3415382"/>
                  <a:pt x="834340" y="3415382"/>
                </a:cubicBezTo>
                <a:close/>
                <a:moveTo>
                  <a:pt x="634772" y="3415382"/>
                </a:moveTo>
                <a:cubicBezTo>
                  <a:pt x="613314" y="3415382"/>
                  <a:pt x="595919" y="3432777"/>
                  <a:pt x="595919" y="3454235"/>
                </a:cubicBezTo>
                <a:cubicBezTo>
                  <a:pt x="595947" y="3475693"/>
                  <a:pt x="613341" y="3493088"/>
                  <a:pt x="634772" y="3493088"/>
                </a:cubicBezTo>
                <a:cubicBezTo>
                  <a:pt x="656230" y="3493088"/>
                  <a:pt x="673625" y="3475693"/>
                  <a:pt x="673625" y="3454235"/>
                </a:cubicBezTo>
                <a:cubicBezTo>
                  <a:pt x="673623" y="3432777"/>
                  <a:pt x="656230" y="3415382"/>
                  <a:pt x="634772" y="3415382"/>
                </a:cubicBezTo>
                <a:close/>
                <a:moveTo>
                  <a:pt x="506357" y="3415382"/>
                </a:moveTo>
                <a:cubicBezTo>
                  <a:pt x="484899" y="3415382"/>
                  <a:pt x="467504" y="3432777"/>
                  <a:pt x="467504" y="3454235"/>
                </a:cubicBezTo>
                <a:cubicBezTo>
                  <a:pt x="467530" y="3475693"/>
                  <a:pt x="484925" y="3493088"/>
                  <a:pt x="506357" y="3493088"/>
                </a:cubicBezTo>
                <a:cubicBezTo>
                  <a:pt x="527815" y="3493088"/>
                  <a:pt x="545210" y="3475693"/>
                  <a:pt x="545210" y="3454235"/>
                </a:cubicBezTo>
                <a:cubicBezTo>
                  <a:pt x="545208" y="3432777"/>
                  <a:pt x="527815" y="3415382"/>
                  <a:pt x="506357" y="3415382"/>
                </a:cubicBezTo>
                <a:close/>
                <a:moveTo>
                  <a:pt x="306789" y="3415382"/>
                </a:moveTo>
                <a:cubicBezTo>
                  <a:pt x="285331" y="3415382"/>
                  <a:pt x="267936" y="3432777"/>
                  <a:pt x="267936" y="3454235"/>
                </a:cubicBezTo>
                <a:cubicBezTo>
                  <a:pt x="267962" y="3475693"/>
                  <a:pt x="285344" y="3493088"/>
                  <a:pt x="306789" y="3493088"/>
                </a:cubicBezTo>
                <a:cubicBezTo>
                  <a:pt x="328247" y="3493088"/>
                  <a:pt x="345642" y="3475693"/>
                  <a:pt x="345642" y="3454235"/>
                </a:cubicBezTo>
                <a:cubicBezTo>
                  <a:pt x="345641" y="3432777"/>
                  <a:pt x="328246" y="3415382"/>
                  <a:pt x="306789" y="3415382"/>
                </a:cubicBezTo>
                <a:close/>
                <a:moveTo>
                  <a:pt x="142797" y="3415382"/>
                </a:moveTo>
                <a:cubicBezTo>
                  <a:pt x="121339" y="3415382"/>
                  <a:pt x="103944" y="3432777"/>
                  <a:pt x="103944" y="3454235"/>
                </a:cubicBezTo>
                <a:cubicBezTo>
                  <a:pt x="103970" y="3475693"/>
                  <a:pt x="121352" y="3493088"/>
                  <a:pt x="142797" y="3493088"/>
                </a:cubicBezTo>
                <a:cubicBezTo>
                  <a:pt x="164255" y="3493088"/>
                  <a:pt x="181650" y="3475693"/>
                  <a:pt x="181650" y="3454235"/>
                </a:cubicBezTo>
                <a:cubicBezTo>
                  <a:pt x="181649" y="3432777"/>
                  <a:pt x="164254" y="3415382"/>
                  <a:pt x="142797" y="3415382"/>
                </a:cubicBezTo>
                <a:close/>
                <a:moveTo>
                  <a:pt x="9141594" y="3407898"/>
                </a:moveTo>
                <a:lnTo>
                  <a:pt x="9141594" y="3426302"/>
                </a:lnTo>
                <a:cubicBezTo>
                  <a:pt x="9133786" y="3433063"/>
                  <a:pt x="9129104" y="3443102"/>
                  <a:pt x="9129104" y="3454235"/>
                </a:cubicBezTo>
                <a:cubicBezTo>
                  <a:pt x="9129104" y="3465368"/>
                  <a:pt x="9133786" y="3475407"/>
                  <a:pt x="9141594" y="3482168"/>
                </a:cubicBezTo>
                <a:lnTo>
                  <a:pt x="9141594" y="3500572"/>
                </a:lnTo>
                <a:cubicBezTo>
                  <a:pt x="9124824" y="3491991"/>
                  <a:pt x="9113802" y="3474400"/>
                  <a:pt x="9113802" y="3454235"/>
                </a:cubicBezTo>
                <a:cubicBezTo>
                  <a:pt x="9113802" y="3434070"/>
                  <a:pt x="9124824" y="3416479"/>
                  <a:pt x="9141594" y="3407898"/>
                </a:cubicBezTo>
                <a:close/>
                <a:moveTo>
                  <a:pt x="0" y="3404413"/>
                </a:moveTo>
                <a:cubicBezTo>
                  <a:pt x="19381" y="3412639"/>
                  <a:pt x="32961" y="3431851"/>
                  <a:pt x="32961" y="3454235"/>
                </a:cubicBezTo>
                <a:cubicBezTo>
                  <a:pt x="32942" y="3476615"/>
                  <a:pt x="19368" y="3495824"/>
                  <a:pt x="0" y="3504050"/>
                </a:cubicBezTo>
                <a:lnTo>
                  <a:pt x="0" y="3484309"/>
                </a:lnTo>
                <a:cubicBezTo>
                  <a:pt x="11153" y="3478961"/>
                  <a:pt x="17659" y="3467358"/>
                  <a:pt x="17659" y="3454235"/>
                </a:cubicBezTo>
                <a:cubicBezTo>
                  <a:pt x="17658" y="3441112"/>
                  <a:pt x="11152" y="3429509"/>
                  <a:pt x="0" y="3424161"/>
                </a:cubicBezTo>
                <a:close/>
                <a:moveTo>
                  <a:pt x="9039543" y="3400080"/>
                </a:moveTo>
                <a:cubicBezTo>
                  <a:pt x="9069453" y="3400080"/>
                  <a:pt x="9093699" y="3424326"/>
                  <a:pt x="9093699" y="3454235"/>
                </a:cubicBezTo>
                <a:cubicBezTo>
                  <a:pt x="9093699" y="3484144"/>
                  <a:pt x="9069453" y="3508390"/>
                  <a:pt x="9039543" y="3508390"/>
                </a:cubicBezTo>
                <a:cubicBezTo>
                  <a:pt x="9009633" y="3508390"/>
                  <a:pt x="8985387" y="3484144"/>
                  <a:pt x="8985387" y="3454235"/>
                </a:cubicBezTo>
                <a:cubicBezTo>
                  <a:pt x="8985387" y="3424326"/>
                  <a:pt x="9009633" y="3400080"/>
                  <a:pt x="9039543" y="3400080"/>
                </a:cubicBezTo>
                <a:close/>
                <a:moveTo>
                  <a:pt x="8957547" y="3400080"/>
                </a:moveTo>
                <a:cubicBezTo>
                  <a:pt x="8961820" y="3400080"/>
                  <a:pt x="8965284" y="3403544"/>
                  <a:pt x="8965284" y="3407817"/>
                </a:cubicBezTo>
                <a:cubicBezTo>
                  <a:pt x="8965284" y="3438763"/>
                  <a:pt x="8965283" y="3469708"/>
                  <a:pt x="8965283" y="3500654"/>
                </a:cubicBezTo>
                <a:lnTo>
                  <a:pt x="8957547" y="3508390"/>
                </a:lnTo>
                <a:cubicBezTo>
                  <a:pt x="8953274" y="3508390"/>
                  <a:pt x="8949810" y="3504926"/>
                  <a:pt x="8949810" y="3500653"/>
                </a:cubicBezTo>
                <a:lnTo>
                  <a:pt x="8949810" y="3407817"/>
                </a:lnTo>
                <a:cubicBezTo>
                  <a:pt x="8949810" y="3403544"/>
                  <a:pt x="8953274" y="3400080"/>
                  <a:pt x="8957547" y="3400080"/>
                </a:cubicBezTo>
                <a:close/>
                <a:moveTo>
                  <a:pt x="8921970" y="3400080"/>
                </a:moveTo>
                <a:cubicBezTo>
                  <a:pt x="8926243" y="3400080"/>
                  <a:pt x="8929707" y="3403544"/>
                  <a:pt x="8929707" y="3407817"/>
                </a:cubicBezTo>
                <a:cubicBezTo>
                  <a:pt x="8929707" y="3438763"/>
                  <a:pt x="8929706" y="3469708"/>
                  <a:pt x="8929706" y="3500654"/>
                </a:cubicBezTo>
                <a:lnTo>
                  <a:pt x="8921970" y="3508390"/>
                </a:lnTo>
                <a:cubicBezTo>
                  <a:pt x="8917697" y="3508390"/>
                  <a:pt x="8914233" y="3504926"/>
                  <a:pt x="8914233" y="3500653"/>
                </a:cubicBezTo>
                <a:lnTo>
                  <a:pt x="8914233" y="3407817"/>
                </a:lnTo>
                <a:cubicBezTo>
                  <a:pt x="8914233" y="3403544"/>
                  <a:pt x="8917697" y="3400080"/>
                  <a:pt x="8921970" y="3400080"/>
                </a:cubicBezTo>
                <a:close/>
                <a:moveTo>
                  <a:pt x="8839974" y="3400080"/>
                </a:moveTo>
                <a:cubicBezTo>
                  <a:pt x="8869884" y="3400080"/>
                  <a:pt x="8894130" y="3424326"/>
                  <a:pt x="8894130" y="3454235"/>
                </a:cubicBezTo>
                <a:cubicBezTo>
                  <a:pt x="8894130" y="3484144"/>
                  <a:pt x="8869884" y="3508390"/>
                  <a:pt x="8839974" y="3508390"/>
                </a:cubicBezTo>
                <a:cubicBezTo>
                  <a:pt x="8810064" y="3508390"/>
                  <a:pt x="8785818" y="3484144"/>
                  <a:pt x="8785818" y="3454235"/>
                </a:cubicBezTo>
                <a:cubicBezTo>
                  <a:pt x="8785818" y="3424326"/>
                  <a:pt x="8810064" y="3400080"/>
                  <a:pt x="8839974" y="3400080"/>
                </a:cubicBezTo>
                <a:close/>
                <a:moveTo>
                  <a:pt x="8757978" y="3400080"/>
                </a:moveTo>
                <a:cubicBezTo>
                  <a:pt x="8762251" y="3400080"/>
                  <a:pt x="8765715" y="3403544"/>
                  <a:pt x="8765715" y="3407817"/>
                </a:cubicBezTo>
                <a:cubicBezTo>
                  <a:pt x="8765715" y="3438763"/>
                  <a:pt x="8765714" y="3469708"/>
                  <a:pt x="8765714" y="3500654"/>
                </a:cubicBezTo>
                <a:lnTo>
                  <a:pt x="8757978" y="3508390"/>
                </a:lnTo>
                <a:cubicBezTo>
                  <a:pt x="8753705" y="3508390"/>
                  <a:pt x="8750241" y="3504926"/>
                  <a:pt x="8750241" y="3500653"/>
                </a:cubicBezTo>
                <a:lnTo>
                  <a:pt x="8750241" y="3407817"/>
                </a:lnTo>
                <a:cubicBezTo>
                  <a:pt x="8750241" y="3403544"/>
                  <a:pt x="8753705" y="3400080"/>
                  <a:pt x="8757978" y="3400080"/>
                </a:cubicBezTo>
                <a:close/>
                <a:moveTo>
                  <a:pt x="8675983" y="3400080"/>
                </a:moveTo>
                <a:cubicBezTo>
                  <a:pt x="8705893" y="3400080"/>
                  <a:pt x="8730139" y="3424326"/>
                  <a:pt x="8730139" y="3454235"/>
                </a:cubicBezTo>
                <a:cubicBezTo>
                  <a:pt x="8730139" y="3484144"/>
                  <a:pt x="8705893" y="3508390"/>
                  <a:pt x="8675983" y="3508390"/>
                </a:cubicBezTo>
                <a:cubicBezTo>
                  <a:pt x="8646073" y="3508390"/>
                  <a:pt x="8621827" y="3484144"/>
                  <a:pt x="8621827" y="3454235"/>
                </a:cubicBezTo>
                <a:cubicBezTo>
                  <a:pt x="8621827" y="3424326"/>
                  <a:pt x="8646073" y="3400080"/>
                  <a:pt x="8675983" y="3400080"/>
                </a:cubicBezTo>
                <a:close/>
                <a:moveTo>
                  <a:pt x="8547567" y="3400080"/>
                </a:moveTo>
                <a:cubicBezTo>
                  <a:pt x="8577476" y="3400080"/>
                  <a:pt x="8601722" y="3424326"/>
                  <a:pt x="8601722" y="3454235"/>
                </a:cubicBezTo>
                <a:cubicBezTo>
                  <a:pt x="8601722" y="3484144"/>
                  <a:pt x="8577476" y="3508390"/>
                  <a:pt x="8547567" y="3508390"/>
                </a:cubicBezTo>
                <a:cubicBezTo>
                  <a:pt x="8517658" y="3508390"/>
                  <a:pt x="8493412" y="3484144"/>
                  <a:pt x="8493412" y="3454235"/>
                </a:cubicBezTo>
                <a:cubicBezTo>
                  <a:pt x="8493412" y="3424326"/>
                  <a:pt x="8517658" y="3400080"/>
                  <a:pt x="8547567" y="3400080"/>
                </a:cubicBezTo>
                <a:close/>
                <a:moveTo>
                  <a:pt x="8465573" y="3400080"/>
                </a:moveTo>
                <a:cubicBezTo>
                  <a:pt x="8469846" y="3400080"/>
                  <a:pt x="8473310" y="3403544"/>
                  <a:pt x="8473310" y="3407817"/>
                </a:cubicBezTo>
                <a:cubicBezTo>
                  <a:pt x="8473310" y="3438763"/>
                  <a:pt x="8473309" y="3469708"/>
                  <a:pt x="8473309" y="3500654"/>
                </a:cubicBezTo>
                <a:lnTo>
                  <a:pt x="8465573" y="3508390"/>
                </a:lnTo>
                <a:cubicBezTo>
                  <a:pt x="8461300" y="3508390"/>
                  <a:pt x="8457836" y="3504926"/>
                  <a:pt x="8457836" y="3500653"/>
                </a:cubicBezTo>
                <a:lnTo>
                  <a:pt x="8457836" y="3407817"/>
                </a:lnTo>
                <a:cubicBezTo>
                  <a:pt x="8457836" y="3403544"/>
                  <a:pt x="8461300" y="3400080"/>
                  <a:pt x="8465573" y="3400080"/>
                </a:cubicBezTo>
                <a:close/>
                <a:moveTo>
                  <a:pt x="8429996" y="3400080"/>
                </a:moveTo>
                <a:cubicBezTo>
                  <a:pt x="8434269" y="3400080"/>
                  <a:pt x="8437733" y="3403544"/>
                  <a:pt x="8437733" y="3407817"/>
                </a:cubicBezTo>
                <a:cubicBezTo>
                  <a:pt x="8437733" y="3438763"/>
                  <a:pt x="8437732" y="3469708"/>
                  <a:pt x="8437732" y="3500654"/>
                </a:cubicBezTo>
                <a:lnTo>
                  <a:pt x="8429996" y="3508390"/>
                </a:lnTo>
                <a:cubicBezTo>
                  <a:pt x="8425723" y="3508390"/>
                  <a:pt x="8422259" y="3504926"/>
                  <a:pt x="8422259" y="3500653"/>
                </a:cubicBezTo>
                <a:lnTo>
                  <a:pt x="8422259" y="3407817"/>
                </a:lnTo>
                <a:cubicBezTo>
                  <a:pt x="8422259" y="3403544"/>
                  <a:pt x="8425723" y="3400080"/>
                  <a:pt x="8429996" y="3400080"/>
                </a:cubicBezTo>
                <a:close/>
                <a:moveTo>
                  <a:pt x="8348000" y="3400080"/>
                </a:moveTo>
                <a:cubicBezTo>
                  <a:pt x="8377910" y="3400080"/>
                  <a:pt x="8402156" y="3424326"/>
                  <a:pt x="8402156" y="3454235"/>
                </a:cubicBezTo>
                <a:cubicBezTo>
                  <a:pt x="8402156" y="3484144"/>
                  <a:pt x="8377910" y="3508390"/>
                  <a:pt x="8348000" y="3508390"/>
                </a:cubicBezTo>
                <a:cubicBezTo>
                  <a:pt x="8318090" y="3508390"/>
                  <a:pt x="8293844" y="3484144"/>
                  <a:pt x="8293844" y="3454235"/>
                </a:cubicBezTo>
                <a:cubicBezTo>
                  <a:pt x="8293844" y="3424326"/>
                  <a:pt x="8318090" y="3400080"/>
                  <a:pt x="8348000" y="3400080"/>
                </a:cubicBezTo>
                <a:close/>
                <a:moveTo>
                  <a:pt x="8266004" y="3400080"/>
                </a:moveTo>
                <a:cubicBezTo>
                  <a:pt x="8270277" y="3400080"/>
                  <a:pt x="8273741" y="3403544"/>
                  <a:pt x="8273741" y="3407817"/>
                </a:cubicBezTo>
                <a:cubicBezTo>
                  <a:pt x="8273741" y="3438763"/>
                  <a:pt x="8273740" y="3469708"/>
                  <a:pt x="8273740" y="3500654"/>
                </a:cubicBezTo>
                <a:lnTo>
                  <a:pt x="8266004" y="3508390"/>
                </a:lnTo>
                <a:cubicBezTo>
                  <a:pt x="8261731" y="3508390"/>
                  <a:pt x="8258267" y="3504926"/>
                  <a:pt x="8258267" y="3500653"/>
                </a:cubicBezTo>
                <a:lnTo>
                  <a:pt x="8258267" y="3407817"/>
                </a:lnTo>
                <a:cubicBezTo>
                  <a:pt x="8258267" y="3403544"/>
                  <a:pt x="8261731" y="3400080"/>
                  <a:pt x="8266004" y="3400080"/>
                </a:cubicBezTo>
                <a:close/>
                <a:moveTo>
                  <a:pt x="8230427" y="3400080"/>
                </a:moveTo>
                <a:cubicBezTo>
                  <a:pt x="8234700" y="3400080"/>
                  <a:pt x="8238164" y="3403544"/>
                  <a:pt x="8238164" y="3407817"/>
                </a:cubicBezTo>
                <a:cubicBezTo>
                  <a:pt x="8238164" y="3438763"/>
                  <a:pt x="8238163" y="3469708"/>
                  <a:pt x="8238163" y="3500654"/>
                </a:cubicBezTo>
                <a:lnTo>
                  <a:pt x="8230427" y="3508390"/>
                </a:lnTo>
                <a:cubicBezTo>
                  <a:pt x="8226154" y="3508390"/>
                  <a:pt x="8222690" y="3504926"/>
                  <a:pt x="8222690" y="3500653"/>
                </a:cubicBezTo>
                <a:lnTo>
                  <a:pt x="8222690" y="3407817"/>
                </a:lnTo>
                <a:cubicBezTo>
                  <a:pt x="8222690" y="3403544"/>
                  <a:pt x="8226154" y="3400080"/>
                  <a:pt x="8230427" y="3400080"/>
                </a:cubicBezTo>
                <a:close/>
                <a:moveTo>
                  <a:pt x="8148431" y="3400080"/>
                </a:moveTo>
                <a:cubicBezTo>
                  <a:pt x="8178341" y="3400080"/>
                  <a:pt x="8202587" y="3424326"/>
                  <a:pt x="8202587" y="3454235"/>
                </a:cubicBezTo>
                <a:cubicBezTo>
                  <a:pt x="8202587" y="3484144"/>
                  <a:pt x="8178341" y="3508390"/>
                  <a:pt x="8148431" y="3508390"/>
                </a:cubicBezTo>
                <a:cubicBezTo>
                  <a:pt x="8118521" y="3508390"/>
                  <a:pt x="8094275" y="3484144"/>
                  <a:pt x="8094275" y="3454235"/>
                </a:cubicBezTo>
                <a:cubicBezTo>
                  <a:pt x="8094275" y="3424326"/>
                  <a:pt x="8118521" y="3400080"/>
                  <a:pt x="8148431" y="3400080"/>
                </a:cubicBezTo>
                <a:close/>
                <a:moveTo>
                  <a:pt x="8066436" y="3400080"/>
                </a:moveTo>
                <a:cubicBezTo>
                  <a:pt x="8070709" y="3400080"/>
                  <a:pt x="8074173" y="3403544"/>
                  <a:pt x="8074173" y="3407817"/>
                </a:cubicBezTo>
                <a:cubicBezTo>
                  <a:pt x="8074173" y="3438763"/>
                  <a:pt x="8074172" y="3469708"/>
                  <a:pt x="8074172" y="3500654"/>
                </a:cubicBezTo>
                <a:lnTo>
                  <a:pt x="8066436" y="3508390"/>
                </a:lnTo>
                <a:cubicBezTo>
                  <a:pt x="8062163" y="3508390"/>
                  <a:pt x="8058699" y="3504926"/>
                  <a:pt x="8058699" y="3500653"/>
                </a:cubicBezTo>
                <a:lnTo>
                  <a:pt x="8058699" y="3407817"/>
                </a:lnTo>
                <a:cubicBezTo>
                  <a:pt x="8058699" y="3403544"/>
                  <a:pt x="8062163" y="3400080"/>
                  <a:pt x="8066436" y="3400080"/>
                </a:cubicBezTo>
                <a:close/>
                <a:moveTo>
                  <a:pt x="8030859" y="3400080"/>
                </a:moveTo>
                <a:cubicBezTo>
                  <a:pt x="8035132" y="3400080"/>
                  <a:pt x="8038596" y="3403544"/>
                  <a:pt x="8038596" y="3407817"/>
                </a:cubicBezTo>
                <a:cubicBezTo>
                  <a:pt x="8038596" y="3438763"/>
                  <a:pt x="8038595" y="3469708"/>
                  <a:pt x="8038595" y="3500654"/>
                </a:cubicBezTo>
                <a:lnTo>
                  <a:pt x="8030859" y="3508390"/>
                </a:lnTo>
                <a:cubicBezTo>
                  <a:pt x="8026586" y="3508390"/>
                  <a:pt x="8023122" y="3504926"/>
                  <a:pt x="8023122" y="3500653"/>
                </a:cubicBezTo>
                <a:lnTo>
                  <a:pt x="8023122" y="3407817"/>
                </a:lnTo>
                <a:cubicBezTo>
                  <a:pt x="8023122" y="3403544"/>
                  <a:pt x="8026586" y="3400080"/>
                  <a:pt x="8030859" y="3400080"/>
                </a:cubicBezTo>
                <a:close/>
                <a:moveTo>
                  <a:pt x="7948863" y="3400080"/>
                </a:moveTo>
                <a:cubicBezTo>
                  <a:pt x="7978773" y="3400080"/>
                  <a:pt x="8003019" y="3424326"/>
                  <a:pt x="8003019" y="3454235"/>
                </a:cubicBezTo>
                <a:cubicBezTo>
                  <a:pt x="8003019" y="3484144"/>
                  <a:pt x="7978773" y="3508390"/>
                  <a:pt x="7948863" y="3508390"/>
                </a:cubicBezTo>
                <a:cubicBezTo>
                  <a:pt x="7918953" y="3508390"/>
                  <a:pt x="7894707" y="3484144"/>
                  <a:pt x="7894707" y="3454235"/>
                </a:cubicBezTo>
                <a:cubicBezTo>
                  <a:pt x="7894707" y="3424326"/>
                  <a:pt x="7918953" y="3400080"/>
                  <a:pt x="7948863" y="3400080"/>
                </a:cubicBezTo>
                <a:close/>
                <a:moveTo>
                  <a:pt x="7820448" y="3400080"/>
                </a:moveTo>
                <a:cubicBezTo>
                  <a:pt x="7850358" y="3400080"/>
                  <a:pt x="7874604" y="3424326"/>
                  <a:pt x="7874604" y="3454235"/>
                </a:cubicBezTo>
                <a:cubicBezTo>
                  <a:pt x="7874604" y="3484144"/>
                  <a:pt x="7850358" y="3508390"/>
                  <a:pt x="7820448" y="3508390"/>
                </a:cubicBezTo>
                <a:cubicBezTo>
                  <a:pt x="7790538" y="3508390"/>
                  <a:pt x="7766292" y="3484144"/>
                  <a:pt x="7766292" y="3454235"/>
                </a:cubicBezTo>
                <a:cubicBezTo>
                  <a:pt x="7766292" y="3424326"/>
                  <a:pt x="7790538" y="3400080"/>
                  <a:pt x="7820448" y="3400080"/>
                </a:cubicBezTo>
                <a:close/>
                <a:moveTo>
                  <a:pt x="7738452" y="3400080"/>
                </a:moveTo>
                <a:cubicBezTo>
                  <a:pt x="7742725" y="3400080"/>
                  <a:pt x="7746189" y="3403544"/>
                  <a:pt x="7746189" y="3407817"/>
                </a:cubicBezTo>
                <a:cubicBezTo>
                  <a:pt x="7746189" y="3438763"/>
                  <a:pt x="7746188" y="3469708"/>
                  <a:pt x="7746188" y="3500654"/>
                </a:cubicBezTo>
                <a:lnTo>
                  <a:pt x="7738452" y="3508390"/>
                </a:lnTo>
                <a:cubicBezTo>
                  <a:pt x="7734179" y="3508390"/>
                  <a:pt x="7730715" y="3504926"/>
                  <a:pt x="7730715" y="3500653"/>
                </a:cubicBezTo>
                <a:lnTo>
                  <a:pt x="7730715" y="3407817"/>
                </a:lnTo>
                <a:cubicBezTo>
                  <a:pt x="7730715" y="3403544"/>
                  <a:pt x="7734179" y="3400080"/>
                  <a:pt x="7738452" y="3400080"/>
                </a:cubicBezTo>
                <a:close/>
                <a:moveTo>
                  <a:pt x="7702875" y="3400080"/>
                </a:moveTo>
                <a:cubicBezTo>
                  <a:pt x="7707148" y="3400080"/>
                  <a:pt x="7710612" y="3403544"/>
                  <a:pt x="7710612" y="3407817"/>
                </a:cubicBezTo>
                <a:cubicBezTo>
                  <a:pt x="7710612" y="3438763"/>
                  <a:pt x="7710611" y="3469708"/>
                  <a:pt x="7710611" y="3500654"/>
                </a:cubicBezTo>
                <a:lnTo>
                  <a:pt x="7702875" y="3508390"/>
                </a:lnTo>
                <a:cubicBezTo>
                  <a:pt x="7698602" y="3508390"/>
                  <a:pt x="7695138" y="3504926"/>
                  <a:pt x="7695138" y="3500653"/>
                </a:cubicBezTo>
                <a:lnTo>
                  <a:pt x="7695138" y="3407817"/>
                </a:lnTo>
                <a:cubicBezTo>
                  <a:pt x="7695138" y="3403544"/>
                  <a:pt x="7698602" y="3400080"/>
                  <a:pt x="7702875" y="3400080"/>
                </a:cubicBezTo>
                <a:close/>
                <a:moveTo>
                  <a:pt x="7620880" y="3400080"/>
                </a:moveTo>
                <a:cubicBezTo>
                  <a:pt x="7650790" y="3400080"/>
                  <a:pt x="7675036" y="3424326"/>
                  <a:pt x="7675036" y="3454235"/>
                </a:cubicBezTo>
                <a:cubicBezTo>
                  <a:pt x="7675036" y="3484144"/>
                  <a:pt x="7650790" y="3508390"/>
                  <a:pt x="7620880" y="3508390"/>
                </a:cubicBezTo>
                <a:cubicBezTo>
                  <a:pt x="7590970" y="3508390"/>
                  <a:pt x="7566724" y="3484144"/>
                  <a:pt x="7566724" y="3454235"/>
                </a:cubicBezTo>
                <a:cubicBezTo>
                  <a:pt x="7566724" y="3424326"/>
                  <a:pt x="7590970" y="3400080"/>
                  <a:pt x="7620880" y="3400080"/>
                </a:cubicBezTo>
                <a:close/>
                <a:moveTo>
                  <a:pt x="7538884" y="3400080"/>
                </a:moveTo>
                <a:cubicBezTo>
                  <a:pt x="7543157" y="3400080"/>
                  <a:pt x="7546621" y="3403544"/>
                  <a:pt x="7546621" y="3407817"/>
                </a:cubicBezTo>
                <a:cubicBezTo>
                  <a:pt x="7546621" y="3438763"/>
                  <a:pt x="7546620" y="3469708"/>
                  <a:pt x="7546620" y="3500654"/>
                </a:cubicBezTo>
                <a:lnTo>
                  <a:pt x="7538884" y="3508390"/>
                </a:lnTo>
                <a:cubicBezTo>
                  <a:pt x="7534611" y="3508390"/>
                  <a:pt x="7531147" y="3504926"/>
                  <a:pt x="7531147" y="3500653"/>
                </a:cubicBezTo>
                <a:lnTo>
                  <a:pt x="7531147" y="3407817"/>
                </a:lnTo>
                <a:cubicBezTo>
                  <a:pt x="7531147" y="3403544"/>
                  <a:pt x="7534611" y="3400080"/>
                  <a:pt x="7538884" y="3400080"/>
                </a:cubicBezTo>
                <a:close/>
                <a:moveTo>
                  <a:pt x="7456888" y="3400080"/>
                </a:moveTo>
                <a:cubicBezTo>
                  <a:pt x="7486798" y="3400080"/>
                  <a:pt x="7511044" y="3424326"/>
                  <a:pt x="7511044" y="3454235"/>
                </a:cubicBezTo>
                <a:cubicBezTo>
                  <a:pt x="7511044" y="3484144"/>
                  <a:pt x="7486798" y="3508390"/>
                  <a:pt x="7456888" y="3508390"/>
                </a:cubicBezTo>
                <a:cubicBezTo>
                  <a:pt x="7426978" y="3508390"/>
                  <a:pt x="7402732" y="3484144"/>
                  <a:pt x="7402732" y="3454235"/>
                </a:cubicBezTo>
                <a:cubicBezTo>
                  <a:pt x="7402732" y="3424326"/>
                  <a:pt x="7426978" y="3400080"/>
                  <a:pt x="7456888" y="3400080"/>
                </a:cubicBezTo>
                <a:close/>
                <a:moveTo>
                  <a:pt x="7374892" y="3400080"/>
                </a:moveTo>
                <a:cubicBezTo>
                  <a:pt x="7379165" y="3400080"/>
                  <a:pt x="7382629" y="3403544"/>
                  <a:pt x="7382629" y="3407817"/>
                </a:cubicBezTo>
                <a:cubicBezTo>
                  <a:pt x="7382629" y="3438763"/>
                  <a:pt x="7382628" y="3469708"/>
                  <a:pt x="7382628" y="3500654"/>
                </a:cubicBezTo>
                <a:lnTo>
                  <a:pt x="7374892" y="3508390"/>
                </a:lnTo>
                <a:cubicBezTo>
                  <a:pt x="7370619" y="3508390"/>
                  <a:pt x="7367155" y="3504926"/>
                  <a:pt x="7367155" y="3500653"/>
                </a:cubicBezTo>
                <a:lnTo>
                  <a:pt x="7367155" y="3407817"/>
                </a:lnTo>
                <a:cubicBezTo>
                  <a:pt x="7367155" y="3403544"/>
                  <a:pt x="7370619" y="3400080"/>
                  <a:pt x="7374892" y="3400080"/>
                </a:cubicBezTo>
                <a:close/>
                <a:moveTo>
                  <a:pt x="7292896" y="3400080"/>
                </a:moveTo>
                <a:cubicBezTo>
                  <a:pt x="7322805" y="3400080"/>
                  <a:pt x="7347051" y="3424326"/>
                  <a:pt x="7347051" y="3454235"/>
                </a:cubicBezTo>
                <a:cubicBezTo>
                  <a:pt x="7347051" y="3484144"/>
                  <a:pt x="7322805" y="3508390"/>
                  <a:pt x="7292896" y="3508390"/>
                </a:cubicBezTo>
                <a:cubicBezTo>
                  <a:pt x="7262987" y="3508390"/>
                  <a:pt x="7238741" y="3484144"/>
                  <a:pt x="7238741" y="3454235"/>
                </a:cubicBezTo>
                <a:cubicBezTo>
                  <a:pt x="7238741" y="3424326"/>
                  <a:pt x="7262987" y="3400080"/>
                  <a:pt x="7292896" y="3400080"/>
                </a:cubicBezTo>
                <a:close/>
                <a:moveTo>
                  <a:pt x="7210901" y="3400080"/>
                </a:moveTo>
                <a:cubicBezTo>
                  <a:pt x="7215174" y="3400080"/>
                  <a:pt x="7218638" y="3403544"/>
                  <a:pt x="7218638" y="3407817"/>
                </a:cubicBezTo>
                <a:cubicBezTo>
                  <a:pt x="7218638" y="3438763"/>
                  <a:pt x="7218637" y="3469708"/>
                  <a:pt x="7218637" y="3500654"/>
                </a:cubicBezTo>
                <a:lnTo>
                  <a:pt x="7210901" y="3508390"/>
                </a:lnTo>
                <a:cubicBezTo>
                  <a:pt x="7206628" y="3508390"/>
                  <a:pt x="7203164" y="3504926"/>
                  <a:pt x="7203164" y="3500653"/>
                </a:cubicBezTo>
                <a:lnTo>
                  <a:pt x="7203164" y="3407817"/>
                </a:lnTo>
                <a:cubicBezTo>
                  <a:pt x="7203164" y="3403544"/>
                  <a:pt x="7206628" y="3400080"/>
                  <a:pt x="7210901" y="3400080"/>
                </a:cubicBezTo>
                <a:close/>
                <a:moveTo>
                  <a:pt x="7175777" y="3400080"/>
                </a:moveTo>
                <a:cubicBezTo>
                  <a:pt x="7180050" y="3400080"/>
                  <a:pt x="7183514" y="3403544"/>
                  <a:pt x="7183514" y="3407817"/>
                </a:cubicBezTo>
                <a:lnTo>
                  <a:pt x="7183514" y="3500653"/>
                </a:lnTo>
                <a:cubicBezTo>
                  <a:pt x="7183514" y="3504926"/>
                  <a:pt x="7180050" y="3508390"/>
                  <a:pt x="7175777" y="3508390"/>
                </a:cubicBezTo>
                <a:lnTo>
                  <a:pt x="7168041" y="3500654"/>
                </a:lnTo>
                <a:cubicBezTo>
                  <a:pt x="7168041" y="3469708"/>
                  <a:pt x="7168040" y="3438763"/>
                  <a:pt x="7168040" y="3407817"/>
                </a:cubicBezTo>
                <a:cubicBezTo>
                  <a:pt x="7168040" y="3403544"/>
                  <a:pt x="7171504" y="3400080"/>
                  <a:pt x="7175777" y="3400080"/>
                </a:cubicBezTo>
                <a:close/>
                <a:moveTo>
                  <a:pt x="7140225" y="3400080"/>
                </a:moveTo>
                <a:cubicBezTo>
                  <a:pt x="7144498" y="3400080"/>
                  <a:pt x="7147962" y="3403544"/>
                  <a:pt x="7147962" y="3407817"/>
                </a:cubicBezTo>
                <a:lnTo>
                  <a:pt x="7147962" y="3500653"/>
                </a:lnTo>
                <a:lnTo>
                  <a:pt x="7140225" y="3508390"/>
                </a:lnTo>
                <a:cubicBezTo>
                  <a:pt x="7135953" y="3508391"/>
                  <a:pt x="7132489" y="3504927"/>
                  <a:pt x="7132489" y="3500654"/>
                </a:cubicBezTo>
                <a:cubicBezTo>
                  <a:pt x="7132489" y="3469708"/>
                  <a:pt x="7132488" y="3438763"/>
                  <a:pt x="7132488" y="3407817"/>
                </a:cubicBezTo>
                <a:cubicBezTo>
                  <a:pt x="7132488" y="3403544"/>
                  <a:pt x="7135952" y="3400080"/>
                  <a:pt x="7140225" y="3400080"/>
                </a:cubicBezTo>
                <a:close/>
                <a:moveTo>
                  <a:pt x="7058230" y="3400080"/>
                </a:moveTo>
                <a:cubicBezTo>
                  <a:pt x="7088139" y="3400080"/>
                  <a:pt x="7112385" y="3424326"/>
                  <a:pt x="7112385" y="3454235"/>
                </a:cubicBezTo>
                <a:cubicBezTo>
                  <a:pt x="7112385" y="3484144"/>
                  <a:pt x="7088139" y="3508390"/>
                  <a:pt x="7058230" y="3508390"/>
                </a:cubicBezTo>
                <a:cubicBezTo>
                  <a:pt x="7028321" y="3508390"/>
                  <a:pt x="7004075" y="3484144"/>
                  <a:pt x="7004075" y="3454235"/>
                </a:cubicBezTo>
                <a:cubicBezTo>
                  <a:pt x="7004075" y="3424326"/>
                  <a:pt x="7028321" y="3400080"/>
                  <a:pt x="7058230" y="3400080"/>
                </a:cubicBezTo>
                <a:close/>
                <a:moveTo>
                  <a:pt x="6929815" y="3400080"/>
                </a:moveTo>
                <a:cubicBezTo>
                  <a:pt x="6959725" y="3400080"/>
                  <a:pt x="6983971" y="3424326"/>
                  <a:pt x="6983971" y="3454235"/>
                </a:cubicBezTo>
                <a:cubicBezTo>
                  <a:pt x="6983971" y="3484144"/>
                  <a:pt x="6959725" y="3508390"/>
                  <a:pt x="6929815" y="3508390"/>
                </a:cubicBezTo>
                <a:cubicBezTo>
                  <a:pt x="6899905" y="3508390"/>
                  <a:pt x="6875659" y="3484144"/>
                  <a:pt x="6875659" y="3454235"/>
                </a:cubicBezTo>
                <a:cubicBezTo>
                  <a:pt x="6875659" y="3424326"/>
                  <a:pt x="6899905" y="3400080"/>
                  <a:pt x="6929815" y="3400080"/>
                </a:cubicBezTo>
                <a:close/>
                <a:moveTo>
                  <a:pt x="6847819" y="3400080"/>
                </a:moveTo>
                <a:cubicBezTo>
                  <a:pt x="6852092" y="3400080"/>
                  <a:pt x="6855556" y="3403544"/>
                  <a:pt x="6855556" y="3407817"/>
                </a:cubicBezTo>
                <a:lnTo>
                  <a:pt x="6855556" y="3500653"/>
                </a:lnTo>
                <a:lnTo>
                  <a:pt x="6847819" y="3508390"/>
                </a:lnTo>
                <a:cubicBezTo>
                  <a:pt x="6843547" y="3508391"/>
                  <a:pt x="6840083" y="3504927"/>
                  <a:pt x="6840083" y="3500654"/>
                </a:cubicBezTo>
                <a:cubicBezTo>
                  <a:pt x="6840083" y="3469708"/>
                  <a:pt x="6840082" y="3438763"/>
                  <a:pt x="6840082" y="3407817"/>
                </a:cubicBezTo>
                <a:cubicBezTo>
                  <a:pt x="6840082" y="3403544"/>
                  <a:pt x="6843546" y="3400080"/>
                  <a:pt x="6847819" y="3400080"/>
                </a:cubicBezTo>
                <a:close/>
                <a:moveTo>
                  <a:pt x="6765823" y="3400080"/>
                </a:moveTo>
                <a:cubicBezTo>
                  <a:pt x="6795733" y="3400080"/>
                  <a:pt x="6819979" y="3424326"/>
                  <a:pt x="6819979" y="3454235"/>
                </a:cubicBezTo>
                <a:cubicBezTo>
                  <a:pt x="6819979" y="3484144"/>
                  <a:pt x="6795733" y="3508390"/>
                  <a:pt x="6765823" y="3508390"/>
                </a:cubicBezTo>
                <a:cubicBezTo>
                  <a:pt x="6735913" y="3508390"/>
                  <a:pt x="6711667" y="3484144"/>
                  <a:pt x="6711667" y="3454235"/>
                </a:cubicBezTo>
                <a:cubicBezTo>
                  <a:pt x="6711667" y="3424326"/>
                  <a:pt x="6735913" y="3400080"/>
                  <a:pt x="6765823" y="3400080"/>
                </a:cubicBezTo>
                <a:close/>
                <a:moveTo>
                  <a:pt x="6683828" y="3400080"/>
                </a:moveTo>
                <a:cubicBezTo>
                  <a:pt x="6688101" y="3400080"/>
                  <a:pt x="6691565" y="3403544"/>
                  <a:pt x="6691565" y="3407817"/>
                </a:cubicBezTo>
                <a:lnTo>
                  <a:pt x="6691565" y="3500653"/>
                </a:lnTo>
                <a:cubicBezTo>
                  <a:pt x="6691565" y="3504926"/>
                  <a:pt x="6688101" y="3508390"/>
                  <a:pt x="6683828" y="3508390"/>
                </a:cubicBezTo>
                <a:lnTo>
                  <a:pt x="6676092" y="3500654"/>
                </a:lnTo>
                <a:cubicBezTo>
                  <a:pt x="6676092" y="3469708"/>
                  <a:pt x="6676091" y="3438763"/>
                  <a:pt x="6676091" y="3407817"/>
                </a:cubicBezTo>
                <a:cubicBezTo>
                  <a:pt x="6676091" y="3403544"/>
                  <a:pt x="6679555" y="3400080"/>
                  <a:pt x="6683828" y="3400080"/>
                </a:cubicBezTo>
                <a:close/>
                <a:moveTo>
                  <a:pt x="6648251" y="3400080"/>
                </a:moveTo>
                <a:cubicBezTo>
                  <a:pt x="6652524" y="3400080"/>
                  <a:pt x="6655988" y="3403544"/>
                  <a:pt x="6655988" y="3407817"/>
                </a:cubicBezTo>
                <a:lnTo>
                  <a:pt x="6655988" y="3500653"/>
                </a:lnTo>
                <a:cubicBezTo>
                  <a:pt x="6655988" y="3504926"/>
                  <a:pt x="6652524" y="3508390"/>
                  <a:pt x="6648251" y="3508390"/>
                </a:cubicBezTo>
                <a:lnTo>
                  <a:pt x="6640515" y="3500654"/>
                </a:lnTo>
                <a:cubicBezTo>
                  <a:pt x="6640515" y="3469708"/>
                  <a:pt x="6640514" y="3438763"/>
                  <a:pt x="6640514" y="3407817"/>
                </a:cubicBezTo>
                <a:cubicBezTo>
                  <a:pt x="6640514" y="3403544"/>
                  <a:pt x="6643978" y="3400080"/>
                  <a:pt x="6648251" y="3400080"/>
                </a:cubicBezTo>
                <a:close/>
                <a:moveTo>
                  <a:pt x="6566255" y="3400080"/>
                </a:moveTo>
                <a:cubicBezTo>
                  <a:pt x="6596165" y="3400080"/>
                  <a:pt x="6620411" y="3424326"/>
                  <a:pt x="6620411" y="3454235"/>
                </a:cubicBezTo>
                <a:cubicBezTo>
                  <a:pt x="6620411" y="3484144"/>
                  <a:pt x="6596165" y="3508390"/>
                  <a:pt x="6566255" y="3508390"/>
                </a:cubicBezTo>
                <a:cubicBezTo>
                  <a:pt x="6536345" y="3508390"/>
                  <a:pt x="6512099" y="3484144"/>
                  <a:pt x="6512099" y="3454235"/>
                </a:cubicBezTo>
                <a:cubicBezTo>
                  <a:pt x="6512099" y="3424326"/>
                  <a:pt x="6536345" y="3400080"/>
                  <a:pt x="6566255" y="3400080"/>
                </a:cubicBezTo>
                <a:close/>
                <a:moveTo>
                  <a:pt x="6437840" y="3400080"/>
                </a:moveTo>
                <a:cubicBezTo>
                  <a:pt x="6467750" y="3400080"/>
                  <a:pt x="6491996" y="3424326"/>
                  <a:pt x="6491996" y="3454235"/>
                </a:cubicBezTo>
                <a:cubicBezTo>
                  <a:pt x="6491996" y="3484144"/>
                  <a:pt x="6467750" y="3508390"/>
                  <a:pt x="6437840" y="3508390"/>
                </a:cubicBezTo>
                <a:cubicBezTo>
                  <a:pt x="6407930" y="3508390"/>
                  <a:pt x="6383684" y="3484144"/>
                  <a:pt x="6383684" y="3454235"/>
                </a:cubicBezTo>
                <a:cubicBezTo>
                  <a:pt x="6383684" y="3424326"/>
                  <a:pt x="6407930" y="3400080"/>
                  <a:pt x="6437840" y="3400080"/>
                </a:cubicBezTo>
                <a:close/>
                <a:moveTo>
                  <a:pt x="6355844" y="3400080"/>
                </a:moveTo>
                <a:cubicBezTo>
                  <a:pt x="6360117" y="3400080"/>
                  <a:pt x="6363581" y="3403544"/>
                  <a:pt x="6363581" y="3407817"/>
                </a:cubicBezTo>
                <a:lnTo>
                  <a:pt x="6363581" y="3500653"/>
                </a:lnTo>
                <a:lnTo>
                  <a:pt x="6355844" y="3508390"/>
                </a:lnTo>
                <a:cubicBezTo>
                  <a:pt x="6351571" y="3508391"/>
                  <a:pt x="6348108" y="3504927"/>
                  <a:pt x="6348108" y="3500654"/>
                </a:cubicBezTo>
                <a:cubicBezTo>
                  <a:pt x="6348108" y="3469708"/>
                  <a:pt x="6348107" y="3438763"/>
                  <a:pt x="6348107" y="3407817"/>
                </a:cubicBezTo>
                <a:cubicBezTo>
                  <a:pt x="6348107" y="3403544"/>
                  <a:pt x="6351571" y="3400080"/>
                  <a:pt x="6355844" y="3400080"/>
                </a:cubicBezTo>
                <a:close/>
                <a:moveTo>
                  <a:pt x="6320267" y="3400080"/>
                </a:moveTo>
                <a:cubicBezTo>
                  <a:pt x="6324540" y="3400080"/>
                  <a:pt x="6328004" y="3403544"/>
                  <a:pt x="6328004" y="3407817"/>
                </a:cubicBezTo>
                <a:lnTo>
                  <a:pt x="6328004" y="3500653"/>
                </a:lnTo>
                <a:lnTo>
                  <a:pt x="6320267" y="3508390"/>
                </a:lnTo>
                <a:cubicBezTo>
                  <a:pt x="6315994" y="3508391"/>
                  <a:pt x="6312531" y="3504927"/>
                  <a:pt x="6312531" y="3500654"/>
                </a:cubicBezTo>
                <a:cubicBezTo>
                  <a:pt x="6312531" y="3469708"/>
                  <a:pt x="6312530" y="3438763"/>
                  <a:pt x="6312530" y="3407817"/>
                </a:cubicBezTo>
                <a:cubicBezTo>
                  <a:pt x="6312530" y="3403544"/>
                  <a:pt x="6315994" y="3400080"/>
                  <a:pt x="6320267" y="3400080"/>
                </a:cubicBezTo>
                <a:close/>
                <a:moveTo>
                  <a:pt x="6238271" y="3400080"/>
                </a:moveTo>
                <a:cubicBezTo>
                  <a:pt x="6268181" y="3400080"/>
                  <a:pt x="6292427" y="3424326"/>
                  <a:pt x="6292427" y="3454235"/>
                </a:cubicBezTo>
                <a:cubicBezTo>
                  <a:pt x="6292427" y="3484144"/>
                  <a:pt x="6268181" y="3508390"/>
                  <a:pt x="6238271" y="3508390"/>
                </a:cubicBezTo>
                <a:cubicBezTo>
                  <a:pt x="6208361" y="3508390"/>
                  <a:pt x="6184115" y="3484144"/>
                  <a:pt x="6184115" y="3454235"/>
                </a:cubicBezTo>
                <a:cubicBezTo>
                  <a:pt x="6184115" y="3424326"/>
                  <a:pt x="6208361" y="3400080"/>
                  <a:pt x="6238271" y="3400080"/>
                </a:cubicBezTo>
                <a:close/>
                <a:moveTo>
                  <a:pt x="6156276" y="3400080"/>
                </a:moveTo>
                <a:cubicBezTo>
                  <a:pt x="6160549" y="3400080"/>
                  <a:pt x="6164013" y="3403544"/>
                  <a:pt x="6164013" y="3407817"/>
                </a:cubicBezTo>
                <a:lnTo>
                  <a:pt x="6164013" y="3500653"/>
                </a:lnTo>
                <a:lnTo>
                  <a:pt x="6156276" y="3508390"/>
                </a:lnTo>
                <a:cubicBezTo>
                  <a:pt x="6152004" y="3508391"/>
                  <a:pt x="6148540" y="3504927"/>
                  <a:pt x="6148540" y="3500654"/>
                </a:cubicBezTo>
                <a:cubicBezTo>
                  <a:pt x="6148540" y="3469708"/>
                  <a:pt x="6148539" y="3438763"/>
                  <a:pt x="6148539" y="3407817"/>
                </a:cubicBezTo>
                <a:cubicBezTo>
                  <a:pt x="6148539" y="3403544"/>
                  <a:pt x="6152003" y="3400080"/>
                  <a:pt x="6156276" y="3400080"/>
                </a:cubicBezTo>
                <a:close/>
                <a:moveTo>
                  <a:pt x="6120699" y="3400080"/>
                </a:moveTo>
                <a:cubicBezTo>
                  <a:pt x="6124972" y="3400080"/>
                  <a:pt x="6128436" y="3403544"/>
                  <a:pt x="6128436" y="3407817"/>
                </a:cubicBezTo>
                <a:lnTo>
                  <a:pt x="6128436" y="3500653"/>
                </a:lnTo>
                <a:lnTo>
                  <a:pt x="6120699" y="3508390"/>
                </a:lnTo>
                <a:cubicBezTo>
                  <a:pt x="6116427" y="3508391"/>
                  <a:pt x="6112963" y="3504927"/>
                  <a:pt x="6112963" y="3500654"/>
                </a:cubicBezTo>
                <a:cubicBezTo>
                  <a:pt x="6112963" y="3469708"/>
                  <a:pt x="6112962" y="3438763"/>
                  <a:pt x="6112962" y="3407817"/>
                </a:cubicBezTo>
                <a:cubicBezTo>
                  <a:pt x="6112962" y="3403544"/>
                  <a:pt x="6116426" y="3400080"/>
                  <a:pt x="6120699" y="3400080"/>
                </a:cubicBezTo>
                <a:close/>
                <a:moveTo>
                  <a:pt x="6038703" y="3400080"/>
                </a:moveTo>
                <a:cubicBezTo>
                  <a:pt x="6068613" y="3400080"/>
                  <a:pt x="6092859" y="3424326"/>
                  <a:pt x="6092859" y="3454235"/>
                </a:cubicBezTo>
                <a:cubicBezTo>
                  <a:pt x="6092859" y="3484144"/>
                  <a:pt x="6068613" y="3508390"/>
                  <a:pt x="6038703" y="3508390"/>
                </a:cubicBezTo>
                <a:cubicBezTo>
                  <a:pt x="6008793" y="3508390"/>
                  <a:pt x="5984547" y="3484144"/>
                  <a:pt x="5984547" y="3454235"/>
                </a:cubicBezTo>
                <a:cubicBezTo>
                  <a:pt x="5984547" y="3424326"/>
                  <a:pt x="6008793" y="3400080"/>
                  <a:pt x="6038703" y="3400080"/>
                </a:cubicBezTo>
                <a:close/>
                <a:moveTo>
                  <a:pt x="5956707" y="3400080"/>
                </a:moveTo>
                <a:cubicBezTo>
                  <a:pt x="5960980" y="3400080"/>
                  <a:pt x="5964444" y="3403544"/>
                  <a:pt x="5964444" y="3407817"/>
                </a:cubicBezTo>
                <a:lnTo>
                  <a:pt x="5964444" y="3500653"/>
                </a:lnTo>
                <a:lnTo>
                  <a:pt x="5956707" y="3508390"/>
                </a:lnTo>
                <a:cubicBezTo>
                  <a:pt x="5952434" y="3508391"/>
                  <a:pt x="5948971" y="3504927"/>
                  <a:pt x="5948971" y="3500654"/>
                </a:cubicBezTo>
                <a:cubicBezTo>
                  <a:pt x="5948971" y="3469708"/>
                  <a:pt x="5948970" y="3438763"/>
                  <a:pt x="5948970" y="3407817"/>
                </a:cubicBezTo>
                <a:cubicBezTo>
                  <a:pt x="5948970" y="3403544"/>
                  <a:pt x="5952434" y="3400080"/>
                  <a:pt x="5956707" y="3400080"/>
                </a:cubicBezTo>
                <a:close/>
                <a:moveTo>
                  <a:pt x="5921130" y="3400080"/>
                </a:moveTo>
                <a:cubicBezTo>
                  <a:pt x="5925403" y="3400080"/>
                  <a:pt x="5928867" y="3403544"/>
                  <a:pt x="5928867" y="3407817"/>
                </a:cubicBezTo>
                <a:lnTo>
                  <a:pt x="5928867" y="3500653"/>
                </a:lnTo>
                <a:lnTo>
                  <a:pt x="5921130" y="3508390"/>
                </a:lnTo>
                <a:cubicBezTo>
                  <a:pt x="5916857" y="3508391"/>
                  <a:pt x="5913394" y="3504927"/>
                  <a:pt x="5913394" y="3500654"/>
                </a:cubicBezTo>
                <a:cubicBezTo>
                  <a:pt x="5913394" y="3469708"/>
                  <a:pt x="5913393" y="3438763"/>
                  <a:pt x="5913393" y="3407817"/>
                </a:cubicBezTo>
                <a:cubicBezTo>
                  <a:pt x="5913393" y="3403544"/>
                  <a:pt x="5916857" y="3400080"/>
                  <a:pt x="5921130" y="3400080"/>
                </a:cubicBezTo>
                <a:close/>
                <a:moveTo>
                  <a:pt x="5839135" y="3400080"/>
                </a:moveTo>
                <a:cubicBezTo>
                  <a:pt x="5869044" y="3400080"/>
                  <a:pt x="5893290" y="3424326"/>
                  <a:pt x="5893290" y="3454235"/>
                </a:cubicBezTo>
                <a:cubicBezTo>
                  <a:pt x="5893290" y="3484144"/>
                  <a:pt x="5869044" y="3508390"/>
                  <a:pt x="5839135" y="3508390"/>
                </a:cubicBezTo>
                <a:cubicBezTo>
                  <a:pt x="5809226" y="3508390"/>
                  <a:pt x="5784980" y="3484144"/>
                  <a:pt x="5784980" y="3454235"/>
                </a:cubicBezTo>
                <a:cubicBezTo>
                  <a:pt x="5784980" y="3424326"/>
                  <a:pt x="5809226" y="3400080"/>
                  <a:pt x="5839135" y="3400080"/>
                </a:cubicBezTo>
                <a:close/>
                <a:moveTo>
                  <a:pt x="5710720" y="3400080"/>
                </a:moveTo>
                <a:cubicBezTo>
                  <a:pt x="5740630" y="3400080"/>
                  <a:pt x="5764876" y="3424326"/>
                  <a:pt x="5764876" y="3454235"/>
                </a:cubicBezTo>
                <a:cubicBezTo>
                  <a:pt x="5764876" y="3484144"/>
                  <a:pt x="5740630" y="3508390"/>
                  <a:pt x="5710720" y="3508390"/>
                </a:cubicBezTo>
                <a:cubicBezTo>
                  <a:pt x="5680810" y="3508390"/>
                  <a:pt x="5656564" y="3484144"/>
                  <a:pt x="5656564" y="3454235"/>
                </a:cubicBezTo>
                <a:cubicBezTo>
                  <a:pt x="5656564" y="3424326"/>
                  <a:pt x="5680810" y="3400080"/>
                  <a:pt x="5710720" y="3400080"/>
                </a:cubicBezTo>
                <a:close/>
                <a:moveTo>
                  <a:pt x="5628724" y="3400080"/>
                </a:moveTo>
                <a:cubicBezTo>
                  <a:pt x="5632997" y="3400080"/>
                  <a:pt x="5636461" y="3403544"/>
                  <a:pt x="5636461" y="3407817"/>
                </a:cubicBezTo>
                <a:lnTo>
                  <a:pt x="5636461" y="3500653"/>
                </a:lnTo>
                <a:cubicBezTo>
                  <a:pt x="5636461" y="3504926"/>
                  <a:pt x="5632997" y="3508390"/>
                  <a:pt x="5628724" y="3508390"/>
                </a:cubicBezTo>
                <a:lnTo>
                  <a:pt x="5620988" y="3500654"/>
                </a:lnTo>
                <a:cubicBezTo>
                  <a:pt x="5620988" y="3469708"/>
                  <a:pt x="5620987" y="3438763"/>
                  <a:pt x="5620987" y="3407817"/>
                </a:cubicBezTo>
                <a:cubicBezTo>
                  <a:pt x="5620987" y="3403544"/>
                  <a:pt x="5624451" y="3400080"/>
                  <a:pt x="5628724" y="3400080"/>
                </a:cubicBezTo>
                <a:close/>
                <a:moveTo>
                  <a:pt x="5546729" y="3400080"/>
                </a:moveTo>
                <a:cubicBezTo>
                  <a:pt x="5576639" y="3400080"/>
                  <a:pt x="5600885" y="3424326"/>
                  <a:pt x="5600885" y="3454235"/>
                </a:cubicBezTo>
                <a:cubicBezTo>
                  <a:pt x="5600885" y="3484144"/>
                  <a:pt x="5576639" y="3508390"/>
                  <a:pt x="5546729" y="3508390"/>
                </a:cubicBezTo>
                <a:cubicBezTo>
                  <a:pt x="5516819" y="3508390"/>
                  <a:pt x="5492573" y="3484144"/>
                  <a:pt x="5492573" y="3454235"/>
                </a:cubicBezTo>
                <a:cubicBezTo>
                  <a:pt x="5492573" y="3424326"/>
                  <a:pt x="5516819" y="3400080"/>
                  <a:pt x="5546729" y="3400080"/>
                </a:cubicBezTo>
                <a:close/>
                <a:moveTo>
                  <a:pt x="5464733" y="3400080"/>
                </a:moveTo>
                <a:cubicBezTo>
                  <a:pt x="5469006" y="3400080"/>
                  <a:pt x="5472470" y="3403544"/>
                  <a:pt x="5472470" y="3407817"/>
                </a:cubicBezTo>
                <a:lnTo>
                  <a:pt x="5472470" y="3500653"/>
                </a:lnTo>
                <a:lnTo>
                  <a:pt x="5464733" y="3508390"/>
                </a:lnTo>
                <a:cubicBezTo>
                  <a:pt x="5460460" y="3508391"/>
                  <a:pt x="5456997" y="3504927"/>
                  <a:pt x="5456997" y="3500654"/>
                </a:cubicBezTo>
                <a:cubicBezTo>
                  <a:pt x="5456997" y="3469708"/>
                  <a:pt x="5456996" y="3438763"/>
                  <a:pt x="5456996" y="3407817"/>
                </a:cubicBezTo>
                <a:cubicBezTo>
                  <a:pt x="5456996" y="3403544"/>
                  <a:pt x="5460460" y="3400080"/>
                  <a:pt x="5464733" y="3400080"/>
                </a:cubicBezTo>
                <a:close/>
                <a:moveTo>
                  <a:pt x="5429156" y="3400080"/>
                </a:moveTo>
                <a:cubicBezTo>
                  <a:pt x="5433429" y="3400080"/>
                  <a:pt x="5436893" y="3403544"/>
                  <a:pt x="5436893" y="3407817"/>
                </a:cubicBezTo>
                <a:lnTo>
                  <a:pt x="5436893" y="3500653"/>
                </a:lnTo>
                <a:lnTo>
                  <a:pt x="5429156" y="3508390"/>
                </a:lnTo>
                <a:cubicBezTo>
                  <a:pt x="5424883" y="3508391"/>
                  <a:pt x="5421420" y="3504927"/>
                  <a:pt x="5421420" y="3500654"/>
                </a:cubicBezTo>
                <a:cubicBezTo>
                  <a:pt x="5421420" y="3469708"/>
                  <a:pt x="5421419" y="3438763"/>
                  <a:pt x="5421419" y="3407817"/>
                </a:cubicBezTo>
                <a:cubicBezTo>
                  <a:pt x="5421419" y="3403544"/>
                  <a:pt x="5424883" y="3400080"/>
                  <a:pt x="5429156" y="3400080"/>
                </a:cubicBezTo>
                <a:close/>
                <a:moveTo>
                  <a:pt x="5347160" y="3400080"/>
                </a:moveTo>
                <a:cubicBezTo>
                  <a:pt x="5377070" y="3400080"/>
                  <a:pt x="5401316" y="3424326"/>
                  <a:pt x="5401316" y="3454235"/>
                </a:cubicBezTo>
                <a:cubicBezTo>
                  <a:pt x="5401316" y="3484144"/>
                  <a:pt x="5377070" y="3508390"/>
                  <a:pt x="5347160" y="3508390"/>
                </a:cubicBezTo>
                <a:cubicBezTo>
                  <a:pt x="5317250" y="3508390"/>
                  <a:pt x="5293004" y="3484144"/>
                  <a:pt x="5293004" y="3454235"/>
                </a:cubicBezTo>
                <a:cubicBezTo>
                  <a:pt x="5293004" y="3424326"/>
                  <a:pt x="5317250" y="3400080"/>
                  <a:pt x="5347160" y="3400080"/>
                </a:cubicBezTo>
                <a:close/>
                <a:moveTo>
                  <a:pt x="5218745" y="3400080"/>
                </a:moveTo>
                <a:cubicBezTo>
                  <a:pt x="5248655" y="3400080"/>
                  <a:pt x="5272901" y="3424326"/>
                  <a:pt x="5272901" y="3454235"/>
                </a:cubicBezTo>
                <a:cubicBezTo>
                  <a:pt x="5272901" y="3484144"/>
                  <a:pt x="5248655" y="3508390"/>
                  <a:pt x="5218745" y="3508390"/>
                </a:cubicBezTo>
                <a:cubicBezTo>
                  <a:pt x="5188835" y="3508390"/>
                  <a:pt x="5164589" y="3484144"/>
                  <a:pt x="5164589" y="3454235"/>
                </a:cubicBezTo>
                <a:cubicBezTo>
                  <a:pt x="5164589" y="3424326"/>
                  <a:pt x="5188835" y="3400080"/>
                  <a:pt x="5218745" y="3400080"/>
                </a:cubicBezTo>
                <a:close/>
                <a:moveTo>
                  <a:pt x="5136749" y="3400080"/>
                </a:moveTo>
                <a:cubicBezTo>
                  <a:pt x="5141022" y="3400080"/>
                  <a:pt x="5144486" y="3403544"/>
                  <a:pt x="5144486" y="3407817"/>
                </a:cubicBezTo>
                <a:lnTo>
                  <a:pt x="5144486" y="3500653"/>
                </a:lnTo>
                <a:lnTo>
                  <a:pt x="5136749" y="3508390"/>
                </a:lnTo>
                <a:cubicBezTo>
                  <a:pt x="5132477" y="3508391"/>
                  <a:pt x="5129013" y="3504927"/>
                  <a:pt x="5129013" y="3500654"/>
                </a:cubicBezTo>
                <a:cubicBezTo>
                  <a:pt x="5129013" y="3469708"/>
                  <a:pt x="5129012" y="3438763"/>
                  <a:pt x="5129012" y="3407817"/>
                </a:cubicBezTo>
                <a:cubicBezTo>
                  <a:pt x="5129012" y="3403544"/>
                  <a:pt x="5132476" y="3400080"/>
                  <a:pt x="5136749" y="3400080"/>
                </a:cubicBezTo>
                <a:close/>
                <a:moveTo>
                  <a:pt x="5101173" y="3400080"/>
                </a:moveTo>
                <a:cubicBezTo>
                  <a:pt x="5105446" y="3400080"/>
                  <a:pt x="5108910" y="3403544"/>
                  <a:pt x="5108910" y="3407817"/>
                </a:cubicBezTo>
                <a:lnTo>
                  <a:pt x="5108910" y="3500653"/>
                </a:lnTo>
                <a:cubicBezTo>
                  <a:pt x="5108910" y="3504926"/>
                  <a:pt x="5105446" y="3508390"/>
                  <a:pt x="5101173" y="3508390"/>
                </a:cubicBezTo>
                <a:lnTo>
                  <a:pt x="5093437" y="3500654"/>
                </a:lnTo>
                <a:cubicBezTo>
                  <a:pt x="5093437" y="3469708"/>
                  <a:pt x="5093436" y="3438763"/>
                  <a:pt x="5093436" y="3407817"/>
                </a:cubicBezTo>
                <a:cubicBezTo>
                  <a:pt x="5093436" y="3403544"/>
                  <a:pt x="5096900" y="3400080"/>
                  <a:pt x="5101173" y="3400080"/>
                </a:cubicBezTo>
                <a:close/>
                <a:moveTo>
                  <a:pt x="5019177" y="3400080"/>
                </a:moveTo>
                <a:cubicBezTo>
                  <a:pt x="5049087" y="3400080"/>
                  <a:pt x="5073333" y="3424326"/>
                  <a:pt x="5073333" y="3454235"/>
                </a:cubicBezTo>
                <a:cubicBezTo>
                  <a:pt x="5073333" y="3484144"/>
                  <a:pt x="5049087" y="3508390"/>
                  <a:pt x="5019177" y="3508390"/>
                </a:cubicBezTo>
                <a:cubicBezTo>
                  <a:pt x="4989267" y="3508390"/>
                  <a:pt x="4965021" y="3484144"/>
                  <a:pt x="4965021" y="3454235"/>
                </a:cubicBezTo>
                <a:cubicBezTo>
                  <a:pt x="4965021" y="3424326"/>
                  <a:pt x="4989267" y="3400080"/>
                  <a:pt x="5019177" y="3400080"/>
                </a:cubicBezTo>
                <a:close/>
                <a:moveTo>
                  <a:pt x="4937181" y="3400080"/>
                </a:moveTo>
                <a:cubicBezTo>
                  <a:pt x="4941454" y="3400080"/>
                  <a:pt x="4944918" y="3403544"/>
                  <a:pt x="4944918" y="3407817"/>
                </a:cubicBezTo>
                <a:lnTo>
                  <a:pt x="4944918" y="3500653"/>
                </a:lnTo>
                <a:lnTo>
                  <a:pt x="4937181" y="3508390"/>
                </a:lnTo>
                <a:cubicBezTo>
                  <a:pt x="4932909" y="3508391"/>
                  <a:pt x="4929445" y="3504927"/>
                  <a:pt x="4929445" y="3500654"/>
                </a:cubicBezTo>
                <a:cubicBezTo>
                  <a:pt x="4929445" y="3469708"/>
                  <a:pt x="4929444" y="3438763"/>
                  <a:pt x="4929444" y="3407817"/>
                </a:cubicBezTo>
                <a:cubicBezTo>
                  <a:pt x="4929444" y="3403544"/>
                  <a:pt x="4932908" y="3400080"/>
                  <a:pt x="4937181" y="3400080"/>
                </a:cubicBezTo>
                <a:close/>
                <a:moveTo>
                  <a:pt x="4901604" y="3400080"/>
                </a:moveTo>
                <a:cubicBezTo>
                  <a:pt x="4905877" y="3400080"/>
                  <a:pt x="4909341" y="3403544"/>
                  <a:pt x="4909341" y="3407817"/>
                </a:cubicBezTo>
                <a:lnTo>
                  <a:pt x="4909341" y="3500653"/>
                </a:lnTo>
                <a:lnTo>
                  <a:pt x="4901604" y="3508390"/>
                </a:lnTo>
                <a:cubicBezTo>
                  <a:pt x="4897332" y="3508391"/>
                  <a:pt x="4893868" y="3504927"/>
                  <a:pt x="4893868" y="3500654"/>
                </a:cubicBezTo>
                <a:cubicBezTo>
                  <a:pt x="4893868" y="3469708"/>
                  <a:pt x="4893867" y="3438763"/>
                  <a:pt x="4893867" y="3407817"/>
                </a:cubicBezTo>
                <a:cubicBezTo>
                  <a:pt x="4893867" y="3403544"/>
                  <a:pt x="4897331" y="3400080"/>
                  <a:pt x="4901604" y="3400080"/>
                </a:cubicBezTo>
                <a:close/>
                <a:moveTo>
                  <a:pt x="4819608" y="3400080"/>
                </a:moveTo>
                <a:cubicBezTo>
                  <a:pt x="4849518" y="3400080"/>
                  <a:pt x="4873764" y="3424326"/>
                  <a:pt x="4873764" y="3454235"/>
                </a:cubicBezTo>
                <a:cubicBezTo>
                  <a:pt x="4873764" y="3484144"/>
                  <a:pt x="4849518" y="3508390"/>
                  <a:pt x="4819608" y="3508390"/>
                </a:cubicBezTo>
                <a:cubicBezTo>
                  <a:pt x="4789698" y="3508390"/>
                  <a:pt x="4765452" y="3484144"/>
                  <a:pt x="4765452" y="3454235"/>
                </a:cubicBezTo>
                <a:cubicBezTo>
                  <a:pt x="4765452" y="3424326"/>
                  <a:pt x="4789698" y="3400080"/>
                  <a:pt x="4819608" y="3400080"/>
                </a:cubicBezTo>
                <a:close/>
                <a:moveTo>
                  <a:pt x="4737613" y="3400080"/>
                </a:moveTo>
                <a:cubicBezTo>
                  <a:pt x="4741886" y="3400080"/>
                  <a:pt x="4745350" y="3403544"/>
                  <a:pt x="4745350" y="3407817"/>
                </a:cubicBezTo>
                <a:cubicBezTo>
                  <a:pt x="4745350" y="3438763"/>
                  <a:pt x="4745349" y="3469708"/>
                  <a:pt x="4745349" y="3500654"/>
                </a:cubicBezTo>
                <a:lnTo>
                  <a:pt x="4737613" y="3508390"/>
                </a:lnTo>
                <a:cubicBezTo>
                  <a:pt x="4733340" y="3508390"/>
                  <a:pt x="4729876" y="3504926"/>
                  <a:pt x="4729876" y="3500653"/>
                </a:cubicBezTo>
                <a:lnTo>
                  <a:pt x="4729876" y="3407817"/>
                </a:lnTo>
                <a:cubicBezTo>
                  <a:pt x="4729876" y="3403544"/>
                  <a:pt x="4733340" y="3400080"/>
                  <a:pt x="4737613" y="3400080"/>
                </a:cubicBezTo>
                <a:close/>
                <a:moveTo>
                  <a:pt x="4655617" y="3400080"/>
                </a:moveTo>
                <a:cubicBezTo>
                  <a:pt x="4685527" y="3400080"/>
                  <a:pt x="4709773" y="3424326"/>
                  <a:pt x="4709773" y="3454235"/>
                </a:cubicBezTo>
                <a:cubicBezTo>
                  <a:pt x="4709773" y="3484144"/>
                  <a:pt x="4685527" y="3508390"/>
                  <a:pt x="4655617" y="3508390"/>
                </a:cubicBezTo>
                <a:cubicBezTo>
                  <a:pt x="4625707" y="3508390"/>
                  <a:pt x="4601461" y="3484144"/>
                  <a:pt x="4601461" y="3454235"/>
                </a:cubicBezTo>
                <a:cubicBezTo>
                  <a:pt x="4601461" y="3424326"/>
                  <a:pt x="4625707" y="3400080"/>
                  <a:pt x="4655617" y="3400080"/>
                </a:cubicBezTo>
                <a:close/>
                <a:moveTo>
                  <a:pt x="4573622" y="3400080"/>
                </a:moveTo>
                <a:cubicBezTo>
                  <a:pt x="4577895" y="3400080"/>
                  <a:pt x="4581359" y="3403544"/>
                  <a:pt x="4581359" y="3407817"/>
                </a:cubicBezTo>
                <a:cubicBezTo>
                  <a:pt x="4581359" y="3438763"/>
                  <a:pt x="4581358" y="3469708"/>
                  <a:pt x="4581358" y="3500654"/>
                </a:cubicBezTo>
                <a:lnTo>
                  <a:pt x="4573622" y="3508390"/>
                </a:lnTo>
                <a:cubicBezTo>
                  <a:pt x="4569349" y="3508390"/>
                  <a:pt x="4565885" y="3504926"/>
                  <a:pt x="4565885" y="3500653"/>
                </a:cubicBezTo>
                <a:lnTo>
                  <a:pt x="4565885" y="3407817"/>
                </a:lnTo>
                <a:cubicBezTo>
                  <a:pt x="4565885" y="3403544"/>
                  <a:pt x="4569349" y="3400080"/>
                  <a:pt x="4573622" y="3400080"/>
                </a:cubicBezTo>
                <a:close/>
                <a:moveTo>
                  <a:pt x="4491626" y="3400080"/>
                </a:moveTo>
                <a:cubicBezTo>
                  <a:pt x="4521536" y="3400080"/>
                  <a:pt x="4545782" y="3424326"/>
                  <a:pt x="4545782" y="3454235"/>
                </a:cubicBezTo>
                <a:cubicBezTo>
                  <a:pt x="4545782" y="3484144"/>
                  <a:pt x="4521536" y="3508390"/>
                  <a:pt x="4491626" y="3508390"/>
                </a:cubicBezTo>
                <a:cubicBezTo>
                  <a:pt x="4461716" y="3508390"/>
                  <a:pt x="4437470" y="3484144"/>
                  <a:pt x="4437470" y="3454235"/>
                </a:cubicBezTo>
                <a:cubicBezTo>
                  <a:pt x="4437470" y="3424326"/>
                  <a:pt x="4461716" y="3400080"/>
                  <a:pt x="4491626" y="3400080"/>
                </a:cubicBezTo>
                <a:close/>
                <a:moveTo>
                  <a:pt x="4409630" y="3400080"/>
                </a:moveTo>
                <a:cubicBezTo>
                  <a:pt x="4413903" y="3400080"/>
                  <a:pt x="4417367" y="3403544"/>
                  <a:pt x="4417367" y="3407817"/>
                </a:cubicBezTo>
                <a:cubicBezTo>
                  <a:pt x="4417367" y="3438763"/>
                  <a:pt x="4417366" y="3469708"/>
                  <a:pt x="4417366" y="3500654"/>
                </a:cubicBezTo>
                <a:lnTo>
                  <a:pt x="4409630" y="3508390"/>
                </a:lnTo>
                <a:cubicBezTo>
                  <a:pt x="4405357" y="3508390"/>
                  <a:pt x="4401893" y="3504926"/>
                  <a:pt x="4401893" y="3500653"/>
                </a:cubicBezTo>
                <a:lnTo>
                  <a:pt x="4401893" y="3407817"/>
                </a:lnTo>
                <a:cubicBezTo>
                  <a:pt x="4401893" y="3403544"/>
                  <a:pt x="4405357" y="3400080"/>
                  <a:pt x="4409630" y="3400080"/>
                </a:cubicBezTo>
                <a:close/>
                <a:moveTo>
                  <a:pt x="4374053" y="3400080"/>
                </a:moveTo>
                <a:cubicBezTo>
                  <a:pt x="4378326" y="3400080"/>
                  <a:pt x="4381790" y="3403544"/>
                  <a:pt x="4381790" y="3407817"/>
                </a:cubicBezTo>
                <a:cubicBezTo>
                  <a:pt x="4381790" y="3438763"/>
                  <a:pt x="4381789" y="3469708"/>
                  <a:pt x="4381789" y="3500654"/>
                </a:cubicBezTo>
                <a:lnTo>
                  <a:pt x="4374053" y="3508390"/>
                </a:lnTo>
                <a:cubicBezTo>
                  <a:pt x="4369780" y="3508390"/>
                  <a:pt x="4366316" y="3504926"/>
                  <a:pt x="4366316" y="3500653"/>
                </a:cubicBezTo>
                <a:lnTo>
                  <a:pt x="4366316" y="3407817"/>
                </a:lnTo>
                <a:cubicBezTo>
                  <a:pt x="4366316" y="3403544"/>
                  <a:pt x="4369780" y="3400080"/>
                  <a:pt x="4374053" y="3400080"/>
                </a:cubicBezTo>
                <a:close/>
                <a:moveTo>
                  <a:pt x="4292057" y="3400080"/>
                </a:moveTo>
                <a:cubicBezTo>
                  <a:pt x="4321967" y="3400080"/>
                  <a:pt x="4346213" y="3424326"/>
                  <a:pt x="4346213" y="3454235"/>
                </a:cubicBezTo>
                <a:cubicBezTo>
                  <a:pt x="4346213" y="3484144"/>
                  <a:pt x="4321967" y="3508390"/>
                  <a:pt x="4292057" y="3508390"/>
                </a:cubicBezTo>
                <a:cubicBezTo>
                  <a:pt x="4262147" y="3508390"/>
                  <a:pt x="4237901" y="3484144"/>
                  <a:pt x="4237901" y="3454235"/>
                </a:cubicBezTo>
                <a:cubicBezTo>
                  <a:pt x="4237901" y="3424326"/>
                  <a:pt x="4262147" y="3400080"/>
                  <a:pt x="4292057" y="3400080"/>
                </a:cubicBezTo>
                <a:close/>
                <a:moveTo>
                  <a:pt x="4163642" y="3400080"/>
                </a:moveTo>
                <a:cubicBezTo>
                  <a:pt x="4193552" y="3400080"/>
                  <a:pt x="4217798" y="3424326"/>
                  <a:pt x="4217798" y="3454235"/>
                </a:cubicBezTo>
                <a:cubicBezTo>
                  <a:pt x="4217798" y="3484144"/>
                  <a:pt x="4193552" y="3508390"/>
                  <a:pt x="4163642" y="3508390"/>
                </a:cubicBezTo>
                <a:cubicBezTo>
                  <a:pt x="4133732" y="3508390"/>
                  <a:pt x="4109486" y="3484144"/>
                  <a:pt x="4109486" y="3454235"/>
                </a:cubicBezTo>
                <a:cubicBezTo>
                  <a:pt x="4109486" y="3424326"/>
                  <a:pt x="4133732" y="3400080"/>
                  <a:pt x="4163642" y="3400080"/>
                </a:cubicBezTo>
                <a:close/>
                <a:moveTo>
                  <a:pt x="4081647" y="3400080"/>
                </a:moveTo>
                <a:cubicBezTo>
                  <a:pt x="4085920" y="3400080"/>
                  <a:pt x="4089384" y="3403544"/>
                  <a:pt x="4089384" y="3407817"/>
                </a:cubicBezTo>
                <a:cubicBezTo>
                  <a:pt x="4089384" y="3438763"/>
                  <a:pt x="4089383" y="3469708"/>
                  <a:pt x="4089383" y="3500654"/>
                </a:cubicBezTo>
                <a:lnTo>
                  <a:pt x="4081647" y="3508390"/>
                </a:lnTo>
                <a:cubicBezTo>
                  <a:pt x="4077374" y="3508390"/>
                  <a:pt x="4073910" y="3504926"/>
                  <a:pt x="4073910" y="3500653"/>
                </a:cubicBezTo>
                <a:lnTo>
                  <a:pt x="4073910" y="3407817"/>
                </a:lnTo>
                <a:cubicBezTo>
                  <a:pt x="4073910" y="3403544"/>
                  <a:pt x="4077374" y="3400080"/>
                  <a:pt x="4081647" y="3400080"/>
                </a:cubicBezTo>
                <a:close/>
                <a:moveTo>
                  <a:pt x="4046070" y="3400080"/>
                </a:moveTo>
                <a:cubicBezTo>
                  <a:pt x="4050343" y="3400080"/>
                  <a:pt x="4053807" y="3403544"/>
                  <a:pt x="4053807" y="3407817"/>
                </a:cubicBezTo>
                <a:cubicBezTo>
                  <a:pt x="4053807" y="3438763"/>
                  <a:pt x="4053806" y="3469708"/>
                  <a:pt x="4053806" y="3500654"/>
                </a:cubicBezTo>
                <a:lnTo>
                  <a:pt x="4046070" y="3508390"/>
                </a:lnTo>
                <a:cubicBezTo>
                  <a:pt x="4041797" y="3508390"/>
                  <a:pt x="4038333" y="3504926"/>
                  <a:pt x="4038333" y="3500653"/>
                </a:cubicBezTo>
                <a:lnTo>
                  <a:pt x="4038333" y="3407817"/>
                </a:lnTo>
                <a:cubicBezTo>
                  <a:pt x="4038333" y="3403544"/>
                  <a:pt x="4041797" y="3400080"/>
                  <a:pt x="4046070" y="3400080"/>
                </a:cubicBezTo>
                <a:close/>
                <a:moveTo>
                  <a:pt x="3964074" y="3400080"/>
                </a:moveTo>
                <a:cubicBezTo>
                  <a:pt x="3993984" y="3400080"/>
                  <a:pt x="4018230" y="3424326"/>
                  <a:pt x="4018230" y="3454235"/>
                </a:cubicBezTo>
                <a:cubicBezTo>
                  <a:pt x="4018230" y="3484144"/>
                  <a:pt x="3993984" y="3508390"/>
                  <a:pt x="3964074" y="3508390"/>
                </a:cubicBezTo>
                <a:cubicBezTo>
                  <a:pt x="3934164" y="3508390"/>
                  <a:pt x="3909918" y="3484144"/>
                  <a:pt x="3909918" y="3454235"/>
                </a:cubicBezTo>
                <a:cubicBezTo>
                  <a:pt x="3909918" y="3424326"/>
                  <a:pt x="3934164" y="3400080"/>
                  <a:pt x="3964074" y="3400080"/>
                </a:cubicBezTo>
                <a:close/>
                <a:moveTo>
                  <a:pt x="3882078" y="3400080"/>
                </a:moveTo>
                <a:cubicBezTo>
                  <a:pt x="3886351" y="3400080"/>
                  <a:pt x="3889815" y="3403544"/>
                  <a:pt x="3889815" y="3407817"/>
                </a:cubicBezTo>
                <a:cubicBezTo>
                  <a:pt x="3889815" y="3438763"/>
                  <a:pt x="3889814" y="3469708"/>
                  <a:pt x="3889814" y="3500654"/>
                </a:cubicBezTo>
                <a:lnTo>
                  <a:pt x="3882078" y="3508390"/>
                </a:lnTo>
                <a:cubicBezTo>
                  <a:pt x="3877805" y="3508390"/>
                  <a:pt x="3874341" y="3504926"/>
                  <a:pt x="3874341" y="3500653"/>
                </a:cubicBezTo>
                <a:lnTo>
                  <a:pt x="3874341" y="3407817"/>
                </a:lnTo>
                <a:cubicBezTo>
                  <a:pt x="3874341" y="3403544"/>
                  <a:pt x="3877805" y="3400080"/>
                  <a:pt x="3882078" y="3400080"/>
                </a:cubicBezTo>
                <a:close/>
                <a:moveTo>
                  <a:pt x="3846501" y="3400080"/>
                </a:moveTo>
                <a:cubicBezTo>
                  <a:pt x="3850774" y="3400080"/>
                  <a:pt x="3854238" y="3403544"/>
                  <a:pt x="3854238" y="3407817"/>
                </a:cubicBezTo>
                <a:cubicBezTo>
                  <a:pt x="3854238" y="3438763"/>
                  <a:pt x="3854237" y="3469708"/>
                  <a:pt x="3854237" y="3500654"/>
                </a:cubicBezTo>
                <a:lnTo>
                  <a:pt x="3846501" y="3508390"/>
                </a:lnTo>
                <a:cubicBezTo>
                  <a:pt x="3842228" y="3508390"/>
                  <a:pt x="3838764" y="3504926"/>
                  <a:pt x="3838764" y="3500653"/>
                </a:cubicBezTo>
                <a:lnTo>
                  <a:pt x="3838764" y="3407817"/>
                </a:lnTo>
                <a:cubicBezTo>
                  <a:pt x="3838764" y="3403544"/>
                  <a:pt x="3842228" y="3400080"/>
                  <a:pt x="3846501" y="3400080"/>
                </a:cubicBezTo>
                <a:close/>
                <a:moveTo>
                  <a:pt x="3764505" y="3400080"/>
                </a:moveTo>
                <a:cubicBezTo>
                  <a:pt x="3794415" y="3400080"/>
                  <a:pt x="3818661" y="3424326"/>
                  <a:pt x="3818661" y="3454235"/>
                </a:cubicBezTo>
                <a:cubicBezTo>
                  <a:pt x="3818661" y="3484144"/>
                  <a:pt x="3794415" y="3508390"/>
                  <a:pt x="3764505" y="3508390"/>
                </a:cubicBezTo>
                <a:cubicBezTo>
                  <a:pt x="3734595" y="3508390"/>
                  <a:pt x="3710349" y="3484144"/>
                  <a:pt x="3710349" y="3454235"/>
                </a:cubicBezTo>
                <a:cubicBezTo>
                  <a:pt x="3710349" y="3424326"/>
                  <a:pt x="3734595" y="3400080"/>
                  <a:pt x="3764505" y="3400080"/>
                </a:cubicBezTo>
                <a:close/>
                <a:moveTo>
                  <a:pt x="3636090" y="3400080"/>
                </a:moveTo>
                <a:cubicBezTo>
                  <a:pt x="3665999" y="3400080"/>
                  <a:pt x="3690245" y="3424326"/>
                  <a:pt x="3690245" y="3454235"/>
                </a:cubicBezTo>
                <a:cubicBezTo>
                  <a:pt x="3690245" y="3484144"/>
                  <a:pt x="3665999" y="3508390"/>
                  <a:pt x="3636090" y="3508390"/>
                </a:cubicBezTo>
                <a:cubicBezTo>
                  <a:pt x="3606181" y="3508390"/>
                  <a:pt x="3581935" y="3484144"/>
                  <a:pt x="3581935" y="3454235"/>
                </a:cubicBezTo>
                <a:cubicBezTo>
                  <a:pt x="3581935" y="3424326"/>
                  <a:pt x="3606181" y="3400080"/>
                  <a:pt x="3636090" y="3400080"/>
                </a:cubicBezTo>
                <a:close/>
                <a:moveTo>
                  <a:pt x="3554095" y="3400080"/>
                </a:moveTo>
                <a:cubicBezTo>
                  <a:pt x="3558368" y="3400080"/>
                  <a:pt x="3561832" y="3403544"/>
                  <a:pt x="3561832" y="3407817"/>
                </a:cubicBezTo>
                <a:cubicBezTo>
                  <a:pt x="3561832" y="3438763"/>
                  <a:pt x="3561831" y="3469708"/>
                  <a:pt x="3561831" y="3500654"/>
                </a:cubicBezTo>
                <a:lnTo>
                  <a:pt x="3554095" y="3508390"/>
                </a:lnTo>
                <a:cubicBezTo>
                  <a:pt x="3549822" y="3508390"/>
                  <a:pt x="3546358" y="3504926"/>
                  <a:pt x="3546358" y="3500653"/>
                </a:cubicBezTo>
                <a:lnTo>
                  <a:pt x="3546358" y="3407817"/>
                </a:lnTo>
                <a:cubicBezTo>
                  <a:pt x="3546358" y="3403544"/>
                  <a:pt x="3549822" y="3400080"/>
                  <a:pt x="3554095" y="3400080"/>
                </a:cubicBezTo>
                <a:close/>
                <a:moveTo>
                  <a:pt x="3518518" y="3400080"/>
                </a:moveTo>
                <a:cubicBezTo>
                  <a:pt x="3522791" y="3400080"/>
                  <a:pt x="3526255" y="3403544"/>
                  <a:pt x="3526255" y="3407817"/>
                </a:cubicBezTo>
                <a:lnTo>
                  <a:pt x="3526255" y="3500653"/>
                </a:lnTo>
                <a:cubicBezTo>
                  <a:pt x="3526255" y="3504926"/>
                  <a:pt x="3522791" y="3508390"/>
                  <a:pt x="3518518" y="3508390"/>
                </a:cubicBezTo>
                <a:lnTo>
                  <a:pt x="3510782" y="3500654"/>
                </a:lnTo>
                <a:cubicBezTo>
                  <a:pt x="3510782" y="3469708"/>
                  <a:pt x="3510781" y="3438763"/>
                  <a:pt x="3510781" y="3407817"/>
                </a:cubicBezTo>
                <a:cubicBezTo>
                  <a:pt x="3510781" y="3403544"/>
                  <a:pt x="3514245" y="3400080"/>
                  <a:pt x="3518518" y="3400080"/>
                </a:cubicBezTo>
                <a:close/>
                <a:moveTo>
                  <a:pt x="3436522" y="3400080"/>
                </a:moveTo>
                <a:cubicBezTo>
                  <a:pt x="3466431" y="3400080"/>
                  <a:pt x="3490677" y="3424326"/>
                  <a:pt x="3490677" y="3454235"/>
                </a:cubicBezTo>
                <a:cubicBezTo>
                  <a:pt x="3490677" y="3484144"/>
                  <a:pt x="3466431" y="3508390"/>
                  <a:pt x="3436522" y="3508390"/>
                </a:cubicBezTo>
                <a:cubicBezTo>
                  <a:pt x="3406613" y="3508390"/>
                  <a:pt x="3382367" y="3484144"/>
                  <a:pt x="3382367" y="3454235"/>
                </a:cubicBezTo>
                <a:cubicBezTo>
                  <a:pt x="3382367" y="3424326"/>
                  <a:pt x="3406613" y="3400080"/>
                  <a:pt x="3436522" y="3400080"/>
                </a:cubicBezTo>
                <a:close/>
                <a:moveTo>
                  <a:pt x="3308108" y="3400080"/>
                </a:moveTo>
                <a:cubicBezTo>
                  <a:pt x="3338018" y="3400080"/>
                  <a:pt x="3362264" y="3424326"/>
                  <a:pt x="3362264" y="3454235"/>
                </a:cubicBezTo>
                <a:cubicBezTo>
                  <a:pt x="3362264" y="3484144"/>
                  <a:pt x="3338018" y="3508390"/>
                  <a:pt x="3308108" y="3508390"/>
                </a:cubicBezTo>
                <a:cubicBezTo>
                  <a:pt x="3278198" y="3508390"/>
                  <a:pt x="3253952" y="3484144"/>
                  <a:pt x="3253952" y="3454235"/>
                </a:cubicBezTo>
                <a:cubicBezTo>
                  <a:pt x="3253952" y="3424326"/>
                  <a:pt x="3278198" y="3400080"/>
                  <a:pt x="3308108" y="3400080"/>
                </a:cubicBezTo>
                <a:close/>
                <a:moveTo>
                  <a:pt x="3226112" y="3400080"/>
                </a:moveTo>
                <a:cubicBezTo>
                  <a:pt x="3230385" y="3400080"/>
                  <a:pt x="3233849" y="3403544"/>
                  <a:pt x="3233849" y="3407817"/>
                </a:cubicBezTo>
                <a:lnTo>
                  <a:pt x="3233849" y="3500653"/>
                </a:lnTo>
                <a:lnTo>
                  <a:pt x="3226112" y="3508390"/>
                </a:lnTo>
                <a:cubicBezTo>
                  <a:pt x="3221840" y="3508391"/>
                  <a:pt x="3218376" y="3504927"/>
                  <a:pt x="3218376" y="3500654"/>
                </a:cubicBezTo>
                <a:cubicBezTo>
                  <a:pt x="3218376" y="3469708"/>
                  <a:pt x="3218375" y="3438763"/>
                  <a:pt x="3218375" y="3407817"/>
                </a:cubicBezTo>
                <a:cubicBezTo>
                  <a:pt x="3218375" y="3403544"/>
                  <a:pt x="3221839" y="3400080"/>
                  <a:pt x="3226112" y="3400080"/>
                </a:cubicBezTo>
                <a:close/>
                <a:moveTo>
                  <a:pt x="3144116" y="3400080"/>
                </a:moveTo>
                <a:cubicBezTo>
                  <a:pt x="3174026" y="3400080"/>
                  <a:pt x="3198272" y="3424326"/>
                  <a:pt x="3198272" y="3454235"/>
                </a:cubicBezTo>
                <a:cubicBezTo>
                  <a:pt x="3198272" y="3484144"/>
                  <a:pt x="3174026" y="3508390"/>
                  <a:pt x="3144116" y="3508390"/>
                </a:cubicBezTo>
                <a:cubicBezTo>
                  <a:pt x="3114206" y="3508390"/>
                  <a:pt x="3089960" y="3484144"/>
                  <a:pt x="3089960" y="3454235"/>
                </a:cubicBezTo>
                <a:cubicBezTo>
                  <a:pt x="3089960" y="3424326"/>
                  <a:pt x="3114206" y="3400080"/>
                  <a:pt x="3144116" y="3400080"/>
                </a:cubicBezTo>
                <a:close/>
                <a:moveTo>
                  <a:pt x="3062120" y="3400080"/>
                </a:moveTo>
                <a:cubicBezTo>
                  <a:pt x="3066393" y="3400080"/>
                  <a:pt x="3069857" y="3403544"/>
                  <a:pt x="3069857" y="3407817"/>
                </a:cubicBezTo>
                <a:lnTo>
                  <a:pt x="3069857" y="3500653"/>
                </a:lnTo>
                <a:lnTo>
                  <a:pt x="3062120" y="3508390"/>
                </a:lnTo>
                <a:cubicBezTo>
                  <a:pt x="3057847" y="3508391"/>
                  <a:pt x="3054384" y="3504927"/>
                  <a:pt x="3054384" y="3500654"/>
                </a:cubicBezTo>
                <a:cubicBezTo>
                  <a:pt x="3054384" y="3469708"/>
                  <a:pt x="3054383" y="3438763"/>
                  <a:pt x="3054383" y="3407817"/>
                </a:cubicBezTo>
                <a:cubicBezTo>
                  <a:pt x="3054383" y="3403544"/>
                  <a:pt x="3057847" y="3400080"/>
                  <a:pt x="3062120" y="3400080"/>
                </a:cubicBezTo>
                <a:close/>
                <a:moveTo>
                  <a:pt x="3026543" y="3400080"/>
                </a:moveTo>
                <a:cubicBezTo>
                  <a:pt x="3030816" y="3400080"/>
                  <a:pt x="3034280" y="3403544"/>
                  <a:pt x="3034280" y="3407817"/>
                </a:cubicBezTo>
                <a:lnTo>
                  <a:pt x="3034280" y="3500653"/>
                </a:lnTo>
                <a:lnTo>
                  <a:pt x="3026543" y="3508390"/>
                </a:lnTo>
                <a:cubicBezTo>
                  <a:pt x="3022271" y="3508391"/>
                  <a:pt x="3018807" y="3504927"/>
                  <a:pt x="3018807" y="3500654"/>
                </a:cubicBezTo>
                <a:cubicBezTo>
                  <a:pt x="3018807" y="3469708"/>
                  <a:pt x="3018806" y="3438763"/>
                  <a:pt x="3018806" y="3407817"/>
                </a:cubicBezTo>
                <a:cubicBezTo>
                  <a:pt x="3018806" y="3403544"/>
                  <a:pt x="3022270" y="3400080"/>
                  <a:pt x="3026543" y="3400080"/>
                </a:cubicBezTo>
                <a:close/>
                <a:moveTo>
                  <a:pt x="2944547" y="3400080"/>
                </a:moveTo>
                <a:cubicBezTo>
                  <a:pt x="2974457" y="3400080"/>
                  <a:pt x="2998703" y="3424326"/>
                  <a:pt x="2998703" y="3454235"/>
                </a:cubicBezTo>
                <a:cubicBezTo>
                  <a:pt x="2998703" y="3484144"/>
                  <a:pt x="2974457" y="3508390"/>
                  <a:pt x="2944547" y="3508390"/>
                </a:cubicBezTo>
                <a:cubicBezTo>
                  <a:pt x="2914637" y="3508390"/>
                  <a:pt x="2890391" y="3484144"/>
                  <a:pt x="2890391" y="3454235"/>
                </a:cubicBezTo>
                <a:cubicBezTo>
                  <a:pt x="2890391" y="3424326"/>
                  <a:pt x="2914637" y="3400080"/>
                  <a:pt x="2944547" y="3400080"/>
                </a:cubicBezTo>
                <a:close/>
                <a:moveTo>
                  <a:pt x="2862551" y="3400080"/>
                </a:moveTo>
                <a:cubicBezTo>
                  <a:pt x="2866824" y="3400080"/>
                  <a:pt x="2870288" y="3403544"/>
                  <a:pt x="2870288" y="3407817"/>
                </a:cubicBezTo>
                <a:lnTo>
                  <a:pt x="2870288" y="3500653"/>
                </a:lnTo>
                <a:lnTo>
                  <a:pt x="2862551" y="3508390"/>
                </a:lnTo>
                <a:cubicBezTo>
                  <a:pt x="2858278" y="3508391"/>
                  <a:pt x="2854815" y="3504927"/>
                  <a:pt x="2854815" y="3500654"/>
                </a:cubicBezTo>
                <a:cubicBezTo>
                  <a:pt x="2854815" y="3469708"/>
                  <a:pt x="2854814" y="3438763"/>
                  <a:pt x="2854814" y="3407817"/>
                </a:cubicBezTo>
                <a:cubicBezTo>
                  <a:pt x="2854814" y="3403544"/>
                  <a:pt x="2858278" y="3400080"/>
                  <a:pt x="2862551" y="3400080"/>
                </a:cubicBezTo>
                <a:close/>
                <a:moveTo>
                  <a:pt x="2780556" y="3400080"/>
                </a:moveTo>
                <a:cubicBezTo>
                  <a:pt x="2810466" y="3400080"/>
                  <a:pt x="2834712" y="3424326"/>
                  <a:pt x="2834712" y="3454235"/>
                </a:cubicBezTo>
                <a:cubicBezTo>
                  <a:pt x="2834712" y="3484144"/>
                  <a:pt x="2810466" y="3508390"/>
                  <a:pt x="2780556" y="3508390"/>
                </a:cubicBezTo>
                <a:cubicBezTo>
                  <a:pt x="2750646" y="3508390"/>
                  <a:pt x="2726400" y="3484144"/>
                  <a:pt x="2726400" y="3454235"/>
                </a:cubicBezTo>
                <a:cubicBezTo>
                  <a:pt x="2726400" y="3424326"/>
                  <a:pt x="2750646" y="3400080"/>
                  <a:pt x="2780556" y="3400080"/>
                </a:cubicBezTo>
                <a:close/>
                <a:moveTo>
                  <a:pt x="2698560" y="3400080"/>
                </a:moveTo>
                <a:cubicBezTo>
                  <a:pt x="2702833" y="3400080"/>
                  <a:pt x="2706297" y="3403544"/>
                  <a:pt x="2706297" y="3407817"/>
                </a:cubicBezTo>
                <a:lnTo>
                  <a:pt x="2706297" y="3500653"/>
                </a:lnTo>
                <a:lnTo>
                  <a:pt x="2698560" y="3508390"/>
                </a:lnTo>
                <a:cubicBezTo>
                  <a:pt x="2694287" y="3508391"/>
                  <a:pt x="2690824" y="3504927"/>
                  <a:pt x="2690824" y="3500654"/>
                </a:cubicBezTo>
                <a:cubicBezTo>
                  <a:pt x="2690824" y="3469708"/>
                  <a:pt x="2690823" y="3438763"/>
                  <a:pt x="2690823" y="3407817"/>
                </a:cubicBezTo>
                <a:cubicBezTo>
                  <a:pt x="2690823" y="3403544"/>
                  <a:pt x="2694287" y="3400080"/>
                  <a:pt x="2698560" y="3400080"/>
                </a:cubicBezTo>
                <a:close/>
                <a:moveTo>
                  <a:pt x="2662983" y="3400080"/>
                </a:moveTo>
                <a:cubicBezTo>
                  <a:pt x="2667256" y="3400080"/>
                  <a:pt x="2670720" y="3403544"/>
                  <a:pt x="2670720" y="3407817"/>
                </a:cubicBezTo>
                <a:lnTo>
                  <a:pt x="2670720" y="3500653"/>
                </a:lnTo>
                <a:lnTo>
                  <a:pt x="2662983" y="3508390"/>
                </a:lnTo>
                <a:cubicBezTo>
                  <a:pt x="2658710" y="3508391"/>
                  <a:pt x="2655247" y="3504927"/>
                  <a:pt x="2655247" y="3500654"/>
                </a:cubicBezTo>
                <a:cubicBezTo>
                  <a:pt x="2655247" y="3469708"/>
                  <a:pt x="2655246" y="3438763"/>
                  <a:pt x="2655246" y="3407817"/>
                </a:cubicBezTo>
                <a:cubicBezTo>
                  <a:pt x="2655246" y="3403544"/>
                  <a:pt x="2658710" y="3400080"/>
                  <a:pt x="2662983" y="3400080"/>
                </a:cubicBezTo>
                <a:close/>
                <a:moveTo>
                  <a:pt x="2580987" y="3400080"/>
                </a:moveTo>
                <a:cubicBezTo>
                  <a:pt x="2610897" y="3400080"/>
                  <a:pt x="2635143" y="3424326"/>
                  <a:pt x="2635143" y="3454235"/>
                </a:cubicBezTo>
                <a:cubicBezTo>
                  <a:pt x="2635143" y="3484144"/>
                  <a:pt x="2610897" y="3508390"/>
                  <a:pt x="2580987" y="3508390"/>
                </a:cubicBezTo>
                <a:cubicBezTo>
                  <a:pt x="2551077" y="3508390"/>
                  <a:pt x="2526831" y="3484144"/>
                  <a:pt x="2526831" y="3454235"/>
                </a:cubicBezTo>
                <a:cubicBezTo>
                  <a:pt x="2526831" y="3424326"/>
                  <a:pt x="2551077" y="3400080"/>
                  <a:pt x="2580987" y="3400080"/>
                </a:cubicBezTo>
                <a:close/>
                <a:moveTo>
                  <a:pt x="2498991" y="3400080"/>
                </a:moveTo>
                <a:cubicBezTo>
                  <a:pt x="2503264" y="3400080"/>
                  <a:pt x="2506728" y="3403544"/>
                  <a:pt x="2506728" y="3407817"/>
                </a:cubicBezTo>
                <a:lnTo>
                  <a:pt x="2506728" y="3500653"/>
                </a:lnTo>
                <a:cubicBezTo>
                  <a:pt x="2506728" y="3504926"/>
                  <a:pt x="2503264" y="3508390"/>
                  <a:pt x="2498991" y="3508390"/>
                </a:cubicBezTo>
                <a:lnTo>
                  <a:pt x="2491255" y="3500654"/>
                </a:lnTo>
                <a:cubicBezTo>
                  <a:pt x="2491255" y="3469708"/>
                  <a:pt x="2491254" y="3438763"/>
                  <a:pt x="2491254" y="3407817"/>
                </a:cubicBezTo>
                <a:cubicBezTo>
                  <a:pt x="2491254" y="3403544"/>
                  <a:pt x="2494718" y="3400080"/>
                  <a:pt x="2498991" y="3400080"/>
                </a:cubicBezTo>
                <a:close/>
                <a:moveTo>
                  <a:pt x="2463414" y="3400080"/>
                </a:moveTo>
                <a:cubicBezTo>
                  <a:pt x="2467687" y="3400080"/>
                  <a:pt x="2471151" y="3403544"/>
                  <a:pt x="2471151" y="3407817"/>
                </a:cubicBezTo>
                <a:lnTo>
                  <a:pt x="2471151" y="3500653"/>
                </a:lnTo>
                <a:lnTo>
                  <a:pt x="2463414" y="3508390"/>
                </a:lnTo>
                <a:cubicBezTo>
                  <a:pt x="2459141" y="3508391"/>
                  <a:pt x="2455678" y="3504927"/>
                  <a:pt x="2455678" y="3500654"/>
                </a:cubicBezTo>
                <a:cubicBezTo>
                  <a:pt x="2455678" y="3469708"/>
                  <a:pt x="2455677" y="3438763"/>
                  <a:pt x="2455677" y="3407817"/>
                </a:cubicBezTo>
                <a:cubicBezTo>
                  <a:pt x="2455677" y="3403544"/>
                  <a:pt x="2459141" y="3400080"/>
                  <a:pt x="2463414" y="3400080"/>
                </a:cubicBezTo>
                <a:close/>
                <a:moveTo>
                  <a:pt x="2381419" y="3400080"/>
                </a:moveTo>
                <a:cubicBezTo>
                  <a:pt x="2411329" y="3400080"/>
                  <a:pt x="2435575" y="3424326"/>
                  <a:pt x="2435575" y="3454235"/>
                </a:cubicBezTo>
                <a:cubicBezTo>
                  <a:pt x="2435575" y="3484144"/>
                  <a:pt x="2411329" y="3508390"/>
                  <a:pt x="2381419" y="3508390"/>
                </a:cubicBezTo>
                <a:cubicBezTo>
                  <a:pt x="2351509" y="3508390"/>
                  <a:pt x="2327263" y="3484144"/>
                  <a:pt x="2327263" y="3454235"/>
                </a:cubicBezTo>
                <a:cubicBezTo>
                  <a:pt x="2327263" y="3424326"/>
                  <a:pt x="2351509" y="3400080"/>
                  <a:pt x="2381419" y="3400080"/>
                </a:cubicBezTo>
                <a:close/>
                <a:moveTo>
                  <a:pt x="2253005" y="3400080"/>
                </a:moveTo>
                <a:cubicBezTo>
                  <a:pt x="2282915" y="3400080"/>
                  <a:pt x="2307161" y="3424326"/>
                  <a:pt x="2307161" y="3454235"/>
                </a:cubicBezTo>
                <a:cubicBezTo>
                  <a:pt x="2307161" y="3484144"/>
                  <a:pt x="2282915" y="3508390"/>
                  <a:pt x="2253005" y="3508390"/>
                </a:cubicBezTo>
                <a:cubicBezTo>
                  <a:pt x="2223095" y="3508390"/>
                  <a:pt x="2198849" y="3484144"/>
                  <a:pt x="2198849" y="3454235"/>
                </a:cubicBezTo>
                <a:cubicBezTo>
                  <a:pt x="2198849" y="3424326"/>
                  <a:pt x="2223095" y="3400080"/>
                  <a:pt x="2253005" y="3400080"/>
                </a:cubicBezTo>
                <a:close/>
                <a:moveTo>
                  <a:pt x="2171009" y="3400080"/>
                </a:moveTo>
                <a:cubicBezTo>
                  <a:pt x="2175282" y="3400080"/>
                  <a:pt x="2178746" y="3403544"/>
                  <a:pt x="2178746" y="3407817"/>
                </a:cubicBezTo>
                <a:cubicBezTo>
                  <a:pt x="2178746" y="3438763"/>
                  <a:pt x="2178745" y="3469708"/>
                  <a:pt x="2178745" y="3500654"/>
                </a:cubicBezTo>
                <a:lnTo>
                  <a:pt x="2171009" y="3508390"/>
                </a:lnTo>
                <a:cubicBezTo>
                  <a:pt x="2166736" y="3508390"/>
                  <a:pt x="2163272" y="3504926"/>
                  <a:pt x="2163272" y="3500653"/>
                </a:cubicBezTo>
                <a:lnTo>
                  <a:pt x="2163272" y="3407817"/>
                </a:lnTo>
                <a:cubicBezTo>
                  <a:pt x="2163272" y="3403544"/>
                  <a:pt x="2166736" y="3400080"/>
                  <a:pt x="2171009" y="3400080"/>
                </a:cubicBezTo>
                <a:close/>
                <a:moveTo>
                  <a:pt x="2135432" y="3400080"/>
                </a:moveTo>
                <a:cubicBezTo>
                  <a:pt x="2139705" y="3400080"/>
                  <a:pt x="2143169" y="3403544"/>
                  <a:pt x="2143169" y="3407817"/>
                </a:cubicBezTo>
                <a:cubicBezTo>
                  <a:pt x="2143169" y="3438763"/>
                  <a:pt x="2143168" y="3469708"/>
                  <a:pt x="2143168" y="3500654"/>
                </a:cubicBezTo>
                <a:lnTo>
                  <a:pt x="2135432" y="3508390"/>
                </a:lnTo>
                <a:cubicBezTo>
                  <a:pt x="2131159" y="3508390"/>
                  <a:pt x="2127695" y="3504926"/>
                  <a:pt x="2127695" y="3500653"/>
                </a:cubicBezTo>
                <a:lnTo>
                  <a:pt x="2127695" y="3407817"/>
                </a:lnTo>
                <a:cubicBezTo>
                  <a:pt x="2127695" y="3403544"/>
                  <a:pt x="2131159" y="3400080"/>
                  <a:pt x="2135432" y="3400080"/>
                </a:cubicBezTo>
                <a:close/>
                <a:moveTo>
                  <a:pt x="2053436" y="3400080"/>
                </a:moveTo>
                <a:cubicBezTo>
                  <a:pt x="2083346" y="3400080"/>
                  <a:pt x="2107592" y="3424326"/>
                  <a:pt x="2107592" y="3454235"/>
                </a:cubicBezTo>
                <a:cubicBezTo>
                  <a:pt x="2107592" y="3484144"/>
                  <a:pt x="2083346" y="3508390"/>
                  <a:pt x="2053436" y="3508390"/>
                </a:cubicBezTo>
                <a:cubicBezTo>
                  <a:pt x="2023526" y="3508390"/>
                  <a:pt x="1999280" y="3484144"/>
                  <a:pt x="1999280" y="3454235"/>
                </a:cubicBezTo>
                <a:cubicBezTo>
                  <a:pt x="1999280" y="3424326"/>
                  <a:pt x="2023526" y="3400080"/>
                  <a:pt x="2053436" y="3400080"/>
                </a:cubicBezTo>
                <a:close/>
                <a:moveTo>
                  <a:pt x="1971440" y="3400080"/>
                </a:moveTo>
                <a:cubicBezTo>
                  <a:pt x="1975713" y="3400080"/>
                  <a:pt x="1979177" y="3403544"/>
                  <a:pt x="1979177" y="3407817"/>
                </a:cubicBezTo>
                <a:cubicBezTo>
                  <a:pt x="1979177" y="3438763"/>
                  <a:pt x="1979176" y="3469708"/>
                  <a:pt x="1979176" y="3500654"/>
                </a:cubicBezTo>
                <a:lnTo>
                  <a:pt x="1971440" y="3508390"/>
                </a:lnTo>
                <a:cubicBezTo>
                  <a:pt x="1967167" y="3508390"/>
                  <a:pt x="1963703" y="3504926"/>
                  <a:pt x="1963703" y="3500653"/>
                </a:cubicBezTo>
                <a:lnTo>
                  <a:pt x="1963703" y="3407817"/>
                </a:lnTo>
                <a:cubicBezTo>
                  <a:pt x="1963703" y="3403544"/>
                  <a:pt x="1967167" y="3400080"/>
                  <a:pt x="1971440" y="3400080"/>
                </a:cubicBezTo>
                <a:close/>
                <a:moveTo>
                  <a:pt x="1935864" y="3400080"/>
                </a:moveTo>
                <a:cubicBezTo>
                  <a:pt x="1940137" y="3400080"/>
                  <a:pt x="1943601" y="3403544"/>
                  <a:pt x="1943601" y="3407817"/>
                </a:cubicBezTo>
                <a:cubicBezTo>
                  <a:pt x="1943601" y="3438763"/>
                  <a:pt x="1943600" y="3469708"/>
                  <a:pt x="1943600" y="3500654"/>
                </a:cubicBezTo>
                <a:lnTo>
                  <a:pt x="1935864" y="3508390"/>
                </a:lnTo>
                <a:cubicBezTo>
                  <a:pt x="1931591" y="3508390"/>
                  <a:pt x="1928127" y="3504926"/>
                  <a:pt x="1928127" y="3500653"/>
                </a:cubicBezTo>
                <a:lnTo>
                  <a:pt x="1928127" y="3407817"/>
                </a:lnTo>
                <a:cubicBezTo>
                  <a:pt x="1928127" y="3403544"/>
                  <a:pt x="1931591" y="3400080"/>
                  <a:pt x="1935864" y="3400080"/>
                </a:cubicBezTo>
                <a:close/>
                <a:moveTo>
                  <a:pt x="1853868" y="3400080"/>
                </a:moveTo>
                <a:cubicBezTo>
                  <a:pt x="1883778" y="3400080"/>
                  <a:pt x="1908024" y="3424326"/>
                  <a:pt x="1908024" y="3454235"/>
                </a:cubicBezTo>
                <a:cubicBezTo>
                  <a:pt x="1908024" y="3484144"/>
                  <a:pt x="1883778" y="3508390"/>
                  <a:pt x="1853868" y="3508390"/>
                </a:cubicBezTo>
                <a:cubicBezTo>
                  <a:pt x="1823958" y="3508390"/>
                  <a:pt x="1799712" y="3484144"/>
                  <a:pt x="1799712" y="3454235"/>
                </a:cubicBezTo>
                <a:cubicBezTo>
                  <a:pt x="1799712" y="3424326"/>
                  <a:pt x="1823958" y="3400080"/>
                  <a:pt x="1853868" y="3400080"/>
                </a:cubicBezTo>
                <a:close/>
                <a:moveTo>
                  <a:pt x="1725453" y="3400080"/>
                </a:moveTo>
                <a:cubicBezTo>
                  <a:pt x="1755363" y="3400080"/>
                  <a:pt x="1779609" y="3424326"/>
                  <a:pt x="1779609" y="3454235"/>
                </a:cubicBezTo>
                <a:cubicBezTo>
                  <a:pt x="1779609" y="3484144"/>
                  <a:pt x="1755363" y="3508390"/>
                  <a:pt x="1725453" y="3508390"/>
                </a:cubicBezTo>
                <a:cubicBezTo>
                  <a:pt x="1695543" y="3508390"/>
                  <a:pt x="1671297" y="3484144"/>
                  <a:pt x="1671297" y="3454235"/>
                </a:cubicBezTo>
                <a:cubicBezTo>
                  <a:pt x="1671297" y="3424326"/>
                  <a:pt x="1695543" y="3400080"/>
                  <a:pt x="1725453" y="3400080"/>
                </a:cubicBezTo>
                <a:close/>
                <a:moveTo>
                  <a:pt x="1643457" y="3400080"/>
                </a:moveTo>
                <a:cubicBezTo>
                  <a:pt x="1647730" y="3400080"/>
                  <a:pt x="1651194" y="3403544"/>
                  <a:pt x="1651194" y="3407817"/>
                </a:cubicBezTo>
                <a:cubicBezTo>
                  <a:pt x="1651194" y="3438763"/>
                  <a:pt x="1651193" y="3469708"/>
                  <a:pt x="1651193" y="3500654"/>
                </a:cubicBezTo>
                <a:lnTo>
                  <a:pt x="1643457" y="3508390"/>
                </a:lnTo>
                <a:cubicBezTo>
                  <a:pt x="1639184" y="3508390"/>
                  <a:pt x="1635720" y="3504926"/>
                  <a:pt x="1635720" y="3500653"/>
                </a:cubicBezTo>
                <a:lnTo>
                  <a:pt x="1635720" y="3407817"/>
                </a:lnTo>
                <a:cubicBezTo>
                  <a:pt x="1635720" y="3403544"/>
                  <a:pt x="1639184" y="3400080"/>
                  <a:pt x="1643457" y="3400080"/>
                </a:cubicBezTo>
                <a:close/>
                <a:moveTo>
                  <a:pt x="1607880" y="3400080"/>
                </a:moveTo>
                <a:cubicBezTo>
                  <a:pt x="1612153" y="3400080"/>
                  <a:pt x="1615617" y="3403544"/>
                  <a:pt x="1615617" y="3407817"/>
                </a:cubicBezTo>
                <a:cubicBezTo>
                  <a:pt x="1615617" y="3438763"/>
                  <a:pt x="1615616" y="3469708"/>
                  <a:pt x="1615616" y="3500654"/>
                </a:cubicBezTo>
                <a:lnTo>
                  <a:pt x="1607880" y="3508390"/>
                </a:lnTo>
                <a:cubicBezTo>
                  <a:pt x="1603607" y="3508390"/>
                  <a:pt x="1600143" y="3504926"/>
                  <a:pt x="1600143" y="3500653"/>
                </a:cubicBezTo>
                <a:lnTo>
                  <a:pt x="1600143" y="3407817"/>
                </a:lnTo>
                <a:cubicBezTo>
                  <a:pt x="1600143" y="3403544"/>
                  <a:pt x="1603607" y="3400080"/>
                  <a:pt x="1607880" y="3400080"/>
                </a:cubicBezTo>
                <a:close/>
                <a:moveTo>
                  <a:pt x="1525884" y="3400080"/>
                </a:moveTo>
                <a:cubicBezTo>
                  <a:pt x="1555794" y="3400080"/>
                  <a:pt x="1580040" y="3424326"/>
                  <a:pt x="1580040" y="3454235"/>
                </a:cubicBezTo>
                <a:cubicBezTo>
                  <a:pt x="1580040" y="3484144"/>
                  <a:pt x="1555794" y="3508390"/>
                  <a:pt x="1525884" y="3508390"/>
                </a:cubicBezTo>
                <a:cubicBezTo>
                  <a:pt x="1495974" y="3508390"/>
                  <a:pt x="1471728" y="3484144"/>
                  <a:pt x="1471728" y="3454235"/>
                </a:cubicBezTo>
                <a:cubicBezTo>
                  <a:pt x="1471728" y="3424326"/>
                  <a:pt x="1495974" y="3400080"/>
                  <a:pt x="1525884" y="3400080"/>
                </a:cubicBezTo>
                <a:close/>
                <a:moveTo>
                  <a:pt x="1443888" y="3400080"/>
                </a:moveTo>
                <a:cubicBezTo>
                  <a:pt x="1448161" y="3400080"/>
                  <a:pt x="1451625" y="3403544"/>
                  <a:pt x="1451625" y="3407817"/>
                </a:cubicBezTo>
                <a:cubicBezTo>
                  <a:pt x="1451625" y="3438763"/>
                  <a:pt x="1451624" y="3469708"/>
                  <a:pt x="1451624" y="3500654"/>
                </a:cubicBezTo>
                <a:lnTo>
                  <a:pt x="1443888" y="3508390"/>
                </a:lnTo>
                <a:cubicBezTo>
                  <a:pt x="1439615" y="3508390"/>
                  <a:pt x="1436151" y="3504926"/>
                  <a:pt x="1436151" y="3500653"/>
                </a:cubicBezTo>
                <a:lnTo>
                  <a:pt x="1436151" y="3407817"/>
                </a:lnTo>
                <a:cubicBezTo>
                  <a:pt x="1436151" y="3403544"/>
                  <a:pt x="1439615" y="3400080"/>
                  <a:pt x="1443888" y="3400080"/>
                </a:cubicBezTo>
                <a:close/>
                <a:moveTo>
                  <a:pt x="1361893" y="3400080"/>
                </a:moveTo>
                <a:cubicBezTo>
                  <a:pt x="1391803" y="3400080"/>
                  <a:pt x="1416049" y="3424326"/>
                  <a:pt x="1416049" y="3454235"/>
                </a:cubicBezTo>
                <a:cubicBezTo>
                  <a:pt x="1416049" y="3484144"/>
                  <a:pt x="1391803" y="3508390"/>
                  <a:pt x="1361893" y="3508390"/>
                </a:cubicBezTo>
                <a:cubicBezTo>
                  <a:pt x="1331983" y="3508390"/>
                  <a:pt x="1307737" y="3484144"/>
                  <a:pt x="1307737" y="3454235"/>
                </a:cubicBezTo>
                <a:cubicBezTo>
                  <a:pt x="1307737" y="3424326"/>
                  <a:pt x="1331983" y="3400080"/>
                  <a:pt x="1361893" y="3400080"/>
                </a:cubicBezTo>
                <a:close/>
                <a:moveTo>
                  <a:pt x="1233477" y="3400080"/>
                </a:moveTo>
                <a:cubicBezTo>
                  <a:pt x="1263386" y="3400080"/>
                  <a:pt x="1287632" y="3424326"/>
                  <a:pt x="1287632" y="3454235"/>
                </a:cubicBezTo>
                <a:cubicBezTo>
                  <a:pt x="1287632" y="3484144"/>
                  <a:pt x="1263386" y="3508390"/>
                  <a:pt x="1233477" y="3508390"/>
                </a:cubicBezTo>
                <a:cubicBezTo>
                  <a:pt x="1203568" y="3508390"/>
                  <a:pt x="1179322" y="3484144"/>
                  <a:pt x="1179322" y="3454235"/>
                </a:cubicBezTo>
                <a:cubicBezTo>
                  <a:pt x="1179322" y="3424326"/>
                  <a:pt x="1203568" y="3400080"/>
                  <a:pt x="1233477" y="3400080"/>
                </a:cubicBezTo>
                <a:close/>
                <a:moveTo>
                  <a:pt x="1151483" y="3400080"/>
                </a:moveTo>
                <a:cubicBezTo>
                  <a:pt x="1155756" y="3400080"/>
                  <a:pt x="1159220" y="3403544"/>
                  <a:pt x="1159220" y="3407817"/>
                </a:cubicBezTo>
                <a:cubicBezTo>
                  <a:pt x="1159220" y="3438763"/>
                  <a:pt x="1159219" y="3469708"/>
                  <a:pt x="1159219" y="3500654"/>
                </a:cubicBezTo>
                <a:lnTo>
                  <a:pt x="1151483" y="3508390"/>
                </a:lnTo>
                <a:cubicBezTo>
                  <a:pt x="1147210" y="3508390"/>
                  <a:pt x="1143746" y="3504926"/>
                  <a:pt x="1143746" y="3500653"/>
                </a:cubicBezTo>
                <a:lnTo>
                  <a:pt x="1143746" y="3407817"/>
                </a:lnTo>
                <a:cubicBezTo>
                  <a:pt x="1143746" y="3403544"/>
                  <a:pt x="1147210" y="3400080"/>
                  <a:pt x="1151483" y="3400080"/>
                </a:cubicBezTo>
                <a:close/>
                <a:moveTo>
                  <a:pt x="1115906" y="3400080"/>
                </a:moveTo>
                <a:cubicBezTo>
                  <a:pt x="1120179" y="3400080"/>
                  <a:pt x="1123643" y="3403544"/>
                  <a:pt x="1123643" y="3407817"/>
                </a:cubicBezTo>
                <a:cubicBezTo>
                  <a:pt x="1123643" y="3438763"/>
                  <a:pt x="1123642" y="3469708"/>
                  <a:pt x="1123642" y="3500654"/>
                </a:cubicBezTo>
                <a:lnTo>
                  <a:pt x="1115906" y="3508390"/>
                </a:lnTo>
                <a:cubicBezTo>
                  <a:pt x="1111633" y="3508390"/>
                  <a:pt x="1108169" y="3504926"/>
                  <a:pt x="1108169" y="3500653"/>
                </a:cubicBezTo>
                <a:lnTo>
                  <a:pt x="1108169" y="3407817"/>
                </a:lnTo>
                <a:cubicBezTo>
                  <a:pt x="1108169" y="3403544"/>
                  <a:pt x="1111633" y="3400080"/>
                  <a:pt x="1115906" y="3400080"/>
                </a:cubicBezTo>
                <a:close/>
                <a:moveTo>
                  <a:pt x="1033910" y="3400080"/>
                </a:moveTo>
                <a:cubicBezTo>
                  <a:pt x="1063820" y="3400080"/>
                  <a:pt x="1088066" y="3424326"/>
                  <a:pt x="1088066" y="3454235"/>
                </a:cubicBezTo>
                <a:cubicBezTo>
                  <a:pt x="1088066" y="3484144"/>
                  <a:pt x="1063820" y="3508390"/>
                  <a:pt x="1033910" y="3508390"/>
                </a:cubicBezTo>
                <a:cubicBezTo>
                  <a:pt x="1004000" y="3508390"/>
                  <a:pt x="979754" y="3484144"/>
                  <a:pt x="979754" y="3454235"/>
                </a:cubicBezTo>
                <a:cubicBezTo>
                  <a:pt x="979754" y="3424326"/>
                  <a:pt x="1004000" y="3400080"/>
                  <a:pt x="1033910" y="3400080"/>
                </a:cubicBezTo>
                <a:close/>
                <a:moveTo>
                  <a:pt x="951914" y="3400080"/>
                </a:moveTo>
                <a:cubicBezTo>
                  <a:pt x="956187" y="3400080"/>
                  <a:pt x="959651" y="3403544"/>
                  <a:pt x="959651" y="3407817"/>
                </a:cubicBezTo>
                <a:cubicBezTo>
                  <a:pt x="959651" y="3438763"/>
                  <a:pt x="959650" y="3469708"/>
                  <a:pt x="959650" y="3500654"/>
                </a:cubicBezTo>
                <a:lnTo>
                  <a:pt x="951914" y="3508390"/>
                </a:lnTo>
                <a:cubicBezTo>
                  <a:pt x="947641" y="3508390"/>
                  <a:pt x="944177" y="3504926"/>
                  <a:pt x="944177" y="3500653"/>
                </a:cubicBezTo>
                <a:lnTo>
                  <a:pt x="944177" y="3407817"/>
                </a:lnTo>
                <a:cubicBezTo>
                  <a:pt x="944177" y="3403544"/>
                  <a:pt x="947641" y="3400080"/>
                  <a:pt x="951914" y="3400080"/>
                </a:cubicBezTo>
                <a:close/>
                <a:moveTo>
                  <a:pt x="916337" y="3400080"/>
                </a:moveTo>
                <a:cubicBezTo>
                  <a:pt x="920610" y="3400080"/>
                  <a:pt x="924074" y="3403544"/>
                  <a:pt x="924074" y="3407817"/>
                </a:cubicBezTo>
                <a:cubicBezTo>
                  <a:pt x="924074" y="3438763"/>
                  <a:pt x="924073" y="3469708"/>
                  <a:pt x="924073" y="3500654"/>
                </a:cubicBezTo>
                <a:lnTo>
                  <a:pt x="916337" y="3508390"/>
                </a:lnTo>
                <a:cubicBezTo>
                  <a:pt x="912064" y="3508390"/>
                  <a:pt x="908600" y="3504926"/>
                  <a:pt x="908600" y="3500653"/>
                </a:cubicBezTo>
                <a:lnTo>
                  <a:pt x="908600" y="3407817"/>
                </a:lnTo>
                <a:cubicBezTo>
                  <a:pt x="908602" y="3403544"/>
                  <a:pt x="912066" y="3400080"/>
                  <a:pt x="916337" y="3400080"/>
                </a:cubicBezTo>
                <a:close/>
                <a:moveTo>
                  <a:pt x="834341" y="3400080"/>
                </a:moveTo>
                <a:cubicBezTo>
                  <a:pt x="864251" y="3400080"/>
                  <a:pt x="888497" y="3424326"/>
                  <a:pt x="888497" y="3454235"/>
                </a:cubicBezTo>
                <a:cubicBezTo>
                  <a:pt x="888470" y="3484144"/>
                  <a:pt x="864224" y="3508390"/>
                  <a:pt x="834341" y="3508390"/>
                </a:cubicBezTo>
                <a:cubicBezTo>
                  <a:pt x="804431" y="3508390"/>
                  <a:pt x="780185" y="3484144"/>
                  <a:pt x="780185" y="3454235"/>
                </a:cubicBezTo>
                <a:cubicBezTo>
                  <a:pt x="780185" y="3424326"/>
                  <a:pt x="804431" y="3400080"/>
                  <a:pt x="834341" y="3400080"/>
                </a:cubicBezTo>
                <a:close/>
                <a:moveTo>
                  <a:pt x="752346" y="3400080"/>
                </a:moveTo>
                <a:cubicBezTo>
                  <a:pt x="756619" y="3400080"/>
                  <a:pt x="760083" y="3403544"/>
                  <a:pt x="760083" y="3407817"/>
                </a:cubicBezTo>
                <a:cubicBezTo>
                  <a:pt x="760083" y="3438763"/>
                  <a:pt x="760082" y="3469708"/>
                  <a:pt x="760082" y="3500654"/>
                </a:cubicBezTo>
                <a:lnTo>
                  <a:pt x="752346" y="3508390"/>
                </a:lnTo>
                <a:cubicBezTo>
                  <a:pt x="748073" y="3508390"/>
                  <a:pt x="744609" y="3504926"/>
                  <a:pt x="744609" y="3500653"/>
                </a:cubicBezTo>
                <a:lnTo>
                  <a:pt x="744609" y="3407817"/>
                </a:lnTo>
                <a:cubicBezTo>
                  <a:pt x="744611" y="3403544"/>
                  <a:pt x="748075" y="3400080"/>
                  <a:pt x="752346" y="3400080"/>
                </a:cubicBezTo>
                <a:close/>
                <a:moveTo>
                  <a:pt x="716769" y="3400080"/>
                </a:moveTo>
                <a:cubicBezTo>
                  <a:pt x="721042" y="3400080"/>
                  <a:pt x="724506" y="3403544"/>
                  <a:pt x="724506" y="3407817"/>
                </a:cubicBezTo>
                <a:cubicBezTo>
                  <a:pt x="724506" y="3438763"/>
                  <a:pt x="724505" y="3469708"/>
                  <a:pt x="724505" y="3500654"/>
                </a:cubicBezTo>
                <a:lnTo>
                  <a:pt x="716769" y="3508390"/>
                </a:lnTo>
                <a:cubicBezTo>
                  <a:pt x="712496" y="3508390"/>
                  <a:pt x="709032" y="3504926"/>
                  <a:pt x="709032" y="3500653"/>
                </a:cubicBezTo>
                <a:lnTo>
                  <a:pt x="709032" y="3407817"/>
                </a:lnTo>
                <a:cubicBezTo>
                  <a:pt x="709034" y="3403544"/>
                  <a:pt x="712498" y="3400080"/>
                  <a:pt x="716769" y="3400080"/>
                </a:cubicBezTo>
                <a:close/>
                <a:moveTo>
                  <a:pt x="634773" y="3400080"/>
                </a:moveTo>
                <a:cubicBezTo>
                  <a:pt x="664683" y="3400080"/>
                  <a:pt x="688929" y="3424326"/>
                  <a:pt x="688929" y="3454235"/>
                </a:cubicBezTo>
                <a:cubicBezTo>
                  <a:pt x="688902" y="3484144"/>
                  <a:pt x="664656" y="3508390"/>
                  <a:pt x="634773" y="3508390"/>
                </a:cubicBezTo>
                <a:cubicBezTo>
                  <a:pt x="604863" y="3508390"/>
                  <a:pt x="580617" y="3484144"/>
                  <a:pt x="580617" y="3454235"/>
                </a:cubicBezTo>
                <a:cubicBezTo>
                  <a:pt x="580617" y="3424326"/>
                  <a:pt x="604863" y="3400080"/>
                  <a:pt x="634773" y="3400080"/>
                </a:cubicBezTo>
                <a:close/>
                <a:moveTo>
                  <a:pt x="506358" y="3400080"/>
                </a:moveTo>
                <a:cubicBezTo>
                  <a:pt x="536268" y="3400080"/>
                  <a:pt x="560514" y="3424326"/>
                  <a:pt x="560514" y="3454235"/>
                </a:cubicBezTo>
                <a:cubicBezTo>
                  <a:pt x="560487" y="3484144"/>
                  <a:pt x="536241" y="3508390"/>
                  <a:pt x="506358" y="3508390"/>
                </a:cubicBezTo>
                <a:cubicBezTo>
                  <a:pt x="476448" y="3508390"/>
                  <a:pt x="452202" y="3484144"/>
                  <a:pt x="452202" y="3454235"/>
                </a:cubicBezTo>
                <a:cubicBezTo>
                  <a:pt x="452202" y="3424326"/>
                  <a:pt x="476448" y="3400080"/>
                  <a:pt x="506358" y="3400080"/>
                </a:cubicBezTo>
                <a:close/>
                <a:moveTo>
                  <a:pt x="424362" y="3400080"/>
                </a:moveTo>
                <a:cubicBezTo>
                  <a:pt x="428635" y="3400080"/>
                  <a:pt x="432099" y="3403544"/>
                  <a:pt x="432099" y="3407817"/>
                </a:cubicBezTo>
                <a:cubicBezTo>
                  <a:pt x="432099" y="3438763"/>
                  <a:pt x="432098" y="3469708"/>
                  <a:pt x="432098" y="3500654"/>
                </a:cubicBezTo>
                <a:lnTo>
                  <a:pt x="424362" y="3508390"/>
                </a:lnTo>
                <a:cubicBezTo>
                  <a:pt x="420089" y="3508390"/>
                  <a:pt x="416625" y="3504926"/>
                  <a:pt x="416625" y="3500653"/>
                </a:cubicBezTo>
                <a:lnTo>
                  <a:pt x="416625" y="3407817"/>
                </a:lnTo>
                <a:cubicBezTo>
                  <a:pt x="416627" y="3403544"/>
                  <a:pt x="420091" y="3400080"/>
                  <a:pt x="424362" y="3400080"/>
                </a:cubicBezTo>
                <a:close/>
                <a:moveTo>
                  <a:pt x="388785" y="3400080"/>
                </a:moveTo>
                <a:cubicBezTo>
                  <a:pt x="393058" y="3400080"/>
                  <a:pt x="396522" y="3403544"/>
                  <a:pt x="396522" y="3407817"/>
                </a:cubicBezTo>
                <a:cubicBezTo>
                  <a:pt x="396522" y="3438763"/>
                  <a:pt x="396521" y="3469708"/>
                  <a:pt x="396521" y="3500654"/>
                </a:cubicBezTo>
                <a:lnTo>
                  <a:pt x="388785" y="3508390"/>
                </a:lnTo>
                <a:cubicBezTo>
                  <a:pt x="384512" y="3508390"/>
                  <a:pt x="381048" y="3504926"/>
                  <a:pt x="381048" y="3500653"/>
                </a:cubicBezTo>
                <a:lnTo>
                  <a:pt x="381048" y="3407817"/>
                </a:lnTo>
                <a:cubicBezTo>
                  <a:pt x="381050" y="3403544"/>
                  <a:pt x="384513" y="3400080"/>
                  <a:pt x="388785" y="3400080"/>
                </a:cubicBezTo>
                <a:close/>
                <a:moveTo>
                  <a:pt x="306790" y="3400080"/>
                </a:moveTo>
                <a:cubicBezTo>
                  <a:pt x="336700" y="3400080"/>
                  <a:pt x="360946" y="3424326"/>
                  <a:pt x="360946" y="3454235"/>
                </a:cubicBezTo>
                <a:cubicBezTo>
                  <a:pt x="360919" y="3484144"/>
                  <a:pt x="336687" y="3508390"/>
                  <a:pt x="306790" y="3508390"/>
                </a:cubicBezTo>
                <a:cubicBezTo>
                  <a:pt x="276880" y="3508390"/>
                  <a:pt x="252634" y="3484144"/>
                  <a:pt x="252634" y="3454235"/>
                </a:cubicBezTo>
                <a:cubicBezTo>
                  <a:pt x="252634" y="3424326"/>
                  <a:pt x="276880" y="3400080"/>
                  <a:pt x="306790" y="3400080"/>
                </a:cubicBezTo>
                <a:close/>
                <a:moveTo>
                  <a:pt x="224794" y="3400080"/>
                </a:moveTo>
                <a:cubicBezTo>
                  <a:pt x="229067" y="3400080"/>
                  <a:pt x="232531" y="3403544"/>
                  <a:pt x="232531" y="3407817"/>
                </a:cubicBezTo>
                <a:cubicBezTo>
                  <a:pt x="232531" y="3438763"/>
                  <a:pt x="232530" y="3469708"/>
                  <a:pt x="232530" y="3500654"/>
                </a:cubicBezTo>
                <a:lnTo>
                  <a:pt x="224794" y="3508390"/>
                </a:lnTo>
                <a:cubicBezTo>
                  <a:pt x="220521" y="3508390"/>
                  <a:pt x="217057" y="3504926"/>
                  <a:pt x="217057" y="3500653"/>
                </a:cubicBezTo>
                <a:lnTo>
                  <a:pt x="217057" y="3407817"/>
                </a:lnTo>
                <a:cubicBezTo>
                  <a:pt x="217059" y="3403544"/>
                  <a:pt x="220522" y="3400080"/>
                  <a:pt x="224794" y="3400080"/>
                </a:cubicBezTo>
                <a:close/>
                <a:moveTo>
                  <a:pt x="142798" y="3400080"/>
                </a:moveTo>
                <a:cubicBezTo>
                  <a:pt x="172708" y="3400080"/>
                  <a:pt x="196954" y="3424326"/>
                  <a:pt x="196954" y="3454235"/>
                </a:cubicBezTo>
                <a:cubicBezTo>
                  <a:pt x="196927" y="3484144"/>
                  <a:pt x="172695" y="3508390"/>
                  <a:pt x="142798" y="3508390"/>
                </a:cubicBezTo>
                <a:cubicBezTo>
                  <a:pt x="112888" y="3508390"/>
                  <a:pt x="88642" y="3484144"/>
                  <a:pt x="88642" y="3454235"/>
                </a:cubicBezTo>
                <a:cubicBezTo>
                  <a:pt x="88642" y="3424326"/>
                  <a:pt x="112888" y="3400080"/>
                  <a:pt x="142798" y="3400080"/>
                </a:cubicBezTo>
                <a:close/>
                <a:moveTo>
                  <a:pt x="60802" y="3400080"/>
                </a:moveTo>
                <a:cubicBezTo>
                  <a:pt x="65075" y="3400080"/>
                  <a:pt x="68539" y="3403544"/>
                  <a:pt x="68539" y="3407817"/>
                </a:cubicBezTo>
                <a:cubicBezTo>
                  <a:pt x="68539" y="3438763"/>
                  <a:pt x="68538" y="3469708"/>
                  <a:pt x="68538" y="3500654"/>
                </a:cubicBezTo>
                <a:lnTo>
                  <a:pt x="60802" y="3508390"/>
                </a:lnTo>
                <a:cubicBezTo>
                  <a:pt x="56529" y="3508390"/>
                  <a:pt x="53065" y="3504926"/>
                  <a:pt x="53065" y="3500653"/>
                </a:cubicBezTo>
                <a:lnTo>
                  <a:pt x="53065" y="3407817"/>
                </a:lnTo>
                <a:cubicBezTo>
                  <a:pt x="53066" y="3403544"/>
                  <a:pt x="56530" y="3400080"/>
                  <a:pt x="60802" y="3400080"/>
                </a:cubicBezTo>
                <a:close/>
                <a:moveTo>
                  <a:pt x="9085564" y="3279029"/>
                </a:moveTo>
                <a:cubicBezTo>
                  <a:pt x="9064106" y="3279029"/>
                  <a:pt x="9046711" y="3296424"/>
                  <a:pt x="9046711" y="3317882"/>
                </a:cubicBezTo>
                <a:cubicBezTo>
                  <a:pt x="9046711" y="3339340"/>
                  <a:pt x="9064106" y="3356735"/>
                  <a:pt x="9085564" y="3356735"/>
                </a:cubicBezTo>
                <a:cubicBezTo>
                  <a:pt x="9107022" y="3356735"/>
                  <a:pt x="9124417" y="3339340"/>
                  <a:pt x="9124417" y="3317882"/>
                </a:cubicBezTo>
                <a:cubicBezTo>
                  <a:pt x="9124417" y="3296424"/>
                  <a:pt x="9107022" y="3279029"/>
                  <a:pt x="9085564" y="3279029"/>
                </a:cubicBezTo>
                <a:close/>
                <a:moveTo>
                  <a:pt x="8890698" y="3279029"/>
                </a:moveTo>
                <a:cubicBezTo>
                  <a:pt x="8869240" y="3279029"/>
                  <a:pt x="8851845" y="3296424"/>
                  <a:pt x="8851845" y="3317882"/>
                </a:cubicBezTo>
                <a:cubicBezTo>
                  <a:pt x="8851845" y="3339340"/>
                  <a:pt x="8869240" y="3356735"/>
                  <a:pt x="8890698" y="3356735"/>
                </a:cubicBezTo>
                <a:cubicBezTo>
                  <a:pt x="8912156" y="3356735"/>
                  <a:pt x="8929551" y="3339340"/>
                  <a:pt x="8929551" y="3317882"/>
                </a:cubicBezTo>
                <a:cubicBezTo>
                  <a:pt x="8929551" y="3296424"/>
                  <a:pt x="8912156" y="3279029"/>
                  <a:pt x="8890698" y="3279029"/>
                </a:cubicBezTo>
                <a:close/>
                <a:moveTo>
                  <a:pt x="8763852" y="3279029"/>
                </a:moveTo>
                <a:cubicBezTo>
                  <a:pt x="8742394" y="3279029"/>
                  <a:pt x="8724999" y="3296424"/>
                  <a:pt x="8724999" y="3317882"/>
                </a:cubicBezTo>
                <a:cubicBezTo>
                  <a:pt x="8724999" y="3339340"/>
                  <a:pt x="8742394" y="3356735"/>
                  <a:pt x="8763852" y="3356735"/>
                </a:cubicBezTo>
                <a:cubicBezTo>
                  <a:pt x="8785310" y="3356735"/>
                  <a:pt x="8802705" y="3339340"/>
                  <a:pt x="8802705" y="3317882"/>
                </a:cubicBezTo>
                <a:cubicBezTo>
                  <a:pt x="8802705" y="3296424"/>
                  <a:pt x="8785310" y="3279029"/>
                  <a:pt x="8763852" y="3279029"/>
                </a:cubicBezTo>
                <a:close/>
                <a:moveTo>
                  <a:pt x="8602996" y="3279029"/>
                </a:moveTo>
                <a:cubicBezTo>
                  <a:pt x="8581538" y="3279029"/>
                  <a:pt x="8564143" y="3296424"/>
                  <a:pt x="8564143" y="3317882"/>
                </a:cubicBezTo>
                <a:cubicBezTo>
                  <a:pt x="8564143" y="3339340"/>
                  <a:pt x="8581538" y="3356735"/>
                  <a:pt x="8602996" y="3356735"/>
                </a:cubicBezTo>
                <a:cubicBezTo>
                  <a:pt x="8624454" y="3356735"/>
                  <a:pt x="8641849" y="3339340"/>
                  <a:pt x="8641849" y="3317882"/>
                </a:cubicBezTo>
                <a:cubicBezTo>
                  <a:pt x="8641849" y="3296424"/>
                  <a:pt x="8624454" y="3279029"/>
                  <a:pt x="8602996" y="3279029"/>
                </a:cubicBezTo>
                <a:close/>
                <a:moveTo>
                  <a:pt x="8476149" y="3279029"/>
                </a:moveTo>
                <a:cubicBezTo>
                  <a:pt x="8454691" y="3279029"/>
                  <a:pt x="8437296" y="3296424"/>
                  <a:pt x="8437296" y="3317882"/>
                </a:cubicBezTo>
                <a:cubicBezTo>
                  <a:pt x="8437296" y="3339340"/>
                  <a:pt x="8454691" y="3356735"/>
                  <a:pt x="8476149" y="3356735"/>
                </a:cubicBezTo>
                <a:cubicBezTo>
                  <a:pt x="8497607" y="3356735"/>
                  <a:pt x="8515002" y="3339340"/>
                  <a:pt x="8515002" y="3317882"/>
                </a:cubicBezTo>
                <a:cubicBezTo>
                  <a:pt x="8515002" y="3296424"/>
                  <a:pt x="8497607" y="3279029"/>
                  <a:pt x="8476149" y="3279029"/>
                </a:cubicBezTo>
                <a:close/>
                <a:moveTo>
                  <a:pt x="8315293" y="3279029"/>
                </a:moveTo>
                <a:cubicBezTo>
                  <a:pt x="8293835" y="3279029"/>
                  <a:pt x="8276440" y="3296424"/>
                  <a:pt x="8276440" y="3317882"/>
                </a:cubicBezTo>
                <a:cubicBezTo>
                  <a:pt x="8276440" y="3339340"/>
                  <a:pt x="8293835" y="3356735"/>
                  <a:pt x="8315293" y="3356735"/>
                </a:cubicBezTo>
                <a:cubicBezTo>
                  <a:pt x="8336751" y="3356735"/>
                  <a:pt x="8354146" y="3339340"/>
                  <a:pt x="8354146" y="3317882"/>
                </a:cubicBezTo>
                <a:cubicBezTo>
                  <a:pt x="8354146" y="3296424"/>
                  <a:pt x="8336751" y="3279029"/>
                  <a:pt x="8315293" y="3279029"/>
                </a:cubicBezTo>
                <a:close/>
                <a:moveTo>
                  <a:pt x="8154437" y="3279029"/>
                </a:moveTo>
                <a:cubicBezTo>
                  <a:pt x="8132979" y="3279029"/>
                  <a:pt x="8115584" y="3296424"/>
                  <a:pt x="8115584" y="3317882"/>
                </a:cubicBezTo>
                <a:cubicBezTo>
                  <a:pt x="8115584" y="3339340"/>
                  <a:pt x="8132979" y="3356735"/>
                  <a:pt x="8154437" y="3356735"/>
                </a:cubicBezTo>
                <a:cubicBezTo>
                  <a:pt x="8175895" y="3356735"/>
                  <a:pt x="8193290" y="3339340"/>
                  <a:pt x="8193290" y="3317882"/>
                </a:cubicBezTo>
                <a:cubicBezTo>
                  <a:pt x="8193290" y="3296424"/>
                  <a:pt x="8175895" y="3279029"/>
                  <a:pt x="8154437" y="3279029"/>
                </a:cubicBezTo>
                <a:close/>
                <a:moveTo>
                  <a:pt x="8027590" y="3279029"/>
                </a:moveTo>
                <a:cubicBezTo>
                  <a:pt x="8006132" y="3279029"/>
                  <a:pt x="7988737" y="3296424"/>
                  <a:pt x="7988737" y="3317882"/>
                </a:cubicBezTo>
                <a:cubicBezTo>
                  <a:pt x="7988737" y="3339340"/>
                  <a:pt x="8006132" y="3356735"/>
                  <a:pt x="8027590" y="3356735"/>
                </a:cubicBezTo>
                <a:cubicBezTo>
                  <a:pt x="8049048" y="3356735"/>
                  <a:pt x="8066443" y="3339340"/>
                  <a:pt x="8066443" y="3317882"/>
                </a:cubicBezTo>
                <a:cubicBezTo>
                  <a:pt x="8066443" y="3296424"/>
                  <a:pt x="8049048" y="3279029"/>
                  <a:pt x="8027590" y="3279029"/>
                </a:cubicBezTo>
                <a:close/>
                <a:moveTo>
                  <a:pt x="7866734" y="3279029"/>
                </a:moveTo>
                <a:cubicBezTo>
                  <a:pt x="7845276" y="3279029"/>
                  <a:pt x="7827881" y="3296424"/>
                  <a:pt x="7827881" y="3317882"/>
                </a:cubicBezTo>
                <a:cubicBezTo>
                  <a:pt x="7827881" y="3339340"/>
                  <a:pt x="7845276" y="3356735"/>
                  <a:pt x="7866734" y="3356735"/>
                </a:cubicBezTo>
                <a:cubicBezTo>
                  <a:pt x="7888192" y="3356735"/>
                  <a:pt x="7905587" y="3339340"/>
                  <a:pt x="7905587" y="3317882"/>
                </a:cubicBezTo>
                <a:cubicBezTo>
                  <a:pt x="7905587" y="3296424"/>
                  <a:pt x="7888192" y="3279029"/>
                  <a:pt x="7866734" y="3279029"/>
                </a:cubicBezTo>
                <a:close/>
                <a:moveTo>
                  <a:pt x="7671868" y="3279029"/>
                </a:moveTo>
                <a:cubicBezTo>
                  <a:pt x="7650410" y="3279029"/>
                  <a:pt x="7633015" y="3296424"/>
                  <a:pt x="7633015" y="3317882"/>
                </a:cubicBezTo>
                <a:cubicBezTo>
                  <a:pt x="7633015" y="3339340"/>
                  <a:pt x="7650410" y="3356735"/>
                  <a:pt x="7671868" y="3356735"/>
                </a:cubicBezTo>
                <a:cubicBezTo>
                  <a:pt x="7693326" y="3356735"/>
                  <a:pt x="7710721" y="3339340"/>
                  <a:pt x="7710721" y="3317882"/>
                </a:cubicBezTo>
                <a:cubicBezTo>
                  <a:pt x="7710721" y="3296424"/>
                  <a:pt x="7693326" y="3279029"/>
                  <a:pt x="7671868" y="3279029"/>
                </a:cubicBezTo>
                <a:close/>
                <a:moveTo>
                  <a:pt x="7545022" y="3279029"/>
                </a:moveTo>
                <a:cubicBezTo>
                  <a:pt x="7523564" y="3279029"/>
                  <a:pt x="7506169" y="3296424"/>
                  <a:pt x="7506169" y="3317882"/>
                </a:cubicBezTo>
                <a:cubicBezTo>
                  <a:pt x="7506169" y="3339340"/>
                  <a:pt x="7523564" y="3356735"/>
                  <a:pt x="7545022" y="3356735"/>
                </a:cubicBezTo>
                <a:cubicBezTo>
                  <a:pt x="7566480" y="3356735"/>
                  <a:pt x="7583875" y="3339340"/>
                  <a:pt x="7583875" y="3317882"/>
                </a:cubicBezTo>
                <a:cubicBezTo>
                  <a:pt x="7583875" y="3296424"/>
                  <a:pt x="7566480" y="3279029"/>
                  <a:pt x="7545022" y="3279029"/>
                </a:cubicBezTo>
                <a:close/>
                <a:moveTo>
                  <a:pt x="7384166" y="3279029"/>
                </a:moveTo>
                <a:cubicBezTo>
                  <a:pt x="7362708" y="3279029"/>
                  <a:pt x="7345313" y="3296424"/>
                  <a:pt x="7345313" y="3317882"/>
                </a:cubicBezTo>
                <a:cubicBezTo>
                  <a:pt x="7345313" y="3339340"/>
                  <a:pt x="7362708" y="3356735"/>
                  <a:pt x="7384166" y="3356735"/>
                </a:cubicBezTo>
                <a:cubicBezTo>
                  <a:pt x="7405624" y="3356735"/>
                  <a:pt x="7423019" y="3339340"/>
                  <a:pt x="7423019" y="3317882"/>
                </a:cubicBezTo>
                <a:cubicBezTo>
                  <a:pt x="7423019" y="3296424"/>
                  <a:pt x="7405624" y="3279029"/>
                  <a:pt x="7384166" y="3279029"/>
                </a:cubicBezTo>
                <a:close/>
                <a:moveTo>
                  <a:pt x="7257319" y="3279029"/>
                </a:moveTo>
                <a:cubicBezTo>
                  <a:pt x="7235861" y="3279029"/>
                  <a:pt x="7218466" y="3296424"/>
                  <a:pt x="7218466" y="3317882"/>
                </a:cubicBezTo>
                <a:cubicBezTo>
                  <a:pt x="7218466" y="3339340"/>
                  <a:pt x="7235861" y="3356735"/>
                  <a:pt x="7257319" y="3356735"/>
                </a:cubicBezTo>
                <a:cubicBezTo>
                  <a:pt x="7278777" y="3356735"/>
                  <a:pt x="7296172" y="3339340"/>
                  <a:pt x="7296172" y="3317882"/>
                </a:cubicBezTo>
                <a:cubicBezTo>
                  <a:pt x="7296172" y="3296424"/>
                  <a:pt x="7278777" y="3279029"/>
                  <a:pt x="7257319" y="3279029"/>
                </a:cubicBezTo>
                <a:close/>
                <a:moveTo>
                  <a:pt x="7129359" y="3279029"/>
                </a:moveTo>
                <a:cubicBezTo>
                  <a:pt x="7107901" y="3279029"/>
                  <a:pt x="7090506" y="3296424"/>
                  <a:pt x="7090506" y="3317882"/>
                </a:cubicBezTo>
                <a:cubicBezTo>
                  <a:pt x="7090506" y="3339340"/>
                  <a:pt x="7107901" y="3356735"/>
                  <a:pt x="7129359" y="3356735"/>
                </a:cubicBezTo>
                <a:cubicBezTo>
                  <a:pt x="7150817" y="3356735"/>
                  <a:pt x="7168212" y="3339340"/>
                  <a:pt x="7168212" y="3317882"/>
                </a:cubicBezTo>
                <a:cubicBezTo>
                  <a:pt x="7168212" y="3296424"/>
                  <a:pt x="7150817" y="3279029"/>
                  <a:pt x="7129359" y="3279029"/>
                </a:cubicBezTo>
                <a:close/>
                <a:moveTo>
                  <a:pt x="7002515" y="3279029"/>
                </a:moveTo>
                <a:cubicBezTo>
                  <a:pt x="6981057" y="3279029"/>
                  <a:pt x="6963662" y="3296424"/>
                  <a:pt x="6963662" y="3317882"/>
                </a:cubicBezTo>
                <a:cubicBezTo>
                  <a:pt x="6963662" y="3339340"/>
                  <a:pt x="6981057" y="3356735"/>
                  <a:pt x="7002515" y="3356735"/>
                </a:cubicBezTo>
                <a:cubicBezTo>
                  <a:pt x="7023973" y="3356735"/>
                  <a:pt x="7041368" y="3339340"/>
                  <a:pt x="7041368" y="3317882"/>
                </a:cubicBezTo>
                <a:cubicBezTo>
                  <a:pt x="7041368" y="3296424"/>
                  <a:pt x="7023973" y="3279029"/>
                  <a:pt x="7002515" y="3279029"/>
                </a:cubicBezTo>
                <a:close/>
                <a:moveTo>
                  <a:pt x="6841659" y="3279029"/>
                </a:moveTo>
                <a:cubicBezTo>
                  <a:pt x="6820201" y="3279029"/>
                  <a:pt x="6802806" y="3296424"/>
                  <a:pt x="6802806" y="3317882"/>
                </a:cubicBezTo>
                <a:cubicBezTo>
                  <a:pt x="6802806" y="3339340"/>
                  <a:pt x="6820201" y="3356735"/>
                  <a:pt x="6841659" y="3356735"/>
                </a:cubicBezTo>
                <a:cubicBezTo>
                  <a:pt x="6863117" y="3356735"/>
                  <a:pt x="6880512" y="3339340"/>
                  <a:pt x="6880512" y="3317882"/>
                </a:cubicBezTo>
                <a:cubicBezTo>
                  <a:pt x="6880512" y="3296424"/>
                  <a:pt x="6863117" y="3279029"/>
                  <a:pt x="6841659" y="3279029"/>
                </a:cubicBezTo>
                <a:close/>
                <a:moveTo>
                  <a:pt x="6714812" y="3279029"/>
                </a:moveTo>
                <a:cubicBezTo>
                  <a:pt x="6693354" y="3279029"/>
                  <a:pt x="6675959" y="3296424"/>
                  <a:pt x="6675959" y="3317882"/>
                </a:cubicBezTo>
                <a:cubicBezTo>
                  <a:pt x="6675959" y="3339340"/>
                  <a:pt x="6693354" y="3356735"/>
                  <a:pt x="6714812" y="3356735"/>
                </a:cubicBezTo>
                <a:cubicBezTo>
                  <a:pt x="6736270" y="3356735"/>
                  <a:pt x="6753665" y="3339340"/>
                  <a:pt x="6753665" y="3317882"/>
                </a:cubicBezTo>
                <a:cubicBezTo>
                  <a:pt x="6753665" y="3296424"/>
                  <a:pt x="6736270" y="3279029"/>
                  <a:pt x="6714812" y="3279029"/>
                </a:cubicBezTo>
                <a:close/>
                <a:moveTo>
                  <a:pt x="6519947" y="3279029"/>
                </a:moveTo>
                <a:cubicBezTo>
                  <a:pt x="6498489" y="3279029"/>
                  <a:pt x="6481094" y="3296424"/>
                  <a:pt x="6481094" y="3317882"/>
                </a:cubicBezTo>
                <a:cubicBezTo>
                  <a:pt x="6481094" y="3339340"/>
                  <a:pt x="6498489" y="3356735"/>
                  <a:pt x="6519947" y="3356735"/>
                </a:cubicBezTo>
                <a:cubicBezTo>
                  <a:pt x="6541405" y="3356735"/>
                  <a:pt x="6558800" y="3339340"/>
                  <a:pt x="6558800" y="3317882"/>
                </a:cubicBezTo>
                <a:cubicBezTo>
                  <a:pt x="6558800" y="3296424"/>
                  <a:pt x="6541405" y="3279029"/>
                  <a:pt x="6519947" y="3279029"/>
                </a:cubicBezTo>
                <a:close/>
                <a:moveTo>
                  <a:pt x="6359091" y="3279029"/>
                </a:moveTo>
                <a:cubicBezTo>
                  <a:pt x="6337633" y="3279029"/>
                  <a:pt x="6320238" y="3296424"/>
                  <a:pt x="6320238" y="3317882"/>
                </a:cubicBezTo>
                <a:cubicBezTo>
                  <a:pt x="6320238" y="3339340"/>
                  <a:pt x="6337633" y="3356735"/>
                  <a:pt x="6359091" y="3356735"/>
                </a:cubicBezTo>
                <a:cubicBezTo>
                  <a:pt x="6380549" y="3356735"/>
                  <a:pt x="6397944" y="3339340"/>
                  <a:pt x="6397944" y="3317882"/>
                </a:cubicBezTo>
                <a:cubicBezTo>
                  <a:pt x="6397944" y="3296424"/>
                  <a:pt x="6380549" y="3279029"/>
                  <a:pt x="6359091" y="3279029"/>
                </a:cubicBezTo>
                <a:close/>
                <a:moveTo>
                  <a:pt x="6232244" y="3279029"/>
                </a:moveTo>
                <a:cubicBezTo>
                  <a:pt x="6210786" y="3279029"/>
                  <a:pt x="6193391" y="3296424"/>
                  <a:pt x="6193391" y="3317882"/>
                </a:cubicBezTo>
                <a:cubicBezTo>
                  <a:pt x="6193391" y="3339340"/>
                  <a:pt x="6210786" y="3356735"/>
                  <a:pt x="6232244" y="3356735"/>
                </a:cubicBezTo>
                <a:cubicBezTo>
                  <a:pt x="6253702" y="3356735"/>
                  <a:pt x="6271097" y="3339340"/>
                  <a:pt x="6271097" y="3317882"/>
                </a:cubicBezTo>
                <a:cubicBezTo>
                  <a:pt x="6271097" y="3296424"/>
                  <a:pt x="6253702" y="3279029"/>
                  <a:pt x="6232244" y="3279029"/>
                </a:cubicBezTo>
                <a:close/>
                <a:moveTo>
                  <a:pt x="6071388" y="3279029"/>
                </a:moveTo>
                <a:cubicBezTo>
                  <a:pt x="6049930" y="3279029"/>
                  <a:pt x="6032535" y="3296424"/>
                  <a:pt x="6032535" y="3317882"/>
                </a:cubicBezTo>
                <a:cubicBezTo>
                  <a:pt x="6032535" y="3339340"/>
                  <a:pt x="6049930" y="3356735"/>
                  <a:pt x="6071388" y="3356735"/>
                </a:cubicBezTo>
                <a:cubicBezTo>
                  <a:pt x="6092846" y="3356735"/>
                  <a:pt x="6110241" y="3339340"/>
                  <a:pt x="6110241" y="3317882"/>
                </a:cubicBezTo>
                <a:cubicBezTo>
                  <a:pt x="6110241" y="3296424"/>
                  <a:pt x="6092846" y="3279029"/>
                  <a:pt x="6071388" y="3279029"/>
                </a:cubicBezTo>
                <a:close/>
                <a:moveTo>
                  <a:pt x="5910532" y="3279029"/>
                </a:moveTo>
                <a:cubicBezTo>
                  <a:pt x="5889074" y="3279029"/>
                  <a:pt x="5871679" y="3296424"/>
                  <a:pt x="5871679" y="3317882"/>
                </a:cubicBezTo>
                <a:cubicBezTo>
                  <a:pt x="5871679" y="3339340"/>
                  <a:pt x="5889074" y="3356735"/>
                  <a:pt x="5910532" y="3356735"/>
                </a:cubicBezTo>
                <a:cubicBezTo>
                  <a:pt x="5931990" y="3356735"/>
                  <a:pt x="5949385" y="3339340"/>
                  <a:pt x="5949385" y="3317882"/>
                </a:cubicBezTo>
                <a:cubicBezTo>
                  <a:pt x="5949385" y="3296424"/>
                  <a:pt x="5931990" y="3279029"/>
                  <a:pt x="5910532" y="3279029"/>
                </a:cubicBezTo>
                <a:close/>
                <a:moveTo>
                  <a:pt x="5783685" y="3279029"/>
                </a:moveTo>
                <a:cubicBezTo>
                  <a:pt x="5762227" y="3279029"/>
                  <a:pt x="5744832" y="3296424"/>
                  <a:pt x="5744832" y="3317882"/>
                </a:cubicBezTo>
                <a:cubicBezTo>
                  <a:pt x="5744832" y="3339340"/>
                  <a:pt x="5762227" y="3356735"/>
                  <a:pt x="5783685" y="3356735"/>
                </a:cubicBezTo>
                <a:cubicBezTo>
                  <a:pt x="5805143" y="3356735"/>
                  <a:pt x="5822538" y="3339340"/>
                  <a:pt x="5822538" y="3317882"/>
                </a:cubicBezTo>
                <a:cubicBezTo>
                  <a:pt x="5822538" y="3296424"/>
                  <a:pt x="5805143" y="3279029"/>
                  <a:pt x="5783685" y="3279029"/>
                </a:cubicBezTo>
                <a:close/>
                <a:moveTo>
                  <a:pt x="5622829" y="3279029"/>
                </a:moveTo>
                <a:cubicBezTo>
                  <a:pt x="5601371" y="3279029"/>
                  <a:pt x="5583976" y="3296424"/>
                  <a:pt x="5583976" y="3317882"/>
                </a:cubicBezTo>
                <a:cubicBezTo>
                  <a:pt x="5583976" y="3339340"/>
                  <a:pt x="5601371" y="3356735"/>
                  <a:pt x="5622829" y="3356735"/>
                </a:cubicBezTo>
                <a:cubicBezTo>
                  <a:pt x="5644287" y="3356735"/>
                  <a:pt x="5661682" y="3339340"/>
                  <a:pt x="5661682" y="3317882"/>
                </a:cubicBezTo>
                <a:cubicBezTo>
                  <a:pt x="5661682" y="3296424"/>
                  <a:pt x="5644287" y="3279029"/>
                  <a:pt x="5622829" y="3279029"/>
                </a:cubicBezTo>
                <a:close/>
                <a:moveTo>
                  <a:pt x="5495983" y="3279029"/>
                </a:moveTo>
                <a:cubicBezTo>
                  <a:pt x="5474525" y="3279029"/>
                  <a:pt x="5457130" y="3296424"/>
                  <a:pt x="5457130" y="3317882"/>
                </a:cubicBezTo>
                <a:cubicBezTo>
                  <a:pt x="5457130" y="3339340"/>
                  <a:pt x="5474525" y="3356735"/>
                  <a:pt x="5495983" y="3356735"/>
                </a:cubicBezTo>
                <a:cubicBezTo>
                  <a:pt x="5517441" y="3356735"/>
                  <a:pt x="5534836" y="3339340"/>
                  <a:pt x="5534836" y="3317882"/>
                </a:cubicBezTo>
                <a:cubicBezTo>
                  <a:pt x="5534836" y="3296424"/>
                  <a:pt x="5517441" y="3279029"/>
                  <a:pt x="5495983" y="3279029"/>
                </a:cubicBezTo>
                <a:close/>
                <a:moveTo>
                  <a:pt x="5301117" y="3279029"/>
                </a:moveTo>
                <a:cubicBezTo>
                  <a:pt x="5279659" y="3279029"/>
                  <a:pt x="5262264" y="3296424"/>
                  <a:pt x="5262264" y="3317882"/>
                </a:cubicBezTo>
                <a:cubicBezTo>
                  <a:pt x="5262264" y="3339340"/>
                  <a:pt x="5279659" y="3356735"/>
                  <a:pt x="5301117" y="3356735"/>
                </a:cubicBezTo>
                <a:cubicBezTo>
                  <a:pt x="5322575" y="3356735"/>
                  <a:pt x="5339970" y="3339340"/>
                  <a:pt x="5339970" y="3317882"/>
                </a:cubicBezTo>
                <a:cubicBezTo>
                  <a:pt x="5339970" y="3296424"/>
                  <a:pt x="5322575" y="3279029"/>
                  <a:pt x="5301117" y="3279029"/>
                </a:cubicBezTo>
                <a:close/>
                <a:moveTo>
                  <a:pt x="5140261" y="3279029"/>
                </a:moveTo>
                <a:cubicBezTo>
                  <a:pt x="5118803" y="3279029"/>
                  <a:pt x="5101408" y="3296424"/>
                  <a:pt x="5101408" y="3317882"/>
                </a:cubicBezTo>
                <a:cubicBezTo>
                  <a:pt x="5101408" y="3339340"/>
                  <a:pt x="5118803" y="3356735"/>
                  <a:pt x="5140261" y="3356735"/>
                </a:cubicBezTo>
                <a:cubicBezTo>
                  <a:pt x="5161719" y="3356735"/>
                  <a:pt x="5179114" y="3339340"/>
                  <a:pt x="5179114" y="3317882"/>
                </a:cubicBezTo>
                <a:cubicBezTo>
                  <a:pt x="5179114" y="3296424"/>
                  <a:pt x="5161719" y="3279029"/>
                  <a:pt x="5140261" y="3279029"/>
                </a:cubicBezTo>
                <a:close/>
                <a:moveTo>
                  <a:pt x="5013414" y="3279029"/>
                </a:moveTo>
                <a:cubicBezTo>
                  <a:pt x="4991956" y="3279029"/>
                  <a:pt x="4974561" y="3296424"/>
                  <a:pt x="4974561" y="3317882"/>
                </a:cubicBezTo>
                <a:cubicBezTo>
                  <a:pt x="4974561" y="3339340"/>
                  <a:pt x="4991956" y="3356735"/>
                  <a:pt x="5013414" y="3356735"/>
                </a:cubicBezTo>
                <a:cubicBezTo>
                  <a:pt x="5034872" y="3356735"/>
                  <a:pt x="5052267" y="3339340"/>
                  <a:pt x="5052267" y="3317882"/>
                </a:cubicBezTo>
                <a:cubicBezTo>
                  <a:pt x="5052267" y="3296424"/>
                  <a:pt x="5034872" y="3279029"/>
                  <a:pt x="5013414" y="3279029"/>
                </a:cubicBezTo>
                <a:close/>
                <a:moveTo>
                  <a:pt x="4852558" y="3279029"/>
                </a:moveTo>
                <a:cubicBezTo>
                  <a:pt x="4831100" y="3279029"/>
                  <a:pt x="4813705" y="3296424"/>
                  <a:pt x="4813705" y="3317882"/>
                </a:cubicBezTo>
                <a:cubicBezTo>
                  <a:pt x="4813705" y="3339340"/>
                  <a:pt x="4831100" y="3356735"/>
                  <a:pt x="4852558" y="3356735"/>
                </a:cubicBezTo>
                <a:cubicBezTo>
                  <a:pt x="4874016" y="3356735"/>
                  <a:pt x="4891411" y="3339340"/>
                  <a:pt x="4891411" y="3317882"/>
                </a:cubicBezTo>
                <a:cubicBezTo>
                  <a:pt x="4891411" y="3296424"/>
                  <a:pt x="4874016" y="3279029"/>
                  <a:pt x="4852558" y="3279029"/>
                </a:cubicBezTo>
                <a:close/>
                <a:moveTo>
                  <a:pt x="4657693" y="3279029"/>
                </a:moveTo>
                <a:cubicBezTo>
                  <a:pt x="4636235" y="3279029"/>
                  <a:pt x="4618840" y="3296424"/>
                  <a:pt x="4618840" y="3317882"/>
                </a:cubicBezTo>
                <a:cubicBezTo>
                  <a:pt x="4618840" y="3339340"/>
                  <a:pt x="4636235" y="3356735"/>
                  <a:pt x="4657693" y="3356735"/>
                </a:cubicBezTo>
                <a:cubicBezTo>
                  <a:pt x="4679151" y="3356735"/>
                  <a:pt x="4696546" y="3339340"/>
                  <a:pt x="4696546" y="3317882"/>
                </a:cubicBezTo>
                <a:cubicBezTo>
                  <a:pt x="4696546" y="3296424"/>
                  <a:pt x="4679151" y="3279029"/>
                  <a:pt x="4657693" y="3279029"/>
                </a:cubicBezTo>
                <a:close/>
                <a:moveTo>
                  <a:pt x="4496837" y="3279029"/>
                </a:moveTo>
                <a:cubicBezTo>
                  <a:pt x="4475379" y="3279029"/>
                  <a:pt x="4457984" y="3296424"/>
                  <a:pt x="4457984" y="3317882"/>
                </a:cubicBezTo>
                <a:cubicBezTo>
                  <a:pt x="4457984" y="3339340"/>
                  <a:pt x="4475379" y="3356735"/>
                  <a:pt x="4496837" y="3356735"/>
                </a:cubicBezTo>
                <a:cubicBezTo>
                  <a:pt x="4518295" y="3356735"/>
                  <a:pt x="4535690" y="3339340"/>
                  <a:pt x="4535690" y="3317882"/>
                </a:cubicBezTo>
                <a:cubicBezTo>
                  <a:pt x="4535690" y="3296424"/>
                  <a:pt x="4518295" y="3279029"/>
                  <a:pt x="4496837" y="3279029"/>
                </a:cubicBezTo>
                <a:close/>
                <a:moveTo>
                  <a:pt x="4369990" y="3279029"/>
                </a:moveTo>
                <a:cubicBezTo>
                  <a:pt x="4348532" y="3279029"/>
                  <a:pt x="4331137" y="3296424"/>
                  <a:pt x="4331137" y="3317882"/>
                </a:cubicBezTo>
                <a:cubicBezTo>
                  <a:pt x="4331137" y="3339340"/>
                  <a:pt x="4348532" y="3356735"/>
                  <a:pt x="4369990" y="3356735"/>
                </a:cubicBezTo>
                <a:cubicBezTo>
                  <a:pt x="4391448" y="3356735"/>
                  <a:pt x="4408843" y="3339340"/>
                  <a:pt x="4408843" y="3317882"/>
                </a:cubicBezTo>
                <a:cubicBezTo>
                  <a:pt x="4408843" y="3296424"/>
                  <a:pt x="4391448" y="3279029"/>
                  <a:pt x="4369990" y="3279029"/>
                </a:cubicBezTo>
                <a:close/>
                <a:moveTo>
                  <a:pt x="4209134" y="3279029"/>
                </a:moveTo>
                <a:cubicBezTo>
                  <a:pt x="4187676" y="3279029"/>
                  <a:pt x="4170281" y="3296424"/>
                  <a:pt x="4170281" y="3317882"/>
                </a:cubicBezTo>
                <a:cubicBezTo>
                  <a:pt x="4170281" y="3339340"/>
                  <a:pt x="4187676" y="3356735"/>
                  <a:pt x="4209134" y="3356735"/>
                </a:cubicBezTo>
                <a:cubicBezTo>
                  <a:pt x="4230592" y="3356735"/>
                  <a:pt x="4247987" y="3339340"/>
                  <a:pt x="4247987" y="3317882"/>
                </a:cubicBezTo>
                <a:cubicBezTo>
                  <a:pt x="4247987" y="3296424"/>
                  <a:pt x="4230592" y="3279029"/>
                  <a:pt x="4209134" y="3279029"/>
                </a:cubicBezTo>
                <a:close/>
                <a:moveTo>
                  <a:pt x="4014268" y="3279029"/>
                </a:moveTo>
                <a:cubicBezTo>
                  <a:pt x="3992810" y="3279029"/>
                  <a:pt x="3975415" y="3296424"/>
                  <a:pt x="3975415" y="3317882"/>
                </a:cubicBezTo>
                <a:cubicBezTo>
                  <a:pt x="3975415" y="3339340"/>
                  <a:pt x="3992810" y="3356735"/>
                  <a:pt x="4014268" y="3356735"/>
                </a:cubicBezTo>
                <a:cubicBezTo>
                  <a:pt x="4035726" y="3356735"/>
                  <a:pt x="4053121" y="3339340"/>
                  <a:pt x="4053121" y="3317882"/>
                </a:cubicBezTo>
                <a:cubicBezTo>
                  <a:pt x="4053121" y="3296424"/>
                  <a:pt x="4035726" y="3279029"/>
                  <a:pt x="4014268" y="3279029"/>
                </a:cubicBezTo>
                <a:close/>
                <a:moveTo>
                  <a:pt x="3887422" y="3279029"/>
                </a:moveTo>
                <a:cubicBezTo>
                  <a:pt x="3865964" y="3279029"/>
                  <a:pt x="3848569" y="3296424"/>
                  <a:pt x="3848569" y="3317882"/>
                </a:cubicBezTo>
                <a:cubicBezTo>
                  <a:pt x="3848569" y="3339340"/>
                  <a:pt x="3865964" y="3356735"/>
                  <a:pt x="3887422" y="3356735"/>
                </a:cubicBezTo>
                <a:cubicBezTo>
                  <a:pt x="3908880" y="3356735"/>
                  <a:pt x="3926275" y="3339340"/>
                  <a:pt x="3926275" y="3317882"/>
                </a:cubicBezTo>
                <a:cubicBezTo>
                  <a:pt x="3926275" y="3296424"/>
                  <a:pt x="3908880" y="3279029"/>
                  <a:pt x="3887422" y="3279029"/>
                </a:cubicBezTo>
                <a:close/>
                <a:moveTo>
                  <a:pt x="3726566" y="3279029"/>
                </a:moveTo>
                <a:cubicBezTo>
                  <a:pt x="3705108" y="3279029"/>
                  <a:pt x="3687713" y="3296424"/>
                  <a:pt x="3687713" y="3317882"/>
                </a:cubicBezTo>
                <a:cubicBezTo>
                  <a:pt x="3687713" y="3339340"/>
                  <a:pt x="3705108" y="3356735"/>
                  <a:pt x="3726566" y="3356735"/>
                </a:cubicBezTo>
                <a:cubicBezTo>
                  <a:pt x="3748024" y="3356735"/>
                  <a:pt x="3765419" y="3339340"/>
                  <a:pt x="3765419" y="3317882"/>
                </a:cubicBezTo>
                <a:cubicBezTo>
                  <a:pt x="3765419" y="3296424"/>
                  <a:pt x="3748024" y="3279029"/>
                  <a:pt x="3726566" y="3279029"/>
                </a:cubicBezTo>
                <a:close/>
                <a:moveTo>
                  <a:pt x="3599719" y="3279029"/>
                </a:moveTo>
                <a:cubicBezTo>
                  <a:pt x="3578261" y="3279029"/>
                  <a:pt x="3560866" y="3296424"/>
                  <a:pt x="3560866" y="3317882"/>
                </a:cubicBezTo>
                <a:cubicBezTo>
                  <a:pt x="3560866" y="3339340"/>
                  <a:pt x="3578261" y="3356735"/>
                  <a:pt x="3599719" y="3356735"/>
                </a:cubicBezTo>
                <a:cubicBezTo>
                  <a:pt x="3621177" y="3356735"/>
                  <a:pt x="3638572" y="3339340"/>
                  <a:pt x="3638572" y="3317882"/>
                </a:cubicBezTo>
                <a:cubicBezTo>
                  <a:pt x="3638572" y="3296424"/>
                  <a:pt x="3621177" y="3279029"/>
                  <a:pt x="3599719" y="3279029"/>
                </a:cubicBezTo>
                <a:close/>
                <a:moveTo>
                  <a:pt x="3472872" y="3279029"/>
                </a:moveTo>
                <a:cubicBezTo>
                  <a:pt x="3451414" y="3279029"/>
                  <a:pt x="3434019" y="3296424"/>
                  <a:pt x="3434019" y="3317882"/>
                </a:cubicBezTo>
                <a:cubicBezTo>
                  <a:pt x="3434019" y="3339340"/>
                  <a:pt x="3451414" y="3356735"/>
                  <a:pt x="3472872" y="3356735"/>
                </a:cubicBezTo>
                <a:cubicBezTo>
                  <a:pt x="3494330" y="3356735"/>
                  <a:pt x="3511725" y="3339340"/>
                  <a:pt x="3511725" y="3317882"/>
                </a:cubicBezTo>
                <a:cubicBezTo>
                  <a:pt x="3511725" y="3296424"/>
                  <a:pt x="3494330" y="3279029"/>
                  <a:pt x="3472872" y="3279029"/>
                </a:cubicBezTo>
                <a:close/>
                <a:moveTo>
                  <a:pt x="3346025" y="3279029"/>
                </a:moveTo>
                <a:cubicBezTo>
                  <a:pt x="3324567" y="3279029"/>
                  <a:pt x="3307172" y="3296424"/>
                  <a:pt x="3307172" y="3317882"/>
                </a:cubicBezTo>
                <a:cubicBezTo>
                  <a:pt x="3307172" y="3339340"/>
                  <a:pt x="3324567" y="3356735"/>
                  <a:pt x="3346025" y="3356735"/>
                </a:cubicBezTo>
                <a:cubicBezTo>
                  <a:pt x="3367483" y="3356735"/>
                  <a:pt x="3384878" y="3339340"/>
                  <a:pt x="3384878" y="3317882"/>
                </a:cubicBezTo>
                <a:cubicBezTo>
                  <a:pt x="3384878" y="3296424"/>
                  <a:pt x="3367483" y="3279029"/>
                  <a:pt x="3346025" y="3279029"/>
                </a:cubicBezTo>
                <a:close/>
                <a:moveTo>
                  <a:pt x="3185169" y="3279029"/>
                </a:moveTo>
                <a:cubicBezTo>
                  <a:pt x="3163711" y="3279029"/>
                  <a:pt x="3146316" y="3296424"/>
                  <a:pt x="3146316" y="3317882"/>
                </a:cubicBezTo>
                <a:cubicBezTo>
                  <a:pt x="3146316" y="3339340"/>
                  <a:pt x="3163711" y="3356735"/>
                  <a:pt x="3185169" y="3356735"/>
                </a:cubicBezTo>
                <a:cubicBezTo>
                  <a:pt x="3206627" y="3356735"/>
                  <a:pt x="3224022" y="3339340"/>
                  <a:pt x="3224022" y="3317882"/>
                </a:cubicBezTo>
                <a:cubicBezTo>
                  <a:pt x="3224022" y="3296424"/>
                  <a:pt x="3206627" y="3279029"/>
                  <a:pt x="3185169" y="3279029"/>
                </a:cubicBezTo>
                <a:close/>
                <a:moveTo>
                  <a:pt x="3058323" y="3279029"/>
                </a:moveTo>
                <a:cubicBezTo>
                  <a:pt x="3036865" y="3279029"/>
                  <a:pt x="3019470" y="3296424"/>
                  <a:pt x="3019470" y="3317882"/>
                </a:cubicBezTo>
                <a:cubicBezTo>
                  <a:pt x="3019470" y="3339340"/>
                  <a:pt x="3036865" y="3356735"/>
                  <a:pt x="3058323" y="3356735"/>
                </a:cubicBezTo>
                <a:cubicBezTo>
                  <a:pt x="3079781" y="3356735"/>
                  <a:pt x="3097176" y="3339340"/>
                  <a:pt x="3097176" y="3317882"/>
                </a:cubicBezTo>
                <a:cubicBezTo>
                  <a:pt x="3097176" y="3296424"/>
                  <a:pt x="3079781" y="3279029"/>
                  <a:pt x="3058323" y="3279029"/>
                </a:cubicBezTo>
                <a:close/>
                <a:moveTo>
                  <a:pt x="2863457" y="3279029"/>
                </a:moveTo>
                <a:cubicBezTo>
                  <a:pt x="2841999" y="3279029"/>
                  <a:pt x="2824604" y="3296424"/>
                  <a:pt x="2824604" y="3317882"/>
                </a:cubicBezTo>
                <a:cubicBezTo>
                  <a:pt x="2824604" y="3339340"/>
                  <a:pt x="2841999" y="3356735"/>
                  <a:pt x="2863457" y="3356735"/>
                </a:cubicBezTo>
                <a:cubicBezTo>
                  <a:pt x="2884915" y="3356735"/>
                  <a:pt x="2902310" y="3339340"/>
                  <a:pt x="2902310" y="3317882"/>
                </a:cubicBezTo>
                <a:cubicBezTo>
                  <a:pt x="2902310" y="3296424"/>
                  <a:pt x="2884915" y="3279029"/>
                  <a:pt x="2863457" y="3279029"/>
                </a:cubicBezTo>
                <a:close/>
                <a:moveTo>
                  <a:pt x="2702601" y="3279029"/>
                </a:moveTo>
                <a:cubicBezTo>
                  <a:pt x="2681143" y="3279029"/>
                  <a:pt x="2663748" y="3296424"/>
                  <a:pt x="2663748" y="3317882"/>
                </a:cubicBezTo>
                <a:cubicBezTo>
                  <a:pt x="2663748" y="3339340"/>
                  <a:pt x="2681143" y="3356735"/>
                  <a:pt x="2702601" y="3356735"/>
                </a:cubicBezTo>
                <a:cubicBezTo>
                  <a:pt x="2724059" y="3356735"/>
                  <a:pt x="2741454" y="3339340"/>
                  <a:pt x="2741454" y="3317882"/>
                </a:cubicBezTo>
                <a:cubicBezTo>
                  <a:pt x="2741454" y="3296424"/>
                  <a:pt x="2724059" y="3279029"/>
                  <a:pt x="2702601" y="3279029"/>
                </a:cubicBezTo>
                <a:close/>
                <a:moveTo>
                  <a:pt x="2575754" y="3279029"/>
                </a:moveTo>
                <a:cubicBezTo>
                  <a:pt x="2554296" y="3279029"/>
                  <a:pt x="2536901" y="3296424"/>
                  <a:pt x="2536901" y="3317882"/>
                </a:cubicBezTo>
                <a:cubicBezTo>
                  <a:pt x="2536901" y="3339340"/>
                  <a:pt x="2554296" y="3356735"/>
                  <a:pt x="2575754" y="3356735"/>
                </a:cubicBezTo>
                <a:cubicBezTo>
                  <a:pt x="2597212" y="3356735"/>
                  <a:pt x="2614607" y="3339340"/>
                  <a:pt x="2614607" y="3317882"/>
                </a:cubicBezTo>
                <a:cubicBezTo>
                  <a:pt x="2614607" y="3296424"/>
                  <a:pt x="2597212" y="3279029"/>
                  <a:pt x="2575754" y="3279029"/>
                </a:cubicBezTo>
                <a:close/>
                <a:moveTo>
                  <a:pt x="2414898" y="3279029"/>
                </a:moveTo>
                <a:cubicBezTo>
                  <a:pt x="2393440" y="3279029"/>
                  <a:pt x="2376045" y="3296424"/>
                  <a:pt x="2376045" y="3317882"/>
                </a:cubicBezTo>
                <a:cubicBezTo>
                  <a:pt x="2376045" y="3339340"/>
                  <a:pt x="2393440" y="3356735"/>
                  <a:pt x="2414898" y="3356735"/>
                </a:cubicBezTo>
                <a:cubicBezTo>
                  <a:pt x="2436356" y="3356735"/>
                  <a:pt x="2453751" y="3339340"/>
                  <a:pt x="2453751" y="3317882"/>
                </a:cubicBezTo>
                <a:cubicBezTo>
                  <a:pt x="2453751" y="3296424"/>
                  <a:pt x="2436356" y="3279029"/>
                  <a:pt x="2414898" y="3279029"/>
                </a:cubicBezTo>
                <a:close/>
                <a:moveTo>
                  <a:pt x="2220033" y="3279029"/>
                </a:moveTo>
                <a:cubicBezTo>
                  <a:pt x="2198575" y="3279029"/>
                  <a:pt x="2181180" y="3296424"/>
                  <a:pt x="2181180" y="3317882"/>
                </a:cubicBezTo>
                <a:cubicBezTo>
                  <a:pt x="2181180" y="3339340"/>
                  <a:pt x="2198575" y="3356735"/>
                  <a:pt x="2220033" y="3356735"/>
                </a:cubicBezTo>
                <a:cubicBezTo>
                  <a:pt x="2241491" y="3356735"/>
                  <a:pt x="2258886" y="3339340"/>
                  <a:pt x="2258886" y="3317882"/>
                </a:cubicBezTo>
                <a:cubicBezTo>
                  <a:pt x="2258886" y="3296424"/>
                  <a:pt x="2241491" y="3279029"/>
                  <a:pt x="2220033" y="3279029"/>
                </a:cubicBezTo>
                <a:close/>
                <a:moveTo>
                  <a:pt x="2059177" y="3279029"/>
                </a:moveTo>
                <a:cubicBezTo>
                  <a:pt x="2037719" y="3279029"/>
                  <a:pt x="2020324" y="3296424"/>
                  <a:pt x="2020324" y="3317882"/>
                </a:cubicBezTo>
                <a:cubicBezTo>
                  <a:pt x="2020324" y="3339340"/>
                  <a:pt x="2037719" y="3356735"/>
                  <a:pt x="2059177" y="3356735"/>
                </a:cubicBezTo>
                <a:cubicBezTo>
                  <a:pt x="2080635" y="3356735"/>
                  <a:pt x="2098030" y="3339340"/>
                  <a:pt x="2098030" y="3317882"/>
                </a:cubicBezTo>
                <a:cubicBezTo>
                  <a:pt x="2098030" y="3296424"/>
                  <a:pt x="2080635" y="3279029"/>
                  <a:pt x="2059177" y="3279029"/>
                </a:cubicBezTo>
                <a:close/>
                <a:moveTo>
                  <a:pt x="1932330" y="3279029"/>
                </a:moveTo>
                <a:cubicBezTo>
                  <a:pt x="1910872" y="3279029"/>
                  <a:pt x="1893477" y="3296424"/>
                  <a:pt x="1893477" y="3317882"/>
                </a:cubicBezTo>
                <a:cubicBezTo>
                  <a:pt x="1893477" y="3339340"/>
                  <a:pt x="1910872" y="3356735"/>
                  <a:pt x="1932330" y="3356735"/>
                </a:cubicBezTo>
                <a:cubicBezTo>
                  <a:pt x="1953788" y="3356735"/>
                  <a:pt x="1971183" y="3339340"/>
                  <a:pt x="1971183" y="3317882"/>
                </a:cubicBezTo>
                <a:cubicBezTo>
                  <a:pt x="1971183" y="3296424"/>
                  <a:pt x="1953788" y="3279029"/>
                  <a:pt x="1932330" y="3279029"/>
                </a:cubicBezTo>
                <a:close/>
                <a:moveTo>
                  <a:pt x="1771474" y="3279029"/>
                </a:moveTo>
                <a:cubicBezTo>
                  <a:pt x="1750016" y="3279029"/>
                  <a:pt x="1732621" y="3296424"/>
                  <a:pt x="1732621" y="3317882"/>
                </a:cubicBezTo>
                <a:cubicBezTo>
                  <a:pt x="1732621" y="3339340"/>
                  <a:pt x="1750016" y="3356735"/>
                  <a:pt x="1771474" y="3356735"/>
                </a:cubicBezTo>
                <a:cubicBezTo>
                  <a:pt x="1792932" y="3356735"/>
                  <a:pt x="1810327" y="3339340"/>
                  <a:pt x="1810327" y="3317882"/>
                </a:cubicBezTo>
                <a:cubicBezTo>
                  <a:pt x="1810327" y="3296424"/>
                  <a:pt x="1792932" y="3279029"/>
                  <a:pt x="1771474" y="3279029"/>
                </a:cubicBezTo>
                <a:close/>
                <a:moveTo>
                  <a:pt x="1576608" y="3279029"/>
                </a:moveTo>
                <a:cubicBezTo>
                  <a:pt x="1555150" y="3279029"/>
                  <a:pt x="1537755" y="3296424"/>
                  <a:pt x="1537755" y="3317882"/>
                </a:cubicBezTo>
                <a:cubicBezTo>
                  <a:pt x="1537755" y="3339340"/>
                  <a:pt x="1555150" y="3356735"/>
                  <a:pt x="1576608" y="3356735"/>
                </a:cubicBezTo>
                <a:cubicBezTo>
                  <a:pt x="1598066" y="3356735"/>
                  <a:pt x="1615461" y="3339340"/>
                  <a:pt x="1615461" y="3317882"/>
                </a:cubicBezTo>
                <a:cubicBezTo>
                  <a:pt x="1615461" y="3296424"/>
                  <a:pt x="1598066" y="3279029"/>
                  <a:pt x="1576608" y="3279029"/>
                </a:cubicBezTo>
                <a:close/>
                <a:moveTo>
                  <a:pt x="1449762" y="3279029"/>
                </a:moveTo>
                <a:cubicBezTo>
                  <a:pt x="1428304" y="3279029"/>
                  <a:pt x="1410909" y="3296424"/>
                  <a:pt x="1410909" y="3317882"/>
                </a:cubicBezTo>
                <a:cubicBezTo>
                  <a:pt x="1410909" y="3339340"/>
                  <a:pt x="1428304" y="3356735"/>
                  <a:pt x="1449762" y="3356735"/>
                </a:cubicBezTo>
                <a:cubicBezTo>
                  <a:pt x="1471220" y="3356735"/>
                  <a:pt x="1488615" y="3339340"/>
                  <a:pt x="1488615" y="3317882"/>
                </a:cubicBezTo>
                <a:cubicBezTo>
                  <a:pt x="1488615" y="3296424"/>
                  <a:pt x="1471220" y="3279029"/>
                  <a:pt x="1449762" y="3279029"/>
                </a:cubicBezTo>
                <a:close/>
                <a:moveTo>
                  <a:pt x="1288906" y="3279029"/>
                </a:moveTo>
                <a:cubicBezTo>
                  <a:pt x="1267448" y="3279029"/>
                  <a:pt x="1250053" y="3296424"/>
                  <a:pt x="1250053" y="3317882"/>
                </a:cubicBezTo>
                <a:cubicBezTo>
                  <a:pt x="1250053" y="3339340"/>
                  <a:pt x="1267448" y="3356735"/>
                  <a:pt x="1288906" y="3356735"/>
                </a:cubicBezTo>
                <a:cubicBezTo>
                  <a:pt x="1310364" y="3356735"/>
                  <a:pt x="1327759" y="3339340"/>
                  <a:pt x="1327759" y="3317882"/>
                </a:cubicBezTo>
                <a:cubicBezTo>
                  <a:pt x="1327759" y="3296424"/>
                  <a:pt x="1310364" y="3279029"/>
                  <a:pt x="1288906" y="3279029"/>
                </a:cubicBezTo>
                <a:close/>
                <a:moveTo>
                  <a:pt x="1162059" y="3279029"/>
                </a:moveTo>
                <a:cubicBezTo>
                  <a:pt x="1140601" y="3279029"/>
                  <a:pt x="1123206" y="3296424"/>
                  <a:pt x="1123206" y="3317882"/>
                </a:cubicBezTo>
                <a:cubicBezTo>
                  <a:pt x="1123206" y="3339340"/>
                  <a:pt x="1140601" y="3356735"/>
                  <a:pt x="1162059" y="3356735"/>
                </a:cubicBezTo>
                <a:cubicBezTo>
                  <a:pt x="1183517" y="3356735"/>
                  <a:pt x="1200912" y="3339340"/>
                  <a:pt x="1200912" y="3317882"/>
                </a:cubicBezTo>
                <a:cubicBezTo>
                  <a:pt x="1200912" y="3296424"/>
                  <a:pt x="1183517" y="3279029"/>
                  <a:pt x="1162059" y="3279029"/>
                </a:cubicBezTo>
                <a:close/>
                <a:moveTo>
                  <a:pt x="1001203" y="3279029"/>
                </a:moveTo>
                <a:cubicBezTo>
                  <a:pt x="979745" y="3279029"/>
                  <a:pt x="962350" y="3296424"/>
                  <a:pt x="962350" y="3317882"/>
                </a:cubicBezTo>
                <a:cubicBezTo>
                  <a:pt x="962350" y="3339340"/>
                  <a:pt x="979745" y="3356735"/>
                  <a:pt x="1001203" y="3356735"/>
                </a:cubicBezTo>
                <a:cubicBezTo>
                  <a:pt x="1022661" y="3356735"/>
                  <a:pt x="1040056" y="3339340"/>
                  <a:pt x="1040056" y="3317882"/>
                </a:cubicBezTo>
                <a:cubicBezTo>
                  <a:pt x="1040056" y="3296424"/>
                  <a:pt x="1022661" y="3279029"/>
                  <a:pt x="1001203" y="3279029"/>
                </a:cubicBezTo>
                <a:close/>
                <a:moveTo>
                  <a:pt x="840347" y="3279029"/>
                </a:moveTo>
                <a:cubicBezTo>
                  <a:pt x="818889" y="3279029"/>
                  <a:pt x="801494" y="3296424"/>
                  <a:pt x="801494" y="3317882"/>
                </a:cubicBezTo>
                <a:cubicBezTo>
                  <a:pt x="801494" y="3339340"/>
                  <a:pt x="818889" y="3356735"/>
                  <a:pt x="840347" y="3356735"/>
                </a:cubicBezTo>
                <a:cubicBezTo>
                  <a:pt x="861805" y="3356735"/>
                  <a:pt x="879200" y="3339340"/>
                  <a:pt x="879200" y="3317882"/>
                </a:cubicBezTo>
                <a:cubicBezTo>
                  <a:pt x="879198" y="3296424"/>
                  <a:pt x="861805" y="3279029"/>
                  <a:pt x="840347" y="3279029"/>
                </a:cubicBezTo>
                <a:close/>
                <a:moveTo>
                  <a:pt x="713500" y="3279029"/>
                </a:moveTo>
                <a:cubicBezTo>
                  <a:pt x="692042" y="3279029"/>
                  <a:pt x="674647" y="3296424"/>
                  <a:pt x="674647" y="3317882"/>
                </a:cubicBezTo>
                <a:cubicBezTo>
                  <a:pt x="674647" y="3339340"/>
                  <a:pt x="692042" y="3356735"/>
                  <a:pt x="713500" y="3356735"/>
                </a:cubicBezTo>
                <a:cubicBezTo>
                  <a:pt x="734958" y="3356735"/>
                  <a:pt x="752353" y="3339340"/>
                  <a:pt x="752353" y="3317882"/>
                </a:cubicBezTo>
                <a:cubicBezTo>
                  <a:pt x="752353" y="3296424"/>
                  <a:pt x="734958" y="3279029"/>
                  <a:pt x="713500" y="3279029"/>
                </a:cubicBezTo>
                <a:close/>
                <a:moveTo>
                  <a:pt x="552644" y="3279029"/>
                </a:moveTo>
                <a:cubicBezTo>
                  <a:pt x="531186" y="3279029"/>
                  <a:pt x="513791" y="3296424"/>
                  <a:pt x="513791" y="3317882"/>
                </a:cubicBezTo>
                <a:cubicBezTo>
                  <a:pt x="513791" y="3339340"/>
                  <a:pt x="531186" y="3356735"/>
                  <a:pt x="552644" y="3356735"/>
                </a:cubicBezTo>
                <a:cubicBezTo>
                  <a:pt x="574102" y="3356735"/>
                  <a:pt x="591497" y="3339340"/>
                  <a:pt x="591497" y="3317882"/>
                </a:cubicBezTo>
                <a:cubicBezTo>
                  <a:pt x="591497" y="3296424"/>
                  <a:pt x="574102" y="3279029"/>
                  <a:pt x="552644" y="3279029"/>
                </a:cubicBezTo>
                <a:close/>
                <a:moveTo>
                  <a:pt x="357778" y="3279029"/>
                </a:moveTo>
                <a:cubicBezTo>
                  <a:pt x="336320" y="3279029"/>
                  <a:pt x="318925" y="3296424"/>
                  <a:pt x="318925" y="3317882"/>
                </a:cubicBezTo>
                <a:cubicBezTo>
                  <a:pt x="318925" y="3339340"/>
                  <a:pt x="336320" y="3356735"/>
                  <a:pt x="357778" y="3356735"/>
                </a:cubicBezTo>
                <a:cubicBezTo>
                  <a:pt x="379236" y="3356735"/>
                  <a:pt x="396631" y="3339340"/>
                  <a:pt x="396631" y="3317882"/>
                </a:cubicBezTo>
                <a:cubicBezTo>
                  <a:pt x="396631" y="3296424"/>
                  <a:pt x="379236" y="3279029"/>
                  <a:pt x="357778" y="3279029"/>
                </a:cubicBezTo>
                <a:close/>
                <a:moveTo>
                  <a:pt x="230932" y="3279029"/>
                </a:moveTo>
                <a:cubicBezTo>
                  <a:pt x="209474" y="3279029"/>
                  <a:pt x="192079" y="3296424"/>
                  <a:pt x="192079" y="3317882"/>
                </a:cubicBezTo>
                <a:cubicBezTo>
                  <a:pt x="192079" y="3339340"/>
                  <a:pt x="209474" y="3356735"/>
                  <a:pt x="230932" y="3356735"/>
                </a:cubicBezTo>
                <a:cubicBezTo>
                  <a:pt x="252390" y="3356735"/>
                  <a:pt x="269785" y="3339340"/>
                  <a:pt x="269785" y="3317882"/>
                </a:cubicBezTo>
                <a:cubicBezTo>
                  <a:pt x="269785" y="3296424"/>
                  <a:pt x="252390" y="3279029"/>
                  <a:pt x="230932" y="3279029"/>
                </a:cubicBezTo>
                <a:close/>
                <a:moveTo>
                  <a:pt x="70076" y="3279029"/>
                </a:moveTo>
                <a:cubicBezTo>
                  <a:pt x="48618" y="3279029"/>
                  <a:pt x="31223" y="3296424"/>
                  <a:pt x="31223" y="3317882"/>
                </a:cubicBezTo>
                <a:cubicBezTo>
                  <a:pt x="31223" y="3339340"/>
                  <a:pt x="48618" y="3356735"/>
                  <a:pt x="70076" y="3356735"/>
                </a:cubicBezTo>
                <a:cubicBezTo>
                  <a:pt x="91534" y="3356735"/>
                  <a:pt x="108929" y="3339340"/>
                  <a:pt x="108929" y="3317882"/>
                </a:cubicBezTo>
                <a:cubicBezTo>
                  <a:pt x="108929" y="3296424"/>
                  <a:pt x="91534" y="3279029"/>
                  <a:pt x="70076" y="3279029"/>
                </a:cubicBezTo>
                <a:close/>
                <a:moveTo>
                  <a:pt x="9085564" y="3263727"/>
                </a:moveTo>
                <a:cubicBezTo>
                  <a:pt x="9115473" y="3263727"/>
                  <a:pt x="9139719" y="3287973"/>
                  <a:pt x="9139719" y="3317882"/>
                </a:cubicBezTo>
                <a:cubicBezTo>
                  <a:pt x="9139719" y="3347791"/>
                  <a:pt x="9115473" y="3372037"/>
                  <a:pt x="9085564" y="3372037"/>
                </a:cubicBezTo>
                <a:cubicBezTo>
                  <a:pt x="9055655" y="3372037"/>
                  <a:pt x="9031409" y="3347791"/>
                  <a:pt x="9031409" y="3317882"/>
                </a:cubicBezTo>
                <a:cubicBezTo>
                  <a:pt x="9031409" y="3287973"/>
                  <a:pt x="9055655" y="3263727"/>
                  <a:pt x="9085564" y="3263727"/>
                </a:cubicBezTo>
                <a:close/>
                <a:moveTo>
                  <a:pt x="9005137" y="3263727"/>
                </a:moveTo>
                <a:cubicBezTo>
                  <a:pt x="9009410" y="3263727"/>
                  <a:pt x="9012874" y="3267191"/>
                  <a:pt x="9012874" y="3271464"/>
                </a:cubicBezTo>
                <a:cubicBezTo>
                  <a:pt x="9012874" y="3302410"/>
                  <a:pt x="9012873" y="3333355"/>
                  <a:pt x="9012873" y="3364301"/>
                </a:cubicBezTo>
                <a:lnTo>
                  <a:pt x="9005137" y="3372037"/>
                </a:lnTo>
                <a:cubicBezTo>
                  <a:pt x="9000864" y="3372037"/>
                  <a:pt x="8997400" y="3368573"/>
                  <a:pt x="8997400" y="3364300"/>
                </a:cubicBezTo>
                <a:lnTo>
                  <a:pt x="8997400" y="3271464"/>
                </a:lnTo>
                <a:cubicBezTo>
                  <a:pt x="8997400" y="3267191"/>
                  <a:pt x="9000864" y="3263727"/>
                  <a:pt x="9005137" y="3263727"/>
                </a:cubicBezTo>
                <a:close/>
                <a:moveTo>
                  <a:pt x="8971127" y="3263727"/>
                </a:moveTo>
                <a:cubicBezTo>
                  <a:pt x="8975400" y="3263727"/>
                  <a:pt x="8978864" y="3267191"/>
                  <a:pt x="8978864" y="3271464"/>
                </a:cubicBezTo>
                <a:cubicBezTo>
                  <a:pt x="8978864" y="3302410"/>
                  <a:pt x="8978863" y="3333355"/>
                  <a:pt x="8978863" y="3364301"/>
                </a:cubicBezTo>
                <a:lnTo>
                  <a:pt x="8971127" y="3372037"/>
                </a:lnTo>
                <a:cubicBezTo>
                  <a:pt x="8966854" y="3372037"/>
                  <a:pt x="8963390" y="3368573"/>
                  <a:pt x="8963390" y="3364300"/>
                </a:cubicBezTo>
                <a:lnTo>
                  <a:pt x="8963390" y="3271464"/>
                </a:lnTo>
                <a:cubicBezTo>
                  <a:pt x="8963390" y="3267191"/>
                  <a:pt x="8966854" y="3263727"/>
                  <a:pt x="8971127" y="3263727"/>
                </a:cubicBezTo>
                <a:close/>
                <a:moveTo>
                  <a:pt x="8890698" y="3263727"/>
                </a:moveTo>
                <a:cubicBezTo>
                  <a:pt x="8920607" y="3263727"/>
                  <a:pt x="8944853" y="3287973"/>
                  <a:pt x="8944853" y="3317882"/>
                </a:cubicBezTo>
                <a:cubicBezTo>
                  <a:pt x="8944853" y="3347791"/>
                  <a:pt x="8920607" y="3372037"/>
                  <a:pt x="8890698" y="3372037"/>
                </a:cubicBezTo>
                <a:cubicBezTo>
                  <a:pt x="8860789" y="3372037"/>
                  <a:pt x="8836543" y="3347791"/>
                  <a:pt x="8836543" y="3317882"/>
                </a:cubicBezTo>
                <a:cubicBezTo>
                  <a:pt x="8836543" y="3287973"/>
                  <a:pt x="8860789" y="3263727"/>
                  <a:pt x="8890698" y="3263727"/>
                </a:cubicBezTo>
                <a:close/>
                <a:moveTo>
                  <a:pt x="8763852" y="3263727"/>
                </a:moveTo>
                <a:cubicBezTo>
                  <a:pt x="8793761" y="3263727"/>
                  <a:pt x="8818007" y="3287973"/>
                  <a:pt x="8818007" y="3317882"/>
                </a:cubicBezTo>
                <a:cubicBezTo>
                  <a:pt x="8818007" y="3347791"/>
                  <a:pt x="8793761" y="3372037"/>
                  <a:pt x="8763852" y="3372037"/>
                </a:cubicBezTo>
                <a:cubicBezTo>
                  <a:pt x="8733943" y="3372037"/>
                  <a:pt x="8709697" y="3347791"/>
                  <a:pt x="8709697" y="3317882"/>
                </a:cubicBezTo>
                <a:cubicBezTo>
                  <a:pt x="8709697" y="3287973"/>
                  <a:pt x="8733943" y="3263727"/>
                  <a:pt x="8763852" y="3263727"/>
                </a:cubicBezTo>
                <a:close/>
                <a:moveTo>
                  <a:pt x="8683424" y="3263727"/>
                </a:moveTo>
                <a:cubicBezTo>
                  <a:pt x="8687697" y="3263727"/>
                  <a:pt x="8691161" y="3267191"/>
                  <a:pt x="8691161" y="3271464"/>
                </a:cubicBezTo>
                <a:cubicBezTo>
                  <a:pt x="8691161" y="3302410"/>
                  <a:pt x="8691160" y="3333355"/>
                  <a:pt x="8691160" y="3364301"/>
                </a:cubicBezTo>
                <a:lnTo>
                  <a:pt x="8683424" y="3372037"/>
                </a:lnTo>
                <a:cubicBezTo>
                  <a:pt x="8679151" y="3372037"/>
                  <a:pt x="8675687" y="3368573"/>
                  <a:pt x="8675687" y="3364300"/>
                </a:cubicBezTo>
                <a:lnTo>
                  <a:pt x="8675687" y="3271464"/>
                </a:lnTo>
                <a:cubicBezTo>
                  <a:pt x="8675687" y="3267191"/>
                  <a:pt x="8679151" y="3263727"/>
                  <a:pt x="8683424" y="3263727"/>
                </a:cubicBezTo>
                <a:close/>
                <a:moveTo>
                  <a:pt x="8602996" y="3263727"/>
                </a:moveTo>
                <a:cubicBezTo>
                  <a:pt x="8632905" y="3263727"/>
                  <a:pt x="8657151" y="3287973"/>
                  <a:pt x="8657151" y="3317882"/>
                </a:cubicBezTo>
                <a:cubicBezTo>
                  <a:pt x="8657151" y="3347791"/>
                  <a:pt x="8632905" y="3372037"/>
                  <a:pt x="8602996" y="3372037"/>
                </a:cubicBezTo>
                <a:cubicBezTo>
                  <a:pt x="8573087" y="3372037"/>
                  <a:pt x="8548841" y="3347791"/>
                  <a:pt x="8548841" y="3317882"/>
                </a:cubicBezTo>
                <a:cubicBezTo>
                  <a:pt x="8548841" y="3287973"/>
                  <a:pt x="8573087" y="3263727"/>
                  <a:pt x="8602996" y="3263727"/>
                </a:cubicBezTo>
                <a:close/>
                <a:moveTo>
                  <a:pt x="8476149" y="3263727"/>
                </a:moveTo>
                <a:cubicBezTo>
                  <a:pt x="8506058" y="3263727"/>
                  <a:pt x="8530304" y="3287973"/>
                  <a:pt x="8530304" y="3317882"/>
                </a:cubicBezTo>
                <a:cubicBezTo>
                  <a:pt x="8530304" y="3347791"/>
                  <a:pt x="8506058" y="3372037"/>
                  <a:pt x="8476149" y="3372037"/>
                </a:cubicBezTo>
                <a:cubicBezTo>
                  <a:pt x="8446240" y="3372037"/>
                  <a:pt x="8421994" y="3347791"/>
                  <a:pt x="8421994" y="3317882"/>
                </a:cubicBezTo>
                <a:cubicBezTo>
                  <a:pt x="8421994" y="3287973"/>
                  <a:pt x="8446240" y="3263727"/>
                  <a:pt x="8476149" y="3263727"/>
                </a:cubicBezTo>
                <a:close/>
                <a:moveTo>
                  <a:pt x="8395722" y="3263727"/>
                </a:moveTo>
                <a:cubicBezTo>
                  <a:pt x="8399995" y="3263727"/>
                  <a:pt x="8403459" y="3267191"/>
                  <a:pt x="8403459" y="3271464"/>
                </a:cubicBezTo>
                <a:cubicBezTo>
                  <a:pt x="8403459" y="3302410"/>
                  <a:pt x="8403458" y="3333355"/>
                  <a:pt x="8403458" y="3364301"/>
                </a:cubicBezTo>
                <a:lnTo>
                  <a:pt x="8395722" y="3372037"/>
                </a:lnTo>
                <a:cubicBezTo>
                  <a:pt x="8391449" y="3372037"/>
                  <a:pt x="8387985" y="3368573"/>
                  <a:pt x="8387985" y="3364300"/>
                </a:cubicBezTo>
                <a:lnTo>
                  <a:pt x="8387985" y="3271464"/>
                </a:lnTo>
                <a:cubicBezTo>
                  <a:pt x="8387985" y="3267191"/>
                  <a:pt x="8391449" y="3263727"/>
                  <a:pt x="8395722" y="3263727"/>
                </a:cubicBezTo>
                <a:close/>
                <a:moveTo>
                  <a:pt x="8315293" y="3263727"/>
                </a:moveTo>
                <a:cubicBezTo>
                  <a:pt x="8345202" y="3263727"/>
                  <a:pt x="8369448" y="3287973"/>
                  <a:pt x="8369448" y="3317882"/>
                </a:cubicBezTo>
                <a:cubicBezTo>
                  <a:pt x="8369448" y="3347791"/>
                  <a:pt x="8345202" y="3372037"/>
                  <a:pt x="8315293" y="3372037"/>
                </a:cubicBezTo>
                <a:cubicBezTo>
                  <a:pt x="8285384" y="3372037"/>
                  <a:pt x="8261138" y="3347791"/>
                  <a:pt x="8261138" y="3317882"/>
                </a:cubicBezTo>
                <a:cubicBezTo>
                  <a:pt x="8261138" y="3287973"/>
                  <a:pt x="8285384" y="3263727"/>
                  <a:pt x="8315293" y="3263727"/>
                </a:cubicBezTo>
                <a:close/>
                <a:moveTo>
                  <a:pt x="8234865" y="3263727"/>
                </a:moveTo>
                <a:cubicBezTo>
                  <a:pt x="8239138" y="3263727"/>
                  <a:pt x="8242602" y="3267191"/>
                  <a:pt x="8242602" y="3271464"/>
                </a:cubicBezTo>
                <a:cubicBezTo>
                  <a:pt x="8242602" y="3302410"/>
                  <a:pt x="8242601" y="3333355"/>
                  <a:pt x="8242601" y="3364301"/>
                </a:cubicBezTo>
                <a:lnTo>
                  <a:pt x="8234865" y="3372037"/>
                </a:lnTo>
                <a:cubicBezTo>
                  <a:pt x="8230592" y="3372037"/>
                  <a:pt x="8227128" y="3368573"/>
                  <a:pt x="8227128" y="3364300"/>
                </a:cubicBezTo>
                <a:lnTo>
                  <a:pt x="8227128" y="3271464"/>
                </a:lnTo>
                <a:cubicBezTo>
                  <a:pt x="8227128" y="3267191"/>
                  <a:pt x="8230592" y="3263727"/>
                  <a:pt x="8234865" y="3263727"/>
                </a:cubicBezTo>
                <a:close/>
                <a:moveTo>
                  <a:pt x="8154437" y="3263727"/>
                </a:moveTo>
                <a:cubicBezTo>
                  <a:pt x="8184346" y="3263727"/>
                  <a:pt x="8208592" y="3287973"/>
                  <a:pt x="8208592" y="3317882"/>
                </a:cubicBezTo>
                <a:cubicBezTo>
                  <a:pt x="8208592" y="3347791"/>
                  <a:pt x="8184346" y="3372037"/>
                  <a:pt x="8154437" y="3372037"/>
                </a:cubicBezTo>
                <a:cubicBezTo>
                  <a:pt x="8124528" y="3372037"/>
                  <a:pt x="8100282" y="3347791"/>
                  <a:pt x="8100282" y="3317882"/>
                </a:cubicBezTo>
                <a:cubicBezTo>
                  <a:pt x="8100282" y="3287973"/>
                  <a:pt x="8124528" y="3263727"/>
                  <a:pt x="8154437" y="3263727"/>
                </a:cubicBezTo>
                <a:close/>
                <a:moveTo>
                  <a:pt x="8027590" y="3263727"/>
                </a:moveTo>
                <a:cubicBezTo>
                  <a:pt x="8057499" y="3263727"/>
                  <a:pt x="8081745" y="3287973"/>
                  <a:pt x="8081745" y="3317882"/>
                </a:cubicBezTo>
                <a:cubicBezTo>
                  <a:pt x="8081745" y="3347791"/>
                  <a:pt x="8057499" y="3372037"/>
                  <a:pt x="8027590" y="3372037"/>
                </a:cubicBezTo>
                <a:cubicBezTo>
                  <a:pt x="7997681" y="3372037"/>
                  <a:pt x="7973435" y="3347791"/>
                  <a:pt x="7973435" y="3317882"/>
                </a:cubicBezTo>
                <a:cubicBezTo>
                  <a:pt x="7973435" y="3287973"/>
                  <a:pt x="7997681" y="3263727"/>
                  <a:pt x="8027590" y="3263727"/>
                </a:cubicBezTo>
                <a:close/>
                <a:moveTo>
                  <a:pt x="7866734" y="3263727"/>
                </a:moveTo>
                <a:cubicBezTo>
                  <a:pt x="7896643" y="3263727"/>
                  <a:pt x="7920889" y="3287973"/>
                  <a:pt x="7920889" y="3317882"/>
                </a:cubicBezTo>
                <a:cubicBezTo>
                  <a:pt x="7920889" y="3347791"/>
                  <a:pt x="7896643" y="3372037"/>
                  <a:pt x="7866734" y="3372037"/>
                </a:cubicBezTo>
                <a:cubicBezTo>
                  <a:pt x="7836825" y="3372037"/>
                  <a:pt x="7812579" y="3347791"/>
                  <a:pt x="7812579" y="3317882"/>
                </a:cubicBezTo>
                <a:cubicBezTo>
                  <a:pt x="7812579" y="3287973"/>
                  <a:pt x="7836825" y="3263727"/>
                  <a:pt x="7866734" y="3263727"/>
                </a:cubicBezTo>
                <a:close/>
                <a:moveTo>
                  <a:pt x="7786307" y="3263727"/>
                </a:moveTo>
                <a:cubicBezTo>
                  <a:pt x="7790580" y="3263727"/>
                  <a:pt x="7794044" y="3267191"/>
                  <a:pt x="7794044" y="3271464"/>
                </a:cubicBezTo>
                <a:cubicBezTo>
                  <a:pt x="7794044" y="3302410"/>
                  <a:pt x="7794043" y="3333355"/>
                  <a:pt x="7794043" y="3364301"/>
                </a:cubicBezTo>
                <a:lnTo>
                  <a:pt x="7786307" y="3372037"/>
                </a:lnTo>
                <a:cubicBezTo>
                  <a:pt x="7782034" y="3372037"/>
                  <a:pt x="7778570" y="3368573"/>
                  <a:pt x="7778570" y="3364300"/>
                </a:cubicBezTo>
                <a:lnTo>
                  <a:pt x="7778570" y="3271464"/>
                </a:lnTo>
                <a:cubicBezTo>
                  <a:pt x="7778570" y="3267191"/>
                  <a:pt x="7782034" y="3263727"/>
                  <a:pt x="7786307" y="3263727"/>
                </a:cubicBezTo>
                <a:close/>
                <a:moveTo>
                  <a:pt x="7752297" y="3263727"/>
                </a:moveTo>
                <a:cubicBezTo>
                  <a:pt x="7756570" y="3263727"/>
                  <a:pt x="7760034" y="3267191"/>
                  <a:pt x="7760034" y="3271464"/>
                </a:cubicBezTo>
                <a:cubicBezTo>
                  <a:pt x="7760034" y="3302410"/>
                  <a:pt x="7760033" y="3333355"/>
                  <a:pt x="7760033" y="3364301"/>
                </a:cubicBezTo>
                <a:lnTo>
                  <a:pt x="7752297" y="3372037"/>
                </a:lnTo>
                <a:cubicBezTo>
                  <a:pt x="7748024" y="3372037"/>
                  <a:pt x="7744560" y="3368573"/>
                  <a:pt x="7744560" y="3364300"/>
                </a:cubicBezTo>
                <a:lnTo>
                  <a:pt x="7744560" y="3271464"/>
                </a:lnTo>
                <a:cubicBezTo>
                  <a:pt x="7744560" y="3267191"/>
                  <a:pt x="7748024" y="3263727"/>
                  <a:pt x="7752297" y="3263727"/>
                </a:cubicBezTo>
                <a:close/>
                <a:moveTo>
                  <a:pt x="7671868" y="3263727"/>
                </a:moveTo>
                <a:cubicBezTo>
                  <a:pt x="7701777" y="3263727"/>
                  <a:pt x="7726023" y="3287973"/>
                  <a:pt x="7726023" y="3317882"/>
                </a:cubicBezTo>
                <a:cubicBezTo>
                  <a:pt x="7726023" y="3347791"/>
                  <a:pt x="7701777" y="3372037"/>
                  <a:pt x="7671868" y="3372037"/>
                </a:cubicBezTo>
                <a:cubicBezTo>
                  <a:pt x="7641959" y="3372037"/>
                  <a:pt x="7617713" y="3347791"/>
                  <a:pt x="7617713" y="3317882"/>
                </a:cubicBezTo>
                <a:cubicBezTo>
                  <a:pt x="7617713" y="3287973"/>
                  <a:pt x="7641959" y="3263727"/>
                  <a:pt x="7671868" y="3263727"/>
                </a:cubicBezTo>
                <a:close/>
                <a:moveTo>
                  <a:pt x="7545022" y="3263727"/>
                </a:moveTo>
                <a:cubicBezTo>
                  <a:pt x="7574931" y="3263727"/>
                  <a:pt x="7599177" y="3287973"/>
                  <a:pt x="7599177" y="3317882"/>
                </a:cubicBezTo>
                <a:cubicBezTo>
                  <a:pt x="7599177" y="3347791"/>
                  <a:pt x="7574931" y="3372037"/>
                  <a:pt x="7545022" y="3372037"/>
                </a:cubicBezTo>
                <a:cubicBezTo>
                  <a:pt x="7515113" y="3372037"/>
                  <a:pt x="7490867" y="3347791"/>
                  <a:pt x="7490867" y="3317882"/>
                </a:cubicBezTo>
                <a:cubicBezTo>
                  <a:pt x="7490867" y="3287973"/>
                  <a:pt x="7515113" y="3263727"/>
                  <a:pt x="7545022" y="3263727"/>
                </a:cubicBezTo>
                <a:close/>
                <a:moveTo>
                  <a:pt x="7464594" y="3263727"/>
                </a:moveTo>
                <a:cubicBezTo>
                  <a:pt x="7468867" y="3263727"/>
                  <a:pt x="7472331" y="3267191"/>
                  <a:pt x="7472331" y="3271464"/>
                </a:cubicBezTo>
                <a:cubicBezTo>
                  <a:pt x="7472331" y="3302410"/>
                  <a:pt x="7472330" y="3333355"/>
                  <a:pt x="7472330" y="3364301"/>
                </a:cubicBezTo>
                <a:lnTo>
                  <a:pt x="7464594" y="3372037"/>
                </a:lnTo>
                <a:cubicBezTo>
                  <a:pt x="7460321" y="3372037"/>
                  <a:pt x="7456857" y="3368573"/>
                  <a:pt x="7456857" y="3364300"/>
                </a:cubicBezTo>
                <a:lnTo>
                  <a:pt x="7456857" y="3271464"/>
                </a:lnTo>
                <a:cubicBezTo>
                  <a:pt x="7456857" y="3267191"/>
                  <a:pt x="7460321" y="3263727"/>
                  <a:pt x="7464594" y="3263727"/>
                </a:cubicBezTo>
                <a:close/>
                <a:moveTo>
                  <a:pt x="7384166" y="3263727"/>
                </a:moveTo>
                <a:cubicBezTo>
                  <a:pt x="7414075" y="3263727"/>
                  <a:pt x="7438321" y="3287973"/>
                  <a:pt x="7438321" y="3317882"/>
                </a:cubicBezTo>
                <a:cubicBezTo>
                  <a:pt x="7438321" y="3347791"/>
                  <a:pt x="7414075" y="3372037"/>
                  <a:pt x="7384166" y="3372037"/>
                </a:cubicBezTo>
                <a:cubicBezTo>
                  <a:pt x="7354257" y="3372037"/>
                  <a:pt x="7330011" y="3347791"/>
                  <a:pt x="7330011" y="3317882"/>
                </a:cubicBezTo>
                <a:cubicBezTo>
                  <a:pt x="7330011" y="3287973"/>
                  <a:pt x="7354257" y="3263727"/>
                  <a:pt x="7384166" y="3263727"/>
                </a:cubicBezTo>
                <a:close/>
                <a:moveTo>
                  <a:pt x="7257319" y="3263727"/>
                </a:moveTo>
                <a:cubicBezTo>
                  <a:pt x="7287228" y="3263727"/>
                  <a:pt x="7311474" y="3287973"/>
                  <a:pt x="7311474" y="3317882"/>
                </a:cubicBezTo>
                <a:cubicBezTo>
                  <a:pt x="7311474" y="3347791"/>
                  <a:pt x="7287228" y="3372037"/>
                  <a:pt x="7257319" y="3372037"/>
                </a:cubicBezTo>
                <a:cubicBezTo>
                  <a:pt x="7227410" y="3372037"/>
                  <a:pt x="7203164" y="3347791"/>
                  <a:pt x="7203164" y="3317882"/>
                </a:cubicBezTo>
                <a:cubicBezTo>
                  <a:pt x="7203164" y="3287973"/>
                  <a:pt x="7227410" y="3263727"/>
                  <a:pt x="7257319" y="3263727"/>
                </a:cubicBezTo>
                <a:close/>
                <a:moveTo>
                  <a:pt x="7129359" y="3263727"/>
                </a:moveTo>
                <a:cubicBezTo>
                  <a:pt x="7159268" y="3263727"/>
                  <a:pt x="7183514" y="3287973"/>
                  <a:pt x="7183514" y="3317882"/>
                </a:cubicBezTo>
                <a:cubicBezTo>
                  <a:pt x="7183514" y="3347791"/>
                  <a:pt x="7159268" y="3372037"/>
                  <a:pt x="7129359" y="3372037"/>
                </a:cubicBezTo>
                <a:cubicBezTo>
                  <a:pt x="7099450" y="3372037"/>
                  <a:pt x="7075204" y="3347791"/>
                  <a:pt x="7075204" y="3317882"/>
                </a:cubicBezTo>
                <a:cubicBezTo>
                  <a:pt x="7075204" y="3287973"/>
                  <a:pt x="7099450" y="3263727"/>
                  <a:pt x="7129359" y="3263727"/>
                </a:cubicBezTo>
                <a:close/>
                <a:moveTo>
                  <a:pt x="7002515" y="3263727"/>
                </a:moveTo>
                <a:cubicBezTo>
                  <a:pt x="7032424" y="3263727"/>
                  <a:pt x="7056670" y="3287973"/>
                  <a:pt x="7056670" y="3317882"/>
                </a:cubicBezTo>
                <a:cubicBezTo>
                  <a:pt x="7056670" y="3347791"/>
                  <a:pt x="7032424" y="3372037"/>
                  <a:pt x="7002515" y="3372037"/>
                </a:cubicBezTo>
                <a:cubicBezTo>
                  <a:pt x="6972606" y="3372037"/>
                  <a:pt x="6948360" y="3347791"/>
                  <a:pt x="6948360" y="3317882"/>
                </a:cubicBezTo>
                <a:cubicBezTo>
                  <a:pt x="6948360" y="3287973"/>
                  <a:pt x="6972606" y="3263727"/>
                  <a:pt x="7002515" y="3263727"/>
                </a:cubicBezTo>
                <a:close/>
                <a:moveTo>
                  <a:pt x="6922087" y="3263727"/>
                </a:moveTo>
                <a:cubicBezTo>
                  <a:pt x="6926360" y="3263727"/>
                  <a:pt x="6929824" y="3267191"/>
                  <a:pt x="6929824" y="3271464"/>
                </a:cubicBezTo>
                <a:lnTo>
                  <a:pt x="6929824" y="3364300"/>
                </a:lnTo>
                <a:lnTo>
                  <a:pt x="6922087" y="3372037"/>
                </a:lnTo>
                <a:cubicBezTo>
                  <a:pt x="6917814" y="3372038"/>
                  <a:pt x="6914351" y="3368574"/>
                  <a:pt x="6914351" y="3364301"/>
                </a:cubicBezTo>
                <a:cubicBezTo>
                  <a:pt x="6914351" y="3333355"/>
                  <a:pt x="6914350" y="3302410"/>
                  <a:pt x="6914350" y="3271464"/>
                </a:cubicBezTo>
                <a:cubicBezTo>
                  <a:pt x="6914350" y="3267191"/>
                  <a:pt x="6917814" y="3263727"/>
                  <a:pt x="6922087" y="3263727"/>
                </a:cubicBezTo>
                <a:close/>
                <a:moveTo>
                  <a:pt x="6841659" y="3263727"/>
                </a:moveTo>
                <a:cubicBezTo>
                  <a:pt x="6871568" y="3263727"/>
                  <a:pt x="6895814" y="3287973"/>
                  <a:pt x="6895814" y="3317882"/>
                </a:cubicBezTo>
                <a:cubicBezTo>
                  <a:pt x="6895814" y="3347791"/>
                  <a:pt x="6871568" y="3372037"/>
                  <a:pt x="6841659" y="3372037"/>
                </a:cubicBezTo>
                <a:cubicBezTo>
                  <a:pt x="6811750" y="3372037"/>
                  <a:pt x="6787504" y="3347791"/>
                  <a:pt x="6787504" y="3317882"/>
                </a:cubicBezTo>
                <a:cubicBezTo>
                  <a:pt x="6787504" y="3287973"/>
                  <a:pt x="6811750" y="3263727"/>
                  <a:pt x="6841659" y="3263727"/>
                </a:cubicBezTo>
                <a:close/>
                <a:moveTo>
                  <a:pt x="6714812" y="3263727"/>
                </a:moveTo>
                <a:cubicBezTo>
                  <a:pt x="6744721" y="3263727"/>
                  <a:pt x="6768967" y="3287973"/>
                  <a:pt x="6768967" y="3317882"/>
                </a:cubicBezTo>
                <a:cubicBezTo>
                  <a:pt x="6768967" y="3347791"/>
                  <a:pt x="6744721" y="3372037"/>
                  <a:pt x="6714812" y="3372037"/>
                </a:cubicBezTo>
                <a:cubicBezTo>
                  <a:pt x="6684903" y="3372037"/>
                  <a:pt x="6660657" y="3347791"/>
                  <a:pt x="6660657" y="3317882"/>
                </a:cubicBezTo>
                <a:cubicBezTo>
                  <a:pt x="6660657" y="3287973"/>
                  <a:pt x="6684903" y="3263727"/>
                  <a:pt x="6714812" y="3263727"/>
                </a:cubicBezTo>
                <a:close/>
                <a:moveTo>
                  <a:pt x="6634384" y="3263727"/>
                </a:moveTo>
                <a:cubicBezTo>
                  <a:pt x="6638657" y="3263727"/>
                  <a:pt x="6642121" y="3267191"/>
                  <a:pt x="6642121" y="3271464"/>
                </a:cubicBezTo>
                <a:lnTo>
                  <a:pt x="6642121" y="3364300"/>
                </a:lnTo>
                <a:cubicBezTo>
                  <a:pt x="6642121" y="3368573"/>
                  <a:pt x="6638657" y="3372037"/>
                  <a:pt x="6634384" y="3372037"/>
                </a:cubicBezTo>
                <a:lnTo>
                  <a:pt x="6626648" y="3364301"/>
                </a:lnTo>
                <a:cubicBezTo>
                  <a:pt x="6626648" y="3333355"/>
                  <a:pt x="6626647" y="3302410"/>
                  <a:pt x="6626647" y="3271464"/>
                </a:cubicBezTo>
                <a:cubicBezTo>
                  <a:pt x="6626647" y="3267191"/>
                  <a:pt x="6630111" y="3263727"/>
                  <a:pt x="6634384" y="3263727"/>
                </a:cubicBezTo>
                <a:close/>
                <a:moveTo>
                  <a:pt x="6600375" y="3263727"/>
                </a:moveTo>
                <a:cubicBezTo>
                  <a:pt x="6604648" y="3263727"/>
                  <a:pt x="6608112" y="3267191"/>
                  <a:pt x="6608112" y="3271464"/>
                </a:cubicBezTo>
                <a:lnTo>
                  <a:pt x="6608112" y="3364300"/>
                </a:lnTo>
                <a:lnTo>
                  <a:pt x="6600375" y="3372037"/>
                </a:lnTo>
                <a:cubicBezTo>
                  <a:pt x="6596102" y="3372038"/>
                  <a:pt x="6592639" y="3368574"/>
                  <a:pt x="6592639" y="3364301"/>
                </a:cubicBezTo>
                <a:cubicBezTo>
                  <a:pt x="6592639" y="3333355"/>
                  <a:pt x="6592638" y="3302410"/>
                  <a:pt x="6592638" y="3271464"/>
                </a:cubicBezTo>
                <a:cubicBezTo>
                  <a:pt x="6592638" y="3267191"/>
                  <a:pt x="6596102" y="3263727"/>
                  <a:pt x="6600375" y="3263727"/>
                </a:cubicBezTo>
                <a:close/>
                <a:moveTo>
                  <a:pt x="6519947" y="3263727"/>
                </a:moveTo>
                <a:cubicBezTo>
                  <a:pt x="6549856" y="3263727"/>
                  <a:pt x="6574102" y="3287973"/>
                  <a:pt x="6574102" y="3317882"/>
                </a:cubicBezTo>
                <a:cubicBezTo>
                  <a:pt x="6574102" y="3347791"/>
                  <a:pt x="6549856" y="3372037"/>
                  <a:pt x="6519947" y="3372037"/>
                </a:cubicBezTo>
                <a:cubicBezTo>
                  <a:pt x="6490038" y="3372037"/>
                  <a:pt x="6465792" y="3347791"/>
                  <a:pt x="6465792" y="3317882"/>
                </a:cubicBezTo>
                <a:cubicBezTo>
                  <a:pt x="6465792" y="3287973"/>
                  <a:pt x="6490038" y="3263727"/>
                  <a:pt x="6519947" y="3263727"/>
                </a:cubicBezTo>
                <a:close/>
                <a:moveTo>
                  <a:pt x="6359091" y="3263727"/>
                </a:moveTo>
                <a:cubicBezTo>
                  <a:pt x="6389000" y="3263727"/>
                  <a:pt x="6413246" y="3287973"/>
                  <a:pt x="6413246" y="3317882"/>
                </a:cubicBezTo>
                <a:cubicBezTo>
                  <a:pt x="6413246" y="3347791"/>
                  <a:pt x="6389000" y="3372037"/>
                  <a:pt x="6359091" y="3372037"/>
                </a:cubicBezTo>
                <a:cubicBezTo>
                  <a:pt x="6329182" y="3372037"/>
                  <a:pt x="6304936" y="3347791"/>
                  <a:pt x="6304936" y="3317882"/>
                </a:cubicBezTo>
                <a:cubicBezTo>
                  <a:pt x="6304936" y="3287973"/>
                  <a:pt x="6329182" y="3263727"/>
                  <a:pt x="6359091" y="3263727"/>
                </a:cubicBezTo>
                <a:close/>
                <a:moveTo>
                  <a:pt x="6232244" y="3263727"/>
                </a:moveTo>
                <a:cubicBezTo>
                  <a:pt x="6262153" y="3263727"/>
                  <a:pt x="6286399" y="3287973"/>
                  <a:pt x="6286399" y="3317882"/>
                </a:cubicBezTo>
                <a:cubicBezTo>
                  <a:pt x="6286399" y="3347791"/>
                  <a:pt x="6262153" y="3372037"/>
                  <a:pt x="6232244" y="3372037"/>
                </a:cubicBezTo>
                <a:cubicBezTo>
                  <a:pt x="6202335" y="3372037"/>
                  <a:pt x="6178089" y="3347791"/>
                  <a:pt x="6178089" y="3317882"/>
                </a:cubicBezTo>
                <a:cubicBezTo>
                  <a:pt x="6178089" y="3287973"/>
                  <a:pt x="6202335" y="3263727"/>
                  <a:pt x="6232244" y="3263727"/>
                </a:cubicBezTo>
                <a:close/>
                <a:moveTo>
                  <a:pt x="6151816" y="3263727"/>
                </a:moveTo>
                <a:cubicBezTo>
                  <a:pt x="6156089" y="3263727"/>
                  <a:pt x="6159553" y="3267191"/>
                  <a:pt x="6159553" y="3271464"/>
                </a:cubicBezTo>
                <a:lnTo>
                  <a:pt x="6159553" y="3364300"/>
                </a:lnTo>
                <a:cubicBezTo>
                  <a:pt x="6159553" y="3368573"/>
                  <a:pt x="6156089" y="3372037"/>
                  <a:pt x="6151816" y="3372037"/>
                </a:cubicBezTo>
                <a:lnTo>
                  <a:pt x="6144080" y="3364301"/>
                </a:lnTo>
                <a:cubicBezTo>
                  <a:pt x="6144080" y="3333355"/>
                  <a:pt x="6144079" y="3302410"/>
                  <a:pt x="6144079" y="3271464"/>
                </a:cubicBezTo>
                <a:cubicBezTo>
                  <a:pt x="6144079" y="3267191"/>
                  <a:pt x="6147543" y="3263727"/>
                  <a:pt x="6151816" y="3263727"/>
                </a:cubicBezTo>
                <a:close/>
                <a:moveTo>
                  <a:pt x="6071388" y="3263727"/>
                </a:moveTo>
                <a:cubicBezTo>
                  <a:pt x="6101297" y="3263727"/>
                  <a:pt x="6125543" y="3287973"/>
                  <a:pt x="6125543" y="3317882"/>
                </a:cubicBezTo>
                <a:cubicBezTo>
                  <a:pt x="6125543" y="3347791"/>
                  <a:pt x="6101297" y="3372037"/>
                  <a:pt x="6071388" y="3372037"/>
                </a:cubicBezTo>
                <a:cubicBezTo>
                  <a:pt x="6041479" y="3372037"/>
                  <a:pt x="6017233" y="3347791"/>
                  <a:pt x="6017233" y="3317882"/>
                </a:cubicBezTo>
                <a:cubicBezTo>
                  <a:pt x="6017233" y="3287973"/>
                  <a:pt x="6041479" y="3263727"/>
                  <a:pt x="6071388" y="3263727"/>
                </a:cubicBezTo>
                <a:close/>
                <a:moveTo>
                  <a:pt x="5990960" y="3263727"/>
                </a:moveTo>
                <a:cubicBezTo>
                  <a:pt x="5995233" y="3263727"/>
                  <a:pt x="5998697" y="3267191"/>
                  <a:pt x="5998697" y="3271464"/>
                </a:cubicBezTo>
                <a:lnTo>
                  <a:pt x="5998697" y="3364300"/>
                </a:lnTo>
                <a:cubicBezTo>
                  <a:pt x="5998697" y="3368573"/>
                  <a:pt x="5995233" y="3372037"/>
                  <a:pt x="5990960" y="3372037"/>
                </a:cubicBezTo>
                <a:lnTo>
                  <a:pt x="5983224" y="3364301"/>
                </a:lnTo>
                <a:cubicBezTo>
                  <a:pt x="5983224" y="3333355"/>
                  <a:pt x="5983223" y="3302410"/>
                  <a:pt x="5983223" y="3271464"/>
                </a:cubicBezTo>
                <a:cubicBezTo>
                  <a:pt x="5983223" y="3267191"/>
                  <a:pt x="5986687" y="3263727"/>
                  <a:pt x="5990960" y="3263727"/>
                </a:cubicBezTo>
                <a:close/>
                <a:moveTo>
                  <a:pt x="5910532" y="3263727"/>
                </a:moveTo>
                <a:cubicBezTo>
                  <a:pt x="5940441" y="3263727"/>
                  <a:pt x="5964687" y="3287973"/>
                  <a:pt x="5964687" y="3317882"/>
                </a:cubicBezTo>
                <a:cubicBezTo>
                  <a:pt x="5964687" y="3347791"/>
                  <a:pt x="5940441" y="3372037"/>
                  <a:pt x="5910532" y="3372037"/>
                </a:cubicBezTo>
                <a:cubicBezTo>
                  <a:pt x="5880623" y="3372037"/>
                  <a:pt x="5856377" y="3347791"/>
                  <a:pt x="5856377" y="3317882"/>
                </a:cubicBezTo>
                <a:cubicBezTo>
                  <a:pt x="5856377" y="3287973"/>
                  <a:pt x="5880623" y="3263727"/>
                  <a:pt x="5910532" y="3263727"/>
                </a:cubicBezTo>
                <a:close/>
                <a:moveTo>
                  <a:pt x="5783685" y="3263727"/>
                </a:moveTo>
                <a:cubicBezTo>
                  <a:pt x="5813594" y="3263727"/>
                  <a:pt x="5837840" y="3287973"/>
                  <a:pt x="5837840" y="3317882"/>
                </a:cubicBezTo>
                <a:cubicBezTo>
                  <a:pt x="5837840" y="3347791"/>
                  <a:pt x="5813594" y="3372037"/>
                  <a:pt x="5783685" y="3372037"/>
                </a:cubicBezTo>
                <a:cubicBezTo>
                  <a:pt x="5753776" y="3372037"/>
                  <a:pt x="5729530" y="3347791"/>
                  <a:pt x="5729530" y="3317882"/>
                </a:cubicBezTo>
                <a:cubicBezTo>
                  <a:pt x="5729530" y="3287973"/>
                  <a:pt x="5753776" y="3263727"/>
                  <a:pt x="5783685" y="3263727"/>
                </a:cubicBezTo>
                <a:close/>
                <a:moveTo>
                  <a:pt x="5703257" y="3263727"/>
                </a:moveTo>
                <a:cubicBezTo>
                  <a:pt x="5707530" y="3263727"/>
                  <a:pt x="5710994" y="3267191"/>
                  <a:pt x="5710994" y="3271464"/>
                </a:cubicBezTo>
                <a:lnTo>
                  <a:pt x="5710994" y="3364300"/>
                </a:lnTo>
                <a:cubicBezTo>
                  <a:pt x="5710994" y="3368573"/>
                  <a:pt x="5707530" y="3372037"/>
                  <a:pt x="5703257" y="3372037"/>
                </a:cubicBezTo>
                <a:lnTo>
                  <a:pt x="5695521" y="3364301"/>
                </a:lnTo>
                <a:cubicBezTo>
                  <a:pt x="5695521" y="3333355"/>
                  <a:pt x="5695520" y="3302410"/>
                  <a:pt x="5695520" y="3271464"/>
                </a:cubicBezTo>
                <a:cubicBezTo>
                  <a:pt x="5695520" y="3267191"/>
                  <a:pt x="5698984" y="3263727"/>
                  <a:pt x="5703257" y="3263727"/>
                </a:cubicBezTo>
                <a:close/>
                <a:moveTo>
                  <a:pt x="5622829" y="3263727"/>
                </a:moveTo>
                <a:cubicBezTo>
                  <a:pt x="5652738" y="3263727"/>
                  <a:pt x="5676984" y="3287973"/>
                  <a:pt x="5676984" y="3317882"/>
                </a:cubicBezTo>
                <a:cubicBezTo>
                  <a:pt x="5676984" y="3347791"/>
                  <a:pt x="5652738" y="3372037"/>
                  <a:pt x="5622829" y="3372037"/>
                </a:cubicBezTo>
                <a:cubicBezTo>
                  <a:pt x="5592920" y="3372037"/>
                  <a:pt x="5568674" y="3347791"/>
                  <a:pt x="5568674" y="3317882"/>
                </a:cubicBezTo>
                <a:cubicBezTo>
                  <a:pt x="5568674" y="3287973"/>
                  <a:pt x="5592920" y="3263727"/>
                  <a:pt x="5622829" y="3263727"/>
                </a:cubicBezTo>
                <a:close/>
                <a:moveTo>
                  <a:pt x="5495983" y="3263727"/>
                </a:moveTo>
                <a:cubicBezTo>
                  <a:pt x="5525892" y="3263727"/>
                  <a:pt x="5550138" y="3287973"/>
                  <a:pt x="5550138" y="3317882"/>
                </a:cubicBezTo>
                <a:cubicBezTo>
                  <a:pt x="5550138" y="3347791"/>
                  <a:pt x="5525892" y="3372037"/>
                  <a:pt x="5495983" y="3372037"/>
                </a:cubicBezTo>
                <a:cubicBezTo>
                  <a:pt x="5466074" y="3372037"/>
                  <a:pt x="5441828" y="3347791"/>
                  <a:pt x="5441828" y="3317882"/>
                </a:cubicBezTo>
                <a:cubicBezTo>
                  <a:pt x="5441828" y="3287973"/>
                  <a:pt x="5466074" y="3263727"/>
                  <a:pt x="5495983" y="3263727"/>
                </a:cubicBezTo>
                <a:close/>
                <a:moveTo>
                  <a:pt x="5415554" y="3263727"/>
                </a:moveTo>
                <a:cubicBezTo>
                  <a:pt x="5419827" y="3263727"/>
                  <a:pt x="5423291" y="3267191"/>
                  <a:pt x="5423291" y="3271464"/>
                </a:cubicBezTo>
                <a:lnTo>
                  <a:pt x="5423291" y="3364300"/>
                </a:lnTo>
                <a:cubicBezTo>
                  <a:pt x="5423291" y="3368573"/>
                  <a:pt x="5419827" y="3372037"/>
                  <a:pt x="5415554" y="3372037"/>
                </a:cubicBezTo>
                <a:lnTo>
                  <a:pt x="5407818" y="3364301"/>
                </a:lnTo>
                <a:cubicBezTo>
                  <a:pt x="5407818" y="3333355"/>
                  <a:pt x="5407817" y="3302410"/>
                  <a:pt x="5407817" y="3271464"/>
                </a:cubicBezTo>
                <a:cubicBezTo>
                  <a:pt x="5407817" y="3267191"/>
                  <a:pt x="5411281" y="3263727"/>
                  <a:pt x="5415554" y="3263727"/>
                </a:cubicBezTo>
                <a:close/>
                <a:moveTo>
                  <a:pt x="5381545" y="3263727"/>
                </a:moveTo>
                <a:cubicBezTo>
                  <a:pt x="5385818" y="3263727"/>
                  <a:pt x="5389282" y="3267191"/>
                  <a:pt x="5389282" y="3271464"/>
                </a:cubicBezTo>
                <a:lnTo>
                  <a:pt x="5389282" y="3364300"/>
                </a:lnTo>
                <a:cubicBezTo>
                  <a:pt x="5389282" y="3368573"/>
                  <a:pt x="5385818" y="3372037"/>
                  <a:pt x="5381545" y="3372037"/>
                </a:cubicBezTo>
                <a:lnTo>
                  <a:pt x="5373809" y="3364301"/>
                </a:lnTo>
                <a:cubicBezTo>
                  <a:pt x="5373809" y="3333355"/>
                  <a:pt x="5373808" y="3302410"/>
                  <a:pt x="5373808" y="3271464"/>
                </a:cubicBezTo>
                <a:cubicBezTo>
                  <a:pt x="5373808" y="3267191"/>
                  <a:pt x="5377272" y="3263727"/>
                  <a:pt x="5381545" y="3263727"/>
                </a:cubicBezTo>
                <a:close/>
                <a:moveTo>
                  <a:pt x="5301117" y="3263727"/>
                </a:moveTo>
                <a:cubicBezTo>
                  <a:pt x="5331026" y="3263727"/>
                  <a:pt x="5355272" y="3287973"/>
                  <a:pt x="5355272" y="3317882"/>
                </a:cubicBezTo>
                <a:cubicBezTo>
                  <a:pt x="5355272" y="3347791"/>
                  <a:pt x="5331026" y="3372037"/>
                  <a:pt x="5301117" y="3372037"/>
                </a:cubicBezTo>
                <a:cubicBezTo>
                  <a:pt x="5271208" y="3372037"/>
                  <a:pt x="5246962" y="3347791"/>
                  <a:pt x="5246962" y="3317882"/>
                </a:cubicBezTo>
                <a:cubicBezTo>
                  <a:pt x="5246962" y="3287973"/>
                  <a:pt x="5271208" y="3263727"/>
                  <a:pt x="5301117" y="3263727"/>
                </a:cubicBezTo>
                <a:close/>
                <a:moveTo>
                  <a:pt x="5140261" y="3263727"/>
                </a:moveTo>
                <a:cubicBezTo>
                  <a:pt x="5170170" y="3263727"/>
                  <a:pt x="5194416" y="3287973"/>
                  <a:pt x="5194416" y="3317882"/>
                </a:cubicBezTo>
                <a:cubicBezTo>
                  <a:pt x="5194416" y="3347791"/>
                  <a:pt x="5170170" y="3372037"/>
                  <a:pt x="5140261" y="3372037"/>
                </a:cubicBezTo>
                <a:cubicBezTo>
                  <a:pt x="5110352" y="3372037"/>
                  <a:pt x="5086106" y="3347791"/>
                  <a:pt x="5086106" y="3317882"/>
                </a:cubicBezTo>
                <a:cubicBezTo>
                  <a:pt x="5086106" y="3287973"/>
                  <a:pt x="5110352" y="3263727"/>
                  <a:pt x="5140261" y="3263727"/>
                </a:cubicBezTo>
                <a:close/>
                <a:moveTo>
                  <a:pt x="5013414" y="3263727"/>
                </a:moveTo>
                <a:cubicBezTo>
                  <a:pt x="5043323" y="3263727"/>
                  <a:pt x="5067569" y="3287973"/>
                  <a:pt x="5067569" y="3317882"/>
                </a:cubicBezTo>
                <a:cubicBezTo>
                  <a:pt x="5067569" y="3347791"/>
                  <a:pt x="5043323" y="3372037"/>
                  <a:pt x="5013414" y="3372037"/>
                </a:cubicBezTo>
                <a:cubicBezTo>
                  <a:pt x="4983505" y="3372037"/>
                  <a:pt x="4959259" y="3347791"/>
                  <a:pt x="4959259" y="3317882"/>
                </a:cubicBezTo>
                <a:cubicBezTo>
                  <a:pt x="4959259" y="3287973"/>
                  <a:pt x="4983505" y="3263727"/>
                  <a:pt x="5013414" y="3263727"/>
                </a:cubicBezTo>
                <a:close/>
                <a:moveTo>
                  <a:pt x="4932986" y="3263727"/>
                </a:moveTo>
                <a:cubicBezTo>
                  <a:pt x="4937259" y="3263727"/>
                  <a:pt x="4940723" y="3267191"/>
                  <a:pt x="4940723" y="3271464"/>
                </a:cubicBezTo>
                <a:lnTo>
                  <a:pt x="4940723" y="3364300"/>
                </a:lnTo>
                <a:lnTo>
                  <a:pt x="4932986" y="3372037"/>
                </a:lnTo>
                <a:cubicBezTo>
                  <a:pt x="4928713" y="3372038"/>
                  <a:pt x="4925250" y="3368574"/>
                  <a:pt x="4925250" y="3364301"/>
                </a:cubicBezTo>
                <a:cubicBezTo>
                  <a:pt x="4925250" y="3333355"/>
                  <a:pt x="4925249" y="3302410"/>
                  <a:pt x="4925249" y="3271464"/>
                </a:cubicBezTo>
                <a:cubicBezTo>
                  <a:pt x="4925249" y="3267191"/>
                  <a:pt x="4928713" y="3263727"/>
                  <a:pt x="4932986" y="3263727"/>
                </a:cubicBezTo>
                <a:close/>
                <a:moveTo>
                  <a:pt x="4852558" y="3263727"/>
                </a:moveTo>
                <a:cubicBezTo>
                  <a:pt x="4882467" y="3263727"/>
                  <a:pt x="4906713" y="3287973"/>
                  <a:pt x="4906713" y="3317882"/>
                </a:cubicBezTo>
                <a:cubicBezTo>
                  <a:pt x="4906713" y="3347791"/>
                  <a:pt x="4882467" y="3372037"/>
                  <a:pt x="4852558" y="3372037"/>
                </a:cubicBezTo>
                <a:cubicBezTo>
                  <a:pt x="4822649" y="3372037"/>
                  <a:pt x="4798403" y="3347791"/>
                  <a:pt x="4798403" y="3317882"/>
                </a:cubicBezTo>
                <a:cubicBezTo>
                  <a:pt x="4798403" y="3287973"/>
                  <a:pt x="4822649" y="3263727"/>
                  <a:pt x="4852558" y="3263727"/>
                </a:cubicBezTo>
                <a:close/>
                <a:moveTo>
                  <a:pt x="4772130" y="3263727"/>
                </a:moveTo>
                <a:cubicBezTo>
                  <a:pt x="4776403" y="3263727"/>
                  <a:pt x="4779867" y="3267191"/>
                  <a:pt x="4779867" y="3271464"/>
                </a:cubicBezTo>
                <a:lnTo>
                  <a:pt x="4779867" y="3364300"/>
                </a:lnTo>
                <a:cubicBezTo>
                  <a:pt x="4779867" y="3368573"/>
                  <a:pt x="4776403" y="3372037"/>
                  <a:pt x="4772130" y="3372037"/>
                </a:cubicBezTo>
                <a:lnTo>
                  <a:pt x="4764394" y="3364301"/>
                </a:lnTo>
                <a:cubicBezTo>
                  <a:pt x="4764394" y="3333355"/>
                  <a:pt x="4764393" y="3302410"/>
                  <a:pt x="4764393" y="3271464"/>
                </a:cubicBezTo>
                <a:cubicBezTo>
                  <a:pt x="4764393" y="3267191"/>
                  <a:pt x="4767857" y="3263727"/>
                  <a:pt x="4772130" y="3263727"/>
                </a:cubicBezTo>
                <a:close/>
                <a:moveTo>
                  <a:pt x="4738121" y="3263727"/>
                </a:moveTo>
                <a:cubicBezTo>
                  <a:pt x="4742394" y="3263727"/>
                  <a:pt x="4745858" y="3267191"/>
                  <a:pt x="4745858" y="3271464"/>
                </a:cubicBezTo>
                <a:cubicBezTo>
                  <a:pt x="4745858" y="3302410"/>
                  <a:pt x="4745857" y="3333355"/>
                  <a:pt x="4745857" y="3364301"/>
                </a:cubicBezTo>
                <a:lnTo>
                  <a:pt x="4738121" y="3372037"/>
                </a:lnTo>
                <a:cubicBezTo>
                  <a:pt x="4733848" y="3372037"/>
                  <a:pt x="4730384" y="3368573"/>
                  <a:pt x="4730384" y="3364300"/>
                </a:cubicBezTo>
                <a:lnTo>
                  <a:pt x="4730384" y="3271464"/>
                </a:lnTo>
                <a:cubicBezTo>
                  <a:pt x="4730384" y="3267191"/>
                  <a:pt x="4733848" y="3263727"/>
                  <a:pt x="4738121" y="3263727"/>
                </a:cubicBezTo>
                <a:close/>
                <a:moveTo>
                  <a:pt x="4657693" y="3263727"/>
                </a:moveTo>
                <a:cubicBezTo>
                  <a:pt x="4687602" y="3263727"/>
                  <a:pt x="4711848" y="3287973"/>
                  <a:pt x="4711848" y="3317882"/>
                </a:cubicBezTo>
                <a:cubicBezTo>
                  <a:pt x="4711848" y="3347791"/>
                  <a:pt x="4687602" y="3372037"/>
                  <a:pt x="4657693" y="3372037"/>
                </a:cubicBezTo>
                <a:cubicBezTo>
                  <a:pt x="4627784" y="3372037"/>
                  <a:pt x="4603538" y="3347791"/>
                  <a:pt x="4603538" y="3317882"/>
                </a:cubicBezTo>
                <a:cubicBezTo>
                  <a:pt x="4603538" y="3287973"/>
                  <a:pt x="4627784" y="3263727"/>
                  <a:pt x="4657693" y="3263727"/>
                </a:cubicBezTo>
                <a:close/>
                <a:moveTo>
                  <a:pt x="4577265" y="3263727"/>
                </a:moveTo>
                <a:cubicBezTo>
                  <a:pt x="4581538" y="3263727"/>
                  <a:pt x="4585002" y="3267191"/>
                  <a:pt x="4585002" y="3271464"/>
                </a:cubicBezTo>
                <a:cubicBezTo>
                  <a:pt x="4585002" y="3302410"/>
                  <a:pt x="4585001" y="3333355"/>
                  <a:pt x="4585001" y="3364301"/>
                </a:cubicBezTo>
                <a:lnTo>
                  <a:pt x="4577265" y="3372037"/>
                </a:lnTo>
                <a:cubicBezTo>
                  <a:pt x="4572992" y="3372037"/>
                  <a:pt x="4569528" y="3368573"/>
                  <a:pt x="4569528" y="3364300"/>
                </a:cubicBezTo>
                <a:lnTo>
                  <a:pt x="4569528" y="3271464"/>
                </a:lnTo>
                <a:cubicBezTo>
                  <a:pt x="4569528" y="3267191"/>
                  <a:pt x="4572992" y="3263727"/>
                  <a:pt x="4577265" y="3263727"/>
                </a:cubicBezTo>
                <a:close/>
                <a:moveTo>
                  <a:pt x="4496837" y="3263727"/>
                </a:moveTo>
                <a:cubicBezTo>
                  <a:pt x="4526746" y="3263727"/>
                  <a:pt x="4550992" y="3287973"/>
                  <a:pt x="4550992" y="3317882"/>
                </a:cubicBezTo>
                <a:cubicBezTo>
                  <a:pt x="4550992" y="3347791"/>
                  <a:pt x="4526746" y="3372037"/>
                  <a:pt x="4496837" y="3372037"/>
                </a:cubicBezTo>
                <a:cubicBezTo>
                  <a:pt x="4466928" y="3372037"/>
                  <a:pt x="4442682" y="3347791"/>
                  <a:pt x="4442682" y="3317882"/>
                </a:cubicBezTo>
                <a:cubicBezTo>
                  <a:pt x="4442682" y="3287973"/>
                  <a:pt x="4466928" y="3263727"/>
                  <a:pt x="4496837" y="3263727"/>
                </a:cubicBezTo>
                <a:close/>
                <a:moveTo>
                  <a:pt x="4369990" y="3263727"/>
                </a:moveTo>
                <a:cubicBezTo>
                  <a:pt x="4399899" y="3263727"/>
                  <a:pt x="4424145" y="3287973"/>
                  <a:pt x="4424145" y="3317882"/>
                </a:cubicBezTo>
                <a:cubicBezTo>
                  <a:pt x="4424145" y="3347791"/>
                  <a:pt x="4399899" y="3372037"/>
                  <a:pt x="4369990" y="3372037"/>
                </a:cubicBezTo>
                <a:cubicBezTo>
                  <a:pt x="4340081" y="3372037"/>
                  <a:pt x="4315835" y="3347791"/>
                  <a:pt x="4315835" y="3317882"/>
                </a:cubicBezTo>
                <a:cubicBezTo>
                  <a:pt x="4315835" y="3287973"/>
                  <a:pt x="4340081" y="3263727"/>
                  <a:pt x="4369990" y="3263727"/>
                </a:cubicBezTo>
                <a:close/>
                <a:moveTo>
                  <a:pt x="4209134" y="3263727"/>
                </a:moveTo>
                <a:cubicBezTo>
                  <a:pt x="4239043" y="3263727"/>
                  <a:pt x="4263289" y="3287973"/>
                  <a:pt x="4263289" y="3317882"/>
                </a:cubicBezTo>
                <a:cubicBezTo>
                  <a:pt x="4263289" y="3347791"/>
                  <a:pt x="4239043" y="3372037"/>
                  <a:pt x="4209134" y="3372037"/>
                </a:cubicBezTo>
                <a:cubicBezTo>
                  <a:pt x="4179225" y="3372037"/>
                  <a:pt x="4154979" y="3347791"/>
                  <a:pt x="4154979" y="3317882"/>
                </a:cubicBezTo>
                <a:cubicBezTo>
                  <a:pt x="4154979" y="3287973"/>
                  <a:pt x="4179225" y="3263727"/>
                  <a:pt x="4209134" y="3263727"/>
                </a:cubicBezTo>
                <a:close/>
                <a:moveTo>
                  <a:pt x="4128706" y="3263727"/>
                </a:moveTo>
                <a:cubicBezTo>
                  <a:pt x="4132979" y="3263727"/>
                  <a:pt x="4136443" y="3267191"/>
                  <a:pt x="4136443" y="3271464"/>
                </a:cubicBezTo>
                <a:cubicBezTo>
                  <a:pt x="4136443" y="3302410"/>
                  <a:pt x="4136442" y="3333355"/>
                  <a:pt x="4136442" y="3364301"/>
                </a:cubicBezTo>
                <a:lnTo>
                  <a:pt x="4128706" y="3372037"/>
                </a:lnTo>
                <a:cubicBezTo>
                  <a:pt x="4124433" y="3372037"/>
                  <a:pt x="4120969" y="3368573"/>
                  <a:pt x="4120969" y="3364300"/>
                </a:cubicBezTo>
                <a:lnTo>
                  <a:pt x="4120969" y="3271464"/>
                </a:lnTo>
                <a:cubicBezTo>
                  <a:pt x="4120969" y="3267191"/>
                  <a:pt x="4124433" y="3263727"/>
                  <a:pt x="4128706" y="3263727"/>
                </a:cubicBezTo>
                <a:close/>
                <a:moveTo>
                  <a:pt x="4094697" y="3263727"/>
                </a:moveTo>
                <a:cubicBezTo>
                  <a:pt x="4098970" y="3263727"/>
                  <a:pt x="4102434" y="3267191"/>
                  <a:pt x="4102434" y="3271464"/>
                </a:cubicBezTo>
                <a:cubicBezTo>
                  <a:pt x="4102434" y="3302410"/>
                  <a:pt x="4102433" y="3333355"/>
                  <a:pt x="4102433" y="3364301"/>
                </a:cubicBezTo>
                <a:lnTo>
                  <a:pt x="4094697" y="3372037"/>
                </a:lnTo>
                <a:cubicBezTo>
                  <a:pt x="4090424" y="3372037"/>
                  <a:pt x="4086960" y="3368573"/>
                  <a:pt x="4086960" y="3364300"/>
                </a:cubicBezTo>
                <a:lnTo>
                  <a:pt x="4086960" y="3271464"/>
                </a:lnTo>
                <a:cubicBezTo>
                  <a:pt x="4086960" y="3267191"/>
                  <a:pt x="4090424" y="3263727"/>
                  <a:pt x="4094697" y="3263727"/>
                </a:cubicBezTo>
                <a:close/>
                <a:moveTo>
                  <a:pt x="4014268" y="3263727"/>
                </a:moveTo>
                <a:cubicBezTo>
                  <a:pt x="4044177" y="3263727"/>
                  <a:pt x="4068423" y="3287973"/>
                  <a:pt x="4068423" y="3317882"/>
                </a:cubicBezTo>
                <a:cubicBezTo>
                  <a:pt x="4068423" y="3347791"/>
                  <a:pt x="4044177" y="3372037"/>
                  <a:pt x="4014268" y="3372037"/>
                </a:cubicBezTo>
                <a:cubicBezTo>
                  <a:pt x="3984359" y="3372037"/>
                  <a:pt x="3960113" y="3347791"/>
                  <a:pt x="3960113" y="3317882"/>
                </a:cubicBezTo>
                <a:cubicBezTo>
                  <a:pt x="3960113" y="3287973"/>
                  <a:pt x="3984359" y="3263727"/>
                  <a:pt x="4014268" y="3263727"/>
                </a:cubicBezTo>
                <a:close/>
                <a:moveTo>
                  <a:pt x="3887422" y="3263727"/>
                </a:moveTo>
                <a:cubicBezTo>
                  <a:pt x="3917331" y="3263727"/>
                  <a:pt x="3941577" y="3287973"/>
                  <a:pt x="3941577" y="3317882"/>
                </a:cubicBezTo>
                <a:cubicBezTo>
                  <a:pt x="3941577" y="3347791"/>
                  <a:pt x="3917331" y="3372037"/>
                  <a:pt x="3887422" y="3372037"/>
                </a:cubicBezTo>
                <a:cubicBezTo>
                  <a:pt x="3857513" y="3372037"/>
                  <a:pt x="3833267" y="3347791"/>
                  <a:pt x="3833267" y="3317882"/>
                </a:cubicBezTo>
                <a:cubicBezTo>
                  <a:pt x="3833267" y="3287973"/>
                  <a:pt x="3857513" y="3263727"/>
                  <a:pt x="3887422" y="3263727"/>
                </a:cubicBezTo>
                <a:close/>
                <a:moveTo>
                  <a:pt x="3806994" y="3263727"/>
                </a:moveTo>
                <a:cubicBezTo>
                  <a:pt x="3811267" y="3263727"/>
                  <a:pt x="3814731" y="3267191"/>
                  <a:pt x="3814731" y="3271464"/>
                </a:cubicBezTo>
                <a:cubicBezTo>
                  <a:pt x="3814731" y="3302410"/>
                  <a:pt x="3814730" y="3333355"/>
                  <a:pt x="3814730" y="3364301"/>
                </a:cubicBezTo>
                <a:lnTo>
                  <a:pt x="3806994" y="3372037"/>
                </a:lnTo>
                <a:cubicBezTo>
                  <a:pt x="3802721" y="3372037"/>
                  <a:pt x="3799257" y="3368573"/>
                  <a:pt x="3799257" y="3364300"/>
                </a:cubicBezTo>
                <a:lnTo>
                  <a:pt x="3799257" y="3271464"/>
                </a:lnTo>
                <a:cubicBezTo>
                  <a:pt x="3799257" y="3267191"/>
                  <a:pt x="3802721" y="3263727"/>
                  <a:pt x="3806994" y="3263727"/>
                </a:cubicBezTo>
                <a:close/>
                <a:moveTo>
                  <a:pt x="3726566" y="3263727"/>
                </a:moveTo>
                <a:cubicBezTo>
                  <a:pt x="3756475" y="3263727"/>
                  <a:pt x="3780721" y="3287973"/>
                  <a:pt x="3780721" y="3317882"/>
                </a:cubicBezTo>
                <a:cubicBezTo>
                  <a:pt x="3780721" y="3347791"/>
                  <a:pt x="3756475" y="3372037"/>
                  <a:pt x="3726566" y="3372037"/>
                </a:cubicBezTo>
                <a:cubicBezTo>
                  <a:pt x="3696657" y="3372037"/>
                  <a:pt x="3672411" y="3347791"/>
                  <a:pt x="3672411" y="3317882"/>
                </a:cubicBezTo>
                <a:cubicBezTo>
                  <a:pt x="3672411" y="3287973"/>
                  <a:pt x="3696657" y="3263727"/>
                  <a:pt x="3726566" y="3263727"/>
                </a:cubicBezTo>
                <a:close/>
                <a:moveTo>
                  <a:pt x="3599719" y="3263727"/>
                </a:moveTo>
                <a:cubicBezTo>
                  <a:pt x="3629628" y="3263727"/>
                  <a:pt x="3653874" y="3287973"/>
                  <a:pt x="3653874" y="3317882"/>
                </a:cubicBezTo>
                <a:cubicBezTo>
                  <a:pt x="3653874" y="3347791"/>
                  <a:pt x="3629628" y="3372037"/>
                  <a:pt x="3599719" y="3372037"/>
                </a:cubicBezTo>
                <a:cubicBezTo>
                  <a:pt x="3569810" y="3372037"/>
                  <a:pt x="3545564" y="3347791"/>
                  <a:pt x="3545564" y="3317882"/>
                </a:cubicBezTo>
                <a:cubicBezTo>
                  <a:pt x="3545564" y="3287973"/>
                  <a:pt x="3569810" y="3263727"/>
                  <a:pt x="3599719" y="3263727"/>
                </a:cubicBezTo>
                <a:close/>
                <a:moveTo>
                  <a:pt x="3472872" y="3263727"/>
                </a:moveTo>
                <a:cubicBezTo>
                  <a:pt x="3502781" y="3263727"/>
                  <a:pt x="3527027" y="3287973"/>
                  <a:pt x="3527027" y="3317882"/>
                </a:cubicBezTo>
                <a:cubicBezTo>
                  <a:pt x="3527027" y="3347791"/>
                  <a:pt x="3502781" y="3372037"/>
                  <a:pt x="3472872" y="3372037"/>
                </a:cubicBezTo>
                <a:cubicBezTo>
                  <a:pt x="3442963" y="3372037"/>
                  <a:pt x="3418717" y="3347791"/>
                  <a:pt x="3418717" y="3317882"/>
                </a:cubicBezTo>
                <a:cubicBezTo>
                  <a:pt x="3418717" y="3287973"/>
                  <a:pt x="3442963" y="3263727"/>
                  <a:pt x="3472872" y="3263727"/>
                </a:cubicBezTo>
                <a:close/>
                <a:moveTo>
                  <a:pt x="3346025" y="3263727"/>
                </a:moveTo>
                <a:cubicBezTo>
                  <a:pt x="3375934" y="3263727"/>
                  <a:pt x="3400180" y="3287973"/>
                  <a:pt x="3400180" y="3317882"/>
                </a:cubicBezTo>
                <a:cubicBezTo>
                  <a:pt x="3400180" y="3347791"/>
                  <a:pt x="3375934" y="3372037"/>
                  <a:pt x="3346025" y="3372037"/>
                </a:cubicBezTo>
                <a:cubicBezTo>
                  <a:pt x="3316116" y="3372037"/>
                  <a:pt x="3291870" y="3347791"/>
                  <a:pt x="3291870" y="3317882"/>
                </a:cubicBezTo>
                <a:cubicBezTo>
                  <a:pt x="3291870" y="3287973"/>
                  <a:pt x="3316116" y="3263727"/>
                  <a:pt x="3346025" y="3263727"/>
                </a:cubicBezTo>
                <a:close/>
                <a:moveTo>
                  <a:pt x="3265597" y="3263727"/>
                </a:moveTo>
                <a:cubicBezTo>
                  <a:pt x="3269870" y="3263727"/>
                  <a:pt x="3273334" y="3267191"/>
                  <a:pt x="3273334" y="3271464"/>
                </a:cubicBezTo>
                <a:lnTo>
                  <a:pt x="3273334" y="3364300"/>
                </a:lnTo>
                <a:cubicBezTo>
                  <a:pt x="3273334" y="3368573"/>
                  <a:pt x="3269870" y="3372037"/>
                  <a:pt x="3265597" y="3372037"/>
                </a:cubicBezTo>
                <a:lnTo>
                  <a:pt x="3257861" y="3364301"/>
                </a:lnTo>
                <a:cubicBezTo>
                  <a:pt x="3257861" y="3333355"/>
                  <a:pt x="3257860" y="3302410"/>
                  <a:pt x="3257860" y="3271464"/>
                </a:cubicBezTo>
                <a:cubicBezTo>
                  <a:pt x="3257860" y="3267191"/>
                  <a:pt x="3261324" y="3263727"/>
                  <a:pt x="3265597" y="3263727"/>
                </a:cubicBezTo>
                <a:close/>
                <a:moveTo>
                  <a:pt x="3185169" y="3263727"/>
                </a:moveTo>
                <a:cubicBezTo>
                  <a:pt x="3215078" y="3263727"/>
                  <a:pt x="3239324" y="3287973"/>
                  <a:pt x="3239324" y="3317882"/>
                </a:cubicBezTo>
                <a:cubicBezTo>
                  <a:pt x="3239324" y="3347791"/>
                  <a:pt x="3215078" y="3372037"/>
                  <a:pt x="3185169" y="3372037"/>
                </a:cubicBezTo>
                <a:cubicBezTo>
                  <a:pt x="3155260" y="3372037"/>
                  <a:pt x="3131014" y="3347791"/>
                  <a:pt x="3131014" y="3317882"/>
                </a:cubicBezTo>
                <a:cubicBezTo>
                  <a:pt x="3131014" y="3287973"/>
                  <a:pt x="3155260" y="3263727"/>
                  <a:pt x="3185169" y="3263727"/>
                </a:cubicBezTo>
                <a:close/>
                <a:moveTo>
                  <a:pt x="3058323" y="3263727"/>
                </a:moveTo>
                <a:cubicBezTo>
                  <a:pt x="3088232" y="3263727"/>
                  <a:pt x="3112478" y="3287973"/>
                  <a:pt x="3112478" y="3317882"/>
                </a:cubicBezTo>
                <a:cubicBezTo>
                  <a:pt x="3112478" y="3347791"/>
                  <a:pt x="3088232" y="3372037"/>
                  <a:pt x="3058323" y="3372037"/>
                </a:cubicBezTo>
                <a:cubicBezTo>
                  <a:pt x="3028414" y="3372037"/>
                  <a:pt x="3004168" y="3347791"/>
                  <a:pt x="3004168" y="3317882"/>
                </a:cubicBezTo>
                <a:cubicBezTo>
                  <a:pt x="3004168" y="3287973"/>
                  <a:pt x="3028414" y="3263727"/>
                  <a:pt x="3058323" y="3263727"/>
                </a:cubicBezTo>
                <a:close/>
                <a:moveTo>
                  <a:pt x="2977894" y="3263727"/>
                </a:moveTo>
                <a:cubicBezTo>
                  <a:pt x="2982167" y="3263727"/>
                  <a:pt x="2985631" y="3267191"/>
                  <a:pt x="2985631" y="3271464"/>
                </a:cubicBezTo>
                <a:lnTo>
                  <a:pt x="2985631" y="3364300"/>
                </a:lnTo>
                <a:cubicBezTo>
                  <a:pt x="2985631" y="3368573"/>
                  <a:pt x="2982167" y="3372037"/>
                  <a:pt x="2977894" y="3372037"/>
                </a:cubicBezTo>
                <a:lnTo>
                  <a:pt x="2970158" y="3364301"/>
                </a:lnTo>
                <a:cubicBezTo>
                  <a:pt x="2970158" y="3333355"/>
                  <a:pt x="2970157" y="3302410"/>
                  <a:pt x="2970157" y="3271464"/>
                </a:cubicBezTo>
                <a:cubicBezTo>
                  <a:pt x="2970157" y="3267191"/>
                  <a:pt x="2973621" y="3263727"/>
                  <a:pt x="2977894" y="3263727"/>
                </a:cubicBezTo>
                <a:close/>
                <a:moveTo>
                  <a:pt x="2943885" y="3263727"/>
                </a:moveTo>
                <a:cubicBezTo>
                  <a:pt x="2948158" y="3263727"/>
                  <a:pt x="2951622" y="3267191"/>
                  <a:pt x="2951622" y="3271464"/>
                </a:cubicBezTo>
                <a:lnTo>
                  <a:pt x="2951622" y="3364300"/>
                </a:lnTo>
                <a:cubicBezTo>
                  <a:pt x="2951622" y="3368573"/>
                  <a:pt x="2948158" y="3372037"/>
                  <a:pt x="2943885" y="3372037"/>
                </a:cubicBezTo>
                <a:lnTo>
                  <a:pt x="2936149" y="3364301"/>
                </a:lnTo>
                <a:cubicBezTo>
                  <a:pt x="2936149" y="3333355"/>
                  <a:pt x="2936148" y="3302410"/>
                  <a:pt x="2936148" y="3271464"/>
                </a:cubicBezTo>
                <a:cubicBezTo>
                  <a:pt x="2936148" y="3267191"/>
                  <a:pt x="2939612" y="3263727"/>
                  <a:pt x="2943885" y="3263727"/>
                </a:cubicBezTo>
                <a:close/>
                <a:moveTo>
                  <a:pt x="2863457" y="3263727"/>
                </a:moveTo>
                <a:cubicBezTo>
                  <a:pt x="2893366" y="3263727"/>
                  <a:pt x="2917612" y="3287973"/>
                  <a:pt x="2917612" y="3317882"/>
                </a:cubicBezTo>
                <a:cubicBezTo>
                  <a:pt x="2917612" y="3347791"/>
                  <a:pt x="2893366" y="3372037"/>
                  <a:pt x="2863457" y="3372037"/>
                </a:cubicBezTo>
                <a:cubicBezTo>
                  <a:pt x="2833548" y="3372037"/>
                  <a:pt x="2809302" y="3347791"/>
                  <a:pt x="2809302" y="3317882"/>
                </a:cubicBezTo>
                <a:cubicBezTo>
                  <a:pt x="2809302" y="3287973"/>
                  <a:pt x="2833548" y="3263727"/>
                  <a:pt x="2863457" y="3263727"/>
                </a:cubicBezTo>
                <a:close/>
                <a:moveTo>
                  <a:pt x="2702601" y="3263727"/>
                </a:moveTo>
                <a:cubicBezTo>
                  <a:pt x="2732510" y="3263727"/>
                  <a:pt x="2756756" y="3287973"/>
                  <a:pt x="2756756" y="3317882"/>
                </a:cubicBezTo>
                <a:cubicBezTo>
                  <a:pt x="2756756" y="3347791"/>
                  <a:pt x="2732510" y="3372037"/>
                  <a:pt x="2702601" y="3372037"/>
                </a:cubicBezTo>
                <a:cubicBezTo>
                  <a:pt x="2672692" y="3372037"/>
                  <a:pt x="2648446" y="3347791"/>
                  <a:pt x="2648446" y="3317882"/>
                </a:cubicBezTo>
                <a:cubicBezTo>
                  <a:pt x="2648446" y="3287973"/>
                  <a:pt x="2672692" y="3263727"/>
                  <a:pt x="2702601" y="3263727"/>
                </a:cubicBezTo>
                <a:close/>
                <a:moveTo>
                  <a:pt x="2575754" y="3263727"/>
                </a:moveTo>
                <a:cubicBezTo>
                  <a:pt x="2605663" y="3263727"/>
                  <a:pt x="2629909" y="3287973"/>
                  <a:pt x="2629909" y="3317882"/>
                </a:cubicBezTo>
                <a:cubicBezTo>
                  <a:pt x="2629909" y="3347791"/>
                  <a:pt x="2605663" y="3372037"/>
                  <a:pt x="2575754" y="3372037"/>
                </a:cubicBezTo>
                <a:cubicBezTo>
                  <a:pt x="2545845" y="3372037"/>
                  <a:pt x="2521599" y="3347791"/>
                  <a:pt x="2521599" y="3317882"/>
                </a:cubicBezTo>
                <a:cubicBezTo>
                  <a:pt x="2521599" y="3287973"/>
                  <a:pt x="2545845" y="3263727"/>
                  <a:pt x="2575754" y="3263727"/>
                </a:cubicBezTo>
                <a:close/>
                <a:moveTo>
                  <a:pt x="2495326" y="3263727"/>
                </a:moveTo>
                <a:cubicBezTo>
                  <a:pt x="2499599" y="3263727"/>
                  <a:pt x="2503063" y="3267191"/>
                  <a:pt x="2503063" y="3271464"/>
                </a:cubicBezTo>
                <a:lnTo>
                  <a:pt x="2503063" y="3364300"/>
                </a:lnTo>
                <a:cubicBezTo>
                  <a:pt x="2503063" y="3368573"/>
                  <a:pt x="2499599" y="3372037"/>
                  <a:pt x="2495326" y="3372037"/>
                </a:cubicBezTo>
                <a:lnTo>
                  <a:pt x="2487590" y="3364301"/>
                </a:lnTo>
                <a:cubicBezTo>
                  <a:pt x="2487590" y="3333355"/>
                  <a:pt x="2487589" y="3302410"/>
                  <a:pt x="2487589" y="3271464"/>
                </a:cubicBezTo>
                <a:cubicBezTo>
                  <a:pt x="2487589" y="3267191"/>
                  <a:pt x="2491053" y="3263727"/>
                  <a:pt x="2495326" y="3263727"/>
                </a:cubicBezTo>
                <a:close/>
                <a:moveTo>
                  <a:pt x="2414898" y="3263727"/>
                </a:moveTo>
                <a:cubicBezTo>
                  <a:pt x="2444807" y="3263727"/>
                  <a:pt x="2469053" y="3287973"/>
                  <a:pt x="2469053" y="3317882"/>
                </a:cubicBezTo>
                <a:cubicBezTo>
                  <a:pt x="2469053" y="3347791"/>
                  <a:pt x="2444807" y="3372037"/>
                  <a:pt x="2414898" y="3372037"/>
                </a:cubicBezTo>
                <a:cubicBezTo>
                  <a:pt x="2384989" y="3372037"/>
                  <a:pt x="2360743" y="3347791"/>
                  <a:pt x="2360743" y="3317882"/>
                </a:cubicBezTo>
                <a:cubicBezTo>
                  <a:pt x="2360743" y="3287973"/>
                  <a:pt x="2384989" y="3263727"/>
                  <a:pt x="2414898" y="3263727"/>
                </a:cubicBezTo>
                <a:close/>
                <a:moveTo>
                  <a:pt x="2334470" y="3263727"/>
                </a:moveTo>
                <a:cubicBezTo>
                  <a:pt x="2338743" y="3263727"/>
                  <a:pt x="2342207" y="3267191"/>
                  <a:pt x="2342207" y="3271464"/>
                </a:cubicBezTo>
                <a:lnTo>
                  <a:pt x="2342207" y="3364300"/>
                </a:lnTo>
                <a:cubicBezTo>
                  <a:pt x="2342207" y="3368573"/>
                  <a:pt x="2338743" y="3372037"/>
                  <a:pt x="2334470" y="3372037"/>
                </a:cubicBezTo>
                <a:lnTo>
                  <a:pt x="2326734" y="3364301"/>
                </a:lnTo>
                <a:cubicBezTo>
                  <a:pt x="2326734" y="3333355"/>
                  <a:pt x="2326733" y="3302410"/>
                  <a:pt x="2326733" y="3271464"/>
                </a:cubicBezTo>
                <a:cubicBezTo>
                  <a:pt x="2326733" y="3267191"/>
                  <a:pt x="2330197" y="3263727"/>
                  <a:pt x="2334470" y="3263727"/>
                </a:cubicBezTo>
                <a:close/>
                <a:moveTo>
                  <a:pt x="2300461" y="3263727"/>
                </a:moveTo>
                <a:cubicBezTo>
                  <a:pt x="2304734" y="3263727"/>
                  <a:pt x="2308198" y="3267191"/>
                  <a:pt x="2308198" y="3271464"/>
                </a:cubicBezTo>
                <a:cubicBezTo>
                  <a:pt x="2308198" y="3302410"/>
                  <a:pt x="2308197" y="3333355"/>
                  <a:pt x="2308197" y="3364301"/>
                </a:cubicBezTo>
                <a:lnTo>
                  <a:pt x="2300461" y="3372037"/>
                </a:lnTo>
                <a:cubicBezTo>
                  <a:pt x="2296188" y="3372037"/>
                  <a:pt x="2292724" y="3368573"/>
                  <a:pt x="2292724" y="3364300"/>
                </a:cubicBezTo>
                <a:lnTo>
                  <a:pt x="2292724" y="3271464"/>
                </a:lnTo>
                <a:cubicBezTo>
                  <a:pt x="2292724" y="3267191"/>
                  <a:pt x="2296188" y="3263727"/>
                  <a:pt x="2300461" y="3263727"/>
                </a:cubicBezTo>
                <a:close/>
                <a:moveTo>
                  <a:pt x="2220033" y="3263727"/>
                </a:moveTo>
                <a:cubicBezTo>
                  <a:pt x="2249942" y="3263727"/>
                  <a:pt x="2274188" y="3287973"/>
                  <a:pt x="2274188" y="3317882"/>
                </a:cubicBezTo>
                <a:cubicBezTo>
                  <a:pt x="2274188" y="3347791"/>
                  <a:pt x="2249942" y="3372037"/>
                  <a:pt x="2220033" y="3372037"/>
                </a:cubicBezTo>
                <a:cubicBezTo>
                  <a:pt x="2190124" y="3372037"/>
                  <a:pt x="2165878" y="3347791"/>
                  <a:pt x="2165878" y="3317882"/>
                </a:cubicBezTo>
                <a:cubicBezTo>
                  <a:pt x="2165878" y="3287973"/>
                  <a:pt x="2190124" y="3263727"/>
                  <a:pt x="2220033" y="3263727"/>
                </a:cubicBezTo>
                <a:close/>
                <a:moveTo>
                  <a:pt x="2139605" y="3263727"/>
                </a:moveTo>
                <a:cubicBezTo>
                  <a:pt x="2143878" y="3263727"/>
                  <a:pt x="2147342" y="3267191"/>
                  <a:pt x="2147342" y="3271464"/>
                </a:cubicBezTo>
                <a:cubicBezTo>
                  <a:pt x="2147342" y="3302410"/>
                  <a:pt x="2147341" y="3333355"/>
                  <a:pt x="2147341" y="3364301"/>
                </a:cubicBezTo>
                <a:lnTo>
                  <a:pt x="2139605" y="3372037"/>
                </a:lnTo>
                <a:cubicBezTo>
                  <a:pt x="2135332" y="3372037"/>
                  <a:pt x="2131868" y="3368573"/>
                  <a:pt x="2131868" y="3364300"/>
                </a:cubicBezTo>
                <a:lnTo>
                  <a:pt x="2131868" y="3271464"/>
                </a:lnTo>
                <a:cubicBezTo>
                  <a:pt x="2131868" y="3267191"/>
                  <a:pt x="2135332" y="3263727"/>
                  <a:pt x="2139605" y="3263727"/>
                </a:cubicBezTo>
                <a:close/>
                <a:moveTo>
                  <a:pt x="2059177" y="3263727"/>
                </a:moveTo>
                <a:cubicBezTo>
                  <a:pt x="2089086" y="3263727"/>
                  <a:pt x="2113332" y="3287973"/>
                  <a:pt x="2113332" y="3317882"/>
                </a:cubicBezTo>
                <a:cubicBezTo>
                  <a:pt x="2113332" y="3347791"/>
                  <a:pt x="2089086" y="3372037"/>
                  <a:pt x="2059177" y="3372037"/>
                </a:cubicBezTo>
                <a:cubicBezTo>
                  <a:pt x="2029268" y="3372037"/>
                  <a:pt x="2005022" y="3347791"/>
                  <a:pt x="2005022" y="3317882"/>
                </a:cubicBezTo>
                <a:cubicBezTo>
                  <a:pt x="2005022" y="3287973"/>
                  <a:pt x="2029268" y="3263727"/>
                  <a:pt x="2059177" y="3263727"/>
                </a:cubicBezTo>
                <a:close/>
                <a:moveTo>
                  <a:pt x="1932330" y="3263727"/>
                </a:moveTo>
                <a:cubicBezTo>
                  <a:pt x="1962239" y="3263727"/>
                  <a:pt x="1986485" y="3287973"/>
                  <a:pt x="1986485" y="3317882"/>
                </a:cubicBezTo>
                <a:cubicBezTo>
                  <a:pt x="1986485" y="3347791"/>
                  <a:pt x="1962239" y="3372037"/>
                  <a:pt x="1932330" y="3372037"/>
                </a:cubicBezTo>
                <a:cubicBezTo>
                  <a:pt x="1902421" y="3372037"/>
                  <a:pt x="1878175" y="3347791"/>
                  <a:pt x="1878175" y="3317882"/>
                </a:cubicBezTo>
                <a:cubicBezTo>
                  <a:pt x="1878175" y="3287973"/>
                  <a:pt x="1902421" y="3263727"/>
                  <a:pt x="1932330" y="3263727"/>
                </a:cubicBezTo>
                <a:close/>
                <a:moveTo>
                  <a:pt x="1771474" y="3263727"/>
                </a:moveTo>
                <a:cubicBezTo>
                  <a:pt x="1801383" y="3263727"/>
                  <a:pt x="1825629" y="3287973"/>
                  <a:pt x="1825629" y="3317882"/>
                </a:cubicBezTo>
                <a:cubicBezTo>
                  <a:pt x="1825629" y="3347791"/>
                  <a:pt x="1801383" y="3372037"/>
                  <a:pt x="1771474" y="3372037"/>
                </a:cubicBezTo>
                <a:cubicBezTo>
                  <a:pt x="1741565" y="3372037"/>
                  <a:pt x="1717319" y="3347791"/>
                  <a:pt x="1717319" y="3317882"/>
                </a:cubicBezTo>
                <a:cubicBezTo>
                  <a:pt x="1717319" y="3287973"/>
                  <a:pt x="1741565" y="3263727"/>
                  <a:pt x="1771474" y="3263727"/>
                </a:cubicBezTo>
                <a:close/>
                <a:moveTo>
                  <a:pt x="1691047" y="3263727"/>
                </a:moveTo>
                <a:cubicBezTo>
                  <a:pt x="1695320" y="3263727"/>
                  <a:pt x="1698784" y="3267191"/>
                  <a:pt x="1698784" y="3271464"/>
                </a:cubicBezTo>
                <a:cubicBezTo>
                  <a:pt x="1698784" y="3302410"/>
                  <a:pt x="1698783" y="3333355"/>
                  <a:pt x="1698783" y="3364301"/>
                </a:cubicBezTo>
                <a:lnTo>
                  <a:pt x="1691047" y="3372037"/>
                </a:lnTo>
                <a:cubicBezTo>
                  <a:pt x="1686774" y="3372037"/>
                  <a:pt x="1683310" y="3368573"/>
                  <a:pt x="1683310" y="3364300"/>
                </a:cubicBezTo>
                <a:lnTo>
                  <a:pt x="1683310" y="3271464"/>
                </a:lnTo>
                <a:cubicBezTo>
                  <a:pt x="1683310" y="3267191"/>
                  <a:pt x="1686774" y="3263727"/>
                  <a:pt x="1691047" y="3263727"/>
                </a:cubicBezTo>
                <a:close/>
                <a:moveTo>
                  <a:pt x="1657037" y="3263727"/>
                </a:moveTo>
                <a:cubicBezTo>
                  <a:pt x="1661310" y="3263727"/>
                  <a:pt x="1664774" y="3267191"/>
                  <a:pt x="1664774" y="3271464"/>
                </a:cubicBezTo>
                <a:cubicBezTo>
                  <a:pt x="1664774" y="3302410"/>
                  <a:pt x="1664773" y="3333355"/>
                  <a:pt x="1664773" y="3364301"/>
                </a:cubicBezTo>
                <a:lnTo>
                  <a:pt x="1657037" y="3372037"/>
                </a:lnTo>
                <a:cubicBezTo>
                  <a:pt x="1652764" y="3372037"/>
                  <a:pt x="1649300" y="3368573"/>
                  <a:pt x="1649300" y="3364300"/>
                </a:cubicBezTo>
                <a:lnTo>
                  <a:pt x="1649300" y="3271464"/>
                </a:lnTo>
                <a:cubicBezTo>
                  <a:pt x="1649300" y="3267191"/>
                  <a:pt x="1652764" y="3263727"/>
                  <a:pt x="1657037" y="3263727"/>
                </a:cubicBezTo>
                <a:close/>
                <a:moveTo>
                  <a:pt x="1576608" y="3263727"/>
                </a:moveTo>
                <a:cubicBezTo>
                  <a:pt x="1606517" y="3263727"/>
                  <a:pt x="1630763" y="3287973"/>
                  <a:pt x="1630763" y="3317882"/>
                </a:cubicBezTo>
                <a:cubicBezTo>
                  <a:pt x="1630763" y="3347791"/>
                  <a:pt x="1606517" y="3372037"/>
                  <a:pt x="1576608" y="3372037"/>
                </a:cubicBezTo>
                <a:cubicBezTo>
                  <a:pt x="1546699" y="3372037"/>
                  <a:pt x="1522453" y="3347791"/>
                  <a:pt x="1522453" y="3317882"/>
                </a:cubicBezTo>
                <a:cubicBezTo>
                  <a:pt x="1522453" y="3287973"/>
                  <a:pt x="1546699" y="3263727"/>
                  <a:pt x="1576608" y="3263727"/>
                </a:cubicBezTo>
                <a:close/>
                <a:moveTo>
                  <a:pt x="1449762" y="3263727"/>
                </a:moveTo>
                <a:cubicBezTo>
                  <a:pt x="1479671" y="3263727"/>
                  <a:pt x="1503917" y="3287973"/>
                  <a:pt x="1503917" y="3317882"/>
                </a:cubicBezTo>
                <a:cubicBezTo>
                  <a:pt x="1503917" y="3347791"/>
                  <a:pt x="1479671" y="3372037"/>
                  <a:pt x="1449762" y="3372037"/>
                </a:cubicBezTo>
                <a:cubicBezTo>
                  <a:pt x="1419853" y="3372037"/>
                  <a:pt x="1395607" y="3347791"/>
                  <a:pt x="1395607" y="3317882"/>
                </a:cubicBezTo>
                <a:cubicBezTo>
                  <a:pt x="1395607" y="3287973"/>
                  <a:pt x="1419853" y="3263727"/>
                  <a:pt x="1449762" y="3263727"/>
                </a:cubicBezTo>
                <a:close/>
                <a:moveTo>
                  <a:pt x="1369334" y="3263727"/>
                </a:moveTo>
                <a:cubicBezTo>
                  <a:pt x="1373607" y="3263727"/>
                  <a:pt x="1377071" y="3267191"/>
                  <a:pt x="1377071" y="3271464"/>
                </a:cubicBezTo>
                <a:cubicBezTo>
                  <a:pt x="1377071" y="3302410"/>
                  <a:pt x="1377070" y="3333355"/>
                  <a:pt x="1377070" y="3364301"/>
                </a:cubicBezTo>
                <a:lnTo>
                  <a:pt x="1369334" y="3372037"/>
                </a:lnTo>
                <a:cubicBezTo>
                  <a:pt x="1365061" y="3372037"/>
                  <a:pt x="1361597" y="3368573"/>
                  <a:pt x="1361597" y="3364300"/>
                </a:cubicBezTo>
                <a:lnTo>
                  <a:pt x="1361597" y="3271464"/>
                </a:lnTo>
                <a:cubicBezTo>
                  <a:pt x="1361597" y="3267191"/>
                  <a:pt x="1365061" y="3263727"/>
                  <a:pt x="1369334" y="3263727"/>
                </a:cubicBezTo>
                <a:close/>
                <a:moveTo>
                  <a:pt x="1288906" y="3263727"/>
                </a:moveTo>
                <a:cubicBezTo>
                  <a:pt x="1318815" y="3263727"/>
                  <a:pt x="1343061" y="3287973"/>
                  <a:pt x="1343061" y="3317882"/>
                </a:cubicBezTo>
                <a:cubicBezTo>
                  <a:pt x="1343061" y="3347791"/>
                  <a:pt x="1318815" y="3372037"/>
                  <a:pt x="1288906" y="3372037"/>
                </a:cubicBezTo>
                <a:cubicBezTo>
                  <a:pt x="1258997" y="3372037"/>
                  <a:pt x="1234751" y="3347791"/>
                  <a:pt x="1234751" y="3317882"/>
                </a:cubicBezTo>
                <a:cubicBezTo>
                  <a:pt x="1234751" y="3287973"/>
                  <a:pt x="1258997" y="3263727"/>
                  <a:pt x="1288906" y="3263727"/>
                </a:cubicBezTo>
                <a:close/>
                <a:moveTo>
                  <a:pt x="1162059" y="3263727"/>
                </a:moveTo>
                <a:cubicBezTo>
                  <a:pt x="1191968" y="3263727"/>
                  <a:pt x="1216214" y="3287973"/>
                  <a:pt x="1216214" y="3317882"/>
                </a:cubicBezTo>
                <a:cubicBezTo>
                  <a:pt x="1216214" y="3347791"/>
                  <a:pt x="1191968" y="3372037"/>
                  <a:pt x="1162059" y="3372037"/>
                </a:cubicBezTo>
                <a:cubicBezTo>
                  <a:pt x="1132150" y="3372037"/>
                  <a:pt x="1107904" y="3347791"/>
                  <a:pt x="1107904" y="3317882"/>
                </a:cubicBezTo>
                <a:cubicBezTo>
                  <a:pt x="1107904" y="3287973"/>
                  <a:pt x="1132150" y="3263727"/>
                  <a:pt x="1162059" y="3263727"/>
                </a:cubicBezTo>
                <a:close/>
                <a:moveTo>
                  <a:pt x="1081632" y="3263727"/>
                </a:moveTo>
                <a:cubicBezTo>
                  <a:pt x="1085905" y="3263727"/>
                  <a:pt x="1089369" y="3267191"/>
                  <a:pt x="1089369" y="3271464"/>
                </a:cubicBezTo>
                <a:cubicBezTo>
                  <a:pt x="1089369" y="3302410"/>
                  <a:pt x="1089368" y="3333355"/>
                  <a:pt x="1089368" y="3364301"/>
                </a:cubicBezTo>
                <a:lnTo>
                  <a:pt x="1081632" y="3372037"/>
                </a:lnTo>
                <a:cubicBezTo>
                  <a:pt x="1077359" y="3372037"/>
                  <a:pt x="1073895" y="3368573"/>
                  <a:pt x="1073895" y="3364300"/>
                </a:cubicBezTo>
                <a:lnTo>
                  <a:pt x="1073895" y="3271464"/>
                </a:lnTo>
                <a:cubicBezTo>
                  <a:pt x="1073895" y="3267191"/>
                  <a:pt x="1077359" y="3263727"/>
                  <a:pt x="1081632" y="3263727"/>
                </a:cubicBezTo>
                <a:close/>
                <a:moveTo>
                  <a:pt x="1001203" y="3263727"/>
                </a:moveTo>
                <a:cubicBezTo>
                  <a:pt x="1031112" y="3263727"/>
                  <a:pt x="1055358" y="3287973"/>
                  <a:pt x="1055358" y="3317882"/>
                </a:cubicBezTo>
                <a:cubicBezTo>
                  <a:pt x="1055358" y="3347791"/>
                  <a:pt x="1031112" y="3372037"/>
                  <a:pt x="1001203" y="3372037"/>
                </a:cubicBezTo>
                <a:cubicBezTo>
                  <a:pt x="971294" y="3372037"/>
                  <a:pt x="947048" y="3347791"/>
                  <a:pt x="947048" y="3317882"/>
                </a:cubicBezTo>
                <a:cubicBezTo>
                  <a:pt x="947048" y="3287973"/>
                  <a:pt x="971294" y="3263727"/>
                  <a:pt x="1001203" y="3263727"/>
                </a:cubicBezTo>
                <a:close/>
                <a:moveTo>
                  <a:pt x="920775" y="3263727"/>
                </a:moveTo>
                <a:cubicBezTo>
                  <a:pt x="925048" y="3263727"/>
                  <a:pt x="928512" y="3267191"/>
                  <a:pt x="928512" y="3271464"/>
                </a:cubicBezTo>
                <a:cubicBezTo>
                  <a:pt x="928512" y="3302410"/>
                  <a:pt x="928511" y="3333355"/>
                  <a:pt x="928511" y="3364301"/>
                </a:cubicBezTo>
                <a:lnTo>
                  <a:pt x="920775" y="3372037"/>
                </a:lnTo>
                <a:cubicBezTo>
                  <a:pt x="916502" y="3372037"/>
                  <a:pt x="913038" y="3368573"/>
                  <a:pt x="913038" y="3364300"/>
                </a:cubicBezTo>
                <a:lnTo>
                  <a:pt x="913038" y="3271464"/>
                </a:lnTo>
                <a:cubicBezTo>
                  <a:pt x="913041" y="3267191"/>
                  <a:pt x="916503" y="3263727"/>
                  <a:pt x="920775" y="3263727"/>
                </a:cubicBezTo>
                <a:close/>
                <a:moveTo>
                  <a:pt x="840347" y="3263727"/>
                </a:moveTo>
                <a:cubicBezTo>
                  <a:pt x="870256" y="3263727"/>
                  <a:pt x="894502" y="3287973"/>
                  <a:pt x="894502" y="3317882"/>
                </a:cubicBezTo>
                <a:cubicBezTo>
                  <a:pt x="894502" y="3347791"/>
                  <a:pt x="870256" y="3372037"/>
                  <a:pt x="840347" y="3372037"/>
                </a:cubicBezTo>
                <a:cubicBezTo>
                  <a:pt x="810438" y="3372037"/>
                  <a:pt x="786192" y="3347791"/>
                  <a:pt x="786192" y="3317882"/>
                </a:cubicBezTo>
                <a:cubicBezTo>
                  <a:pt x="786192" y="3287973"/>
                  <a:pt x="810438" y="3263727"/>
                  <a:pt x="840347" y="3263727"/>
                </a:cubicBezTo>
                <a:close/>
                <a:moveTo>
                  <a:pt x="713500" y="3263727"/>
                </a:moveTo>
                <a:cubicBezTo>
                  <a:pt x="743409" y="3263727"/>
                  <a:pt x="767655" y="3287973"/>
                  <a:pt x="767655" y="3317882"/>
                </a:cubicBezTo>
                <a:cubicBezTo>
                  <a:pt x="767655" y="3347791"/>
                  <a:pt x="743409" y="3372037"/>
                  <a:pt x="713500" y="3372037"/>
                </a:cubicBezTo>
                <a:cubicBezTo>
                  <a:pt x="683591" y="3372037"/>
                  <a:pt x="659345" y="3347791"/>
                  <a:pt x="659345" y="3317882"/>
                </a:cubicBezTo>
                <a:cubicBezTo>
                  <a:pt x="659345" y="3287973"/>
                  <a:pt x="683591" y="3263727"/>
                  <a:pt x="713500" y="3263727"/>
                </a:cubicBezTo>
                <a:close/>
                <a:moveTo>
                  <a:pt x="552644" y="3263727"/>
                </a:moveTo>
                <a:cubicBezTo>
                  <a:pt x="582553" y="3263727"/>
                  <a:pt x="606799" y="3287973"/>
                  <a:pt x="606799" y="3317882"/>
                </a:cubicBezTo>
                <a:cubicBezTo>
                  <a:pt x="606799" y="3347791"/>
                  <a:pt x="582553" y="3372037"/>
                  <a:pt x="552644" y="3372037"/>
                </a:cubicBezTo>
                <a:cubicBezTo>
                  <a:pt x="522735" y="3372037"/>
                  <a:pt x="498489" y="3347791"/>
                  <a:pt x="498489" y="3317882"/>
                </a:cubicBezTo>
                <a:cubicBezTo>
                  <a:pt x="498489" y="3287973"/>
                  <a:pt x="522735" y="3263727"/>
                  <a:pt x="552644" y="3263727"/>
                </a:cubicBezTo>
                <a:close/>
                <a:moveTo>
                  <a:pt x="472217" y="3263727"/>
                </a:moveTo>
                <a:cubicBezTo>
                  <a:pt x="476490" y="3263727"/>
                  <a:pt x="479954" y="3267191"/>
                  <a:pt x="479954" y="3271464"/>
                </a:cubicBezTo>
                <a:cubicBezTo>
                  <a:pt x="479954" y="3302410"/>
                  <a:pt x="479953" y="3333355"/>
                  <a:pt x="479953" y="3364301"/>
                </a:cubicBezTo>
                <a:lnTo>
                  <a:pt x="472217" y="3372037"/>
                </a:lnTo>
                <a:cubicBezTo>
                  <a:pt x="467944" y="3372037"/>
                  <a:pt x="464480" y="3368573"/>
                  <a:pt x="464480" y="3364300"/>
                </a:cubicBezTo>
                <a:lnTo>
                  <a:pt x="464480" y="3271464"/>
                </a:lnTo>
                <a:cubicBezTo>
                  <a:pt x="464482" y="3267191"/>
                  <a:pt x="467945" y="3263727"/>
                  <a:pt x="472217" y="3263727"/>
                </a:cubicBezTo>
                <a:close/>
                <a:moveTo>
                  <a:pt x="438207" y="3263727"/>
                </a:moveTo>
                <a:cubicBezTo>
                  <a:pt x="442480" y="3263727"/>
                  <a:pt x="445944" y="3267191"/>
                  <a:pt x="445944" y="3271464"/>
                </a:cubicBezTo>
                <a:cubicBezTo>
                  <a:pt x="445944" y="3302410"/>
                  <a:pt x="445943" y="3333355"/>
                  <a:pt x="445943" y="3364301"/>
                </a:cubicBezTo>
                <a:lnTo>
                  <a:pt x="438207" y="3372037"/>
                </a:lnTo>
                <a:cubicBezTo>
                  <a:pt x="433934" y="3372037"/>
                  <a:pt x="430470" y="3368573"/>
                  <a:pt x="430470" y="3364300"/>
                </a:cubicBezTo>
                <a:lnTo>
                  <a:pt x="430470" y="3271464"/>
                </a:lnTo>
                <a:cubicBezTo>
                  <a:pt x="430472" y="3267191"/>
                  <a:pt x="433935" y="3263727"/>
                  <a:pt x="438207" y="3263727"/>
                </a:cubicBezTo>
                <a:close/>
                <a:moveTo>
                  <a:pt x="357778" y="3263727"/>
                </a:moveTo>
                <a:cubicBezTo>
                  <a:pt x="387687" y="3263727"/>
                  <a:pt x="411933" y="3287973"/>
                  <a:pt x="411933" y="3317882"/>
                </a:cubicBezTo>
                <a:cubicBezTo>
                  <a:pt x="411933" y="3347791"/>
                  <a:pt x="387687" y="3372037"/>
                  <a:pt x="357778" y="3372037"/>
                </a:cubicBezTo>
                <a:cubicBezTo>
                  <a:pt x="327869" y="3372037"/>
                  <a:pt x="303623" y="3347791"/>
                  <a:pt x="303623" y="3317882"/>
                </a:cubicBezTo>
                <a:cubicBezTo>
                  <a:pt x="303623" y="3287973"/>
                  <a:pt x="327869" y="3263727"/>
                  <a:pt x="357778" y="3263727"/>
                </a:cubicBezTo>
                <a:close/>
                <a:moveTo>
                  <a:pt x="230932" y="3263727"/>
                </a:moveTo>
                <a:cubicBezTo>
                  <a:pt x="260841" y="3263727"/>
                  <a:pt x="285087" y="3287973"/>
                  <a:pt x="285087" y="3317882"/>
                </a:cubicBezTo>
                <a:cubicBezTo>
                  <a:pt x="285087" y="3347791"/>
                  <a:pt x="260841" y="3372037"/>
                  <a:pt x="230932" y="3372037"/>
                </a:cubicBezTo>
                <a:cubicBezTo>
                  <a:pt x="201023" y="3372037"/>
                  <a:pt x="176777" y="3347791"/>
                  <a:pt x="176777" y="3317882"/>
                </a:cubicBezTo>
                <a:cubicBezTo>
                  <a:pt x="176777" y="3287973"/>
                  <a:pt x="201023" y="3263727"/>
                  <a:pt x="230932" y="3263727"/>
                </a:cubicBezTo>
                <a:close/>
                <a:moveTo>
                  <a:pt x="150504" y="3263727"/>
                </a:moveTo>
                <a:cubicBezTo>
                  <a:pt x="154777" y="3263727"/>
                  <a:pt x="158241" y="3267191"/>
                  <a:pt x="158241" y="3271464"/>
                </a:cubicBezTo>
                <a:cubicBezTo>
                  <a:pt x="158241" y="3302410"/>
                  <a:pt x="158240" y="3333355"/>
                  <a:pt x="158240" y="3364301"/>
                </a:cubicBezTo>
                <a:lnTo>
                  <a:pt x="150504" y="3372037"/>
                </a:lnTo>
                <a:cubicBezTo>
                  <a:pt x="146231" y="3372037"/>
                  <a:pt x="142767" y="3368573"/>
                  <a:pt x="142767" y="3364300"/>
                </a:cubicBezTo>
                <a:lnTo>
                  <a:pt x="142767" y="3271464"/>
                </a:lnTo>
                <a:cubicBezTo>
                  <a:pt x="142770" y="3267191"/>
                  <a:pt x="146232" y="3263727"/>
                  <a:pt x="150504" y="3263727"/>
                </a:cubicBezTo>
                <a:close/>
                <a:moveTo>
                  <a:pt x="70076" y="3263727"/>
                </a:moveTo>
                <a:cubicBezTo>
                  <a:pt x="99985" y="3263727"/>
                  <a:pt x="124231" y="3287973"/>
                  <a:pt x="124231" y="3317882"/>
                </a:cubicBezTo>
                <a:cubicBezTo>
                  <a:pt x="124231" y="3347791"/>
                  <a:pt x="99985" y="3372037"/>
                  <a:pt x="70076" y="3372037"/>
                </a:cubicBezTo>
                <a:cubicBezTo>
                  <a:pt x="40167" y="3372037"/>
                  <a:pt x="15921" y="3347791"/>
                  <a:pt x="15921" y="3317882"/>
                </a:cubicBezTo>
                <a:cubicBezTo>
                  <a:pt x="15921" y="3287973"/>
                  <a:pt x="40167" y="3263727"/>
                  <a:pt x="70076" y="3263727"/>
                </a:cubicBezTo>
                <a:close/>
                <a:moveTo>
                  <a:pt x="7947163" y="3263328"/>
                </a:moveTo>
                <a:cubicBezTo>
                  <a:pt x="7951436" y="3263328"/>
                  <a:pt x="7954900" y="3266792"/>
                  <a:pt x="7954900" y="3271065"/>
                </a:cubicBezTo>
                <a:cubicBezTo>
                  <a:pt x="7954900" y="3302011"/>
                  <a:pt x="7954899" y="3332956"/>
                  <a:pt x="7954899" y="3363902"/>
                </a:cubicBezTo>
                <a:lnTo>
                  <a:pt x="7947163" y="3371638"/>
                </a:lnTo>
                <a:cubicBezTo>
                  <a:pt x="7942890" y="3371638"/>
                  <a:pt x="7939426" y="3368174"/>
                  <a:pt x="7939426" y="3363901"/>
                </a:cubicBezTo>
                <a:lnTo>
                  <a:pt x="7939426" y="3271065"/>
                </a:lnTo>
                <a:cubicBezTo>
                  <a:pt x="7939426" y="3266792"/>
                  <a:pt x="7942890" y="3263328"/>
                  <a:pt x="7947163" y="3263328"/>
                </a:cubicBezTo>
                <a:close/>
                <a:moveTo>
                  <a:pt x="6439519" y="3263328"/>
                </a:moveTo>
                <a:cubicBezTo>
                  <a:pt x="6443792" y="3263328"/>
                  <a:pt x="6447256" y="3266792"/>
                  <a:pt x="6447256" y="3271065"/>
                </a:cubicBezTo>
                <a:lnTo>
                  <a:pt x="6447256" y="3363901"/>
                </a:lnTo>
                <a:cubicBezTo>
                  <a:pt x="6447256" y="3368174"/>
                  <a:pt x="6443792" y="3371638"/>
                  <a:pt x="6439519" y="3371638"/>
                </a:cubicBezTo>
                <a:lnTo>
                  <a:pt x="6431783" y="3363902"/>
                </a:lnTo>
                <a:cubicBezTo>
                  <a:pt x="6431783" y="3332956"/>
                  <a:pt x="6431782" y="3302011"/>
                  <a:pt x="6431782" y="3271065"/>
                </a:cubicBezTo>
                <a:cubicBezTo>
                  <a:pt x="6431782" y="3266792"/>
                  <a:pt x="6435246" y="3263328"/>
                  <a:pt x="6439519" y="3263328"/>
                </a:cubicBezTo>
                <a:close/>
                <a:moveTo>
                  <a:pt x="5220689" y="3263328"/>
                </a:moveTo>
                <a:cubicBezTo>
                  <a:pt x="5224962" y="3263328"/>
                  <a:pt x="5228426" y="3266792"/>
                  <a:pt x="5228426" y="3271065"/>
                </a:cubicBezTo>
                <a:lnTo>
                  <a:pt x="5228426" y="3363901"/>
                </a:lnTo>
                <a:lnTo>
                  <a:pt x="5220689" y="3371638"/>
                </a:lnTo>
                <a:cubicBezTo>
                  <a:pt x="5216416" y="3371639"/>
                  <a:pt x="5212953" y="3368175"/>
                  <a:pt x="5212953" y="3363902"/>
                </a:cubicBezTo>
                <a:cubicBezTo>
                  <a:pt x="5212953" y="3332956"/>
                  <a:pt x="5212952" y="3302011"/>
                  <a:pt x="5212952" y="3271065"/>
                </a:cubicBezTo>
                <a:cubicBezTo>
                  <a:pt x="5212952" y="3266792"/>
                  <a:pt x="5216416" y="3263328"/>
                  <a:pt x="5220689" y="3263328"/>
                </a:cubicBezTo>
                <a:close/>
                <a:moveTo>
                  <a:pt x="4289562" y="3263328"/>
                </a:moveTo>
                <a:cubicBezTo>
                  <a:pt x="4293835" y="3263328"/>
                  <a:pt x="4297299" y="3266792"/>
                  <a:pt x="4297299" y="3271065"/>
                </a:cubicBezTo>
                <a:cubicBezTo>
                  <a:pt x="4297299" y="3302011"/>
                  <a:pt x="4297298" y="3332956"/>
                  <a:pt x="4297298" y="3363902"/>
                </a:cubicBezTo>
                <a:lnTo>
                  <a:pt x="4289562" y="3371638"/>
                </a:lnTo>
                <a:cubicBezTo>
                  <a:pt x="4285289" y="3371638"/>
                  <a:pt x="4281825" y="3368174"/>
                  <a:pt x="4281825" y="3363901"/>
                </a:cubicBezTo>
                <a:lnTo>
                  <a:pt x="4281825" y="3271065"/>
                </a:lnTo>
                <a:cubicBezTo>
                  <a:pt x="4281825" y="3266792"/>
                  <a:pt x="4285289" y="3263328"/>
                  <a:pt x="4289562" y="3263328"/>
                </a:cubicBezTo>
                <a:close/>
                <a:moveTo>
                  <a:pt x="2783029" y="3263328"/>
                </a:moveTo>
                <a:cubicBezTo>
                  <a:pt x="2787302" y="3263328"/>
                  <a:pt x="2790766" y="3266792"/>
                  <a:pt x="2790766" y="3271065"/>
                </a:cubicBezTo>
                <a:lnTo>
                  <a:pt x="2790766" y="3363901"/>
                </a:lnTo>
                <a:lnTo>
                  <a:pt x="2783029" y="3371638"/>
                </a:lnTo>
                <a:cubicBezTo>
                  <a:pt x="2778756" y="3371639"/>
                  <a:pt x="2775293" y="3368175"/>
                  <a:pt x="2775293" y="3363902"/>
                </a:cubicBezTo>
                <a:cubicBezTo>
                  <a:pt x="2775293" y="3332956"/>
                  <a:pt x="2775292" y="3302011"/>
                  <a:pt x="2775292" y="3271065"/>
                </a:cubicBezTo>
                <a:cubicBezTo>
                  <a:pt x="2775292" y="3266792"/>
                  <a:pt x="2778756" y="3263328"/>
                  <a:pt x="2783029" y="3263328"/>
                </a:cubicBezTo>
                <a:close/>
                <a:moveTo>
                  <a:pt x="1851903" y="3263328"/>
                </a:moveTo>
                <a:cubicBezTo>
                  <a:pt x="1856176" y="3263328"/>
                  <a:pt x="1859640" y="3266792"/>
                  <a:pt x="1859640" y="3271065"/>
                </a:cubicBezTo>
                <a:cubicBezTo>
                  <a:pt x="1859640" y="3302011"/>
                  <a:pt x="1859639" y="3332956"/>
                  <a:pt x="1859639" y="3363902"/>
                </a:cubicBezTo>
                <a:lnTo>
                  <a:pt x="1851903" y="3371638"/>
                </a:lnTo>
                <a:cubicBezTo>
                  <a:pt x="1847630" y="3371638"/>
                  <a:pt x="1844166" y="3368174"/>
                  <a:pt x="1844166" y="3363901"/>
                </a:cubicBezTo>
                <a:lnTo>
                  <a:pt x="1844166" y="3271065"/>
                </a:lnTo>
                <a:cubicBezTo>
                  <a:pt x="1844166" y="3266792"/>
                  <a:pt x="1847630" y="3263328"/>
                  <a:pt x="1851903" y="3263328"/>
                </a:cubicBezTo>
                <a:close/>
                <a:moveTo>
                  <a:pt x="633073" y="3263328"/>
                </a:moveTo>
                <a:cubicBezTo>
                  <a:pt x="637346" y="3263328"/>
                  <a:pt x="640810" y="3266792"/>
                  <a:pt x="640810" y="3271065"/>
                </a:cubicBezTo>
                <a:cubicBezTo>
                  <a:pt x="640810" y="3302011"/>
                  <a:pt x="640809" y="3332956"/>
                  <a:pt x="640809" y="3363902"/>
                </a:cubicBezTo>
                <a:lnTo>
                  <a:pt x="633073" y="3371638"/>
                </a:lnTo>
                <a:cubicBezTo>
                  <a:pt x="628800" y="3371638"/>
                  <a:pt x="625336" y="3368174"/>
                  <a:pt x="625336" y="3363901"/>
                </a:cubicBezTo>
                <a:lnTo>
                  <a:pt x="625336" y="3271065"/>
                </a:lnTo>
                <a:cubicBezTo>
                  <a:pt x="625337" y="3266792"/>
                  <a:pt x="628800" y="3263328"/>
                  <a:pt x="633073" y="3263328"/>
                </a:cubicBezTo>
                <a:close/>
                <a:moveTo>
                  <a:pt x="9100848" y="3147352"/>
                </a:moveTo>
                <a:cubicBezTo>
                  <a:pt x="9079390" y="3147352"/>
                  <a:pt x="9061995" y="3164747"/>
                  <a:pt x="9061995" y="3186205"/>
                </a:cubicBezTo>
                <a:cubicBezTo>
                  <a:pt x="9061995" y="3207663"/>
                  <a:pt x="9079390" y="3225058"/>
                  <a:pt x="9100848" y="3225058"/>
                </a:cubicBezTo>
                <a:cubicBezTo>
                  <a:pt x="9122306" y="3225058"/>
                  <a:pt x="9139701" y="3207663"/>
                  <a:pt x="9139701" y="3186205"/>
                </a:cubicBezTo>
                <a:cubicBezTo>
                  <a:pt x="9139701" y="3164747"/>
                  <a:pt x="9122306" y="3147352"/>
                  <a:pt x="9100848" y="3147352"/>
                </a:cubicBezTo>
                <a:close/>
                <a:moveTo>
                  <a:pt x="8944577" y="3147352"/>
                </a:moveTo>
                <a:cubicBezTo>
                  <a:pt x="8923119" y="3147352"/>
                  <a:pt x="8905724" y="3164747"/>
                  <a:pt x="8905724" y="3186205"/>
                </a:cubicBezTo>
                <a:cubicBezTo>
                  <a:pt x="8905724" y="3207663"/>
                  <a:pt x="8923119" y="3225058"/>
                  <a:pt x="8944577" y="3225058"/>
                </a:cubicBezTo>
                <a:cubicBezTo>
                  <a:pt x="8966035" y="3225058"/>
                  <a:pt x="8983430" y="3207663"/>
                  <a:pt x="8983430" y="3186205"/>
                </a:cubicBezTo>
                <a:cubicBezTo>
                  <a:pt x="8983430" y="3164747"/>
                  <a:pt x="8966035" y="3147352"/>
                  <a:pt x="8944577" y="3147352"/>
                </a:cubicBezTo>
                <a:close/>
                <a:moveTo>
                  <a:pt x="8820023" y="3147352"/>
                </a:moveTo>
                <a:cubicBezTo>
                  <a:pt x="8798565" y="3147352"/>
                  <a:pt x="8781170" y="3164747"/>
                  <a:pt x="8781170" y="3186205"/>
                </a:cubicBezTo>
                <a:cubicBezTo>
                  <a:pt x="8781170" y="3207663"/>
                  <a:pt x="8798565" y="3225058"/>
                  <a:pt x="8820023" y="3225058"/>
                </a:cubicBezTo>
                <a:cubicBezTo>
                  <a:pt x="8841481" y="3225058"/>
                  <a:pt x="8858876" y="3207663"/>
                  <a:pt x="8858876" y="3186205"/>
                </a:cubicBezTo>
                <a:cubicBezTo>
                  <a:pt x="8858876" y="3164747"/>
                  <a:pt x="8841481" y="3147352"/>
                  <a:pt x="8820023" y="3147352"/>
                </a:cubicBezTo>
                <a:close/>
                <a:moveTo>
                  <a:pt x="8632036" y="3147352"/>
                </a:moveTo>
                <a:cubicBezTo>
                  <a:pt x="8610578" y="3147352"/>
                  <a:pt x="8593183" y="3164747"/>
                  <a:pt x="8593183" y="3186205"/>
                </a:cubicBezTo>
                <a:cubicBezTo>
                  <a:pt x="8593183" y="3207663"/>
                  <a:pt x="8610578" y="3225058"/>
                  <a:pt x="8632036" y="3225058"/>
                </a:cubicBezTo>
                <a:cubicBezTo>
                  <a:pt x="8653494" y="3225058"/>
                  <a:pt x="8670889" y="3207663"/>
                  <a:pt x="8670889" y="3186205"/>
                </a:cubicBezTo>
                <a:cubicBezTo>
                  <a:pt x="8670889" y="3164747"/>
                  <a:pt x="8653494" y="3147352"/>
                  <a:pt x="8632036" y="3147352"/>
                </a:cubicBezTo>
                <a:close/>
                <a:moveTo>
                  <a:pt x="8475766" y="3147352"/>
                </a:moveTo>
                <a:cubicBezTo>
                  <a:pt x="8454308" y="3147352"/>
                  <a:pt x="8436913" y="3164747"/>
                  <a:pt x="8436913" y="3186205"/>
                </a:cubicBezTo>
                <a:cubicBezTo>
                  <a:pt x="8436913" y="3207663"/>
                  <a:pt x="8454308" y="3225058"/>
                  <a:pt x="8475766" y="3225058"/>
                </a:cubicBezTo>
                <a:cubicBezTo>
                  <a:pt x="8497224" y="3225058"/>
                  <a:pt x="8514619" y="3207663"/>
                  <a:pt x="8514619" y="3186205"/>
                </a:cubicBezTo>
                <a:cubicBezTo>
                  <a:pt x="8514619" y="3164747"/>
                  <a:pt x="8497224" y="3147352"/>
                  <a:pt x="8475766" y="3147352"/>
                </a:cubicBezTo>
                <a:close/>
                <a:moveTo>
                  <a:pt x="8351212" y="3147352"/>
                </a:moveTo>
                <a:cubicBezTo>
                  <a:pt x="8329754" y="3147352"/>
                  <a:pt x="8312359" y="3164747"/>
                  <a:pt x="8312359" y="3186205"/>
                </a:cubicBezTo>
                <a:cubicBezTo>
                  <a:pt x="8312359" y="3207663"/>
                  <a:pt x="8329754" y="3225058"/>
                  <a:pt x="8351212" y="3225058"/>
                </a:cubicBezTo>
                <a:cubicBezTo>
                  <a:pt x="8372670" y="3225058"/>
                  <a:pt x="8390065" y="3207663"/>
                  <a:pt x="8390065" y="3186205"/>
                </a:cubicBezTo>
                <a:cubicBezTo>
                  <a:pt x="8390065" y="3164747"/>
                  <a:pt x="8372670" y="3147352"/>
                  <a:pt x="8351212" y="3147352"/>
                </a:cubicBezTo>
                <a:close/>
                <a:moveTo>
                  <a:pt x="8194942" y="3147352"/>
                </a:moveTo>
                <a:cubicBezTo>
                  <a:pt x="8173484" y="3147352"/>
                  <a:pt x="8156089" y="3164747"/>
                  <a:pt x="8156089" y="3186205"/>
                </a:cubicBezTo>
                <a:cubicBezTo>
                  <a:pt x="8156089" y="3207663"/>
                  <a:pt x="8173484" y="3225058"/>
                  <a:pt x="8194942" y="3225058"/>
                </a:cubicBezTo>
                <a:cubicBezTo>
                  <a:pt x="8216400" y="3225058"/>
                  <a:pt x="8233795" y="3207663"/>
                  <a:pt x="8233795" y="3186205"/>
                </a:cubicBezTo>
                <a:cubicBezTo>
                  <a:pt x="8233795" y="3164747"/>
                  <a:pt x="8216400" y="3147352"/>
                  <a:pt x="8194942" y="3147352"/>
                </a:cubicBezTo>
                <a:close/>
                <a:moveTo>
                  <a:pt x="8006955" y="3147352"/>
                </a:moveTo>
                <a:cubicBezTo>
                  <a:pt x="7985497" y="3147352"/>
                  <a:pt x="7968102" y="3164747"/>
                  <a:pt x="7968102" y="3186205"/>
                </a:cubicBezTo>
                <a:cubicBezTo>
                  <a:pt x="7968102" y="3207663"/>
                  <a:pt x="7985497" y="3225058"/>
                  <a:pt x="8006955" y="3225058"/>
                </a:cubicBezTo>
                <a:cubicBezTo>
                  <a:pt x="8028413" y="3225058"/>
                  <a:pt x="8045808" y="3207663"/>
                  <a:pt x="8045808" y="3186205"/>
                </a:cubicBezTo>
                <a:cubicBezTo>
                  <a:pt x="8045808" y="3164747"/>
                  <a:pt x="8028413" y="3147352"/>
                  <a:pt x="8006955" y="3147352"/>
                </a:cubicBezTo>
                <a:close/>
                <a:moveTo>
                  <a:pt x="7882401" y="3147352"/>
                </a:moveTo>
                <a:cubicBezTo>
                  <a:pt x="7860943" y="3147352"/>
                  <a:pt x="7843548" y="3164747"/>
                  <a:pt x="7843548" y="3186205"/>
                </a:cubicBezTo>
                <a:cubicBezTo>
                  <a:pt x="7843548" y="3207663"/>
                  <a:pt x="7860943" y="3225058"/>
                  <a:pt x="7882401" y="3225058"/>
                </a:cubicBezTo>
                <a:cubicBezTo>
                  <a:pt x="7903859" y="3225058"/>
                  <a:pt x="7921254" y="3207663"/>
                  <a:pt x="7921254" y="3186205"/>
                </a:cubicBezTo>
                <a:cubicBezTo>
                  <a:pt x="7921254" y="3164747"/>
                  <a:pt x="7903859" y="3147352"/>
                  <a:pt x="7882401" y="3147352"/>
                </a:cubicBezTo>
                <a:close/>
                <a:moveTo>
                  <a:pt x="7726130" y="3147352"/>
                </a:moveTo>
                <a:cubicBezTo>
                  <a:pt x="7704672" y="3147352"/>
                  <a:pt x="7687277" y="3164747"/>
                  <a:pt x="7687277" y="3186205"/>
                </a:cubicBezTo>
                <a:cubicBezTo>
                  <a:pt x="7687277" y="3207663"/>
                  <a:pt x="7704672" y="3225058"/>
                  <a:pt x="7726130" y="3225058"/>
                </a:cubicBezTo>
                <a:cubicBezTo>
                  <a:pt x="7747588" y="3225058"/>
                  <a:pt x="7764983" y="3207663"/>
                  <a:pt x="7764983" y="3186205"/>
                </a:cubicBezTo>
                <a:cubicBezTo>
                  <a:pt x="7764983" y="3164747"/>
                  <a:pt x="7747588" y="3147352"/>
                  <a:pt x="7726130" y="3147352"/>
                </a:cubicBezTo>
                <a:close/>
                <a:moveTo>
                  <a:pt x="7601576" y="3147352"/>
                </a:moveTo>
                <a:cubicBezTo>
                  <a:pt x="7580118" y="3147352"/>
                  <a:pt x="7562723" y="3164747"/>
                  <a:pt x="7562723" y="3186205"/>
                </a:cubicBezTo>
                <a:cubicBezTo>
                  <a:pt x="7562723" y="3207663"/>
                  <a:pt x="7580118" y="3225058"/>
                  <a:pt x="7601576" y="3225058"/>
                </a:cubicBezTo>
                <a:cubicBezTo>
                  <a:pt x="7623034" y="3225058"/>
                  <a:pt x="7640429" y="3207663"/>
                  <a:pt x="7640429" y="3186205"/>
                </a:cubicBezTo>
                <a:cubicBezTo>
                  <a:pt x="7640429" y="3164747"/>
                  <a:pt x="7623034" y="3147352"/>
                  <a:pt x="7601576" y="3147352"/>
                </a:cubicBezTo>
                <a:close/>
                <a:moveTo>
                  <a:pt x="7413589" y="3147352"/>
                </a:moveTo>
                <a:cubicBezTo>
                  <a:pt x="7392131" y="3147352"/>
                  <a:pt x="7374736" y="3164747"/>
                  <a:pt x="7374736" y="3186205"/>
                </a:cubicBezTo>
                <a:cubicBezTo>
                  <a:pt x="7374736" y="3207663"/>
                  <a:pt x="7392131" y="3225058"/>
                  <a:pt x="7413589" y="3225058"/>
                </a:cubicBezTo>
                <a:cubicBezTo>
                  <a:pt x="7435047" y="3225058"/>
                  <a:pt x="7452442" y="3207663"/>
                  <a:pt x="7452442" y="3186205"/>
                </a:cubicBezTo>
                <a:cubicBezTo>
                  <a:pt x="7452442" y="3164747"/>
                  <a:pt x="7435047" y="3147352"/>
                  <a:pt x="7413589" y="3147352"/>
                </a:cubicBezTo>
                <a:close/>
                <a:moveTo>
                  <a:pt x="7257319" y="3147352"/>
                </a:moveTo>
                <a:cubicBezTo>
                  <a:pt x="7235861" y="3147352"/>
                  <a:pt x="7218466" y="3164747"/>
                  <a:pt x="7218466" y="3186205"/>
                </a:cubicBezTo>
                <a:cubicBezTo>
                  <a:pt x="7218466" y="3207663"/>
                  <a:pt x="7235861" y="3225058"/>
                  <a:pt x="7257319" y="3225058"/>
                </a:cubicBezTo>
                <a:cubicBezTo>
                  <a:pt x="7278777" y="3225058"/>
                  <a:pt x="7296172" y="3207663"/>
                  <a:pt x="7296172" y="3186205"/>
                </a:cubicBezTo>
                <a:cubicBezTo>
                  <a:pt x="7296172" y="3164747"/>
                  <a:pt x="7278777" y="3147352"/>
                  <a:pt x="7257319" y="3147352"/>
                </a:cubicBezTo>
                <a:close/>
                <a:moveTo>
                  <a:pt x="7129359" y="3147352"/>
                </a:moveTo>
                <a:cubicBezTo>
                  <a:pt x="7107901" y="3147352"/>
                  <a:pt x="7090506" y="3164747"/>
                  <a:pt x="7090506" y="3186205"/>
                </a:cubicBezTo>
                <a:cubicBezTo>
                  <a:pt x="7090506" y="3207663"/>
                  <a:pt x="7107901" y="3225058"/>
                  <a:pt x="7129359" y="3225058"/>
                </a:cubicBezTo>
                <a:cubicBezTo>
                  <a:pt x="7150817" y="3225058"/>
                  <a:pt x="7168212" y="3207663"/>
                  <a:pt x="7168212" y="3186205"/>
                </a:cubicBezTo>
                <a:cubicBezTo>
                  <a:pt x="7168212" y="3164747"/>
                  <a:pt x="7150817" y="3147352"/>
                  <a:pt x="7129359" y="3147352"/>
                </a:cubicBezTo>
                <a:close/>
                <a:moveTo>
                  <a:pt x="6973087" y="3147352"/>
                </a:moveTo>
                <a:cubicBezTo>
                  <a:pt x="6951629" y="3147352"/>
                  <a:pt x="6934234" y="3164747"/>
                  <a:pt x="6934234" y="3186205"/>
                </a:cubicBezTo>
                <a:cubicBezTo>
                  <a:pt x="6934234" y="3207663"/>
                  <a:pt x="6951629" y="3225058"/>
                  <a:pt x="6973087" y="3225058"/>
                </a:cubicBezTo>
                <a:cubicBezTo>
                  <a:pt x="6994545" y="3225058"/>
                  <a:pt x="7011940" y="3207663"/>
                  <a:pt x="7011940" y="3186205"/>
                </a:cubicBezTo>
                <a:cubicBezTo>
                  <a:pt x="7011940" y="3164747"/>
                  <a:pt x="6994545" y="3147352"/>
                  <a:pt x="6973087" y="3147352"/>
                </a:cubicBezTo>
                <a:close/>
                <a:moveTo>
                  <a:pt x="6785100" y="3147352"/>
                </a:moveTo>
                <a:cubicBezTo>
                  <a:pt x="6763642" y="3147352"/>
                  <a:pt x="6746247" y="3164747"/>
                  <a:pt x="6746247" y="3186205"/>
                </a:cubicBezTo>
                <a:cubicBezTo>
                  <a:pt x="6746247" y="3207663"/>
                  <a:pt x="6763642" y="3225058"/>
                  <a:pt x="6785100" y="3225058"/>
                </a:cubicBezTo>
                <a:cubicBezTo>
                  <a:pt x="6806558" y="3225058"/>
                  <a:pt x="6823953" y="3207663"/>
                  <a:pt x="6823953" y="3186205"/>
                </a:cubicBezTo>
                <a:cubicBezTo>
                  <a:pt x="6823953" y="3164747"/>
                  <a:pt x="6806558" y="3147352"/>
                  <a:pt x="6785100" y="3147352"/>
                </a:cubicBezTo>
                <a:close/>
                <a:moveTo>
                  <a:pt x="6660546" y="3147352"/>
                </a:moveTo>
                <a:cubicBezTo>
                  <a:pt x="6639088" y="3147352"/>
                  <a:pt x="6621693" y="3164747"/>
                  <a:pt x="6621693" y="3186205"/>
                </a:cubicBezTo>
                <a:cubicBezTo>
                  <a:pt x="6621693" y="3207663"/>
                  <a:pt x="6639088" y="3225058"/>
                  <a:pt x="6660546" y="3225058"/>
                </a:cubicBezTo>
                <a:cubicBezTo>
                  <a:pt x="6682004" y="3225058"/>
                  <a:pt x="6699399" y="3207663"/>
                  <a:pt x="6699399" y="3186205"/>
                </a:cubicBezTo>
                <a:cubicBezTo>
                  <a:pt x="6699399" y="3164747"/>
                  <a:pt x="6682004" y="3147352"/>
                  <a:pt x="6660546" y="3147352"/>
                </a:cubicBezTo>
                <a:close/>
                <a:moveTo>
                  <a:pt x="6504275" y="3147352"/>
                </a:moveTo>
                <a:cubicBezTo>
                  <a:pt x="6482817" y="3147352"/>
                  <a:pt x="6465422" y="3164747"/>
                  <a:pt x="6465422" y="3186205"/>
                </a:cubicBezTo>
                <a:cubicBezTo>
                  <a:pt x="6465422" y="3207663"/>
                  <a:pt x="6482817" y="3225058"/>
                  <a:pt x="6504275" y="3225058"/>
                </a:cubicBezTo>
                <a:cubicBezTo>
                  <a:pt x="6525733" y="3225058"/>
                  <a:pt x="6543128" y="3207663"/>
                  <a:pt x="6543128" y="3186205"/>
                </a:cubicBezTo>
                <a:cubicBezTo>
                  <a:pt x="6543128" y="3164747"/>
                  <a:pt x="6525733" y="3147352"/>
                  <a:pt x="6504275" y="3147352"/>
                </a:cubicBezTo>
                <a:close/>
                <a:moveTo>
                  <a:pt x="6379721" y="3147352"/>
                </a:moveTo>
                <a:cubicBezTo>
                  <a:pt x="6358263" y="3147352"/>
                  <a:pt x="6340868" y="3164747"/>
                  <a:pt x="6340868" y="3186205"/>
                </a:cubicBezTo>
                <a:cubicBezTo>
                  <a:pt x="6340868" y="3207663"/>
                  <a:pt x="6358263" y="3225058"/>
                  <a:pt x="6379721" y="3225058"/>
                </a:cubicBezTo>
                <a:cubicBezTo>
                  <a:pt x="6401179" y="3225058"/>
                  <a:pt x="6418574" y="3207663"/>
                  <a:pt x="6418574" y="3186205"/>
                </a:cubicBezTo>
                <a:cubicBezTo>
                  <a:pt x="6418574" y="3164747"/>
                  <a:pt x="6401179" y="3147352"/>
                  <a:pt x="6379721" y="3147352"/>
                </a:cubicBezTo>
                <a:close/>
                <a:moveTo>
                  <a:pt x="6191734" y="3147352"/>
                </a:moveTo>
                <a:cubicBezTo>
                  <a:pt x="6170276" y="3147352"/>
                  <a:pt x="6152881" y="3164747"/>
                  <a:pt x="6152881" y="3186205"/>
                </a:cubicBezTo>
                <a:cubicBezTo>
                  <a:pt x="6152881" y="3207663"/>
                  <a:pt x="6170276" y="3225058"/>
                  <a:pt x="6191734" y="3225058"/>
                </a:cubicBezTo>
                <a:cubicBezTo>
                  <a:pt x="6213192" y="3225058"/>
                  <a:pt x="6230587" y="3207663"/>
                  <a:pt x="6230587" y="3186205"/>
                </a:cubicBezTo>
                <a:cubicBezTo>
                  <a:pt x="6230587" y="3164747"/>
                  <a:pt x="6213192" y="3147352"/>
                  <a:pt x="6191734" y="3147352"/>
                </a:cubicBezTo>
                <a:close/>
                <a:moveTo>
                  <a:pt x="6035464" y="3147352"/>
                </a:moveTo>
                <a:cubicBezTo>
                  <a:pt x="6014006" y="3147352"/>
                  <a:pt x="5996611" y="3164747"/>
                  <a:pt x="5996611" y="3186205"/>
                </a:cubicBezTo>
                <a:cubicBezTo>
                  <a:pt x="5996611" y="3207663"/>
                  <a:pt x="6014006" y="3225058"/>
                  <a:pt x="6035464" y="3225058"/>
                </a:cubicBezTo>
                <a:cubicBezTo>
                  <a:pt x="6056922" y="3225058"/>
                  <a:pt x="6074317" y="3207663"/>
                  <a:pt x="6074317" y="3186205"/>
                </a:cubicBezTo>
                <a:cubicBezTo>
                  <a:pt x="6074317" y="3164747"/>
                  <a:pt x="6056922" y="3147352"/>
                  <a:pt x="6035464" y="3147352"/>
                </a:cubicBezTo>
                <a:close/>
                <a:moveTo>
                  <a:pt x="5910910" y="3147352"/>
                </a:moveTo>
                <a:cubicBezTo>
                  <a:pt x="5889452" y="3147352"/>
                  <a:pt x="5872057" y="3164747"/>
                  <a:pt x="5872057" y="3186205"/>
                </a:cubicBezTo>
                <a:cubicBezTo>
                  <a:pt x="5872057" y="3207663"/>
                  <a:pt x="5889452" y="3225058"/>
                  <a:pt x="5910910" y="3225058"/>
                </a:cubicBezTo>
                <a:cubicBezTo>
                  <a:pt x="5932368" y="3225058"/>
                  <a:pt x="5949763" y="3207663"/>
                  <a:pt x="5949763" y="3186205"/>
                </a:cubicBezTo>
                <a:cubicBezTo>
                  <a:pt x="5949763" y="3164747"/>
                  <a:pt x="5932368" y="3147352"/>
                  <a:pt x="5910910" y="3147352"/>
                </a:cubicBezTo>
                <a:close/>
                <a:moveTo>
                  <a:pt x="5754640" y="3147352"/>
                </a:moveTo>
                <a:cubicBezTo>
                  <a:pt x="5733182" y="3147352"/>
                  <a:pt x="5715787" y="3164747"/>
                  <a:pt x="5715787" y="3186205"/>
                </a:cubicBezTo>
                <a:cubicBezTo>
                  <a:pt x="5715787" y="3207663"/>
                  <a:pt x="5733182" y="3225058"/>
                  <a:pt x="5754640" y="3225058"/>
                </a:cubicBezTo>
                <a:cubicBezTo>
                  <a:pt x="5776098" y="3225058"/>
                  <a:pt x="5793493" y="3207663"/>
                  <a:pt x="5793493" y="3186205"/>
                </a:cubicBezTo>
                <a:cubicBezTo>
                  <a:pt x="5793493" y="3164747"/>
                  <a:pt x="5776098" y="3147352"/>
                  <a:pt x="5754640" y="3147352"/>
                </a:cubicBezTo>
                <a:close/>
                <a:moveTo>
                  <a:pt x="5566653" y="3147352"/>
                </a:moveTo>
                <a:cubicBezTo>
                  <a:pt x="5545195" y="3147352"/>
                  <a:pt x="5527800" y="3164747"/>
                  <a:pt x="5527800" y="3186205"/>
                </a:cubicBezTo>
                <a:cubicBezTo>
                  <a:pt x="5527800" y="3207663"/>
                  <a:pt x="5545195" y="3225058"/>
                  <a:pt x="5566653" y="3225058"/>
                </a:cubicBezTo>
                <a:cubicBezTo>
                  <a:pt x="5588111" y="3225058"/>
                  <a:pt x="5605506" y="3207663"/>
                  <a:pt x="5605506" y="3186205"/>
                </a:cubicBezTo>
                <a:cubicBezTo>
                  <a:pt x="5605506" y="3164747"/>
                  <a:pt x="5588111" y="3147352"/>
                  <a:pt x="5566653" y="3147352"/>
                </a:cubicBezTo>
                <a:close/>
                <a:moveTo>
                  <a:pt x="5442099" y="3147352"/>
                </a:moveTo>
                <a:cubicBezTo>
                  <a:pt x="5420641" y="3147352"/>
                  <a:pt x="5403246" y="3164747"/>
                  <a:pt x="5403246" y="3186205"/>
                </a:cubicBezTo>
                <a:cubicBezTo>
                  <a:pt x="5403246" y="3207663"/>
                  <a:pt x="5420641" y="3225058"/>
                  <a:pt x="5442099" y="3225058"/>
                </a:cubicBezTo>
                <a:cubicBezTo>
                  <a:pt x="5463557" y="3225058"/>
                  <a:pt x="5480952" y="3207663"/>
                  <a:pt x="5480952" y="3186205"/>
                </a:cubicBezTo>
                <a:cubicBezTo>
                  <a:pt x="5480952" y="3164747"/>
                  <a:pt x="5463557" y="3147352"/>
                  <a:pt x="5442099" y="3147352"/>
                </a:cubicBezTo>
                <a:close/>
                <a:moveTo>
                  <a:pt x="5285828" y="3147352"/>
                </a:moveTo>
                <a:cubicBezTo>
                  <a:pt x="5264370" y="3147352"/>
                  <a:pt x="5246975" y="3164747"/>
                  <a:pt x="5246975" y="3186205"/>
                </a:cubicBezTo>
                <a:cubicBezTo>
                  <a:pt x="5246975" y="3207663"/>
                  <a:pt x="5264370" y="3225058"/>
                  <a:pt x="5285828" y="3225058"/>
                </a:cubicBezTo>
                <a:cubicBezTo>
                  <a:pt x="5307286" y="3225058"/>
                  <a:pt x="5324681" y="3207663"/>
                  <a:pt x="5324681" y="3186205"/>
                </a:cubicBezTo>
                <a:cubicBezTo>
                  <a:pt x="5324681" y="3164747"/>
                  <a:pt x="5307286" y="3147352"/>
                  <a:pt x="5285828" y="3147352"/>
                </a:cubicBezTo>
                <a:close/>
                <a:moveTo>
                  <a:pt x="5161274" y="3147352"/>
                </a:moveTo>
                <a:cubicBezTo>
                  <a:pt x="5139816" y="3147352"/>
                  <a:pt x="5122421" y="3164747"/>
                  <a:pt x="5122421" y="3186205"/>
                </a:cubicBezTo>
                <a:cubicBezTo>
                  <a:pt x="5122421" y="3207663"/>
                  <a:pt x="5139816" y="3225058"/>
                  <a:pt x="5161274" y="3225058"/>
                </a:cubicBezTo>
                <a:cubicBezTo>
                  <a:pt x="5182732" y="3225058"/>
                  <a:pt x="5200127" y="3207663"/>
                  <a:pt x="5200127" y="3186205"/>
                </a:cubicBezTo>
                <a:cubicBezTo>
                  <a:pt x="5200127" y="3164747"/>
                  <a:pt x="5182732" y="3147352"/>
                  <a:pt x="5161274" y="3147352"/>
                </a:cubicBezTo>
                <a:close/>
                <a:moveTo>
                  <a:pt x="4973287" y="3147352"/>
                </a:moveTo>
                <a:cubicBezTo>
                  <a:pt x="4951829" y="3147352"/>
                  <a:pt x="4934434" y="3164747"/>
                  <a:pt x="4934434" y="3186205"/>
                </a:cubicBezTo>
                <a:cubicBezTo>
                  <a:pt x="4934434" y="3207663"/>
                  <a:pt x="4951829" y="3225058"/>
                  <a:pt x="4973287" y="3225058"/>
                </a:cubicBezTo>
                <a:cubicBezTo>
                  <a:pt x="4994745" y="3225058"/>
                  <a:pt x="5012140" y="3207663"/>
                  <a:pt x="5012140" y="3186205"/>
                </a:cubicBezTo>
                <a:cubicBezTo>
                  <a:pt x="5012140" y="3164747"/>
                  <a:pt x="4994745" y="3147352"/>
                  <a:pt x="4973287" y="3147352"/>
                </a:cubicBezTo>
                <a:close/>
                <a:moveTo>
                  <a:pt x="4817017" y="3147352"/>
                </a:moveTo>
                <a:cubicBezTo>
                  <a:pt x="4795559" y="3147352"/>
                  <a:pt x="4778164" y="3164747"/>
                  <a:pt x="4778164" y="3186205"/>
                </a:cubicBezTo>
                <a:cubicBezTo>
                  <a:pt x="4778164" y="3207663"/>
                  <a:pt x="4795559" y="3225058"/>
                  <a:pt x="4817017" y="3225058"/>
                </a:cubicBezTo>
                <a:cubicBezTo>
                  <a:pt x="4838475" y="3225058"/>
                  <a:pt x="4855870" y="3207663"/>
                  <a:pt x="4855870" y="3186205"/>
                </a:cubicBezTo>
                <a:cubicBezTo>
                  <a:pt x="4855870" y="3164747"/>
                  <a:pt x="4838475" y="3147352"/>
                  <a:pt x="4817017" y="3147352"/>
                </a:cubicBezTo>
                <a:close/>
                <a:moveTo>
                  <a:pt x="4692463" y="3147352"/>
                </a:moveTo>
                <a:cubicBezTo>
                  <a:pt x="4671005" y="3147352"/>
                  <a:pt x="4653610" y="3164747"/>
                  <a:pt x="4653610" y="3186205"/>
                </a:cubicBezTo>
                <a:cubicBezTo>
                  <a:pt x="4653610" y="3207663"/>
                  <a:pt x="4671005" y="3225058"/>
                  <a:pt x="4692463" y="3225058"/>
                </a:cubicBezTo>
                <a:cubicBezTo>
                  <a:pt x="4713921" y="3225058"/>
                  <a:pt x="4731316" y="3207663"/>
                  <a:pt x="4731316" y="3186205"/>
                </a:cubicBezTo>
                <a:cubicBezTo>
                  <a:pt x="4731316" y="3164747"/>
                  <a:pt x="4713921" y="3147352"/>
                  <a:pt x="4692463" y="3147352"/>
                </a:cubicBezTo>
                <a:close/>
                <a:moveTo>
                  <a:pt x="4536193" y="3147352"/>
                </a:moveTo>
                <a:cubicBezTo>
                  <a:pt x="4514735" y="3147352"/>
                  <a:pt x="4497340" y="3164747"/>
                  <a:pt x="4497340" y="3186205"/>
                </a:cubicBezTo>
                <a:cubicBezTo>
                  <a:pt x="4497340" y="3207663"/>
                  <a:pt x="4514735" y="3225058"/>
                  <a:pt x="4536193" y="3225058"/>
                </a:cubicBezTo>
                <a:cubicBezTo>
                  <a:pt x="4557651" y="3225058"/>
                  <a:pt x="4575046" y="3207663"/>
                  <a:pt x="4575046" y="3186205"/>
                </a:cubicBezTo>
                <a:cubicBezTo>
                  <a:pt x="4575046" y="3164747"/>
                  <a:pt x="4557651" y="3147352"/>
                  <a:pt x="4536193" y="3147352"/>
                </a:cubicBezTo>
                <a:close/>
                <a:moveTo>
                  <a:pt x="4348206" y="3147352"/>
                </a:moveTo>
                <a:cubicBezTo>
                  <a:pt x="4326748" y="3147352"/>
                  <a:pt x="4309353" y="3164747"/>
                  <a:pt x="4309353" y="3186205"/>
                </a:cubicBezTo>
                <a:cubicBezTo>
                  <a:pt x="4309353" y="3207663"/>
                  <a:pt x="4326748" y="3225058"/>
                  <a:pt x="4348206" y="3225058"/>
                </a:cubicBezTo>
                <a:cubicBezTo>
                  <a:pt x="4369664" y="3225058"/>
                  <a:pt x="4387059" y="3207663"/>
                  <a:pt x="4387059" y="3186205"/>
                </a:cubicBezTo>
                <a:cubicBezTo>
                  <a:pt x="4387059" y="3164747"/>
                  <a:pt x="4369664" y="3147352"/>
                  <a:pt x="4348206" y="3147352"/>
                </a:cubicBezTo>
                <a:close/>
                <a:moveTo>
                  <a:pt x="4223652" y="3147352"/>
                </a:moveTo>
                <a:cubicBezTo>
                  <a:pt x="4202194" y="3147352"/>
                  <a:pt x="4184799" y="3164747"/>
                  <a:pt x="4184799" y="3186205"/>
                </a:cubicBezTo>
                <a:cubicBezTo>
                  <a:pt x="4184799" y="3207663"/>
                  <a:pt x="4202194" y="3225058"/>
                  <a:pt x="4223652" y="3225058"/>
                </a:cubicBezTo>
                <a:cubicBezTo>
                  <a:pt x="4245110" y="3225058"/>
                  <a:pt x="4262505" y="3207663"/>
                  <a:pt x="4262505" y="3186205"/>
                </a:cubicBezTo>
                <a:cubicBezTo>
                  <a:pt x="4262505" y="3164747"/>
                  <a:pt x="4245110" y="3147352"/>
                  <a:pt x="4223652" y="3147352"/>
                </a:cubicBezTo>
                <a:close/>
                <a:moveTo>
                  <a:pt x="4067381" y="3147352"/>
                </a:moveTo>
                <a:cubicBezTo>
                  <a:pt x="4045923" y="3147352"/>
                  <a:pt x="4028528" y="3164747"/>
                  <a:pt x="4028528" y="3186205"/>
                </a:cubicBezTo>
                <a:cubicBezTo>
                  <a:pt x="4028528" y="3207663"/>
                  <a:pt x="4045923" y="3225058"/>
                  <a:pt x="4067381" y="3225058"/>
                </a:cubicBezTo>
                <a:cubicBezTo>
                  <a:pt x="4088839" y="3225058"/>
                  <a:pt x="4106234" y="3207663"/>
                  <a:pt x="4106234" y="3186205"/>
                </a:cubicBezTo>
                <a:cubicBezTo>
                  <a:pt x="4106234" y="3164747"/>
                  <a:pt x="4088839" y="3147352"/>
                  <a:pt x="4067381" y="3147352"/>
                </a:cubicBezTo>
                <a:close/>
                <a:moveTo>
                  <a:pt x="3942827" y="3147352"/>
                </a:moveTo>
                <a:cubicBezTo>
                  <a:pt x="3921369" y="3147352"/>
                  <a:pt x="3903974" y="3164747"/>
                  <a:pt x="3903974" y="3186205"/>
                </a:cubicBezTo>
                <a:cubicBezTo>
                  <a:pt x="3903974" y="3207663"/>
                  <a:pt x="3921369" y="3225058"/>
                  <a:pt x="3942827" y="3225058"/>
                </a:cubicBezTo>
                <a:cubicBezTo>
                  <a:pt x="3964285" y="3225058"/>
                  <a:pt x="3981680" y="3207663"/>
                  <a:pt x="3981680" y="3186205"/>
                </a:cubicBezTo>
                <a:cubicBezTo>
                  <a:pt x="3981680" y="3164747"/>
                  <a:pt x="3964285" y="3147352"/>
                  <a:pt x="3942827" y="3147352"/>
                </a:cubicBezTo>
                <a:close/>
                <a:moveTo>
                  <a:pt x="3754840" y="3147352"/>
                </a:moveTo>
                <a:cubicBezTo>
                  <a:pt x="3733382" y="3147352"/>
                  <a:pt x="3715987" y="3164747"/>
                  <a:pt x="3715987" y="3186205"/>
                </a:cubicBezTo>
                <a:cubicBezTo>
                  <a:pt x="3715987" y="3207663"/>
                  <a:pt x="3733382" y="3225058"/>
                  <a:pt x="3754840" y="3225058"/>
                </a:cubicBezTo>
                <a:cubicBezTo>
                  <a:pt x="3776298" y="3225058"/>
                  <a:pt x="3793693" y="3207663"/>
                  <a:pt x="3793693" y="3186205"/>
                </a:cubicBezTo>
                <a:cubicBezTo>
                  <a:pt x="3793693" y="3164747"/>
                  <a:pt x="3776298" y="3147352"/>
                  <a:pt x="3754840" y="3147352"/>
                </a:cubicBezTo>
                <a:close/>
                <a:moveTo>
                  <a:pt x="3598570" y="3147352"/>
                </a:moveTo>
                <a:cubicBezTo>
                  <a:pt x="3577112" y="3147352"/>
                  <a:pt x="3559717" y="3164747"/>
                  <a:pt x="3559717" y="3186205"/>
                </a:cubicBezTo>
                <a:cubicBezTo>
                  <a:pt x="3559717" y="3207663"/>
                  <a:pt x="3577112" y="3225058"/>
                  <a:pt x="3598570" y="3225058"/>
                </a:cubicBezTo>
                <a:cubicBezTo>
                  <a:pt x="3620028" y="3225058"/>
                  <a:pt x="3637423" y="3207663"/>
                  <a:pt x="3637423" y="3186205"/>
                </a:cubicBezTo>
                <a:cubicBezTo>
                  <a:pt x="3637423" y="3164747"/>
                  <a:pt x="3620028" y="3147352"/>
                  <a:pt x="3598570" y="3147352"/>
                </a:cubicBezTo>
                <a:close/>
                <a:moveTo>
                  <a:pt x="3474016" y="3147352"/>
                </a:moveTo>
                <a:cubicBezTo>
                  <a:pt x="3452558" y="3147352"/>
                  <a:pt x="3435163" y="3164747"/>
                  <a:pt x="3435163" y="3186205"/>
                </a:cubicBezTo>
                <a:cubicBezTo>
                  <a:pt x="3435163" y="3207663"/>
                  <a:pt x="3452558" y="3225058"/>
                  <a:pt x="3474016" y="3225058"/>
                </a:cubicBezTo>
                <a:cubicBezTo>
                  <a:pt x="3495474" y="3225058"/>
                  <a:pt x="3512869" y="3207663"/>
                  <a:pt x="3512869" y="3186205"/>
                </a:cubicBezTo>
                <a:cubicBezTo>
                  <a:pt x="3512869" y="3164747"/>
                  <a:pt x="3495474" y="3147352"/>
                  <a:pt x="3474016" y="3147352"/>
                </a:cubicBezTo>
                <a:close/>
                <a:moveTo>
                  <a:pt x="3317746" y="3147352"/>
                </a:moveTo>
                <a:cubicBezTo>
                  <a:pt x="3296288" y="3147352"/>
                  <a:pt x="3278893" y="3164747"/>
                  <a:pt x="3278893" y="3186205"/>
                </a:cubicBezTo>
                <a:cubicBezTo>
                  <a:pt x="3278893" y="3207663"/>
                  <a:pt x="3296288" y="3225058"/>
                  <a:pt x="3317746" y="3225058"/>
                </a:cubicBezTo>
                <a:cubicBezTo>
                  <a:pt x="3339204" y="3225058"/>
                  <a:pt x="3356599" y="3207663"/>
                  <a:pt x="3356599" y="3186205"/>
                </a:cubicBezTo>
                <a:cubicBezTo>
                  <a:pt x="3356599" y="3164747"/>
                  <a:pt x="3339204" y="3147352"/>
                  <a:pt x="3317746" y="3147352"/>
                </a:cubicBezTo>
                <a:close/>
                <a:moveTo>
                  <a:pt x="3129759" y="3147352"/>
                </a:moveTo>
                <a:cubicBezTo>
                  <a:pt x="3108301" y="3147352"/>
                  <a:pt x="3090906" y="3164747"/>
                  <a:pt x="3090906" y="3186205"/>
                </a:cubicBezTo>
                <a:cubicBezTo>
                  <a:pt x="3090906" y="3207663"/>
                  <a:pt x="3108301" y="3225058"/>
                  <a:pt x="3129759" y="3225058"/>
                </a:cubicBezTo>
                <a:cubicBezTo>
                  <a:pt x="3151217" y="3225058"/>
                  <a:pt x="3168612" y="3207663"/>
                  <a:pt x="3168612" y="3186205"/>
                </a:cubicBezTo>
                <a:cubicBezTo>
                  <a:pt x="3168612" y="3164747"/>
                  <a:pt x="3151217" y="3147352"/>
                  <a:pt x="3129759" y="3147352"/>
                </a:cubicBezTo>
                <a:close/>
                <a:moveTo>
                  <a:pt x="3005205" y="3147352"/>
                </a:moveTo>
                <a:cubicBezTo>
                  <a:pt x="2983747" y="3147352"/>
                  <a:pt x="2966352" y="3164747"/>
                  <a:pt x="2966352" y="3186205"/>
                </a:cubicBezTo>
                <a:cubicBezTo>
                  <a:pt x="2966352" y="3207663"/>
                  <a:pt x="2983747" y="3225058"/>
                  <a:pt x="3005205" y="3225058"/>
                </a:cubicBezTo>
                <a:cubicBezTo>
                  <a:pt x="3026663" y="3225058"/>
                  <a:pt x="3044058" y="3207663"/>
                  <a:pt x="3044058" y="3186205"/>
                </a:cubicBezTo>
                <a:cubicBezTo>
                  <a:pt x="3044058" y="3164747"/>
                  <a:pt x="3026663" y="3147352"/>
                  <a:pt x="3005205" y="3147352"/>
                </a:cubicBezTo>
                <a:close/>
                <a:moveTo>
                  <a:pt x="2848934" y="3147352"/>
                </a:moveTo>
                <a:cubicBezTo>
                  <a:pt x="2827476" y="3147352"/>
                  <a:pt x="2810081" y="3164747"/>
                  <a:pt x="2810081" y="3186205"/>
                </a:cubicBezTo>
                <a:cubicBezTo>
                  <a:pt x="2810081" y="3207663"/>
                  <a:pt x="2827476" y="3225058"/>
                  <a:pt x="2848934" y="3225058"/>
                </a:cubicBezTo>
                <a:cubicBezTo>
                  <a:pt x="2870392" y="3225058"/>
                  <a:pt x="2887787" y="3207663"/>
                  <a:pt x="2887787" y="3186205"/>
                </a:cubicBezTo>
                <a:cubicBezTo>
                  <a:pt x="2887787" y="3164747"/>
                  <a:pt x="2870392" y="3147352"/>
                  <a:pt x="2848934" y="3147352"/>
                </a:cubicBezTo>
                <a:close/>
                <a:moveTo>
                  <a:pt x="2724380" y="3147352"/>
                </a:moveTo>
                <a:cubicBezTo>
                  <a:pt x="2702922" y="3147352"/>
                  <a:pt x="2685527" y="3164747"/>
                  <a:pt x="2685527" y="3186205"/>
                </a:cubicBezTo>
                <a:cubicBezTo>
                  <a:pt x="2685527" y="3207663"/>
                  <a:pt x="2702922" y="3225058"/>
                  <a:pt x="2724380" y="3225058"/>
                </a:cubicBezTo>
                <a:cubicBezTo>
                  <a:pt x="2745838" y="3225058"/>
                  <a:pt x="2763233" y="3207663"/>
                  <a:pt x="2763233" y="3186205"/>
                </a:cubicBezTo>
                <a:cubicBezTo>
                  <a:pt x="2763233" y="3164747"/>
                  <a:pt x="2745838" y="3147352"/>
                  <a:pt x="2724380" y="3147352"/>
                </a:cubicBezTo>
                <a:close/>
                <a:moveTo>
                  <a:pt x="2536393" y="3147352"/>
                </a:moveTo>
                <a:cubicBezTo>
                  <a:pt x="2514935" y="3147352"/>
                  <a:pt x="2497540" y="3164747"/>
                  <a:pt x="2497540" y="3186205"/>
                </a:cubicBezTo>
                <a:cubicBezTo>
                  <a:pt x="2497540" y="3207663"/>
                  <a:pt x="2514935" y="3225058"/>
                  <a:pt x="2536393" y="3225058"/>
                </a:cubicBezTo>
                <a:cubicBezTo>
                  <a:pt x="2557851" y="3225058"/>
                  <a:pt x="2575246" y="3207663"/>
                  <a:pt x="2575246" y="3186205"/>
                </a:cubicBezTo>
                <a:cubicBezTo>
                  <a:pt x="2575246" y="3164747"/>
                  <a:pt x="2557851" y="3147352"/>
                  <a:pt x="2536393" y="3147352"/>
                </a:cubicBezTo>
                <a:close/>
                <a:moveTo>
                  <a:pt x="2380123" y="3147352"/>
                </a:moveTo>
                <a:cubicBezTo>
                  <a:pt x="2358665" y="3147352"/>
                  <a:pt x="2341270" y="3164747"/>
                  <a:pt x="2341270" y="3186205"/>
                </a:cubicBezTo>
                <a:cubicBezTo>
                  <a:pt x="2341270" y="3207663"/>
                  <a:pt x="2358665" y="3225058"/>
                  <a:pt x="2380123" y="3225058"/>
                </a:cubicBezTo>
                <a:cubicBezTo>
                  <a:pt x="2401581" y="3225058"/>
                  <a:pt x="2418976" y="3207663"/>
                  <a:pt x="2418976" y="3186205"/>
                </a:cubicBezTo>
                <a:cubicBezTo>
                  <a:pt x="2418976" y="3164747"/>
                  <a:pt x="2401581" y="3147352"/>
                  <a:pt x="2380123" y="3147352"/>
                </a:cubicBezTo>
                <a:close/>
                <a:moveTo>
                  <a:pt x="2255569" y="3147352"/>
                </a:moveTo>
                <a:cubicBezTo>
                  <a:pt x="2234111" y="3147352"/>
                  <a:pt x="2216716" y="3164747"/>
                  <a:pt x="2216716" y="3186205"/>
                </a:cubicBezTo>
                <a:cubicBezTo>
                  <a:pt x="2216716" y="3207663"/>
                  <a:pt x="2234111" y="3225058"/>
                  <a:pt x="2255569" y="3225058"/>
                </a:cubicBezTo>
                <a:cubicBezTo>
                  <a:pt x="2277027" y="3225058"/>
                  <a:pt x="2294422" y="3207663"/>
                  <a:pt x="2294422" y="3186205"/>
                </a:cubicBezTo>
                <a:cubicBezTo>
                  <a:pt x="2294422" y="3164747"/>
                  <a:pt x="2277027" y="3147352"/>
                  <a:pt x="2255569" y="3147352"/>
                </a:cubicBezTo>
                <a:close/>
                <a:moveTo>
                  <a:pt x="2099299" y="3147352"/>
                </a:moveTo>
                <a:cubicBezTo>
                  <a:pt x="2077841" y="3147352"/>
                  <a:pt x="2060446" y="3164747"/>
                  <a:pt x="2060446" y="3186205"/>
                </a:cubicBezTo>
                <a:cubicBezTo>
                  <a:pt x="2060446" y="3207663"/>
                  <a:pt x="2077841" y="3225058"/>
                  <a:pt x="2099299" y="3225058"/>
                </a:cubicBezTo>
                <a:cubicBezTo>
                  <a:pt x="2120757" y="3225058"/>
                  <a:pt x="2138152" y="3207663"/>
                  <a:pt x="2138152" y="3186205"/>
                </a:cubicBezTo>
                <a:cubicBezTo>
                  <a:pt x="2138152" y="3164747"/>
                  <a:pt x="2120757" y="3147352"/>
                  <a:pt x="2099299" y="3147352"/>
                </a:cubicBezTo>
                <a:close/>
                <a:moveTo>
                  <a:pt x="1911312" y="3147352"/>
                </a:moveTo>
                <a:cubicBezTo>
                  <a:pt x="1889854" y="3147352"/>
                  <a:pt x="1872459" y="3164747"/>
                  <a:pt x="1872459" y="3186205"/>
                </a:cubicBezTo>
                <a:cubicBezTo>
                  <a:pt x="1872459" y="3207663"/>
                  <a:pt x="1889854" y="3225058"/>
                  <a:pt x="1911312" y="3225058"/>
                </a:cubicBezTo>
                <a:cubicBezTo>
                  <a:pt x="1932770" y="3225058"/>
                  <a:pt x="1950165" y="3207663"/>
                  <a:pt x="1950165" y="3186205"/>
                </a:cubicBezTo>
                <a:cubicBezTo>
                  <a:pt x="1950165" y="3164747"/>
                  <a:pt x="1932770" y="3147352"/>
                  <a:pt x="1911312" y="3147352"/>
                </a:cubicBezTo>
                <a:close/>
                <a:moveTo>
                  <a:pt x="1786758" y="3147352"/>
                </a:moveTo>
                <a:cubicBezTo>
                  <a:pt x="1765300" y="3147352"/>
                  <a:pt x="1747905" y="3164747"/>
                  <a:pt x="1747905" y="3186205"/>
                </a:cubicBezTo>
                <a:cubicBezTo>
                  <a:pt x="1747905" y="3207663"/>
                  <a:pt x="1765300" y="3225058"/>
                  <a:pt x="1786758" y="3225058"/>
                </a:cubicBezTo>
                <a:cubicBezTo>
                  <a:pt x="1808216" y="3225058"/>
                  <a:pt x="1825611" y="3207663"/>
                  <a:pt x="1825611" y="3186205"/>
                </a:cubicBezTo>
                <a:cubicBezTo>
                  <a:pt x="1825611" y="3164747"/>
                  <a:pt x="1808216" y="3147352"/>
                  <a:pt x="1786758" y="3147352"/>
                </a:cubicBezTo>
                <a:close/>
                <a:moveTo>
                  <a:pt x="1630487" y="3147352"/>
                </a:moveTo>
                <a:cubicBezTo>
                  <a:pt x="1609029" y="3147352"/>
                  <a:pt x="1591634" y="3164747"/>
                  <a:pt x="1591634" y="3186205"/>
                </a:cubicBezTo>
                <a:cubicBezTo>
                  <a:pt x="1591634" y="3207663"/>
                  <a:pt x="1609029" y="3225058"/>
                  <a:pt x="1630487" y="3225058"/>
                </a:cubicBezTo>
                <a:cubicBezTo>
                  <a:pt x="1651945" y="3225058"/>
                  <a:pt x="1669340" y="3207663"/>
                  <a:pt x="1669340" y="3186205"/>
                </a:cubicBezTo>
                <a:cubicBezTo>
                  <a:pt x="1669340" y="3164747"/>
                  <a:pt x="1651945" y="3147352"/>
                  <a:pt x="1630487" y="3147352"/>
                </a:cubicBezTo>
                <a:close/>
                <a:moveTo>
                  <a:pt x="1505933" y="3147352"/>
                </a:moveTo>
                <a:cubicBezTo>
                  <a:pt x="1484475" y="3147352"/>
                  <a:pt x="1467080" y="3164747"/>
                  <a:pt x="1467080" y="3186205"/>
                </a:cubicBezTo>
                <a:cubicBezTo>
                  <a:pt x="1467080" y="3207663"/>
                  <a:pt x="1484475" y="3225058"/>
                  <a:pt x="1505933" y="3225058"/>
                </a:cubicBezTo>
                <a:cubicBezTo>
                  <a:pt x="1527391" y="3225058"/>
                  <a:pt x="1544786" y="3207663"/>
                  <a:pt x="1544786" y="3186205"/>
                </a:cubicBezTo>
                <a:cubicBezTo>
                  <a:pt x="1544786" y="3164747"/>
                  <a:pt x="1527391" y="3147352"/>
                  <a:pt x="1505933" y="3147352"/>
                </a:cubicBezTo>
                <a:close/>
                <a:moveTo>
                  <a:pt x="1317946" y="3147352"/>
                </a:moveTo>
                <a:cubicBezTo>
                  <a:pt x="1296488" y="3147352"/>
                  <a:pt x="1279093" y="3164747"/>
                  <a:pt x="1279093" y="3186205"/>
                </a:cubicBezTo>
                <a:cubicBezTo>
                  <a:pt x="1279093" y="3207663"/>
                  <a:pt x="1296488" y="3225058"/>
                  <a:pt x="1317946" y="3225058"/>
                </a:cubicBezTo>
                <a:cubicBezTo>
                  <a:pt x="1339404" y="3225058"/>
                  <a:pt x="1356799" y="3207663"/>
                  <a:pt x="1356799" y="3186205"/>
                </a:cubicBezTo>
                <a:cubicBezTo>
                  <a:pt x="1356799" y="3164747"/>
                  <a:pt x="1339404" y="3147352"/>
                  <a:pt x="1317946" y="3147352"/>
                </a:cubicBezTo>
                <a:close/>
                <a:moveTo>
                  <a:pt x="1161676" y="3147352"/>
                </a:moveTo>
                <a:cubicBezTo>
                  <a:pt x="1140218" y="3147352"/>
                  <a:pt x="1122823" y="3164747"/>
                  <a:pt x="1122823" y="3186205"/>
                </a:cubicBezTo>
                <a:cubicBezTo>
                  <a:pt x="1122823" y="3207663"/>
                  <a:pt x="1140218" y="3225058"/>
                  <a:pt x="1161676" y="3225058"/>
                </a:cubicBezTo>
                <a:cubicBezTo>
                  <a:pt x="1183134" y="3225058"/>
                  <a:pt x="1200529" y="3207663"/>
                  <a:pt x="1200529" y="3186205"/>
                </a:cubicBezTo>
                <a:cubicBezTo>
                  <a:pt x="1200529" y="3164747"/>
                  <a:pt x="1183134" y="3147352"/>
                  <a:pt x="1161676" y="3147352"/>
                </a:cubicBezTo>
                <a:close/>
                <a:moveTo>
                  <a:pt x="1037122" y="3147352"/>
                </a:moveTo>
                <a:cubicBezTo>
                  <a:pt x="1015664" y="3147352"/>
                  <a:pt x="998269" y="3164747"/>
                  <a:pt x="998269" y="3186205"/>
                </a:cubicBezTo>
                <a:cubicBezTo>
                  <a:pt x="998269" y="3207663"/>
                  <a:pt x="1015664" y="3225058"/>
                  <a:pt x="1037122" y="3225058"/>
                </a:cubicBezTo>
                <a:cubicBezTo>
                  <a:pt x="1058580" y="3225058"/>
                  <a:pt x="1075975" y="3207663"/>
                  <a:pt x="1075975" y="3186205"/>
                </a:cubicBezTo>
                <a:cubicBezTo>
                  <a:pt x="1075975" y="3164747"/>
                  <a:pt x="1058580" y="3147352"/>
                  <a:pt x="1037122" y="3147352"/>
                </a:cubicBezTo>
                <a:close/>
                <a:moveTo>
                  <a:pt x="880852" y="3147352"/>
                </a:moveTo>
                <a:cubicBezTo>
                  <a:pt x="859394" y="3147352"/>
                  <a:pt x="841999" y="3164747"/>
                  <a:pt x="841999" y="3186205"/>
                </a:cubicBezTo>
                <a:cubicBezTo>
                  <a:pt x="842027" y="3207663"/>
                  <a:pt x="859395" y="3225058"/>
                  <a:pt x="880852" y="3225058"/>
                </a:cubicBezTo>
                <a:cubicBezTo>
                  <a:pt x="902310" y="3225058"/>
                  <a:pt x="919705" y="3207663"/>
                  <a:pt x="919705" y="3186205"/>
                </a:cubicBezTo>
                <a:cubicBezTo>
                  <a:pt x="919703" y="3164747"/>
                  <a:pt x="902310" y="3147352"/>
                  <a:pt x="880852" y="3147352"/>
                </a:cubicBezTo>
                <a:close/>
                <a:moveTo>
                  <a:pt x="692865" y="3147352"/>
                </a:moveTo>
                <a:cubicBezTo>
                  <a:pt x="671407" y="3147352"/>
                  <a:pt x="654012" y="3164747"/>
                  <a:pt x="654012" y="3186205"/>
                </a:cubicBezTo>
                <a:cubicBezTo>
                  <a:pt x="654040" y="3207663"/>
                  <a:pt x="671408" y="3225058"/>
                  <a:pt x="692865" y="3225058"/>
                </a:cubicBezTo>
                <a:cubicBezTo>
                  <a:pt x="714323" y="3225058"/>
                  <a:pt x="731718" y="3207663"/>
                  <a:pt x="731718" y="3186205"/>
                </a:cubicBezTo>
                <a:cubicBezTo>
                  <a:pt x="731716" y="3164747"/>
                  <a:pt x="714323" y="3147352"/>
                  <a:pt x="692865" y="3147352"/>
                </a:cubicBezTo>
                <a:close/>
                <a:moveTo>
                  <a:pt x="568311" y="3147352"/>
                </a:moveTo>
                <a:cubicBezTo>
                  <a:pt x="546853" y="3147352"/>
                  <a:pt x="529458" y="3164747"/>
                  <a:pt x="529458" y="3186205"/>
                </a:cubicBezTo>
                <a:cubicBezTo>
                  <a:pt x="529486" y="3207663"/>
                  <a:pt x="546854" y="3225058"/>
                  <a:pt x="568311" y="3225058"/>
                </a:cubicBezTo>
                <a:cubicBezTo>
                  <a:pt x="589769" y="3225058"/>
                  <a:pt x="607164" y="3207663"/>
                  <a:pt x="607164" y="3186205"/>
                </a:cubicBezTo>
                <a:cubicBezTo>
                  <a:pt x="607162" y="3164747"/>
                  <a:pt x="589769" y="3147352"/>
                  <a:pt x="568311" y="3147352"/>
                </a:cubicBezTo>
                <a:close/>
                <a:moveTo>
                  <a:pt x="412040" y="3147352"/>
                </a:moveTo>
                <a:cubicBezTo>
                  <a:pt x="390582" y="3147352"/>
                  <a:pt x="373187" y="3164747"/>
                  <a:pt x="373187" y="3186205"/>
                </a:cubicBezTo>
                <a:cubicBezTo>
                  <a:pt x="373202" y="3207663"/>
                  <a:pt x="390596" y="3225058"/>
                  <a:pt x="412040" y="3225058"/>
                </a:cubicBezTo>
                <a:cubicBezTo>
                  <a:pt x="433498" y="3225058"/>
                  <a:pt x="450893" y="3207663"/>
                  <a:pt x="450893" y="3186205"/>
                </a:cubicBezTo>
                <a:cubicBezTo>
                  <a:pt x="450891" y="3164747"/>
                  <a:pt x="433498" y="3147352"/>
                  <a:pt x="412040" y="3147352"/>
                </a:cubicBezTo>
                <a:close/>
                <a:moveTo>
                  <a:pt x="287486" y="3147352"/>
                </a:moveTo>
                <a:cubicBezTo>
                  <a:pt x="266028" y="3147352"/>
                  <a:pt x="248633" y="3164747"/>
                  <a:pt x="248633" y="3186205"/>
                </a:cubicBezTo>
                <a:cubicBezTo>
                  <a:pt x="248648" y="3207663"/>
                  <a:pt x="266042" y="3225058"/>
                  <a:pt x="287486" y="3225058"/>
                </a:cubicBezTo>
                <a:cubicBezTo>
                  <a:pt x="308944" y="3225058"/>
                  <a:pt x="326339" y="3207663"/>
                  <a:pt x="326339" y="3186205"/>
                </a:cubicBezTo>
                <a:cubicBezTo>
                  <a:pt x="326338" y="3164747"/>
                  <a:pt x="308943" y="3147352"/>
                  <a:pt x="287486" y="3147352"/>
                </a:cubicBezTo>
                <a:close/>
                <a:moveTo>
                  <a:pt x="99499" y="3147352"/>
                </a:moveTo>
                <a:cubicBezTo>
                  <a:pt x="78041" y="3147352"/>
                  <a:pt x="60646" y="3164747"/>
                  <a:pt x="60646" y="3186205"/>
                </a:cubicBezTo>
                <a:cubicBezTo>
                  <a:pt x="60668" y="3207663"/>
                  <a:pt x="78055" y="3225058"/>
                  <a:pt x="99499" y="3225058"/>
                </a:cubicBezTo>
                <a:cubicBezTo>
                  <a:pt x="120957" y="3225058"/>
                  <a:pt x="138352" y="3207663"/>
                  <a:pt x="138352" y="3186205"/>
                </a:cubicBezTo>
                <a:cubicBezTo>
                  <a:pt x="138351" y="3164747"/>
                  <a:pt x="120956" y="3147352"/>
                  <a:pt x="99499" y="3147352"/>
                </a:cubicBezTo>
                <a:close/>
                <a:moveTo>
                  <a:pt x="9100848" y="3132050"/>
                </a:moveTo>
                <a:cubicBezTo>
                  <a:pt x="9117372" y="3132050"/>
                  <a:pt x="9132167" y="3139451"/>
                  <a:pt x="9141594" y="3151550"/>
                </a:cubicBezTo>
                <a:lnTo>
                  <a:pt x="9141594" y="3220861"/>
                </a:lnTo>
                <a:cubicBezTo>
                  <a:pt x="9132167" y="3232960"/>
                  <a:pt x="9117372" y="3240360"/>
                  <a:pt x="9100848" y="3240360"/>
                </a:cubicBezTo>
                <a:cubicBezTo>
                  <a:pt x="9070939" y="3240360"/>
                  <a:pt x="9046693" y="3216114"/>
                  <a:pt x="9046693" y="3186205"/>
                </a:cubicBezTo>
                <a:cubicBezTo>
                  <a:pt x="9046693" y="3156296"/>
                  <a:pt x="9070939" y="3132050"/>
                  <a:pt x="9100848" y="3132050"/>
                </a:cubicBezTo>
                <a:close/>
                <a:moveTo>
                  <a:pt x="9022713" y="3132050"/>
                </a:moveTo>
                <a:cubicBezTo>
                  <a:pt x="9026986" y="3132050"/>
                  <a:pt x="9030450" y="3135514"/>
                  <a:pt x="9030450" y="3139787"/>
                </a:cubicBezTo>
                <a:cubicBezTo>
                  <a:pt x="9030450" y="3170733"/>
                  <a:pt x="9030449" y="3201678"/>
                  <a:pt x="9030449" y="3232624"/>
                </a:cubicBezTo>
                <a:lnTo>
                  <a:pt x="9022713" y="3240360"/>
                </a:lnTo>
                <a:cubicBezTo>
                  <a:pt x="9018440" y="3240360"/>
                  <a:pt x="9014976" y="3236896"/>
                  <a:pt x="9014976" y="3232623"/>
                </a:cubicBezTo>
                <a:lnTo>
                  <a:pt x="9014976" y="3139787"/>
                </a:lnTo>
                <a:cubicBezTo>
                  <a:pt x="9014976" y="3135514"/>
                  <a:pt x="9018440" y="3132050"/>
                  <a:pt x="9022713" y="3132050"/>
                </a:cubicBezTo>
                <a:close/>
                <a:moveTo>
                  <a:pt x="8944577" y="3132050"/>
                </a:moveTo>
                <a:cubicBezTo>
                  <a:pt x="8974486" y="3132050"/>
                  <a:pt x="8998732" y="3156296"/>
                  <a:pt x="8998732" y="3186205"/>
                </a:cubicBezTo>
                <a:cubicBezTo>
                  <a:pt x="8998732" y="3216114"/>
                  <a:pt x="8974486" y="3240360"/>
                  <a:pt x="8944577" y="3240360"/>
                </a:cubicBezTo>
                <a:cubicBezTo>
                  <a:pt x="8914668" y="3240360"/>
                  <a:pt x="8890422" y="3216114"/>
                  <a:pt x="8890422" y="3186205"/>
                </a:cubicBezTo>
                <a:cubicBezTo>
                  <a:pt x="8890422" y="3156296"/>
                  <a:pt x="8914668" y="3132050"/>
                  <a:pt x="8944577" y="3132050"/>
                </a:cubicBezTo>
                <a:close/>
                <a:moveTo>
                  <a:pt x="8820023" y="3132050"/>
                </a:moveTo>
                <a:cubicBezTo>
                  <a:pt x="8849932" y="3132050"/>
                  <a:pt x="8874178" y="3156296"/>
                  <a:pt x="8874178" y="3186205"/>
                </a:cubicBezTo>
                <a:cubicBezTo>
                  <a:pt x="8874178" y="3216114"/>
                  <a:pt x="8849932" y="3240360"/>
                  <a:pt x="8820023" y="3240360"/>
                </a:cubicBezTo>
                <a:cubicBezTo>
                  <a:pt x="8790114" y="3240360"/>
                  <a:pt x="8765868" y="3216114"/>
                  <a:pt x="8765868" y="3186205"/>
                </a:cubicBezTo>
                <a:cubicBezTo>
                  <a:pt x="8765868" y="3156296"/>
                  <a:pt x="8790114" y="3132050"/>
                  <a:pt x="8820023" y="3132050"/>
                </a:cubicBezTo>
                <a:close/>
                <a:moveTo>
                  <a:pt x="8741889" y="3132050"/>
                </a:moveTo>
                <a:cubicBezTo>
                  <a:pt x="8746162" y="3132050"/>
                  <a:pt x="8749626" y="3135514"/>
                  <a:pt x="8749626" y="3139787"/>
                </a:cubicBezTo>
                <a:cubicBezTo>
                  <a:pt x="8749626" y="3170733"/>
                  <a:pt x="8749625" y="3201678"/>
                  <a:pt x="8749625" y="3232624"/>
                </a:cubicBezTo>
                <a:lnTo>
                  <a:pt x="8741889" y="3240360"/>
                </a:lnTo>
                <a:cubicBezTo>
                  <a:pt x="8737616" y="3240360"/>
                  <a:pt x="8734152" y="3236896"/>
                  <a:pt x="8734152" y="3232623"/>
                </a:cubicBezTo>
                <a:lnTo>
                  <a:pt x="8734152" y="3139787"/>
                </a:lnTo>
                <a:cubicBezTo>
                  <a:pt x="8734152" y="3135514"/>
                  <a:pt x="8737616" y="3132050"/>
                  <a:pt x="8741889" y="3132050"/>
                </a:cubicBezTo>
                <a:close/>
                <a:moveTo>
                  <a:pt x="8710172" y="3132050"/>
                </a:moveTo>
                <a:cubicBezTo>
                  <a:pt x="8714445" y="3132050"/>
                  <a:pt x="8717909" y="3135514"/>
                  <a:pt x="8717909" y="3139787"/>
                </a:cubicBezTo>
                <a:cubicBezTo>
                  <a:pt x="8717909" y="3170733"/>
                  <a:pt x="8717908" y="3201678"/>
                  <a:pt x="8717908" y="3232624"/>
                </a:cubicBezTo>
                <a:lnTo>
                  <a:pt x="8710172" y="3240360"/>
                </a:lnTo>
                <a:cubicBezTo>
                  <a:pt x="8705899" y="3240360"/>
                  <a:pt x="8702435" y="3236896"/>
                  <a:pt x="8702435" y="3232623"/>
                </a:cubicBezTo>
                <a:lnTo>
                  <a:pt x="8702435" y="3139787"/>
                </a:lnTo>
                <a:cubicBezTo>
                  <a:pt x="8702435" y="3135514"/>
                  <a:pt x="8705899" y="3132050"/>
                  <a:pt x="8710172" y="3132050"/>
                </a:cubicBezTo>
                <a:close/>
                <a:moveTo>
                  <a:pt x="8632036" y="3132050"/>
                </a:moveTo>
                <a:cubicBezTo>
                  <a:pt x="8661945" y="3132050"/>
                  <a:pt x="8686191" y="3156296"/>
                  <a:pt x="8686191" y="3186205"/>
                </a:cubicBezTo>
                <a:cubicBezTo>
                  <a:pt x="8686191" y="3216114"/>
                  <a:pt x="8661945" y="3240360"/>
                  <a:pt x="8632036" y="3240360"/>
                </a:cubicBezTo>
                <a:cubicBezTo>
                  <a:pt x="8602127" y="3240360"/>
                  <a:pt x="8577881" y="3216114"/>
                  <a:pt x="8577881" y="3186205"/>
                </a:cubicBezTo>
                <a:cubicBezTo>
                  <a:pt x="8577881" y="3156296"/>
                  <a:pt x="8602127" y="3132050"/>
                  <a:pt x="8632036" y="3132050"/>
                </a:cubicBezTo>
                <a:close/>
                <a:moveTo>
                  <a:pt x="8553902" y="3132050"/>
                </a:moveTo>
                <a:cubicBezTo>
                  <a:pt x="8558175" y="3132050"/>
                  <a:pt x="8561639" y="3135514"/>
                  <a:pt x="8561639" y="3139787"/>
                </a:cubicBezTo>
                <a:cubicBezTo>
                  <a:pt x="8561639" y="3170733"/>
                  <a:pt x="8561638" y="3201678"/>
                  <a:pt x="8561638" y="3232624"/>
                </a:cubicBezTo>
                <a:lnTo>
                  <a:pt x="8553902" y="3240360"/>
                </a:lnTo>
                <a:cubicBezTo>
                  <a:pt x="8549629" y="3240360"/>
                  <a:pt x="8546165" y="3236896"/>
                  <a:pt x="8546165" y="3232623"/>
                </a:cubicBezTo>
                <a:lnTo>
                  <a:pt x="8546165" y="3139787"/>
                </a:lnTo>
                <a:cubicBezTo>
                  <a:pt x="8546165" y="3135514"/>
                  <a:pt x="8549629" y="3132050"/>
                  <a:pt x="8553902" y="3132050"/>
                </a:cubicBezTo>
                <a:close/>
                <a:moveTo>
                  <a:pt x="8475766" y="3132050"/>
                </a:moveTo>
                <a:cubicBezTo>
                  <a:pt x="8505675" y="3132050"/>
                  <a:pt x="8529921" y="3156296"/>
                  <a:pt x="8529921" y="3186205"/>
                </a:cubicBezTo>
                <a:cubicBezTo>
                  <a:pt x="8529921" y="3216114"/>
                  <a:pt x="8505675" y="3240360"/>
                  <a:pt x="8475766" y="3240360"/>
                </a:cubicBezTo>
                <a:cubicBezTo>
                  <a:pt x="8445857" y="3240360"/>
                  <a:pt x="8421611" y="3216114"/>
                  <a:pt x="8421611" y="3186205"/>
                </a:cubicBezTo>
                <a:cubicBezTo>
                  <a:pt x="8421611" y="3156296"/>
                  <a:pt x="8445857" y="3132050"/>
                  <a:pt x="8475766" y="3132050"/>
                </a:cubicBezTo>
                <a:close/>
                <a:moveTo>
                  <a:pt x="8351212" y="3132050"/>
                </a:moveTo>
                <a:cubicBezTo>
                  <a:pt x="8381121" y="3132050"/>
                  <a:pt x="8405367" y="3156296"/>
                  <a:pt x="8405367" y="3186205"/>
                </a:cubicBezTo>
                <a:cubicBezTo>
                  <a:pt x="8405367" y="3216114"/>
                  <a:pt x="8381121" y="3240360"/>
                  <a:pt x="8351212" y="3240360"/>
                </a:cubicBezTo>
                <a:cubicBezTo>
                  <a:pt x="8321303" y="3240360"/>
                  <a:pt x="8297057" y="3216114"/>
                  <a:pt x="8297057" y="3186205"/>
                </a:cubicBezTo>
                <a:cubicBezTo>
                  <a:pt x="8297057" y="3156296"/>
                  <a:pt x="8321303" y="3132050"/>
                  <a:pt x="8351212" y="3132050"/>
                </a:cubicBezTo>
                <a:close/>
                <a:moveTo>
                  <a:pt x="8273078" y="3132050"/>
                </a:moveTo>
                <a:cubicBezTo>
                  <a:pt x="8277351" y="3132050"/>
                  <a:pt x="8280815" y="3135514"/>
                  <a:pt x="8280815" y="3139787"/>
                </a:cubicBezTo>
                <a:cubicBezTo>
                  <a:pt x="8280815" y="3170733"/>
                  <a:pt x="8280814" y="3201678"/>
                  <a:pt x="8280814" y="3232624"/>
                </a:cubicBezTo>
                <a:lnTo>
                  <a:pt x="8273078" y="3240360"/>
                </a:lnTo>
                <a:cubicBezTo>
                  <a:pt x="8268805" y="3240360"/>
                  <a:pt x="8265341" y="3236896"/>
                  <a:pt x="8265341" y="3232623"/>
                </a:cubicBezTo>
                <a:lnTo>
                  <a:pt x="8265341" y="3139787"/>
                </a:lnTo>
                <a:cubicBezTo>
                  <a:pt x="8265341" y="3135514"/>
                  <a:pt x="8268805" y="3132050"/>
                  <a:pt x="8273078" y="3132050"/>
                </a:cubicBezTo>
                <a:close/>
                <a:moveTo>
                  <a:pt x="8194942" y="3132050"/>
                </a:moveTo>
                <a:cubicBezTo>
                  <a:pt x="8224851" y="3132050"/>
                  <a:pt x="8249097" y="3156296"/>
                  <a:pt x="8249097" y="3186205"/>
                </a:cubicBezTo>
                <a:cubicBezTo>
                  <a:pt x="8249097" y="3216114"/>
                  <a:pt x="8224851" y="3240360"/>
                  <a:pt x="8194942" y="3240360"/>
                </a:cubicBezTo>
                <a:cubicBezTo>
                  <a:pt x="8165033" y="3240360"/>
                  <a:pt x="8140787" y="3216114"/>
                  <a:pt x="8140787" y="3186205"/>
                </a:cubicBezTo>
                <a:cubicBezTo>
                  <a:pt x="8140787" y="3156296"/>
                  <a:pt x="8165033" y="3132050"/>
                  <a:pt x="8194942" y="3132050"/>
                </a:cubicBezTo>
                <a:close/>
                <a:moveTo>
                  <a:pt x="8116807" y="3132050"/>
                </a:moveTo>
                <a:cubicBezTo>
                  <a:pt x="8121080" y="3132050"/>
                  <a:pt x="8124544" y="3135514"/>
                  <a:pt x="8124544" y="3139787"/>
                </a:cubicBezTo>
                <a:cubicBezTo>
                  <a:pt x="8124544" y="3170733"/>
                  <a:pt x="8124543" y="3201678"/>
                  <a:pt x="8124543" y="3232624"/>
                </a:cubicBezTo>
                <a:lnTo>
                  <a:pt x="8116807" y="3240360"/>
                </a:lnTo>
                <a:cubicBezTo>
                  <a:pt x="8112534" y="3240360"/>
                  <a:pt x="8109070" y="3236896"/>
                  <a:pt x="8109070" y="3232623"/>
                </a:cubicBezTo>
                <a:lnTo>
                  <a:pt x="8109070" y="3139787"/>
                </a:lnTo>
                <a:cubicBezTo>
                  <a:pt x="8109070" y="3135514"/>
                  <a:pt x="8112534" y="3132050"/>
                  <a:pt x="8116807" y="3132050"/>
                </a:cubicBezTo>
                <a:close/>
                <a:moveTo>
                  <a:pt x="8085091" y="3132050"/>
                </a:moveTo>
                <a:cubicBezTo>
                  <a:pt x="8089364" y="3132050"/>
                  <a:pt x="8092828" y="3135514"/>
                  <a:pt x="8092828" y="3139787"/>
                </a:cubicBezTo>
                <a:cubicBezTo>
                  <a:pt x="8092828" y="3170733"/>
                  <a:pt x="8092827" y="3201678"/>
                  <a:pt x="8092827" y="3232624"/>
                </a:cubicBezTo>
                <a:lnTo>
                  <a:pt x="8085091" y="3240360"/>
                </a:lnTo>
                <a:cubicBezTo>
                  <a:pt x="8080818" y="3240360"/>
                  <a:pt x="8077354" y="3236896"/>
                  <a:pt x="8077354" y="3232623"/>
                </a:cubicBezTo>
                <a:lnTo>
                  <a:pt x="8077354" y="3139787"/>
                </a:lnTo>
                <a:cubicBezTo>
                  <a:pt x="8077354" y="3135514"/>
                  <a:pt x="8080818" y="3132050"/>
                  <a:pt x="8085091" y="3132050"/>
                </a:cubicBezTo>
                <a:close/>
                <a:moveTo>
                  <a:pt x="8006955" y="3132050"/>
                </a:moveTo>
                <a:cubicBezTo>
                  <a:pt x="8036864" y="3132050"/>
                  <a:pt x="8061110" y="3156296"/>
                  <a:pt x="8061110" y="3186205"/>
                </a:cubicBezTo>
                <a:cubicBezTo>
                  <a:pt x="8061110" y="3216114"/>
                  <a:pt x="8036864" y="3240360"/>
                  <a:pt x="8006955" y="3240360"/>
                </a:cubicBezTo>
                <a:cubicBezTo>
                  <a:pt x="7977046" y="3240360"/>
                  <a:pt x="7952800" y="3216114"/>
                  <a:pt x="7952800" y="3186205"/>
                </a:cubicBezTo>
                <a:cubicBezTo>
                  <a:pt x="7952800" y="3156296"/>
                  <a:pt x="7977046" y="3132050"/>
                  <a:pt x="8006955" y="3132050"/>
                </a:cubicBezTo>
                <a:close/>
                <a:moveTo>
                  <a:pt x="7882401" y="3132050"/>
                </a:moveTo>
                <a:cubicBezTo>
                  <a:pt x="7912310" y="3132050"/>
                  <a:pt x="7936556" y="3156296"/>
                  <a:pt x="7936556" y="3186205"/>
                </a:cubicBezTo>
                <a:cubicBezTo>
                  <a:pt x="7936556" y="3216114"/>
                  <a:pt x="7912310" y="3240360"/>
                  <a:pt x="7882401" y="3240360"/>
                </a:cubicBezTo>
                <a:cubicBezTo>
                  <a:pt x="7852492" y="3240360"/>
                  <a:pt x="7828246" y="3216114"/>
                  <a:pt x="7828246" y="3186205"/>
                </a:cubicBezTo>
                <a:cubicBezTo>
                  <a:pt x="7828246" y="3156296"/>
                  <a:pt x="7852492" y="3132050"/>
                  <a:pt x="7882401" y="3132050"/>
                </a:cubicBezTo>
                <a:close/>
                <a:moveTo>
                  <a:pt x="7804266" y="3132050"/>
                </a:moveTo>
                <a:cubicBezTo>
                  <a:pt x="7808539" y="3132050"/>
                  <a:pt x="7812003" y="3135514"/>
                  <a:pt x="7812003" y="3139787"/>
                </a:cubicBezTo>
                <a:cubicBezTo>
                  <a:pt x="7812003" y="3170733"/>
                  <a:pt x="7812002" y="3201678"/>
                  <a:pt x="7812002" y="3232624"/>
                </a:cubicBezTo>
                <a:lnTo>
                  <a:pt x="7804266" y="3240360"/>
                </a:lnTo>
                <a:cubicBezTo>
                  <a:pt x="7799993" y="3240360"/>
                  <a:pt x="7796529" y="3236896"/>
                  <a:pt x="7796529" y="3232623"/>
                </a:cubicBezTo>
                <a:lnTo>
                  <a:pt x="7796529" y="3139787"/>
                </a:lnTo>
                <a:cubicBezTo>
                  <a:pt x="7796529" y="3135514"/>
                  <a:pt x="7799993" y="3132050"/>
                  <a:pt x="7804266" y="3132050"/>
                </a:cubicBezTo>
                <a:close/>
                <a:moveTo>
                  <a:pt x="7726130" y="3132050"/>
                </a:moveTo>
                <a:cubicBezTo>
                  <a:pt x="7756039" y="3132050"/>
                  <a:pt x="7780285" y="3156296"/>
                  <a:pt x="7780285" y="3186205"/>
                </a:cubicBezTo>
                <a:cubicBezTo>
                  <a:pt x="7780285" y="3216114"/>
                  <a:pt x="7756039" y="3240360"/>
                  <a:pt x="7726130" y="3240360"/>
                </a:cubicBezTo>
                <a:cubicBezTo>
                  <a:pt x="7696221" y="3240360"/>
                  <a:pt x="7671975" y="3216114"/>
                  <a:pt x="7671975" y="3186205"/>
                </a:cubicBezTo>
                <a:cubicBezTo>
                  <a:pt x="7671975" y="3156296"/>
                  <a:pt x="7696221" y="3132050"/>
                  <a:pt x="7726130" y="3132050"/>
                </a:cubicBezTo>
                <a:close/>
                <a:moveTo>
                  <a:pt x="7601576" y="3132050"/>
                </a:moveTo>
                <a:cubicBezTo>
                  <a:pt x="7631485" y="3132050"/>
                  <a:pt x="7655731" y="3156296"/>
                  <a:pt x="7655731" y="3186205"/>
                </a:cubicBezTo>
                <a:cubicBezTo>
                  <a:pt x="7655731" y="3216114"/>
                  <a:pt x="7631485" y="3240360"/>
                  <a:pt x="7601576" y="3240360"/>
                </a:cubicBezTo>
                <a:cubicBezTo>
                  <a:pt x="7571667" y="3240360"/>
                  <a:pt x="7547421" y="3216114"/>
                  <a:pt x="7547421" y="3186205"/>
                </a:cubicBezTo>
                <a:cubicBezTo>
                  <a:pt x="7547421" y="3156296"/>
                  <a:pt x="7571667" y="3132050"/>
                  <a:pt x="7601576" y="3132050"/>
                </a:cubicBezTo>
                <a:close/>
                <a:moveTo>
                  <a:pt x="7523442" y="3132050"/>
                </a:moveTo>
                <a:cubicBezTo>
                  <a:pt x="7527715" y="3132050"/>
                  <a:pt x="7531179" y="3135514"/>
                  <a:pt x="7531179" y="3139787"/>
                </a:cubicBezTo>
                <a:cubicBezTo>
                  <a:pt x="7531179" y="3170733"/>
                  <a:pt x="7531178" y="3201678"/>
                  <a:pt x="7531178" y="3232624"/>
                </a:cubicBezTo>
                <a:lnTo>
                  <a:pt x="7523442" y="3240360"/>
                </a:lnTo>
                <a:cubicBezTo>
                  <a:pt x="7519169" y="3240360"/>
                  <a:pt x="7515705" y="3236896"/>
                  <a:pt x="7515705" y="3232623"/>
                </a:cubicBezTo>
                <a:lnTo>
                  <a:pt x="7515705" y="3139787"/>
                </a:lnTo>
                <a:cubicBezTo>
                  <a:pt x="7515705" y="3135514"/>
                  <a:pt x="7519169" y="3132050"/>
                  <a:pt x="7523442" y="3132050"/>
                </a:cubicBezTo>
                <a:close/>
                <a:moveTo>
                  <a:pt x="7491725" y="3132050"/>
                </a:moveTo>
                <a:cubicBezTo>
                  <a:pt x="7495998" y="3132050"/>
                  <a:pt x="7499462" y="3135514"/>
                  <a:pt x="7499462" y="3139787"/>
                </a:cubicBezTo>
                <a:cubicBezTo>
                  <a:pt x="7499462" y="3170733"/>
                  <a:pt x="7499461" y="3201678"/>
                  <a:pt x="7499461" y="3232624"/>
                </a:cubicBezTo>
                <a:lnTo>
                  <a:pt x="7491725" y="3240360"/>
                </a:lnTo>
                <a:cubicBezTo>
                  <a:pt x="7487452" y="3240360"/>
                  <a:pt x="7483988" y="3236896"/>
                  <a:pt x="7483988" y="3232623"/>
                </a:cubicBezTo>
                <a:lnTo>
                  <a:pt x="7483988" y="3139787"/>
                </a:lnTo>
                <a:cubicBezTo>
                  <a:pt x="7483988" y="3135514"/>
                  <a:pt x="7487452" y="3132050"/>
                  <a:pt x="7491725" y="3132050"/>
                </a:cubicBezTo>
                <a:close/>
                <a:moveTo>
                  <a:pt x="7413589" y="3132050"/>
                </a:moveTo>
                <a:cubicBezTo>
                  <a:pt x="7443498" y="3132050"/>
                  <a:pt x="7467744" y="3156296"/>
                  <a:pt x="7467744" y="3186205"/>
                </a:cubicBezTo>
                <a:cubicBezTo>
                  <a:pt x="7467744" y="3216114"/>
                  <a:pt x="7443498" y="3240360"/>
                  <a:pt x="7413589" y="3240360"/>
                </a:cubicBezTo>
                <a:cubicBezTo>
                  <a:pt x="7383680" y="3240360"/>
                  <a:pt x="7359434" y="3216114"/>
                  <a:pt x="7359434" y="3186205"/>
                </a:cubicBezTo>
                <a:cubicBezTo>
                  <a:pt x="7359434" y="3156296"/>
                  <a:pt x="7383680" y="3132050"/>
                  <a:pt x="7413589" y="3132050"/>
                </a:cubicBezTo>
                <a:close/>
                <a:moveTo>
                  <a:pt x="7335455" y="3132050"/>
                </a:moveTo>
                <a:cubicBezTo>
                  <a:pt x="7339728" y="3132050"/>
                  <a:pt x="7343192" y="3135514"/>
                  <a:pt x="7343192" y="3139787"/>
                </a:cubicBezTo>
                <a:cubicBezTo>
                  <a:pt x="7343192" y="3170733"/>
                  <a:pt x="7343191" y="3201678"/>
                  <a:pt x="7343191" y="3232624"/>
                </a:cubicBezTo>
                <a:lnTo>
                  <a:pt x="7335455" y="3240360"/>
                </a:lnTo>
                <a:cubicBezTo>
                  <a:pt x="7331182" y="3240360"/>
                  <a:pt x="7327718" y="3236896"/>
                  <a:pt x="7327718" y="3232623"/>
                </a:cubicBezTo>
                <a:lnTo>
                  <a:pt x="7327718" y="3139787"/>
                </a:lnTo>
                <a:cubicBezTo>
                  <a:pt x="7327718" y="3135514"/>
                  <a:pt x="7331182" y="3132050"/>
                  <a:pt x="7335455" y="3132050"/>
                </a:cubicBezTo>
                <a:close/>
                <a:moveTo>
                  <a:pt x="7257319" y="3132050"/>
                </a:moveTo>
                <a:cubicBezTo>
                  <a:pt x="7287228" y="3132050"/>
                  <a:pt x="7311474" y="3156296"/>
                  <a:pt x="7311474" y="3186205"/>
                </a:cubicBezTo>
                <a:cubicBezTo>
                  <a:pt x="7311474" y="3216114"/>
                  <a:pt x="7287228" y="3240360"/>
                  <a:pt x="7257319" y="3240360"/>
                </a:cubicBezTo>
                <a:cubicBezTo>
                  <a:pt x="7227410" y="3240360"/>
                  <a:pt x="7203164" y="3216114"/>
                  <a:pt x="7203164" y="3186205"/>
                </a:cubicBezTo>
                <a:cubicBezTo>
                  <a:pt x="7203164" y="3156296"/>
                  <a:pt x="7227410" y="3132050"/>
                  <a:pt x="7257319" y="3132050"/>
                </a:cubicBezTo>
                <a:close/>
                <a:moveTo>
                  <a:pt x="7129359" y="3132050"/>
                </a:moveTo>
                <a:cubicBezTo>
                  <a:pt x="7159268" y="3132050"/>
                  <a:pt x="7183514" y="3156296"/>
                  <a:pt x="7183514" y="3186205"/>
                </a:cubicBezTo>
                <a:cubicBezTo>
                  <a:pt x="7183514" y="3216114"/>
                  <a:pt x="7159268" y="3240360"/>
                  <a:pt x="7129359" y="3240360"/>
                </a:cubicBezTo>
                <a:cubicBezTo>
                  <a:pt x="7099450" y="3240360"/>
                  <a:pt x="7075204" y="3216114"/>
                  <a:pt x="7075204" y="3186205"/>
                </a:cubicBezTo>
                <a:cubicBezTo>
                  <a:pt x="7075204" y="3156296"/>
                  <a:pt x="7099450" y="3132050"/>
                  <a:pt x="7129359" y="3132050"/>
                </a:cubicBezTo>
                <a:close/>
                <a:moveTo>
                  <a:pt x="7051221" y="3132050"/>
                </a:moveTo>
                <a:cubicBezTo>
                  <a:pt x="7055494" y="3132050"/>
                  <a:pt x="7058958" y="3135514"/>
                  <a:pt x="7058958" y="3139787"/>
                </a:cubicBezTo>
                <a:lnTo>
                  <a:pt x="7058958" y="3232623"/>
                </a:lnTo>
                <a:cubicBezTo>
                  <a:pt x="7058958" y="3236896"/>
                  <a:pt x="7055494" y="3240360"/>
                  <a:pt x="7051221" y="3240360"/>
                </a:cubicBezTo>
                <a:lnTo>
                  <a:pt x="7043485" y="3232624"/>
                </a:lnTo>
                <a:cubicBezTo>
                  <a:pt x="7043485" y="3201678"/>
                  <a:pt x="7043484" y="3170733"/>
                  <a:pt x="7043484" y="3139787"/>
                </a:cubicBezTo>
                <a:cubicBezTo>
                  <a:pt x="7043484" y="3135514"/>
                  <a:pt x="7046948" y="3132050"/>
                  <a:pt x="7051221" y="3132050"/>
                </a:cubicBezTo>
                <a:close/>
                <a:moveTo>
                  <a:pt x="6973087" y="3132050"/>
                </a:moveTo>
                <a:cubicBezTo>
                  <a:pt x="7002996" y="3132050"/>
                  <a:pt x="7027242" y="3156296"/>
                  <a:pt x="7027242" y="3186205"/>
                </a:cubicBezTo>
                <a:cubicBezTo>
                  <a:pt x="7027242" y="3216114"/>
                  <a:pt x="7002996" y="3240360"/>
                  <a:pt x="6973087" y="3240360"/>
                </a:cubicBezTo>
                <a:cubicBezTo>
                  <a:pt x="6943178" y="3240360"/>
                  <a:pt x="6918932" y="3216114"/>
                  <a:pt x="6918932" y="3186205"/>
                </a:cubicBezTo>
                <a:cubicBezTo>
                  <a:pt x="6918932" y="3156296"/>
                  <a:pt x="6943178" y="3132050"/>
                  <a:pt x="6973087" y="3132050"/>
                </a:cubicBezTo>
                <a:close/>
                <a:moveTo>
                  <a:pt x="6894951" y="3132050"/>
                </a:moveTo>
                <a:cubicBezTo>
                  <a:pt x="6899224" y="3132050"/>
                  <a:pt x="6902688" y="3135514"/>
                  <a:pt x="6902688" y="3139787"/>
                </a:cubicBezTo>
                <a:lnTo>
                  <a:pt x="6902688" y="3232623"/>
                </a:lnTo>
                <a:cubicBezTo>
                  <a:pt x="6902688" y="3236896"/>
                  <a:pt x="6899224" y="3240360"/>
                  <a:pt x="6894951" y="3240360"/>
                </a:cubicBezTo>
                <a:lnTo>
                  <a:pt x="6887215" y="3232624"/>
                </a:lnTo>
                <a:cubicBezTo>
                  <a:pt x="6887215" y="3201678"/>
                  <a:pt x="6887214" y="3170733"/>
                  <a:pt x="6887214" y="3139787"/>
                </a:cubicBezTo>
                <a:cubicBezTo>
                  <a:pt x="6887214" y="3135514"/>
                  <a:pt x="6890678" y="3132050"/>
                  <a:pt x="6894951" y="3132050"/>
                </a:cubicBezTo>
                <a:close/>
                <a:moveTo>
                  <a:pt x="6863234" y="3132050"/>
                </a:moveTo>
                <a:cubicBezTo>
                  <a:pt x="6867507" y="3132050"/>
                  <a:pt x="6870971" y="3135514"/>
                  <a:pt x="6870971" y="3139787"/>
                </a:cubicBezTo>
                <a:lnTo>
                  <a:pt x="6870971" y="3232623"/>
                </a:lnTo>
                <a:cubicBezTo>
                  <a:pt x="6870971" y="3236896"/>
                  <a:pt x="6867507" y="3240360"/>
                  <a:pt x="6863234" y="3240360"/>
                </a:cubicBezTo>
                <a:lnTo>
                  <a:pt x="6855498" y="3232624"/>
                </a:lnTo>
                <a:cubicBezTo>
                  <a:pt x="6855498" y="3201678"/>
                  <a:pt x="6855497" y="3170733"/>
                  <a:pt x="6855497" y="3139787"/>
                </a:cubicBezTo>
                <a:cubicBezTo>
                  <a:pt x="6855497" y="3135514"/>
                  <a:pt x="6858961" y="3132050"/>
                  <a:pt x="6863234" y="3132050"/>
                </a:cubicBezTo>
                <a:close/>
                <a:moveTo>
                  <a:pt x="6785100" y="3132050"/>
                </a:moveTo>
                <a:cubicBezTo>
                  <a:pt x="6815009" y="3132050"/>
                  <a:pt x="6839255" y="3156296"/>
                  <a:pt x="6839255" y="3186205"/>
                </a:cubicBezTo>
                <a:cubicBezTo>
                  <a:pt x="6839255" y="3216114"/>
                  <a:pt x="6815009" y="3240360"/>
                  <a:pt x="6785100" y="3240360"/>
                </a:cubicBezTo>
                <a:cubicBezTo>
                  <a:pt x="6755191" y="3240360"/>
                  <a:pt x="6730945" y="3216114"/>
                  <a:pt x="6730945" y="3186205"/>
                </a:cubicBezTo>
                <a:cubicBezTo>
                  <a:pt x="6730945" y="3156296"/>
                  <a:pt x="6755191" y="3132050"/>
                  <a:pt x="6785100" y="3132050"/>
                </a:cubicBezTo>
                <a:close/>
                <a:moveTo>
                  <a:pt x="6660546" y="3132050"/>
                </a:moveTo>
                <a:cubicBezTo>
                  <a:pt x="6690455" y="3132050"/>
                  <a:pt x="6714701" y="3156296"/>
                  <a:pt x="6714701" y="3186205"/>
                </a:cubicBezTo>
                <a:cubicBezTo>
                  <a:pt x="6714701" y="3216114"/>
                  <a:pt x="6690455" y="3240360"/>
                  <a:pt x="6660546" y="3240360"/>
                </a:cubicBezTo>
                <a:cubicBezTo>
                  <a:pt x="6630637" y="3240360"/>
                  <a:pt x="6606391" y="3216114"/>
                  <a:pt x="6606391" y="3186205"/>
                </a:cubicBezTo>
                <a:cubicBezTo>
                  <a:pt x="6606391" y="3156296"/>
                  <a:pt x="6630637" y="3132050"/>
                  <a:pt x="6660546" y="3132050"/>
                </a:cubicBezTo>
                <a:close/>
                <a:moveTo>
                  <a:pt x="6582410" y="3132050"/>
                </a:moveTo>
                <a:cubicBezTo>
                  <a:pt x="6586683" y="3132050"/>
                  <a:pt x="6590147" y="3135514"/>
                  <a:pt x="6590147" y="3139787"/>
                </a:cubicBezTo>
                <a:lnTo>
                  <a:pt x="6590147" y="3232623"/>
                </a:lnTo>
                <a:cubicBezTo>
                  <a:pt x="6590147" y="3236896"/>
                  <a:pt x="6586683" y="3240360"/>
                  <a:pt x="6582410" y="3240360"/>
                </a:cubicBezTo>
                <a:lnTo>
                  <a:pt x="6574674" y="3232624"/>
                </a:lnTo>
                <a:cubicBezTo>
                  <a:pt x="6574674" y="3201678"/>
                  <a:pt x="6574673" y="3170733"/>
                  <a:pt x="6574673" y="3139787"/>
                </a:cubicBezTo>
                <a:cubicBezTo>
                  <a:pt x="6574673" y="3135514"/>
                  <a:pt x="6578137" y="3132050"/>
                  <a:pt x="6582410" y="3132050"/>
                </a:cubicBezTo>
                <a:close/>
                <a:moveTo>
                  <a:pt x="6504275" y="3132050"/>
                </a:moveTo>
                <a:cubicBezTo>
                  <a:pt x="6534184" y="3132050"/>
                  <a:pt x="6558430" y="3156296"/>
                  <a:pt x="6558430" y="3186205"/>
                </a:cubicBezTo>
                <a:cubicBezTo>
                  <a:pt x="6558430" y="3216114"/>
                  <a:pt x="6534184" y="3240360"/>
                  <a:pt x="6504275" y="3240360"/>
                </a:cubicBezTo>
                <a:cubicBezTo>
                  <a:pt x="6474366" y="3240360"/>
                  <a:pt x="6450120" y="3216114"/>
                  <a:pt x="6450120" y="3186205"/>
                </a:cubicBezTo>
                <a:cubicBezTo>
                  <a:pt x="6450120" y="3156296"/>
                  <a:pt x="6474366" y="3132050"/>
                  <a:pt x="6504275" y="3132050"/>
                </a:cubicBezTo>
                <a:close/>
                <a:moveTo>
                  <a:pt x="6379721" y="3132050"/>
                </a:moveTo>
                <a:cubicBezTo>
                  <a:pt x="6409630" y="3132050"/>
                  <a:pt x="6433876" y="3156296"/>
                  <a:pt x="6433876" y="3186205"/>
                </a:cubicBezTo>
                <a:cubicBezTo>
                  <a:pt x="6433876" y="3216114"/>
                  <a:pt x="6409630" y="3240360"/>
                  <a:pt x="6379721" y="3240360"/>
                </a:cubicBezTo>
                <a:cubicBezTo>
                  <a:pt x="6349812" y="3240360"/>
                  <a:pt x="6325566" y="3216114"/>
                  <a:pt x="6325566" y="3186205"/>
                </a:cubicBezTo>
                <a:cubicBezTo>
                  <a:pt x="6325566" y="3156296"/>
                  <a:pt x="6349812" y="3132050"/>
                  <a:pt x="6379721" y="3132050"/>
                </a:cubicBezTo>
                <a:close/>
                <a:moveTo>
                  <a:pt x="6301586" y="3132050"/>
                </a:moveTo>
                <a:cubicBezTo>
                  <a:pt x="6305859" y="3132050"/>
                  <a:pt x="6309323" y="3135514"/>
                  <a:pt x="6309323" y="3139787"/>
                </a:cubicBezTo>
                <a:lnTo>
                  <a:pt x="6309323" y="3232623"/>
                </a:lnTo>
                <a:cubicBezTo>
                  <a:pt x="6309323" y="3236896"/>
                  <a:pt x="6305859" y="3240360"/>
                  <a:pt x="6301586" y="3240360"/>
                </a:cubicBezTo>
                <a:lnTo>
                  <a:pt x="6293850" y="3232624"/>
                </a:lnTo>
                <a:cubicBezTo>
                  <a:pt x="6293850" y="3201678"/>
                  <a:pt x="6293849" y="3170733"/>
                  <a:pt x="6293849" y="3139787"/>
                </a:cubicBezTo>
                <a:cubicBezTo>
                  <a:pt x="6293849" y="3135514"/>
                  <a:pt x="6297313" y="3132050"/>
                  <a:pt x="6301586" y="3132050"/>
                </a:cubicBezTo>
                <a:close/>
                <a:moveTo>
                  <a:pt x="6269869" y="3132050"/>
                </a:moveTo>
                <a:cubicBezTo>
                  <a:pt x="6274142" y="3132050"/>
                  <a:pt x="6277606" y="3135514"/>
                  <a:pt x="6277606" y="3139787"/>
                </a:cubicBezTo>
                <a:lnTo>
                  <a:pt x="6277606" y="3232623"/>
                </a:lnTo>
                <a:cubicBezTo>
                  <a:pt x="6277606" y="3236896"/>
                  <a:pt x="6274142" y="3240360"/>
                  <a:pt x="6269869" y="3240360"/>
                </a:cubicBezTo>
                <a:lnTo>
                  <a:pt x="6262133" y="3232624"/>
                </a:lnTo>
                <a:cubicBezTo>
                  <a:pt x="6262133" y="3201678"/>
                  <a:pt x="6262132" y="3170733"/>
                  <a:pt x="6262132" y="3139787"/>
                </a:cubicBezTo>
                <a:cubicBezTo>
                  <a:pt x="6262132" y="3135514"/>
                  <a:pt x="6265596" y="3132050"/>
                  <a:pt x="6269869" y="3132050"/>
                </a:cubicBezTo>
                <a:close/>
                <a:moveTo>
                  <a:pt x="6191734" y="3132050"/>
                </a:moveTo>
                <a:cubicBezTo>
                  <a:pt x="6221643" y="3132050"/>
                  <a:pt x="6245889" y="3156296"/>
                  <a:pt x="6245889" y="3186205"/>
                </a:cubicBezTo>
                <a:cubicBezTo>
                  <a:pt x="6245889" y="3216114"/>
                  <a:pt x="6221643" y="3240360"/>
                  <a:pt x="6191734" y="3240360"/>
                </a:cubicBezTo>
                <a:cubicBezTo>
                  <a:pt x="6161825" y="3240360"/>
                  <a:pt x="6137579" y="3216114"/>
                  <a:pt x="6137579" y="3186205"/>
                </a:cubicBezTo>
                <a:cubicBezTo>
                  <a:pt x="6137579" y="3156296"/>
                  <a:pt x="6161825" y="3132050"/>
                  <a:pt x="6191734" y="3132050"/>
                </a:cubicBezTo>
                <a:close/>
                <a:moveTo>
                  <a:pt x="6113599" y="3132050"/>
                </a:moveTo>
                <a:cubicBezTo>
                  <a:pt x="6117872" y="3132050"/>
                  <a:pt x="6121336" y="3135514"/>
                  <a:pt x="6121336" y="3139787"/>
                </a:cubicBezTo>
                <a:lnTo>
                  <a:pt x="6121336" y="3232623"/>
                </a:lnTo>
                <a:cubicBezTo>
                  <a:pt x="6121336" y="3236896"/>
                  <a:pt x="6117872" y="3240360"/>
                  <a:pt x="6113599" y="3240360"/>
                </a:cubicBezTo>
                <a:lnTo>
                  <a:pt x="6105863" y="3232624"/>
                </a:lnTo>
                <a:cubicBezTo>
                  <a:pt x="6105863" y="3201678"/>
                  <a:pt x="6105862" y="3170733"/>
                  <a:pt x="6105862" y="3139787"/>
                </a:cubicBezTo>
                <a:cubicBezTo>
                  <a:pt x="6105862" y="3135514"/>
                  <a:pt x="6109326" y="3132050"/>
                  <a:pt x="6113599" y="3132050"/>
                </a:cubicBezTo>
                <a:close/>
                <a:moveTo>
                  <a:pt x="6035464" y="3132050"/>
                </a:moveTo>
                <a:cubicBezTo>
                  <a:pt x="6065373" y="3132050"/>
                  <a:pt x="6089619" y="3156296"/>
                  <a:pt x="6089619" y="3186205"/>
                </a:cubicBezTo>
                <a:cubicBezTo>
                  <a:pt x="6089619" y="3216114"/>
                  <a:pt x="6065373" y="3240360"/>
                  <a:pt x="6035464" y="3240360"/>
                </a:cubicBezTo>
                <a:cubicBezTo>
                  <a:pt x="6005555" y="3240360"/>
                  <a:pt x="5981309" y="3216114"/>
                  <a:pt x="5981309" y="3186205"/>
                </a:cubicBezTo>
                <a:cubicBezTo>
                  <a:pt x="5981309" y="3156296"/>
                  <a:pt x="6005555" y="3132050"/>
                  <a:pt x="6035464" y="3132050"/>
                </a:cubicBezTo>
                <a:close/>
                <a:moveTo>
                  <a:pt x="5910910" y="3132050"/>
                </a:moveTo>
                <a:cubicBezTo>
                  <a:pt x="5940819" y="3132050"/>
                  <a:pt x="5965065" y="3156296"/>
                  <a:pt x="5965065" y="3186205"/>
                </a:cubicBezTo>
                <a:cubicBezTo>
                  <a:pt x="5965065" y="3216114"/>
                  <a:pt x="5940819" y="3240360"/>
                  <a:pt x="5910910" y="3240360"/>
                </a:cubicBezTo>
                <a:cubicBezTo>
                  <a:pt x="5881001" y="3240360"/>
                  <a:pt x="5856755" y="3216114"/>
                  <a:pt x="5856755" y="3186205"/>
                </a:cubicBezTo>
                <a:cubicBezTo>
                  <a:pt x="5856755" y="3156296"/>
                  <a:pt x="5881001" y="3132050"/>
                  <a:pt x="5910910" y="3132050"/>
                </a:cubicBezTo>
                <a:close/>
                <a:moveTo>
                  <a:pt x="5832775" y="3132050"/>
                </a:moveTo>
                <a:cubicBezTo>
                  <a:pt x="5837048" y="3132050"/>
                  <a:pt x="5840512" y="3135514"/>
                  <a:pt x="5840512" y="3139787"/>
                </a:cubicBezTo>
                <a:lnTo>
                  <a:pt x="5840512" y="3232623"/>
                </a:lnTo>
                <a:cubicBezTo>
                  <a:pt x="5840512" y="3236896"/>
                  <a:pt x="5837048" y="3240360"/>
                  <a:pt x="5832775" y="3240360"/>
                </a:cubicBezTo>
                <a:lnTo>
                  <a:pt x="5825039" y="3232624"/>
                </a:lnTo>
                <a:cubicBezTo>
                  <a:pt x="5825039" y="3201678"/>
                  <a:pt x="5825038" y="3170733"/>
                  <a:pt x="5825038" y="3139787"/>
                </a:cubicBezTo>
                <a:cubicBezTo>
                  <a:pt x="5825038" y="3135514"/>
                  <a:pt x="5828502" y="3132050"/>
                  <a:pt x="5832775" y="3132050"/>
                </a:cubicBezTo>
                <a:close/>
                <a:moveTo>
                  <a:pt x="5754640" y="3132050"/>
                </a:moveTo>
                <a:cubicBezTo>
                  <a:pt x="5784549" y="3132050"/>
                  <a:pt x="5808795" y="3156296"/>
                  <a:pt x="5808795" y="3186205"/>
                </a:cubicBezTo>
                <a:cubicBezTo>
                  <a:pt x="5808795" y="3216114"/>
                  <a:pt x="5784549" y="3240360"/>
                  <a:pt x="5754640" y="3240360"/>
                </a:cubicBezTo>
                <a:cubicBezTo>
                  <a:pt x="5724731" y="3240360"/>
                  <a:pt x="5700485" y="3216114"/>
                  <a:pt x="5700485" y="3186205"/>
                </a:cubicBezTo>
                <a:cubicBezTo>
                  <a:pt x="5700485" y="3156296"/>
                  <a:pt x="5724731" y="3132050"/>
                  <a:pt x="5754640" y="3132050"/>
                </a:cubicBezTo>
                <a:close/>
                <a:moveTo>
                  <a:pt x="5676504" y="3132050"/>
                </a:moveTo>
                <a:cubicBezTo>
                  <a:pt x="5680777" y="3132050"/>
                  <a:pt x="5684241" y="3135514"/>
                  <a:pt x="5684241" y="3139787"/>
                </a:cubicBezTo>
                <a:lnTo>
                  <a:pt x="5684241" y="3232623"/>
                </a:lnTo>
                <a:cubicBezTo>
                  <a:pt x="5684241" y="3236896"/>
                  <a:pt x="5680777" y="3240360"/>
                  <a:pt x="5676504" y="3240360"/>
                </a:cubicBezTo>
                <a:lnTo>
                  <a:pt x="5668768" y="3232624"/>
                </a:lnTo>
                <a:cubicBezTo>
                  <a:pt x="5668768" y="3201678"/>
                  <a:pt x="5668767" y="3170733"/>
                  <a:pt x="5668767" y="3139787"/>
                </a:cubicBezTo>
                <a:cubicBezTo>
                  <a:pt x="5668767" y="3135514"/>
                  <a:pt x="5672231" y="3132050"/>
                  <a:pt x="5676504" y="3132050"/>
                </a:cubicBezTo>
                <a:close/>
                <a:moveTo>
                  <a:pt x="5644787" y="3132050"/>
                </a:moveTo>
                <a:cubicBezTo>
                  <a:pt x="5649060" y="3132050"/>
                  <a:pt x="5652524" y="3135514"/>
                  <a:pt x="5652524" y="3139787"/>
                </a:cubicBezTo>
                <a:lnTo>
                  <a:pt x="5652524" y="3232623"/>
                </a:lnTo>
                <a:cubicBezTo>
                  <a:pt x="5652524" y="3236896"/>
                  <a:pt x="5649060" y="3240360"/>
                  <a:pt x="5644787" y="3240360"/>
                </a:cubicBezTo>
                <a:lnTo>
                  <a:pt x="5637051" y="3232624"/>
                </a:lnTo>
                <a:cubicBezTo>
                  <a:pt x="5637051" y="3201678"/>
                  <a:pt x="5637050" y="3170733"/>
                  <a:pt x="5637050" y="3139787"/>
                </a:cubicBezTo>
                <a:cubicBezTo>
                  <a:pt x="5637050" y="3135514"/>
                  <a:pt x="5640514" y="3132050"/>
                  <a:pt x="5644787" y="3132050"/>
                </a:cubicBezTo>
                <a:close/>
                <a:moveTo>
                  <a:pt x="5566653" y="3132050"/>
                </a:moveTo>
                <a:cubicBezTo>
                  <a:pt x="5596562" y="3132050"/>
                  <a:pt x="5620808" y="3156296"/>
                  <a:pt x="5620808" y="3186205"/>
                </a:cubicBezTo>
                <a:cubicBezTo>
                  <a:pt x="5620808" y="3216114"/>
                  <a:pt x="5596562" y="3240360"/>
                  <a:pt x="5566653" y="3240360"/>
                </a:cubicBezTo>
                <a:cubicBezTo>
                  <a:pt x="5536744" y="3240360"/>
                  <a:pt x="5512498" y="3216114"/>
                  <a:pt x="5512498" y="3186205"/>
                </a:cubicBezTo>
                <a:cubicBezTo>
                  <a:pt x="5512498" y="3156296"/>
                  <a:pt x="5536744" y="3132050"/>
                  <a:pt x="5566653" y="3132050"/>
                </a:cubicBezTo>
                <a:close/>
                <a:moveTo>
                  <a:pt x="5442099" y="3132050"/>
                </a:moveTo>
                <a:cubicBezTo>
                  <a:pt x="5472008" y="3132050"/>
                  <a:pt x="5496254" y="3156296"/>
                  <a:pt x="5496254" y="3186205"/>
                </a:cubicBezTo>
                <a:cubicBezTo>
                  <a:pt x="5496254" y="3216114"/>
                  <a:pt x="5472008" y="3240360"/>
                  <a:pt x="5442099" y="3240360"/>
                </a:cubicBezTo>
                <a:cubicBezTo>
                  <a:pt x="5412190" y="3240360"/>
                  <a:pt x="5387944" y="3216114"/>
                  <a:pt x="5387944" y="3186205"/>
                </a:cubicBezTo>
                <a:cubicBezTo>
                  <a:pt x="5387944" y="3156296"/>
                  <a:pt x="5412190" y="3132050"/>
                  <a:pt x="5442099" y="3132050"/>
                </a:cubicBezTo>
                <a:close/>
                <a:moveTo>
                  <a:pt x="5363963" y="3132050"/>
                </a:moveTo>
                <a:cubicBezTo>
                  <a:pt x="5368236" y="3132050"/>
                  <a:pt x="5371700" y="3135514"/>
                  <a:pt x="5371700" y="3139787"/>
                </a:cubicBezTo>
                <a:lnTo>
                  <a:pt x="5371700" y="3232623"/>
                </a:lnTo>
                <a:cubicBezTo>
                  <a:pt x="5371700" y="3236896"/>
                  <a:pt x="5368236" y="3240360"/>
                  <a:pt x="5363963" y="3240360"/>
                </a:cubicBezTo>
                <a:lnTo>
                  <a:pt x="5356227" y="3232624"/>
                </a:lnTo>
                <a:cubicBezTo>
                  <a:pt x="5356227" y="3201678"/>
                  <a:pt x="5356226" y="3170733"/>
                  <a:pt x="5356226" y="3139787"/>
                </a:cubicBezTo>
                <a:cubicBezTo>
                  <a:pt x="5356226" y="3135514"/>
                  <a:pt x="5359690" y="3132050"/>
                  <a:pt x="5363963" y="3132050"/>
                </a:cubicBezTo>
                <a:close/>
                <a:moveTo>
                  <a:pt x="5285828" y="3132050"/>
                </a:moveTo>
                <a:cubicBezTo>
                  <a:pt x="5315737" y="3132050"/>
                  <a:pt x="5339983" y="3156296"/>
                  <a:pt x="5339983" y="3186205"/>
                </a:cubicBezTo>
                <a:cubicBezTo>
                  <a:pt x="5339983" y="3216114"/>
                  <a:pt x="5315737" y="3240360"/>
                  <a:pt x="5285828" y="3240360"/>
                </a:cubicBezTo>
                <a:cubicBezTo>
                  <a:pt x="5255919" y="3240360"/>
                  <a:pt x="5231673" y="3216114"/>
                  <a:pt x="5231673" y="3186205"/>
                </a:cubicBezTo>
                <a:cubicBezTo>
                  <a:pt x="5231673" y="3156296"/>
                  <a:pt x="5255919" y="3132050"/>
                  <a:pt x="5285828" y="3132050"/>
                </a:cubicBezTo>
                <a:close/>
                <a:moveTo>
                  <a:pt x="5161274" y="3132050"/>
                </a:moveTo>
                <a:cubicBezTo>
                  <a:pt x="5191183" y="3132050"/>
                  <a:pt x="5215429" y="3156296"/>
                  <a:pt x="5215429" y="3186205"/>
                </a:cubicBezTo>
                <a:cubicBezTo>
                  <a:pt x="5215429" y="3216114"/>
                  <a:pt x="5191183" y="3240360"/>
                  <a:pt x="5161274" y="3240360"/>
                </a:cubicBezTo>
                <a:cubicBezTo>
                  <a:pt x="5131365" y="3240360"/>
                  <a:pt x="5107119" y="3216114"/>
                  <a:pt x="5107119" y="3186205"/>
                </a:cubicBezTo>
                <a:cubicBezTo>
                  <a:pt x="5107119" y="3156296"/>
                  <a:pt x="5131365" y="3132050"/>
                  <a:pt x="5161274" y="3132050"/>
                </a:cubicBezTo>
                <a:close/>
                <a:moveTo>
                  <a:pt x="5083139" y="3132050"/>
                </a:moveTo>
                <a:cubicBezTo>
                  <a:pt x="5087412" y="3132050"/>
                  <a:pt x="5090876" y="3135514"/>
                  <a:pt x="5090876" y="3139787"/>
                </a:cubicBezTo>
                <a:lnTo>
                  <a:pt x="5090876" y="3232623"/>
                </a:lnTo>
                <a:cubicBezTo>
                  <a:pt x="5090876" y="3236896"/>
                  <a:pt x="5087412" y="3240360"/>
                  <a:pt x="5083139" y="3240360"/>
                </a:cubicBezTo>
                <a:lnTo>
                  <a:pt x="5075403" y="3232624"/>
                </a:lnTo>
                <a:cubicBezTo>
                  <a:pt x="5075403" y="3201678"/>
                  <a:pt x="5075402" y="3170733"/>
                  <a:pt x="5075402" y="3139787"/>
                </a:cubicBezTo>
                <a:cubicBezTo>
                  <a:pt x="5075402" y="3135514"/>
                  <a:pt x="5078866" y="3132050"/>
                  <a:pt x="5083139" y="3132050"/>
                </a:cubicBezTo>
                <a:close/>
                <a:moveTo>
                  <a:pt x="5051422" y="3132050"/>
                </a:moveTo>
                <a:cubicBezTo>
                  <a:pt x="5055695" y="3132050"/>
                  <a:pt x="5059159" y="3135514"/>
                  <a:pt x="5059159" y="3139787"/>
                </a:cubicBezTo>
                <a:lnTo>
                  <a:pt x="5059159" y="3232623"/>
                </a:lnTo>
                <a:cubicBezTo>
                  <a:pt x="5059159" y="3236896"/>
                  <a:pt x="5055695" y="3240360"/>
                  <a:pt x="5051422" y="3240360"/>
                </a:cubicBezTo>
                <a:lnTo>
                  <a:pt x="5043686" y="3232624"/>
                </a:lnTo>
                <a:cubicBezTo>
                  <a:pt x="5043686" y="3201678"/>
                  <a:pt x="5043685" y="3170733"/>
                  <a:pt x="5043685" y="3139787"/>
                </a:cubicBezTo>
                <a:cubicBezTo>
                  <a:pt x="5043685" y="3135514"/>
                  <a:pt x="5047149" y="3132050"/>
                  <a:pt x="5051422" y="3132050"/>
                </a:cubicBezTo>
                <a:close/>
                <a:moveTo>
                  <a:pt x="4973287" y="3132050"/>
                </a:moveTo>
                <a:cubicBezTo>
                  <a:pt x="5003196" y="3132050"/>
                  <a:pt x="5027442" y="3156296"/>
                  <a:pt x="5027442" y="3186205"/>
                </a:cubicBezTo>
                <a:cubicBezTo>
                  <a:pt x="5027442" y="3216114"/>
                  <a:pt x="5003196" y="3240360"/>
                  <a:pt x="4973287" y="3240360"/>
                </a:cubicBezTo>
                <a:cubicBezTo>
                  <a:pt x="4943378" y="3240360"/>
                  <a:pt x="4919132" y="3216114"/>
                  <a:pt x="4919132" y="3186205"/>
                </a:cubicBezTo>
                <a:cubicBezTo>
                  <a:pt x="4919132" y="3156296"/>
                  <a:pt x="4943378" y="3132050"/>
                  <a:pt x="4973287" y="3132050"/>
                </a:cubicBezTo>
                <a:close/>
                <a:moveTo>
                  <a:pt x="4895152" y="3132050"/>
                </a:moveTo>
                <a:cubicBezTo>
                  <a:pt x="4899425" y="3132050"/>
                  <a:pt x="4902889" y="3135514"/>
                  <a:pt x="4902889" y="3139787"/>
                </a:cubicBezTo>
                <a:lnTo>
                  <a:pt x="4902889" y="3232623"/>
                </a:lnTo>
                <a:cubicBezTo>
                  <a:pt x="4902889" y="3236896"/>
                  <a:pt x="4899425" y="3240360"/>
                  <a:pt x="4895152" y="3240360"/>
                </a:cubicBezTo>
                <a:lnTo>
                  <a:pt x="4887416" y="3232624"/>
                </a:lnTo>
                <a:cubicBezTo>
                  <a:pt x="4887416" y="3201678"/>
                  <a:pt x="4887415" y="3170733"/>
                  <a:pt x="4887415" y="3139787"/>
                </a:cubicBezTo>
                <a:cubicBezTo>
                  <a:pt x="4887415" y="3135514"/>
                  <a:pt x="4890879" y="3132050"/>
                  <a:pt x="4895152" y="3132050"/>
                </a:cubicBezTo>
                <a:close/>
                <a:moveTo>
                  <a:pt x="4817017" y="3132050"/>
                </a:moveTo>
                <a:cubicBezTo>
                  <a:pt x="4846926" y="3132050"/>
                  <a:pt x="4871172" y="3156296"/>
                  <a:pt x="4871172" y="3186205"/>
                </a:cubicBezTo>
                <a:cubicBezTo>
                  <a:pt x="4871172" y="3216114"/>
                  <a:pt x="4846926" y="3240360"/>
                  <a:pt x="4817017" y="3240360"/>
                </a:cubicBezTo>
                <a:cubicBezTo>
                  <a:pt x="4787108" y="3240360"/>
                  <a:pt x="4762862" y="3216114"/>
                  <a:pt x="4762862" y="3186205"/>
                </a:cubicBezTo>
                <a:cubicBezTo>
                  <a:pt x="4762862" y="3156296"/>
                  <a:pt x="4787108" y="3132050"/>
                  <a:pt x="4817017" y="3132050"/>
                </a:cubicBezTo>
                <a:close/>
                <a:moveTo>
                  <a:pt x="4692463" y="3132050"/>
                </a:moveTo>
                <a:cubicBezTo>
                  <a:pt x="4722372" y="3132050"/>
                  <a:pt x="4746618" y="3156296"/>
                  <a:pt x="4746618" y="3186205"/>
                </a:cubicBezTo>
                <a:cubicBezTo>
                  <a:pt x="4746618" y="3216114"/>
                  <a:pt x="4722372" y="3240360"/>
                  <a:pt x="4692463" y="3240360"/>
                </a:cubicBezTo>
                <a:cubicBezTo>
                  <a:pt x="4662554" y="3240360"/>
                  <a:pt x="4638308" y="3216114"/>
                  <a:pt x="4638308" y="3186205"/>
                </a:cubicBezTo>
                <a:cubicBezTo>
                  <a:pt x="4638308" y="3156296"/>
                  <a:pt x="4662554" y="3132050"/>
                  <a:pt x="4692463" y="3132050"/>
                </a:cubicBezTo>
                <a:close/>
                <a:moveTo>
                  <a:pt x="4614329" y="3132050"/>
                </a:moveTo>
                <a:cubicBezTo>
                  <a:pt x="4618602" y="3132050"/>
                  <a:pt x="4622066" y="3135514"/>
                  <a:pt x="4622066" y="3139787"/>
                </a:cubicBezTo>
                <a:cubicBezTo>
                  <a:pt x="4622066" y="3170733"/>
                  <a:pt x="4622065" y="3201678"/>
                  <a:pt x="4622065" y="3232624"/>
                </a:cubicBezTo>
                <a:lnTo>
                  <a:pt x="4614329" y="3240360"/>
                </a:lnTo>
                <a:cubicBezTo>
                  <a:pt x="4610056" y="3240360"/>
                  <a:pt x="4606592" y="3236896"/>
                  <a:pt x="4606592" y="3232623"/>
                </a:cubicBezTo>
                <a:lnTo>
                  <a:pt x="4606592" y="3139787"/>
                </a:lnTo>
                <a:cubicBezTo>
                  <a:pt x="4606592" y="3135514"/>
                  <a:pt x="4610056" y="3132050"/>
                  <a:pt x="4614329" y="3132050"/>
                </a:cubicBezTo>
                <a:close/>
                <a:moveTo>
                  <a:pt x="4536193" y="3132050"/>
                </a:moveTo>
                <a:cubicBezTo>
                  <a:pt x="4566102" y="3132050"/>
                  <a:pt x="4590348" y="3156296"/>
                  <a:pt x="4590348" y="3186205"/>
                </a:cubicBezTo>
                <a:cubicBezTo>
                  <a:pt x="4590348" y="3216114"/>
                  <a:pt x="4566102" y="3240360"/>
                  <a:pt x="4536193" y="3240360"/>
                </a:cubicBezTo>
                <a:cubicBezTo>
                  <a:pt x="4506284" y="3240360"/>
                  <a:pt x="4482038" y="3216114"/>
                  <a:pt x="4482038" y="3186205"/>
                </a:cubicBezTo>
                <a:cubicBezTo>
                  <a:pt x="4482038" y="3156296"/>
                  <a:pt x="4506284" y="3132050"/>
                  <a:pt x="4536193" y="3132050"/>
                </a:cubicBezTo>
                <a:close/>
                <a:moveTo>
                  <a:pt x="4458058" y="3132050"/>
                </a:moveTo>
                <a:cubicBezTo>
                  <a:pt x="4462331" y="3132050"/>
                  <a:pt x="4465795" y="3135514"/>
                  <a:pt x="4465795" y="3139787"/>
                </a:cubicBezTo>
                <a:cubicBezTo>
                  <a:pt x="4465795" y="3170733"/>
                  <a:pt x="4465794" y="3201678"/>
                  <a:pt x="4465794" y="3232624"/>
                </a:cubicBezTo>
                <a:lnTo>
                  <a:pt x="4458058" y="3240360"/>
                </a:lnTo>
                <a:cubicBezTo>
                  <a:pt x="4453785" y="3240360"/>
                  <a:pt x="4450321" y="3236896"/>
                  <a:pt x="4450321" y="3232623"/>
                </a:cubicBezTo>
                <a:lnTo>
                  <a:pt x="4450321" y="3139787"/>
                </a:lnTo>
                <a:cubicBezTo>
                  <a:pt x="4450321" y="3135514"/>
                  <a:pt x="4453785" y="3132050"/>
                  <a:pt x="4458058" y="3132050"/>
                </a:cubicBezTo>
                <a:close/>
                <a:moveTo>
                  <a:pt x="4426342" y="3132050"/>
                </a:moveTo>
                <a:cubicBezTo>
                  <a:pt x="4430615" y="3132050"/>
                  <a:pt x="4434079" y="3135514"/>
                  <a:pt x="4434079" y="3139787"/>
                </a:cubicBezTo>
                <a:cubicBezTo>
                  <a:pt x="4434079" y="3170733"/>
                  <a:pt x="4434078" y="3201678"/>
                  <a:pt x="4434078" y="3232624"/>
                </a:cubicBezTo>
                <a:lnTo>
                  <a:pt x="4426342" y="3240360"/>
                </a:lnTo>
                <a:cubicBezTo>
                  <a:pt x="4422069" y="3240360"/>
                  <a:pt x="4418605" y="3236896"/>
                  <a:pt x="4418605" y="3232623"/>
                </a:cubicBezTo>
                <a:lnTo>
                  <a:pt x="4418605" y="3139787"/>
                </a:lnTo>
                <a:cubicBezTo>
                  <a:pt x="4418605" y="3135514"/>
                  <a:pt x="4422069" y="3132050"/>
                  <a:pt x="4426342" y="3132050"/>
                </a:cubicBezTo>
                <a:close/>
                <a:moveTo>
                  <a:pt x="4348206" y="3132050"/>
                </a:moveTo>
                <a:cubicBezTo>
                  <a:pt x="4378115" y="3132050"/>
                  <a:pt x="4402361" y="3156296"/>
                  <a:pt x="4402361" y="3186205"/>
                </a:cubicBezTo>
                <a:cubicBezTo>
                  <a:pt x="4402361" y="3216114"/>
                  <a:pt x="4378115" y="3240360"/>
                  <a:pt x="4348206" y="3240360"/>
                </a:cubicBezTo>
                <a:cubicBezTo>
                  <a:pt x="4318297" y="3240360"/>
                  <a:pt x="4294051" y="3216114"/>
                  <a:pt x="4294051" y="3186205"/>
                </a:cubicBezTo>
                <a:cubicBezTo>
                  <a:pt x="4294051" y="3156296"/>
                  <a:pt x="4318297" y="3132050"/>
                  <a:pt x="4348206" y="3132050"/>
                </a:cubicBezTo>
                <a:close/>
                <a:moveTo>
                  <a:pt x="4223652" y="3132050"/>
                </a:moveTo>
                <a:cubicBezTo>
                  <a:pt x="4253561" y="3132050"/>
                  <a:pt x="4277807" y="3156296"/>
                  <a:pt x="4277807" y="3186205"/>
                </a:cubicBezTo>
                <a:cubicBezTo>
                  <a:pt x="4277807" y="3216114"/>
                  <a:pt x="4253561" y="3240360"/>
                  <a:pt x="4223652" y="3240360"/>
                </a:cubicBezTo>
                <a:cubicBezTo>
                  <a:pt x="4193743" y="3240360"/>
                  <a:pt x="4169497" y="3216114"/>
                  <a:pt x="4169497" y="3186205"/>
                </a:cubicBezTo>
                <a:cubicBezTo>
                  <a:pt x="4169497" y="3156296"/>
                  <a:pt x="4193743" y="3132050"/>
                  <a:pt x="4223652" y="3132050"/>
                </a:cubicBezTo>
                <a:close/>
                <a:moveTo>
                  <a:pt x="4145517" y="3132050"/>
                </a:moveTo>
                <a:cubicBezTo>
                  <a:pt x="4149790" y="3132050"/>
                  <a:pt x="4153254" y="3135514"/>
                  <a:pt x="4153254" y="3139787"/>
                </a:cubicBezTo>
                <a:cubicBezTo>
                  <a:pt x="4153254" y="3170733"/>
                  <a:pt x="4153253" y="3201678"/>
                  <a:pt x="4153253" y="3232624"/>
                </a:cubicBezTo>
                <a:lnTo>
                  <a:pt x="4145517" y="3240360"/>
                </a:lnTo>
                <a:cubicBezTo>
                  <a:pt x="4141244" y="3240360"/>
                  <a:pt x="4137780" y="3236896"/>
                  <a:pt x="4137780" y="3232623"/>
                </a:cubicBezTo>
                <a:lnTo>
                  <a:pt x="4137780" y="3139787"/>
                </a:lnTo>
                <a:cubicBezTo>
                  <a:pt x="4137780" y="3135514"/>
                  <a:pt x="4141244" y="3132050"/>
                  <a:pt x="4145517" y="3132050"/>
                </a:cubicBezTo>
                <a:close/>
                <a:moveTo>
                  <a:pt x="4067381" y="3132050"/>
                </a:moveTo>
                <a:cubicBezTo>
                  <a:pt x="4097290" y="3132050"/>
                  <a:pt x="4121536" y="3156296"/>
                  <a:pt x="4121536" y="3186205"/>
                </a:cubicBezTo>
                <a:cubicBezTo>
                  <a:pt x="4121536" y="3216114"/>
                  <a:pt x="4097290" y="3240360"/>
                  <a:pt x="4067381" y="3240360"/>
                </a:cubicBezTo>
                <a:cubicBezTo>
                  <a:pt x="4037472" y="3240360"/>
                  <a:pt x="4013226" y="3216114"/>
                  <a:pt x="4013226" y="3186205"/>
                </a:cubicBezTo>
                <a:cubicBezTo>
                  <a:pt x="4013226" y="3156296"/>
                  <a:pt x="4037472" y="3132050"/>
                  <a:pt x="4067381" y="3132050"/>
                </a:cubicBezTo>
                <a:close/>
                <a:moveTo>
                  <a:pt x="3942827" y="3132050"/>
                </a:moveTo>
                <a:cubicBezTo>
                  <a:pt x="3972736" y="3132050"/>
                  <a:pt x="3996982" y="3156296"/>
                  <a:pt x="3996982" y="3186205"/>
                </a:cubicBezTo>
                <a:cubicBezTo>
                  <a:pt x="3996982" y="3216114"/>
                  <a:pt x="3972736" y="3240360"/>
                  <a:pt x="3942827" y="3240360"/>
                </a:cubicBezTo>
                <a:cubicBezTo>
                  <a:pt x="3912918" y="3240360"/>
                  <a:pt x="3888672" y="3216114"/>
                  <a:pt x="3888672" y="3186205"/>
                </a:cubicBezTo>
                <a:cubicBezTo>
                  <a:pt x="3888672" y="3156296"/>
                  <a:pt x="3912918" y="3132050"/>
                  <a:pt x="3942827" y="3132050"/>
                </a:cubicBezTo>
                <a:close/>
                <a:moveTo>
                  <a:pt x="3864693" y="3132050"/>
                </a:moveTo>
                <a:cubicBezTo>
                  <a:pt x="3868966" y="3132050"/>
                  <a:pt x="3872430" y="3135514"/>
                  <a:pt x="3872430" y="3139787"/>
                </a:cubicBezTo>
                <a:cubicBezTo>
                  <a:pt x="3872430" y="3170733"/>
                  <a:pt x="3872429" y="3201678"/>
                  <a:pt x="3872429" y="3232624"/>
                </a:cubicBezTo>
                <a:lnTo>
                  <a:pt x="3864693" y="3240360"/>
                </a:lnTo>
                <a:cubicBezTo>
                  <a:pt x="3860420" y="3240360"/>
                  <a:pt x="3856956" y="3236896"/>
                  <a:pt x="3856956" y="3232623"/>
                </a:cubicBezTo>
                <a:lnTo>
                  <a:pt x="3856956" y="3139787"/>
                </a:lnTo>
                <a:cubicBezTo>
                  <a:pt x="3856956" y="3135514"/>
                  <a:pt x="3860420" y="3132050"/>
                  <a:pt x="3864693" y="3132050"/>
                </a:cubicBezTo>
                <a:close/>
                <a:moveTo>
                  <a:pt x="3832976" y="3132050"/>
                </a:moveTo>
                <a:cubicBezTo>
                  <a:pt x="3837249" y="3132050"/>
                  <a:pt x="3840713" y="3135514"/>
                  <a:pt x="3840713" y="3139787"/>
                </a:cubicBezTo>
                <a:cubicBezTo>
                  <a:pt x="3840713" y="3170733"/>
                  <a:pt x="3840712" y="3201678"/>
                  <a:pt x="3840712" y="3232624"/>
                </a:cubicBezTo>
                <a:lnTo>
                  <a:pt x="3832976" y="3240360"/>
                </a:lnTo>
                <a:cubicBezTo>
                  <a:pt x="3828703" y="3240360"/>
                  <a:pt x="3825239" y="3236896"/>
                  <a:pt x="3825239" y="3232623"/>
                </a:cubicBezTo>
                <a:lnTo>
                  <a:pt x="3825239" y="3139787"/>
                </a:lnTo>
                <a:cubicBezTo>
                  <a:pt x="3825239" y="3135514"/>
                  <a:pt x="3828703" y="3132050"/>
                  <a:pt x="3832976" y="3132050"/>
                </a:cubicBezTo>
                <a:close/>
                <a:moveTo>
                  <a:pt x="3754840" y="3132050"/>
                </a:moveTo>
                <a:cubicBezTo>
                  <a:pt x="3784749" y="3132050"/>
                  <a:pt x="3808995" y="3156296"/>
                  <a:pt x="3808995" y="3186205"/>
                </a:cubicBezTo>
                <a:cubicBezTo>
                  <a:pt x="3808995" y="3216114"/>
                  <a:pt x="3784749" y="3240360"/>
                  <a:pt x="3754840" y="3240360"/>
                </a:cubicBezTo>
                <a:cubicBezTo>
                  <a:pt x="3724931" y="3240360"/>
                  <a:pt x="3700685" y="3216114"/>
                  <a:pt x="3700685" y="3186205"/>
                </a:cubicBezTo>
                <a:cubicBezTo>
                  <a:pt x="3700685" y="3156296"/>
                  <a:pt x="3724931" y="3132050"/>
                  <a:pt x="3754840" y="3132050"/>
                </a:cubicBezTo>
                <a:close/>
                <a:moveTo>
                  <a:pt x="3676706" y="3132050"/>
                </a:moveTo>
                <a:cubicBezTo>
                  <a:pt x="3680979" y="3132050"/>
                  <a:pt x="3684443" y="3135514"/>
                  <a:pt x="3684443" y="3139787"/>
                </a:cubicBezTo>
                <a:cubicBezTo>
                  <a:pt x="3684443" y="3170733"/>
                  <a:pt x="3684442" y="3201678"/>
                  <a:pt x="3684442" y="3232624"/>
                </a:cubicBezTo>
                <a:lnTo>
                  <a:pt x="3676706" y="3240360"/>
                </a:lnTo>
                <a:cubicBezTo>
                  <a:pt x="3672433" y="3240360"/>
                  <a:pt x="3668969" y="3236896"/>
                  <a:pt x="3668969" y="3232623"/>
                </a:cubicBezTo>
                <a:lnTo>
                  <a:pt x="3668969" y="3139787"/>
                </a:lnTo>
                <a:cubicBezTo>
                  <a:pt x="3668969" y="3135514"/>
                  <a:pt x="3672433" y="3132050"/>
                  <a:pt x="3676706" y="3132050"/>
                </a:cubicBezTo>
                <a:close/>
                <a:moveTo>
                  <a:pt x="3598570" y="3132050"/>
                </a:moveTo>
                <a:cubicBezTo>
                  <a:pt x="3628479" y="3132050"/>
                  <a:pt x="3652725" y="3156296"/>
                  <a:pt x="3652725" y="3186205"/>
                </a:cubicBezTo>
                <a:cubicBezTo>
                  <a:pt x="3652725" y="3216114"/>
                  <a:pt x="3628479" y="3240360"/>
                  <a:pt x="3598570" y="3240360"/>
                </a:cubicBezTo>
                <a:cubicBezTo>
                  <a:pt x="3568661" y="3240360"/>
                  <a:pt x="3544415" y="3216114"/>
                  <a:pt x="3544415" y="3186205"/>
                </a:cubicBezTo>
                <a:cubicBezTo>
                  <a:pt x="3544415" y="3156296"/>
                  <a:pt x="3568661" y="3132050"/>
                  <a:pt x="3598570" y="3132050"/>
                </a:cubicBezTo>
                <a:close/>
                <a:moveTo>
                  <a:pt x="3474016" y="3132050"/>
                </a:moveTo>
                <a:cubicBezTo>
                  <a:pt x="3503925" y="3132050"/>
                  <a:pt x="3528171" y="3156296"/>
                  <a:pt x="3528171" y="3186205"/>
                </a:cubicBezTo>
                <a:cubicBezTo>
                  <a:pt x="3528171" y="3216114"/>
                  <a:pt x="3503925" y="3240360"/>
                  <a:pt x="3474016" y="3240360"/>
                </a:cubicBezTo>
                <a:cubicBezTo>
                  <a:pt x="3444107" y="3240360"/>
                  <a:pt x="3419861" y="3216114"/>
                  <a:pt x="3419861" y="3186205"/>
                </a:cubicBezTo>
                <a:cubicBezTo>
                  <a:pt x="3419861" y="3156296"/>
                  <a:pt x="3444107" y="3132050"/>
                  <a:pt x="3474016" y="3132050"/>
                </a:cubicBezTo>
                <a:close/>
                <a:moveTo>
                  <a:pt x="3395881" y="3132050"/>
                </a:moveTo>
                <a:cubicBezTo>
                  <a:pt x="3400154" y="3132050"/>
                  <a:pt x="3403618" y="3135514"/>
                  <a:pt x="3403618" y="3139787"/>
                </a:cubicBezTo>
                <a:lnTo>
                  <a:pt x="3403618" y="3232623"/>
                </a:lnTo>
                <a:cubicBezTo>
                  <a:pt x="3403618" y="3236896"/>
                  <a:pt x="3400154" y="3240360"/>
                  <a:pt x="3395881" y="3240360"/>
                </a:cubicBezTo>
                <a:lnTo>
                  <a:pt x="3388145" y="3232624"/>
                </a:lnTo>
                <a:cubicBezTo>
                  <a:pt x="3388145" y="3201678"/>
                  <a:pt x="3388144" y="3170733"/>
                  <a:pt x="3388144" y="3139787"/>
                </a:cubicBezTo>
                <a:cubicBezTo>
                  <a:pt x="3388144" y="3135514"/>
                  <a:pt x="3391608" y="3132050"/>
                  <a:pt x="3395881" y="3132050"/>
                </a:cubicBezTo>
                <a:close/>
                <a:moveTo>
                  <a:pt x="3317746" y="3132050"/>
                </a:moveTo>
                <a:cubicBezTo>
                  <a:pt x="3347655" y="3132050"/>
                  <a:pt x="3371901" y="3156296"/>
                  <a:pt x="3371901" y="3186205"/>
                </a:cubicBezTo>
                <a:cubicBezTo>
                  <a:pt x="3371901" y="3216114"/>
                  <a:pt x="3347655" y="3240360"/>
                  <a:pt x="3317746" y="3240360"/>
                </a:cubicBezTo>
                <a:cubicBezTo>
                  <a:pt x="3287837" y="3240360"/>
                  <a:pt x="3263591" y="3216114"/>
                  <a:pt x="3263591" y="3186205"/>
                </a:cubicBezTo>
                <a:cubicBezTo>
                  <a:pt x="3263591" y="3156296"/>
                  <a:pt x="3287837" y="3132050"/>
                  <a:pt x="3317746" y="3132050"/>
                </a:cubicBezTo>
                <a:close/>
                <a:moveTo>
                  <a:pt x="3239610" y="3132050"/>
                </a:moveTo>
                <a:cubicBezTo>
                  <a:pt x="3243883" y="3132050"/>
                  <a:pt x="3247347" y="3135514"/>
                  <a:pt x="3247347" y="3139787"/>
                </a:cubicBezTo>
                <a:lnTo>
                  <a:pt x="3247347" y="3232623"/>
                </a:lnTo>
                <a:cubicBezTo>
                  <a:pt x="3247347" y="3236896"/>
                  <a:pt x="3243883" y="3240360"/>
                  <a:pt x="3239610" y="3240360"/>
                </a:cubicBezTo>
                <a:lnTo>
                  <a:pt x="3231874" y="3232624"/>
                </a:lnTo>
                <a:cubicBezTo>
                  <a:pt x="3231874" y="3201678"/>
                  <a:pt x="3231873" y="3170733"/>
                  <a:pt x="3231873" y="3139787"/>
                </a:cubicBezTo>
                <a:cubicBezTo>
                  <a:pt x="3231873" y="3135514"/>
                  <a:pt x="3235337" y="3132050"/>
                  <a:pt x="3239610" y="3132050"/>
                </a:cubicBezTo>
                <a:close/>
                <a:moveTo>
                  <a:pt x="3207894" y="3132050"/>
                </a:moveTo>
                <a:cubicBezTo>
                  <a:pt x="3212167" y="3132050"/>
                  <a:pt x="3215631" y="3135514"/>
                  <a:pt x="3215631" y="3139787"/>
                </a:cubicBezTo>
                <a:lnTo>
                  <a:pt x="3215631" y="3232623"/>
                </a:lnTo>
                <a:cubicBezTo>
                  <a:pt x="3215631" y="3236896"/>
                  <a:pt x="3212167" y="3240360"/>
                  <a:pt x="3207894" y="3240360"/>
                </a:cubicBezTo>
                <a:lnTo>
                  <a:pt x="3200158" y="3232624"/>
                </a:lnTo>
                <a:cubicBezTo>
                  <a:pt x="3200158" y="3201678"/>
                  <a:pt x="3200157" y="3170733"/>
                  <a:pt x="3200157" y="3139787"/>
                </a:cubicBezTo>
                <a:cubicBezTo>
                  <a:pt x="3200157" y="3135514"/>
                  <a:pt x="3203621" y="3132050"/>
                  <a:pt x="3207894" y="3132050"/>
                </a:cubicBezTo>
                <a:close/>
                <a:moveTo>
                  <a:pt x="3129759" y="3132050"/>
                </a:moveTo>
                <a:cubicBezTo>
                  <a:pt x="3159668" y="3132050"/>
                  <a:pt x="3183914" y="3156296"/>
                  <a:pt x="3183914" y="3186205"/>
                </a:cubicBezTo>
                <a:cubicBezTo>
                  <a:pt x="3183914" y="3216114"/>
                  <a:pt x="3159668" y="3240360"/>
                  <a:pt x="3129759" y="3240360"/>
                </a:cubicBezTo>
                <a:cubicBezTo>
                  <a:pt x="3099850" y="3240360"/>
                  <a:pt x="3075604" y="3216114"/>
                  <a:pt x="3075604" y="3186205"/>
                </a:cubicBezTo>
                <a:cubicBezTo>
                  <a:pt x="3075604" y="3156296"/>
                  <a:pt x="3099850" y="3132050"/>
                  <a:pt x="3129759" y="3132050"/>
                </a:cubicBezTo>
                <a:close/>
                <a:moveTo>
                  <a:pt x="3005205" y="3132050"/>
                </a:moveTo>
                <a:cubicBezTo>
                  <a:pt x="3035114" y="3132050"/>
                  <a:pt x="3059360" y="3156296"/>
                  <a:pt x="3059360" y="3186205"/>
                </a:cubicBezTo>
                <a:cubicBezTo>
                  <a:pt x="3059360" y="3216114"/>
                  <a:pt x="3035114" y="3240360"/>
                  <a:pt x="3005205" y="3240360"/>
                </a:cubicBezTo>
                <a:cubicBezTo>
                  <a:pt x="2975296" y="3240360"/>
                  <a:pt x="2951050" y="3216114"/>
                  <a:pt x="2951050" y="3186205"/>
                </a:cubicBezTo>
                <a:cubicBezTo>
                  <a:pt x="2951050" y="3156296"/>
                  <a:pt x="2975296" y="3132050"/>
                  <a:pt x="3005205" y="3132050"/>
                </a:cubicBezTo>
                <a:close/>
                <a:moveTo>
                  <a:pt x="2927069" y="3132050"/>
                </a:moveTo>
                <a:cubicBezTo>
                  <a:pt x="2931342" y="3132050"/>
                  <a:pt x="2934806" y="3135514"/>
                  <a:pt x="2934806" y="3139787"/>
                </a:cubicBezTo>
                <a:lnTo>
                  <a:pt x="2934806" y="3232623"/>
                </a:lnTo>
                <a:cubicBezTo>
                  <a:pt x="2934806" y="3236896"/>
                  <a:pt x="2931342" y="3240360"/>
                  <a:pt x="2927069" y="3240360"/>
                </a:cubicBezTo>
                <a:lnTo>
                  <a:pt x="2919333" y="3232624"/>
                </a:lnTo>
                <a:cubicBezTo>
                  <a:pt x="2919333" y="3201678"/>
                  <a:pt x="2919332" y="3170733"/>
                  <a:pt x="2919332" y="3139787"/>
                </a:cubicBezTo>
                <a:cubicBezTo>
                  <a:pt x="2919332" y="3135514"/>
                  <a:pt x="2922796" y="3132050"/>
                  <a:pt x="2927069" y="3132050"/>
                </a:cubicBezTo>
                <a:close/>
                <a:moveTo>
                  <a:pt x="2848934" y="3132050"/>
                </a:moveTo>
                <a:cubicBezTo>
                  <a:pt x="2878843" y="3132050"/>
                  <a:pt x="2903089" y="3156296"/>
                  <a:pt x="2903089" y="3186205"/>
                </a:cubicBezTo>
                <a:cubicBezTo>
                  <a:pt x="2903089" y="3216114"/>
                  <a:pt x="2878843" y="3240360"/>
                  <a:pt x="2848934" y="3240360"/>
                </a:cubicBezTo>
                <a:cubicBezTo>
                  <a:pt x="2819025" y="3240360"/>
                  <a:pt x="2794779" y="3216114"/>
                  <a:pt x="2794779" y="3186205"/>
                </a:cubicBezTo>
                <a:cubicBezTo>
                  <a:pt x="2794779" y="3156296"/>
                  <a:pt x="2819025" y="3132050"/>
                  <a:pt x="2848934" y="3132050"/>
                </a:cubicBezTo>
                <a:close/>
                <a:moveTo>
                  <a:pt x="2724380" y="3132050"/>
                </a:moveTo>
                <a:cubicBezTo>
                  <a:pt x="2754289" y="3132050"/>
                  <a:pt x="2778535" y="3156296"/>
                  <a:pt x="2778535" y="3186205"/>
                </a:cubicBezTo>
                <a:cubicBezTo>
                  <a:pt x="2778535" y="3216114"/>
                  <a:pt x="2754289" y="3240360"/>
                  <a:pt x="2724380" y="3240360"/>
                </a:cubicBezTo>
                <a:cubicBezTo>
                  <a:pt x="2694471" y="3240360"/>
                  <a:pt x="2670225" y="3216114"/>
                  <a:pt x="2670225" y="3186205"/>
                </a:cubicBezTo>
                <a:cubicBezTo>
                  <a:pt x="2670225" y="3156296"/>
                  <a:pt x="2694471" y="3132050"/>
                  <a:pt x="2724380" y="3132050"/>
                </a:cubicBezTo>
                <a:close/>
                <a:moveTo>
                  <a:pt x="2646245" y="3132050"/>
                </a:moveTo>
                <a:cubicBezTo>
                  <a:pt x="2650518" y="3132050"/>
                  <a:pt x="2653982" y="3135514"/>
                  <a:pt x="2653982" y="3139787"/>
                </a:cubicBezTo>
                <a:lnTo>
                  <a:pt x="2653982" y="3232623"/>
                </a:lnTo>
                <a:cubicBezTo>
                  <a:pt x="2653982" y="3236896"/>
                  <a:pt x="2650518" y="3240360"/>
                  <a:pt x="2646245" y="3240360"/>
                </a:cubicBezTo>
                <a:lnTo>
                  <a:pt x="2638509" y="3232624"/>
                </a:lnTo>
                <a:cubicBezTo>
                  <a:pt x="2638509" y="3201678"/>
                  <a:pt x="2638508" y="3170733"/>
                  <a:pt x="2638508" y="3139787"/>
                </a:cubicBezTo>
                <a:cubicBezTo>
                  <a:pt x="2638508" y="3135514"/>
                  <a:pt x="2641972" y="3132050"/>
                  <a:pt x="2646245" y="3132050"/>
                </a:cubicBezTo>
                <a:close/>
                <a:moveTo>
                  <a:pt x="2614528" y="3132050"/>
                </a:moveTo>
                <a:cubicBezTo>
                  <a:pt x="2618801" y="3132050"/>
                  <a:pt x="2622265" y="3135514"/>
                  <a:pt x="2622265" y="3139787"/>
                </a:cubicBezTo>
                <a:lnTo>
                  <a:pt x="2622265" y="3232623"/>
                </a:lnTo>
                <a:cubicBezTo>
                  <a:pt x="2622265" y="3236896"/>
                  <a:pt x="2618801" y="3240360"/>
                  <a:pt x="2614528" y="3240360"/>
                </a:cubicBezTo>
                <a:lnTo>
                  <a:pt x="2606792" y="3232624"/>
                </a:lnTo>
                <a:cubicBezTo>
                  <a:pt x="2606792" y="3201678"/>
                  <a:pt x="2606791" y="3170733"/>
                  <a:pt x="2606791" y="3139787"/>
                </a:cubicBezTo>
                <a:cubicBezTo>
                  <a:pt x="2606791" y="3135514"/>
                  <a:pt x="2610255" y="3132050"/>
                  <a:pt x="2614528" y="3132050"/>
                </a:cubicBezTo>
                <a:close/>
                <a:moveTo>
                  <a:pt x="2536393" y="3132050"/>
                </a:moveTo>
                <a:cubicBezTo>
                  <a:pt x="2566302" y="3132050"/>
                  <a:pt x="2590548" y="3156296"/>
                  <a:pt x="2590548" y="3186205"/>
                </a:cubicBezTo>
                <a:cubicBezTo>
                  <a:pt x="2590548" y="3216114"/>
                  <a:pt x="2566302" y="3240360"/>
                  <a:pt x="2536393" y="3240360"/>
                </a:cubicBezTo>
                <a:cubicBezTo>
                  <a:pt x="2506484" y="3240360"/>
                  <a:pt x="2482238" y="3216114"/>
                  <a:pt x="2482238" y="3186205"/>
                </a:cubicBezTo>
                <a:cubicBezTo>
                  <a:pt x="2482238" y="3156296"/>
                  <a:pt x="2506484" y="3132050"/>
                  <a:pt x="2536393" y="3132050"/>
                </a:cubicBezTo>
                <a:close/>
                <a:moveTo>
                  <a:pt x="2458258" y="3132050"/>
                </a:moveTo>
                <a:cubicBezTo>
                  <a:pt x="2462531" y="3132050"/>
                  <a:pt x="2465995" y="3135514"/>
                  <a:pt x="2465995" y="3139787"/>
                </a:cubicBezTo>
                <a:lnTo>
                  <a:pt x="2465995" y="3232623"/>
                </a:lnTo>
                <a:cubicBezTo>
                  <a:pt x="2465995" y="3236896"/>
                  <a:pt x="2462531" y="3240360"/>
                  <a:pt x="2458258" y="3240360"/>
                </a:cubicBezTo>
                <a:lnTo>
                  <a:pt x="2450522" y="3232624"/>
                </a:lnTo>
                <a:cubicBezTo>
                  <a:pt x="2450522" y="3201678"/>
                  <a:pt x="2450521" y="3170733"/>
                  <a:pt x="2450521" y="3139787"/>
                </a:cubicBezTo>
                <a:cubicBezTo>
                  <a:pt x="2450521" y="3135514"/>
                  <a:pt x="2453985" y="3132050"/>
                  <a:pt x="2458258" y="3132050"/>
                </a:cubicBezTo>
                <a:close/>
                <a:moveTo>
                  <a:pt x="2380123" y="3132050"/>
                </a:moveTo>
                <a:cubicBezTo>
                  <a:pt x="2410032" y="3132050"/>
                  <a:pt x="2434278" y="3156296"/>
                  <a:pt x="2434278" y="3186205"/>
                </a:cubicBezTo>
                <a:cubicBezTo>
                  <a:pt x="2434278" y="3216114"/>
                  <a:pt x="2410032" y="3240360"/>
                  <a:pt x="2380123" y="3240360"/>
                </a:cubicBezTo>
                <a:cubicBezTo>
                  <a:pt x="2350214" y="3240360"/>
                  <a:pt x="2325968" y="3216114"/>
                  <a:pt x="2325968" y="3186205"/>
                </a:cubicBezTo>
                <a:cubicBezTo>
                  <a:pt x="2325968" y="3156296"/>
                  <a:pt x="2350214" y="3132050"/>
                  <a:pt x="2380123" y="3132050"/>
                </a:cubicBezTo>
                <a:close/>
                <a:moveTo>
                  <a:pt x="2255569" y="3132050"/>
                </a:moveTo>
                <a:cubicBezTo>
                  <a:pt x="2285478" y="3132050"/>
                  <a:pt x="2309724" y="3156296"/>
                  <a:pt x="2309724" y="3186205"/>
                </a:cubicBezTo>
                <a:cubicBezTo>
                  <a:pt x="2309724" y="3216114"/>
                  <a:pt x="2285478" y="3240360"/>
                  <a:pt x="2255569" y="3240360"/>
                </a:cubicBezTo>
                <a:cubicBezTo>
                  <a:pt x="2225660" y="3240360"/>
                  <a:pt x="2201414" y="3216114"/>
                  <a:pt x="2201414" y="3186205"/>
                </a:cubicBezTo>
                <a:cubicBezTo>
                  <a:pt x="2201414" y="3156296"/>
                  <a:pt x="2225660" y="3132050"/>
                  <a:pt x="2255569" y="3132050"/>
                </a:cubicBezTo>
                <a:close/>
                <a:moveTo>
                  <a:pt x="2177435" y="3132050"/>
                </a:moveTo>
                <a:cubicBezTo>
                  <a:pt x="2181708" y="3132050"/>
                  <a:pt x="2185172" y="3135514"/>
                  <a:pt x="2185172" y="3139787"/>
                </a:cubicBezTo>
                <a:cubicBezTo>
                  <a:pt x="2185172" y="3170733"/>
                  <a:pt x="2185171" y="3201678"/>
                  <a:pt x="2185171" y="3232624"/>
                </a:cubicBezTo>
                <a:lnTo>
                  <a:pt x="2177435" y="3240360"/>
                </a:lnTo>
                <a:cubicBezTo>
                  <a:pt x="2173162" y="3240360"/>
                  <a:pt x="2169698" y="3236896"/>
                  <a:pt x="2169698" y="3232623"/>
                </a:cubicBezTo>
                <a:lnTo>
                  <a:pt x="2169698" y="3139787"/>
                </a:lnTo>
                <a:cubicBezTo>
                  <a:pt x="2169698" y="3135514"/>
                  <a:pt x="2173162" y="3132050"/>
                  <a:pt x="2177435" y="3132050"/>
                </a:cubicBezTo>
                <a:close/>
                <a:moveTo>
                  <a:pt x="2099299" y="3132050"/>
                </a:moveTo>
                <a:cubicBezTo>
                  <a:pt x="2129208" y="3132050"/>
                  <a:pt x="2153454" y="3156296"/>
                  <a:pt x="2153454" y="3186205"/>
                </a:cubicBezTo>
                <a:cubicBezTo>
                  <a:pt x="2153454" y="3216114"/>
                  <a:pt x="2129208" y="3240360"/>
                  <a:pt x="2099299" y="3240360"/>
                </a:cubicBezTo>
                <a:cubicBezTo>
                  <a:pt x="2069390" y="3240360"/>
                  <a:pt x="2045144" y="3216114"/>
                  <a:pt x="2045144" y="3186205"/>
                </a:cubicBezTo>
                <a:cubicBezTo>
                  <a:pt x="2045144" y="3156296"/>
                  <a:pt x="2069390" y="3132050"/>
                  <a:pt x="2099299" y="3132050"/>
                </a:cubicBezTo>
                <a:close/>
                <a:moveTo>
                  <a:pt x="2021164" y="3132050"/>
                </a:moveTo>
                <a:cubicBezTo>
                  <a:pt x="2025437" y="3132050"/>
                  <a:pt x="2028901" y="3135514"/>
                  <a:pt x="2028901" y="3139787"/>
                </a:cubicBezTo>
                <a:cubicBezTo>
                  <a:pt x="2028901" y="3170733"/>
                  <a:pt x="2028900" y="3201678"/>
                  <a:pt x="2028900" y="3232624"/>
                </a:cubicBezTo>
                <a:lnTo>
                  <a:pt x="2021164" y="3240360"/>
                </a:lnTo>
                <a:cubicBezTo>
                  <a:pt x="2016891" y="3240360"/>
                  <a:pt x="2013427" y="3236896"/>
                  <a:pt x="2013427" y="3232623"/>
                </a:cubicBezTo>
                <a:lnTo>
                  <a:pt x="2013427" y="3139787"/>
                </a:lnTo>
                <a:cubicBezTo>
                  <a:pt x="2013427" y="3135514"/>
                  <a:pt x="2016891" y="3132050"/>
                  <a:pt x="2021164" y="3132050"/>
                </a:cubicBezTo>
                <a:close/>
                <a:moveTo>
                  <a:pt x="1989448" y="3132050"/>
                </a:moveTo>
                <a:cubicBezTo>
                  <a:pt x="1993721" y="3132050"/>
                  <a:pt x="1997185" y="3135514"/>
                  <a:pt x="1997185" y="3139787"/>
                </a:cubicBezTo>
                <a:cubicBezTo>
                  <a:pt x="1997185" y="3170733"/>
                  <a:pt x="1997184" y="3201678"/>
                  <a:pt x="1997184" y="3232624"/>
                </a:cubicBezTo>
                <a:lnTo>
                  <a:pt x="1989448" y="3240360"/>
                </a:lnTo>
                <a:cubicBezTo>
                  <a:pt x="1985175" y="3240360"/>
                  <a:pt x="1981711" y="3236896"/>
                  <a:pt x="1981711" y="3232623"/>
                </a:cubicBezTo>
                <a:lnTo>
                  <a:pt x="1981711" y="3139787"/>
                </a:lnTo>
                <a:cubicBezTo>
                  <a:pt x="1981711" y="3135514"/>
                  <a:pt x="1985175" y="3132050"/>
                  <a:pt x="1989448" y="3132050"/>
                </a:cubicBezTo>
                <a:close/>
                <a:moveTo>
                  <a:pt x="1911312" y="3132050"/>
                </a:moveTo>
                <a:cubicBezTo>
                  <a:pt x="1941221" y="3132050"/>
                  <a:pt x="1965467" y="3156296"/>
                  <a:pt x="1965467" y="3186205"/>
                </a:cubicBezTo>
                <a:cubicBezTo>
                  <a:pt x="1965467" y="3216114"/>
                  <a:pt x="1941221" y="3240360"/>
                  <a:pt x="1911312" y="3240360"/>
                </a:cubicBezTo>
                <a:cubicBezTo>
                  <a:pt x="1881403" y="3240360"/>
                  <a:pt x="1857157" y="3216114"/>
                  <a:pt x="1857157" y="3186205"/>
                </a:cubicBezTo>
                <a:cubicBezTo>
                  <a:pt x="1857157" y="3156296"/>
                  <a:pt x="1881403" y="3132050"/>
                  <a:pt x="1911312" y="3132050"/>
                </a:cubicBezTo>
                <a:close/>
                <a:moveTo>
                  <a:pt x="1786758" y="3132050"/>
                </a:moveTo>
                <a:cubicBezTo>
                  <a:pt x="1816667" y="3132050"/>
                  <a:pt x="1840913" y="3156296"/>
                  <a:pt x="1840913" y="3186205"/>
                </a:cubicBezTo>
                <a:cubicBezTo>
                  <a:pt x="1840913" y="3216114"/>
                  <a:pt x="1816667" y="3240360"/>
                  <a:pt x="1786758" y="3240360"/>
                </a:cubicBezTo>
                <a:cubicBezTo>
                  <a:pt x="1756849" y="3240360"/>
                  <a:pt x="1732603" y="3216114"/>
                  <a:pt x="1732603" y="3186205"/>
                </a:cubicBezTo>
                <a:cubicBezTo>
                  <a:pt x="1732603" y="3156296"/>
                  <a:pt x="1756849" y="3132050"/>
                  <a:pt x="1786758" y="3132050"/>
                </a:cubicBezTo>
                <a:close/>
                <a:moveTo>
                  <a:pt x="1708623" y="3132050"/>
                </a:moveTo>
                <a:cubicBezTo>
                  <a:pt x="1712896" y="3132050"/>
                  <a:pt x="1716360" y="3135514"/>
                  <a:pt x="1716360" y="3139787"/>
                </a:cubicBezTo>
                <a:cubicBezTo>
                  <a:pt x="1716360" y="3170733"/>
                  <a:pt x="1716359" y="3201678"/>
                  <a:pt x="1716359" y="3232624"/>
                </a:cubicBezTo>
                <a:lnTo>
                  <a:pt x="1708623" y="3240360"/>
                </a:lnTo>
                <a:cubicBezTo>
                  <a:pt x="1704350" y="3240360"/>
                  <a:pt x="1700886" y="3236896"/>
                  <a:pt x="1700886" y="3232623"/>
                </a:cubicBezTo>
                <a:lnTo>
                  <a:pt x="1700886" y="3139787"/>
                </a:lnTo>
                <a:cubicBezTo>
                  <a:pt x="1700886" y="3135514"/>
                  <a:pt x="1704350" y="3132050"/>
                  <a:pt x="1708623" y="3132050"/>
                </a:cubicBezTo>
                <a:close/>
                <a:moveTo>
                  <a:pt x="1630487" y="3132050"/>
                </a:moveTo>
                <a:cubicBezTo>
                  <a:pt x="1660396" y="3132050"/>
                  <a:pt x="1684642" y="3156296"/>
                  <a:pt x="1684642" y="3186205"/>
                </a:cubicBezTo>
                <a:cubicBezTo>
                  <a:pt x="1684642" y="3216114"/>
                  <a:pt x="1660396" y="3240360"/>
                  <a:pt x="1630487" y="3240360"/>
                </a:cubicBezTo>
                <a:cubicBezTo>
                  <a:pt x="1600578" y="3240360"/>
                  <a:pt x="1576332" y="3216114"/>
                  <a:pt x="1576332" y="3186205"/>
                </a:cubicBezTo>
                <a:cubicBezTo>
                  <a:pt x="1576332" y="3156296"/>
                  <a:pt x="1600578" y="3132050"/>
                  <a:pt x="1630487" y="3132050"/>
                </a:cubicBezTo>
                <a:close/>
                <a:moveTo>
                  <a:pt x="1505933" y="3132050"/>
                </a:moveTo>
                <a:cubicBezTo>
                  <a:pt x="1535842" y="3132050"/>
                  <a:pt x="1560088" y="3156296"/>
                  <a:pt x="1560088" y="3186205"/>
                </a:cubicBezTo>
                <a:cubicBezTo>
                  <a:pt x="1560088" y="3216114"/>
                  <a:pt x="1535842" y="3240360"/>
                  <a:pt x="1505933" y="3240360"/>
                </a:cubicBezTo>
                <a:cubicBezTo>
                  <a:pt x="1476024" y="3240360"/>
                  <a:pt x="1451778" y="3216114"/>
                  <a:pt x="1451778" y="3186205"/>
                </a:cubicBezTo>
                <a:cubicBezTo>
                  <a:pt x="1451778" y="3156296"/>
                  <a:pt x="1476024" y="3132050"/>
                  <a:pt x="1505933" y="3132050"/>
                </a:cubicBezTo>
                <a:close/>
                <a:moveTo>
                  <a:pt x="1427799" y="3132050"/>
                </a:moveTo>
                <a:cubicBezTo>
                  <a:pt x="1432072" y="3132050"/>
                  <a:pt x="1435536" y="3135514"/>
                  <a:pt x="1435536" y="3139787"/>
                </a:cubicBezTo>
                <a:cubicBezTo>
                  <a:pt x="1435536" y="3170733"/>
                  <a:pt x="1435535" y="3201678"/>
                  <a:pt x="1435535" y="3232624"/>
                </a:cubicBezTo>
                <a:lnTo>
                  <a:pt x="1427799" y="3240360"/>
                </a:lnTo>
                <a:cubicBezTo>
                  <a:pt x="1423526" y="3240360"/>
                  <a:pt x="1420062" y="3236896"/>
                  <a:pt x="1420062" y="3232623"/>
                </a:cubicBezTo>
                <a:lnTo>
                  <a:pt x="1420062" y="3139787"/>
                </a:lnTo>
                <a:cubicBezTo>
                  <a:pt x="1420062" y="3135514"/>
                  <a:pt x="1423526" y="3132050"/>
                  <a:pt x="1427799" y="3132050"/>
                </a:cubicBezTo>
                <a:close/>
                <a:moveTo>
                  <a:pt x="1396082" y="3132050"/>
                </a:moveTo>
                <a:cubicBezTo>
                  <a:pt x="1400355" y="3132050"/>
                  <a:pt x="1403819" y="3135514"/>
                  <a:pt x="1403819" y="3139787"/>
                </a:cubicBezTo>
                <a:cubicBezTo>
                  <a:pt x="1403819" y="3170733"/>
                  <a:pt x="1403818" y="3201678"/>
                  <a:pt x="1403818" y="3232624"/>
                </a:cubicBezTo>
                <a:lnTo>
                  <a:pt x="1396082" y="3240360"/>
                </a:lnTo>
                <a:cubicBezTo>
                  <a:pt x="1391809" y="3240360"/>
                  <a:pt x="1388345" y="3236896"/>
                  <a:pt x="1388345" y="3232623"/>
                </a:cubicBezTo>
                <a:lnTo>
                  <a:pt x="1388345" y="3139787"/>
                </a:lnTo>
                <a:cubicBezTo>
                  <a:pt x="1388345" y="3135514"/>
                  <a:pt x="1391809" y="3132050"/>
                  <a:pt x="1396082" y="3132050"/>
                </a:cubicBezTo>
                <a:close/>
                <a:moveTo>
                  <a:pt x="1317946" y="3132050"/>
                </a:moveTo>
                <a:cubicBezTo>
                  <a:pt x="1347855" y="3132050"/>
                  <a:pt x="1372101" y="3156296"/>
                  <a:pt x="1372101" y="3186205"/>
                </a:cubicBezTo>
                <a:cubicBezTo>
                  <a:pt x="1372101" y="3216114"/>
                  <a:pt x="1347855" y="3240360"/>
                  <a:pt x="1317946" y="3240360"/>
                </a:cubicBezTo>
                <a:cubicBezTo>
                  <a:pt x="1288037" y="3240360"/>
                  <a:pt x="1263791" y="3216114"/>
                  <a:pt x="1263791" y="3186205"/>
                </a:cubicBezTo>
                <a:cubicBezTo>
                  <a:pt x="1263791" y="3156296"/>
                  <a:pt x="1288037" y="3132050"/>
                  <a:pt x="1317946" y="3132050"/>
                </a:cubicBezTo>
                <a:close/>
                <a:moveTo>
                  <a:pt x="1239812" y="3132050"/>
                </a:moveTo>
                <a:cubicBezTo>
                  <a:pt x="1244085" y="3132050"/>
                  <a:pt x="1247549" y="3135514"/>
                  <a:pt x="1247549" y="3139787"/>
                </a:cubicBezTo>
                <a:cubicBezTo>
                  <a:pt x="1247549" y="3170733"/>
                  <a:pt x="1247548" y="3201678"/>
                  <a:pt x="1247548" y="3232624"/>
                </a:cubicBezTo>
                <a:lnTo>
                  <a:pt x="1239812" y="3240360"/>
                </a:lnTo>
                <a:cubicBezTo>
                  <a:pt x="1235539" y="3240360"/>
                  <a:pt x="1232075" y="3236896"/>
                  <a:pt x="1232075" y="3232623"/>
                </a:cubicBezTo>
                <a:lnTo>
                  <a:pt x="1232075" y="3139787"/>
                </a:lnTo>
                <a:cubicBezTo>
                  <a:pt x="1232075" y="3135514"/>
                  <a:pt x="1235539" y="3132050"/>
                  <a:pt x="1239812" y="3132050"/>
                </a:cubicBezTo>
                <a:close/>
                <a:moveTo>
                  <a:pt x="1161676" y="3132050"/>
                </a:moveTo>
                <a:cubicBezTo>
                  <a:pt x="1191585" y="3132050"/>
                  <a:pt x="1215831" y="3156296"/>
                  <a:pt x="1215831" y="3186205"/>
                </a:cubicBezTo>
                <a:cubicBezTo>
                  <a:pt x="1215831" y="3216114"/>
                  <a:pt x="1191585" y="3240360"/>
                  <a:pt x="1161676" y="3240360"/>
                </a:cubicBezTo>
                <a:cubicBezTo>
                  <a:pt x="1131767" y="3240360"/>
                  <a:pt x="1107521" y="3216114"/>
                  <a:pt x="1107521" y="3186205"/>
                </a:cubicBezTo>
                <a:cubicBezTo>
                  <a:pt x="1107521" y="3156296"/>
                  <a:pt x="1131767" y="3132050"/>
                  <a:pt x="1161676" y="3132050"/>
                </a:cubicBezTo>
                <a:close/>
                <a:moveTo>
                  <a:pt x="1037122" y="3132050"/>
                </a:moveTo>
                <a:cubicBezTo>
                  <a:pt x="1067031" y="3132050"/>
                  <a:pt x="1091277" y="3156296"/>
                  <a:pt x="1091277" y="3186205"/>
                </a:cubicBezTo>
                <a:cubicBezTo>
                  <a:pt x="1091277" y="3216114"/>
                  <a:pt x="1067031" y="3240360"/>
                  <a:pt x="1037122" y="3240360"/>
                </a:cubicBezTo>
                <a:cubicBezTo>
                  <a:pt x="1007213" y="3240360"/>
                  <a:pt x="982967" y="3216114"/>
                  <a:pt x="982967" y="3186205"/>
                </a:cubicBezTo>
                <a:cubicBezTo>
                  <a:pt x="982967" y="3156296"/>
                  <a:pt x="1007213" y="3132050"/>
                  <a:pt x="1037122" y="3132050"/>
                </a:cubicBezTo>
                <a:close/>
                <a:moveTo>
                  <a:pt x="958988" y="3132050"/>
                </a:moveTo>
                <a:cubicBezTo>
                  <a:pt x="963261" y="3132050"/>
                  <a:pt x="966725" y="3135514"/>
                  <a:pt x="966725" y="3139787"/>
                </a:cubicBezTo>
                <a:cubicBezTo>
                  <a:pt x="966725" y="3170733"/>
                  <a:pt x="966724" y="3201678"/>
                  <a:pt x="966724" y="3232624"/>
                </a:cubicBezTo>
                <a:lnTo>
                  <a:pt x="958988" y="3240360"/>
                </a:lnTo>
                <a:cubicBezTo>
                  <a:pt x="954715" y="3240360"/>
                  <a:pt x="951251" y="3236896"/>
                  <a:pt x="951251" y="3232623"/>
                </a:cubicBezTo>
                <a:lnTo>
                  <a:pt x="951251" y="3139787"/>
                </a:lnTo>
                <a:cubicBezTo>
                  <a:pt x="951251" y="3135514"/>
                  <a:pt x="954715" y="3132050"/>
                  <a:pt x="958988" y="3132050"/>
                </a:cubicBezTo>
                <a:close/>
                <a:moveTo>
                  <a:pt x="880852" y="3132050"/>
                </a:moveTo>
                <a:cubicBezTo>
                  <a:pt x="910761" y="3132050"/>
                  <a:pt x="935007" y="3156296"/>
                  <a:pt x="935007" y="3186205"/>
                </a:cubicBezTo>
                <a:cubicBezTo>
                  <a:pt x="935007" y="3216114"/>
                  <a:pt x="910759" y="3240360"/>
                  <a:pt x="880852" y="3240360"/>
                </a:cubicBezTo>
                <a:cubicBezTo>
                  <a:pt x="850943" y="3240360"/>
                  <a:pt x="826697" y="3216114"/>
                  <a:pt x="826697" y="3186205"/>
                </a:cubicBezTo>
                <a:cubicBezTo>
                  <a:pt x="826697" y="3156296"/>
                  <a:pt x="850943" y="3132050"/>
                  <a:pt x="880852" y="3132050"/>
                </a:cubicBezTo>
                <a:close/>
                <a:moveTo>
                  <a:pt x="802717" y="3132050"/>
                </a:moveTo>
                <a:cubicBezTo>
                  <a:pt x="806990" y="3132050"/>
                  <a:pt x="810454" y="3135514"/>
                  <a:pt x="810454" y="3139787"/>
                </a:cubicBezTo>
                <a:cubicBezTo>
                  <a:pt x="810454" y="3170733"/>
                  <a:pt x="810453" y="3201678"/>
                  <a:pt x="810453" y="3232624"/>
                </a:cubicBezTo>
                <a:lnTo>
                  <a:pt x="802717" y="3240360"/>
                </a:lnTo>
                <a:cubicBezTo>
                  <a:pt x="798444" y="3240360"/>
                  <a:pt x="794980" y="3236896"/>
                  <a:pt x="794980" y="3232623"/>
                </a:cubicBezTo>
                <a:lnTo>
                  <a:pt x="794980" y="3139787"/>
                </a:lnTo>
                <a:cubicBezTo>
                  <a:pt x="794980" y="3135514"/>
                  <a:pt x="798444" y="3132050"/>
                  <a:pt x="802717" y="3132050"/>
                </a:cubicBezTo>
                <a:close/>
                <a:moveTo>
                  <a:pt x="771001" y="3132050"/>
                </a:moveTo>
                <a:cubicBezTo>
                  <a:pt x="775274" y="3132050"/>
                  <a:pt x="778738" y="3135514"/>
                  <a:pt x="778738" y="3139787"/>
                </a:cubicBezTo>
                <a:cubicBezTo>
                  <a:pt x="778738" y="3170733"/>
                  <a:pt x="778737" y="3201678"/>
                  <a:pt x="778737" y="3232624"/>
                </a:cubicBezTo>
                <a:lnTo>
                  <a:pt x="771001" y="3240360"/>
                </a:lnTo>
                <a:cubicBezTo>
                  <a:pt x="766728" y="3240360"/>
                  <a:pt x="763264" y="3236896"/>
                  <a:pt x="763264" y="3232623"/>
                </a:cubicBezTo>
                <a:lnTo>
                  <a:pt x="763264" y="3139787"/>
                </a:lnTo>
                <a:cubicBezTo>
                  <a:pt x="763264" y="3135514"/>
                  <a:pt x="766728" y="3132050"/>
                  <a:pt x="771001" y="3132050"/>
                </a:cubicBezTo>
                <a:close/>
                <a:moveTo>
                  <a:pt x="692865" y="3132050"/>
                </a:moveTo>
                <a:cubicBezTo>
                  <a:pt x="722774" y="3132050"/>
                  <a:pt x="747020" y="3156296"/>
                  <a:pt x="747020" y="3186205"/>
                </a:cubicBezTo>
                <a:cubicBezTo>
                  <a:pt x="747018" y="3216114"/>
                  <a:pt x="722772" y="3240360"/>
                  <a:pt x="692865" y="3240360"/>
                </a:cubicBezTo>
                <a:cubicBezTo>
                  <a:pt x="662956" y="3240360"/>
                  <a:pt x="638710" y="3216114"/>
                  <a:pt x="638710" y="3186205"/>
                </a:cubicBezTo>
                <a:cubicBezTo>
                  <a:pt x="638710" y="3156296"/>
                  <a:pt x="662956" y="3132050"/>
                  <a:pt x="692865" y="3132050"/>
                </a:cubicBezTo>
                <a:close/>
                <a:moveTo>
                  <a:pt x="568311" y="3132050"/>
                </a:moveTo>
                <a:cubicBezTo>
                  <a:pt x="598220" y="3132050"/>
                  <a:pt x="622466" y="3156296"/>
                  <a:pt x="622466" y="3186205"/>
                </a:cubicBezTo>
                <a:cubicBezTo>
                  <a:pt x="622464" y="3216114"/>
                  <a:pt x="598218" y="3240360"/>
                  <a:pt x="568311" y="3240360"/>
                </a:cubicBezTo>
                <a:cubicBezTo>
                  <a:pt x="538402" y="3240360"/>
                  <a:pt x="514156" y="3216114"/>
                  <a:pt x="514156" y="3186205"/>
                </a:cubicBezTo>
                <a:cubicBezTo>
                  <a:pt x="514156" y="3156296"/>
                  <a:pt x="538402" y="3132050"/>
                  <a:pt x="568311" y="3132050"/>
                </a:cubicBezTo>
                <a:close/>
                <a:moveTo>
                  <a:pt x="490176" y="3132050"/>
                </a:moveTo>
                <a:cubicBezTo>
                  <a:pt x="494449" y="3132050"/>
                  <a:pt x="497913" y="3135514"/>
                  <a:pt x="497913" y="3139787"/>
                </a:cubicBezTo>
                <a:cubicBezTo>
                  <a:pt x="497913" y="3170733"/>
                  <a:pt x="497912" y="3201678"/>
                  <a:pt x="497912" y="3232624"/>
                </a:cubicBezTo>
                <a:lnTo>
                  <a:pt x="490176" y="3240360"/>
                </a:lnTo>
                <a:cubicBezTo>
                  <a:pt x="485903" y="3240360"/>
                  <a:pt x="482439" y="3236896"/>
                  <a:pt x="482439" y="3232623"/>
                </a:cubicBezTo>
                <a:lnTo>
                  <a:pt x="482439" y="3139787"/>
                </a:lnTo>
                <a:cubicBezTo>
                  <a:pt x="482439" y="3135514"/>
                  <a:pt x="485903" y="3132050"/>
                  <a:pt x="490176" y="3132050"/>
                </a:cubicBezTo>
                <a:close/>
                <a:moveTo>
                  <a:pt x="412040" y="3132050"/>
                </a:moveTo>
                <a:cubicBezTo>
                  <a:pt x="441949" y="3132050"/>
                  <a:pt x="466195" y="3156296"/>
                  <a:pt x="466195" y="3186205"/>
                </a:cubicBezTo>
                <a:cubicBezTo>
                  <a:pt x="466193" y="3216114"/>
                  <a:pt x="441947" y="3240360"/>
                  <a:pt x="412040" y="3240360"/>
                </a:cubicBezTo>
                <a:cubicBezTo>
                  <a:pt x="382131" y="3240360"/>
                  <a:pt x="357885" y="3216114"/>
                  <a:pt x="357885" y="3186205"/>
                </a:cubicBezTo>
                <a:cubicBezTo>
                  <a:pt x="357885" y="3156296"/>
                  <a:pt x="382131" y="3132050"/>
                  <a:pt x="412040" y="3132050"/>
                </a:cubicBezTo>
                <a:close/>
                <a:moveTo>
                  <a:pt x="287486" y="3132050"/>
                </a:moveTo>
                <a:cubicBezTo>
                  <a:pt x="317395" y="3132050"/>
                  <a:pt x="341641" y="3156296"/>
                  <a:pt x="341641" y="3186205"/>
                </a:cubicBezTo>
                <a:cubicBezTo>
                  <a:pt x="341639" y="3216114"/>
                  <a:pt x="317394" y="3240360"/>
                  <a:pt x="287486" y="3240360"/>
                </a:cubicBezTo>
                <a:cubicBezTo>
                  <a:pt x="257577" y="3240360"/>
                  <a:pt x="233331" y="3216114"/>
                  <a:pt x="233331" y="3186205"/>
                </a:cubicBezTo>
                <a:cubicBezTo>
                  <a:pt x="233331" y="3156296"/>
                  <a:pt x="257577" y="3132050"/>
                  <a:pt x="287486" y="3132050"/>
                </a:cubicBezTo>
                <a:close/>
                <a:moveTo>
                  <a:pt x="209352" y="3132050"/>
                </a:moveTo>
                <a:cubicBezTo>
                  <a:pt x="213625" y="3132050"/>
                  <a:pt x="217089" y="3135514"/>
                  <a:pt x="217089" y="3139787"/>
                </a:cubicBezTo>
                <a:cubicBezTo>
                  <a:pt x="217089" y="3170733"/>
                  <a:pt x="217088" y="3201678"/>
                  <a:pt x="217088" y="3232624"/>
                </a:cubicBezTo>
                <a:lnTo>
                  <a:pt x="209352" y="3240360"/>
                </a:lnTo>
                <a:cubicBezTo>
                  <a:pt x="205079" y="3240360"/>
                  <a:pt x="201615" y="3236896"/>
                  <a:pt x="201615" y="3232623"/>
                </a:cubicBezTo>
                <a:lnTo>
                  <a:pt x="201615" y="3139787"/>
                </a:lnTo>
                <a:cubicBezTo>
                  <a:pt x="201636" y="3135514"/>
                  <a:pt x="205079" y="3132050"/>
                  <a:pt x="209352" y="3132050"/>
                </a:cubicBezTo>
                <a:close/>
                <a:moveTo>
                  <a:pt x="177635" y="3132050"/>
                </a:moveTo>
                <a:cubicBezTo>
                  <a:pt x="181908" y="3132050"/>
                  <a:pt x="185372" y="3135514"/>
                  <a:pt x="185372" y="3139787"/>
                </a:cubicBezTo>
                <a:cubicBezTo>
                  <a:pt x="185372" y="3170733"/>
                  <a:pt x="185371" y="3201678"/>
                  <a:pt x="185371" y="3232624"/>
                </a:cubicBezTo>
                <a:lnTo>
                  <a:pt x="177635" y="3240360"/>
                </a:lnTo>
                <a:cubicBezTo>
                  <a:pt x="173362" y="3240360"/>
                  <a:pt x="169898" y="3236896"/>
                  <a:pt x="169898" y="3232623"/>
                </a:cubicBezTo>
                <a:lnTo>
                  <a:pt x="169898" y="3139787"/>
                </a:lnTo>
                <a:cubicBezTo>
                  <a:pt x="169919" y="3135514"/>
                  <a:pt x="173362" y="3132050"/>
                  <a:pt x="177635" y="3132050"/>
                </a:cubicBezTo>
                <a:close/>
                <a:moveTo>
                  <a:pt x="99499" y="3132050"/>
                </a:moveTo>
                <a:cubicBezTo>
                  <a:pt x="129408" y="3132050"/>
                  <a:pt x="153654" y="3156296"/>
                  <a:pt x="153654" y="3186205"/>
                </a:cubicBezTo>
                <a:cubicBezTo>
                  <a:pt x="153652" y="3216114"/>
                  <a:pt x="129407" y="3240360"/>
                  <a:pt x="99499" y="3240360"/>
                </a:cubicBezTo>
                <a:cubicBezTo>
                  <a:pt x="69590" y="3240360"/>
                  <a:pt x="45344" y="3216114"/>
                  <a:pt x="45344" y="3186205"/>
                </a:cubicBezTo>
                <a:cubicBezTo>
                  <a:pt x="45344" y="3156296"/>
                  <a:pt x="69590" y="3132050"/>
                  <a:pt x="99499" y="3132050"/>
                </a:cubicBezTo>
                <a:close/>
                <a:moveTo>
                  <a:pt x="21365" y="3132050"/>
                </a:moveTo>
                <a:cubicBezTo>
                  <a:pt x="25638" y="3132050"/>
                  <a:pt x="29102" y="3135514"/>
                  <a:pt x="29102" y="3139787"/>
                </a:cubicBezTo>
                <a:cubicBezTo>
                  <a:pt x="29102" y="3170733"/>
                  <a:pt x="29101" y="3201678"/>
                  <a:pt x="29101" y="3232624"/>
                </a:cubicBezTo>
                <a:lnTo>
                  <a:pt x="21365" y="3240360"/>
                </a:lnTo>
                <a:cubicBezTo>
                  <a:pt x="17092" y="3240360"/>
                  <a:pt x="13628" y="3236896"/>
                  <a:pt x="13628" y="3232623"/>
                </a:cubicBezTo>
                <a:lnTo>
                  <a:pt x="13628" y="3139787"/>
                </a:lnTo>
                <a:cubicBezTo>
                  <a:pt x="13638" y="3135514"/>
                  <a:pt x="17102" y="3132050"/>
                  <a:pt x="21365" y="3132050"/>
                </a:cubicBezTo>
                <a:close/>
                <a:moveTo>
                  <a:pt x="9075117" y="3011000"/>
                </a:moveTo>
                <a:cubicBezTo>
                  <a:pt x="9053659" y="3011000"/>
                  <a:pt x="9036264" y="3028395"/>
                  <a:pt x="9036264" y="3049853"/>
                </a:cubicBezTo>
                <a:cubicBezTo>
                  <a:pt x="9036264" y="3071311"/>
                  <a:pt x="9053659" y="3088706"/>
                  <a:pt x="9075117" y="3088706"/>
                </a:cubicBezTo>
                <a:cubicBezTo>
                  <a:pt x="9096575" y="3088706"/>
                  <a:pt x="9113970" y="3071311"/>
                  <a:pt x="9113970" y="3049853"/>
                </a:cubicBezTo>
                <a:cubicBezTo>
                  <a:pt x="9113970" y="3028395"/>
                  <a:pt x="9096575" y="3011000"/>
                  <a:pt x="9075117" y="3011000"/>
                </a:cubicBezTo>
                <a:close/>
                <a:moveTo>
                  <a:pt x="8911126" y="3011000"/>
                </a:moveTo>
                <a:cubicBezTo>
                  <a:pt x="8889668" y="3011000"/>
                  <a:pt x="8872273" y="3028395"/>
                  <a:pt x="8872273" y="3049853"/>
                </a:cubicBezTo>
                <a:cubicBezTo>
                  <a:pt x="8872273" y="3071311"/>
                  <a:pt x="8889668" y="3088706"/>
                  <a:pt x="8911126" y="3088706"/>
                </a:cubicBezTo>
                <a:cubicBezTo>
                  <a:pt x="8932584" y="3088706"/>
                  <a:pt x="8949979" y="3071311"/>
                  <a:pt x="8949979" y="3049853"/>
                </a:cubicBezTo>
                <a:cubicBezTo>
                  <a:pt x="8949979" y="3028395"/>
                  <a:pt x="8932584" y="3011000"/>
                  <a:pt x="8911126" y="3011000"/>
                </a:cubicBezTo>
                <a:close/>
                <a:moveTo>
                  <a:pt x="8711557" y="3011000"/>
                </a:moveTo>
                <a:cubicBezTo>
                  <a:pt x="8690099" y="3011000"/>
                  <a:pt x="8672704" y="3028395"/>
                  <a:pt x="8672704" y="3049853"/>
                </a:cubicBezTo>
                <a:cubicBezTo>
                  <a:pt x="8672704" y="3071311"/>
                  <a:pt x="8690099" y="3088706"/>
                  <a:pt x="8711557" y="3088706"/>
                </a:cubicBezTo>
                <a:cubicBezTo>
                  <a:pt x="8733015" y="3088706"/>
                  <a:pt x="8750410" y="3071311"/>
                  <a:pt x="8750410" y="3049853"/>
                </a:cubicBezTo>
                <a:cubicBezTo>
                  <a:pt x="8750410" y="3028395"/>
                  <a:pt x="8733015" y="3011000"/>
                  <a:pt x="8711557" y="3011000"/>
                </a:cubicBezTo>
                <a:close/>
                <a:moveTo>
                  <a:pt x="8547565" y="3011000"/>
                </a:moveTo>
                <a:cubicBezTo>
                  <a:pt x="8526107" y="3011000"/>
                  <a:pt x="8508712" y="3028395"/>
                  <a:pt x="8508712" y="3049853"/>
                </a:cubicBezTo>
                <a:cubicBezTo>
                  <a:pt x="8508712" y="3071311"/>
                  <a:pt x="8526107" y="3088706"/>
                  <a:pt x="8547565" y="3088706"/>
                </a:cubicBezTo>
                <a:cubicBezTo>
                  <a:pt x="8569023" y="3088706"/>
                  <a:pt x="8586418" y="3071311"/>
                  <a:pt x="8586418" y="3049853"/>
                </a:cubicBezTo>
                <a:cubicBezTo>
                  <a:pt x="8586418" y="3028395"/>
                  <a:pt x="8569023" y="3011000"/>
                  <a:pt x="8547565" y="3011000"/>
                </a:cubicBezTo>
                <a:close/>
                <a:moveTo>
                  <a:pt x="8347998" y="3011000"/>
                </a:moveTo>
                <a:cubicBezTo>
                  <a:pt x="8326540" y="3011000"/>
                  <a:pt x="8309145" y="3028395"/>
                  <a:pt x="8309145" y="3049853"/>
                </a:cubicBezTo>
                <a:cubicBezTo>
                  <a:pt x="8309145" y="3071311"/>
                  <a:pt x="8326540" y="3088706"/>
                  <a:pt x="8347998" y="3088706"/>
                </a:cubicBezTo>
                <a:cubicBezTo>
                  <a:pt x="8369456" y="3088706"/>
                  <a:pt x="8386851" y="3071311"/>
                  <a:pt x="8386851" y="3049853"/>
                </a:cubicBezTo>
                <a:cubicBezTo>
                  <a:pt x="8386851" y="3028395"/>
                  <a:pt x="8369456" y="3011000"/>
                  <a:pt x="8347998" y="3011000"/>
                </a:cubicBezTo>
                <a:close/>
                <a:moveTo>
                  <a:pt x="8219583" y="3011000"/>
                </a:moveTo>
                <a:cubicBezTo>
                  <a:pt x="8198125" y="3011000"/>
                  <a:pt x="8180730" y="3028395"/>
                  <a:pt x="8180730" y="3049853"/>
                </a:cubicBezTo>
                <a:cubicBezTo>
                  <a:pt x="8180730" y="3071311"/>
                  <a:pt x="8198125" y="3088706"/>
                  <a:pt x="8219583" y="3088706"/>
                </a:cubicBezTo>
                <a:cubicBezTo>
                  <a:pt x="8241041" y="3088706"/>
                  <a:pt x="8258436" y="3071311"/>
                  <a:pt x="8258436" y="3049853"/>
                </a:cubicBezTo>
                <a:cubicBezTo>
                  <a:pt x="8258436" y="3028395"/>
                  <a:pt x="8241041" y="3011000"/>
                  <a:pt x="8219583" y="3011000"/>
                </a:cubicBezTo>
                <a:close/>
                <a:moveTo>
                  <a:pt x="8020016" y="3011000"/>
                </a:moveTo>
                <a:cubicBezTo>
                  <a:pt x="7998558" y="3011000"/>
                  <a:pt x="7981163" y="3028395"/>
                  <a:pt x="7981163" y="3049853"/>
                </a:cubicBezTo>
                <a:cubicBezTo>
                  <a:pt x="7981163" y="3071311"/>
                  <a:pt x="7998558" y="3088706"/>
                  <a:pt x="8020016" y="3088706"/>
                </a:cubicBezTo>
                <a:cubicBezTo>
                  <a:pt x="8041474" y="3088706"/>
                  <a:pt x="8058869" y="3071311"/>
                  <a:pt x="8058869" y="3049853"/>
                </a:cubicBezTo>
                <a:cubicBezTo>
                  <a:pt x="8058869" y="3028395"/>
                  <a:pt x="8041474" y="3011000"/>
                  <a:pt x="8020016" y="3011000"/>
                </a:cubicBezTo>
                <a:close/>
                <a:moveTo>
                  <a:pt x="7856025" y="3011000"/>
                </a:moveTo>
                <a:cubicBezTo>
                  <a:pt x="7834567" y="3011000"/>
                  <a:pt x="7817172" y="3028395"/>
                  <a:pt x="7817172" y="3049853"/>
                </a:cubicBezTo>
                <a:cubicBezTo>
                  <a:pt x="7817172" y="3071311"/>
                  <a:pt x="7834567" y="3088706"/>
                  <a:pt x="7856025" y="3088706"/>
                </a:cubicBezTo>
                <a:cubicBezTo>
                  <a:pt x="7877483" y="3088706"/>
                  <a:pt x="7894878" y="3071311"/>
                  <a:pt x="7894878" y="3049853"/>
                </a:cubicBezTo>
                <a:cubicBezTo>
                  <a:pt x="7894878" y="3028395"/>
                  <a:pt x="7877483" y="3011000"/>
                  <a:pt x="7856025" y="3011000"/>
                </a:cubicBezTo>
                <a:close/>
                <a:moveTo>
                  <a:pt x="7692033" y="3011000"/>
                </a:moveTo>
                <a:cubicBezTo>
                  <a:pt x="7670575" y="3011000"/>
                  <a:pt x="7653180" y="3028395"/>
                  <a:pt x="7653180" y="3049853"/>
                </a:cubicBezTo>
                <a:cubicBezTo>
                  <a:pt x="7653180" y="3071311"/>
                  <a:pt x="7670575" y="3088706"/>
                  <a:pt x="7692033" y="3088706"/>
                </a:cubicBezTo>
                <a:cubicBezTo>
                  <a:pt x="7713491" y="3088706"/>
                  <a:pt x="7730886" y="3071311"/>
                  <a:pt x="7730886" y="3049853"/>
                </a:cubicBezTo>
                <a:cubicBezTo>
                  <a:pt x="7730886" y="3028395"/>
                  <a:pt x="7713491" y="3011000"/>
                  <a:pt x="7692033" y="3011000"/>
                </a:cubicBezTo>
                <a:close/>
                <a:moveTo>
                  <a:pt x="7492464" y="3011000"/>
                </a:moveTo>
                <a:cubicBezTo>
                  <a:pt x="7471006" y="3011000"/>
                  <a:pt x="7453611" y="3028395"/>
                  <a:pt x="7453611" y="3049853"/>
                </a:cubicBezTo>
                <a:cubicBezTo>
                  <a:pt x="7453611" y="3071311"/>
                  <a:pt x="7471006" y="3088706"/>
                  <a:pt x="7492464" y="3088706"/>
                </a:cubicBezTo>
                <a:cubicBezTo>
                  <a:pt x="7513922" y="3088706"/>
                  <a:pt x="7531317" y="3071311"/>
                  <a:pt x="7531317" y="3049853"/>
                </a:cubicBezTo>
                <a:cubicBezTo>
                  <a:pt x="7531317" y="3028395"/>
                  <a:pt x="7513922" y="3011000"/>
                  <a:pt x="7492464" y="3011000"/>
                </a:cubicBezTo>
                <a:close/>
                <a:moveTo>
                  <a:pt x="7328473" y="3011000"/>
                </a:moveTo>
                <a:cubicBezTo>
                  <a:pt x="7307015" y="3011000"/>
                  <a:pt x="7289620" y="3028395"/>
                  <a:pt x="7289620" y="3049853"/>
                </a:cubicBezTo>
                <a:cubicBezTo>
                  <a:pt x="7289620" y="3071311"/>
                  <a:pt x="7307015" y="3088706"/>
                  <a:pt x="7328473" y="3088706"/>
                </a:cubicBezTo>
                <a:cubicBezTo>
                  <a:pt x="7349931" y="3088706"/>
                  <a:pt x="7367326" y="3071311"/>
                  <a:pt x="7367326" y="3049853"/>
                </a:cubicBezTo>
                <a:cubicBezTo>
                  <a:pt x="7367326" y="3028395"/>
                  <a:pt x="7349931" y="3011000"/>
                  <a:pt x="7328473" y="3011000"/>
                </a:cubicBezTo>
                <a:close/>
                <a:moveTo>
                  <a:pt x="7058218" y="3011000"/>
                </a:moveTo>
                <a:cubicBezTo>
                  <a:pt x="7036760" y="3011000"/>
                  <a:pt x="7019365" y="3028395"/>
                  <a:pt x="7019365" y="3049853"/>
                </a:cubicBezTo>
                <a:cubicBezTo>
                  <a:pt x="7019365" y="3071311"/>
                  <a:pt x="7036760" y="3088706"/>
                  <a:pt x="7058218" y="3088706"/>
                </a:cubicBezTo>
                <a:cubicBezTo>
                  <a:pt x="7079676" y="3088706"/>
                  <a:pt x="7097071" y="3071311"/>
                  <a:pt x="7097071" y="3049853"/>
                </a:cubicBezTo>
                <a:cubicBezTo>
                  <a:pt x="7097071" y="3028395"/>
                  <a:pt x="7079676" y="3011000"/>
                  <a:pt x="7058218" y="3011000"/>
                </a:cubicBezTo>
                <a:close/>
                <a:moveTo>
                  <a:pt x="6894226" y="3011000"/>
                </a:moveTo>
                <a:cubicBezTo>
                  <a:pt x="6872768" y="3011000"/>
                  <a:pt x="6855373" y="3028395"/>
                  <a:pt x="6855373" y="3049853"/>
                </a:cubicBezTo>
                <a:cubicBezTo>
                  <a:pt x="6855373" y="3071311"/>
                  <a:pt x="6872768" y="3088706"/>
                  <a:pt x="6894226" y="3088706"/>
                </a:cubicBezTo>
                <a:cubicBezTo>
                  <a:pt x="6915684" y="3088706"/>
                  <a:pt x="6933079" y="3071311"/>
                  <a:pt x="6933079" y="3049853"/>
                </a:cubicBezTo>
                <a:cubicBezTo>
                  <a:pt x="6933079" y="3028395"/>
                  <a:pt x="6915684" y="3011000"/>
                  <a:pt x="6894226" y="3011000"/>
                </a:cubicBezTo>
                <a:close/>
                <a:moveTo>
                  <a:pt x="6694657" y="3011000"/>
                </a:moveTo>
                <a:cubicBezTo>
                  <a:pt x="6673199" y="3011000"/>
                  <a:pt x="6655804" y="3028395"/>
                  <a:pt x="6655804" y="3049853"/>
                </a:cubicBezTo>
                <a:cubicBezTo>
                  <a:pt x="6655804" y="3071311"/>
                  <a:pt x="6673199" y="3088706"/>
                  <a:pt x="6694657" y="3088706"/>
                </a:cubicBezTo>
                <a:cubicBezTo>
                  <a:pt x="6716115" y="3088706"/>
                  <a:pt x="6733510" y="3071311"/>
                  <a:pt x="6733510" y="3049853"/>
                </a:cubicBezTo>
                <a:cubicBezTo>
                  <a:pt x="6733510" y="3028395"/>
                  <a:pt x="6716115" y="3011000"/>
                  <a:pt x="6694657" y="3011000"/>
                </a:cubicBezTo>
                <a:close/>
                <a:moveTo>
                  <a:pt x="6530665" y="3011000"/>
                </a:moveTo>
                <a:cubicBezTo>
                  <a:pt x="6509207" y="3011000"/>
                  <a:pt x="6491812" y="3028395"/>
                  <a:pt x="6491812" y="3049853"/>
                </a:cubicBezTo>
                <a:cubicBezTo>
                  <a:pt x="6491812" y="3071311"/>
                  <a:pt x="6509207" y="3088706"/>
                  <a:pt x="6530665" y="3088706"/>
                </a:cubicBezTo>
                <a:cubicBezTo>
                  <a:pt x="6552123" y="3088706"/>
                  <a:pt x="6569518" y="3071311"/>
                  <a:pt x="6569518" y="3049853"/>
                </a:cubicBezTo>
                <a:cubicBezTo>
                  <a:pt x="6569518" y="3028395"/>
                  <a:pt x="6552123" y="3011000"/>
                  <a:pt x="6530665" y="3011000"/>
                </a:cubicBezTo>
                <a:close/>
                <a:moveTo>
                  <a:pt x="6366674" y="3011000"/>
                </a:moveTo>
                <a:cubicBezTo>
                  <a:pt x="6345216" y="3011000"/>
                  <a:pt x="6327821" y="3028395"/>
                  <a:pt x="6327821" y="3049853"/>
                </a:cubicBezTo>
                <a:cubicBezTo>
                  <a:pt x="6327821" y="3071311"/>
                  <a:pt x="6345216" y="3088706"/>
                  <a:pt x="6366674" y="3088706"/>
                </a:cubicBezTo>
                <a:cubicBezTo>
                  <a:pt x="6388132" y="3088706"/>
                  <a:pt x="6405527" y="3071311"/>
                  <a:pt x="6405527" y="3049853"/>
                </a:cubicBezTo>
                <a:cubicBezTo>
                  <a:pt x="6405527" y="3028395"/>
                  <a:pt x="6388132" y="3011000"/>
                  <a:pt x="6366674" y="3011000"/>
                </a:cubicBezTo>
                <a:close/>
                <a:moveTo>
                  <a:pt x="6167107" y="3011000"/>
                </a:moveTo>
                <a:cubicBezTo>
                  <a:pt x="6145649" y="3011000"/>
                  <a:pt x="6128254" y="3028395"/>
                  <a:pt x="6128254" y="3049853"/>
                </a:cubicBezTo>
                <a:cubicBezTo>
                  <a:pt x="6128254" y="3071311"/>
                  <a:pt x="6145649" y="3088706"/>
                  <a:pt x="6167107" y="3088706"/>
                </a:cubicBezTo>
                <a:cubicBezTo>
                  <a:pt x="6188565" y="3088706"/>
                  <a:pt x="6205960" y="3071311"/>
                  <a:pt x="6205960" y="3049853"/>
                </a:cubicBezTo>
                <a:cubicBezTo>
                  <a:pt x="6205960" y="3028395"/>
                  <a:pt x="6188565" y="3011000"/>
                  <a:pt x="6167107" y="3011000"/>
                </a:cubicBezTo>
                <a:close/>
                <a:moveTo>
                  <a:pt x="6038692" y="3011000"/>
                </a:moveTo>
                <a:cubicBezTo>
                  <a:pt x="6017234" y="3011000"/>
                  <a:pt x="5999839" y="3028395"/>
                  <a:pt x="5999839" y="3049853"/>
                </a:cubicBezTo>
                <a:cubicBezTo>
                  <a:pt x="5999839" y="3071311"/>
                  <a:pt x="6017234" y="3088706"/>
                  <a:pt x="6038692" y="3088706"/>
                </a:cubicBezTo>
                <a:cubicBezTo>
                  <a:pt x="6060150" y="3088706"/>
                  <a:pt x="6077545" y="3071311"/>
                  <a:pt x="6077545" y="3049853"/>
                </a:cubicBezTo>
                <a:cubicBezTo>
                  <a:pt x="6077545" y="3028395"/>
                  <a:pt x="6060150" y="3011000"/>
                  <a:pt x="6038692" y="3011000"/>
                </a:cubicBezTo>
                <a:close/>
                <a:moveTo>
                  <a:pt x="5839125" y="3011000"/>
                </a:moveTo>
                <a:cubicBezTo>
                  <a:pt x="5817667" y="3011000"/>
                  <a:pt x="5800272" y="3028395"/>
                  <a:pt x="5800272" y="3049853"/>
                </a:cubicBezTo>
                <a:cubicBezTo>
                  <a:pt x="5800272" y="3071311"/>
                  <a:pt x="5817667" y="3088706"/>
                  <a:pt x="5839125" y="3088706"/>
                </a:cubicBezTo>
                <a:cubicBezTo>
                  <a:pt x="5860583" y="3088706"/>
                  <a:pt x="5877978" y="3071311"/>
                  <a:pt x="5877978" y="3049853"/>
                </a:cubicBezTo>
                <a:cubicBezTo>
                  <a:pt x="5877978" y="3028395"/>
                  <a:pt x="5860583" y="3011000"/>
                  <a:pt x="5839125" y="3011000"/>
                </a:cubicBezTo>
                <a:close/>
                <a:moveTo>
                  <a:pt x="5675133" y="3011000"/>
                </a:moveTo>
                <a:cubicBezTo>
                  <a:pt x="5653675" y="3011000"/>
                  <a:pt x="5636280" y="3028395"/>
                  <a:pt x="5636280" y="3049853"/>
                </a:cubicBezTo>
                <a:cubicBezTo>
                  <a:pt x="5636280" y="3071311"/>
                  <a:pt x="5653675" y="3088706"/>
                  <a:pt x="5675133" y="3088706"/>
                </a:cubicBezTo>
                <a:cubicBezTo>
                  <a:pt x="5696591" y="3088706"/>
                  <a:pt x="5713986" y="3071311"/>
                  <a:pt x="5713986" y="3049853"/>
                </a:cubicBezTo>
                <a:cubicBezTo>
                  <a:pt x="5713986" y="3028395"/>
                  <a:pt x="5696591" y="3011000"/>
                  <a:pt x="5675133" y="3011000"/>
                </a:cubicBezTo>
                <a:close/>
                <a:moveTo>
                  <a:pt x="5475565" y="3011000"/>
                </a:moveTo>
                <a:cubicBezTo>
                  <a:pt x="5454107" y="3011000"/>
                  <a:pt x="5436712" y="3028395"/>
                  <a:pt x="5436712" y="3049853"/>
                </a:cubicBezTo>
                <a:cubicBezTo>
                  <a:pt x="5436712" y="3071311"/>
                  <a:pt x="5454107" y="3088706"/>
                  <a:pt x="5475565" y="3088706"/>
                </a:cubicBezTo>
                <a:cubicBezTo>
                  <a:pt x="5497023" y="3088706"/>
                  <a:pt x="5514418" y="3071311"/>
                  <a:pt x="5514418" y="3049853"/>
                </a:cubicBezTo>
                <a:cubicBezTo>
                  <a:pt x="5514418" y="3028395"/>
                  <a:pt x="5497023" y="3011000"/>
                  <a:pt x="5475565" y="3011000"/>
                </a:cubicBezTo>
                <a:close/>
                <a:moveTo>
                  <a:pt x="5311573" y="3011000"/>
                </a:moveTo>
                <a:cubicBezTo>
                  <a:pt x="5290115" y="3011000"/>
                  <a:pt x="5272720" y="3028395"/>
                  <a:pt x="5272720" y="3049853"/>
                </a:cubicBezTo>
                <a:cubicBezTo>
                  <a:pt x="5272720" y="3071311"/>
                  <a:pt x="5290115" y="3088706"/>
                  <a:pt x="5311573" y="3088706"/>
                </a:cubicBezTo>
                <a:cubicBezTo>
                  <a:pt x="5333031" y="3088706"/>
                  <a:pt x="5350426" y="3071311"/>
                  <a:pt x="5350426" y="3049853"/>
                </a:cubicBezTo>
                <a:cubicBezTo>
                  <a:pt x="5350426" y="3028395"/>
                  <a:pt x="5333031" y="3011000"/>
                  <a:pt x="5311573" y="3011000"/>
                </a:cubicBezTo>
                <a:close/>
                <a:moveTo>
                  <a:pt x="5147582" y="3011000"/>
                </a:moveTo>
                <a:cubicBezTo>
                  <a:pt x="5126124" y="3011000"/>
                  <a:pt x="5108729" y="3028395"/>
                  <a:pt x="5108729" y="3049853"/>
                </a:cubicBezTo>
                <a:cubicBezTo>
                  <a:pt x="5108729" y="3071311"/>
                  <a:pt x="5126124" y="3088706"/>
                  <a:pt x="5147582" y="3088706"/>
                </a:cubicBezTo>
                <a:cubicBezTo>
                  <a:pt x="5169040" y="3088706"/>
                  <a:pt x="5186435" y="3071311"/>
                  <a:pt x="5186435" y="3049853"/>
                </a:cubicBezTo>
                <a:cubicBezTo>
                  <a:pt x="5186435" y="3028395"/>
                  <a:pt x="5169040" y="3011000"/>
                  <a:pt x="5147582" y="3011000"/>
                </a:cubicBezTo>
                <a:close/>
                <a:moveTo>
                  <a:pt x="4948014" y="3011000"/>
                </a:moveTo>
                <a:cubicBezTo>
                  <a:pt x="4926556" y="3011000"/>
                  <a:pt x="4909161" y="3028395"/>
                  <a:pt x="4909161" y="3049853"/>
                </a:cubicBezTo>
                <a:cubicBezTo>
                  <a:pt x="4909161" y="3071311"/>
                  <a:pt x="4926556" y="3088706"/>
                  <a:pt x="4948014" y="3088706"/>
                </a:cubicBezTo>
                <a:cubicBezTo>
                  <a:pt x="4969472" y="3088706"/>
                  <a:pt x="4986867" y="3071311"/>
                  <a:pt x="4986867" y="3049853"/>
                </a:cubicBezTo>
                <a:cubicBezTo>
                  <a:pt x="4986867" y="3028395"/>
                  <a:pt x="4969472" y="3011000"/>
                  <a:pt x="4948014" y="3011000"/>
                </a:cubicBezTo>
                <a:close/>
                <a:moveTo>
                  <a:pt x="4819600" y="3011000"/>
                </a:moveTo>
                <a:cubicBezTo>
                  <a:pt x="4798142" y="3011000"/>
                  <a:pt x="4780747" y="3028395"/>
                  <a:pt x="4780747" y="3049853"/>
                </a:cubicBezTo>
                <a:cubicBezTo>
                  <a:pt x="4780747" y="3071311"/>
                  <a:pt x="4798142" y="3088706"/>
                  <a:pt x="4819600" y="3088706"/>
                </a:cubicBezTo>
                <a:cubicBezTo>
                  <a:pt x="4841058" y="3088706"/>
                  <a:pt x="4858453" y="3071311"/>
                  <a:pt x="4858453" y="3049853"/>
                </a:cubicBezTo>
                <a:cubicBezTo>
                  <a:pt x="4858453" y="3028395"/>
                  <a:pt x="4841058" y="3011000"/>
                  <a:pt x="4819600" y="3011000"/>
                </a:cubicBezTo>
                <a:close/>
                <a:moveTo>
                  <a:pt x="4691186" y="3011000"/>
                </a:moveTo>
                <a:cubicBezTo>
                  <a:pt x="4669728" y="3011000"/>
                  <a:pt x="4652333" y="3028395"/>
                  <a:pt x="4652333" y="3049853"/>
                </a:cubicBezTo>
                <a:cubicBezTo>
                  <a:pt x="4652333" y="3071311"/>
                  <a:pt x="4669728" y="3088706"/>
                  <a:pt x="4691186" y="3088706"/>
                </a:cubicBezTo>
                <a:cubicBezTo>
                  <a:pt x="4712644" y="3088706"/>
                  <a:pt x="4730039" y="3071311"/>
                  <a:pt x="4730039" y="3049853"/>
                </a:cubicBezTo>
                <a:cubicBezTo>
                  <a:pt x="4730039" y="3028395"/>
                  <a:pt x="4712644" y="3011000"/>
                  <a:pt x="4691186" y="3011000"/>
                </a:cubicBezTo>
                <a:close/>
                <a:moveTo>
                  <a:pt x="4562771" y="3011000"/>
                </a:moveTo>
                <a:cubicBezTo>
                  <a:pt x="4541313" y="3011000"/>
                  <a:pt x="4523918" y="3028395"/>
                  <a:pt x="4523918" y="3049853"/>
                </a:cubicBezTo>
                <a:cubicBezTo>
                  <a:pt x="4523918" y="3071311"/>
                  <a:pt x="4541313" y="3088706"/>
                  <a:pt x="4562771" y="3088706"/>
                </a:cubicBezTo>
                <a:cubicBezTo>
                  <a:pt x="4584229" y="3088706"/>
                  <a:pt x="4601624" y="3071311"/>
                  <a:pt x="4601624" y="3049853"/>
                </a:cubicBezTo>
                <a:cubicBezTo>
                  <a:pt x="4601624" y="3028395"/>
                  <a:pt x="4584229" y="3011000"/>
                  <a:pt x="4562771" y="3011000"/>
                </a:cubicBezTo>
                <a:close/>
                <a:moveTo>
                  <a:pt x="4363204" y="3011000"/>
                </a:moveTo>
                <a:cubicBezTo>
                  <a:pt x="4341746" y="3011000"/>
                  <a:pt x="4324351" y="3028395"/>
                  <a:pt x="4324351" y="3049853"/>
                </a:cubicBezTo>
                <a:cubicBezTo>
                  <a:pt x="4324351" y="3071311"/>
                  <a:pt x="4341746" y="3088706"/>
                  <a:pt x="4363204" y="3088706"/>
                </a:cubicBezTo>
                <a:cubicBezTo>
                  <a:pt x="4384662" y="3088706"/>
                  <a:pt x="4402057" y="3071311"/>
                  <a:pt x="4402057" y="3049853"/>
                </a:cubicBezTo>
                <a:cubicBezTo>
                  <a:pt x="4402057" y="3028395"/>
                  <a:pt x="4384662" y="3011000"/>
                  <a:pt x="4363204" y="3011000"/>
                </a:cubicBezTo>
                <a:close/>
                <a:moveTo>
                  <a:pt x="4199213" y="3011000"/>
                </a:moveTo>
                <a:cubicBezTo>
                  <a:pt x="4177755" y="3011000"/>
                  <a:pt x="4160360" y="3028395"/>
                  <a:pt x="4160360" y="3049853"/>
                </a:cubicBezTo>
                <a:cubicBezTo>
                  <a:pt x="4160360" y="3071311"/>
                  <a:pt x="4177755" y="3088706"/>
                  <a:pt x="4199213" y="3088706"/>
                </a:cubicBezTo>
                <a:cubicBezTo>
                  <a:pt x="4220671" y="3088706"/>
                  <a:pt x="4238066" y="3071311"/>
                  <a:pt x="4238066" y="3049853"/>
                </a:cubicBezTo>
                <a:cubicBezTo>
                  <a:pt x="4238066" y="3028395"/>
                  <a:pt x="4220671" y="3011000"/>
                  <a:pt x="4199213" y="3011000"/>
                </a:cubicBezTo>
                <a:close/>
                <a:moveTo>
                  <a:pt x="4035221" y="3011000"/>
                </a:moveTo>
                <a:cubicBezTo>
                  <a:pt x="4013763" y="3011000"/>
                  <a:pt x="3996368" y="3028395"/>
                  <a:pt x="3996368" y="3049853"/>
                </a:cubicBezTo>
                <a:cubicBezTo>
                  <a:pt x="3996368" y="3071311"/>
                  <a:pt x="4013763" y="3088706"/>
                  <a:pt x="4035221" y="3088706"/>
                </a:cubicBezTo>
                <a:cubicBezTo>
                  <a:pt x="4056679" y="3088706"/>
                  <a:pt x="4074074" y="3071311"/>
                  <a:pt x="4074074" y="3049853"/>
                </a:cubicBezTo>
                <a:cubicBezTo>
                  <a:pt x="4074074" y="3028395"/>
                  <a:pt x="4056679" y="3011000"/>
                  <a:pt x="4035221" y="3011000"/>
                </a:cubicBezTo>
                <a:close/>
                <a:moveTo>
                  <a:pt x="3835652" y="3011000"/>
                </a:moveTo>
                <a:cubicBezTo>
                  <a:pt x="3814194" y="3011000"/>
                  <a:pt x="3796799" y="3028395"/>
                  <a:pt x="3796799" y="3049853"/>
                </a:cubicBezTo>
                <a:cubicBezTo>
                  <a:pt x="3796799" y="3071311"/>
                  <a:pt x="3814194" y="3088706"/>
                  <a:pt x="3835652" y="3088706"/>
                </a:cubicBezTo>
                <a:cubicBezTo>
                  <a:pt x="3857110" y="3088706"/>
                  <a:pt x="3874505" y="3071311"/>
                  <a:pt x="3874505" y="3049853"/>
                </a:cubicBezTo>
                <a:cubicBezTo>
                  <a:pt x="3874505" y="3028395"/>
                  <a:pt x="3857110" y="3011000"/>
                  <a:pt x="3835652" y="3011000"/>
                </a:cubicBezTo>
                <a:close/>
                <a:moveTo>
                  <a:pt x="3671661" y="3011000"/>
                </a:moveTo>
                <a:cubicBezTo>
                  <a:pt x="3650203" y="3011000"/>
                  <a:pt x="3632808" y="3028395"/>
                  <a:pt x="3632808" y="3049853"/>
                </a:cubicBezTo>
                <a:cubicBezTo>
                  <a:pt x="3632808" y="3071311"/>
                  <a:pt x="3650203" y="3088706"/>
                  <a:pt x="3671661" y="3088706"/>
                </a:cubicBezTo>
                <a:cubicBezTo>
                  <a:pt x="3693119" y="3088706"/>
                  <a:pt x="3710514" y="3071311"/>
                  <a:pt x="3710514" y="3049853"/>
                </a:cubicBezTo>
                <a:cubicBezTo>
                  <a:pt x="3710514" y="3028395"/>
                  <a:pt x="3693119" y="3011000"/>
                  <a:pt x="3671661" y="3011000"/>
                </a:cubicBezTo>
                <a:close/>
                <a:moveTo>
                  <a:pt x="3436516" y="3011000"/>
                </a:moveTo>
                <a:cubicBezTo>
                  <a:pt x="3415058" y="3011000"/>
                  <a:pt x="3397663" y="3028395"/>
                  <a:pt x="3397663" y="3049853"/>
                </a:cubicBezTo>
                <a:cubicBezTo>
                  <a:pt x="3397663" y="3071311"/>
                  <a:pt x="3415058" y="3088706"/>
                  <a:pt x="3436516" y="3088706"/>
                </a:cubicBezTo>
                <a:cubicBezTo>
                  <a:pt x="3457974" y="3088706"/>
                  <a:pt x="3475369" y="3071311"/>
                  <a:pt x="3475369" y="3049853"/>
                </a:cubicBezTo>
                <a:cubicBezTo>
                  <a:pt x="3475369" y="3028395"/>
                  <a:pt x="3457974" y="3011000"/>
                  <a:pt x="3436516" y="3011000"/>
                </a:cubicBezTo>
                <a:close/>
                <a:moveTo>
                  <a:pt x="3236948" y="3011000"/>
                </a:moveTo>
                <a:cubicBezTo>
                  <a:pt x="3215490" y="3011000"/>
                  <a:pt x="3198095" y="3028395"/>
                  <a:pt x="3198095" y="3049853"/>
                </a:cubicBezTo>
                <a:cubicBezTo>
                  <a:pt x="3198095" y="3071311"/>
                  <a:pt x="3215490" y="3088706"/>
                  <a:pt x="3236948" y="3088706"/>
                </a:cubicBezTo>
                <a:cubicBezTo>
                  <a:pt x="3258406" y="3088706"/>
                  <a:pt x="3275801" y="3071311"/>
                  <a:pt x="3275801" y="3049853"/>
                </a:cubicBezTo>
                <a:cubicBezTo>
                  <a:pt x="3275801" y="3028395"/>
                  <a:pt x="3258406" y="3011000"/>
                  <a:pt x="3236948" y="3011000"/>
                </a:cubicBezTo>
                <a:close/>
                <a:moveTo>
                  <a:pt x="3037379" y="3011000"/>
                </a:moveTo>
                <a:cubicBezTo>
                  <a:pt x="3015921" y="3011000"/>
                  <a:pt x="2998526" y="3028395"/>
                  <a:pt x="2998526" y="3049853"/>
                </a:cubicBezTo>
                <a:cubicBezTo>
                  <a:pt x="2998526" y="3071311"/>
                  <a:pt x="3015921" y="3088706"/>
                  <a:pt x="3037379" y="3088706"/>
                </a:cubicBezTo>
                <a:cubicBezTo>
                  <a:pt x="3058837" y="3088706"/>
                  <a:pt x="3076232" y="3071311"/>
                  <a:pt x="3076232" y="3049853"/>
                </a:cubicBezTo>
                <a:cubicBezTo>
                  <a:pt x="3076232" y="3028395"/>
                  <a:pt x="3058837" y="3011000"/>
                  <a:pt x="3037379" y="3011000"/>
                </a:cubicBezTo>
                <a:close/>
                <a:moveTo>
                  <a:pt x="2873387" y="3011000"/>
                </a:moveTo>
                <a:cubicBezTo>
                  <a:pt x="2851929" y="3011000"/>
                  <a:pt x="2834534" y="3028395"/>
                  <a:pt x="2834534" y="3049853"/>
                </a:cubicBezTo>
                <a:cubicBezTo>
                  <a:pt x="2834534" y="3071311"/>
                  <a:pt x="2851929" y="3088706"/>
                  <a:pt x="2873387" y="3088706"/>
                </a:cubicBezTo>
                <a:cubicBezTo>
                  <a:pt x="2894845" y="3088706"/>
                  <a:pt x="2912240" y="3071311"/>
                  <a:pt x="2912240" y="3049853"/>
                </a:cubicBezTo>
                <a:cubicBezTo>
                  <a:pt x="2912240" y="3028395"/>
                  <a:pt x="2894845" y="3011000"/>
                  <a:pt x="2873387" y="3011000"/>
                </a:cubicBezTo>
                <a:close/>
                <a:moveTo>
                  <a:pt x="2709396" y="3011000"/>
                </a:moveTo>
                <a:cubicBezTo>
                  <a:pt x="2687938" y="3011000"/>
                  <a:pt x="2670543" y="3028395"/>
                  <a:pt x="2670543" y="3049853"/>
                </a:cubicBezTo>
                <a:cubicBezTo>
                  <a:pt x="2670543" y="3071311"/>
                  <a:pt x="2687938" y="3088706"/>
                  <a:pt x="2709396" y="3088706"/>
                </a:cubicBezTo>
                <a:cubicBezTo>
                  <a:pt x="2730854" y="3088706"/>
                  <a:pt x="2748249" y="3071311"/>
                  <a:pt x="2748249" y="3049853"/>
                </a:cubicBezTo>
                <a:cubicBezTo>
                  <a:pt x="2748249" y="3028395"/>
                  <a:pt x="2730854" y="3011000"/>
                  <a:pt x="2709396" y="3011000"/>
                </a:cubicBezTo>
                <a:close/>
                <a:moveTo>
                  <a:pt x="2509829" y="3011000"/>
                </a:moveTo>
                <a:cubicBezTo>
                  <a:pt x="2488371" y="3011000"/>
                  <a:pt x="2470976" y="3028395"/>
                  <a:pt x="2470976" y="3049853"/>
                </a:cubicBezTo>
                <a:cubicBezTo>
                  <a:pt x="2470976" y="3071311"/>
                  <a:pt x="2488371" y="3088706"/>
                  <a:pt x="2509829" y="3088706"/>
                </a:cubicBezTo>
                <a:cubicBezTo>
                  <a:pt x="2531287" y="3088706"/>
                  <a:pt x="2548682" y="3071311"/>
                  <a:pt x="2548682" y="3049853"/>
                </a:cubicBezTo>
                <a:cubicBezTo>
                  <a:pt x="2548682" y="3028395"/>
                  <a:pt x="2531287" y="3011000"/>
                  <a:pt x="2509829" y="3011000"/>
                </a:cubicBezTo>
                <a:close/>
                <a:moveTo>
                  <a:pt x="2381414" y="3011000"/>
                </a:moveTo>
                <a:cubicBezTo>
                  <a:pt x="2359956" y="3011000"/>
                  <a:pt x="2342561" y="3028395"/>
                  <a:pt x="2342561" y="3049853"/>
                </a:cubicBezTo>
                <a:cubicBezTo>
                  <a:pt x="2342561" y="3071311"/>
                  <a:pt x="2359956" y="3088706"/>
                  <a:pt x="2381414" y="3088706"/>
                </a:cubicBezTo>
                <a:cubicBezTo>
                  <a:pt x="2402872" y="3088706"/>
                  <a:pt x="2420267" y="3071311"/>
                  <a:pt x="2420267" y="3049853"/>
                </a:cubicBezTo>
                <a:cubicBezTo>
                  <a:pt x="2420267" y="3028395"/>
                  <a:pt x="2402872" y="3011000"/>
                  <a:pt x="2381414" y="3011000"/>
                </a:cubicBezTo>
                <a:close/>
                <a:moveTo>
                  <a:pt x="2253000" y="3011000"/>
                </a:moveTo>
                <a:cubicBezTo>
                  <a:pt x="2231542" y="3011000"/>
                  <a:pt x="2214147" y="3028395"/>
                  <a:pt x="2214147" y="3049853"/>
                </a:cubicBezTo>
                <a:cubicBezTo>
                  <a:pt x="2214147" y="3071311"/>
                  <a:pt x="2231542" y="3088706"/>
                  <a:pt x="2253000" y="3088706"/>
                </a:cubicBezTo>
                <a:cubicBezTo>
                  <a:pt x="2274458" y="3088706"/>
                  <a:pt x="2291853" y="3071311"/>
                  <a:pt x="2291853" y="3049853"/>
                </a:cubicBezTo>
                <a:cubicBezTo>
                  <a:pt x="2291853" y="3028395"/>
                  <a:pt x="2274458" y="3011000"/>
                  <a:pt x="2253000" y="3011000"/>
                </a:cubicBezTo>
                <a:close/>
                <a:moveTo>
                  <a:pt x="2124586" y="3011000"/>
                </a:moveTo>
                <a:cubicBezTo>
                  <a:pt x="2103128" y="3011000"/>
                  <a:pt x="2085733" y="3028395"/>
                  <a:pt x="2085733" y="3049853"/>
                </a:cubicBezTo>
                <a:cubicBezTo>
                  <a:pt x="2085733" y="3071311"/>
                  <a:pt x="2103128" y="3088706"/>
                  <a:pt x="2124586" y="3088706"/>
                </a:cubicBezTo>
                <a:cubicBezTo>
                  <a:pt x="2146044" y="3088706"/>
                  <a:pt x="2163439" y="3071311"/>
                  <a:pt x="2163439" y="3049853"/>
                </a:cubicBezTo>
                <a:cubicBezTo>
                  <a:pt x="2163439" y="3028395"/>
                  <a:pt x="2146044" y="3011000"/>
                  <a:pt x="2124586" y="3011000"/>
                </a:cubicBezTo>
                <a:close/>
                <a:moveTo>
                  <a:pt x="1925018" y="3011000"/>
                </a:moveTo>
                <a:cubicBezTo>
                  <a:pt x="1903560" y="3011000"/>
                  <a:pt x="1886165" y="3028395"/>
                  <a:pt x="1886165" y="3049853"/>
                </a:cubicBezTo>
                <a:cubicBezTo>
                  <a:pt x="1886165" y="3071311"/>
                  <a:pt x="1903560" y="3088706"/>
                  <a:pt x="1925018" y="3088706"/>
                </a:cubicBezTo>
                <a:cubicBezTo>
                  <a:pt x="1946476" y="3088706"/>
                  <a:pt x="1963871" y="3071311"/>
                  <a:pt x="1963871" y="3049853"/>
                </a:cubicBezTo>
                <a:cubicBezTo>
                  <a:pt x="1963871" y="3028395"/>
                  <a:pt x="1946476" y="3011000"/>
                  <a:pt x="1925018" y="3011000"/>
                </a:cubicBezTo>
                <a:close/>
                <a:moveTo>
                  <a:pt x="1761027" y="3011000"/>
                </a:moveTo>
                <a:cubicBezTo>
                  <a:pt x="1739569" y="3011000"/>
                  <a:pt x="1722174" y="3028395"/>
                  <a:pt x="1722174" y="3049853"/>
                </a:cubicBezTo>
                <a:cubicBezTo>
                  <a:pt x="1722174" y="3071311"/>
                  <a:pt x="1739569" y="3088706"/>
                  <a:pt x="1761027" y="3088706"/>
                </a:cubicBezTo>
                <a:cubicBezTo>
                  <a:pt x="1782485" y="3088706"/>
                  <a:pt x="1799880" y="3071311"/>
                  <a:pt x="1799880" y="3049853"/>
                </a:cubicBezTo>
                <a:cubicBezTo>
                  <a:pt x="1799880" y="3028395"/>
                  <a:pt x="1782485" y="3011000"/>
                  <a:pt x="1761027" y="3011000"/>
                </a:cubicBezTo>
                <a:close/>
                <a:moveTo>
                  <a:pt x="1597036" y="3011000"/>
                </a:moveTo>
                <a:cubicBezTo>
                  <a:pt x="1575578" y="3011000"/>
                  <a:pt x="1558183" y="3028395"/>
                  <a:pt x="1558183" y="3049853"/>
                </a:cubicBezTo>
                <a:cubicBezTo>
                  <a:pt x="1558183" y="3071311"/>
                  <a:pt x="1575578" y="3088706"/>
                  <a:pt x="1597036" y="3088706"/>
                </a:cubicBezTo>
                <a:cubicBezTo>
                  <a:pt x="1618494" y="3088706"/>
                  <a:pt x="1635889" y="3071311"/>
                  <a:pt x="1635889" y="3049853"/>
                </a:cubicBezTo>
                <a:cubicBezTo>
                  <a:pt x="1635889" y="3028395"/>
                  <a:pt x="1618494" y="3011000"/>
                  <a:pt x="1597036" y="3011000"/>
                </a:cubicBezTo>
                <a:close/>
                <a:moveTo>
                  <a:pt x="1397467" y="3011000"/>
                </a:moveTo>
                <a:cubicBezTo>
                  <a:pt x="1376009" y="3011000"/>
                  <a:pt x="1358614" y="3028395"/>
                  <a:pt x="1358614" y="3049853"/>
                </a:cubicBezTo>
                <a:cubicBezTo>
                  <a:pt x="1358614" y="3071311"/>
                  <a:pt x="1376009" y="3088706"/>
                  <a:pt x="1397467" y="3088706"/>
                </a:cubicBezTo>
                <a:cubicBezTo>
                  <a:pt x="1418925" y="3088706"/>
                  <a:pt x="1436320" y="3071311"/>
                  <a:pt x="1436320" y="3049853"/>
                </a:cubicBezTo>
                <a:cubicBezTo>
                  <a:pt x="1436320" y="3028395"/>
                  <a:pt x="1418925" y="3011000"/>
                  <a:pt x="1397467" y="3011000"/>
                </a:cubicBezTo>
                <a:close/>
                <a:moveTo>
                  <a:pt x="1233475" y="3011000"/>
                </a:moveTo>
                <a:cubicBezTo>
                  <a:pt x="1212017" y="3011000"/>
                  <a:pt x="1194622" y="3028395"/>
                  <a:pt x="1194622" y="3049853"/>
                </a:cubicBezTo>
                <a:cubicBezTo>
                  <a:pt x="1194622" y="3071311"/>
                  <a:pt x="1212017" y="3088706"/>
                  <a:pt x="1233475" y="3088706"/>
                </a:cubicBezTo>
                <a:cubicBezTo>
                  <a:pt x="1254933" y="3088706"/>
                  <a:pt x="1272328" y="3071311"/>
                  <a:pt x="1272328" y="3049853"/>
                </a:cubicBezTo>
                <a:cubicBezTo>
                  <a:pt x="1272328" y="3028395"/>
                  <a:pt x="1254933" y="3011000"/>
                  <a:pt x="1233475" y="3011000"/>
                </a:cubicBezTo>
                <a:close/>
                <a:moveTo>
                  <a:pt x="1033908" y="3011000"/>
                </a:moveTo>
                <a:cubicBezTo>
                  <a:pt x="1012450" y="3011000"/>
                  <a:pt x="995055" y="3028395"/>
                  <a:pt x="995055" y="3049853"/>
                </a:cubicBezTo>
                <a:cubicBezTo>
                  <a:pt x="995055" y="3071311"/>
                  <a:pt x="1012450" y="3088706"/>
                  <a:pt x="1033908" y="3088706"/>
                </a:cubicBezTo>
                <a:cubicBezTo>
                  <a:pt x="1055366" y="3088706"/>
                  <a:pt x="1072761" y="3071311"/>
                  <a:pt x="1072761" y="3049853"/>
                </a:cubicBezTo>
                <a:cubicBezTo>
                  <a:pt x="1072761" y="3028395"/>
                  <a:pt x="1055366" y="3011000"/>
                  <a:pt x="1033908" y="3011000"/>
                </a:cubicBezTo>
                <a:close/>
                <a:moveTo>
                  <a:pt x="905493" y="3011000"/>
                </a:moveTo>
                <a:cubicBezTo>
                  <a:pt x="884035" y="3011000"/>
                  <a:pt x="866640" y="3028395"/>
                  <a:pt x="866640" y="3049853"/>
                </a:cubicBezTo>
                <a:cubicBezTo>
                  <a:pt x="866644" y="3071311"/>
                  <a:pt x="884037" y="3088706"/>
                  <a:pt x="905493" y="3088706"/>
                </a:cubicBezTo>
                <a:cubicBezTo>
                  <a:pt x="926951" y="3088706"/>
                  <a:pt x="944346" y="3071311"/>
                  <a:pt x="944346" y="3049853"/>
                </a:cubicBezTo>
                <a:cubicBezTo>
                  <a:pt x="944346" y="3028395"/>
                  <a:pt x="926951" y="3011000"/>
                  <a:pt x="905493" y="3011000"/>
                </a:cubicBezTo>
                <a:close/>
                <a:moveTo>
                  <a:pt x="705926" y="3011000"/>
                </a:moveTo>
                <a:cubicBezTo>
                  <a:pt x="684468" y="3011000"/>
                  <a:pt x="667073" y="3028395"/>
                  <a:pt x="667073" y="3049853"/>
                </a:cubicBezTo>
                <a:cubicBezTo>
                  <a:pt x="667077" y="3071311"/>
                  <a:pt x="684470" y="3088706"/>
                  <a:pt x="705926" y="3088706"/>
                </a:cubicBezTo>
                <a:cubicBezTo>
                  <a:pt x="727384" y="3088706"/>
                  <a:pt x="744779" y="3071311"/>
                  <a:pt x="744779" y="3049853"/>
                </a:cubicBezTo>
                <a:cubicBezTo>
                  <a:pt x="744779" y="3028395"/>
                  <a:pt x="727384" y="3011000"/>
                  <a:pt x="705926" y="3011000"/>
                </a:cubicBezTo>
                <a:close/>
                <a:moveTo>
                  <a:pt x="541935" y="3011000"/>
                </a:moveTo>
                <a:cubicBezTo>
                  <a:pt x="520477" y="3011000"/>
                  <a:pt x="503082" y="3028395"/>
                  <a:pt x="503082" y="3049853"/>
                </a:cubicBezTo>
                <a:cubicBezTo>
                  <a:pt x="503086" y="3071311"/>
                  <a:pt x="520479" y="3088706"/>
                  <a:pt x="541935" y="3088706"/>
                </a:cubicBezTo>
                <a:cubicBezTo>
                  <a:pt x="563393" y="3088706"/>
                  <a:pt x="580788" y="3071311"/>
                  <a:pt x="580788" y="3049853"/>
                </a:cubicBezTo>
                <a:cubicBezTo>
                  <a:pt x="580788" y="3028395"/>
                  <a:pt x="563393" y="3011000"/>
                  <a:pt x="541935" y="3011000"/>
                </a:cubicBezTo>
                <a:close/>
                <a:moveTo>
                  <a:pt x="377943" y="3011000"/>
                </a:moveTo>
                <a:cubicBezTo>
                  <a:pt x="356485" y="3011000"/>
                  <a:pt x="339090" y="3028395"/>
                  <a:pt x="339090" y="3049853"/>
                </a:cubicBezTo>
                <a:cubicBezTo>
                  <a:pt x="339093" y="3071311"/>
                  <a:pt x="356487" y="3088706"/>
                  <a:pt x="377943" y="3088706"/>
                </a:cubicBezTo>
                <a:cubicBezTo>
                  <a:pt x="399401" y="3088706"/>
                  <a:pt x="416796" y="3071311"/>
                  <a:pt x="416796" y="3049853"/>
                </a:cubicBezTo>
                <a:cubicBezTo>
                  <a:pt x="416796" y="3028395"/>
                  <a:pt x="399401" y="3011000"/>
                  <a:pt x="377943" y="3011000"/>
                </a:cubicBezTo>
                <a:close/>
                <a:moveTo>
                  <a:pt x="178374" y="3011000"/>
                </a:moveTo>
                <a:cubicBezTo>
                  <a:pt x="156916" y="3011000"/>
                  <a:pt x="139521" y="3028395"/>
                  <a:pt x="139521" y="3049853"/>
                </a:cubicBezTo>
                <a:cubicBezTo>
                  <a:pt x="139523" y="3071311"/>
                  <a:pt x="156918" y="3088706"/>
                  <a:pt x="178374" y="3088706"/>
                </a:cubicBezTo>
                <a:cubicBezTo>
                  <a:pt x="199832" y="3088706"/>
                  <a:pt x="217227" y="3071311"/>
                  <a:pt x="217227" y="3049853"/>
                </a:cubicBezTo>
                <a:cubicBezTo>
                  <a:pt x="217227" y="3028395"/>
                  <a:pt x="199832" y="3011000"/>
                  <a:pt x="178374" y="3011000"/>
                </a:cubicBezTo>
                <a:close/>
                <a:moveTo>
                  <a:pt x="9075117" y="2995698"/>
                </a:moveTo>
                <a:cubicBezTo>
                  <a:pt x="9105026" y="2995698"/>
                  <a:pt x="9129272" y="3019944"/>
                  <a:pt x="9129272" y="3049853"/>
                </a:cubicBezTo>
                <a:cubicBezTo>
                  <a:pt x="9129272" y="3079762"/>
                  <a:pt x="9105026" y="3104008"/>
                  <a:pt x="9075117" y="3104008"/>
                </a:cubicBezTo>
                <a:cubicBezTo>
                  <a:pt x="9045208" y="3104008"/>
                  <a:pt x="9020962" y="3079762"/>
                  <a:pt x="9020962" y="3049853"/>
                </a:cubicBezTo>
                <a:cubicBezTo>
                  <a:pt x="9020962" y="3019944"/>
                  <a:pt x="9045208" y="2995698"/>
                  <a:pt x="9075117" y="2995698"/>
                </a:cubicBezTo>
                <a:close/>
                <a:moveTo>
                  <a:pt x="8993122" y="2995698"/>
                </a:moveTo>
                <a:cubicBezTo>
                  <a:pt x="8997395" y="2995698"/>
                  <a:pt x="9000859" y="2999162"/>
                  <a:pt x="9000859" y="3003435"/>
                </a:cubicBezTo>
                <a:cubicBezTo>
                  <a:pt x="9000859" y="3034381"/>
                  <a:pt x="9000858" y="3065326"/>
                  <a:pt x="9000858" y="3096272"/>
                </a:cubicBezTo>
                <a:lnTo>
                  <a:pt x="8993122" y="3104008"/>
                </a:lnTo>
                <a:cubicBezTo>
                  <a:pt x="8988849" y="3104008"/>
                  <a:pt x="8985385" y="3100544"/>
                  <a:pt x="8985385" y="3096271"/>
                </a:cubicBezTo>
                <a:lnTo>
                  <a:pt x="8985385" y="3003435"/>
                </a:lnTo>
                <a:cubicBezTo>
                  <a:pt x="8985385" y="2999162"/>
                  <a:pt x="8988849" y="2995698"/>
                  <a:pt x="8993122" y="2995698"/>
                </a:cubicBezTo>
                <a:close/>
                <a:moveTo>
                  <a:pt x="8911127" y="2995698"/>
                </a:moveTo>
                <a:cubicBezTo>
                  <a:pt x="8941037" y="2995698"/>
                  <a:pt x="8965283" y="3019944"/>
                  <a:pt x="8965283" y="3049853"/>
                </a:cubicBezTo>
                <a:cubicBezTo>
                  <a:pt x="8965283" y="3079762"/>
                  <a:pt x="8941037" y="3104008"/>
                  <a:pt x="8911127" y="3104008"/>
                </a:cubicBezTo>
                <a:cubicBezTo>
                  <a:pt x="8881217" y="3104008"/>
                  <a:pt x="8856971" y="3079762"/>
                  <a:pt x="8856971" y="3049853"/>
                </a:cubicBezTo>
                <a:cubicBezTo>
                  <a:pt x="8856971" y="3019944"/>
                  <a:pt x="8881217" y="2995698"/>
                  <a:pt x="8911127" y="2995698"/>
                </a:cubicBezTo>
                <a:close/>
                <a:moveTo>
                  <a:pt x="8829131" y="2995698"/>
                </a:moveTo>
                <a:cubicBezTo>
                  <a:pt x="8833404" y="2995698"/>
                  <a:pt x="8836868" y="2999162"/>
                  <a:pt x="8836868" y="3003435"/>
                </a:cubicBezTo>
                <a:cubicBezTo>
                  <a:pt x="8836868" y="3034381"/>
                  <a:pt x="8836867" y="3065326"/>
                  <a:pt x="8836867" y="3096272"/>
                </a:cubicBezTo>
                <a:lnTo>
                  <a:pt x="8829131" y="3104008"/>
                </a:lnTo>
                <a:cubicBezTo>
                  <a:pt x="8824858" y="3104008"/>
                  <a:pt x="8821394" y="3100544"/>
                  <a:pt x="8821394" y="3096271"/>
                </a:cubicBezTo>
                <a:lnTo>
                  <a:pt x="8821394" y="3003435"/>
                </a:lnTo>
                <a:cubicBezTo>
                  <a:pt x="8821394" y="2999162"/>
                  <a:pt x="8824858" y="2995698"/>
                  <a:pt x="8829131" y="2995698"/>
                </a:cubicBezTo>
                <a:close/>
                <a:moveTo>
                  <a:pt x="8793554" y="2995698"/>
                </a:moveTo>
                <a:cubicBezTo>
                  <a:pt x="8797827" y="2995698"/>
                  <a:pt x="8801291" y="2999162"/>
                  <a:pt x="8801291" y="3003435"/>
                </a:cubicBezTo>
                <a:cubicBezTo>
                  <a:pt x="8801291" y="3034381"/>
                  <a:pt x="8801290" y="3065326"/>
                  <a:pt x="8801290" y="3096272"/>
                </a:cubicBezTo>
                <a:lnTo>
                  <a:pt x="8793554" y="3104008"/>
                </a:lnTo>
                <a:cubicBezTo>
                  <a:pt x="8789281" y="3104008"/>
                  <a:pt x="8785817" y="3100544"/>
                  <a:pt x="8785817" y="3096271"/>
                </a:cubicBezTo>
                <a:lnTo>
                  <a:pt x="8785817" y="3003435"/>
                </a:lnTo>
                <a:cubicBezTo>
                  <a:pt x="8785817" y="2999162"/>
                  <a:pt x="8789281" y="2995698"/>
                  <a:pt x="8793554" y="2995698"/>
                </a:cubicBezTo>
                <a:close/>
                <a:moveTo>
                  <a:pt x="8711558" y="2995698"/>
                </a:moveTo>
                <a:cubicBezTo>
                  <a:pt x="8741468" y="2995698"/>
                  <a:pt x="8765714" y="3019944"/>
                  <a:pt x="8765714" y="3049853"/>
                </a:cubicBezTo>
                <a:cubicBezTo>
                  <a:pt x="8765714" y="3079762"/>
                  <a:pt x="8741468" y="3104008"/>
                  <a:pt x="8711558" y="3104008"/>
                </a:cubicBezTo>
                <a:cubicBezTo>
                  <a:pt x="8681648" y="3104008"/>
                  <a:pt x="8657402" y="3079762"/>
                  <a:pt x="8657402" y="3049853"/>
                </a:cubicBezTo>
                <a:cubicBezTo>
                  <a:pt x="8657402" y="3019944"/>
                  <a:pt x="8681648" y="2995698"/>
                  <a:pt x="8711558" y="2995698"/>
                </a:cubicBezTo>
                <a:close/>
                <a:moveTo>
                  <a:pt x="8629562" y="2995698"/>
                </a:moveTo>
                <a:cubicBezTo>
                  <a:pt x="8633835" y="2995698"/>
                  <a:pt x="8637299" y="2999162"/>
                  <a:pt x="8637299" y="3003435"/>
                </a:cubicBezTo>
                <a:cubicBezTo>
                  <a:pt x="8637299" y="3034381"/>
                  <a:pt x="8637298" y="3065326"/>
                  <a:pt x="8637298" y="3096272"/>
                </a:cubicBezTo>
                <a:lnTo>
                  <a:pt x="8629562" y="3104008"/>
                </a:lnTo>
                <a:cubicBezTo>
                  <a:pt x="8625289" y="3104008"/>
                  <a:pt x="8621825" y="3100544"/>
                  <a:pt x="8621825" y="3096271"/>
                </a:cubicBezTo>
                <a:lnTo>
                  <a:pt x="8621825" y="3003435"/>
                </a:lnTo>
                <a:cubicBezTo>
                  <a:pt x="8621825" y="2999162"/>
                  <a:pt x="8625289" y="2995698"/>
                  <a:pt x="8629562" y="2995698"/>
                </a:cubicBezTo>
                <a:close/>
                <a:moveTo>
                  <a:pt x="8547566" y="2995698"/>
                </a:moveTo>
                <a:cubicBezTo>
                  <a:pt x="8577476" y="2995698"/>
                  <a:pt x="8601722" y="3019944"/>
                  <a:pt x="8601722" y="3049853"/>
                </a:cubicBezTo>
                <a:cubicBezTo>
                  <a:pt x="8601722" y="3079762"/>
                  <a:pt x="8577476" y="3104008"/>
                  <a:pt x="8547566" y="3104008"/>
                </a:cubicBezTo>
                <a:cubicBezTo>
                  <a:pt x="8517656" y="3104008"/>
                  <a:pt x="8493410" y="3079762"/>
                  <a:pt x="8493410" y="3049853"/>
                </a:cubicBezTo>
                <a:cubicBezTo>
                  <a:pt x="8493410" y="3019944"/>
                  <a:pt x="8517656" y="2995698"/>
                  <a:pt x="8547566" y="2995698"/>
                </a:cubicBezTo>
                <a:close/>
                <a:moveTo>
                  <a:pt x="8465571" y="2995698"/>
                </a:moveTo>
                <a:cubicBezTo>
                  <a:pt x="8469844" y="2995698"/>
                  <a:pt x="8473308" y="2999162"/>
                  <a:pt x="8473308" y="3003435"/>
                </a:cubicBezTo>
                <a:cubicBezTo>
                  <a:pt x="8473308" y="3034381"/>
                  <a:pt x="8473307" y="3065326"/>
                  <a:pt x="8473307" y="3096272"/>
                </a:cubicBezTo>
                <a:lnTo>
                  <a:pt x="8465571" y="3104008"/>
                </a:lnTo>
                <a:cubicBezTo>
                  <a:pt x="8461298" y="3104008"/>
                  <a:pt x="8457834" y="3100544"/>
                  <a:pt x="8457834" y="3096271"/>
                </a:cubicBezTo>
                <a:lnTo>
                  <a:pt x="8457834" y="3003435"/>
                </a:lnTo>
                <a:cubicBezTo>
                  <a:pt x="8457834" y="2999162"/>
                  <a:pt x="8461298" y="2995698"/>
                  <a:pt x="8465571" y="2995698"/>
                </a:cubicBezTo>
                <a:close/>
                <a:moveTo>
                  <a:pt x="8429994" y="2995698"/>
                </a:moveTo>
                <a:cubicBezTo>
                  <a:pt x="8434267" y="2995698"/>
                  <a:pt x="8437731" y="2999162"/>
                  <a:pt x="8437731" y="3003435"/>
                </a:cubicBezTo>
                <a:cubicBezTo>
                  <a:pt x="8437731" y="3034381"/>
                  <a:pt x="8437730" y="3065326"/>
                  <a:pt x="8437730" y="3096272"/>
                </a:cubicBezTo>
                <a:lnTo>
                  <a:pt x="8429994" y="3104008"/>
                </a:lnTo>
                <a:cubicBezTo>
                  <a:pt x="8425721" y="3104008"/>
                  <a:pt x="8422257" y="3100544"/>
                  <a:pt x="8422257" y="3096271"/>
                </a:cubicBezTo>
                <a:lnTo>
                  <a:pt x="8422257" y="3003435"/>
                </a:lnTo>
                <a:cubicBezTo>
                  <a:pt x="8422257" y="2999162"/>
                  <a:pt x="8425721" y="2995698"/>
                  <a:pt x="8429994" y="2995698"/>
                </a:cubicBezTo>
                <a:close/>
                <a:moveTo>
                  <a:pt x="8347998" y="2995698"/>
                </a:moveTo>
                <a:cubicBezTo>
                  <a:pt x="8377907" y="2995698"/>
                  <a:pt x="8402153" y="3019944"/>
                  <a:pt x="8402153" y="3049853"/>
                </a:cubicBezTo>
                <a:cubicBezTo>
                  <a:pt x="8402153" y="3079762"/>
                  <a:pt x="8377907" y="3104008"/>
                  <a:pt x="8347998" y="3104008"/>
                </a:cubicBezTo>
                <a:cubicBezTo>
                  <a:pt x="8318089" y="3104008"/>
                  <a:pt x="8293843" y="3079762"/>
                  <a:pt x="8293843" y="3049853"/>
                </a:cubicBezTo>
                <a:cubicBezTo>
                  <a:pt x="8293843" y="3019944"/>
                  <a:pt x="8318089" y="2995698"/>
                  <a:pt x="8347998" y="2995698"/>
                </a:cubicBezTo>
                <a:close/>
                <a:moveTo>
                  <a:pt x="8219583" y="2995698"/>
                </a:moveTo>
                <a:cubicBezTo>
                  <a:pt x="8249492" y="2995698"/>
                  <a:pt x="8273738" y="3019944"/>
                  <a:pt x="8273738" y="3049853"/>
                </a:cubicBezTo>
                <a:cubicBezTo>
                  <a:pt x="8273738" y="3079762"/>
                  <a:pt x="8249492" y="3104008"/>
                  <a:pt x="8219583" y="3104008"/>
                </a:cubicBezTo>
                <a:cubicBezTo>
                  <a:pt x="8189674" y="3104008"/>
                  <a:pt x="8165428" y="3079762"/>
                  <a:pt x="8165428" y="3049853"/>
                </a:cubicBezTo>
                <a:cubicBezTo>
                  <a:pt x="8165428" y="3019944"/>
                  <a:pt x="8189674" y="2995698"/>
                  <a:pt x="8219583" y="2995698"/>
                </a:cubicBezTo>
                <a:close/>
                <a:moveTo>
                  <a:pt x="8137589" y="2995698"/>
                </a:moveTo>
                <a:cubicBezTo>
                  <a:pt x="8141862" y="2995698"/>
                  <a:pt x="8145326" y="2999162"/>
                  <a:pt x="8145326" y="3003435"/>
                </a:cubicBezTo>
                <a:cubicBezTo>
                  <a:pt x="8145326" y="3034381"/>
                  <a:pt x="8145325" y="3065326"/>
                  <a:pt x="8145325" y="3096272"/>
                </a:cubicBezTo>
                <a:lnTo>
                  <a:pt x="8137589" y="3104008"/>
                </a:lnTo>
                <a:cubicBezTo>
                  <a:pt x="8133316" y="3104008"/>
                  <a:pt x="8129852" y="3100544"/>
                  <a:pt x="8129852" y="3096271"/>
                </a:cubicBezTo>
                <a:lnTo>
                  <a:pt x="8129852" y="3003435"/>
                </a:lnTo>
                <a:cubicBezTo>
                  <a:pt x="8129852" y="2999162"/>
                  <a:pt x="8133316" y="2995698"/>
                  <a:pt x="8137589" y="2995698"/>
                </a:cubicBezTo>
                <a:close/>
                <a:moveTo>
                  <a:pt x="8102012" y="2995698"/>
                </a:moveTo>
                <a:cubicBezTo>
                  <a:pt x="8106285" y="2995698"/>
                  <a:pt x="8109749" y="2999162"/>
                  <a:pt x="8109749" y="3003435"/>
                </a:cubicBezTo>
                <a:cubicBezTo>
                  <a:pt x="8109749" y="3034381"/>
                  <a:pt x="8109748" y="3065326"/>
                  <a:pt x="8109748" y="3096272"/>
                </a:cubicBezTo>
                <a:lnTo>
                  <a:pt x="8102012" y="3104008"/>
                </a:lnTo>
                <a:cubicBezTo>
                  <a:pt x="8097739" y="3104008"/>
                  <a:pt x="8094275" y="3100544"/>
                  <a:pt x="8094275" y="3096271"/>
                </a:cubicBezTo>
                <a:lnTo>
                  <a:pt x="8094275" y="3003435"/>
                </a:lnTo>
                <a:cubicBezTo>
                  <a:pt x="8094275" y="2999162"/>
                  <a:pt x="8097739" y="2995698"/>
                  <a:pt x="8102012" y="2995698"/>
                </a:cubicBezTo>
                <a:close/>
                <a:moveTo>
                  <a:pt x="8020016" y="2995698"/>
                </a:moveTo>
                <a:cubicBezTo>
                  <a:pt x="8049925" y="2995698"/>
                  <a:pt x="8074171" y="3019944"/>
                  <a:pt x="8074171" y="3049853"/>
                </a:cubicBezTo>
                <a:cubicBezTo>
                  <a:pt x="8074171" y="3079762"/>
                  <a:pt x="8049925" y="3104008"/>
                  <a:pt x="8020016" y="3104008"/>
                </a:cubicBezTo>
                <a:cubicBezTo>
                  <a:pt x="7990107" y="3104008"/>
                  <a:pt x="7965861" y="3079762"/>
                  <a:pt x="7965861" y="3049853"/>
                </a:cubicBezTo>
                <a:cubicBezTo>
                  <a:pt x="7965861" y="3019944"/>
                  <a:pt x="7990107" y="2995698"/>
                  <a:pt x="8020016" y="2995698"/>
                </a:cubicBezTo>
                <a:close/>
                <a:moveTo>
                  <a:pt x="7938021" y="2995698"/>
                </a:moveTo>
                <a:cubicBezTo>
                  <a:pt x="7942294" y="2995698"/>
                  <a:pt x="7945758" y="2999162"/>
                  <a:pt x="7945758" y="3003435"/>
                </a:cubicBezTo>
                <a:cubicBezTo>
                  <a:pt x="7945758" y="3034381"/>
                  <a:pt x="7945757" y="3065326"/>
                  <a:pt x="7945757" y="3096272"/>
                </a:cubicBezTo>
                <a:lnTo>
                  <a:pt x="7938021" y="3104008"/>
                </a:lnTo>
                <a:cubicBezTo>
                  <a:pt x="7933748" y="3104008"/>
                  <a:pt x="7930284" y="3100544"/>
                  <a:pt x="7930284" y="3096271"/>
                </a:cubicBezTo>
                <a:lnTo>
                  <a:pt x="7930284" y="3003435"/>
                </a:lnTo>
                <a:cubicBezTo>
                  <a:pt x="7930284" y="2999162"/>
                  <a:pt x="7933748" y="2995698"/>
                  <a:pt x="7938021" y="2995698"/>
                </a:cubicBezTo>
                <a:close/>
                <a:moveTo>
                  <a:pt x="7856025" y="2995698"/>
                </a:moveTo>
                <a:cubicBezTo>
                  <a:pt x="7885934" y="2995698"/>
                  <a:pt x="7910180" y="3019944"/>
                  <a:pt x="7910180" y="3049853"/>
                </a:cubicBezTo>
                <a:cubicBezTo>
                  <a:pt x="7910180" y="3079762"/>
                  <a:pt x="7885934" y="3104008"/>
                  <a:pt x="7856025" y="3104008"/>
                </a:cubicBezTo>
                <a:cubicBezTo>
                  <a:pt x="7826116" y="3104008"/>
                  <a:pt x="7801870" y="3079762"/>
                  <a:pt x="7801870" y="3049853"/>
                </a:cubicBezTo>
                <a:cubicBezTo>
                  <a:pt x="7801870" y="3019944"/>
                  <a:pt x="7826116" y="2995698"/>
                  <a:pt x="7856025" y="2995698"/>
                </a:cubicBezTo>
                <a:close/>
                <a:moveTo>
                  <a:pt x="7774030" y="2995698"/>
                </a:moveTo>
                <a:cubicBezTo>
                  <a:pt x="7778303" y="2995698"/>
                  <a:pt x="7781767" y="2999162"/>
                  <a:pt x="7781767" y="3003435"/>
                </a:cubicBezTo>
                <a:cubicBezTo>
                  <a:pt x="7781767" y="3034381"/>
                  <a:pt x="7781766" y="3065326"/>
                  <a:pt x="7781766" y="3096272"/>
                </a:cubicBezTo>
                <a:lnTo>
                  <a:pt x="7774030" y="3104008"/>
                </a:lnTo>
                <a:cubicBezTo>
                  <a:pt x="7769757" y="3104008"/>
                  <a:pt x="7766293" y="3100544"/>
                  <a:pt x="7766293" y="3096271"/>
                </a:cubicBezTo>
                <a:lnTo>
                  <a:pt x="7766293" y="3003435"/>
                </a:lnTo>
                <a:cubicBezTo>
                  <a:pt x="7766293" y="2999162"/>
                  <a:pt x="7769757" y="2995698"/>
                  <a:pt x="7774030" y="2995698"/>
                </a:cubicBezTo>
                <a:close/>
                <a:moveTo>
                  <a:pt x="7692034" y="2995698"/>
                </a:moveTo>
                <a:cubicBezTo>
                  <a:pt x="7721944" y="2995698"/>
                  <a:pt x="7746190" y="3019944"/>
                  <a:pt x="7746190" y="3049853"/>
                </a:cubicBezTo>
                <a:cubicBezTo>
                  <a:pt x="7746190" y="3079762"/>
                  <a:pt x="7721944" y="3104008"/>
                  <a:pt x="7692034" y="3104008"/>
                </a:cubicBezTo>
                <a:cubicBezTo>
                  <a:pt x="7662124" y="3104008"/>
                  <a:pt x="7637878" y="3079762"/>
                  <a:pt x="7637878" y="3049853"/>
                </a:cubicBezTo>
                <a:cubicBezTo>
                  <a:pt x="7637878" y="3019944"/>
                  <a:pt x="7662124" y="2995698"/>
                  <a:pt x="7692034" y="2995698"/>
                </a:cubicBezTo>
                <a:close/>
                <a:moveTo>
                  <a:pt x="7610038" y="2995698"/>
                </a:moveTo>
                <a:cubicBezTo>
                  <a:pt x="7614311" y="2995698"/>
                  <a:pt x="7617775" y="2999162"/>
                  <a:pt x="7617775" y="3003435"/>
                </a:cubicBezTo>
                <a:cubicBezTo>
                  <a:pt x="7617775" y="3034381"/>
                  <a:pt x="7617774" y="3065326"/>
                  <a:pt x="7617774" y="3096272"/>
                </a:cubicBezTo>
                <a:lnTo>
                  <a:pt x="7610038" y="3104008"/>
                </a:lnTo>
                <a:cubicBezTo>
                  <a:pt x="7605765" y="3104008"/>
                  <a:pt x="7602301" y="3100544"/>
                  <a:pt x="7602301" y="3096271"/>
                </a:cubicBezTo>
                <a:lnTo>
                  <a:pt x="7602301" y="3003435"/>
                </a:lnTo>
                <a:cubicBezTo>
                  <a:pt x="7602301" y="2999162"/>
                  <a:pt x="7605765" y="2995698"/>
                  <a:pt x="7610038" y="2995698"/>
                </a:cubicBezTo>
                <a:close/>
                <a:moveTo>
                  <a:pt x="7574461" y="2995698"/>
                </a:moveTo>
                <a:cubicBezTo>
                  <a:pt x="7578734" y="2995698"/>
                  <a:pt x="7582198" y="2999162"/>
                  <a:pt x="7582198" y="3003435"/>
                </a:cubicBezTo>
                <a:cubicBezTo>
                  <a:pt x="7582198" y="3034381"/>
                  <a:pt x="7582197" y="3065326"/>
                  <a:pt x="7582197" y="3096272"/>
                </a:cubicBezTo>
                <a:lnTo>
                  <a:pt x="7574461" y="3104008"/>
                </a:lnTo>
                <a:cubicBezTo>
                  <a:pt x="7570188" y="3104008"/>
                  <a:pt x="7566724" y="3100544"/>
                  <a:pt x="7566724" y="3096271"/>
                </a:cubicBezTo>
                <a:lnTo>
                  <a:pt x="7566724" y="3003435"/>
                </a:lnTo>
                <a:cubicBezTo>
                  <a:pt x="7566724" y="2999162"/>
                  <a:pt x="7570188" y="2995698"/>
                  <a:pt x="7574461" y="2995698"/>
                </a:cubicBezTo>
                <a:close/>
                <a:moveTo>
                  <a:pt x="7492465" y="2995698"/>
                </a:moveTo>
                <a:cubicBezTo>
                  <a:pt x="7522375" y="2995698"/>
                  <a:pt x="7546621" y="3019944"/>
                  <a:pt x="7546621" y="3049853"/>
                </a:cubicBezTo>
                <a:cubicBezTo>
                  <a:pt x="7546621" y="3079762"/>
                  <a:pt x="7522375" y="3104008"/>
                  <a:pt x="7492465" y="3104008"/>
                </a:cubicBezTo>
                <a:cubicBezTo>
                  <a:pt x="7462555" y="3104008"/>
                  <a:pt x="7438309" y="3079762"/>
                  <a:pt x="7438309" y="3049853"/>
                </a:cubicBezTo>
                <a:cubicBezTo>
                  <a:pt x="7438309" y="3019944"/>
                  <a:pt x="7462555" y="2995698"/>
                  <a:pt x="7492465" y="2995698"/>
                </a:cubicBezTo>
                <a:close/>
                <a:moveTo>
                  <a:pt x="7410470" y="2995698"/>
                </a:moveTo>
                <a:cubicBezTo>
                  <a:pt x="7414743" y="2995698"/>
                  <a:pt x="7418207" y="2999162"/>
                  <a:pt x="7418207" y="3003435"/>
                </a:cubicBezTo>
                <a:cubicBezTo>
                  <a:pt x="7418207" y="3034381"/>
                  <a:pt x="7418206" y="3065326"/>
                  <a:pt x="7418206" y="3096272"/>
                </a:cubicBezTo>
                <a:lnTo>
                  <a:pt x="7410470" y="3104008"/>
                </a:lnTo>
                <a:cubicBezTo>
                  <a:pt x="7406197" y="3104008"/>
                  <a:pt x="7402733" y="3100544"/>
                  <a:pt x="7402733" y="3096271"/>
                </a:cubicBezTo>
                <a:lnTo>
                  <a:pt x="7402733" y="3003435"/>
                </a:lnTo>
                <a:cubicBezTo>
                  <a:pt x="7402733" y="2999162"/>
                  <a:pt x="7406197" y="2995698"/>
                  <a:pt x="7410470" y="2995698"/>
                </a:cubicBezTo>
                <a:close/>
                <a:moveTo>
                  <a:pt x="7328474" y="2995698"/>
                </a:moveTo>
                <a:cubicBezTo>
                  <a:pt x="7358384" y="2995698"/>
                  <a:pt x="7382630" y="3019944"/>
                  <a:pt x="7382630" y="3049853"/>
                </a:cubicBezTo>
                <a:cubicBezTo>
                  <a:pt x="7382630" y="3079762"/>
                  <a:pt x="7358384" y="3104008"/>
                  <a:pt x="7328474" y="3104008"/>
                </a:cubicBezTo>
                <a:cubicBezTo>
                  <a:pt x="7298564" y="3104008"/>
                  <a:pt x="7274318" y="3079762"/>
                  <a:pt x="7274318" y="3049853"/>
                </a:cubicBezTo>
                <a:cubicBezTo>
                  <a:pt x="7274318" y="3019944"/>
                  <a:pt x="7298564" y="2995698"/>
                  <a:pt x="7328474" y="2995698"/>
                </a:cubicBezTo>
                <a:close/>
                <a:moveTo>
                  <a:pt x="7246478" y="2995698"/>
                </a:moveTo>
                <a:cubicBezTo>
                  <a:pt x="7250751" y="2995698"/>
                  <a:pt x="7254215" y="2999162"/>
                  <a:pt x="7254215" y="3003435"/>
                </a:cubicBezTo>
                <a:cubicBezTo>
                  <a:pt x="7254215" y="3034381"/>
                  <a:pt x="7254214" y="3065326"/>
                  <a:pt x="7254214" y="3096272"/>
                </a:cubicBezTo>
                <a:lnTo>
                  <a:pt x="7246478" y="3104008"/>
                </a:lnTo>
                <a:cubicBezTo>
                  <a:pt x="7242205" y="3104008"/>
                  <a:pt x="7238741" y="3100544"/>
                  <a:pt x="7238741" y="3096271"/>
                </a:cubicBezTo>
                <a:lnTo>
                  <a:pt x="7238741" y="3003435"/>
                </a:lnTo>
                <a:cubicBezTo>
                  <a:pt x="7238741" y="2999162"/>
                  <a:pt x="7242205" y="2995698"/>
                  <a:pt x="7246478" y="2995698"/>
                </a:cubicBezTo>
                <a:close/>
                <a:moveTo>
                  <a:pt x="7210901" y="2995698"/>
                </a:moveTo>
                <a:cubicBezTo>
                  <a:pt x="7215174" y="2995698"/>
                  <a:pt x="7218638" y="2999162"/>
                  <a:pt x="7218638" y="3003435"/>
                </a:cubicBezTo>
                <a:cubicBezTo>
                  <a:pt x="7218638" y="3034381"/>
                  <a:pt x="7218637" y="3065326"/>
                  <a:pt x="7218637" y="3096272"/>
                </a:cubicBezTo>
                <a:lnTo>
                  <a:pt x="7210901" y="3104008"/>
                </a:lnTo>
                <a:cubicBezTo>
                  <a:pt x="7206628" y="3104008"/>
                  <a:pt x="7203164" y="3100544"/>
                  <a:pt x="7203164" y="3096271"/>
                </a:cubicBezTo>
                <a:lnTo>
                  <a:pt x="7203164" y="3003435"/>
                </a:lnTo>
                <a:cubicBezTo>
                  <a:pt x="7203164" y="2999162"/>
                  <a:pt x="7206628" y="2995698"/>
                  <a:pt x="7210901" y="2995698"/>
                </a:cubicBezTo>
                <a:close/>
                <a:moveTo>
                  <a:pt x="7175777" y="2995698"/>
                </a:moveTo>
                <a:cubicBezTo>
                  <a:pt x="7180050" y="2995698"/>
                  <a:pt x="7183514" y="2999162"/>
                  <a:pt x="7183514" y="3003435"/>
                </a:cubicBezTo>
                <a:lnTo>
                  <a:pt x="7183514" y="3096271"/>
                </a:lnTo>
                <a:cubicBezTo>
                  <a:pt x="7183514" y="3100544"/>
                  <a:pt x="7180050" y="3104008"/>
                  <a:pt x="7175777" y="3104008"/>
                </a:cubicBezTo>
                <a:lnTo>
                  <a:pt x="7168041" y="3096272"/>
                </a:lnTo>
                <a:cubicBezTo>
                  <a:pt x="7168041" y="3065326"/>
                  <a:pt x="7168040" y="3034381"/>
                  <a:pt x="7168040" y="3003435"/>
                </a:cubicBezTo>
                <a:cubicBezTo>
                  <a:pt x="7168040" y="2999162"/>
                  <a:pt x="7171504" y="2995698"/>
                  <a:pt x="7175777" y="2995698"/>
                </a:cubicBezTo>
                <a:close/>
                <a:moveTo>
                  <a:pt x="7140213" y="2995698"/>
                </a:moveTo>
                <a:cubicBezTo>
                  <a:pt x="7144486" y="2995698"/>
                  <a:pt x="7147950" y="2999162"/>
                  <a:pt x="7147950" y="3003435"/>
                </a:cubicBezTo>
                <a:lnTo>
                  <a:pt x="7147950" y="3096271"/>
                </a:lnTo>
                <a:cubicBezTo>
                  <a:pt x="7147950" y="3100544"/>
                  <a:pt x="7144486" y="3104008"/>
                  <a:pt x="7140213" y="3104008"/>
                </a:cubicBezTo>
                <a:lnTo>
                  <a:pt x="7132477" y="3096272"/>
                </a:lnTo>
                <a:cubicBezTo>
                  <a:pt x="7132477" y="3065326"/>
                  <a:pt x="7132476" y="3034381"/>
                  <a:pt x="7132476" y="3003435"/>
                </a:cubicBezTo>
                <a:cubicBezTo>
                  <a:pt x="7132476" y="2999162"/>
                  <a:pt x="7135940" y="2995698"/>
                  <a:pt x="7140213" y="2995698"/>
                </a:cubicBezTo>
                <a:close/>
                <a:moveTo>
                  <a:pt x="7058217" y="2995698"/>
                </a:moveTo>
                <a:cubicBezTo>
                  <a:pt x="7088127" y="2995698"/>
                  <a:pt x="7112373" y="3019944"/>
                  <a:pt x="7112373" y="3049853"/>
                </a:cubicBezTo>
                <a:cubicBezTo>
                  <a:pt x="7112373" y="3079762"/>
                  <a:pt x="7088127" y="3104008"/>
                  <a:pt x="7058217" y="3104008"/>
                </a:cubicBezTo>
                <a:cubicBezTo>
                  <a:pt x="7028307" y="3104008"/>
                  <a:pt x="7004061" y="3079762"/>
                  <a:pt x="7004061" y="3049853"/>
                </a:cubicBezTo>
                <a:cubicBezTo>
                  <a:pt x="7004061" y="3019944"/>
                  <a:pt x="7028307" y="2995698"/>
                  <a:pt x="7058217" y="2995698"/>
                </a:cubicBezTo>
                <a:close/>
                <a:moveTo>
                  <a:pt x="6976221" y="2995698"/>
                </a:moveTo>
                <a:cubicBezTo>
                  <a:pt x="6980494" y="2995698"/>
                  <a:pt x="6983958" y="2999162"/>
                  <a:pt x="6983958" y="3003435"/>
                </a:cubicBezTo>
                <a:lnTo>
                  <a:pt x="6983958" y="3096271"/>
                </a:lnTo>
                <a:cubicBezTo>
                  <a:pt x="6983958" y="3100544"/>
                  <a:pt x="6980494" y="3104008"/>
                  <a:pt x="6976221" y="3104008"/>
                </a:cubicBezTo>
                <a:lnTo>
                  <a:pt x="6968485" y="3096272"/>
                </a:lnTo>
                <a:cubicBezTo>
                  <a:pt x="6968485" y="3065326"/>
                  <a:pt x="6968484" y="3034381"/>
                  <a:pt x="6968484" y="3003435"/>
                </a:cubicBezTo>
                <a:cubicBezTo>
                  <a:pt x="6968484" y="2999162"/>
                  <a:pt x="6971948" y="2995698"/>
                  <a:pt x="6976221" y="2995698"/>
                </a:cubicBezTo>
                <a:close/>
                <a:moveTo>
                  <a:pt x="6894225" y="2995698"/>
                </a:moveTo>
                <a:cubicBezTo>
                  <a:pt x="6924135" y="2995698"/>
                  <a:pt x="6948381" y="3019944"/>
                  <a:pt x="6948381" y="3049853"/>
                </a:cubicBezTo>
                <a:cubicBezTo>
                  <a:pt x="6948381" y="3079762"/>
                  <a:pt x="6924135" y="3104008"/>
                  <a:pt x="6894225" y="3104008"/>
                </a:cubicBezTo>
                <a:cubicBezTo>
                  <a:pt x="6864315" y="3104008"/>
                  <a:pt x="6840069" y="3079762"/>
                  <a:pt x="6840069" y="3049853"/>
                </a:cubicBezTo>
                <a:cubicBezTo>
                  <a:pt x="6840069" y="3019944"/>
                  <a:pt x="6864315" y="2995698"/>
                  <a:pt x="6894225" y="2995698"/>
                </a:cubicBezTo>
                <a:close/>
                <a:moveTo>
                  <a:pt x="6812229" y="2995698"/>
                </a:moveTo>
                <a:cubicBezTo>
                  <a:pt x="6816502" y="2995698"/>
                  <a:pt x="6819966" y="2999162"/>
                  <a:pt x="6819966" y="3003435"/>
                </a:cubicBezTo>
                <a:lnTo>
                  <a:pt x="6819966" y="3096271"/>
                </a:lnTo>
                <a:lnTo>
                  <a:pt x="6812229" y="3104008"/>
                </a:lnTo>
                <a:cubicBezTo>
                  <a:pt x="6807956" y="3104009"/>
                  <a:pt x="6804493" y="3100545"/>
                  <a:pt x="6804493" y="3096272"/>
                </a:cubicBezTo>
                <a:cubicBezTo>
                  <a:pt x="6804493" y="3065326"/>
                  <a:pt x="6804492" y="3034381"/>
                  <a:pt x="6804492" y="3003435"/>
                </a:cubicBezTo>
                <a:cubicBezTo>
                  <a:pt x="6804492" y="2999162"/>
                  <a:pt x="6807956" y="2995698"/>
                  <a:pt x="6812229" y="2995698"/>
                </a:cubicBezTo>
                <a:close/>
                <a:moveTo>
                  <a:pt x="6776652" y="2995698"/>
                </a:moveTo>
                <a:cubicBezTo>
                  <a:pt x="6780925" y="2995698"/>
                  <a:pt x="6784389" y="2999162"/>
                  <a:pt x="6784389" y="3003435"/>
                </a:cubicBezTo>
                <a:lnTo>
                  <a:pt x="6784389" y="3096271"/>
                </a:lnTo>
                <a:lnTo>
                  <a:pt x="6776652" y="3104008"/>
                </a:lnTo>
                <a:cubicBezTo>
                  <a:pt x="6772379" y="3104009"/>
                  <a:pt x="6768916" y="3100545"/>
                  <a:pt x="6768916" y="3096272"/>
                </a:cubicBezTo>
                <a:cubicBezTo>
                  <a:pt x="6768916" y="3065326"/>
                  <a:pt x="6768915" y="3034381"/>
                  <a:pt x="6768915" y="3003435"/>
                </a:cubicBezTo>
                <a:cubicBezTo>
                  <a:pt x="6768915" y="2999162"/>
                  <a:pt x="6772379" y="2995698"/>
                  <a:pt x="6776652" y="2995698"/>
                </a:cubicBezTo>
                <a:close/>
                <a:moveTo>
                  <a:pt x="6694656" y="2995698"/>
                </a:moveTo>
                <a:cubicBezTo>
                  <a:pt x="6724566" y="2995698"/>
                  <a:pt x="6748812" y="3019944"/>
                  <a:pt x="6748812" y="3049853"/>
                </a:cubicBezTo>
                <a:cubicBezTo>
                  <a:pt x="6748812" y="3079762"/>
                  <a:pt x="6724566" y="3104008"/>
                  <a:pt x="6694656" y="3104008"/>
                </a:cubicBezTo>
                <a:cubicBezTo>
                  <a:pt x="6664746" y="3104008"/>
                  <a:pt x="6640500" y="3079762"/>
                  <a:pt x="6640500" y="3049853"/>
                </a:cubicBezTo>
                <a:cubicBezTo>
                  <a:pt x="6640500" y="3019944"/>
                  <a:pt x="6664746" y="2995698"/>
                  <a:pt x="6694656" y="2995698"/>
                </a:cubicBezTo>
                <a:close/>
                <a:moveTo>
                  <a:pt x="6612661" y="2995698"/>
                </a:moveTo>
                <a:cubicBezTo>
                  <a:pt x="6616934" y="2995698"/>
                  <a:pt x="6620398" y="2999162"/>
                  <a:pt x="6620398" y="3003435"/>
                </a:cubicBezTo>
                <a:lnTo>
                  <a:pt x="6620398" y="3096271"/>
                </a:lnTo>
                <a:cubicBezTo>
                  <a:pt x="6620398" y="3100544"/>
                  <a:pt x="6616934" y="3104008"/>
                  <a:pt x="6612661" y="3104008"/>
                </a:cubicBezTo>
                <a:lnTo>
                  <a:pt x="6604925" y="3096272"/>
                </a:lnTo>
                <a:cubicBezTo>
                  <a:pt x="6604925" y="3065326"/>
                  <a:pt x="6604924" y="3034381"/>
                  <a:pt x="6604924" y="3003435"/>
                </a:cubicBezTo>
                <a:cubicBezTo>
                  <a:pt x="6604924" y="2999162"/>
                  <a:pt x="6608388" y="2995698"/>
                  <a:pt x="6612661" y="2995698"/>
                </a:cubicBezTo>
                <a:close/>
                <a:moveTo>
                  <a:pt x="6530665" y="2995698"/>
                </a:moveTo>
                <a:cubicBezTo>
                  <a:pt x="6560574" y="2995698"/>
                  <a:pt x="6584820" y="3019944"/>
                  <a:pt x="6584820" y="3049853"/>
                </a:cubicBezTo>
                <a:cubicBezTo>
                  <a:pt x="6584820" y="3079762"/>
                  <a:pt x="6560574" y="3104008"/>
                  <a:pt x="6530665" y="3104008"/>
                </a:cubicBezTo>
                <a:cubicBezTo>
                  <a:pt x="6500756" y="3104008"/>
                  <a:pt x="6476510" y="3079762"/>
                  <a:pt x="6476510" y="3049853"/>
                </a:cubicBezTo>
                <a:cubicBezTo>
                  <a:pt x="6476510" y="3019944"/>
                  <a:pt x="6500756" y="2995698"/>
                  <a:pt x="6530665" y="2995698"/>
                </a:cubicBezTo>
                <a:close/>
                <a:moveTo>
                  <a:pt x="6448670" y="2995698"/>
                </a:moveTo>
                <a:cubicBezTo>
                  <a:pt x="6452943" y="2995698"/>
                  <a:pt x="6456407" y="2999162"/>
                  <a:pt x="6456407" y="3003435"/>
                </a:cubicBezTo>
                <a:lnTo>
                  <a:pt x="6456407" y="3096271"/>
                </a:lnTo>
                <a:cubicBezTo>
                  <a:pt x="6456407" y="3100544"/>
                  <a:pt x="6452943" y="3104008"/>
                  <a:pt x="6448670" y="3104008"/>
                </a:cubicBezTo>
                <a:lnTo>
                  <a:pt x="6440934" y="3096272"/>
                </a:lnTo>
                <a:cubicBezTo>
                  <a:pt x="6440934" y="3065326"/>
                  <a:pt x="6440933" y="3034381"/>
                  <a:pt x="6440933" y="3003435"/>
                </a:cubicBezTo>
                <a:cubicBezTo>
                  <a:pt x="6440933" y="2999162"/>
                  <a:pt x="6444397" y="2995698"/>
                  <a:pt x="6448670" y="2995698"/>
                </a:cubicBezTo>
                <a:close/>
                <a:moveTo>
                  <a:pt x="6366674" y="2995698"/>
                </a:moveTo>
                <a:cubicBezTo>
                  <a:pt x="6396583" y="2995698"/>
                  <a:pt x="6420829" y="3019944"/>
                  <a:pt x="6420829" y="3049853"/>
                </a:cubicBezTo>
                <a:cubicBezTo>
                  <a:pt x="6420829" y="3079762"/>
                  <a:pt x="6396583" y="3104008"/>
                  <a:pt x="6366674" y="3104008"/>
                </a:cubicBezTo>
                <a:cubicBezTo>
                  <a:pt x="6336765" y="3104008"/>
                  <a:pt x="6312519" y="3079762"/>
                  <a:pt x="6312519" y="3049853"/>
                </a:cubicBezTo>
                <a:cubicBezTo>
                  <a:pt x="6312519" y="3019944"/>
                  <a:pt x="6336765" y="2995698"/>
                  <a:pt x="6366674" y="2995698"/>
                </a:cubicBezTo>
                <a:close/>
                <a:moveTo>
                  <a:pt x="6284679" y="2995698"/>
                </a:moveTo>
                <a:cubicBezTo>
                  <a:pt x="6288952" y="2995698"/>
                  <a:pt x="6292416" y="2999162"/>
                  <a:pt x="6292416" y="3003435"/>
                </a:cubicBezTo>
                <a:lnTo>
                  <a:pt x="6292416" y="3096271"/>
                </a:lnTo>
                <a:cubicBezTo>
                  <a:pt x="6292416" y="3100544"/>
                  <a:pt x="6288952" y="3104008"/>
                  <a:pt x="6284679" y="3104008"/>
                </a:cubicBezTo>
                <a:lnTo>
                  <a:pt x="6276943" y="3096272"/>
                </a:lnTo>
                <a:cubicBezTo>
                  <a:pt x="6276943" y="3065326"/>
                  <a:pt x="6276942" y="3034381"/>
                  <a:pt x="6276942" y="3003435"/>
                </a:cubicBezTo>
                <a:cubicBezTo>
                  <a:pt x="6276942" y="2999162"/>
                  <a:pt x="6280406" y="2995698"/>
                  <a:pt x="6284679" y="2995698"/>
                </a:cubicBezTo>
                <a:close/>
                <a:moveTo>
                  <a:pt x="6249102" y="2995698"/>
                </a:moveTo>
                <a:cubicBezTo>
                  <a:pt x="6253375" y="2995698"/>
                  <a:pt x="6256839" y="2999162"/>
                  <a:pt x="6256839" y="3003435"/>
                </a:cubicBezTo>
                <a:lnTo>
                  <a:pt x="6256839" y="3096271"/>
                </a:lnTo>
                <a:cubicBezTo>
                  <a:pt x="6256839" y="3100544"/>
                  <a:pt x="6253375" y="3104008"/>
                  <a:pt x="6249102" y="3104008"/>
                </a:cubicBezTo>
                <a:lnTo>
                  <a:pt x="6241366" y="3096272"/>
                </a:lnTo>
                <a:cubicBezTo>
                  <a:pt x="6241366" y="3065326"/>
                  <a:pt x="6241365" y="3034381"/>
                  <a:pt x="6241365" y="3003435"/>
                </a:cubicBezTo>
                <a:cubicBezTo>
                  <a:pt x="6241365" y="2999162"/>
                  <a:pt x="6244829" y="2995698"/>
                  <a:pt x="6249102" y="2995698"/>
                </a:cubicBezTo>
                <a:close/>
                <a:moveTo>
                  <a:pt x="6167107" y="2995698"/>
                </a:moveTo>
                <a:cubicBezTo>
                  <a:pt x="6197016" y="2995698"/>
                  <a:pt x="6221262" y="3019944"/>
                  <a:pt x="6221262" y="3049853"/>
                </a:cubicBezTo>
                <a:cubicBezTo>
                  <a:pt x="6221262" y="3079762"/>
                  <a:pt x="6197016" y="3104008"/>
                  <a:pt x="6167107" y="3104008"/>
                </a:cubicBezTo>
                <a:cubicBezTo>
                  <a:pt x="6137198" y="3104008"/>
                  <a:pt x="6112952" y="3079762"/>
                  <a:pt x="6112952" y="3049853"/>
                </a:cubicBezTo>
                <a:cubicBezTo>
                  <a:pt x="6112952" y="3019944"/>
                  <a:pt x="6137198" y="2995698"/>
                  <a:pt x="6167107" y="2995698"/>
                </a:cubicBezTo>
                <a:close/>
                <a:moveTo>
                  <a:pt x="6038692" y="2995698"/>
                </a:moveTo>
                <a:cubicBezTo>
                  <a:pt x="6068601" y="2995698"/>
                  <a:pt x="6092847" y="3019944"/>
                  <a:pt x="6092847" y="3049853"/>
                </a:cubicBezTo>
                <a:cubicBezTo>
                  <a:pt x="6092847" y="3079762"/>
                  <a:pt x="6068601" y="3104008"/>
                  <a:pt x="6038692" y="3104008"/>
                </a:cubicBezTo>
                <a:cubicBezTo>
                  <a:pt x="6008783" y="3104008"/>
                  <a:pt x="5984537" y="3079762"/>
                  <a:pt x="5984537" y="3049853"/>
                </a:cubicBezTo>
                <a:cubicBezTo>
                  <a:pt x="5984537" y="3019944"/>
                  <a:pt x="6008783" y="2995698"/>
                  <a:pt x="6038692" y="2995698"/>
                </a:cubicBezTo>
                <a:close/>
                <a:moveTo>
                  <a:pt x="5956697" y="2995698"/>
                </a:moveTo>
                <a:cubicBezTo>
                  <a:pt x="5960970" y="2995698"/>
                  <a:pt x="5964434" y="2999162"/>
                  <a:pt x="5964434" y="3003435"/>
                </a:cubicBezTo>
                <a:lnTo>
                  <a:pt x="5964434" y="3096271"/>
                </a:lnTo>
                <a:cubicBezTo>
                  <a:pt x="5964434" y="3100544"/>
                  <a:pt x="5960970" y="3104008"/>
                  <a:pt x="5956697" y="3104008"/>
                </a:cubicBezTo>
                <a:lnTo>
                  <a:pt x="5948961" y="3096272"/>
                </a:lnTo>
                <a:cubicBezTo>
                  <a:pt x="5948961" y="3065326"/>
                  <a:pt x="5948960" y="3034381"/>
                  <a:pt x="5948960" y="3003435"/>
                </a:cubicBezTo>
                <a:cubicBezTo>
                  <a:pt x="5948960" y="2999162"/>
                  <a:pt x="5952424" y="2995698"/>
                  <a:pt x="5956697" y="2995698"/>
                </a:cubicBezTo>
                <a:close/>
                <a:moveTo>
                  <a:pt x="5921120" y="2995698"/>
                </a:moveTo>
                <a:cubicBezTo>
                  <a:pt x="5925393" y="2995698"/>
                  <a:pt x="5928857" y="2999162"/>
                  <a:pt x="5928857" y="3003435"/>
                </a:cubicBezTo>
                <a:lnTo>
                  <a:pt x="5928857" y="3096271"/>
                </a:lnTo>
                <a:cubicBezTo>
                  <a:pt x="5928857" y="3100544"/>
                  <a:pt x="5925393" y="3104008"/>
                  <a:pt x="5921120" y="3104008"/>
                </a:cubicBezTo>
                <a:lnTo>
                  <a:pt x="5913384" y="3096272"/>
                </a:lnTo>
                <a:cubicBezTo>
                  <a:pt x="5913384" y="3065326"/>
                  <a:pt x="5913383" y="3034381"/>
                  <a:pt x="5913383" y="3003435"/>
                </a:cubicBezTo>
                <a:cubicBezTo>
                  <a:pt x="5913383" y="2999162"/>
                  <a:pt x="5916847" y="2995698"/>
                  <a:pt x="5921120" y="2995698"/>
                </a:cubicBezTo>
                <a:close/>
                <a:moveTo>
                  <a:pt x="5839124" y="2995698"/>
                </a:moveTo>
                <a:cubicBezTo>
                  <a:pt x="5869034" y="2995698"/>
                  <a:pt x="5893280" y="3019944"/>
                  <a:pt x="5893280" y="3049853"/>
                </a:cubicBezTo>
                <a:cubicBezTo>
                  <a:pt x="5893280" y="3079762"/>
                  <a:pt x="5869034" y="3104008"/>
                  <a:pt x="5839124" y="3104008"/>
                </a:cubicBezTo>
                <a:cubicBezTo>
                  <a:pt x="5809214" y="3104008"/>
                  <a:pt x="5784968" y="3079762"/>
                  <a:pt x="5784968" y="3049853"/>
                </a:cubicBezTo>
                <a:cubicBezTo>
                  <a:pt x="5784968" y="3019944"/>
                  <a:pt x="5809214" y="2995698"/>
                  <a:pt x="5839124" y="2995698"/>
                </a:cubicBezTo>
                <a:close/>
                <a:moveTo>
                  <a:pt x="5757128" y="2995698"/>
                </a:moveTo>
                <a:cubicBezTo>
                  <a:pt x="5761401" y="2995698"/>
                  <a:pt x="5764865" y="2999162"/>
                  <a:pt x="5764865" y="3003435"/>
                </a:cubicBezTo>
                <a:lnTo>
                  <a:pt x="5764865" y="3096271"/>
                </a:lnTo>
                <a:cubicBezTo>
                  <a:pt x="5764865" y="3100544"/>
                  <a:pt x="5761401" y="3104008"/>
                  <a:pt x="5757128" y="3104008"/>
                </a:cubicBezTo>
                <a:lnTo>
                  <a:pt x="5749392" y="3096272"/>
                </a:lnTo>
                <a:cubicBezTo>
                  <a:pt x="5749392" y="3065326"/>
                  <a:pt x="5749391" y="3034381"/>
                  <a:pt x="5749391" y="3003435"/>
                </a:cubicBezTo>
                <a:cubicBezTo>
                  <a:pt x="5749391" y="2999162"/>
                  <a:pt x="5752855" y="2995698"/>
                  <a:pt x="5757128" y="2995698"/>
                </a:cubicBezTo>
                <a:close/>
                <a:moveTo>
                  <a:pt x="5675132" y="2995698"/>
                </a:moveTo>
                <a:cubicBezTo>
                  <a:pt x="5705042" y="2995698"/>
                  <a:pt x="5729288" y="3019944"/>
                  <a:pt x="5729288" y="3049853"/>
                </a:cubicBezTo>
                <a:cubicBezTo>
                  <a:pt x="5729288" y="3079762"/>
                  <a:pt x="5705042" y="3104008"/>
                  <a:pt x="5675132" y="3104008"/>
                </a:cubicBezTo>
                <a:cubicBezTo>
                  <a:pt x="5645222" y="3104008"/>
                  <a:pt x="5620976" y="3079762"/>
                  <a:pt x="5620976" y="3049853"/>
                </a:cubicBezTo>
                <a:cubicBezTo>
                  <a:pt x="5620976" y="3019944"/>
                  <a:pt x="5645222" y="2995698"/>
                  <a:pt x="5675132" y="2995698"/>
                </a:cubicBezTo>
                <a:close/>
                <a:moveTo>
                  <a:pt x="5593136" y="2995698"/>
                </a:moveTo>
                <a:cubicBezTo>
                  <a:pt x="5597409" y="2995698"/>
                  <a:pt x="5600873" y="2999162"/>
                  <a:pt x="5600873" y="3003435"/>
                </a:cubicBezTo>
                <a:lnTo>
                  <a:pt x="5600873" y="3096271"/>
                </a:lnTo>
                <a:lnTo>
                  <a:pt x="5593136" y="3104008"/>
                </a:lnTo>
                <a:cubicBezTo>
                  <a:pt x="5588863" y="3104009"/>
                  <a:pt x="5585400" y="3100545"/>
                  <a:pt x="5585400" y="3096272"/>
                </a:cubicBezTo>
                <a:cubicBezTo>
                  <a:pt x="5585400" y="3065326"/>
                  <a:pt x="5585399" y="3034381"/>
                  <a:pt x="5585399" y="3003435"/>
                </a:cubicBezTo>
                <a:cubicBezTo>
                  <a:pt x="5585399" y="2999162"/>
                  <a:pt x="5588863" y="2995698"/>
                  <a:pt x="5593136" y="2995698"/>
                </a:cubicBezTo>
                <a:close/>
                <a:moveTo>
                  <a:pt x="5557560" y="2995698"/>
                </a:moveTo>
                <a:cubicBezTo>
                  <a:pt x="5561833" y="2995698"/>
                  <a:pt x="5565297" y="2999162"/>
                  <a:pt x="5565297" y="3003435"/>
                </a:cubicBezTo>
                <a:lnTo>
                  <a:pt x="5565297" y="3096271"/>
                </a:lnTo>
                <a:cubicBezTo>
                  <a:pt x="5565297" y="3100544"/>
                  <a:pt x="5561833" y="3104008"/>
                  <a:pt x="5557560" y="3104008"/>
                </a:cubicBezTo>
                <a:lnTo>
                  <a:pt x="5549824" y="3096272"/>
                </a:lnTo>
                <a:cubicBezTo>
                  <a:pt x="5549824" y="3065326"/>
                  <a:pt x="5549823" y="3034381"/>
                  <a:pt x="5549823" y="3003435"/>
                </a:cubicBezTo>
                <a:cubicBezTo>
                  <a:pt x="5549823" y="2999162"/>
                  <a:pt x="5553287" y="2995698"/>
                  <a:pt x="5557560" y="2995698"/>
                </a:cubicBezTo>
                <a:close/>
                <a:moveTo>
                  <a:pt x="5475564" y="2995698"/>
                </a:moveTo>
                <a:cubicBezTo>
                  <a:pt x="5505474" y="2995698"/>
                  <a:pt x="5529720" y="3019944"/>
                  <a:pt x="5529720" y="3049853"/>
                </a:cubicBezTo>
                <a:cubicBezTo>
                  <a:pt x="5529720" y="3079762"/>
                  <a:pt x="5505474" y="3104008"/>
                  <a:pt x="5475564" y="3104008"/>
                </a:cubicBezTo>
                <a:cubicBezTo>
                  <a:pt x="5445654" y="3104008"/>
                  <a:pt x="5421408" y="3079762"/>
                  <a:pt x="5421408" y="3049853"/>
                </a:cubicBezTo>
                <a:cubicBezTo>
                  <a:pt x="5421408" y="3019944"/>
                  <a:pt x="5445654" y="2995698"/>
                  <a:pt x="5475564" y="2995698"/>
                </a:cubicBezTo>
                <a:close/>
                <a:moveTo>
                  <a:pt x="5393568" y="2995698"/>
                </a:moveTo>
                <a:cubicBezTo>
                  <a:pt x="5397841" y="2995698"/>
                  <a:pt x="5401305" y="2999162"/>
                  <a:pt x="5401305" y="3003435"/>
                </a:cubicBezTo>
                <a:lnTo>
                  <a:pt x="5401305" y="3096271"/>
                </a:lnTo>
                <a:cubicBezTo>
                  <a:pt x="5401305" y="3100544"/>
                  <a:pt x="5397841" y="3104008"/>
                  <a:pt x="5393568" y="3104008"/>
                </a:cubicBezTo>
                <a:lnTo>
                  <a:pt x="5385832" y="3096272"/>
                </a:lnTo>
                <a:cubicBezTo>
                  <a:pt x="5385832" y="3065326"/>
                  <a:pt x="5385831" y="3034381"/>
                  <a:pt x="5385831" y="3003435"/>
                </a:cubicBezTo>
                <a:cubicBezTo>
                  <a:pt x="5385831" y="2999162"/>
                  <a:pt x="5389295" y="2995698"/>
                  <a:pt x="5393568" y="2995698"/>
                </a:cubicBezTo>
                <a:close/>
                <a:moveTo>
                  <a:pt x="5311573" y="2995698"/>
                </a:moveTo>
                <a:cubicBezTo>
                  <a:pt x="5341482" y="2995698"/>
                  <a:pt x="5365728" y="3019944"/>
                  <a:pt x="5365728" y="3049853"/>
                </a:cubicBezTo>
                <a:cubicBezTo>
                  <a:pt x="5365728" y="3079762"/>
                  <a:pt x="5341482" y="3104008"/>
                  <a:pt x="5311573" y="3104008"/>
                </a:cubicBezTo>
                <a:cubicBezTo>
                  <a:pt x="5281664" y="3104008"/>
                  <a:pt x="5257418" y="3079762"/>
                  <a:pt x="5257418" y="3049853"/>
                </a:cubicBezTo>
                <a:cubicBezTo>
                  <a:pt x="5257418" y="3019944"/>
                  <a:pt x="5281664" y="2995698"/>
                  <a:pt x="5311573" y="2995698"/>
                </a:cubicBezTo>
                <a:close/>
                <a:moveTo>
                  <a:pt x="5229577" y="2995698"/>
                </a:moveTo>
                <a:cubicBezTo>
                  <a:pt x="5233850" y="2995698"/>
                  <a:pt x="5237314" y="2999162"/>
                  <a:pt x="5237314" y="3003435"/>
                </a:cubicBezTo>
                <a:lnTo>
                  <a:pt x="5237314" y="3096271"/>
                </a:lnTo>
                <a:cubicBezTo>
                  <a:pt x="5237314" y="3100544"/>
                  <a:pt x="5233850" y="3104008"/>
                  <a:pt x="5229577" y="3104008"/>
                </a:cubicBezTo>
                <a:lnTo>
                  <a:pt x="5221841" y="3096272"/>
                </a:lnTo>
                <a:cubicBezTo>
                  <a:pt x="5221841" y="3065326"/>
                  <a:pt x="5221840" y="3034381"/>
                  <a:pt x="5221840" y="3003435"/>
                </a:cubicBezTo>
                <a:cubicBezTo>
                  <a:pt x="5221840" y="2999162"/>
                  <a:pt x="5225304" y="2995698"/>
                  <a:pt x="5229577" y="2995698"/>
                </a:cubicBezTo>
                <a:close/>
                <a:moveTo>
                  <a:pt x="5147582" y="2995698"/>
                </a:moveTo>
                <a:cubicBezTo>
                  <a:pt x="5177491" y="2995698"/>
                  <a:pt x="5201737" y="3019944"/>
                  <a:pt x="5201737" y="3049853"/>
                </a:cubicBezTo>
                <a:cubicBezTo>
                  <a:pt x="5201737" y="3079762"/>
                  <a:pt x="5177491" y="3104008"/>
                  <a:pt x="5147582" y="3104008"/>
                </a:cubicBezTo>
                <a:cubicBezTo>
                  <a:pt x="5117673" y="3104008"/>
                  <a:pt x="5093427" y="3079762"/>
                  <a:pt x="5093427" y="3049853"/>
                </a:cubicBezTo>
                <a:cubicBezTo>
                  <a:pt x="5093427" y="3019944"/>
                  <a:pt x="5117673" y="2995698"/>
                  <a:pt x="5147582" y="2995698"/>
                </a:cubicBezTo>
                <a:close/>
                <a:moveTo>
                  <a:pt x="5065586" y="2995698"/>
                </a:moveTo>
                <a:cubicBezTo>
                  <a:pt x="5069859" y="2995698"/>
                  <a:pt x="5073323" y="2999162"/>
                  <a:pt x="5073323" y="3003435"/>
                </a:cubicBezTo>
                <a:lnTo>
                  <a:pt x="5073323" y="3096271"/>
                </a:lnTo>
                <a:cubicBezTo>
                  <a:pt x="5073323" y="3100544"/>
                  <a:pt x="5069859" y="3104008"/>
                  <a:pt x="5065586" y="3104008"/>
                </a:cubicBezTo>
                <a:lnTo>
                  <a:pt x="5057850" y="3096272"/>
                </a:lnTo>
                <a:cubicBezTo>
                  <a:pt x="5057850" y="3065326"/>
                  <a:pt x="5057849" y="3034381"/>
                  <a:pt x="5057849" y="3003435"/>
                </a:cubicBezTo>
                <a:cubicBezTo>
                  <a:pt x="5057849" y="2999162"/>
                  <a:pt x="5061313" y="2995698"/>
                  <a:pt x="5065586" y="2995698"/>
                </a:cubicBezTo>
                <a:close/>
                <a:moveTo>
                  <a:pt x="5030009" y="2995698"/>
                </a:moveTo>
                <a:cubicBezTo>
                  <a:pt x="5034282" y="2995698"/>
                  <a:pt x="5037746" y="2999162"/>
                  <a:pt x="5037746" y="3003435"/>
                </a:cubicBezTo>
                <a:lnTo>
                  <a:pt x="5037746" y="3096271"/>
                </a:lnTo>
                <a:cubicBezTo>
                  <a:pt x="5037746" y="3100544"/>
                  <a:pt x="5034282" y="3104008"/>
                  <a:pt x="5030009" y="3104008"/>
                </a:cubicBezTo>
                <a:lnTo>
                  <a:pt x="5022273" y="3096272"/>
                </a:lnTo>
                <a:cubicBezTo>
                  <a:pt x="5022273" y="3065326"/>
                  <a:pt x="5022272" y="3034381"/>
                  <a:pt x="5022272" y="3003435"/>
                </a:cubicBezTo>
                <a:cubicBezTo>
                  <a:pt x="5022272" y="2999162"/>
                  <a:pt x="5025736" y="2995698"/>
                  <a:pt x="5030009" y="2995698"/>
                </a:cubicBezTo>
                <a:close/>
                <a:moveTo>
                  <a:pt x="4948014" y="2995698"/>
                </a:moveTo>
                <a:cubicBezTo>
                  <a:pt x="4977923" y="2995698"/>
                  <a:pt x="5002169" y="3019944"/>
                  <a:pt x="5002169" y="3049853"/>
                </a:cubicBezTo>
                <a:cubicBezTo>
                  <a:pt x="5002169" y="3079762"/>
                  <a:pt x="4977923" y="3104008"/>
                  <a:pt x="4948014" y="3104008"/>
                </a:cubicBezTo>
                <a:cubicBezTo>
                  <a:pt x="4918105" y="3104008"/>
                  <a:pt x="4893859" y="3079762"/>
                  <a:pt x="4893859" y="3049853"/>
                </a:cubicBezTo>
                <a:cubicBezTo>
                  <a:pt x="4893859" y="3019944"/>
                  <a:pt x="4918105" y="2995698"/>
                  <a:pt x="4948014" y="2995698"/>
                </a:cubicBezTo>
                <a:close/>
                <a:moveTo>
                  <a:pt x="4819600" y="2995698"/>
                </a:moveTo>
                <a:cubicBezTo>
                  <a:pt x="4849509" y="2995698"/>
                  <a:pt x="4873755" y="3019944"/>
                  <a:pt x="4873755" y="3049853"/>
                </a:cubicBezTo>
                <a:cubicBezTo>
                  <a:pt x="4873755" y="3079762"/>
                  <a:pt x="4849509" y="3104008"/>
                  <a:pt x="4819600" y="3104008"/>
                </a:cubicBezTo>
                <a:cubicBezTo>
                  <a:pt x="4789691" y="3104008"/>
                  <a:pt x="4765445" y="3079762"/>
                  <a:pt x="4765445" y="3049853"/>
                </a:cubicBezTo>
                <a:cubicBezTo>
                  <a:pt x="4765445" y="3019944"/>
                  <a:pt x="4789691" y="2995698"/>
                  <a:pt x="4819600" y="2995698"/>
                </a:cubicBezTo>
                <a:close/>
                <a:moveTo>
                  <a:pt x="4691186" y="2995698"/>
                </a:moveTo>
                <a:cubicBezTo>
                  <a:pt x="4721095" y="2995698"/>
                  <a:pt x="4745341" y="3019944"/>
                  <a:pt x="4745341" y="3049853"/>
                </a:cubicBezTo>
                <a:cubicBezTo>
                  <a:pt x="4745341" y="3079762"/>
                  <a:pt x="4721095" y="3104008"/>
                  <a:pt x="4691186" y="3104008"/>
                </a:cubicBezTo>
                <a:cubicBezTo>
                  <a:pt x="4661277" y="3104008"/>
                  <a:pt x="4637031" y="3079762"/>
                  <a:pt x="4637031" y="3049853"/>
                </a:cubicBezTo>
                <a:cubicBezTo>
                  <a:pt x="4637031" y="3019944"/>
                  <a:pt x="4661277" y="2995698"/>
                  <a:pt x="4691186" y="2995698"/>
                </a:cubicBezTo>
                <a:close/>
                <a:moveTo>
                  <a:pt x="4562771" y="2995698"/>
                </a:moveTo>
                <a:cubicBezTo>
                  <a:pt x="4592680" y="2995698"/>
                  <a:pt x="4616926" y="3019944"/>
                  <a:pt x="4616926" y="3049853"/>
                </a:cubicBezTo>
                <a:cubicBezTo>
                  <a:pt x="4616926" y="3079762"/>
                  <a:pt x="4592680" y="3104008"/>
                  <a:pt x="4562771" y="3104008"/>
                </a:cubicBezTo>
                <a:cubicBezTo>
                  <a:pt x="4532862" y="3104008"/>
                  <a:pt x="4508616" y="3079762"/>
                  <a:pt x="4508616" y="3049853"/>
                </a:cubicBezTo>
                <a:cubicBezTo>
                  <a:pt x="4508616" y="3019944"/>
                  <a:pt x="4532862" y="2995698"/>
                  <a:pt x="4562771" y="2995698"/>
                </a:cubicBezTo>
                <a:close/>
                <a:moveTo>
                  <a:pt x="4480777" y="2995698"/>
                </a:moveTo>
                <a:cubicBezTo>
                  <a:pt x="4485050" y="2995698"/>
                  <a:pt x="4488514" y="2999162"/>
                  <a:pt x="4488514" y="3003435"/>
                </a:cubicBezTo>
                <a:cubicBezTo>
                  <a:pt x="4488514" y="3034381"/>
                  <a:pt x="4488513" y="3065326"/>
                  <a:pt x="4488513" y="3096272"/>
                </a:cubicBezTo>
                <a:lnTo>
                  <a:pt x="4480777" y="3104008"/>
                </a:lnTo>
                <a:cubicBezTo>
                  <a:pt x="4476504" y="3104008"/>
                  <a:pt x="4473040" y="3100544"/>
                  <a:pt x="4473040" y="3096271"/>
                </a:cubicBezTo>
                <a:lnTo>
                  <a:pt x="4473040" y="3003435"/>
                </a:lnTo>
                <a:cubicBezTo>
                  <a:pt x="4473040" y="2999162"/>
                  <a:pt x="4476504" y="2995698"/>
                  <a:pt x="4480777" y="2995698"/>
                </a:cubicBezTo>
                <a:close/>
                <a:moveTo>
                  <a:pt x="4445200" y="2995698"/>
                </a:moveTo>
                <a:cubicBezTo>
                  <a:pt x="4449473" y="2995698"/>
                  <a:pt x="4452937" y="2999162"/>
                  <a:pt x="4452937" y="3003435"/>
                </a:cubicBezTo>
                <a:cubicBezTo>
                  <a:pt x="4452937" y="3034381"/>
                  <a:pt x="4452936" y="3065326"/>
                  <a:pt x="4452936" y="3096272"/>
                </a:cubicBezTo>
                <a:lnTo>
                  <a:pt x="4445200" y="3104008"/>
                </a:lnTo>
                <a:cubicBezTo>
                  <a:pt x="4440927" y="3104008"/>
                  <a:pt x="4437463" y="3100544"/>
                  <a:pt x="4437463" y="3096271"/>
                </a:cubicBezTo>
                <a:lnTo>
                  <a:pt x="4437463" y="3003435"/>
                </a:lnTo>
                <a:cubicBezTo>
                  <a:pt x="4437463" y="2999162"/>
                  <a:pt x="4440927" y="2995698"/>
                  <a:pt x="4445200" y="2995698"/>
                </a:cubicBezTo>
                <a:close/>
                <a:moveTo>
                  <a:pt x="4363204" y="2995698"/>
                </a:moveTo>
                <a:cubicBezTo>
                  <a:pt x="4393113" y="2995698"/>
                  <a:pt x="4417359" y="3019944"/>
                  <a:pt x="4417359" y="3049853"/>
                </a:cubicBezTo>
                <a:cubicBezTo>
                  <a:pt x="4417359" y="3079762"/>
                  <a:pt x="4393113" y="3104008"/>
                  <a:pt x="4363204" y="3104008"/>
                </a:cubicBezTo>
                <a:cubicBezTo>
                  <a:pt x="4333295" y="3104008"/>
                  <a:pt x="4309049" y="3079762"/>
                  <a:pt x="4309049" y="3049853"/>
                </a:cubicBezTo>
                <a:cubicBezTo>
                  <a:pt x="4309049" y="3019944"/>
                  <a:pt x="4333295" y="2995698"/>
                  <a:pt x="4363204" y="2995698"/>
                </a:cubicBezTo>
                <a:close/>
                <a:moveTo>
                  <a:pt x="4281209" y="2995698"/>
                </a:moveTo>
                <a:cubicBezTo>
                  <a:pt x="4285482" y="2995698"/>
                  <a:pt x="4288946" y="2999162"/>
                  <a:pt x="4288946" y="3003435"/>
                </a:cubicBezTo>
                <a:cubicBezTo>
                  <a:pt x="4288946" y="3034381"/>
                  <a:pt x="4288945" y="3065326"/>
                  <a:pt x="4288945" y="3096272"/>
                </a:cubicBezTo>
                <a:lnTo>
                  <a:pt x="4281209" y="3104008"/>
                </a:lnTo>
                <a:cubicBezTo>
                  <a:pt x="4276936" y="3104008"/>
                  <a:pt x="4273472" y="3100544"/>
                  <a:pt x="4273472" y="3096271"/>
                </a:cubicBezTo>
                <a:lnTo>
                  <a:pt x="4273472" y="3003435"/>
                </a:lnTo>
                <a:cubicBezTo>
                  <a:pt x="4273472" y="2999162"/>
                  <a:pt x="4276936" y="2995698"/>
                  <a:pt x="4281209" y="2995698"/>
                </a:cubicBezTo>
                <a:close/>
                <a:moveTo>
                  <a:pt x="4199213" y="2995698"/>
                </a:moveTo>
                <a:cubicBezTo>
                  <a:pt x="4229122" y="2995698"/>
                  <a:pt x="4253368" y="3019944"/>
                  <a:pt x="4253368" y="3049853"/>
                </a:cubicBezTo>
                <a:cubicBezTo>
                  <a:pt x="4253368" y="3079762"/>
                  <a:pt x="4229122" y="3104008"/>
                  <a:pt x="4199213" y="3104008"/>
                </a:cubicBezTo>
                <a:cubicBezTo>
                  <a:pt x="4169304" y="3104008"/>
                  <a:pt x="4145058" y="3079762"/>
                  <a:pt x="4145058" y="3049853"/>
                </a:cubicBezTo>
                <a:cubicBezTo>
                  <a:pt x="4145058" y="3019944"/>
                  <a:pt x="4169304" y="2995698"/>
                  <a:pt x="4199213" y="2995698"/>
                </a:cubicBezTo>
                <a:close/>
                <a:moveTo>
                  <a:pt x="4117218" y="2995698"/>
                </a:moveTo>
                <a:cubicBezTo>
                  <a:pt x="4121491" y="2995698"/>
                  <a:pt x="4124955" y="2999162"/>
                  <a:pt x="4124955" y="3003435"/>
                </a:cubicBezTo>
                <a:cubicBezTo>
                  <a:pt x="4124955" y="3034381"/>
                  <a:pt x="4124954" y="3065326"/>
                  <a:pt x="4124954" y="3096272"/>
                </a:cubicBezTo>
                <a:lnTo>
                  <a:pt x="4117218" y="3104008"/>
                </a:lnTo>
                <a:cubicBezTo>
                  <a:pt x="4112945" y="3104008"/>
                  <a:pt x="4109481" y="3100544"/>
                  <a:pt x="4109481" y="3096271"/>
                </a:cubicBezTo>
                <a:lnTo>
                  <a:pt x="4109481" y="3003435"/>
                </a:lnTo>
                <a:cubicBezTo>
                  <a:pt x="4109481" y="2999162"/>
                  <a:pt x="4112945" y="2995698"/>
                  <a:pt x="4117218" y="2995698"/>
                </a:cubicBezTo>
                <a:close/>
                <a:moveTo>
                  <a:pt x="4035222" y="2995698"/>
                </a:moveTo>
                <a:cubicBezTo>
                  <a:pt x="4065132" y="2995698"/>
                  <a:pt x="4089378" y="3019944"/>
                  <a:pt x="4089378" y="3049853"/>
                </a:cubicBezTo>
                <a:cubicBezTo>
                  <a:pt x="4089378" y="3079762"/>
                  <a:pt x="4065132" y="3104008"/>
                  <a:pt x="4035222" y="3104008"/>
                </a:cubicBezTo>
                <a:cubicBezTo>
                  <a:pt x="4005312" y="3104008"/>
                  <a:pt x="3981066" y="3079762"/>
                  <a:pt x="3981066" y="3049853"/>
                </a:cubicBezTo>
                <a:cubicBezTo>
                  <a:pt x="3981066" y="3019944"/>
                  <a:pt x="4005312" y="2995698"/>
                  <a:pt x="4035222" y="2995698"/>
                </a:cubicBezTo>
                <a:close/>
                <a:moveTo>
                  <a:pt x="3953226" y="2995698"/>
                </a:moveTo>
                <a:cubicBezTo>
                  <a:pt x="3957499" y="2995698"/>
                  <a:pt x="3960963" y="2999162"/>
                  <a:pt x="3960963" y="3003435"/>
                </a:cubicBezTo>
                <a:cubicBezTo>
                  <a:pt x="3960963" y="3034381"/>
                  <a:pt x="3960962" y="3065326"/>
                  <a:pt x="3960962" y="3096272"/>
                </a:cubicBezTo>
                <a:lnTo>
                  <a:pt x="3953226" y="3104008"/>
                </a:lnTo>
                <a:cubicBezTo>
                  <a:pt x="3948953" y="3104008"/>
                  <a:pt x="3945489" y="3100544"/>
                  <a:pt x="3945489" y="3096271"/>
                </a:cubicBezTo>
                <a:lnTo>
                  <a:pt x="3945489" y="3003435"/>
                </a:lnTo>
                <a:cubicBezTo>
                  <a:pt x="3945489" y="2999162"/>
                  <a:pt x="3948953" y="2995698"/>
                  <a:pt x="3953226" y="2995698"/>
                </a:cubicBezTo>
                <a:close/>
                <a:moveTo>
                  <a:pt x="3917649" y="2995698"/>
                </a:moveTo>
                <a:cubicBezTo>
                  <a:pt x="3921922" y="2995698"/>
                  <a:pt x="3925386" y="2999162"/>
                  <a:pt x="3925386" y="3003435"/>
                </a:cubicBezTo>
                <a:cubicBezTo>
                  <a:pt x="3925386" y="3034381"/>
                  <a:pt x="3925385" y="3065326"/>
                  <a:pt x="3925385" y="3096272"/>
                </a:cubicBezTo>
                <a:lnTo>
                  <a:pt x="3917649" y="3104008"/>
                </a:lnTo>
                <a:cubicBezTo>
                  <a:pt x="3913376" y="3104008"/>
                  <a:pt x="3909912" y="3100544"/>
                  <a:pt x="3909912" y="3096271"/>
                </a:cubicBezTo>
                <a:lnTo>
                  <a:pt x="3909912" y="3003435"/>
                </a:lnTo>
                <a:cubicBezTo>
                  <a:pt x="3909912" y="2999162"/>
                  <a:pt x="3913376" y="2995698"/>
                  <a:pt x="3917649" y="2995698"/>
                </a:cubicBezTo>
                <a:close/>
                <a:moveTo>
                  <a:pt x="3835653" y="2995698"/>
                </a:moveTo>
                <a:cubicBezTo>
                  <a:pt x="3865563" y="2995698"/>
                  <a:pt x="3889809" y="3019944"/>
                  <a:pt x="3889809" y="3049853"/>
                </a:cubicBezTo>
                <a:cubicBezTo>
                  <a:pt x="3889809" y="3079762"/>
                  <a:pt x="3865563" y="3104008"/>
                  <a:pt x="3835653" y="3104008"/>
                </a:cubicBezTo>
                <a:cubicBezTo>
                  <a:pt x="3805743" y="3104008"/>
                  <a:pt x="3781497" y="3079762"/>
                  <a:pt x="3781497" y="3049853"/>
                </a:cubicBezTo>
                <a:cubicBezTo>
                  <a:pt x="3781497" y="3019944"/>
                  <a:pt x="3805743" y="2995698"/>
                  <a:pt x="3835653" y="2995698"/>
                </a:cubicBezTo>
                <a:close/>
                <a:moveTo>
                  <a:pt x="3753658" y="2995698"/>
                </a:moveTo>
                <a:cubicBezTo>
                  <a:pt x="3757931" y="2995698"/>
                  <a:pt x="3761395" y="2999162"/>
                  <a:pt x="3761395" y="3003435"/>
                </a:cubicBezTo>
                <a:cubicBezTo>
                  <a:pt x="3761395" y="3034381"/>
                  <a:pt x="3761394" y="3065326"/>
                  <a:pt x="3761394" y="3096272"/>
                </a:cubicBezTo>
                <a:lnTo>
                  <a:pt x="3753658" y="3104008"/>
                </a:lnTo>
                <a:cubicBezTo>
                  <a:pt x="3749385" y="3104008"/>
                  <a:pt x="3745921" y="3100544"/>
                  <a:pt x="3745921" y="3096271"/>
                </a:cubicBezTo>
                <a:lnTo>
                  <a:pt x="3745921" y="3003435"/>
                </a:lnTo>
                <a:cubicBezTo>
                  <a:pt x="3745921" y="2999162"/>
                  <a:pt x="3749385" y="2995698"/>
                  <a:pt x="3753658" y="2995698"/>
                </a:cubicBezTo>
                <a:close/>
                <a:moveTo>
                  <a:pt x="3671662" y="2995698"/>
                </a:moveTo>
                <a:cubicBezTo>
                  <a:pt x="3701572" y="2995698"/>
                  <a:pt x="3725818" y="3019944"/>
                  <a:pt x="3725818" y="3049853"/>
                </a:cubicBezTo>
                <a:cubicBezTo>
                  <a:pt x="3725818" y="3079762"/>
                  <a:pt x="3701572" y="3104008"/>
                  <a:pt x="3671662" y="3104008"/>
                </a:cubicBezTo>
                <a:cubicBezTo>
                  <a:pt x="3641752" y="3104008"/>
                  <a:pt x="3617506" y="3079762"/>
                  <a:pt x="3617506" y="3049853"/>
                </a:cubicBezTo>
                <a:cubicBezTo>
                  <a:pt x="3617506" y="3019944"/>
                  <a:pt x="3641752" y="2995698"/>
                  <a:pt x="3671662" y="2995698"/>
                </a:cubicBezTo>
                <a:close/>
                <a:moveTo>
                  <a:pt x="3589666" y="2995698"/>
                </a:moveTo>
                <a:cubicBezTo>
                  <a:pt x="3593939" y="2995698"/>
                  <a:pt x="3597403" y="2999162"/>
                  <a:pt x="3597403" y="3003435"/>
                </a:cubicBezTo>
                <a:cubicBezTo>
                  <a:pt x="3597403" y="3034381"/>
                  <a:pt x="3597402" y="3065326"/>
                  <a:pt x="3597402" y="3096272"/>
                </a:cubicBezTo>
                <a:lnTo>
                  <a:pt x="3589666" y="3104008"/>
                </a:lnTo>
                <a:cubicBezTo>
                  <a:pt x="3585393" y="3104008"/>
                  <a:pt x="3581929" y="3100544"/>
                  <a:pt x="3581929" y="3096271"/>
                </a:cubicBezTo>
                <a:lnTo>
                  <a:pt x="3581929" y="3003435"/>
                </a:lnTo>
                <a:cubicBezTo>
                  <a:pt x="3581929" y="2999162"/>
                  <a:pt x="3585393" y="2995698"/>
                  <a:pt x="3589666" y="2995698"/>
                </a:cubicBezTo>
                <a:close/>
                <a:moveTo>
                  <a:pt x="3554089" y="2995698"/>
                </a:moveTo>
                <a:cubicBezTo>
                  <a:pt x="3558362" y="2995698"/>
                  <a:pt x="3561826" y="2999162"/>
                  <a:pt x="3561826" y="3003435"/>
                </a:cubicBezTo>
                <a:cubicBezTo>
                  <a:pt x="3561826" y="3034381"/>
                  <a:pt x="3561825" y="3065326"/>
                  <a:pt x="3561825" y="3096272"/>
                </a:cubicBezTo>
                <a:lnTo>
                  <a:pt x="3554089" y="3104008"/>
                </a:lnTo>
                <a:cubicBezTo>
                  <a:pt x="3549816" y="3104008"/>
                  <a:pt x="3546352" y="3100544"/>
                  <a:pt x="3546352" y="3096271"/>
                </a:cubicBezTo>
                <a:lnTo>
                  <a:pt x="3546352" y="3003435"/>
                </a:lnTo>
                <a:cubicBezTo>
                  <a:pt x="3546352" y="2999162"/>
                  <a:pt x="3549816" y="2995698"/>
                  <a:pt x="3554089" y="2995698"/>
                </a:cubicBezTo>
                <a:close/>
                <a:moveTo>
                  <a:pt x="3518511" y="2995698"/>
                </a:moveTo>
                <a:cubicBezTo>
                  <a:pt x="3522784" y="2995698"/>
                  <a:pt x="3526248" y="2999162"/>
                  <a:pt x="3526248" y="3003435"/>
                </a:cubicBezTo>
                <a:lnTo>
                  <a:pt x="3526248" y="3096271"/>
                </a:lnTo>
                <a:cubicBezTo>
                  <a:pt x="3526248" y="3100544"/>
                  <a:pt x="3522784" y="3104008"/>
                  <a:pt x="3518511" y="3104008"/>
                </a:cubicBezTo>
                <a:lnTo>
                  <a:pt x="3510775" y="3096272"/>
                </a:lnTo>
                <a:cubicBezTo>
                  <a:pt x="3510775" y="3065326"/>
                  <a:pt x="3510774" y="3034381"/>
                  <a:pt x="3510774" y="3003435"/>
                </a:cubicBezTo>
                <a:cubicBezTo>
                  <a:pt x="3510774" y="2999162"/>
                  <a:pt x="3514238" y="2995698"/>
                  <a:pt x="3518511" y="2995698"/>
                </a:cubicBezTo>
                <a:close/>
                <a:moveTo>
                  <a:pt x="3436515" y="2995698"/>
                </a:moveTo>
                <a:cubicBezTo>
                  <a:pt x="3466425" y="2995698"/>
                  <a:pt x="3490671" y="3019944"/>
                  <a:pt x="3490671" y="3049853"/>
                </a:cubicBezTo>
                <a:cubicBezTo>
                  <a:pt x="3490671" y="3079762"/>
                  <a:pt x="3466425" y="3104008"/>
                  <a:pt x="3436515" y="3104008"/>
                </a:cubicBezTo>
                <a:cubicBezTo>
                  <a:pt x="3406605" y="3104008"/>
                  <a:pt x="3382359" y="3079762"/>
                  <a:pt x="3382359" y="3049853"/>
                </a:cubicBezTo>
                <a:cubicBezTo>
                  <a:pt x="3382359" y="3019944"/>
                  <a:pt x="3406605" y="2995698"/>
                  <a:pt x="3436515" y="2995698"/>
                </a:cubicBezTo>
                <a:close/>
                <a:moveTo>
                  <a:pt x="3354520" y="2995698"/>
                </a:moveTo>
                <a:cubicBezTo>
                  <a:pt x="3358793" y="2995698"/>
                  <a:pt x="3362257" y="2999162"/>
                  <a:pt x="3362257" y="3003435"/>
                </a:cubicBezTo>
                <a:lnTo>
                  <a:pt x="3362257" y="3096271"/>
                </a:lnTo>
                <a:cubicBezTo>
                  <a:pt x="3362257" y="3100544"/>
                  <a:pt x="3358793" y="3104008"/>
                  <a:pt x="3354520" y="3104008"/>
                </a:cubicBezTo>
                <a:lnTo>
                  <a:pt x="3346784" y="3096272"/>
                </a:lnTo>
                <a:cubicBezTo>
                  <a:pt x="3346784" y="3065326"/>
                  <a:pt x="3346783" y="3034381"/>
                  <a:pt x="3346783" y="3003435"/>
                </a:cubicBezTo>
                <a:cubicBezTo>
                  <a:pt x="3346783" y="2999162"/>
                  <a:pt x="3350247" y="2995698"/>
                  <a:pt x="3354520" y="2995698"/>
                </a:cubicBezTo>
                <a:close/>
                <a:moveTo>
                  <a:pt x="3318943" y="2995698"/>
                </a:moveTo>
                <a:cubicBezTo>
                  <a:pt x="3323216" y="2995698"/>
                  <a:pt x="3326680" y="2999162"/>
                  <a:pt x="3326680" y="3003435"/>
                </a:cubicBezTo>
                <a:lnTo>
                  <a:pt x="3326680" y="3096271"/>
                </a:lnTo>
                <a:cubicBezTo>
                  <a:pt x="3326680" y="3100544"/>
                  <a:pt x="3323216" y="3104008"/>
                  <a:pt x="3318943" y="3104008"/>
                </a:cubicBezTo>
                <a:lnTo>
                  <a:pt x="3311207" y="3096272"/>
                </a:lnTo>
                <a:cubicBezTo>
                  <a:pt x="3311207" y="3065326"/>
                  <a:pt x="3311206" y="3034381"/>
                  <a:pt x="3311206" y="3003435"/>
                </a:cubicBezTo>
                <a:cubicBezTo>
                  <a:pt x="3311206" y="2999162"/>
                  <a:pt x="3314670" y="2995698"/>
                  <a:pt x="3318943" y="2995698"/>
                </a:cubicBezTo>
                <a:close/>
                <a:moveTo>
                  <a:pt x="3236947" y="2995698"/>
                </a:moveTo>
                <a:cubicBezTo>
                  <a:pt x="3266857" y="2995698"/>
                  <a:pt x="3291103" y="3019944"/>
                  <a:pt x="3291103" y="3049853"/>
                </a:cubicBezTo>
                <a:cubicBezTo>
                  <a:pt x="3291103" y="3079762"/>
                  <a:pt x="3266857" y="3104008"/>
                  <a:pt x="3236947" y="3104008"/>
                </a:cubicBezTo>
                <a:cubicBezTo>
                  <a:pt x="3207037" y="3104008"/>
                  <a:pt x="3182791" y="3079762"/>
                  <a:pt x="3182791" y="3049853"/>
                </a:cubicBezTo>
                <a:cubicBezTo>
                  <a:pt x="3182791" y="3019944"/>
                  <a:pt x="3207037" y="2995698"/>
                  <a:pt x="3236947" y="2995698"/>
                </a:cubicBezTo>
                <a:close/>
                <a:moveTo>
                  <a:pt x="3154951" y="2995698"/>
                </a:moveTo>
                <a:cubicBezTo>
                  <a:pt x="3159224" y="2995698"/>
                  <a:pt x="3162688" y="2999162"/>
                  <a:pt x="3162688" y="3003435"/>
                </a:cubicBezTo>
                <a:lnTo>
                  <a:pt x="3162688" y="3096271"/>
                </a:lnTo>
                <a:cubicBezTo>
                  <a:pt x="3162688" y="3100544"/>
                  <a:pt x="3159224" y="3104008"/>
                  <a:pt x="3154951" y="3104008"/>
                </a:cubicBezTo>
                <a:lnTo>
                  <a:pt x="3147215" y="3096272"/>
                </a:lnTo>
                <a:cubicBezTo>
                  <a:pt x="3147215" y="3065326"/>
                  <a:pt x="3147214" y="3034381"/>
                  <a:pt x="3147214" y="3003435"/>
                </a:cubicBezTo>
                <a:cubicBezTo>
                  <a:pt x="3147214" y="2999162"/>
                  <a:pt x="3150678" y="2995698"/>
                  <a:pt x="3154951" y="2995698"/>
                </a:cubicBezTo>
                <a:close/>
                <a:moveTo>
                  <a:pt x="3119374" y="2995698"/>
                </a:moveTo>
                <a:cubicBezTo>
                  <a:pt x="3123647" y="2995698"/>
                  <a:pt x="3127111" y="2999162"/>
                  <a:pt x="3127111" y="3003435"/>
                </a:cubicBezTo>
                <a:lnTo>
                  <a:pt x="3127111" y="3096271"/>
                </a:lnTo>
                <a:cubicBezTo>
                  <a:pt x="3127111" y="3100544"/>
                  <a:pt x="3123647" y="3104008"/>
                  <a:pt x="3119374" y="3104008"/>
                </a:cubicBezTo>
                <a:lnTo>
                  <a:pt x="3111638" y="3096272"/>
                </a:lnTo>
                <a:cubicBezTo>
                  <a:pt x="3111638" y="3065326"/>
                  <a:pt x="3111637" y="3034381"/>
                  <a:pt x="3111637" y="3003435"/>
                </a:cubicBezTo>
                <a:cubicBezTo>
                  <a:pt x="3111637" y="2999162"/>
                  <a:pt x="3115101" y="2995698"/>
                  <a:pt x="3119374" y="2995698"/>
                </a:cubicBezTo>
                <a:close/>
                <a:moveTo>
                  <a:pt x="3037378" y="2995698"/>
                </a:moveTo>
                <a:cubicBezTo>
                  <a:pt x="3067288" y="2995698"/>
                  <a:pt x="3091534" y="3019944"/>
                  <a:pt x="3091534" y="3049853"/>
                </a:cubicBezTo>
                <a:cubicBezTo>
                  <a:pt x="3091534" y="3079762"/>
                  <a:pt x="3067288" y="3104008"/>
                  <a:pt x="3037378" y="3104008"/>
                </a:cubicBezTo>
                <a:cubicBezTo>
                  <a:pt x="3007468" y="3104008"/>
                  <a:pt x="2983222" y="3079762"/>
                  <a:pt x="2983222" y="3049853"/>
                </a:cubicBezTo>
                <a:cubicBezTo>
                  <a:pt x="2983222" y="3019944"/>
                  <a:pt x="3007468" y="2995698"/>
                  <a:pt x="3037378" y="2995698"/>
                </a:cubicBezTo>
                <a:close/>
                <a:moveTo>
                  <a:pt x="2955383" y="2995698"/>
                </a:moveTo>
                <a:cubicBezTo>
                  <a:pt x="2959656" y="2995698"/>
                  <a:pt x="2963120" y="2999162"/>
                  <a:pt x="2963120" y="3003435"/>
                </a:cubicBezTo>
                <a:lnTo>
                  <a:pt x="2963120" y="3096271"/>
                </a:lnTo>
                <a:cubicBezTo>
                  <a:pt x="2963120" y="3100544"/>
                  <a:pt x="2959656" y="3104008"/>
                  <a:pt x="2955383" y="3104008"/>
                </a:cubicBezTo>
                <a:lnTo>
                  <a:pt x="2947647" y="3096272"/>
                </a:lnTo>
                <a:cubicBezTo>
                  <a:pt x="2947647" y="3065326"/>
                  <a:pt x="2947646" y="3034381"/>
                  <a:pt x="2947646" y="3003435"/>
                </a:cubicBezTo>
                <a:cubicBezTo>
                  <a:pt x="2947646" y="2999162"/>
                  <a:pt x="2951110" y="2995698"/>
                  <a:pt x="2955383" y="2995698"/>
                </a:cubicBezTo>
                <a:close/>
                <a:moveTo>
                  <a:pt x="2873387" y="2995698"/>
                </a:moveTo>
                <a:cubicBezTo>
                  <a:pt x="2903296" y="2995698"/>
                  <a:pt x="2927542" y="3019944"/>
                  <a:pt x="2927542" y="3049853"/>
                </a:cubicBezTo>
                <a:cubicBezTo>
                  <a:pt x="2927542" y="3079762"/>
                  <a:pt x="2903296" y="3104008"/>
                  <a:pt x="2873387" y="3104008"/>
                </a:cubicBezTo>
                <a:cubicBezTo>
                  <a:pt x="2843478" y="3104008"/>
                  <a:pt x="2819232" y="3079762"/>
                  <a:pt x="2819232" y="3049853"/>
                </a:cubicBezTo>
                <a:cubicBezTo>
                  <a:pt x="2819232" y="3019944"/>
                  <a:pt x="2843478" y="2995698"/>
                  <a:pt x="2873387" y="2995698"/>
                </a:cubicBezTo>
                <a:close/>
                <a:moveTo>
                  <a:pt x="2791392" y="2995698"/>
                </a:moveTo>
                <a:cubicBezTo>
                  <a:pt x="2795665" y="2995698"/>
                  <a:pt x="2799129" y="2999162"/>
                  <a:pt x="2799129" y="3003435"/>
                </a:cubicBezTo>
                <a:lnTo>
                  <a:pt x="2799129" y="3096271"/>
                </a:lnTo>
                <a:cubicBezTo>
                  <a:pt x="2799129" y="3100544"/>
                  <a:pt x="2795665" y="3104008"/>
                  <a:pt x="2791392" y="3104008"/>
                </a:cubicBezTo>
                <a:lnTo>
                  <a:pt x="2783656" y="3096272"/>
                </a:lnTo>
                <a:cubicBezTo>
                  <a:pt x="2783656" y="3065326"/>
                  <a:pt x="2783655" y="3034381"/>
                  <a:pt x="2783655" y="3003435"/>
                </a:cubicBezTo>
                <a:cubicBezTo>
                  <a:pt x="2783655" y="2999162"/>
                  <a:pt x="2787119" y="2995698"/>
                  <a:pt x="2791392" y="2995698"/>
                </a:cubicBezTo>
                <a:close/>
                <a:moveTo>
                  <a:pt x="2709396" y="2995698"/>
                </a:moveTo>
                <a:cubicBezTo>
                  <a:pt x="2739305" y="2995698"/>
                  <a:pt x="2763551" y="3019944"/>
                  <a:pt x="2763551" y="3049853"/>
                </a:cubicBezTo>
                <a:cubicBezTo>
                  <a:pt x="2763551" y="3079762"/>
                  <a:pt x="2739305" y="3104008"/>
                  <a:pt x="2709396" y="3104008"/>
                </a:cubicBezTo>
                <a:cubicBezTo>
                  <a:pt x="2679487" y="3104008"/>
                  <a:pt x="2655241" y="3079762"/>
                  <a:pt x="2655241" y="3049853"/>
                </a:cubicBezTo>
                <a:cubicBezTo>
                  <a:pt x="2655241" y="3019944"/>
                  <a:pt x="2679487" y="2995698"/>
                  <a:pt x="2709396" y="2995698"/>
                </a:cubicBezTo>
                <a:close/>
                <a:moveTo>
                  <a:pt x="2627401" y="2995698"/>
                </a:moveTo>
                <a:cubicBezTo>
                  <a:pt x="2631674" y="2995698"/>
                  <a:pt x="2635138" y="2999162"/>
                  <a:pt x="2635138" y="3003435"/>
                </a:cubicBezTo>
                <a:lnTo>
                  <a:pt x="2635138" y="3096271"/>
                </a:lnTo>
                <a:lnTo>
                  <a:pt x="2627401" y="3104008"/>
                </a:lnTo>
                <a:cubicBezTo>
                  <a:pt x="2623128" y="3104009"/>
                  <a:pt x="2619665" y="3100545"/>
                  <a:pt x="2619665" y="3096272"/>
                </a:cubicBezTo>
                <a:cubicBezTo>
                  <a:pt x="2619665" y="3065326"/>
                  <a:pt x="2619664" y="3034381"/>
                  <a:pt x="2619664" y="3003435"/>
                </a:cubicBezTo>
                <a:cubicBezTo>
                  <a:pt x="2619664" y="2999162"/>
                  <a:pt x="2623128" y="2995698"/>
                  <a:pt x="2627401" y="2995698"/>
                </a:cubicBezTo>
                <a:close/>
                <a:moveTo>
                  <a:pt x="2591824" y="2995698"/>
                </a:moveTo>
                <a:cubicBezTo>
                  <a:pt x="2596097" y="2995698"/>
                  <a:pt x="2599561" y="2999162"/>
                  <a:pt x="2599561" y="3003435"/>
                </a:cubicBezTo>
                <a:lnTo>
                  <a:pt x="2599561" y="3096271"/>
                </a:lnTo>
                <a:lnTo>
                  <a:pt x="2591824" y="3104008"/>
                </a:lnTo>
                <a:cubicBezTo>
                  <a:pt x="2587551" y="3104009"/>
                  <a:pt x="2584088" y="3100545"/>
                  <a:pt x="2584088" y="3096272"/>
                </a:cubicBezTo>
                <a:cubicBezTo>
                  <a:pt x="2584088" y="3065326"/>
                  <a:pt x="2584087" y="3034381"/>
                  <a:pt x="2584087" y="3003435"/>
                </a:cubicBezTo>
                <a:cubicBezTo>
                  <a:pt x="2584087" y="2999162"/>
                  <a:pt x="2587551" y="2995698"/>
                  <a:pt x="2591824" y="2995698"/>
                </a:cubicBezTo>
                <a:close/>
                <a:moveTo>
                  <a:pt x="2509829" y="2995698"/>
                </a:moveTo>
                <a:cubicBezTo>
                  <a:pt x="2539738" y="2995698"/>
                  <a:pt x="2563984" y="3019944"/>
                  <a:pt x="2563984" y="3049853"/>
                </a:cubicBezTo>
                <a:cubicBezTo>
                  <a:pt x="2563984" y="3079762"/>
                  <a:pt x="2539738" y="3104008"/>
                  <a:pt x="2509829" y="3104008"/>
                </a:cubicBezTo>
                <a:cubicBezTo>
                  <a:pt x="2479920" y="3104008"/>
                  <a:pt x="2455674" y="3079762"/>
                  <a:pt x="2455674" y="3049853"/>
                </a:cubicBezTo>
                <a:cubicBezTo>
                  <a:pt x="2455674" y="3019944"/>
                  <a:pt x="2479920" y="2995698"/>
                  <a:pt x="2509829" y="2995698"/>
                </a:cubicBezTo>
                <a:close/>
                <a:moveTo>
                  <a:pt x="2381414" y="2995698"/>
                </a:moveTo>
                <a:cubicBezTo>
                  <a:pt x="2411323" y="2995698"/>
                  <a:pt x="2435569" y="3019944"/>
                  <a:pt x="2435569" y="3049853"/>
                </a:cubicBezTo>
                <a:cubicBezTo>
                  <a:pt x="2435569" y="3079762"/>
                  <a:pt x="2411323" y="3104008"/>
                  <a:pt x="2381414" y="3104008"/>
                </a:cubicBezTo>
                <a:cubicBezTo>
                  <a:pt x="2351505" y="3104008"/>
                  <a:pt x="2327259" y="3079762"/>
                  <a:pt x="2327259" y="3049853"/>
                </a:cubicBezTo>
                <a:cubicBezTo>
                  <a:pt x="2327259" y="3019944"/>
                  <a:pt x="2351505" y="2995698"/>
                  <a:pt x="2381414" y="2995698"/>
                </a:cubicBezTo>
                <a:close/>
                <a:moveTo>
                  <a:pt x="2253000" y="2995698"/>
                </a:moveTo>
                <a:cubicBezTo>
                  <a:pt x="2282909" y="2995698"/>
                  <a:pt x="2307155" y="3019944"/>
                  <a:pt x="2307155" y="3049853"/>
                </a:cubicBezTo>
                <a:cubicBezTo>
                  <a:pt x="2307155" y="3079762"/>
                  <a:pt x="2282909" y="3104008"/>
                  <a:pt x="2253000" y="3104008"/>
                </a:cubicBezTo>
                <a:cubicBezTo>
                  <a:pt x="2223091" y="3104008"/>
                  <a:pt x="2198845" y="3079762"/>
                  <a:pt x="2198845" y="3049853"/>
                </a:cubicBezTo>
                <a:cubicBezTo>
                  <a:pt x="2198845" y="3019944"/>
                  <a:pt x="2223091" y="2995698"/>
                  <a:pt x="2253000" y="2995698"/>
                </a:cubicBezTo>
                <a:close/>
                <a:moveTo>
                  <a:pt x="2124586" y="2995698"/>
                </a:moveTo>
                <a:cubicBezTo>
                  <a:pt x="2154495" y="2995698"/>
                  <a:pt x="2178741" y="3019944"/>
                  <a:pt x="2178741" y="3049853"/>
                </a:cubicBezTo>
                <a:cubicBezTo>
                  <a:pt x="2178741" y="3079762"/>
                  <a:pt x="2154495" y="3104008"/>
                  <a:pt x="2124586" y="3104008"/>
                </a:cubicBezTo>
                <a:cubicBezTo>
                  <a:pt x="2094677" y="3104008"/>
                  <a:pt x="2070431" y="3079762"/>
                  <a:pt x="2070431" y="3049853"/>
                </a:cubicBezTo>
                <a:cubicBezTo>
                  <a:pt x="2070431" y="3019944"/>
                  <a:pt x="2094677" y="2995698"/>
                  <a:pt x="2124586" y="2995698"/>
                </a:cubicBezTo>
                <a:close/>
                <a:moveTo>
                  <a:pt x="2042591" y="2995698"/>
                </a:moveTo>
                <a:cubicBezTo>
                  <a:pt x="2046864" y="2995698"/>
                  <a:pt x="2050328" y="2999162"/>
                  <a:pt x="2050328" y="3003435"/>
                </a:cubicBezTo>
                <a:cubicBezTo>
                  <a:pt x="2050328" y="3034381"/>
                  <a:pt x="2050327" y="3065326"/>
                  <a:pt x="2050327" y="3096272"/>
                </a:cubicBezTo>
                <a:lnTo>
                  <a:pt x="2042591" y="3104008"/>
                </a:lnTo>
                <a:cubicBezTo>
                  <a:pt x="2038318" y="3104008"/>
                  <a:pt x="2034854" y="3100544"/>
                  <a:pt x="2034854" y="3096271"/>
                </a:cubicBezTo>
                <a:lnTo>
                  <a:pt x="2034854" y="3003435"/>
                </a:lnTo>
                <a:cubicBezTo>
                  <a:pt x="2034854" y="2999162"/>
                  <a:pt x="2038318" y="2995698"/>
                  <a:pt x="2042591" y="2995698"/>
                </a:cubicBezTo>
                <a:close/>
                <a:moveTo>
                  <a:pt x="2007014" y="2995698"/>
                </a:moveTo>
                <a:cubicBezTo>
                  <a:pt x="2011287" y="2995698"/>
                  <a:pt x="2014751" y="2999162"/>
                  <a:pt x="2014751" y="3003435"/>
                </a:cubicBezTo>
                <a:cubicBezTo>
                  <a:pt x="2014751" y="3034381"/>
                  <a:pt x="2014750" y="3065326"/>
                  <a:pt x="2014750" y="3096272"/>
                </a:cubicBezTo>
                <a:lnTo>
                  <a:pt x="2007014" y="3104008"/>
                </a:lnTo>
                <a:cubicBezTo>
                  <a:pt x="2002741" y="3104008"/>
                  <a:pt x="1999277" y="3100544"/>
                  <a:pt x="1999277" y="3096271"/>
                </a:cubicBezTo>
                <a:lnTo>
                  <a:pt x="1999277" y="3003435"/>
                </a:lnTo>
                <a:cubicBezTo>
                  <a:pt x="1999277" y="2999162"/>
                  <a:pt x="2002741" y="2995698"/>
                  <a:pt x="2007014" y="2995698"/>
                </a:cubicBezTo>
                <a:close/>
                <a:moveTo>
                  <a:pt x="1925018" y="2995698"/>
                </a:moveTo>
                <a:cubicBezTo>
                  <a:pt x="1954927" y="2995698"/>
                  <a:pt x="1979173" y="3019944"/>
                  <a:pt x="1979173" y="3049853"/>
                </a:cubicBezTo>
                <a:cubicBezTo>
                  <a:pt x="1979173" y="3079762"/>
                  <a:pt x="1954927" y="3104008"/>
                  <a:pt x="1925018" y="3104008"/>
                </a:cubicBezTo>
                <a:cubicBezTo>
                  <a:pt x="1895109" y="3104008"/>
                  <a:pt x="1870863" y="3079762"/>
                  <a:pt x="1870863" y="3049853"/>
                </a:cubicBezTo>
                <a:cubicBezTo>
                  <a:pt x="1870863" y="3019944"/>
                  <a:pt x="1895109" y="2995698"/>
                  <a:pt x="1925018" y="2995698"/>
                </a:cubicBezTo>
                <a:close/>
                <a:moveTo>
                  <a:pt x="1843023" y="2995698"/>
                </a:moveTo>
                <a:cubicBezTo>
                  <a:pt x="1847296" y="2995698"/>
                  <a:pt x="1850760" y="2999162"/>
                  <a:pt x="1850760" y="3003435"/>
                </a:cubicBezTo>
                <a:cubicBezTo>
                  <a:pt x="1850760" y="3034381"/>
                  <a:pt x="1850759" y="3065326"/>
                  <a:pt x="1850759" y="3096272"/>
                </a:cubicBezTo>
                <a:lnTo>
                  <a:pt x="1843023" y="3104008"/>
                </a:lnTo>
                <a:cubicBezTo>
                  <a:pt x="1838750" y="3104008"/>
                  <a:pt x="1835286" y="3100544"/>
                  <a:pt x="1835286" y="3096271"/>
                </a:cubicBezTo>
                <a:lnTo>
                  <a:pt x="1835286" y="3003435"/>
                </a:lnTo>
                <a:cubicBezTo>
                  <a:pt x="1835286" y="2999162"/>
                  <a:pt x="1838750" y="2995698"/>
                  <a:pt x="1843023" y="2995698"/>
                </a:cubicBezTo>
                <a:close/>
                <a:moveTo>
                  <a:pt x="1761027" y="2995698"/>
                </a:moveTo>
                <a:cubicBezTo>
                  <a:pt x="1790936" y="2995698"/>
                  <a:pt x="1815182" y="3019944"/>
                  <a:pt x="1815182" y="3049853"/>
                </a:cubicBezTo>
                <a:cubicBezTo>
                  <a:pt x="1815182" y="3079762"/>
                  <a:pt x="1790936" y="3104008"/>
                  <a:pt x="1761027" y="3104008"/>
                </a:cubicBezTo>
                <a:cubicBezTo>
                  <a:pt x="1731118" y="3104008"/>
                  <a:pt x="1706872" y="3079762"/>
                  <a:pt x="1706872" y="3049853"/>
                </a:cubicBezTo>
                <a:cubicBezTo>
                  <a:pt x="1706872" y="3019944"/>
                  <a:pt x="1731118" y="2995698"/>
                  <a:pt x="1761027" y="2995698"/>
                </a:cubicBezTo>
                <a:close/>
                <a:moveTo>
                  <a:pt x="1679032" y="2995698"/>
                </a:moveTo>
                <a:cubicBezTo>
                  <a:pt x="1683305" y="2995698"/>
                  <a:pt x="1686769" y="2999162"/>
                  <a:pt x="1686769" y="3003435"/>
                </a:cubicBezTo>
                <a:cubicBezTo>
                  <a:pt x="1686769" y="3034381"/>
                  <a:pt x="1686768" y="3065326"/>
                  <a:pt x="1686768" y="3096272"/>
                </a:cubicBezTo>
                <a:lnTo>
                  <a:pt x="1679032" y="3104008"/>
                </a:lnTo>
                <a:cubicBezTo>
                  <a:pt x="1674759" y="3104008"/>
                  <a:pt x="1671295" y="3100544"/>
                  <a:pt x="1671295" y="3096271"/>
                </a:cubicBezTo>
                <a:lnTo>
                  <a:pt x="1671295" y="3003435"/>
                </a:lnTo>
                <a:cubicBezTo>
                  <a:pt x="1671295" y="2999162"/>
                  <a:pt x="1674759" y="2995698"/>
                  <a:pt x="1679032" y="2995698"/>
                </a:cubicBezTo>
                <a:close/>
                <a:moveTo>
                  <a:pt x="1597037" y="2995698"/>
                </a:moveTo>
                <a:cubicBezTo>
                  <a:pt x="1626947" y="2995698"/>
                  <a:pt x="1651193" y="3019944"/>
                  <a:pt x="1651193" y="3049853"/>
                </a:cubicBezTo>
                <a:cubicBezTo>
                  <a:pt x="1651193" y="3079762"/>
                  <a:pt x="1626947" y="3104008"/>
                  <a:pt x="1597037" y="3104008"/>
                </a:cubicBezTo>
                <a:cubicBezTo>
                  <a:pt x="1567127" y="3104008"/>
                  <a:pt x="1542881" y="3079762"/>
                  <a:pt x="1542881" y="3049853"/>
                </a:cubicBezTo>
                <a:cubicBezTo>
                  <a:pt x="1542881" y="3019944"/>
                  <a:pt x="1567127" y="2995698"/>
                  <a:pt x="1597037" y="2995698"/>
                </a:cubicBezTo>
                <a:close/>
                <a:moveTo>
                  <a:pt x="1515041" y="2995698"/>
                </a:moveTo>
                <a:cubicBezTo>
                  <a:pt x="1519314" y="2995698"/>
                  <a:pt x="1522778" y="2999162"/>
                  <a:pt x="1522778" y="3003435"/>
                </a:cubicBezTo>
                <a:cubicBezTo>
                  <a:pt x="1522778" y="3034381"/>
                  <a:pt x="1522777" y="3065326"/>
                  <a:pt x="1522777" y="3096272"/>
                </a:cubicBezTo>
                <a:lnTo>
                  <a:pt x="1515041" y="3104008"/>
                </a:lnTo>
                <a:cubicBezTo>
                  <a:pt x="1510768" y="3104008"/>
                  <a:pt x="1507304" y="3100544"/>
                  <a:pt x="1507304" y="3096271"/>
                </a:cubicBezTo>
                <a:lnTo>
                  <a:pt x="1507304" y="3003435"/>
                </a:lnTo>
                <a:cubicBezTo>
                  <a:pt x="1507304" y="2999162"/>
                  <a:pt x="1510768" y="2995698"/>
                  <a:pt x="1515041" y="2995698"/>
                </a:cubicBezTo>
                <a:close/>
                <a:moveTo>
                  <a:pt x="1479464" y="2995698"/>
                </a:moveTo>
                <a:cubicBezTo>
                  <a:pt x="1483737" y="2995698"/>
                  <a:pt x="1487201" y="2999162"/>
                  <a:pt x="1487201" y="3003435"/>
                </a:cubicBezTo>
                <a:cubicBezTo>
                  <a:pt x="1487201" y="3034381"/>
                  <a:pt x="1487200" y="3065326"/>
                  <a:pt x="1487200" y="3096272"/>
                </a:cubicBezTo>
                <a:lnTo>
                  <a:pt x="1479464" y="3104008"/>
                </a:lnTo>
                <a:cubicBezTo>
                  <a:pt x="1475191" y="3104008"/>
                  <a:pt x="1471727" y="3100544"/>
                  <a:pt x="1471727" y="3096271"/>
                </a:cubicBezTo>
                <a:lnTo>
                  <a:pt x="1471727" y="3003435"/>
                </a:lnTo>
                <a:cubicBezTo>
                  <a:pt x="1471727" y="2999162"/>
                  <a:pt x="1475191" y="2995698"/>
                  <a:pt x="1479464" y="2995698"/>
                </a:cubicBezTo>
                <a:close/>
                <a:moveTo>
                  <a:pt x="1397468" y="2995698"/>
                </a:moveTo>
                <a:cubicBezTo>
                  <a:pt x="1427378" y="2995698"/>
                  <a:pt x="1451624" y="3019944"/>
                  <a:pt x="1451624" y="3049853"/>
                </a:cubicBezTo>
                <a:cubicBezTo>
                  <a:pt x="1451624" y="3079762"/>
                  <a:pt x="1427378" y="3104008"/>
                  <a:pt x="1397468" y="3104008"/>
                </a:cubicBezTo>
                <a:cubicBezTo>
                  <a:pt x="1367558" y="3104008"/>
                  <a:pt x="1343312" y="3079762"/>
                  <a:pt x="1343312" y="3049853"/>
                </a:cubicBezTo>
                <a:cubicBezTo>
                  <a:pt x="1343312" y="3019944"/>
                  <a:pt x="1367558" y="2995698"/>
                  <a:pt x="1397468" y="2995698"/>
                </a:cubicBezTo>
                <a:close/>
                <a:moveTo>
                  <a:pt x="1315472" y="2995698"/>
                </a:moveTo>
                <a:cubicBezTo>
                  <a:pt x="1319745" y="2995698"/>
                  <a:pt x="1323209" y="2999162"/>
                  <a:pt x="1323209" y="3003435"/>
                </a:cubicBezTo>
                <a:cubicBezTo>
                  <a:pt x="1323209" y="3034381"/>
                  <a:pt x="1323208" y="3065326"/>
                  <a:pt x="1323208" y="3096272"/>
                </a:cubicBezTo>
                <a:lnTo>
                  <a:pt x="1315472" y="3104008"/>
                </a:lnTo>
                <a:cubicBezTo>
                  <a:pt x="1311199" y="3104008"/>
                  <a:pt x="1307735" y="3100544"/>
                  <a:pt x="1307735" y="3096271"/>
                </a:cubicBezTo>
                <a:lnTo>
                  <a:pt x="1307735" y="3003435"/>
                </a:lnTo>
                <a:cubicBezTo>
                  <a:pt x="1307735" y="2999162"/>
                  <a:pt x="1311199" y="2995698"/>
                  <a:pt x="1315472" y="2995698"/>
                </a:cubicBezTo>
                <a:close/>
                <a:moveTo>
                  <a:pt x="1233476" y="2995698"/>
                </a:moveTo>
                <a:cubicBezTo>
                  <a:pt x="1263386" y="2995698"/>
                  <a:pt x="1287632" y="3019944"/>
                  <a:pt x="1287632" y="3049853"/>
                </a:cubicBezTo>
                <a:cubicBezTo>
                  <a:pt x="1287632" y="3079762"/>
                  <a:pt x="1263386" y="3104008"/>
                  <a:pt x="1233476" y="3104008"/>
                </a:cubicBezTo>
                <a:cubicBezTo>
                  <a:pt x="1203566" y="3104008"/>
                  <a:pt x="1179320" y="3079762"/>
                  <a:pt x="1179320" y="3049853"/>
                </a:cubicBezTo>
                <a:cubicBezTo>
                  <a:pt x="1179320" y="3019944"/>
                  <a:pt x="1203566" y="2995698"/>
                  <a:pt x="1233476" y="2995698"/>
                </a:cubicBezTo>
                <a:close/>
                <a:moveTo>
                  <a:pt x="1151481" y="2995698"/>
                </a:moveTo>
                <a:cubicBezTo>
                  <a:pt x="1155754" y="2995698"/>
                  <a:pt x="1159218" y="2999162"/>
                  <a:pt x="1159218" y="3003435"/>
                </a:cubicBezTo>
                <a:cubicBezTo>
                  <a:pt x="1159218" y="3034381"/>
                  <a:pt x="1159217" y="3065326"/>
                  <a:pt x="1159217" y="3096272"/>
                </a:cubicBezTo>
                <a:lnTo>
                  <a:pt x="1151481" y="3104008"/>
                </a:lnTo>
                <a:cubicBezTo>
                  <a:pt x="1147208" y="3104008"/>
                  <a:pt x="1143744" y="3100544"/>
                  <a:pt x="1143744" y="3096271"/>
                </a:cubicBezTo>
                <a:lnTo>
                  <a:pt x="1143744" y="3003435"/>
                </a:lnTo>
                <a:cubicBezTo>
                  <a:pt x="1143744" y="2999162"/>
                  <a:pt x="1147208" y="2995698"/>
                  <a:pt x="1151481" y="2995698"/>
                </a:cubicBezTo>
                <a:close/>
                <a:moveTo>
                  <a:pt x="1115904" y="2995698"/>
                </a:moveTo>
                <a:cubicBezTo>
                  <a:pt x="1120177" y="2995698"/>
                  <a:pt x="1123641" y="2999162"/>
                  <a:pt x="1123641" y="3003435"/>
                </a:cubicBezTo>
                <a:cubicBezTo>
                  <a:pt x="1123641" y="3034381"/>
                  <a:pt x="1123640" y="3065326"/>
                  <a:pt x="1123640" y="3096272"/>
                </a:cubicBezTo>
                <a:lnTo>
                  <a:pt x="1115904" y="3104008"/>
                </a:lnTo>
                <a:cubicBezTo>
                  <a:pt x="1111631" y="3104008"/>
                  <a:pt x="1108167" y="3100544"/>
                  <a:pt x="1108167" y="3096271"/>
                </a:cubicBezTo>
                <a:lnTo>
                  <a:pt x="1108167" y="3003435"/>
                </a:lnTo>
                <a:cubicBezTo>
                  <a:pt x="1108167" y="2999162"/>
                  <a:pt x="1111631" y="2995698"/>
                  <a:pt x="1115904" y="2995698"/>
                </a:cubicBezTo>
                <a:close/>
                <a:moveTo>
                  <a:pt x="1033908" y="2995698"/>
                </a:moveTo>
                <a:cubicBezTo>
                  <a:pt x="1063817" y="2995698"/>
                  <a:pt x="1088063" y="3019944"/>
                  <a:pt x="1088063" y="3049853"/>
                </a:cubicBezTo>
                <a:cubicBezTo>
                  <a:pt x="1088063" y="3079762"/>
                  <a:pt x="1063817" y="3104008"/>
                  <a:pt x="1033908" y="3104008"/>
                </a:cubicBezTo>
                <a:cubicBezTo>
                  <a:pt x="1003999" y="3104008"/>
                  <a:pt x="979753" y="3079762"/>
                  <a:pt x="979753" y="3049853"/>
                </a:cubicBezTo>
                <a:cubicBezTo>
                  <a:pt x="979753" y="3019944"/>
                  <a:pt x="1003999" y="2995698"/>
                  <a:pt x="1033908" y="2995698"/>
                </a:cubicBezTo>
                <a:close/>
                <a:moveTo>
                  <a:pt x="905493" y="2995698"/>
                </a:moveTo>
                <a:cubicBezTo>
                  <a:pt x="935402" y="2995698"/>
                  <a:pt x="959648" y="3019944"/>
                  <a:pt x="959648" y="3049853"/>
                </a:cubicBezTo>
                <a:cubicBezTo>
                  <a:pt x="959648" y="3079762"/>
                  <a:pt x="935402" y="3104008"/>
                  <a:pt x="905493" y="3104008"/>
                </a:cubicBezTo>
                <a:cubicBezTo>
                  <a:pt x="875584" y="3104008"/>
                  <a:pt x="851338" y="3079762"/>
                  <a:pt x="851338" y="3049853"/>
                </a:cubicBezTo>
                <a:cubicBezTo>
                  <a:pt x="851338" y="3019944"/>
                  <a:pt x="875584" y="2995698"/>
                  <a:pt x="905493" y="2995698"/>
                </a:cubicBezTo>
                <a:close/>
                <a:moveTo>
                  <a:pt x="823499" y="2995698"/>
                </a:moveTo>
                <a:cubicBezTo>
                  <a:pt x="827772" y="2995698"/>
                  <a:pt x="831236" y="2999162"/>
                  <a:pt x="831236" y="3003435"/>
                </a:cubicBezTo>
                <a:cubicBezTo>
                  <a:pt x="831236" y="3034381"/>
                  <a:pt x="831235" y="3065326"/>
                  <a:pt x="831235" y="3096272"/>
                </a:cubicBezTo>
                <a:lnTo>
                  <a:pt x="823499" y="3104008"/>
                </a:lnTo>
                <a:cubicBezTo>
                  <a:pt x="819226" y="3104008"/>
                  <a:pt x="815762" y="3100544"/>
                  <a:pt x="815762" y="3096271"/>
                </a:cubicBezTo>
                <a:lnTo>
                  <a:pt x="815762" y="3003435"/>
                </a:lnTo>
                <a:cubicBezTo>
                  <a:pt x="815835" y="2999162"/>
                  <a:pt x="819271" y="2995698"/>
                  <a:pt x="823499" y="2995698"/>
                </a:cubicBezTo>
                <a:close/>
                <a:moveTo>
                  <a:pt x="787922" y="2995698"/>
                </a:moveTo>
                <a:cubicBezTo>
                  <a:pt x="792195" y="2995698"/>
                  <a:pt x="795659" y="2999162"/>
                  <a:pt x="795659" y="3003435"/>
                </a:cubicBezTo>
                <a:cubicBezTo>
                  <a:pt x="795659" y="3034381"/>
                  <a:pt x="795658" y="3065326"/>
                  <a:pt x="795658" y="3096272"/>
                </a:cubicBezTo>
                <a:lnTo>
                  <a:pt x="787922" y="3104008"/>
                </a:lnTo>
                <a:cubicBezTo>
                  <a:pt x="783649" y="3104008"/>
                  <a:pt x="780185" y="3100544"/>
                  <a:pt x="780185" y="3096271"/>
                </a:cubicBezTo>
                <a:lnTo>
                  <a:pt x="780185" y="3003435"/>
                </a:lnTo>
                <a:cubicBezTo>
                  <a:pt x="780258" y="2999162"/>
                  <a:pt x="783694" y="2995698"/>
                  <a:pt x="787922" y="2995698"/>
                </a:cubicBezTo>
                <a:close/>
                <a:moveTo>
                  <a:pt x="705926" y="2995698"/>
                </a:moveTo>
                <a:cubicBezTo>
                  <a:pt x="735835" y="2995698"/>
                  <a:pt x="760081" y="3019944"/>
                  <a:pt x="760081" y="3049853"/>
                </a:cubicBezTo>
                <a:cubicBezTo>
                  <a:pt x="760078" y="3079762"/>
                  <a:pt x="735832" y="3104008"/>
                  <a:pt x="705926" y="3104008"/>
                </a:cubicBezTo>
                <a:cubicBezTo>
                  <a:pt x="676017" y="3104008"/>
                  <a:pt x="651771" y="3079762"/>
                  <a:pt x="651771" y="3049853"/>
                </a:cubicBezTo>
                <a:cubicBezTo>
                  <a:pt x="651771" y="3019944"/>
                  <a:pt x="676017" y="2995698"/>
                  <a:pt x="705926" y="2995698"/>
                </a:cubicBezTo>
                <a:close/>
                <a:moveTo>
                  <a:pt x="623931" y="2995698"/>
                </a:moveTo>
                <a:cubicBezTo>
                  <a:pt x="628204" y="2995698"/>
                  <a:pt x="631668" y="2999162"/>
                  <a:pt x="631668" y="3003435"/>
                </a:cubicBezTo>
                <a:cubicBezTo>
                  <a:pt x="631668" y="3034381"/>
                  <a:pt x="631667" y="3065326"/>
                  <a:pt x="631667" y="3096272"/>
                </a:cubicBezTo>
                <a:lnTo>
                  <a:pt x="623931" y="3104008"/>
                </a:lnTo>
                <a:cubicBezTo>
                  <a:pt x="619658" y="3104008"/>
                  <a:pt x="616194" y="3100544"/>
                  <a:pt x="616194" y="3096271"/>
                </a:cubicBezTo>
                <a:lnTo>
                  <a:pt x="616194" y="3003435"/>
                </a:lnTo>
                <a:cubicBezTo>
                  <a:pt x="616266" y="2999162"/>
                  <a:pt x="619703" y="2995698"/>
                  <a:pt x="623931" y="2995698"/>
                </a:cubicBezTo>
                <a:close/>
                <a:moveTo>
                  <a:pt x="541935" y="2995698"/>
                </a:moveTo>
                <a:cubicBezTo>
                  <a:pt x="571844" y="2995698"/>
                  <a:pt x="596090" y="3019944"/>
                  <a:pt x="596090" y="3049853"/>
                </a:cubicBezTo>
                <a:cubicBezTo>
                  <a:pt x="596087" y="3079762"/>
                  <a:pt x="571841" y="3104008"/>
                  <a:pt x="541935" y="3104008"/>
                </a:cubicBezTo>
                <a:cubicBezTo>
                  <a:pt x="512026" y="3104008"/>
                  <a:pt x="487780" y="3079762"/>
                  <a:pt x="487780" y="3049853"/>
                </a:cubicBezTo>
                <a:cubicBezTo>
                  <a:pt x="487780" y="3019944"/>
                  <a:pt x="512026" y="2995698"/>
                  <a:pt x="541935" y="2995698"/>
                </a:cubicBezTo>
                <a:close/>
                <a:moveTo>
                  <a:pt x="459940" y="2995698"/>
                </a:moveTo>
                <a:cubicBezTo>
                  <a:pt x="464213" y="2995698"/>
                  <a:pt x="467677" y="2999162"/>
                  <a:pt x="467677" y="3003435"/>
                </a:cubicBezTo>
                <a:cubicBezTo>
                  <a:pt x="467677" y="3034381"/>
                  <a:pt x="467676" y="3065326"/>
                  <a:pt x="467676" y="3096272"/>
                </a:cubicBezTo>
                <a:lnTo>
                  <a:pt x="459940" y="3104008"/>
                </a:lnTo>
                <a:cubicBezTo>
                  <a:pt x="455667" y="3104008"/>
                  <a:pt x="452203" y="3100544"/>
                  <a:pt x="452203" y="3096271"/>
                </a:cubicBezTo>
                <a:lnTo>
                  <a:pt x="452203" y="3003435"/>
                </a:lnTo>
                <a:cubicBezTo>
                  <a:pt x="452276" y="2999162"/>
                  <a:pt x="455713" y="2995698"/>
                  <a:pt x="459940" y="2995698"/>
                </a:cubicBezTo>
                <a:close/>
                <a:moveTo>
                  <a:pt x="377944" y="2995698"/>
                </a:moveTo>
                <a:cubicBezTo>
                  <a:pt x="407854" y="2995698"/>
                  <a:pt x="432100" y="3019944"/>
                  <a:pt x="432100" y="3049853"/>
                </a:cubicBezTo>
                <a:cubicBezTo>
                  <a:pt x="432097" y="3079762"/>
                  <a:pt x="407851" y="3104008"/>
                  <a:pt x="377944" y="3104008"/>
                </a:cubicBezTo>
                <a:cubicBezTo>
                  <a:pt x="348034" y="3104008"/>
                  <a:pt x="323788" y="3079762"/>
                  <a:pt x="323788" y="3049853"/>
                </a:cubicBezTo>
                <a:cubicBezTo>
                  <a:pt x="323788" y="3019944"/>
                  <a:pt x="348034" y="2995698"/>
                  <a:pt x="377944" y="2995698"/>
                </a:cubicBezTo>
                <a:close/>
                <a:moveTo>
                  <a:pt x="295948" y="2995698"/>
                </a:moveTo>
                <a:cubicBezTo>
                  <a:pt x="300221" y="2995698"/>
                  <a:pt x="303685" y="2999162"/>
                  <a:pt x="303685" y="3003435"/>
                </a:cubicBezTo>
                <a:cubicBezTo>
                  <a:pt x="303685" y="3034381"/>
                  <a:pt x="303684" y="3065326"/>
                  <a:pt x="303684" y="3096272"/>
                </a:cubicBezTo>
                <a:lnTo>
                  <a:pt x="295948" y="3104008"/>
                </a:lnTo>
                <a:cubicBezTo>
                  <a:pt x="291675" y="3104008"/>
                  <a:pt x="288211" y="3100544"/>
                  <a:pt x="288211" y="3096271"/>
                </a:cubicBezTo>
                <a:lnTo>
                  <a:pt x="288211" y="3003435"/>
                </a:lnTo>
                <a:cubicBezTo>
                  <a:pt x="288268" y="2999162"/>
                  <a:pt x="291710" y="2995698"/>
                  <a:pt x="295948" y="2995698"/>
                </a:cubicBezTo>
                <a:close/>
                <a:moveTo>
                  <a:pt x="260371" y="2995698"/>
                </a:moveTo>
                <a:cubicBezTo>
                  <a:pt x="264644" y="2995698"/>
                  <a:pt x="268108" y="2999162"/>
                  <a:pt x="268108" y="3003435"/>
                </a:cubicBezTo>
                <a:cubicBezTo>
                  <a:pt x="268108" y="3034381"/>
                  <a:pt x="268107" y="3065326"/>
                  <a:pt x="268107" y="3096272"/>
                </a:cubicBezTo>
                <a:lnTo>
                  <a:pt x="260371" y="3104008"/>
                </a:lnTo>
                <a:cubicBezTo>
                  <a:pt x="256098" y="3104008"/>
                  <a:pt x="252634" y="3100544"/>
                  <a:pt x="252634" y="3096271"/>
                </a:cubicBezTo>
                <a:lnTo>
                  <a:pt x="252634" y="3003435"/>
                </a:lnTo>
                <a:cubicBezTo>
                  <a:pt x="252691" y="2999162"/>
                  <a:pt x="256133" y="2995698"/>
                  <a:pt x="260371" y="2995698"/>
                </a:cubicBezTo>
                <a:close/>
                <a:moveTo>
                  <a:pt x="178375" y="2995698"/>
                </a:moveTo>
                <a:cubicBezTo>
                  <a:pt x="208285" y="2995698"/>
                  <a:pt x="232531" y="3019944"/>
                  <a:pt x="232531" y="3049853"/>
                </a:cubicBezTo>
                <a:cubicBezTo>
                  <a:pt x="232528" y="3079762"/>
                  <a:pt x="208284" y="3104008"/>
                  <a:pt x="178375" y="3104008"/>
                </a:cubicBezTo>
                <a:cubicBezTo>
                  <a:pt x="148465" y="3104008"/>
                  <a:pt x="124219" y="3079762"/>
                  <a:pt x="124219" y="3049853"/>
                </a:cubicBezTo>
                <a:cubicBezTo>
                  <a:pt x="124219" y="3019944"/>
                  <a:pt x="148465" y="2995698"/>
                  <a:pt x="178375" y="2995698"/>
                </a:cubicBezTo>
                <a:close/>
                <a:moveTo>
                  <a:pt x="96380" y="2995698"/>
                </a:moveTo>
                <a:cubicBezTo>
                  <a:pt x="100653" y="2995698"/>
                  <a:pt x="104117" y="2999162"/>
                  <a:pt x="104117" y="3003435"/>
                </a:cubicBezTo>
                <a:cubicBezTo>
                  <a:pt x="104117" y="3034381"/>
                  <a:pt x="104116" y="3065326"/>
                  <a:pt x="104116" y="3096272"/>
                </a:cubicBezTo>
                <a:lnTo>
                  <a:pt x="96380" y="3104008"/>
                </a:lnTo>
                <a:cubicBezTo>
                  <a:pt x="92107" y="3104008"/>
                  <a:pt x="88643" y="3100544"/>
                  <a:pt x="88643" y="3096271"/>
                </a:cubicBezTo>
                <a:lnTo>
                  <a:pt x="88643" y="3003435"/>
                </a:lnTo>
                <a:cubicBezTo>
                  <a:pt x="88706" y="2999162"/>
                  <a:pt x="92142" y="2995698"/>
                  <a:pt x="96380" y="2995698"/>
                </a:cubicBezTo>
                <a:close/>
                <a:moveTo>
                  <a:pt x="14384" y="2995698"/>
                </a:moveTo>
                <a:cubicBezTo>
                  <a:pt x="44294" y="2995698"/>
                  <a:pt x="68540" y="3019944"/>
                  <a:pt x="68540" y="3049853"/>
                </a:cubicBezTo>
                <a:cubicBezTo>
                  <a:pt x="68538" y="3079762"/>
                  <a:pt x="44293" y="3104008"/>
                  <a:pt x="14384" y="3104008"/>
                </a:cubicBezTo>
                <a:lnTo>
                  <a:pt x="0" y="3101104"/>
                </a:lnTo>
                <a:lnTo>
                  <a:pt x="0" y="3082748"/>
                </a:lnTo>
                <a:cubicBezTo>
                  <a:pt x="3579" y="3087548"/>
                  <a:pt x="8846" y="3088706"/>
                  <a:pt x="14383" y="3088706"/>
                </a:cubicBezTo>
                <a:cubicBezTo>
                  <a:pt x="35841" y="3088706"/>
                  <a:pt x="53236" y="3071311"/>
                  <a:pt x="53236" y="3049853"/>
                </a:cubicBezTo>
                <a:cubicBezTo>
                  <a:pt x="53236" y="3028395"/>
                  <a:pt x="35841" y="3011000"/>
                  <a:pt x="14383" y="3011000"/>
                </a:cubicBezTo>
                <a:lnTo>
                  <a:pt x="0" y="3016958"/>
                </a:lnTo>
                <a:lnTo>
                  <a:pt x="0" y="2998602"/>
                </a:lnTo>
                <a:cubicBezTo>
                  <a:pt x="4403" y="2996395"/>
                  <a:pt x="9312" y="2995698"/>
                  <a:pt x="14384" y="2995698"/>
                </a:cubicBezTo>
                <a:close/>
                <a:moveTo>
                  <a:pt x="9141594" y="2878389"/>
                </a:moveTo>
                <a:lnTo>
                  <a:pt x="9141594" y="2948611"/>
                </a:lnTo>
                <a:cubicBezTo>
                  <a:pt x="9132879" y="2939499"/>
                  <a:pt x="9127878" y="2927083"/>
                  <a:pt x="9127878" y="2913500"/>
                </a:cubicBezTo>
                <a:cubicBezTo>
                  <a:pt x="9127878" y="2899917"/>
                  <a:pt x="9132879" y="2887501"/>
                  <a:pt x="9141594" y="2878389"/>
                </a:cubicBezTo>
                <a:close/>
                <a:moveTo>
                  <a:pt x="8988806" y="2874647"/>
                </a:moveTo>
                <a:cubicBezTo>
                  <a:pt x="8967348" y="2874647"/>
                  <a:pt x="8949953" y="2892042"/>
                  <a:pt x="8949953" y="2913500"/>
                </a:cubicBezTo>
                <a:cubicBezTo>
                  <a:pt x="8949953" y="2934958"/>
                  <a:pt x="8967348" y="2952353"/>
                  <a:pt x="8988806" y="2952353"/>
                </a:cubicBezTo>
                <a:cubicBezTo>
                  <a:pt x="9010264" y="2952353"/>
                  <a:pt x="9027659" y="2934958"/>
                  <a:pt x="9027659" y="2913500"/>
                </a:cubicBezTo>
                <a:cubicBezTo>
                  <a:pt x="9027659" y="2892042"/>
                  <a:pt x="9010264" y="2874647"/>
                  <a:pt x="8988806" y="2874647"/>
                </a:cubicBezTo>
                <a:close/>
                <a:moveTo>
                  <a:pt x="8476053" y="2874647"/>
                </a:moveTo>
                <a:cubicBezTo>
                  <a:pt x="8454595" y="2874647"/>
                  <a:pt x="8437200" y="2892042"/>
                  <a:pt x="8437200" y="2913500"/>
                </a:cubicBezTo>
                <a:cubicBezTo>
                  <a:pt x="8437200" y="2934958"/>
                  <a:pt x="8454595" y="2952353"/>
                  <a:pt x="8476053" y="2952353"/>
                </a:cubicBezTo>
                <a:cubicBezTo>
                  <a:pt x="8497511" y="2952353"/>
                  <a:pt x="8514906" y="2934958"/>
                  <a:pt x="8514906" y="2913500"/>
                </a:cubicBezTo>
                <a:cubicBezTo>
                  <a:pt x="8514906" y="2892042"/>
                  <a:pt x="8497511" y="2874647"/>
                  <a:pt x="8476053" y="2874647"/>
                </a:cubicBezTo>
                <a:close/>
                <a:moveTo>
                  <a:pt x="8282826" y="2874647"/>
                </a:moveTo>
                <a:cubicBezTo>
                  <a:pt x="8261368" y="2874647"/>
                  <a:pt x="8243973" y="2892042"/>
                  <a:pt x="8243973" y="2913500"/>
                </a:cubicBezTo>
                <a:cubicBezTo>
                  <a:pt x="8243973" y="2934958"/>
                  <a:pt x="8261368" y="2952353"/>
                  <a:pt x="8282826" y="2952353"/>
                </a:cubicBezTo>
                <a:cubicBezTo>
                  <a:pt x="8304284" y="2952353"/>
                  <a:pt x="8321679" y="2934958"/>
                  <a:pt x="8321679" y="2913500"/>
                </a:cubicBezTo>
                <a:cubicBezTo>
                  <a:pt x="8321679" y="2892042"/>
                  <a:pt x="8304284" y="2874647"/>
                  <a:pt x="8282826" y="2874647"/>
                </a:cubicBezTo>
                <a:close/>
                <a:moveTo>
                  <a:pt x="8123063" y="2874647"/>
                </a:moveTo>
                <a:cubicBezTo>
                  <a:pt x="8101605" y="2874647"/>
                  <a:pt x="8084210" y="2892042"/>
                  <a:pt x="8084210" y="2913500"/>
                </a:cubicBezTo>
                <a:cubicBezTo>
                  <a:pt x="8084210" y="2934958"/>
                  <a:pt x="8101605" y="2952353"/>
                  <a:pt x="8123063" y="2952353"/>
                </a:cubicBezTo>
                <a:cubicBezTo>
                  <a:pt x="8144521" y="2952353"/>
                  <a:pt x="8161916" y="2934958"/>
                  <a:pt x="8161916" y="2913500"/>
                </a:cubicBezTo>
                <a:cubicBezTo>
                  <a:pt x="8161916" y="2892042"/>
                  <a:pt x="8144521" y="2874647"/>
                  <a:pt x="8123063" y="2874647"/>
                </a:cubicBezTo>
                <a:close/>
                <a:moveTo>
                  <a:pt x="7963299" y="2874647"/>
                </a:moveTo>
                <a:cubicBezTo>
                  <a:pt x="7941841" y="2874647"/>
                  <a:pt x="7924446" y="2892042"/>
                  <a:pt x="7924446" y="2913500"/>
                </a:cubicBezTo>
                <a:cubicBezTo>
                  <a:pt x="7924446" y="2934958"/>
                  <a:pt x="7941841" y="2952353"/>
                  <a:pt x="7963299" y="2952353"/>
                </a:cubicBezTo>
                <a:cubicBezTo>
                  <a:pt x="7984757" y="2952353"/>
                  <a:pt x="8002152" y="2934958"/>
                  <a:pt x="8002152" y="2913500"/>
                </a:cubicBezTo>
                <a:cubicBezTo>
                  <a:pt x="8002152" y="2892042"/>
                  <a:pt x="7984757" y="2874647"/>
                  <a:pt x="7963299" y="2874647"/>
                </a:cubicBezTo>
                <a:close/>
                <a:moveTo>
                  <a:pt x="7770072" y="2874647"/>
                </a:moveTo>
                <a:cubicBezTo>
                  <a:pt x="7748614" y="2874647"/>
                  <a:pt x="7731219" y="2892042"/>
                  <a:pt x="7731219" y="2913500"/>
                </a:cubicBezTo>
                <a:cubicBezTo>
                  <a:pt x="7731219" y="2934958"/>
                  <a:pt x="7748614" y="2952353"/>
                  <a:pt x="7770072" y="2952353"/>
                </a:cubicBezTo>
                <a:cubicBezTo>
                  <a:pt x="7791530" y="2952353"/>
                  <a:pt x="7808925" y="2934958"/>
                  <a:pt x="7808925" y="2913500"/>
                </a:cubicBezTo>
                <a:cubicBezTo>
                  <a:pt x="7808925" y="2892042"/>
                  <a:pt x="7791530" y="2874647"/>
                  <a:pt x="7770072" y="2874647"/>
                </a:cubicBezTo>
                <a:close/>
                <a:moveTo>
                  <a:pt x="7257319" y="2874647"/>
                </a:moveTo>
                <a:cubicBezTo>
                  <a:pt x="7235861" y="2874647"/>
                  <a:pt x="7218466" y="2892042"/>
                  <a:pt x="7218466" y="2913500"/>
                </a:cubicBezTo>
                <a:cubicBezTo>
                  <a:pt x="7218466" y="2934958"/>
                  <a:pt x="7235861" y="2952353"/>
                  <a:pt x="7257319" y="2952353"/>
                </a:cubicBezTo>
                <a:cubicBezTo>
                  <a:pt x="7278777" y="2952353"/>
                  <a:pt x="7296172" y="2934958"/>
                  <a:pt x="7296172" y="2913500"/>
                </a:cubicBezTo>
                <a:cubicBezTo>
                  <a:pt x="7296172" y="2892042"/>
                  <a:pt x="7278777" y="2874647"/>
                  <a:pt x="7257319" y="2874647"/>
                </a:cubicBezTo>
                <a:close/>
                <a:moveTo>
                  <a:pt x="7129359" y="2874647"/>
                </a:moveTo>
                <a:cubicBezTo>
                  <a:pt x="7107901" y="2874647"/>
                  <a:pt x="7090506" y="2892042"/>
                  <a:pt x="7090506" y="2913500"/>
                </a:cubicBezTo>
                <a:cubicBezTo>
                  <a:pt x="7090506" y="2934958"/>
                  <a:pt x="7107901" y="2952353"/>
                  <a:pt x="7129359" y="2952353"/>
                </a:cubicBezTo>
                <a:cubicBezTo>
                  <a:pt x="7150817" y="2952353"/>
                  <a:pt x="7168212" y="2934958"/>
                  <a:pt x="7168212" y="2913500"/>
                </a:cubicBezTo>
                <a:cubicBezTo>
                  <a:pt x="7168212" y="2892042"/>
                  <a:pt x="7150817" y="2874647"/>
                  <a:pt x="7129359" y="2874647"/>
                </a:cubicBezTo>
                <a:close/>
                <a:moveTo>
                  <a:pt x="6616581" y="2874647"/>
                </a:moveTo>
                <a:cubicBezTo>
                  <a:pt x="6595123" y="2874647"/>
                  <a:pt x="6577728" y="2892042"/>
                  <a:pt x="6577728" y="2913500"/>
                </a:cubicBezTo>
                <a:cubicBezTo>
                  <a:pt x="6577728" y="2934958"/>
                  <a:pt x="6595123" y="2952353"/>
                  <a:pt x="6616581" y="2952353"/>
                </a:cubicBezTo>
                <a:cubicBezTo>
                  <a:pt x="6638039" y="2952353"/>
                  <a:pt x="6655434" y="2934958"/>
                  <a:pt x="6655434" y="2913500"/>
                </a:cubicBezTo>
                <a:cubicBezTo>
                  <a:pt x="6655434" y="2892042"/>
                  <a:pt x="6638039" y="2874647"/>
                  <a:pt x="6616581" y="2874647"/>
                </a:cubicBezTo>
                <a:close/>
                <a:moveTo>
                  <a:pt x="6423355" y="2874647"/>
                </a:moveTo>
                <a:cubicBezTo>
                  <a:pt x="6401897" y="2874647"/>
                  <a:pt x="6384502" y="2892042"/>
                  <a:pt x="6384502" y="2913500"/>
                </a:cubicBezTo>
                <a:cubicBezTo>
                  <a:pt x="6384502" y="2934958"/>
                  <a:pt x="6401897" y="2952353"/>
                  <a:pt x="6423355" y="2952353"/>
                </a:cubicBezTo>
                <a:cubicBezTo>
                  <a:pt x="6444813" y="2952353"/>
                  <a:pt x="6462208" y="2934958"/>
                  <a:pt x="6462208" y="2913500"/>
                </a:cubicBezTo>
                <a:cubicBezTo>
                  <a:pt x="6462208" y="2892042"/>
                  <a:pt x="6444813" y="2874647"/>
                  <a:pt x="6423355" y="2874647"/>
                </a:cubicBezTo>
                <a:close/>
                <a:moveTo>
                  <a:pt x="6263591" y="2874647"/>
                </a:moveTo>
                <a:cubicBezTo>
                  <a:pt x="6242133" y="2874647"/>
                  <a:pt x="6224738" y="2892042"/>
                  <a:pt x="6224738" y="2913500"/>
                </a:cubicBezTo>
                <a:cubicBezTo>
                  <a:pt x="6224738" y="2934958"/>
                  <a:pt x="6242133" y="2952353"/>
                  <a:pt x="6263591" y="2952353"/>
                </a:cubicBezTo>
                <a:cubicBezTo>
                  <a:pt x="6285049" y="2952353"/>
                  <a:pt x="6302444" y="2934958"/>
                  <a:pt x="6302444" y="2913500"/>
                </a:cubicBezTo>
                <a:cubicBezTo>
                  <a:pt x="6302444" y="2892042"/>
                  <a:pt x="6285049" y="2874647"/>
                  <a:pt x="6263591" y="2874647"/>
                </a:cubicBezTo>
                <a:close/>
                <a:moveTo>
                  <a:pt x="6103827" y="2874647"/>
                </a:moveTo>
                <a:cubicBezTo>
                  <a:pt x="6082369" y="2874647"/>
                  <a:pt x="6064974" y="2892042"/>
                  <a:pt x="6064974" y="2913500"/>
                </a:cubicBezTo>
                <a:cubicBezTo>
                  <a:pt x="6064974" y="2934958"/>
                  <a:pt x="6082369" y="2952353"/>
                  <a:pt x="6103827" y="2952353"/>
                </a:cubicBezTo>
                <a:cubicBezTo>
                  <a:pt x="6125285" y="2952353"/>
                  <a:pt x="6142680" y="2934958"/>
                  <a:pt x="6142680" y="2913500"/>
                </a:cubicBezTo>
                <a:cubicBezTo>
                  <a:pt x="6142680" y="2892042"/>
                  <a:pt x="6125285" y="2874647"/>
                  <a:pt x="6103827" y="2874647"/>
                </a:cubicBezTo>
                <a:close/>
                <a:moveTo>
                  <a:pt x="5910600" y="2874647"/>
                </a:moveTo>
                <a:cubicBezTo>
                  <a:pt x="5889142" y="2874647"/>
                  <a:pt x="5871747" y="2892042"/>
                  <a:pt x="5871747" y="2913500"/>
                </a:cubicBezTo>
                <a:cubicBezTo>
                  <a:pt x="5871747" y="2934958"/>
                  <a:pt x="5889142" y="2952353"/>
                  <a:pt x="5910600" y="2952353"/>
                </a:cubicBezTo>
                <a:cubicBezTo>
                  <a:pt x="5932058" y="2952353"/>
                  <a:pt x="5949453" y="2934958"/>
                  <a:pt x="5949453" y="2913500"/>
                </a:cubicBezTo>
                <a:cubicBezTo>
                  <a:pt x="5949453" y="2892042"/>
                  <a:pt x="5932058" y="2874647"/>
                  <a:pt x="5910600" y="2874647"/>
                </a:cubicBezTo>
                <a:close/>
                <a:moveTo>
                  <a:pt x="5397847" y="2874647"/>
                </a:moveTo>
                <a:cubicBezTo>
                  <a:pt x="5376389" y="2874647"/>
                  <a:pt x="5358994" y="2892042"/>
                  <a:pt x="5358994" y="2913500"/>
                </a:cubicBezTo>
                <a:cubicBezTo>
                  <a:pt x="5358994" y="2934958"/>
                  <a:pt x="5376389" y="2952353"/>
                  <a:pt x="5397847" y="2952353"/>
                </a:cubicBezTo>
                <a:cubicBezTo>
                  <a:pt x="5419305" y="2952353"/>
                  <a:pt x="5436700" y="2934958"/>
                  <a:pt x="5436700" y="2913500"/>
                </a:cubicBezTo>
                <a:cubicBezTo>
                  <a:pt x="5436700" y="2892042"/>
                  <a:pt x="5419305" y="2874647"/>
                  <a:pt x="5397847" y="2874647"/>
                </a:cubicBezTo>
                <a:close/>
                <a:moveTo>
                  <a:pt x="5204620" y="2874647"/>
                </a:moveTo>
                <a:cubicBezTo>
                  <a:pt x="5183162" y="2874647"/>
                  <a:pt x="5165767" y="2892042"/>
                  <a:pt x="5165767" y="2913500"/>
                </a:cubicBezTo>
                <a:cubicBezTo>
                  <a:pt x="5165767" y="2934958"/>
                  <a:pt x="5183162" y="2952353"/>
                  <a:pt x="5204620" y="2952353"/>
                </a:cubicBezTo>
                <a:cubicBezTo>
                  <a:pt x="5226078" y="2952353"/>
                  <a:pt x="5243473" y="2934958"/>
                  <a:pt x="5243473" y="2913500"/>
                </a:cubicBezTo>
                <a:cubicBezTo>
                  <a:pt x="5243473" y="2892042"/>
                  <a:pt x="5226078" y="2874647"/>
                  <a:pt x="5204620" y="2874647"/>
                </a:cubicBezTo>
                <a:close/>
                <a:moveTo>
                  <a:pt x="5044856" y="2874647"/>
                </a:moveTo>
                <a:cubicBezTo>
                  <a:pt x="5023398" y="2874647"/>
                  <a:pt x="5006003" y="2892042"/>
                  <a:pt x="5006003" y="2913500"/>
                </a:cubicBezTo>
                <a:cubicBezTo>
                  <a:pt x="5006003" y="2934958"/>
                  <a:pt x="5023398" y="2952353"/>
                  <a:pt x="5044856" y="2952353"/>
                </a:cubicBezTo>
                <a:cubicBezTo>
                  <a:pt x="5066314" y="2952353"/>
                  <a:pt x="5083709" y="2934958"/>
                  <a:pt x="5083709" y="2913500"/>
                </a:cubicBezTo>
                <a:cubicBezTo>
                  <a:pt x="5083709" y="2892042"/>
                  <a:pt x="5066314" y="2874647"/>
                  <a:pt x="5044856" y="2874647"/>
                </a:cubicBezTo>
                <a:close/>
                <a:moveTo>
                  <a:pt x="4885093" y="2874647"/>
                </a:moveTo>
                <a:cubicBezTo>
                  <a:pt x="4863635" y="2874647"/>
                  <a:pt x="4846240" y="2892042"/>
                  <a:pt x="4846240" y="2913500"/>
                </a:cubicBezTo>
                <a:cubicBezTo>
                  <a:pt x="4846240" y="2934958"/>
                  <a:pt x="4863635" y="2952353"/>
                  <a:pt x="4885093" y="2952353"/>
                </a:cubicBezTo>
                <a:cubicBezTo>
                  <a:pt x="4906551" y="2952353"/>
                  <a:pt x="4923946" y="2934958"/>
                  <a:pt x="4923946" y="2913500"/>
                </a:cubicBezTo>
                <a:cubicBezTo>
                  <a:pt x="4923946" y="2892042"/>
                  <a:pt x="4906551" y="2874647"/>
                  <a:pt x="4885093" y="2874647"/>
                </a:cubicBezTo>
                <a:close/>
                <a:moveTo>
                  <a:pt x="4658402" y="2874647"/>
                </a:moveTo>
                <a:cubicBezTo>
                  <a:pt x="4636944" y="2874647"/>
                  <a:pt x="4619549" y="2892042"/>
                  <a:pt x="4619549" y="2913500"/>
                </a:cubicBezTo>
                <a:cubicBezTo>
                  <a:pt x="4619549" y="2934958"/>
                  <a:pt x="4636944" y="2952353"/>
                  <a:pt x="4658402" y="2952353"/>
                </a:cubicBezTo>
                <a:cubicBezTo>
                  <a:pt x="4679860" y="2952353"/>
                  <a:pt x="4697255" y="2934958"/>
                  <a:pt x="4697255" y="2913500"/>
                </a:cubicBezTo>
                <a:cubicBezTo>
                  <a:pt x="4697255" y="2892042"/>
                  <a:pt x="4679860" y="2874647"/>
                  <a:pt x="4658402" y="2874647"/>
                </a:cubicBezTo>
                <a:close/>
                <a:moveTo>
                  <a:pt x="4498638" y="2874647"/>
                </a:moveTo>
                <a:cubicBezTo>
                  <a:pt x="4477180" y="2874647"/>
                  <a:pt x="4459785" y="2892042"/>
                  <a:pt x="4459785" y="2913500"/>
                </a:cubicBezTo>
                <a:cubicBezTo>
                  <a:pt x="4459785" y="2934958"/>
                  <a:pt x="4477180" y="2952353"/>
                  <a:pt x="4498638" y="2952353"/>
                </a:cubicBezTo>
                <a:cubicBezTo>
                  <a:pt x="4520096" y="2952353"/>
                  <a:pt x="4537491" y="2934958"/>
                  <a:pt x="4537491" y="2913500"/>
                </a:cubicBezTo>
                <a:cubicBezTo>
                  <a:pt x="4537491" y="2892042"/>
                  <a:pt x="4520096" y="2874647"/>
                  <a:pt x="4498638" y="2874647"/>
                </a:cubicBezTo>
                <a:close/>
                <a:moveTo>
                  <a:pt x="4338874" y="2874647"/>
                </a:moveTo>
                <a:cubicBezTo>
                  <a:pt x="4317416" y="2874647"/>
                  <a:pt x="4300021" y="2892042"/>
                  <a:pt x="4300021" y="2913500"/>
                </a:cubicBezTo>
                <a:cubicBezTo>
                  <a:pt x="4300021" y="2934958"/>
                  <a:pt x="4317416" y="2952353"/>
                  <a:pt x="4338874" y="2952353"/>
                </a:cubicBezTo>
                <a:cubicBezTo>
                  <a:pt x="4360332" y="2952353"/>
                  <a:pt x="4377727" y="2934958"/>
                  <a:pt x="4377727" y="2913500"/>
                </a:cubicBezTo>
                <a:cubicBezTo>
                  <a:pt x="4377727" y="2892042"/>
                  <a:pt x="4360332" y="2874647"/>
                  <a:pt x="4338874" y="2874647"/>
                </a:cubicBezTo>
                <a:close/>
                <a:moveTo>
                  <a:pt x="4145648" y="2874647"/>
                </a:moveTo>
                <a:cubicBezTo>
                  <a:pt x="4124190" y="2874647"/>
                  <a:pt x="4106795" y="2892042"/>
                  <a:pt x="4106795" y="2913500"/>
                </a:cubicBezTo>
                <a:cubicBezTo>
                  <a:pt x="4106795" y="2934958"/>
                  <a:pt x="4124190" y="2952353"/>
                  <a:pt x="4145648" y="2952353"/>
                </a:cubicBezTo>
                <a:cubicBezTo>
                  <a:pt x="4167106" y="2952353"/>
                  <a:pt x="4184501" y="2934958"/>
                  <a:pt x="4184501" y="2913500"/>
                </a:cubicBezTo>
                <a:cubicBezTo>
                  <a:pt x="4184501" y="2892042"/>
                  <a:pt x="4167106" y="2874647"/>
                  <a:pt x="4145648" y="2874647"/>
                </a:cubicBezTo>
                <a:close/>
                <a:moveTo>
                  <a:pt x="3599432" y="2874647"/>
                </a:moveTo>
                <a:cubicBezTo>
                  <a:pt x="3577974" y="2874647"/>
                  <a:pt x="3560579" y="2892042"/>
                  <a:pt x="3560579" y="2913500"/>
                </a:cubicBezTo>
                <a:cubicBezTo>
                  <a:pt x="3560579" y="2934958"/>
                  <a:pt x="3577974" y="2952353"/>
                  <a:pt x="3599432" y="2952353"/>
                </a:cubicBezTo>
                <a:cubicBezTo>
                  <a:pt x="3620890" y="2952353"/>
                  <a:pt x="3638285" y="2934958"/>
                  <a:pt x="3638285" y="2913500"/>
                </a:cubicBezTo>
                <a:cubicBezTo>
                  <a:pt x="3638285" y="2892042"/>
                  <a:pt x="3620890" y="2874647"/>
                  <a:pt x="3599432" y="2874647"/>
                </a:cubicBezTo>
                <a:close/>
                <a:moveTo>
                  <a:pt x="3473132" y="2874647"/>
                </a:moveTo>
                <a:cubicBezTo>
                  <a:pt x="3451674" y="2874647"/>
                  <a:pt x="3434279" y="2892042"/>
                  <a:pt x="3434279" y="2913500"/>
                </a:cubicBezTo>
                <a:cubicBezTo>
                  <a:pt x="3434279" y="2934958"/>
                  <a:pt x="3451674" y="2952353"/>
                  <a:pt x="3473132" y="2952353"/>
                </a:cubicBezTo>
                <a:cubicBezTo>
                  <a:pt x="3494590" y="2952353"/>
                  <a:pt x="3511985" y="2934958"/>
                  <a:pt x="3511985" y="2913500"/>
                </a:cubicBezTo>
                <a:cubicBezTo>
                  <a:pt x="3511985" y="2892042"/>
                  <a:pt x="3494590" y="2874647"/>
                  <a:pt x="3473132" y="2874647"/>
                </a:cubicBezTo>
                <a:close/>
                <a:moveTo>
                  <a:pt x="2960379" y="2874647"/>
                </a:moveTo>
                <a:cubicBezTo>
                  <a:pt x="2938921" y="2874647"/>
                  <a:pt x="2921526" y="2892042"/>
                  <a:pt x="2921526" y="2913500"/>
                </a:cubicBezTo>
                <a:cubicBezTo>
                  <a:pt x="2921526" y="2934958"/>
                  <a:pt x="2938921" y="2952353"/>
                  <a:pt x="2960379" y="2952353"/>
                </a:cubicBezTo>
                <a:cubicBezTo>
                  <a:pt x="2981837" y="2952353"/>
                  <a:pt x="2999232" y="2934958"/>
                  <a:pt x="2999232" y="2913500"/>
                </a:cubicBezTo>
                <a:cubicBezTo>
                  <a:pt x="2999232" y="2892042"/>
                  <a:pt x="2981837" y="2874647"/>
                  <a:pt x="2960379" y="2874647"/>
                </a:cubicBezTo>
                <a:close/>
                <a:moveTo>
                  <a:pt x="2767152" y="2874647"/>
                </a:moveTo>
                <a:cubicBezTo>
                  <a:pt x="2745694" y="2874647"/>
                  <a:pt x="2728299" y="2892042"/>
                  <a:pt x="2728299" y="2913500"/>
                </a:cubicBezTo>
                <a:cubicBezTo>
                  <a:pt x="2728299" y="2934958"/>
                  <a:pt x="2745694" y="2952353"/>
                  <a:pt x="2767152" y="2952353"/>
                </a:cubicBezTo>
                <a:cubicBezTo>
                  <a:pt x="2788610" y="2952353"/>
                  <a:pt x="2806005" y="2934958"/>
                  <a:pt x="2806005" y="2913500"/>
                </a:cubicBezTo>
                <a:cubicBezTo>
                  <a:pt x="2806005" y="2892042"/>
                  <a:pt x="2788610" y="2874647"/>
                  <a:pt x="2767152" y="2874647"/>
                </a:cubicBezTo>
                <a:close/>
                <a:moveTo>
                  <a:pt x="2607388" y="2874647"/>
                </a:moveTo>
                <a:cubicBezTo>
                  <a:pt x="2585930" y="2874647"/>
                  <a:pt x="2568535" y="2892042"/>
                  <a:pt x="2568535" y="2913500"/>
                </a:cubicBezTo>
                <a:cubicBezTo>
                  <a:pt x="2568535" y="2934958"/>
                  <a:pt x="2585930" y="2952353"/>
                  <a:pt x="2607388" y="2952353"/>
                </a:cubicBezTo>
                <a:cubicBezTo>
                  <a:pt x="2628846" y="2952353"/>
                  <a:pt x="2646241" y="2934958"/>
                  <a:pt x="2646241" y="2913500"/>
                </a:cubicBezTo>
                <a:cubicBezTo>
                  <a:pt x="2646241" y="2892042"/>
                  <a:pt x="2628846" y="2874647"/>
                  <a:pt x="2607388" y="2874647"/>
                </a:cubicBezTo>
                <a:close/>
                <a:moveTo>
                  <a:pt x="2414161" y="2874647"/>
                </a:moveTo>
                <a:cubicBezTo>
                  <a:pt x="2392703" y="2874647"/>
                  <a:pt x="2375308" y="2892042"/>
                  <a:pt x="2375308" y="2913500"/>
                </a:cubicBezTo>
                <a:cubicBezTo>
                  <a:pt x="2375308" y="2934958"/>
                  <a:pt x="2392703" y="2952353"/>
                  <a:pt x="2414161" y="2952353"/>
                </a:cubicBezTo>
                <a:cubicBezTo>
                  <a:pt x="2435619" y="2952353"/>
                  <a:pt x="2453014" y="2934958"/>
                  <a:pt x="2453014" y="2913500"/>
                </a:cubicBezTo>
                <a:cubicBezTo>
                  <a:pt x="2453014" y="2892042"/>
                  <a:pt x="2435619" y="2874647"/>
                  <a:pt x="2414161" y="2874647"/>
                </a:cubicBezTo>
                <a:close/>
                <a:moveTo>
                  <a:pt x="2220934" y="2874647"/>
                </a:moveTo>
                <a:cubicBezTo>
                  <a:pt x="2199476" y="2874647"/>
                  <a:pt x="2182081" y="2892042"/>
                  <a:pt x="2182081" y="2913500"/>
                </a:cubicBezTo>
                <a:cubicBezTo>
                  <a:pt x="2182081" y="2934958"/>
                  <a:pt x="2199476" y="2952353"/>
                  <a:pt x="2220934" y="2952353"/>
                </a:cubicBezTo>
                <a:cubicBezTo>
                  <a:pt x="2242392" y="2952353"/>
                  <a:pt x="2259787" y="2934958"/>
                  <a:pt x="2259787" y="2913500"/>
                </a:cubicBezTo>
                <a:cubicBezTo>
                  <a:pt x="2259787" y="2892042"/>
                  <a:pt x="2242392" y="2874647"/>
                  <a:pt x="2220934" y="2874647"/>
                </a:cubicBezTo>
                <a:close/>
                <a:moveTo>
                  <a:pt x="2027707" y="2874647"/>
                </a:moveTo>
                <a:cubicBezTo>
                  <a:pt x="2006249" y="2874647"/>
                  <a:pt x="1988854" y="2892042"/>
                  <a:pt x="1988854" y="2913500"/>
                </a:cubicBezTo>
                <a:cubicBezTo>
                  <a:pt x="1988854" y="2934958"/>
                  <a:pt x="2006249" y="2952353"/>
                  <a:pt x="2027707" y="2952353"/>
                </a:cubicBezTo>
                <a:cubicBezTo>
                  <a:pt x="2049165" y="2952353"/>
                  <a:pt x="2066560" y="2934958"/>
                  <a:pt x="2066560" y="2913500"/>
                </a:cubicBezTo>
                <a:cubicBezTo>
                  <a:pt x="2066560" y="2892042"/>
                  <a:pt x="2049165" y="2874647"/>
                  <a:pt x="2027707" y="2874647"/>
                </a:cubicBezTo>
                <a:close/>
                <a:moveTo>
                  <a:pt x="1867943" y="2874647"/>
                </a:moveTo>
                <a:cubicBezTo>
                  <a:pt x="1846485" y="2874647"/>
                  <a:pt x="1829090" y="2892042"/>
                  <a:pt x="1829090" y="2913500"/>
                </a:cubicBezTo>
                <a:cubicBezTo>
                  <a:pt x="1829090" y="2934958"/>
                  <a:pt x="1846485" y="2952353"/>
                  <a:pt x="1867943" y="2952353"/>
                </a:cubicBezTo>
                <a:cubicBezTo>
                  <a:pt x="1889401" y="2952353"/>
                  <a:pt x="1906796" y="2934958"/>
                  <a:pt x="1906796" y="2913500"/>
                </a:cubicBezTo>
                <a:cubicBezTo>
                  <a:pt x="1906796" y="2892042"/>
                  <a:pt x="1889401" y="2874647"/>
                  <a:pt x="1867943" y="2874647"/>
                </a:cubicBezTo>
                <a:close/>
                <a:moveTo>
                  <a:pt x="1674716" y="2874647"/>
                </a:moveTo>
                <a:cubicBezTo>
                  <a:pt x="1653258" y="2874647"/>
                  <a:pt x="1635863" y="2892042"/>
                  <a:pt x="1635863" y="2913500"/>
                </a:cubicBezTo>
                <a:cubicBezTo>
                  <a:pt x="1635863" y="2934958"/>
                  <a:pt x="1653258" y="2952353"/>
                  <a:pt x="1674716" y="2952353"/>
                </a:cubicBezTo>
                <a:cubicBezTo>
                  <a:pt x="1696174" y="2952353"/>
                  <a:pt x="1713569" y="2934958"/>
                  <a:pt x="1713569" y="2913500"/>
                </a:cubicBezTo>
                <a:cubicBezTo>
                  <a:pt x="1713569" y="2892042"/>
                  <a:pt x="1696174" y="2874647"/>
                  <a:pt x="1674716" y="2874647"/>
                </a:cubicBezTo>
                <a:close/>
                <a:moveTo>
                  <a:pt x="1161963" y="2874647"/>
                </a:moveTo>
                <a:cubicBezTo>
                  <a:pt x="1140505" y="2874647"/>
                  <a:pt x="1123110" y="2892042"/>
                  <a:pt x="1123110" y="2913500"/>
                </a:cubicBezTo>
                <a:cubicBezTo>
                  <a:pt x="1123110" y="2934958"/>
                  <a:pt x="1140505" y="2952353"/>
                  <a:pt x="1161963" y="2952353"/>
                </a:cubicBezTo>
                <a:cubicBezTo>
                  <a:pt x="1183421" y="2952353"/>
                  <a:pt x="1200816" y="2934958"/>
                  <a:pt x="1200816" y="2913500"/>
                </a:cubicBezTo>
                <a:cubicBezTo>
                  <a:pt x="1200816" y="2892042"/>
                  <a:pt x="1183421" y="2874647"/>
                  <a:pt x="1161963" y="2874647"/>
                </a:cubicBezTo>
                <a:close/>
                <a:moveTo>
                  <a:pt x="968736" y="2874647"/>
                </a:moveTo>
                <a:cubicBezTo>
                  <a:pt x="947278" y="2874647"/>
                  <a:pt x="929883" y="2892042"/>
                  <a:pt x="929883" y="2913500"/>
                </a:cubicBezTo>
                <a:cubicBezTo>
                  <a:pt x="929883" y="2934958"/>
                  <a:pt x="947278" y="2952353"/>
                  <a:pt x="968736" y="2952353"/>
                </a:cubicBezTo>
                <a:cubicBezTo>
                  <a:pt x="990194" y="2952353"/>
                  <a:pt x="1007589" y="2934958"/>
                  <a:pt x="1007589" y="2913500"/>
                </a:cubicBezTo>
                <a:cubicBezTo>
                  <a:pt x="1007589" y="2892042"/>
                  <a:pt x="990194" y="2874647"/>
                  <a:pt x="968736" y="2874647"/>
                </a:cubicBezTo>
                <a:close/>
                <a:moveTo>
                  <a:pt x="808973" y="2874647"/>
                </a:moveTo>
                <a:cubicBezTo>
                  <a:pt x="787515" y="2874647"/>
                  <a:pt x="770120" y="2892042"/>
                  <a:pt x="770120" y="2913500"/>
                </a:cubicBezTo>
                <a:cubicBezTo>
                  <a:pt x="770121" y="2934958"/>
                  <a:pt x="787516" y="2952353"/>
                  <a:pt x="808973" y="2952353"/>
                </a:cubicBezTo>
                <a:cubicBezTo>
                  <a:pt x="830431" y="2952353"/>
                  <a:pt x="847826" y="2934958"/>
                  <a:pt x="847826" y="2913500"/>
                </a:cubicBezTo>
                <a:cubicBezTo>
                  <a:pt x="847824" y="2892042"/>
                  <a:pt x="830431" y="2874647"/>
                  <a:pt x="808973" y="2874647"/>
                </a:cubicBezTo>
                <a:close/>
                <a:moveTo>
                  <a:pt x="649209" y="2874647"/>
                </a:moveTo>
                <a:cubicBezTo>
                  <a:pt x="627751" y="2874647"/>
                  <a:pt x="610356" y="2892042"/>
                  <a:pt x="610356" y="2913500"/>
                </a:cubicBezTo>
                <a:cubicBezTo>
                  <a:pt x="610357" y="2934958"/>
                  <a:pt x="627752" y="2952353"/>
                  <a:pt x="649209" y="2952353"/>
                </a:cubicBezTo>
                <a:cubicBezTo>
                  <a:pt x="670667" y="2952353"/>
                  <a:pt x="688062" y="2934958"/>
                  <a:pt x="688062" y="2913500"/>
                </a:cubicBezTo>
                <a:cubicBezTo>
                  <a:pt x="688060" y="2892042"/>
                  <a:pt x="670667" y="2874647"/>
                  <a:pt x="649209" y="2874647"/>
                </a:cubicBezTo>
                <a:close/>
                <a:moveTo>
                  <a:pt x="455982" y="2874647"/>
                </a:moveTo>
                <a:cubicBezTo>
                  <a:pt x="434524" y="2874647"/>
                  <a:pt x="417129" y="2892042"/>
                  <a:pt x="417129" y="2913500"/>
                </a:cubicBezTo>
                <a:cubicBezTo>
                  <a:pt x="417130" y="2934958"/>
                  <a:pt x="434525" y="2952353"/>
                  <a:pt x="455982" y="2952353"/>
                </a:cubicBezTo>
                <a:cubicBezTo>
                  <a:pt x="477440" y="2952353"/>
                  <a:pt x="494835" y="2934958"/>
                  <a:pt x="494835" y="2913500"/>
                </a:cubicBezTo>
                <a:cubicBezTo>
                  <a:pt x="494833" y="2892042"/>
                  <a:pt x="477440" y="2874647"/>
                  <a:pt x="455982" y="2874647"/>
                </a:cubicBezTo>
                <a:close/>
                <a:moveTo>
                  <a:pt x="8829043" y="2873131"/>
                </a:moveTo>
                <a:cubicBezTo>
                  <a:pt x="8807585" y="2873131"/>
                  <a:pt x="8790190" y="2890526"/>
                  <a:pt x="8790190" y="2911984"/>
                </a:cubicBezTo>
                <a:cubicBezTo>
                  <a:pt x="8790190" y="2933442"/>
                  <a:pt x="8807585" y="2950837"/>
                  <a:pt x="8829043" y="2950837"/>
                </a:cubicBezTo>
                <a:cubicBezTo>
                  <a:pt x="8850501" y="2950837"/>
                  <a:pt x="8867896" y="2933442"/>
                  <a:pt x="8867896" y="2911984"/>
                </a:cubicBezTo>
                <a:cubicBezTo>
                  <a:pt x="8867896" y="2890526"/>
                  <a:pt x="8850501" y="2873131"/>
                  <a:pt x="8829043" y="2873131"/>
                </a:cubicBezTo>
                <a:close/>
                <a:moveTo>
                  <a:pt x="8669280" y="2873131"/>
                </a:moveTo>
                <a:cubicBezTo>
                  <a:pt x="8647822" y="2873131"/>
                  <a:pt x="8630427" y="2890526"/>
                  <a:pt x="8630427" y="2911984"/>
                </a:cubicBezTo>
                <a:cubicBezTo>
                  <a:pt x="8630427" y="2933442"/>
                  <a:pt x="8647822" y="2950837"/>
                  <a:pt x="8669280" y="2950837"/>
                </a:cubicBezTo>
                <a:cubicBezTo>
                  <a:pt x="8690738" y="2950837"/>
                  <a:pt x="8708133" y="2933442"/>
                  <a:pt x="8708133" y="2911984"/>
                </a:cubicBezTo>
                <a:cubicBezTo>
                  <a:pt x="8708133" y="2890526"/>
                  <a:pt x="8690738" y="2873131"/>
                  <a:pt x="8669280" y="2873131"/>
                </a:cubicBezTo>
                <a:close/>
                <a:moveTo>
                  <a:pt x="7610309" y="2873131"/>
                </a:moveTo>
                <a:cubicBezTo>
                  <a:pt x="7588851" y="2873131"/>
                  <a:pt x="7571456" y="2890526"/>
                  <a:pt x="7571456" y="2911984"/>
                </a:cubicBezTo>
                <a:cubicBezTo>
                  <a:pt x="7571456" y="2933442"/>
                  <a:pt x="7588851" y="2950837"/>
                  <a:pt x="7610309" y="2950837"/>
                </a:cubicBezTo>
                <a:cubicBezTo>
                  <a:pt x="7631767" y="2950837"/>
                  <a:pt x="7649162" y="2933442"/>
                  <a:pt x="7649162" y="2911984"/>
                </a:cubicBezTo>
                <a:cubicBezTo>
                  <a:pt x="7649162" y="2890526"/>
                  <a:pt x="7631767" y="2873131"/>
                  <a:pt x="7610309" y="2873131"/>
                </a:cubicBezTo>
                <a:close/>
                <a:moveTo>
                  <a:pt x="7450546" y="2873131"/>
                </a:moveTo>
                <a:cubicBezTo>
                  <a:pt x="7429088" y="2873131"/>
                  <a:pt x="7411693" y="2890526"/>
                  <a:pt x="7411693" y="2911984"/>
                </a:cubicBezTo>
                <a:cubicBezTo>
                  <a:pt x="7411693" y="2933442"/>
                  <a:pt x="7429088" y="2950837"/>
                  <a:pt x="7450546" y="2950837"/>
                </a:cubicBezTo>
                <a:cubicBezTo>
                  <a:pt x="7472004" y="2950837"/>
                  <a:pt x="7489399" y="2933442"/>
                  <a:pt x="7489399" y="2911984"/>
                </a:cubicBezTo>
                <a:cubicBezTo>
                  <a:pt x="7489399" y="2890526"/>
                  <a:pt x="7472004" y="2873131"/>
                  <a:pt x="7450546" y="2873131"/>
                </a:cubicBezTo>
                <a:close/>
                <a:moveTo>
                  <a:pt x="6936107" y="2873131"/>
                </a:moveTo>
                <a:cubicBezTo>
                  <a:pt x="6914649" y="2873131"/>
                  <a:pt x="6897254" y="2890526"/>
                  <a:pt x="6897254" y="2911984"/>
                </a:cubicBezTo>
                <a:cubicBezTo>
                  <a:pt x="6897254" y="2933442"/>
                  <a:pt x="6914649" y="2950837"/>
                  <a:pt x="6936107" y="2950837"/>
                </a:cubicBezTo>
                <a:cubicBezTo>
                  <a:pt x="6957565" y="2950837"/>
                  <a:pt x="6974960" y="2933442"/>
                  <a:pt x="6974960" y="2911984"/>
                </a:cubicBezTo>
                <a:cubicBezTo>
                  <a:pt x="6974960" y="2890526"/>
                  <a:pt x="6957565" y="2873131"/>
                  <a:pt x="6936107" y="2873131"/>
                </a:cubicBezTo>
                <a:close/>
                <a:moveTo>
                  <a:pt x="6776344" y="2873131"/>
                </a:moveTo>
                <a:cubicBezTo>
                  <a:pt x="6754886" y="2873131"/>
                  <a:pt x="6737491" y="2890526"/>
                  <a:pt x="6737491" y="2911984"/>
                </a:cubicBezTo>
                <a:cubicBezTo>
                  <a:pt x="6737491" y="2933442"/>
                  <a:pt x="6754886" y="2950837"/>
                  <a:pt x="6776344" y="2950837"/>
                </a:cubicBezTo>
                <a:cubicBezTo>
                  <a:pt x="6797802" y="2950837"/>
                  <a:pt x="6815197" y="2933442"/>
                  <a:pt x="6815197" y="2911984"/>
                </a:cubicBezTo>
                <a:cubicBezTo>
                  <a:pt x="6815197" y="2890526"/>
                  <a:pt x="6797802" y="2873131"/>
                  <a:pt x="6776344" y="2873131"/>
                </a:cubicBezTo>
                <a:close/>
                <a:moveTo>
                  <a:pt x="5717373" y="2873131"/>
                </a:moveTo>
                <a:cubicBezTo>
                  <a:pt x="5695915" y="2873131"/>
                  <a:pt x="5678520" y="2890526"/>
                  <a:pt x="5678520" y="2911984"/>
                </a:cubicBezTo>
                <a:cubicBezTo>
                  <a:pt x="5678520" y="2933442"/>
                  <a:pt x="5695915" y="2950837"/>
                  <a:pt x="5717373" y="2950837"/>
                </a:cubicBezTo>
                <a:cubicBezTo>
                  <a:pt x="5738831" y="2950837"/>
                  <a:pt x="5756226" y="2933442"/>
                  <a:pt x="5756226" y="2911984"/>
                </a:cubicBezTo>
                <a:cubicBezTo>
                  <a:pt x="5756226" y="2890526"/>
                  <a:pt x="5738831" y="2873131"/>
                  <a:pt x="5717373" y="2873131"/>
                </a:cubicBezTo>
                <a:close/>
                <a:moveTo>
                  <a:pt x="5557610" y="2873131"/>
                </a:moveTo>
                <a:cubicBezTo>
                  <a:pt x="5536152" y="2873131"/>
                  <a:pt x="5518757" y="2890526"/>
                  <a:pt x="5518757" y="2911984"/>
                </a:cubicBezTo>
                <a:cubicBezTo>
                  <a:pt x="5518757" y="2933442"/>
                  <a:pt x="5536152" y="2950837"/>
                  <a:pt x="5557610" y="2950837"/>
                </a:cubicBezTo>
                <a:cubicBezTo>
                  <a:pt x="5579068" y="2950837"/>
                  <a:pt x="5596463" y="2933442"/>
                  <a:pt x="5596463" y="2911984"/>
                </a:cubicBezTo>
                <a:cubicBezTo>
                  <a:pt x="5596463" y="2890526"/>
                  <a:pt x="5579068" y="2873131"/>
                  <a:pt x="5557610" y="2873131"/>
                </a:cubicBezTo>
                <a:close/>
                <a:moveTo>
                  <a:pt x="3952421" y="2873131"/>
                </a:moveTo>
                <a:cubicBezTo>
                  <a:pt x="3930963" y="2873131"/>
                  <a:pt x="3913568" y="2890526"/>
                  <a:pt x="3913568" y="2911984"/>
                </a:cubicBezTo>
                <a:cubicBezTo>
                  <a:pt x="3913568" y="2933442"/>
                  <a:pt x="3930963" y="2950837"/>
                  <a:pt x="3952421" y="2950837"/>
                </a:cubicBezTo>
                <a:cubicBezTo>
                  <a:pt x="3973879" y="2950837"/>
                  <a:pt x="3991274" y="2933442"/>
                  <a:pt x="3991274" y="2911984"/>
                </a:cubicBezTo>
                <a:cubicBezTo>
                  <a:pt x="3991274" y="2890526"/>
                  <a:pt x="3973879" y="2873131"/>
                  <a:pt x="3952421" y="2873131"/>
                </a:cubicBezTo>
                <a:close/>
                <a:moveTo>
                  <a:pt x="3792658" y="2873131"/>
                </a:moveTo>
                <a:cubicBezTo>
                  <a:pt x="3771200" y="2873131"/>
                  <a:pt x="3753805" y="2890526"/>
                  <a:pt x="3753805" y="2911984"/>
                </a:cubicBezTo>
                <a:cubicBezTo>
                  <a:pt x="3753805" y="2933442"/>
                  <a:pt x="3771200" y="2950837"/>
                  <a:pt x="3792658" y="2950837"/>
                </a:cubicBezTo>
                <a:cubicBezTo>
                  <a:pt x="3814116" y="2950837"/>
                  <a:pt x="3831511" y="2933442"/>
                  <a:pt x="3831511" y="2911984"/>
                </a:cubicBezTo>
                <a:cubicBezTo>
                  <a:pt x="3831511" y="2890526"/>
                  <a:pt x="3814116" y="2873131"/>
                  <a:pt x="3792658" y="2873131"/>
                </a:cubicBezTo>
                <a:close/>
                <a:moveTo>
                  <a:pt x="3279905" y="2873131"/>
                </a:moveTo>
                <a:cubicBezTo>
                  <a:pt x="3258447" y="2873131"/>
                  <a:pt x="3241052" y="2890526"/>
                  <a:pt x="3241052" y="2911984"/>
                </a:cubicBezTo>
                <a:cubicBezTo>
                  <a:pt x="3241052" y="2933442"/>
                  <a:pt x="3258447" y="2950837"/>
                  <a:pt x="3279905" y="2950837"/>
                </a:cubicBezTo>
                <a:cubicBezTo>
                  <a:pt x="3301363" y="2950837"/>
                  <a:pt x="3318758" y="2933442"/>
                  <a:pt x="3318758" y="2911984"/>
                </a:cubicBezTo>
                <a:cubicBezTo>
                  <a:pt x="3318758" y="2890526"/>
                  <a:pt x="3301363" y="2873131"/>
                  <a:pt x="3279905" y="2873131"/>
                </a:cubicBezTo>
                <a:close/>
                <a:moveTo>
                  <a:pt x="3120141" y="2873131"/>
                </a:moveTo>
                <a:cubicBezTo>
                  <a:pt x="3098683" y="2873131"/>
                  <a:pt x="3081288" y="2890526"/>
                  <a:pt x="3081288" y="2911984"/>
                </a:cubicBezTo>
                <a:cubicBezTo>
                  <a:pt x="3081288" y="2933442"/>
                  <a:pt x="3098683" y="2950837"/>
                  <a:pt x="3120141" y="2950837"/>
                </a:cubicBezTo>
                <a:cubicBezTo>
                  <a:pt x="3141599" y="2950837"/>
                  <a:pt x="3158994" y="2933442"/>
                  <a:pt x="3158994" y="2911984"/>
                </a:cubicBezTo>
                <a:cubicBezTo>
                  <a:pt x="3158994" y="2890526"/>
                  <a:pt x="3141599" y="2873131"/>
                  <a:pt x="3120141" y="2873131"/>
                </a:cubicBezTo>
                <a:close/>
                <a:moveTo>
                  <a:pt x="1514953" y="2873131"/>
                </a:moveTo>
                <a:cubicBezTo>
                  <a:pt x="1493495" y="2873131"/>
                  <a:pt x="1476100" y="2890526"/>
                  <a:pt x="1476100" y="2911984"/>
                </a:cubicBezTo>
                <a:cubicBezTo>
                  <a:pt x="1476100" y="2933442"/>
                  <a:pt x="1493495" y="2950837"/>
                  <a:pt x="1514953" y="2950837"/>
                </a:cubicBezTo>
                <a:cubicBezTo>
                  <a:pt x="1536411" y="2950837"/>
                  <a:pt x="1553806" y="2933442"/>
                  <a:pt x="1553806" y="2911984"/>
                </a:cubicBezTo>
                <a:cubicBezTo>
                  <a:pt x="1553806" y="2890526"/>
                  <a:pt x="1536411" y="2873131"/>
                  <a:pt x="1514953" y="2873131"/>
                </a:cubicBezTo>
                <a:close/>
                <a:moveTo>
                  <a:pt x="1355190" y="2873131"/>
                </a:moveTo>
                <a:cubicBezTo>
                  <a:pt x="1333732" y="2873131"/>
                  <a:pt x="1316337" y="2890526"/>
                  <a:pt x="1316337" y="2911984"/>
                </a:cubicBezTo>
                <a:cubicBezTo>
                  <a:pt x="1316337" y="2933442"/>
                  <a:pt x="1333732" y="2950837"/>
                  <a:pt x="1355190" y="2950837"/>
                </a:cubicBezTo>
                <a:cubicBezTo>
                  <a:pt x="1376648" y="2950837"/>
                  <a:pt x="1394043" y="2933442"/>
                  <a:pt x="1394043" y="2911984"/>
                </a:cubicBezTo>
                <a:cubicBezTo>
                  <a:pt x="1394043" y="2890526"/>
                  <a:pt x="1376648" y="2873131"/>
                  <a:pt x="1355190" y="2873131"/>
                </a:cubicBezTo>
                <a:close/>
                <a:moveTo>
                  <a:pt x="296219" y="2873131"/>
                </a:moveTo>
                <a:cubicBezTo>
                  <a:pt x="274761" y="2873131"/>
                  <a:pt x="257366" y="2890526"/>
                  <a:pt x="257366" y="2911984"/>
                </a:cubicBezTo>
                <a:cubicBezTo>
                  <a:pt x="257387" y="2933442"/>
                  <a:pt x="274782" y="2950837"/>
                  <a:pt x="296219" y="2950837"/>
                </a:cubicBezTo>
                <a:cubicBezTo>
                  <a:pt x="317677" y="2950837"/>
                  <a:pt x="335072" y="2933442"/>
                  <a:pt x="335072" y="2911984"/>
                </a:cubicBezTo>
                <a:cubicBezTo>
                  <a:pt x="335044" y="2890526"/>
                  <a:pt x="317662" y="2873131"/>
                  <a:pt x="296219" y="2873131"/>
                </a:cubicBezTo>
                <a:close/>
                <a:moveTo>
                  <a:pt x="136456" y="2873131"/>
                </a:moveTo>
                <a:cubicBezTo>
                  <a:pt x="114998" y="2873131"/>
                  <a:pt x="97603" y="2890526"/>
                  <a:pt x="97603" y="2911984"/>
                </a:cubicBezTo>
                <a:cubicBezTo>
                  <a:pt x="97635" y="2933442"/>
                  <a:pt x="115019" y="2950837"/>
                  <a:pt x="136456" y="2950837"/>
                </a:cubicBezTo>
                <a:cubicBezTo>
                  <a:pt x="157914" y="2950837"/>
                  <a:pt x="175309" y="2933442"/>
                  <a:pt x="175309" y="2911984"/>
                </a:cubicBezTo>
                <a:cubicBezTo>
                  <a:pt x="175281" y="2890526"/>
                  <a:pt x="157899" y="2873131"/>
                  <a:pt x="136456" y="2873131"/>
                </a:cubicBezTo>
                <a:close/>
                <a:moveTo>
                  <a:pt x="9102152" y="2859345"/>
                </a:moveTo>
                <a:cubicBezTo>
                  <a:pt x="9106425" y="2859345"/>
                  <a:pt x="9109889" y="2862809"/>
                  <a:pt x="9109889" y="2867082"/>
                </a:cubicBezTo>
                <a:cubicBezTo>
                  <a:pt x="9109889" y="2898028"/>
                  <a:pt x="9109888" y="2928973"/>
                  <a:pt x="9109888" y="2959919"/>
                </a:cubicBezTo>
                <a:lnTo>
                  <a:pt x="9102152" y="2967655"/>
                </a:lnTo>
                <a:cubicBezTo>
                  <a:pt x="9097879" y="2967655"/>
                  <a:pt x="9094415" y="2964191"/>
                  <a:pt x="9094415" y="2959918"/>
                </a:cubicBezTo>
                <a:lnTo>
                  <a:pt x="9094415" y="2867082"/>
                </a:lnTo>
                <a:cubicBezTo>
                  <a:pt x="9094415" y="2862809"/>
                  <a:pt x="9097879" y="2859345"/>
                  <a:pt x="9102152" y="2859345"/>
                </a:cubicBezTo>
                <a:close/>
                <a:moveTo>
                  <a:pt x="9068689" y="2859345"/>
                </a:moveTo>
                <a:cubicBezTo>
                  <a:pt x="9072962" y="2859345"/>
                  <a:pt x="9076426" y="2862809"/>
                  <a:pt x="9076426" y="2867082"/>
                </a:cubicBezTo>
                <a:cubicBezTo>
                  <a:pt x="9076426" y="2898028"/>
                  <a:pt x="9076425" y="2928973"/>
                  <a:pt x="9076425" y="2959919"/>
                </a:cubicBezTo>
                <a:lnTo>
                  <a:pt x="9068689" y="2967655"/>
                </a:lnTo>
                <a:cubicBezTo>
                  <a:pt x="9064416" y="2967655"/>
                  <a:pt x="9060952" y="2964191"/>
                  <a:pt x="9060952" y="2959918"/>
                </a:cubicBezTo>
                <a:lnTo>
                  <a:pt x="9060952" y="2867082"/>
                </a:lnTo>
                <a:cubicBezTo>
                  <a:pt x="9060952" y="2862809"/>
                  <a:pt x="9064416" y="2859345"/>
                  <a:pt x="9068689" y="2859345"/>
                </a:cubicBezTo>
                <a:close/>
                <a:moveTo>
                  <a:pt x="8988807" y="2859345"/>
                </a:moveTo>
                <a:cubicBezTo>
                  <a:pt x="9018717" y="2859345"/>
                  <a:pt x="9042963" y="2883591"/>
                  <a:pt x="9042963" y="2913500"/>
                </a:cubicBezTo>
                <a:cubicBezTo>
                  <a:pt x="9042963" y="2943409"/>
                  <a:pt x="9018717" y="2967655"/>
                  <a:pt x="8988807" y="2967655"/>
                </a:cubicBezTo>
                <a:cubicBezTo>
                  <a:pt x="8958897" y="2967655"/>
                  <a:pt x="8934651" y="2943409"/>
                  <a:pt x="8934651" y="2913500"/>
                </a:cubicBezTo>
                <a:cubicBezTo>
                  <a:pt x="8934651" y="2883591"/>
                  <a:pt x="8958897" y="2859345"/>
                  <a:pt x="8988807" y="2859345"/>
                </a:cubicBezTo>
                <a:close/>
                <a:moveTo>
                  <a:pt x="8589399" y="2859345"/>
                </a:moveTo>
                <a:cubicBezTo>
                  <a:pt x="8593672" y="2859345"/>
                  <a:pt x="8597136" y="2862809"/>
                  <a:pt x="8597136" y="2867082"/>
                </a:cubicBezTo>
                <a:cubicBezTo>
                  <a:pt x="8597136" y="2898028"/>
                  <a:pt x="8597135" y="2928973"/>
                  <a:pt x="8597135" y="2959919"/>
                </a:cubicBezTo>
                <a:lnTo>
                  <a:pt x="8589399" y="2967655"/>
                </a:lnTo>
                <a:cubicBezTo>
                  <a:pt x="8585126" y="2967655"/>
                  <a:pt x="8581662" y="2964191"/>
                  <a:pt x="8581662" y="2959918"/>
                </a:cubicBezTo>
                <a:lnTo>
                  <a:pt x="8581662" y="2867082"/>
                </a:lnTo>
                <a:cubicBezTo>
                  <a:pt x="8581662" y="2862809"/>
                  <a:pt x="8585126" y="2859345"/>
                  <a:pt x="8589399" y="2859345"/>
                </a:cubicBezTo>
                <a:close/>
                <a:moveTo>
                  <a:pt x="8555936" y="2859345"/>
                </a:moveTo>
                <a:cubicBezTo>
                  <a:pt x="8560209" y="2859345"/>
                  <a:pt x="8563673" y="2862809"/>
                  <a:pt x="8563673" y="2867082"/>
                </a:cubicBezTo>
                <a:cubicBezTo>
                  <a:pt x="8563673" y="2898028"/>
                  <a:pt x="8563672" y="2928973"/>
                  <a:pt x="8563672" y="2959919"/>
                </a:cubicBezTo>
                <a:lnTo>
                  <a:pt x="8555936" y="2967655"/>
                </a:lnTo>
                <a:cubicBezTo>
                  <a:pt x="8551663" y="2967655"/>
                  <a:pt x="8548199" y="2964191"/>
                  <a:pt x="8548199" y="2959918"/>
                </a:cubicBezTo>
                <a:lnTo>
                  <a:pt x="8548199" y="2867082"/>
                </a:lnTo>
                <a:cubicBezTo>
                  <a:pt x="8548199" y="2862809"/>
                  <a:pt x="8551663" y="2859345"/>
                  <a:pt x="8555936" y="2859345"/>
                </a:cubicBezTo>
                <a:close/>
                <a:moveTo>
                  <a:pt x="8476054" y="2859345"/>
                </a:moveTo>
                <a:cubicBezTo>
                  <a:pt x="8505964" y="2859345"/>
                  <a:pt x="8530210" y="2883591"/>
                  <a:pt x="8530210" y="2913500"/>
                </a:cubicBezTo>
                <a:cubicBezTo>
                  <a:pt x="8530210" y="2943409"/>
                  <a:pt x="8505964" y="2967655"/>
                  <a:pt x="8476054" y="2967655"/>
                </a:cubicBezTo>
                <a:cubicBezTo>
                  <a:pt x="8446144" y="2967655"/>
                  <a:pt x="8421898" y="2943409"/>
                  <a:pt x="8421898" y="2913500"/>
                </a:cubicBezTo>
                <a:cubicBezTo>
                  <a:pt x="8421898" y="2883591"/>
                  <a:pt x="8446144" y="2859345"/>
                  <a:pt x="8476054" y="2859345"/>
                </a:cubicBezTo>
                <a:close/>
                <a:moveTo>
                  <a:pt x="8396172" y="2859345"/>
                </a:moveTo>
                <a:cubicBezTo>
                  <a:pt x="8400445" y="2859345"/>
                  <a:pt x="8403909" y="2862809"/>
                  <a:pt x="8403909" y="2867082"/>
                </a:cubicBezTo>
                <a:cubicBezTo>
                  <a:pt x="8403909" y="2898028"/>
                  <a:pt x="8403908" y="2928973"/>
                  <a:pt x="8403908" y="2959919"/>
                </a:cubicBezTo>
                <a:lnTo>
                  <a:pt x="8396172" y="2967655"/>
                </a:lnTo>
                <a:cubicBezTo>
                  <a:pt x="8391899" y="2967655"/>
                  <a:pt x="8388435" y="2964191"/>
                  <a:pt x="8388435" y="2959918"/>
                </a:cubicBezTo>
                <a:lnTo>
                  <a:pt x="8388435" y="2867082"/>
                </a:lnTo>
                <a:cubicBezTo>
                  <a:pt x="8388435" y="2862809"/>
                  <a:pt x="8391899" y="2859345"/>
                  <a:pt x="8396172" y="2859345"/>
                </a:cubicBezTo>
                <a:close/>
                <a:moveTo>
                  <a:pt x="8362709" y="2859345"/>
                </a:moveTo>
                <a:cubicBezTo>
                  <a:pt x="8366982" y="2859345"/>
                  <a:pt x="8370446" y="2862809"/>
                  <a:pt x="8370446" y="2867082"/>
                </a:cubicBezTo>
                <a:cubicBezTo>
                  <a:pt x="8370446" y="2898028"/>
                  <a:pt x="8370445" y="2928973"/>
                  <a:pt x="8370445" y="2959919"/>
                </a:cubicBezTo>
                <a:lnTo>
                  <a:pt x="8362709" y="2967655"/>
                </a:lnTo>
                <a:cubicBezTo>
                  <a:pt x="8358436" y="2967655"/>
                  <a:pt x="8354972" y="2964191"/>
                  <a:pt x="8354972" y="2959918"/>
                </a:cubicBezTo>
                <a:lnTo>
                  <a:pt x="8354972" y="2867082"/>
                </a:lnTo>
                <a:cubicBezTo>
                  <a:pt x="8354972" y="2862809"/>
                  <a:pt x="8358436" y="2859345"/>
                  <a:pt x="8362709" y="2859345"/>
                </a:cubicBezTo>
                <a:close/>
                <a:moveTo>
                  <a:pt x="8282827" y="2859345"/>
                </a:moveTo>
                <a:cubicBezTo>
                  <a:pt x="8312737" y="2859345"/>
                  <a:pt x="8336983" y="2883591"/>
                  <a:pt x="8336983" y="2913500"/>
                </a:cubicBezTo>
                <a:cubicBezTo>
                  <a:pt x="8336983" y="2943409"/>
                  <a:pt x="8312737" y="2967655"/>
                  <a:pt x="8282827" y="2967655"/>
                </a:cubicBezTo>
                <a:cubicBezTo>
                  <a:pt x="8252917" y="2967655"/>
                  <a:pt x="8228671" y="2943409"/>
                  <a:pt x="8228671" y="2913500"/>
                </a:cubicBezTo>
                <a:cubicBezTo>
                  <a:pt x="8228671" y="2883591"/>
                  <a:pt x="8252917" y="2859345"/>
                  <a:pt x="8282827" y="2859345"/>
                </a:cubicBezTo>
                <a:close/>
                <a:moveTo>
                  <a:pt x="8202946" y="2859345"/>
                </a:moveTo>
                <a:cubicBezTo>
                  <a:pt x="8207219" y="2859345"/>
                  <a:pt x="8210683" y="2862809"/>
                  <a:pt x="8210683" y="2867082"/>
                </a:cubicBezTo>
                <a:cubicBezTo>
                  <a:pt x="8210683" y="2898028"/>
                  <a:pt x="8210682" y="2928973"/>
                  <a:pt x="8210682" y="2959919"/>
                </a:cubicBezTo>
                <a:lnTo>
                  <a:pt x="8202946" y="2967655"/>
                </a:lnTo>
                <a:cubicBezTo>
                  <a:pt x="8198673" y="2967655"/>
                  <a:pt x="8195209" y="2964191"/>
                  <a:pt x="8195209" y="2959918"/>
                </a:cubicBezTo>
                <a:lnTo>
                  <a:pt x="8195209" y="2867082"/>
                </a:lnTo>
                <a:cubicBezTo>
                  <a:pt x="8195209" y="2862809"/>
                  <a:pt x="8198673" y="2859345"/>
                  <a:pt x="8202946" y="2859345"/>
                </a:cubicBezTo>
                <a:close/>
                <a:moveTo>
                  <a:pt x="8123064" y="2859345"/>
                </a:moveTo>
                <a:cubicBezTo>
                  <a:pt x="8152974" y="2859345"/>
                  <a:pt x="8177220" y="2883591"/>
                  <a:pt x="8177220" y="2913500"/>
                </a:cubicBezTo>
                <a:cubicBezTo>
                  <a:pt x="8177220" y="2943409"/>
                  <a:pt x="8152974" y="2967655"/>
                  <a:pt x="8123064" y="2967655"/>
                </a:cubicBezTo>
                <a:cubicBezTo>
                  <a:pt x="8093154" y="2967655"/>
                  <a:pt x="8068908" y="2943409"/>
                  <a:pt x="8068908" y="2913500"/>
                </a:cubicBezTo>
                <a:cubicBezTo>
                  <a:pt x="8068908" y="2883591"/>
                  <a:pt x="8093154" y="2859345"/>
                  <a:pt x="8123064" y="2859345"/>
                </a:cubicBezTo>
                <a:close/>
                <a:moveTo>
                  <a:pt x="8043182" y="2859345"/>
                </a:moveTo>
                <a:cubicBezTo>
                  <a:pt x="8047455" y="2859345"/>
                  <a:pt x="8050919" y="2862809"/>
                  <a:pt x="8050919" y="2867082"/>
                </a:cubicBezTo>
                <a:cubicBezTo>
                  <a:pt x="8050919" y="2898028"/>
                  <a:pt x="8050918" y="2928973"/>
                  <a:pt x="8050918" y="2959919"/>
                </a:cubicBezTo>
                <a:lnTo>
                  <a:pt x="8043182" y="2967655"/>
                </a:lnTo>
                <a:cubicBezTo>
                  <a:pt x="8038909" y="2967655"/>
                  <a:pt x="8035445" y="2964191"/>
                  <a:pt x="8035445" y="2959918"/>
                </a:cubicBezTo>
                <a:lnTo>
                  <a:pt x="8035445" y="2867082"/>
                </a:lnTo>
                <a:cubicBezTo>
                  <a:pt x="8035445" y="2862809"/>
                  <a:pt x="8038909" y="2859345"/>
                  <a:pt x="8043182" y="2859345"/>
                </a:cubicBezTo>
                <a:close/>
                <a:moveTo>
                  <a:pt x="7963300" y="2859345"/>
                </a:moveTo>
                <a:cubicBezTo>
                  <a:pt x="7993210" y="2859345"/>
                  <a:pt x="8017456" y="2883591"/>
                  <a:pt x="8017456" y="2913500"/>
                </a:cubicBezTo>
                <a:cubicBezTo>
                  <a:pt x="8017456" y="2943409"/>
                  <a:pt x="7993210" y="2967655"/>
                  <a:pt x="7963300" y="2967655"/>
                </a:cubicBezTo>
                <a:cubicBezTo>
                  <a:pt x="7933390" y="2967655"/>
                  <a:pt x="7909144" y="2943409"/>
                  <a:pt x="7909144" y="2913500"/>
                </a:cubicBezTo>
                <a:cubicBezTo>
                  <a:pt x="7909144" y="2883591"/>
                  <a:pt x="7933390" y="2859345"/>
                  <a:pt x="7963300" y="2859345"/>
                </a:cubicBezTo>
                <a:close/>
                <a:moveTo>
                  <a:pt x="7883418" y="2859345"/>
                </a:moveTo>
                <a:cubicBezTo>
                  <a:pt x="7887691" y="2859345"/>
                  <a:pt x="7891155" y="2862809"/>
                  <a:pt x="7891155" y="2867082"/>
                </a:cubicBezTo>
                <a:cubicBezTo>
                  <a:pt x="7891155" y="2898028"/>
                  <a:pt x="7891154" y="2928973"/>
                  <a:pt x="7891154" y="2959919"/>
                </a:cubicBezTo>
                <a:lnTo>
                  <a:pt x="7883418" y="2967655"/>
                </a:lnTo>
                <a:cubicBezTo>
                  <a:pt x="7879145" y="2967655"/>
                  <a:pt x="7875681" y="2964191"/>
                  <a:pt x="7875681" y="2959918"/>
                </a:cubicBezTo>
                <a:lnTo>
                  <a:pt x="7875681" y="2867082"/>
                </a:lnTo>
                <a:cubicBezTo>
                  <a:pt x="7875681" y="2862809"/>
                  <a:pt x="7879145" y="2859345"/>
                  <a:pt x="7883418" y="2859345"/>
                </a:cubicBezTo>
                <a:close/>
                <a:moveTo>
                  <a:pt x="7849955" y="2859345"/>
                </a:moveTo>
                <a:cubicBezTo>
                  <a:pt x="7854228" y="2859345"/>
                  <a:pt x="7857692" y="2862809"/>
                  <a:pt x="7857692" y="2867082"/>
                </a:cubicBezTo>
                <a:cubicBezTo>
                  <a:pt x="7857692" y="2898028"/>
                  <a:pt x="7857691" y="2928973"/>
                  <a:pt x="7857691" y="2959919"/>
                </a:cubicBezTo>
                <a:lnTo>
                  <a:pt x="7849955" y="2967655"/>
                </a:lnTo>
                <a:cubicBezTo>
                  <a:pt x="7845682" y="2967655"/>
                  <a:pt x="7842218" y="2964191"/>
                  <a:pt x="7842218" y="2959918"/>
                </a:cubicBezTo>
                <a:lnTo>
                  <a:pt x="7842218" y="2867082"/>
                </a:lnTo>
                <a:cubicBezTo>
                  <a:pt x="7842218" y="2862809"/>
                  <a:pt x="7845682" y="2859345"/>
                  <a:pt x="7849955" y="2859345"/>
                </a:cubicBezTo>
                <a:close/>
                <a:moveTo>
                  <a:pt x="7770073" y="2859345"/>
                </a:moveTo>
                <a:cubicBezTo>
                  <a:pt x="7799983" y="2859345"/>
                  <a:pt x="7824229" y="2883591"/>
                  <a:pt x="7824229" y="2913500"/>
                </a:cubicBezTo>
                <a:cubicBezTo>
                  <a:pt x="7824229" y="2943409"/>
                  <a:pt x="7799983" y="2967655"/>
                  <a:pt x="7770073" y="2967655"/>
                </a:cubicBezTo>
                <a:cubicBezTo>
                  <a:pt x="7740163" y="2967655"/>
                  <a:pt x="7715917" y="2943409"/>
                  <a:pt x="7715917" y="2913500"/>
                </a:cubicBezTo>
                <a:cubicBezTo>
                  <a:pt x="7715917" y="2883591"/>
                  <a:pt x="7740163" y="2859345"/>
                  <a:pt x="7770073" y="2859345"/>
                </a:cubicBezTo>
                <a:close/>
                <a:moveTo>
                  <a:pt x="7370665" y="2859345"/>
                </a:moveTo>
                <a:cubicBezTo>
                  <a:pt x="7374938" y="2859345"/>
                  <a:pt x="7378402" y="2862809"/>
                  <a:pt x="7378402" y="2867082"/>
                </a:cubicBezTo>
                <a:cubicBezTo>
                  <a:pt x="7378402" y="2898028"/>
                  <a:pt x="7378401" y="2928973"/>
                  <a:pt x="7378401" y="2959919"/>
                </a:cubicBezTo>
                <a:lnTo>
                  <a:pt x="7370665" y="2967655"/>
                </a:lnTo>
                <a:cubicBezTo>
                  <a:pt x="7366392" y="2967655"/>
                  <a:pt x="7362928" y="2964191"/>
                  <a:pt x="7362928" y="2959918"/>
                </a:cubicBezTo>
                <a:lnTo>
                  <a:pt x="7362928" y="2867082"/>
                </a:lnTo>
                <a:cubicBezTo>
                  <a:pt x="7362928" y="2862809"/>
                  <a:pt x="7366392" y="2859345"/>
                  <a:pt x="7370665" y="2859345"/>
                </a:cubicBezTo>
                <a:close/>
                <a:moveTo>
                  <a:pt x="7337202" y="2859345"/>
                </a:moveTo>
                <a:cubicBezTo>
                  <a:pt x="7341475" y="2859345"/>
                  <a:pt x="7344939" y="2862809"/>
                  <a:pt x="7344939" y="2867082"/>
                </a:cubicBezTo>
                <a:cubicBezTo>
                  <a:pt x="7344939" y="2898028"/>
                  <a:pt x="7344938" y="2928973"/>
                  <a:pt x="7344938" y="2959919"/>
                </a:cubicBezTo>
                <a:lnTo>
                  <a:pt x="7337202" y="2967655"/>
                </a:lnTo>
                <a:cubicBezTo>
                  <a:pt x="7332929" y="2967655"/>
                  <a:pt x="7329465" y="2964191"/>
                  <a:pt x="7329465" y="2959918"/>
                </a:cubicBezTo>
                <a:lnTo>
                  <a:pt x="7329465" y="2867082"/>
                </a:lnTo>
                <a:cubicBezTo>
                  <a:pt x="7329465" y="2862809"/>
                  <a:pt x="7332929" y="2859345"/>
                  <a:pt x="7337202" y="2859345"/>
                </a:cubicBezTo>
                <a:close/>
                <a:moveTo>
                  <a:pt x="7257320" y="2859345"/>
                </a:moveTo>
                <a:cubicBezTo>
                  <a:pt x="7287230" y="2859345"/>
                  <a:pt x="7311476" y="2883591"/>
                  <a:pt x="7311476" y="2913500"/>
                </a:cubicBezTo>
                <a:cubicBezTo>
                  <a:pt x="7311476" y="2943409"/>
                  <a:pt x="7287230" y="2967655"/>
                  <a:pt x="7257320" y="2967655"/>
                </a:cubicBezTo>
                <a:cubicBezTo>
                  <a:pt x="7227410" y="2967655"/>
                  <a:pt x="7203164" y="2943409"/>
                  <a:pt x="7203164" y="2913500"/>
                </a:cubicBezTo>
                <a:cubicBezTo>
                  <a:pt x="7203164" y="2883591"/>
                  <a:pt x="7227410" y="2859345"/>
                  <a:pt x="7257320" y="2859345"/>
                </a:cubicBezTo>
                <a:close/>
                <a:moveTo>
                  <a:pt x="7129358" y="2859345"/>
                </a:moveTo>
                <a:cubicBezTo>
                  <a:pt x="7159268" y="2859345"/>
                  <a:pt x="7183514" y="2883591"/>
                  <a:pt x="7183514" y="2913500"/>
                </a:cubicBezTo>
                <a:cubicBezTo>
                  <a:pt x="7183514" y="2943409"/>
                  <a:pt x="7159268" y="2967655"/>
                  <a:pt x="7129358" y="2967655"/>
                </a:cubicBezTo>
                <a:cubicBezTo>
                  <a:pt x="7099448" y="2967655"/>
                  <a:pt x="7075202" y="2943409"/>
                  <a:pt x="7075202" y="2913500"/>
                </a:cubicBezTo>
                <a:cubicBezTo>
                  <a:pt x="7075202" y="2883591"/>
                  <a:pt x="7099448" y="2859345"/>
                  <a:pt x="7129358" y="2859345"/>
                </a:cubicBezTo>
                <a:close/>
                <a:moveTo>
                  <a:pt x="7049451" y="2859345"/>
                </a:moveTo>
                <a:cubicBezTo>
                  <a:pt x="7053724" y="2859345"/>
                  <a:pt x="7057188" y="2862809"/>
                  <a:pt x="7057188" y="2867082"/>
                </a:cubicBezTo>
                <a:lnTo>
                  <a:pt x="7057188" y="2959918"/>
                </a:lnTo>
                <a:cubicBezTo>
                  <a:pt x="7057188" y="2964191"/>
                  <a:pt x="7053724" y="2967655"/>
                  <a:pt x="7049451" y="2967655"/>
                </a:cubicBezTo>
                <a:lnTo>
                  <a:pt x="7041715" y="2959919"/>
                </a:lnTo>
                <a:cubicBezTo>
                  <a:pt x="7041715" y="2928973"/>
                  <a:pt x="7041714" y="2898028"/>
                  <a:pt x="7041714" y="2867082"/>
                </a:cubicBezTo>
                <a:cubicBezTo>
                  <a:pt x="7041714" y="2862809"/>
                  <a:pt x="7045178" y="2859345"/>
                  <a:pt x="7049451" y="2859345"/>
                </a:cubicBezTo>
                <a:close/>
                <a:moveTo>
                  <a:pt x="7015988" y="2859345"/>
                </a:moveTo>
                <a:cubicBezTo>
                  <a:pt x="7020261" y="2859345"/>
                  <a:pt x="7023725" y="2862809"/>
                  <a:pt x="7023725" y="2867082"/>
                </a:cubicBezTo>
                <a:lnTo>
                  <a:pt x="7023725" y="2959918"/>
                </a:lnTo>
                <a:cubicBezTo>
                  <a:pt x="7023725" y="2964191"/>
                  <a:pt x="7020261" y="2967655"/>
                  <a:pt x="7015988" y="2967655"/>
                </a:cubicBezTo>
                <a:lnTo>
                  <a:pt x="7008252" y="2959919"/>
                </a:lnTo>
                <a:cubicBezTo>
                  <a:pt x="7008252" y="2928973"/>
                  <a:pt x="7008251" y="2898028"/>
                  <a:pt x="7008251" y="2867082"/>
                </a:cubicBezTo>
                <a:cubicBezTo>
                  <a:pt x="7008251" y="2862809"/>
                  <a:pt x="7011715" y="2859345"/>
                  <a:pt x="7015988" y="2859345"/>
                </a:cubicBezTo>
                <a:close/>
                <a:moveTo>
                  <a:pt x="6616580" y="2859345"/>
                </a:moveTo>
                <a:cubicBezTo>
                  <a:pt x="6646490" y="2859345"/>
                  <a:pt x="6670736" y="2883591"/>
                  <a:pt x="6670736" y="2913500"/>
                </a:cubicBezTo>
                <a:cubicBezTo>
                  <a:pt x="6670736" y="2943409"/>
                  <a:pt x="6646490" y="2967655"/>
                  <a:pt x="6616580" y="2967655"/>
                </a:cubicBezTo>
                <a:cubicBezTo>
                  <a:pt x="6586670" y="2967655"/>
                  <a:pt x="6562424" y="2943409"/>
                  <a:pt x="6562424" y="2913500"/>
                </a:cubicBezTo>
                <a:cubicBezTo>
                  <a:pt x="6562424" y="2883591"/>
                  <a:pt x="6586670" y="2859345"/>
                  <a:pt x="6616580" y="2859345"/>
                </a:cubicBezTo>
                <a:close/>
                <a:moveTo>
                  <a:pt x="6536698" y="2859345"/>
                </a:moveTo>
                <a:cubicBezTo>
                  <a:pt x="6540971" y="2859345"/>
                  <a:pt x="6544435" y="2862809"/>
                  <a:pt x="6544435" y="2867082"/>
                </a:cubicBezTo>
                <a:lnTo>
                  <a:pt x="6544435" y="2959918"/>
                </a:lnTo>
                <a:cubicBezTo>
                  <a:pt x="6544435" y="2964191"/>
                  <a:pt x="6540971" y="2967655"/>
                  <a:pt x="6536698" y="2967655"/>
                </a:cubicBezTo>
                <a:lnTo>
                  <a:pt x="6528962" y="2959919"/>
                </a:lnTo>
                <a:cubicBezTo>
                  <a:pt x="6528962" y="2928973"/>
                  <a:pt x="6528961" y="2898028"/>
                  <a:pt x="6528961" y="2867082"/>
                </a:cubicBezTo>
                <a:cubicBezTo>
                  <a:pt x="6528961" y="2862809"/>
                  <a:pt x="6532425" y="2859345"/>
                  <a:pt x="6536698" y="2859345"/>
                </a:cubicBezTo>
                <a:close/>
                <a:moveTo>
                  <a:pt x="6503235" y="2859345"/>
                </a:moveTo>
                <a:cubicBezTo>
                  <a:pt x="6507508" y="2859345"/>
                  <a:pt x="6510972" y="2862809"/>
                  <a:pt x="6510972" y="2867082"/>
                </a:cubicBezTo>
                <a:lnTo>
                  <a:pt x="6510972" y="2959918"/>
                </a:lnTo>
                <a:cubicBezTo>
                  <a:pt x="6510972" y="2964191"/>
                  <a:pt x="6507508" y="2967655"/>
                  <a:pt x="6503235" y="2967655"/>
                </a:cubicBezTo>
                <a:lnTo>
                  <a:pt x="6495499" y="2959919"/>
                </a:lnTo>
                <a:cubicBezTo>
                  <a:pt x="6495499" y="2928973"/>
                  <a:pt x="6495498" y="2898028"/>
                  <a:pt x="6495498" y="2867082"/>
                </a:cubicBezTo>
                <a:cubicBezTo>
                  <a:pt x="6495498" y="2862809"/>
                  <a:pt x="6498962" y="2859345"/>
                  <a:pt x="6503235" y="2859345"/>
                </a:cubicBezTo>
                <a:close/>
                <a:moveTo>
                  <a:pt x="6423354" y="2859345"/>
                </a:moveTo>
                <a:cubicBezTo>
                  <a:pt x="6453264" y="2859345"/>
                  <a:pt x="6477510" y="2883591"/>
                  <a:pt x="6477510" y="2913500"/>
                </a:cubicBezTo>
                <a:cubicBezTo>
                  <a:pt x="6477510" y="2943409"/>
                  <a:pt x="6453264" y="2967655"/>
                  <a:pt x="6423354" y="2967655"/>
                </a:cubicBezTo>
                <a:cubicBezTo>
                  <a:pt x="6393444" y="2967655"/>
                  <a:pt x="6369198" y="2943409"/>
                  <a:pt x="6369198" y="2913500"/>
                </a:cubicBezTo>
                <a:cubicBezTo>
                  <a:pt x="6369198" y="2883591"/>
                  <a:pt x="6393444" y="2859345"/>
                  <a:pt x="6423354" y="2859345"/>
                </a:cubicBezTo>
                <a:close/>
                <a:moveTo>
                  <a:pt x="6343472" y="2859345"/>
                </a:moveTo>
                <a:cubicBezTo>
                  <a:pt x="6347745" y="2859345"/>
                  <a:pt x="6351209" y="2862809"/>
                  <a:pt x="6351209" y="2867082"/>
                </a:cubicBezTo>
                <a:lnTo>
                  <a:pt x="6351209" y="2959918"/>
                </a:lnTo>
                <a:cubicBezTo>
                  <a:pt x="6351209" y="2964191"/>
                  <a:pt x="6347745" y="2967655"/>
                  <a:pt x="6343472" y="2967655"/>
                </a:cubicBezTo>
                <a:lnTo>
                  <a:pt x="6335736" y="2959919"/>
                </a:lnTo>
                <a:cubicBezTo>
                  <a:pt x="6335736" y="2928973"/>
                  <a:pt x="6335735" y="2898028"/>
                  <a:pt x="6335735" y="2867082"/>
                </a:cubicBezTo>
                <a:cubicBezTo>
                  <a:pt x="6335735" y="2862809"/>
                  <a:pt x="6339199" y="2859345"/>
                  <a:pt x="6343472" y="2859345"/>
                </a:cubicBezTo>
                <a:close/>
                <a:moveTo>
                  <a:pt x="6263590" y="2859345"/>
                </a:moveTo>
                <a:cubicBezTo>
                  <a:pt x="6293500" y="2859345"/>
                  <a:pt x="6317746" y="2883591"/>
                  <a:pt x="6317746" y="2913500"/>
                </a:cubicBezTo>
                <a:cubicBezTo>
                  <a:pt x="6317746" y="2943409"/>
                  <a:pt x="6293500" y="2967655"/>
                  <a:pt x="6263590" y="2967655"/>
                </a:cubicBezTo>
                <a:cubicBezTo>
                  <a:pt x="6233680" y="2967655"/>
                  <a:pt x="6209434" y="2943409"/>
                  <a:pt x="6209434" y="2913500"/>
                </a:cubicBezTo>
                <a:cubicBezTo>
                  <a:pt x="6209434" y="2883591"/>
                  <a:pt x="6233680" y="2859345"/>
                  <a:pt x="6263590" y="2859345"/>
                </a:cubicBezTo>
                <a:close/>
                <a:moveTo>
                  <a:pt x="6183708" y="2859345"/>
                </a:moveTo>
                <a:cubicBezTo>
                  <a:pt x="6187981" y="2859345"/>
                  <a:pt x="6191445" y="2862809"/>
                  <a:pt x="6191445" y="2867082"/>
                </a:cubicBezTo>
                <a:lnTo>
                  <a:pt x="6191445" y="2959918"/>
                </a:lnTo>
                <a:cubicBezTo>
                  <a:pt x="6191445" y="2964191"/>
                  <a:pt x="6187981" y="2967655"/>
                  <a:pt x="6183708" y="2967655"/>
                </a:cubicBezTo>
                <a:lnTo>
                  <a:pt x="6175972" y="2959919"/>
                </a:lnTo>
                <a:cubicBezTo>
                  <a:pt x="6175972" y="2928973"/>
                  <a:pt x="6175971" y="2898028"/>
                  <a:pt x="6175971" y="2867082"/>
                </a:cubicBezTo>
                <a:cubicBezTo>
                  <a:pt x="6175971" y="2862809"/>
                  <a:pt x="6179435" y="2859345"/>
                  <a:pt x="6183708" y="2859345"/>
                </a:cubicBezTo>
                <a:close/>
                <a:moveTo>
                  <a:pt x="6103826" y="2859345"/>
                </a:moveTo>
                <a:cubicBezTo>
                  <a:pt x="6133736" y="2859345"/>
                  <a:pt x="6157982" y="2883591"/>
                  <a:pt x="6157982" y="2913500"/>
                </a:cubicBezTo>
                <a:cubicBezTo>
                  <a:pt x="6157982" y="2943409"/>
                  <a:pt x="6133736" y="2967655"/>
                  <a:pt x="6103826" y="2967655"/>
                </a:cubicBezTo>
                <a:cubicBezTo>
                  <a:pt x="6073916" y="2967655"/>
                  <a:pt x="6049670" y="2943409"/>
                  <a:pt x="6049670" y="2913500"/>
                </a:cubicBezTo>
                <a:cubicBezTo>
                  <a:pt x="6049670" y="2883591"/>
                  <a:pt x="6073916" y="2859345"/>
                  <a:pt x="6103826" y="2859345"/>
                </a:cubicBezTo>
                <a:close/>
                <a:moveTo>
                  <a:pt x="6023944" y="2859345"/>
                </a:moveTo>
                <a:cubicBezTo>
                  <a:pt x="6028217" y="2859345"/>
                  <a:pt x="6031681" y="2862809"/>
                  <a:pt x="6031681" y="2867082"/>
                </a:cubicBezTo>
                <a:lnTo>
                  <a:pt x="6031681" y="2959918"/>
                </a:lnTo>
                <a:cubicBezTo>
                  <a:pt x="6031681" y="2964191"/>
                  <a:pt x="6028217" y="2967655"/>
                  <a:pt x="6023944" y="2967655"/>
                </a:cubicBezTo>
                <a:lnTo>
                  <a:pt x="6016208" y="2959919"/>
                </a:lnTo>
                <a:cubicBezTo>
                  <a:pt x="6016208" y="2928973"/>
                  <a:pt x="6016207" y="2898028"/>
                  <a:pt x="6016207" y="2867082"/>
                </a:cubicBezTo>
                <a:cubicBezTo>
                  <a:pt x="6016207" y="2862809"/>
                  <a:pt x="6019671" y="2859345"/>
                  <a:pt x="6023944" y="2859345"/>
                </a:cubicBezTo>
                <a:close/>
                <a:moveTo>
                  <a:pt x="5990481" y="2859345"/>
                </a:moveTo>
                <a:cubicBezTo>
                  <a:pt x="5994754" y="2859345"/>
                  <a:pt x="5998218" y="2862809"/>
                  <a:pt x="5998218" y="2867082"/>
                </a:cubicBezTo>
                <a:lnTo>
                  <a:pt x="5998218" y="2959918"/>
                </a:lnTo>
                <a:cubicBezTo>
                  <a:pt x="5998218" y="2964191"/>
                  <a:pt x="5994754" y="2967655"/>
                  <a:pt x="5990481" y="2967655"/>
                </a:cubicBezTo>
                <a:lnTo>
                  <a:pt x="5982745" y="2959919"/>
                </a:lnTo>
                <a:cubicBezTo>
                  <a:pt x="5982745" y="2928973"/>
                  <a:pt x="5982744" y="2898028"/>
                  <a:pt x="5982744" y="2867082"/>
                </a:cubicBezTo>
                <a:cubicBezTo>
                  <a:pt x="5982744" y="2862809"/>
                  <a:pt x="5986208" y="2859345"/>
                  <a:pt x="5990481" y="2859345"/>
                </a:cubicBezTo>
                <a:close/>
                <a:moveTo>
                  <a:pt x="5910599" y="2859345"/>
                </a:moveTo>
                <a:cubicBezTo>
                  <a:pt x="5940509" y="2859345"/>
                  <a:pt x="5964755" y="2883591"/>
                  <a:pt x="5964755" y="2913500"/>
                </a:cubicBezTo>
                <a:cubicBezTo>
                  <a:pt x="5964755" y="2943409"/>
                  <a:pt x="5940509" y="2967655"/>
                  <a:pt x="5910599" y="2967655"/>
                </a:cubicBezTo>
                <a:cubicBezTo>
                  <a:pt x="5880689" y="2967655"/>
                  <a:pt x="5856443" y="2943409"/>
                  <a:pt x="5856443" y="2913500"/>
                </a:cubicBezTo>
                <a:cubicBezTo>
                  <a:pt x="5856443" y="2883591"/>
                  <a:pt x="5880689" y="2859345"/>
                  <a:pt x="5910599" y="2859345"/>
                </a:cubicBezTo>
                <a:close/>
                <a:moveTo>
                  <a:pt x="5830717" y="2859345"/>
                </a:moveTo>
                <a:cubicBezTo>
                  <a:pt x="5834990" y="2859345"/>
                  <a:pt x="5838454" y="2862809"/>
                  <a:pt x="5838454" y="2867082"/>
                </a:cubicBezTo>
                <a:lnTo>
                  <a:pt x="5838454" y="2959918"/>
                </a:lnTo>
                <a:cubicBezTo>
                  <a:pt x="5838454" y="2964191"/>
                  <a:pt x="5834990" y="2967655"/>
                  <a:pt x="5830717" y="2967655"/>
                </a:cubicBezTo>
                <a:lnTo>
                  <a:pt x="5822981" y="2959919"/>
                </a:lnTo>
                <a:cubicBezTo>
                  <a:pt x="5822981" y="2928973"/>
                  <a:pt x="5822980" y="2898028"/>
                  <a:pt x="5822980" y="2867082"/>
                </a:cubicBezTo>
                <a:cubicBezTo>
                  <a:pt x="5822980" y="2862809"/>
                  <a:pt x="5826444" y="2859345"/>
                  <a:pt x="5830717" y="2859345"/>
                </a:cubicBezTo>
                <a:close/>
                <a:moveTo>
                  <a:pt x="5797254" y="2859345"/>
                </a:moveTo>
                <a:cubicBezTo>
                  <a:pt x="5801527" y="2859345"/>
                  <a:pt x="5804991" y="2862809"/>
                  <a:pt x="5804991" y="2867082"/>
                </a:cubicBezTo>
                <a:lnTo>
                  <a:pt x="5804991" y="2959918"/>
                </a:lnTo>
                <a:cubicBezTo>
                  <a:pt x="5804991" y="2964191"/>
                  <a:pt x="5801527" y="2967655"/>
                  <a:pt x="5797254" y="2967655"/>
                </a:cubicBezTo>
                <a:lnTo>
                  <a:pt x="5789518" y="2959919"/>
                </a:lnTo>
                <a:cubicBezTo>
                  <a:pt x="5789518" y="2928973"/>
                  <a:pt x="5789517" y="2898028"/>
                  <a:pt x="5789517" y="2867082"/>
                </a:cubicBezTo>
                <a:cubicBezTo>
                  <a:pt x="5789517" y="2862809"/>
                  <a:pt x="5792981" y="2859345"/>
                  <a:pt x="5797254" y="2859345"/>
                </a:cubicBezTo>
                <a:close/>
                <a:moveTo>
                  <a:pt x="5397846" y="2859345"/>
                </a:moveTo>
                <a:cubicBezTo>
                  <a:pt x="5427756" y="2859345"/>
                  <a:pt x="5452002" y="2883591"/>
                  <a:pt x="5452002" y="2913500"/>
                </a:cubicBezTo>
                <a:cubicBezTo>
                  <a:pt x="5452002" y="2943409"/>
                  <a:pt x="5427756" y="2967655"/>
                  <a:pt x="5397846" y="2967655"/>
                </a:cubicBezTo>
                <a:cubicBezTo>
                  <a:pt x="5367936" y="2967655"/>
                  <a:pt x="5343690" y="2943409"/>
                  <a:pt x="5343690" y="2913500"/>
                </a:cubicBezTo>
                <a:cubicBezTo>
                  <a:pt x="5343690" y="2883591"/>
                  <a:pt x="5367936" y="2859345"/>
                  <a:pt x="5397846" y="2859345"/>
                </a:cubicBezTo>
                <a:close/>
                <a:moveTo>
                  <a:pt x="5317964" y="2859345"/>
                </a:moveTo>
                <a:cubicBezTo>
                  <a:pt x="5322237" y="2859345"/>
                  <a:pt x="5325701" y="2862809"/>
                  <a:pt x="5325701" y="2867082"/>
                </a:cubicBezTo>
                <a:lnTo>
                  <a:pt x="5325701" y="2959918"/>
                </a:lnTo>
                <a:cubicBezTo>
                  <a:pt x="5325701" y="2964191"/>
                  <a:pt x="5322237" y="2967655"/>
                  <a:pt x="5317964" y="2967655"/>
                </a:cubicBezTo>
                <a:lnTo>
                  <a:pt x="5310228" y="2959919"/>
                </a:lnTo>
                <a:cubicBezTo>
                  <a:pt x="5310228" y="2928973"/>
                  <a:pt x="5310227" y="2898028"/>
                  <a:pt x="5310227" y="2867082"/>
                </a:cubicBezTo>
                <a:cubicBezTo>
                  <a:pt x="5310227" y="2862809"/>
                  <a:pt x="5313691" y="2859345"/>
                  <a:pt x="5317964" y="2859345"/>
                </a:cubicBezTo>
                <a:close/>
                <a:moveTo>
                  <a:pt x="5284501" y="2859345"/>
                </a:moveTo>
                <a:cubicBezTo>
                  <a:pt x="5288774" y="2859345"/>
                  <a:pt x="5292238" y="2862809"/>
                  <a:pt x="5292238" y="2867082"/>
                </a:cubicBezTo>
                <a:lnTo>
                  <a:pt x="5292238" y="2959918"/>
                </a:lnTo>
                <a:cubicBezTo>
                  <a:pt x="5292238" y="2964191"/>
                  <a:pt x="5288774" y="2967655"/>
                  <a:pt x="5284501" y="2967655"/>
                </a:cubicBezTo>
                <a:lnTo>
                  <a:pt x="5276765" y="2959919"/>
                </a:lnTo>
                <a:cubicBezTo>
                  <a:pt x="5276765" y="2928973"/>
                  <a:pt x="5276764" y="2898028"/>
                  <a:pt x="5276764" y="2867082"/>
                </a:cubicBezTo>
                <a:cubicBezTo>
                  <a:pt x="5276764" y="2862809"/>
                  <a:pt x="5280228" y="2859345"/>
                  <a:pt x="5284501" y="2859345"/>
                </a:cubicBezTo>
                <a:close/>
                <a:moveTo>
                  <a:pt x="5204619" y="2859345"/>
                </a:moveTo>
                <a:cubicBezTo>
                  <a:pt x="5234529" y="2859345"/>
                  <a:pt x="5258775" y="2883591"/>
                  <a:pt x="5258775" y="2913500"/>
                </a:cubicBezTo>
                <a:cubicBezTo>
                  <a:pt x="5258775" y="2943409"/>
                  <a:pt x="5234529" y="2967655"/>
                  <a:pt x="5204619" y="2967655"/>
                </a:cubicBezTo>
                <a:cubicBezTo>
                  <a:pt x="5174709" y="2967655"/>
                  <a:pt x="5150463" y="2943409"/>
                  <a:pt x="5150463" y="2913500"/>
                </a:cubicBezTo>
                <a:cubicBezTo>
                  <a:pt x="5150463" y="2883591"/>
                  <a:pt x="5174709" y="2859345"/>
                  <a:pt x="5204619" y="2859345"/>
                </a:cubicBezTo>
                <a:close/>
                <a:moveTo>
                  <a:pt x="5124737" y="2859345"/>
                </a:moveTo>
                <a:cubicBezTo>
                  <a:pt x="5129010" y="2859345"/>
                  <a:pt x="5132474" y="2862809"/>
                  <a:pt x="5132474" y="2867082"/>
                </a:cubicBezTo>
                <a:lnTo>
                  <a:pt x="5132474" y="2959918"/>
                </a:lnTo>
                <a:cubicBezTo>
                  <a:pt x="5132474" y="2964191"/>
                  <a:pt x="5129010" y="2967655"/>
                  <a:pt x="5124737" y="2967655"/>
                </a:cubicBezTo>
                <a:lnTo>
                  <a:pt x="5117001" y="2959919"/>
                </a:lnTo>
                <a:cubicBezTo>
                  <a:pt x="5117001" y="2928973"/>
                  <a:pt x="5117000" y="2898028"/>
                  <a:pt x="5117000" y="2867082"/>
                </a:cubicBezTo>
                <a:cubicBezTo>
                  <a:pt x="5117000" y="2862809"/>
                  <a:pt x="5120464" y="2859345"/>
                  <a:pt x="5124737" y="2859345"/>
                </a:cubicBezTo>
                <a:close/>
                <a:moveTo>
                  <a:pt x="5044855" y="2859345"/>
                </a:moveTo>
                <a:cubicBezTo>
                  <a:pt x="5074765" y="2859345"/>
                  <a:pt x="5099011" y="2883591"/>
                  <a:pt x="5099011" y="2913500"/>
                </a:cubicBezTo>
                <a:cubicBezTo>
                  <a:pt x="5099011" y="2943409"/>
                  <a:pt x="5074765" y="2967655"/>
                  <a:pt x="5044855" y="2967655"/>
                </a:cubicBezTo>
                <a:cubicBezTo>
                  <a:pt x="5014945" y="2967655"/>
                  <a:pt x="4990699" y="2943409"/>
                  <a:pt x="4990699" y="2913500"/>
                </a:cubicBezTo>
                <a:cubicBezTo>
                  <a:pt x="4990699" y="2883591"/>
                  <a:pt x="5014945" y="2859345"/>
                  <a:pt x="5044855" y="2859345"/>
                </a:cubicBezTo>
                <a:close/>
                <a:moveTo>
                  <a:pt x="4964974" y="2859345"/>
                </a:moveTo>
                <a:cubicBezTo>
                  <a:pt x="4969247" y="2859345"/>
                  <a:pt x="4972711" y="2862809"/>
                  <a:pt x="4972711" y="2867082"/>
                </a:cubicBezTo>
                <a:lnTo>
                  <a:pt x="4972711" y="2959918"/>
                </a:lnTo>
                <a:cubicBezTo>
                  <a:pt x="4972711" y="2964191"/>
                  <a:pt x="4969247" y="2967655"/>
                  <a:pt x="4964974" y="2967655"/>
                </a:cubicBezTo>
                <a:lnTo>
                  <a:pt x="4957238" y="2959919"/>
                </a:lnTo>
                <a:cubicBezTo>
                  <a:pt x="4957238" y="2928973"/>
                  <a:pt x="4957237" y="2898028"/>
                  <a:pt x="4957237" y="2867082"/>
                </a:cubicBezTo>
                <a:cubicBezTo>
                  <a:pt x="4957237" y="2862809"/>
                  <a:pt x="4960701" y="2859345"/>
                  <a:pt x="4964974" y="2859345"/>
                </a:cubicBezTo>
                <a:close/>
                <a:moveTo>
                  <a:pt x="4885092" y="2859345"/>
                </a:moveTo>
                <a:cubicBezTo>
                  <a:pt x="4915002" y="2859345"/>
                  <a:pt x="4939248" y="2883591"/>
                  <a:pt x="4939248" y="2913500"/>
                </a:cubicBezTo>
                <a:cubicBezTo>
                  <a:pt x="4939248" y="2943409"/>
                  <a:pt x="4915002" y="2967655"/>
                  <a:pt x="4885092" y="2967655"/>
                </a:cubicBezTo>
                <a:cubicBezTo>
                  <a:pt x="4855182" y="2967655"/>
                  <a:pt x="4830936" y="2943409"/>
                  <a:pt x="4830936" y="2913500"/>
                </a:cubicBezTo>
                <a:cubicBezTo>
                  <a:pt x="4830936" y="2883591"/>
                  <a:pt x="4855182" y="2859345"/>
                  <a:pt x="4885092" y="2859345"/>
                </a:cubicBezTo>
                <a:close/>
                <a:moveTo>
                  <a:pt x="4805210" y="2859345"/>
                </a:moveTo>
                <a:cubicBezTo>
                  <a:pt x="4809483" y="2859345"/>
                  <a:pt x="4812947" y="2862809"/>
                  <a:pt x="4812947" y="2867082"/>
                </a:cubicBezTo>
                <a:lnTo>
                  <a:pt x="4812947" y="2959918"/>
                </a:lnTo>
                <a:cubicBezTo>
                  <a:pt x="4812947" y="2964191"/>
                  <a:pt x="4809483" y="2967655"/>
                  <a:pt x="4805210" y="2967655"/>
                </a:cubicBezTo>
                <a:lnTo>
                  <a:pt x="4797474" y="2959919"/>
                </a:lnTo>
                <a:cubicBezTo>
                  <a:pt x="4797474" y="2928973"/>
                  <a:pt x="4797473" y="2898028"/>
                  <a:pt x="4797473" y="2867082"/>
                </a:cubicBezTo>
                <a:cubicBezTo>
                  <a:pt x="4797473" y="2862809"/>
                  <a:pt x="4800937" y="2859345"/>
                  <a:pt x="4805210" y="2859345"/>
                </a:cubicBezTo>
                <a:close/>
                <a:moveTo>
                  <a:pt x="4771747" y="2859345"/>
                </a:moveTo>
                <a:cubicBezTo>
                  <a:pt x="4776020" y="2859345"/>
                  <a:pt x="4779484" y="2862809"/>
                  <a:pt x="4779484" y="2867082"/>
                </a:cubicBezTo>
                <a:lnTo>
                  <a:pt x="4779484" y="2959918"/>
                </a:lnTo>
                <a:cubicBezTo>
                  <a:pt x="4779484" y="2964191"/>
                  <a:pt x="4776020" y="2967655"/>
                  <a:pt x="4771747" y="2967655"/>
                </a:cubicBezTo>
                <a:lnTo>
                  <a:pt x="4764011" y="2959919"/>
                </a:lnTo>
                <a:cubicBezTo>
                  <a:pt x="4764011" y="2928973"/>
                  <a:pt x="4764010" y="2898028"/>
                  <a:pt x="4764010" y="2867082"/>
                </a:cubicBezTo>
                <a:cubicBezTo>
                  <a:pt x="4764010" y="2862809"/>
                  <a:pt x="4767474" y="2859345"/>
                  <a:pt x="4771747" y="2859345"/>
                </a:cubicBezTo>
                <a:close/>
                <a:moveTo>
                  <a:pt x="4738285" y="2859345"/>
                </a:moveTo>
                <a:cubicBezTo>
                  <a:pt x="4742558" y="2859345"/>
                  <a:pt x="4746022" y="2862809"/>
                  <a:pt x="4746022" y="2867082"/>
                </a:cubicBezTo>
                <a:cubicBezTo>
                  <a:pt x="4746022" y="2898028"/>
                  <a:pt x="4746021" y="2928973"/>
                  <a:pt x="4746021" y="2959919"/>
                </a:cubicBezTo>
                <a:lnTo>
                  <a:pt x="4738285" y="2967655"/>
                </a:lnTo>
                <a:cubicBezTo>
                  <a:pt x="4734012" y="2967655"/>
                  <a:pt x="4730548" y="2964191"/>
                  <a:pt x="4730548" y="2959918"/>
                </a:cubicBezTo>
                <a:lnTo>
                  <a:pt x="4730548" y="2867082"/>
                </a:lnTo>
                <a:cubicBezTo>
                  <a:pt x="4730548" y="2862809"/>
                  <a:pt x="4734012" y="2859345"/>
                  <a:pt x="4738285" y="2859345"/>
                </a:cubicBezTo>
                <a:close/>
                <a:moveTo>
                  <a:pt x="4658403" y="2859345"/>
                </a:moveTo>
                <a:cubicBezTo>
                  <a:pt x="4688313" y="2859345"/>
                  <a:pt x="4712559" y="2883591"/>
                  <a:pt x="4712559" y="2913500"/>
                </a:cubicBezTo>
                <a:cubicBezTo>
                  <a:pt x="4712559" y="2943409"/>
                  <a:pt x="4688313" y="2967655"/>
                  <a:pt x="4658403" y="2967655"/>
                </a:cubicBezTo>
                <a:cubicBezTo>
                  <a:pt x="4628493" y="2967655"/>
                  <a:pt x="4604247" y="2943409"/>
                  <a:pt x="4604247" y="2913500"/>
                </a:cubicBezTo>
                <a:cubicBezTo>
                  <a:pt x="4604247" y="2883591"/>
                  <a:pt x="4628493" y="2859345"/>
                  <a:pt x="4658403" y="2859345"/>
                </a:cubicBezTo>
                <a:close/>
                <a:moveTo>
                  <a:pt x="4578521" y="2859345"/>
                </a:moveTo>
                <a:cubicBezTo>
                  <a:pt x="4582794" y="2859345"/>
                  <a:pt x="4586258" y="2862809"/>
                  <a:pt x="4586258" y="2867082"/>
                </a:cubicBezTo>
                <a:cubicBezTo>
                  <a:pt x="4586258" y="2898028"/>
                  <a:pt x="4586257" y="2928973"/>
                  <a:pt x="4586257" y="2959919"/>
                </a:cubicBezTo>
                <a:lnTo>
                  <a:pt x="4578521" y="2967655"/>
                </a:lnTo>
                <a:cubicBezTo>
                  <a:pt x="4574248" y="2967655"/>
                  <a:pt x="4570784" y="2964191"/>
                  <a:pt x="4570784" y="2959918"/>
                </a:cubicBezTo>
                <a:lnTo>
                  <a:pt x="4570784" y="2867082"/>
                </a:lnTo>
                <a:cubicBezTo>
                  <a:pt x="4570784" y="2862809"/>
                  <a:pt x="4574248" y="2859345"/>
                  <a:pt x="4578521" y="2859345"/>
                </a:cubicBezTo>
                <a:close/>
                <a:moveTo>
                  <a:pt x="4498639" y="2859345"/>
                </a:moveTo>
                <a:cubicBezTo>
                  <a:pt x="4528549" y="2859345"/>
                  <a:pt x="4552795" y="2883591"/>
                  <a:pt x="4552795" y="2913500"/>
                </a:cubicBezTo>
                <a:cubicBezTo>
                  <a:pt x="4552795" y="2943409"/>
                  <a:pt x="4528549" y="2967655"/>
                  <a:pt x="4498639" y="2967655"/>
                </a:cubicBezTo>
                <a:cubicBezTo>
                  <a:pt x="4468729" y="2967655"/>
                  <a:pt x="4444483" y="2943409"/>
                  <a:pt x="4444483" y="2913500"/>
                </a:cubicBezTo>
                <a:cubicBezTo>
                  <a:pt x="4444483" y="2883591"/>
                  <a:pt x="4468729" y="2859345"/>
                  <a:pt x="4498639" y="2859345"/>
                </a:cubicBezTo>
                <a:close/>
                <a:moveTo>
                  <a:pt x="4418757" y="2859345"/>
                </a:moveTo>
                <a:cubicBezTo>
                  <a:pt x="4423030" y="2859345"/>
                  <a:pt x="4426494" y="2862809"/>
                  <a:pt x="4426494" y="2867082"/>
                </a:cubicBezTo>
                <a:cubicBezTo>
                  <a:pt x="4426494" y="2898028"/>
                  <a:pt x="4426493" y="2928973"/>
                  <a:pt x="4426493" y="2959919"/>
                </a:cubicBezTo>
                <a:lnTo>
                  <a:pt x="4418757" y="2967655"/>
                </a:lnTo>
                <a:cubicBezTo>
                  <a:pt x="4414484" y="2967655"/>
                  <a:pt x="4411020" y="2964191"/>
                  <a:pt x="4411020" y="2959918"/>
                </a:cubicBezTo>
                <a:lnTo>
                  <a:pt x="4411020" y="2867082"/>
                </a:lnTo>
                <a:cubicBezTo>
                  <a:pt x="4411020" y="2862809"/>
                  <a:pt x="4414484" y="2859345"/>
                  <a:pt x="4418757" y="2859345"/>
                </a:cubicBezTo>
                <a:close/>
                <a:moveTo>
                  <a:pt x="4338875" y="2859345"/>
                </a:moveTo>
                <a:cubicBezTo>
                  <a:pt x="4368785" y="2859345"/>
                  <a:pt x="4393031" y="2883591"/>
                  <a:pt x="4393031" y="2913500"/>
                </a:cubicBezTo>
                <a:cubicBezTo>
                  <a:pt x="4393031" y="2943409"/>
                  <a:pt x="4368785" y="2967655"/>
                  <a:pt x="4338875" y="2967655"/>
                </a:cubicBezTo>
                <a:cubicBezTo>
                  <a:pt x="4308965" y="2967655"/>
                  <a:pt x="4284719" y="2943409"/>
                  <a:pt x="4284719" y="2913500"/>
                </a:cubicBezTo>
                <a:cubicBezTo>
                  <a:pt x="4284719" y="2883591"/>
                  <a:pt x="4308965" y="2859345"/>
                  <a:pt x="4338875" y="2859345"/>
                </a:cubicBezTo>
                <a:close/>
                <a:moveTo>
                  <a:pt x="4258993" y="2859345"/>
                </a:moveTo>
                <a:cubicBezTo>
                  <a:pt x="4263266" y="2859345"/>
                  <a:pt x="4266730" y="2862809"/>
                  <a:pt x="4266730" y="2867082"/>
                </a:cubicBezTo>
                <a:cubicBezTo>
                  <a:pt x="4266730" y="2898028"/>
                  <a:pt x="4266729" y="2928973"/>
                  <a:pt x="4266729" y="2959919"/>
                </a:cubicBezTo>
                <a:lnTo>
                  <a:pt x="4258993" y="2967655"/>
                </a:lnTo>
                <a:cubicBezTo>
                  <a:pt x="4254720" y="2967655"/>
                  <a:pt x="4251256" y="2964191"/>
                  <a:pt x="4251256" y="2959918"/>
                </a:cubicBezTo>
                <a:lnTo>
                  <a:pt x="4251256" y="2867082"/>
                </a:lnTo>
                <a:cubicBezTo>
                  <a:pt x="4251256" y="2862809"/>
                  <a:pt x="4254720" y="2859345"/>
                  <a:pt x="4258993" y="2859345"/>
                </a:cubicBezTo>
                <a:close/>
                <a:moveTo>
                  <a:pt x="4225530" y="2859345"/>
                </a:moveTo>
                <a:cubicBezTo>
                  <a:pt x="4229803" y="2859345"/>
                  <a:pt x="4233267" y="2862809"/>
                  <a:pt x="4233267" y="2867082"/>
                </a:cubicBezTo>
                <a:cubicBezTo>
                  <a:pt x="4233267" y="2898028"/>
                  <a:pt x="4233266" y="2928973"/>
                  <a:pt x="4233266" y="2959919"/>
                </a:cubicBezTo>
                <a:lnTo>
                  <a:pt x="4225530" y="2967655"/>
                </a:lnTo>
                <a:cubicBezTo>
                  <a:pt x="4221257" y="2967655"/>
                  <a:pt x="4217793" y="2964191"/>
                  <a:pt x="4217793" y="2959918"/>
                </a:cubicBezTo>
                <a:lnTo>
                  <a:pt x="4217793" y="2867082"/>
                </a:lnTo>
                <a:cubicBezTo>
                  <a:pt x="4217793" y="2862809"/>
                  <a:pt x="4221257" y="2859345"/>
                  <a:pt x="4225530" y="2859345"/>
                </a:cubicBezTo>
                <a:close/>
                <a:moveTo>
                  <a:pt x="4145649" y="2859345"/>
                </a:moveTo>
                <a:cubicBezTo>
                  <a:pt x="4175559" y="2859345"/>
                  <a:pt x="4199805" y="2883591"/>
                  <a:pt x="4199805" y="2913500"/>
                </a:cubicBezTo>
                <a:cubicBezTo>
                  <a:pt x="4199805" y="2943409"/>
                  <a:pt x="4175559" y="2967655"/>
                  <a:pt x="4145649" y="2967655"/>
                </a:cubicBezTo>
                <a:cubicBezTo>
                  <a:pt x="4115739" y="2967655"/>
                  <a:pt x="4091493" y="2943409"/>
                  <a:pt x="4091493" y="2913500"/>
                </a:cubicBezTo>
                <a:cubicBezTo>
                  <a:pt x="4091493" y="2883591"/>
                  <a:pt x="4115739" y="2859345"/>
                  <a:pt x="4145649" y="2859345"/>
                </a:cubicBezTo>
                <a:close/>
                <a:moveTo>
                  <a:pt x="4032304" y="2859345"/>
                </a:moveTo>
                <a:cubicBezTo>
                  <a:pt x="4036577" y="2859345"/>
                  <a:pt x="4040041" y="2862809"/>
                  <a:pt x="4040041" y="2867082"/>
                </a:cubicBezTo>
                <a:cubicBezTo>
                  <a:pt x="4040041" y="2898028"/>
                  <a:pt x="4040040" y="2928973"/>
                  <a:pt x="4040040" y="2959919"/>
                </a:cubicBezTo>
                <a:lnTo>
                  <a:pt x="4032304" y="2967655"/>
                </a:lnTo>
                <a:cubicBezTo>
                  <a:pt x="4028031" y="2967655"/>
                  <a:pt x="4024567" y="2964191"/>
                  <a:pt x="4024567" y="2959918"/>
                </a:cubicBezTo>
                <a:lnTo>
                  <a:pt x="4024567" y="2867082"/>
                </a:lnTo>
                <a:cubicBezTo>
                  <a:pt x="4024567" y="2862809"/>
                  <a:pt x="4028031" y="2859345"/>
                  <a:pt x="4032304" y="2859345"/>
                </a:cubicBezTo>
                <a:close/>
                <a:moveTo>
                  <a:pt x="3712777" y="2859345"/>
                </a:moveTo>
                <a:cubicBezTo>
                  <a:pt x="3717050" y="2859345"/>
                  <a:pt x="3720514" y="2862809"/>
                  <a:pt x="3720514" y="2867082"/>
                </a:cubicBezTo>
                <a:cubicBezTo>
                  <a:pt x="3720514" y="2898028"/>
                  <a:pt x="3720513" y="2928973"/>
                  <a:pt x="3720513" y="2959919"/>
                </a:cubicBezTo>
                <a:lnTo>
                  <a:pt x="3712777" y="2967655"/>
                </a:lnTo>
                <a:cubicBezTo>
                  <a:pt x="3708504" y="2967655"/>
                  <a:pt x="3705040" y="2964191"/>
                  <a:pt x="3705040" y="2959918"/>
                </a:cubicBezTo>
                <a:lnTo>
                  <a:pt x="3705040" y="2867082"/>
                </a:lnTo>
                <a:cubicBezTo>
                  <a:pt x="3705040" y="2862809"/>
                  <a:pt x="3708504" y="2859345"/>
                  <a:pt x="3712777" y="2859345"/>
                </a:cubicBezTo>
                <a:close/>
                <a:moveTo>
                  <a:pt x="3679315" y="2859345"/>
                </a:moveTo>
                <a:cubicBezTo>
                  <a:pt x="3683588" y="2859345"/>
                  <a:pt x="3687052" y="2862809"/>
                  <a:pt x="3687052" y="2867082"/>
                </a:cubicBezTo>
                <a:cubicBezTo>
                  <a:pt x="3687052" y="2898028"/>
                  <a:pt x="3687051" y="2928973"/>
                  <a:pt x="3687051" y="2959919"/>
                </a:cubicBezTo>
                <a:lnTo>
                  <a:pt x="3679315" y="2967655"/>
                </a:lnTo>
                <a:cubicBezTo>
                  <a:pt x="3675042" y="2967655"/>
                  <a:pt x="3671578" y="2964191"/>
                  <a:pt x="3671578" y="2959918"/>
                </a:cubicBezTo>
                <a:lnTo>
                  <a:pt x="3671578" y="2867082"/>
                </a:lnTo>
                <a:cubicBezTo>
                  <a:pt x="3671578" y="2862809"/>
                  <a:pt x="3675042" y="2859345"/>
                  <a:pt x="3679315" y="2859345"/>
                </a:cubicBezTo>
                <a:close/>
                <a:moveTo>
                  <a:pt x="3599433" y="2859345"/>
                </a:moveTo>
                <a:cubicBezTo>
                  <a:pt x="3629343" y="2859345"/>
                  <a:pt x="3653589" y="2883591"/>
                  <a:pt x="3653589" y="2913500"/>
                </a:cubicBezTo>
                <a:cubicBezTo>
                  <a:pt x="3653589" y="2943409"/>
                  <a:pt x="3629343" y="2967655"/>
                  <a:pt x="3599433" y="2967655"/>
                </a:cubicBezTo>
                <a:cubicBezTo>
                  <a:pt x="3569523" y="2967655"/>
                  <a:pt x="3545277" y="2943409"/>
                  <a:pt x="3545277" y="2913500"/>
                </a:cubicBezTo>
                <a:cubicBezTo>
                  <a:pt x="3545277" y="2883591"/>
                  <a:pt x="3569523" y="2859345"/>
                  <a:pt x="3599433" y="2859345"/>
                </a:cubicBezTo>
                <a:close/>
                <a:moveTo>
                  <a:pt x="3473131" y="2859345"/>
                </a:moveTo>
                <a:cubicBezTo>
                  <a:pt x="3503041" y="2859345"/>
                  <a:pt x="3527287" y="2883591"/>
                  <a:pt x="3527287" y="2913500"/>
                </a:cubicBezTo>
                <a:cubicBezTo>
                  <a:pt x="3527287" y="2943409"/>
                  <a:pt x="3503041" y="2967655"/>
                  <a:pt x="3473131" y="2967655"/>
                </a:cubicBezTo>
                <a:cubicBezTo>
                  <a:pt x="3443221" y="2967655"/>
                  <a:pt x="3418975" y="2943409"/>
                  <a:pt x="3418975" y="2913500"/>
                </a:cubicBezTo>
                <a:cubicBezTo>
                  <a:pt x="3418975" y="2883591"/>
                  <a:pt x="3443221" y="2859345"/>
                  <a:pt x="3473131" y="2859345"/>
                </a:cubicBezTo>
                <a:close/>
                <a:moveTo>
                  <a:pt x="3393249" y="2859345"/>
                </a:moveTo>
                <a:cubicBezTo>
                  <a:pt x="3397522" y="2859345"/>
                  <a:pt x="3400986" y="2862809"/>
                  <a:pt x="3400986" y="2867082"/>
                </a:cubicBezTo>
                <a:lnTo>
                  <a:pt x="3400986" y="2959918"/>
                </a:lnTo>
                <a:cubicBezTo>
                  <a:pt x="3400986" y="2964191"/>
                  <a:pt x="3397522" y="2967655"/>
                  <a:pt x="3393249" y="2967655"/>
                </a:cubicBezTo>
                <a:lnTo>
                  <a:pt x="3385513" y="2959919"/>
                </a:lnTo>
                <a:cubicBezTo>
                  <a:pt x="3385513" y="2928973"/>
                  <a:pt x="3385512" y="2898028"/>
                  <a:pt x="3385512" y="2867082"/>
                </a:cubicBezTo>
                <a:cubicBezTo>
                  <a:pt x="3385512" y="2862809"/>
                  <a:pt x="3388976" y="2859345"/>
                  <a:pt x="3393249" y="2859345"/>
                </a:cubicBezTo>
                <a:close/>
                <a:moveTo>
                  <a:pt x="3359786" y="2859345"/>
                </a:moveTo>
                <a:cubicBezTo>
                  <a:pt x="3364059" y="2859345"/>
                  <a:pt x="3367523" y="2862809"/>
                  <a:pt x="3367523" y="2867082"/>
                </a:cubicBezTo>
                <a:lnTo>
                  <a:pt x="3367523" y="2959918"/>
                </a:lnTo>
                <a:cubicBezTo>
                  <a:pt x="3367523" y="2964191"/>
                  <a:pt x="3364059" y="2967655"/>
                  <a:pt x="3359786" y="2967655"/>
                </a:cubicBezTo>
                <a:lnTo>
                  <a:pt x="3352050" y="2959919"/>
                </a:lnTo>
                <a:cubicBezTo>
                  <a:pt x="3352050" y="2928973"/>
                  <a:pt x="3352049" y="2898028"/>
                  <a:pt x="3352049" y="2867082"/>
                </a:cubicBezTo>
                <a:cubicBezTo>
                  <a:pt x="3352049" y="2862809"/>
                  <a:pt x="3355513" y="2859345"/>
                  <a:pt x="3359786" y="2859345"/>
                </a:cubicBezTo>
                <a:close/>
                <a:moveTo>
                  <a:pt x="2960378" y="2859345"/>
                </a:moveTo>
                <a:cubicBezTo>
                  <a:pt x="2990288" y="2859345"/>
                  <a:pt x="3014534" y="2883591"/>
                  <a:pt x="3014534" y="2913500"/>
                </a:cubicBezTo>
                <a:cubicBezTo>
                  <a:pt x="3014534" y="2943409"/>
                  <a:pt x="2990288" y="2967655"/>
                  <a:pt x="2960378" y="2967655"/>
                </a:cubicBezTo>
                <a:cubicBezTo>
                  <a:pt x="2930468" y="2967655"/>
                  <a:pt x="2906222" y="2943409"/>
                  <a:pt x="2906222" y="2913500"/>
                </a:cubicBezTo>
                <a:cubicBezTo>
                  <a:pt x="2906222" y="2883591"/>
                  <a:pt x="2930468" y="2859345"/>
                  <a:pt x="2960378" y="2859345"/>
                </a:cubicBezTo>
                <a:close/>
                <a:moveTo>
                  <a:pt x="2880496" y="2859345"/>
                </a:moveTo>
                <a:cubicBezTo>
                  <a:pt x="2884769" y="2859345"/>
                  <a:pt x="2888233" y="2862809"/>
                  <a:pt x="2888233" y="2867082"/>
                </a:cubicBezTo>
                <a:lnTo>
                  <a:pt x="2888233" y="2959918"/>
                </a:lnTo>
                <a:cubicBezTo>
                  <a:pt x="2888233" y="2964191"/>
                  <a:pt x="2884769" y="2967655"/>
                  <a:pt x="2880496" y="2967655"/>
                </a:cubicBezTo>
                <a:lnTo>
                  <a:pt x="2872760" y="2959919"/>
                </a:lnTo>
                <a:cubicBezTo>
                  <a:pt x="2872760" y="2928973"/>
                  <a:pt x="2872759" y="2898028"/>
                  <a:pt x="2872759" y="2867082"/>
                </a:cubicBezTo>
                <a:cubicBezTo>
                  <a:pt x="2872759" y="2862809"/>
                  <a:pt x="2876223" y="2859345"/>
                  <a:pt x="2880496" y="2859345"/>
                </a:cubicBezTo>
                <a:close/>
                <a:moveTo>
                  <a:pt x="2847033" y="2859345"/>
                </a:moveTo>
                <a:cubicBezTo>
                  <a:pt x="2851306" y="2859345"/>
                  <a:pt x="2854770" y="2862809"/>
                  <a:pt x="2854770" y="2867082"/>
                </a:cubicBezTo>
                <a:lnTo>
                  <a:pt x="2854770" y="2959918"/>
                </a:lnTo>
                <a:cubicBezTo>
                  <a:pt x="2854770" y="2964191"/>
                  <a:pt x="2851306" y="2967655"/>
                  <a:pt x="2847033" y="2967655"/>
                </a:cubicBezTo>
                <a:lnTo>
                  <a:pt x="2839297" y="2959919"/>
                </a:lnTo>
                <a:cubicBezTo>
                  <a:pt x="2839297" y="2928973"/>
                  <a:pt x="2839296" y="2898028"/>
                  <a:pt x="2839296" y="2867082"/>
                </a:cubicBezTo>
                <a:cubicBezTo>
                  <a:pt x="2839296" y="2862809"/>
                  <a:pt x="2842760" y="2859345"/>
                  <a:pt x="2847033" y="2859345"/>
                </a:cubicBezTo>
                <a:close/>
                <a:moveTo>
                  <a:pt x="2767151" y="2859345"/>
                </a:moveTo>
                <a:cubicBezTo>
                  <a:pt x="2797061" y="2859345"/>
                  <a:pt x="2821307" y="2883591"/>
                  <a:pt x="2821307" y="2913500"/>
                </a:cubicBezTo>
                <a:cubicBezTo>
                  <a:pt x="2821307" y="2943409"/>
                  <a:pt x="2797061" y="2967655"/>
                  <a:pt x="2767151" y="2967655"/>
                </a:cubicBezTo>
                <a:cubicBezTo>
                  <a:pt x="2737241" y="2967655"/>
                  <a:pt x="2712995" y="2943409"/>
                  <a:pt x="2712995" y="2913500"/>
                </a:cubicBezTo>
                <a:cubicBezTo>
                  <a:pt x="2712995" y="2883591"/>
                  <a:pt x="2737241" y="2859345"/>
                  <a:pt x="2767151" y="2859345"/>
                </a:cubicBezTo>
                <a:close/>
                <a:moveTo>
                  <a:pt x="2687269" y="2859345"/>
                </a:moveTo>
                <a:cubicBezTo>
                  <a:pt x="2691542" y="2859345"/>
                  <a:pt x="2695006" y="2862809"/>
                  <a:pt x="2695006" y="2867082"/>
                </a:cubicBezTo>
                <a:lnTo>
                  <a:pt x="2695006" y="2959918"/>
                </a:lnTo>
                <a:cubicBezTo>
                  <a:pt x="2695006" y="2964191"/>
                  <a:pt x="2691542" y="2967655"/>
                  <a:pt x="2687269" y="2967655"/>
                </a:cubicBezTo>
                <a:lnTo>
                  <a:pt x="2679533" y="2959919"/>
                </a:lnTo>
                <a:cubicBezTo>
                  <a:pt x="2679533" y="2928973"/>
                  <a:pt x="2679532" y="2898028"/>
                  <a:pt x="2679532" y="2867082"/>
                </a:cubicBezTo>
                <a:cubicBezTo>
                  <a:pt x="2679532" y="2862809"/>
                  <a:pt x="2682996" y="2859345"/>
                  <a:pt x="2687269" y="2859345"/>
                </a:cubicBezTo>
                <a:close/>
                <a:moveTo>
                  <a:pt x="2607387" y="2859345"/>
                </a:moveTo>
                <a:cubicBezTo>
                  <a:pt x="2637297" y="2859345"/>
                  <a:pt x="2661543" y="2883591"/>
                  <a:pt x="2661543" y="2913500"/>
                </a:cubicBezTo>
                <a:cubicBezTo>
                  <a:pt x="2661543" y="2943409"/>
                  <a:pt x="2637297" y="2967655"/>
                  <a:pt x="2607387" y="2967655"/>
                </a:cubicBezTo>
                <a:cubicBezTo>
                  <a:pt x="2577477" y="2967655"/>
                  <a:pt x="2553231" y="2943409"/>
                  <a:pt x="2553231" y="2913500"/>
                </a:cubicBezTo>
                <a:cubicBezTo>
                  <a:pt x="2553231" y="2883591"/>
                  <a:pt x="2577477" y="2859345"/>
                  <a:pt x="2607387" y="2859345"/>
                </a:cubicBezTo>
                <a:close/>
                <a:moveTo>
                  <a:pt x="2527505" y="2859345"/>
                </a:moveTo>
                <a:cubicBezTo>
                  <a:pt x="2531778" y="2859345"/>
                  <a:pt x="2535242" y="2862809"/>
                  <a:pt x="2535242" y="2867082"/>
                </a:cubicBezTo>
                <a:lnTo>
                  <a:pt x="2535242" y="2959918"/>
                </a:lnTo>
                <a:cubicBezTo>
                  <a:pt x="2535242" y="2964191"/>
                  <a:pt x="2531778" y="2967655"/>
                  <a:pt x="2527505" y="2967655"/>
                </a:cubicBezTo>
                <a:lnTo>
                  <a:pt x="2519769" y="2959919"/>
                </a:lnTo>
                <a:cubicBezTo>
                  <a:pt x="2519769" y="2928973"/>
                  <a:pt x="2519768" y="2898028"/>
                  <a:pt x="2519768" y="2867082"/>
                </a:cubicBezTo>
                <a:cubicBezTo>
                  <a:pt x="2519768" y="2862809"/>
                  <a:pt x="2523232" y="2859345"/>
                  <a:pt x="2527505" y="2859345"/>
                </a:cubicBezTo>
                <a:close/>
                <a:moveTo>
                  <a:pt x="2494042" y="2859345"/>
                </a:moveTo>
                <a:cubicBezTo>
                  <a:pt x="2498315" y="2859345"/>
                  <a:pt x="2501779" y="2862809"/>
                  <a:pt x="2501779" y="2867082"/>
                </a:cubicBezTo>
                <a:lnTo>
                  <a:pt x="2501779" y="2959918"/>
                </a:lnTo>
                <a:cubicBezTo>
                  <a:pt x="2501779" y="2964191"/>
                  <a:pt x="2498315" y="2967655"/>
                  <a:pt x="2494042" y="2967655"/>
                </a:cubicBezTo>
                <a:lnTo>
                  <a:pt x="2486306" y="2959919"/>
                </a:lnTo>
                <a:cubicBezTo>
                  <a:pt x="2486306" y="2928973"/>
                  <a:pt x="2486305" y="2898028"/>
                  <a:pt x="2486305" y="2867082"/>
                </a:cubicBezTo>
                <a:cubicBezTo>
                  <a:pt x="2486305" y="2862809"/>
                  <a:pt x="2489769" y="2859345"/>
                  <a:pt x="2494042" y="2859345"/>
                </a:cubicBezTo>
                <a:close/>
                <a:moveTo>
                  <a:pt x="2414160" y="2859345"/>
                </a:moveTo>
                <a:cubicBezTo>
                  <a:pt x="2444070" y="2859345"/>
                  <a:pt x="2468316" y="2883591"/>
                  <a:pt x="2468316" y="2913500"/>
                </a:cubicBezTo>
                <a:cubicBezTo>
                  <a:pt x="2468316" y="2943409"/>
                  <a:pt x="2444070" y="2967655"/>
                  <a:pt x="2414160" y="2967655"/>
                </a:cubicBezTo>
                <a:cubicBezTo>
                  <a:pt x="2384250" y="2967655"/>
                  <a:pt x="2360004" y="2943409"/>
                  <a:pt x="2360004" y="2913500"/>
                </a:cubicBezTo>
                <a:cubicBezTo>
                  <a:pt x="2360004" y="2883591"/>
                  <a:pt x="2384250" y="2859345"/>
                  <a:pt x="2414160" y="2859345"/>
                </a:cubicBezTo>
                <a:close/>
                <a:moveTo>
                  <a:pt x="2334278" y="2859345"/>
                </a:moveTo>
                <a:cubicBezTo>
                  <a:pt x="2338551" y="2859345"/>
                  <a:pt x="2342015" y="2862809"/>
                  <a:pt x="2342015" y="2867082"/>
                </a:cubicBezTo>
                <a:lnTo>
                  <a:pt x="2342015" y="2959918"/>
                </a:lnTo>
                <a:cubicBezTo>
                  <a:pt x="2342015" y="2964191"/>
                  <a:pt x="2338551" y="2967655"/>
                  <a:pt x="2334278" y="2967655"/>
                </a:cubicBezTo>
                <a:lnTo>
                  <a:pt x="2326542" y="2959919"/>
                </a:lnTo>
                <a:cubicBezTo>
                  <a:pt x="2326542" y="2928973"/>
                  <a:pt x="2326541" y="2898028"/>
                  <a:pt x="2326541" y="2867082"/>
                </a:cubicBezTo>
                <a:cubicBezTo>
                  <a:pt x="2326541" y="2862809"/>
                  <a:pt x="2330005" y="2859345"/>
                  <a:pt x="2334278" y="2859345"/>
                </a:cubicBezTo>
                <a:close/>
                <a:moveTo>
                  <a:pt x="2300816" y="2859345"/>
                </a:moveTo>
                <a:cubicBezTo>
                  <a:pt x="2305089" y="2859345"/>
                  <a:pt x="2308553" y="2862809"/>
                  <a:pt x="2308553" y="2867082"/>
                </a:cubicBezTo>
                <a:cubicBezTo>
                  <a:pt x="2308553" y="2898028"/>
                  <a:pt x="2308552" y="2928973"/>
                  <a:pt x="2308552" y="2959919"/>
                </a:cubicBezTo>
                <a:lnTo>
                  <a:pt x="2300816" y="2967655"/>
                </a:lnTo>
                <a:cubicBezTo>
                  <a:pt x="2296543" y="2967655"/>
                  <a:pt x="2293079" y="2964191"/>
                  <a:pt x="2293079" y="2959918"/>
                </a:cubicBezTo>
                <a:lnTo>
                  <a:pt x="2293079" y="2867082"/>
                </a:lnTo>
                <a:cubicBezTo>
                  <a:pt x="2293079" y="2862809"/>
                  <a:pt x="2296543" y="2859345"/>
                  <a:pt x="2300816" y="2859345"/>
                </a:cubicBezTo>
                <a:close/>
                <a:moveTo>
                  <a:pt x="2220935" y="2859345"/>
                </a:moveTo>
                <a:cubicBezTo>
                  <a:pt x="2250845" y="2859345"/>
                  <a:pt x="2275091" y="2883591"/>
                  <a:pt x="2275091" y="2913500"/>
                </a:cubicBezTo>
                <a:cubicBezTo>
                  <a:pt x="2275091" y="2943409"/>
                  <a:pt x="2250845" y="2967655"/>
                  <a:pt x="2220935" y="2967655"/>
                </a:cubicBezTo>
                <a:cubicBezTo>
                  <a:pt x="2191025" y="2967655"/>
                  <a:pt x="2166779" y="2943409"/>
                  <a:pt x="2166779" y="2913500"/>
                </a:cubicBezTo>
                <a:cubicBezTo>
                  <a:pt x="2166779" y="2883591"/>
                  <a:pt x="2191025" y="2859345"/>
                  <a:pt x="2220935" y="2859345"/>
                </a:cubicBezTo>
                <a:close/>
                <a:moveTo>
                  <a:pt x="2141053" y="2859345"/>
                </a:moveTo>
                <a:cubicBezTo>
                  <a:pt x="2145326" y="2859345"/>
                  <a:pt x="2148790" y="2862809"/>
                  <a:pt x="2148790" y="2867082"/>
                </a:cubicBezTo>
                <a:cubicBezTo>
                  <a:pt x="2148790" y="2898028"/>
                  <a:pt x="2148789" y="2928973"/>
                  <a:pt x="2148789" y="2959919"/>
                </a:cubicBezTo>
                <a:lnTo>
                  <a:pt x="2141053" y="2967655"/>
                </a:lnTo>
                <a:cubicBezTo>
                  <a:pt x="2136780" y="2967655"/>
                  <a:pt x="2133316" y="2964191"/>
                  <a:pt x="2133316" y="2959918"/>
                </a:cubicBezTo>
                <a:lnTo>
                  <a:pt x="2133316" y="2867082"/>
                </a:lnTo>
                <a:cubicBezTo>
                  <a:pt x="2133316" y="2862809"/>
                  <a:pt x="2136780" y="2859345"/>
                  <a:pt x="2141053" y="2859345"/>
                </a:cubicBezTo>
                <a:close/>
                <a:moveTo>
                  <a:pt x="2107590" y="2859345"/>
                </a:moveTo>
                <a:cubicBezTo>
                  <a:pt x="2111863" y="2859345"/>
                  <a:pt x="2115327" y="2862809"/>
                  <a:pt x="2115327" y="2867082"/>
                </a:cubicBezTo>
                <a:cubicBezTo>
                  <a:pt x="2115327" y="2898028"/>
                  <a:pt x="2115326" y="2928973"/>
                  <a:pt x="2115326" y="2959919"/>
                </a:cubicBezTo>
                <a:lnTo>
                  <a:pt x="2107590" y="2967655"/>
                </a:lnTo>
                <a:cubicBezTo>
                  <a:pt x="2103317" y="2967655"/>
                  <a:pt x="2099853" y="2964191"/>
                  <a:pt x="2099853" y="2959918"/>
                </a:cubicBezTo>
                <a:lnTo>
                  <a:pt x="2099853" y="2867082"/>
                </a:lnTo>
                <a:cubicBezTo>
                  <a:pt x="2099853" y="2862809"/>
                  <a:pt x="2103317" y="2859345"/>
                  <a:pt x="2107590" y="2859345"/>
                </a:cubicBezTo>
                <a:close/>
                <a:moveTo>
                  <a:pt x="2027708" y="2859345"/>
                </a:moveTo>
                <a:cubicBezTo>
                  <a:pt x="2057618" y="2859345"/>
                  <a:pt x="2081864" y="2883591"/>
                  <a:pt x="2081864" y="2913500"/>
                </a:cubicBezTo>
                <a:cubicBezTo>
                  <a:pt x="2081864" y="2943409"/>
                  <a:pt x="2057618" y="2967655"/>
                  <a:pt x="2027708" y="2967655"/>
                </a:cubicBezTo>
                <a:cubicBezTo>
                  <a:pt x="1997798" y="2967655"/>
                  <a:pt x="1973552" y="2943409"/>
                  <a:pt x="1973552" y="2913500"/>
                </a:cubicBezTo>
                <a:cubicBezTo>
                  <a:pt x="1973552" y="2883591"/>
                  <a:pt x="1997798" y="2859345"/>
                  <a:pt x="2027708" y="2859345"/>
                </a:cubicBezTo>
                <a:close/>
                <a:moveTo>
                  <a:pt x="1947826" y="2859345"/>
                </a:moveTo>
                <a:cubicBezTo>
                  <a:pt x="1952099" y="2859345"/>
                  <a:pt x="1955563" y="2862809"/>
                  <a:pt x="1955563" y="2867082"/>
                </a:cubicBezTo>
                <a:cubicBezTo>
                  <a:pt x="1955563" y="2898028"/>
                  <a:pt x="1955562" y="2928973"/>
                  <a:pt x="1955562" y="2959919"/>
                </a:cubicBezTo>
                <a:lnTo>
                  <a:pt x="1947826" y="2967655"/>
                </a:lnTo>
                <a:cubicBezTo>
                  <a:pt x="1943553" y="2967655"/>
                  <a:pt x="1940089" y="2964191"/>
                  <a:pt x="1940089" y="2959918"/>
                </a:cubicBezTo>
                <a:lnTo>
                  <a:pt x="1940089" y="2867082"/>
                </a:lnTo>
                <a:cubicBezTo>
                  <a:pt x="1940089" y="2862809"/>
                  <a:pt x="1943553" y="2859345"/>
                  <a:pt x="1947826" y="2859345"/>
                </a:cubicBezTo>
                <a:close/>
                <a:moveTo>
                  <a:pt x="1867944" y="2859345"/>
                </a:moveTo>
                <a:cubicBezTo>
                  <a:pt x="1897854" y="2859345"/>
                  <a:pt x="1922100" y="2883591"/>
                  <a:pt x="1922100" y="2913500"/>
                </a:cubicBezTo>
                <a:cubicBezTo>
                  <a:pt x="1922100" y="2943409"/>
                  <a:pt x="1897854" y="2967655"/>
                  <a:pt x="1867944" y="2967655"/>
                </a:cubicBezTo>
                <a:cubicBezTo>
                  <a:pt x="1838034" y="2967655"/>
                  <a:pt x="1813788" y="2943409"/>
                  <a:pt x="1813788" y="2913500"/>
                </a:cubicBezTo>
                <a:cubicBezTo>
                  <a:pt x="1813788" y="2883591"/>
                  <a:pt x="1838034" y="2859345"/>
                  <a:pt x="1867944" y="2859345"/>
                </a:cubicBezTo>
                <a:close/>
                <a:moveTo>
                  <a:pt x="1788062" y="2859345"/>
                </a:moveTo>
                <a:cubicBezTo>
                  <a:pt x="1792335" y="2859345"/>
                  <a:pt x="1795799" y="2862809"/>
                  <a:pt x="1795799" y="2867082"/>
                </a:cubicBezTo>
                <a:cubicBezTo>
                  <a:pt x="1795799" y="2898028"/>
                  <a:pt x="1795798" y="2928973"/>
                  <a:pt x="1795798" y="2959919"/>
                </a:cubicBezTo>
                <a:lnTo>
                  <a:pt x="1788062" y="2967655"/>
                </a:lnTo>
                <a:cubicBezTo>
                  <a:pt x="1783789" y="2967655"/>
                  <a:pt x="1780325" y="2964191"/>
                  <a:pt x="1780325" y="2959918"/>
                </a:cubicBezTo>
                <a:lnTo>
                  <a:pt x="1780325" y="2867082"/>
                </a:lnTo>
                <a:cubicBezTo>
                  <a:pt x="1780325" y="2862809"/>
                  <a:pt x="1783789" y="2859345"/>
                  <a:pt x="1788062" y="2859345"/>
                </a:cubicBezTo>
                <a:close/>
                <a:moveTo>
                  <a:pt x="1754599" y="2859345"/>
                </a:moveTo>
                <a:cubicBezTo>
                  <a:pt x="1758872" y="2859345"/>
                  <a:pt x="1762336" y="2862809"/>
                  <a:pt x="1762336" y="2867082"/>
                </a:cubicBezTo>
                <a:cubicBezTo>
                  <a:pt x="1762336" y="2898028"/>
                  <a:pt x="1762335" y="2928973"/>
                  <a:pt x="1762335" y="2959919"/>
                </a:cubicBezTo>
                <a:lnTo>
                  <a:pt x="1754599" y="2967655"/>
                </a:lnTo>
                <a:cubicBezTo>
                  <a:pt x="1750326" y="2967655"/>
                  <a:pt x="1746862" y="2964191"/>
                  <a:pt x="1746862" y="2959918"/>
                </a:cubicBezTo>
                <a:lnTo>
                  <a:pt x="1746862" y="2867082"/>
                </a:lnTo>
                <a:cubicBezTo>
                  <a:pt x="1746862" y="2862809"/>
                  <a:pt x="1750326" y="2859345"/>
                  <a:pt x="1754599" y="2859345"/>
                </a:cubicBezTo>
                <a:close/>
                <a:moveTo>
                  <a:pt x="1674717" y="2859345"/>
                </a:moveTo>
                <a:cubicBezTo>
                  <a:pt x="1704627" y="2859345"/>
                  <a:pt x="1728873" y="2883591"/>
                  <a:pt x="1728873" y="2913500"/>
                </a:cubicBezTo>
                <a:cubicBezTo>
                  <a:pt x="1728873" y="2943409"/>
                  <a:pt x="1704627" y="2967655"/>
                  <a:pt x="1674717" y="2967655"/>
                </a:cubicBezTo>
                <a:cubicBezTo>
                  <a:pt x="1644807" y="2967655"/>
                  <a:pt x="1620561" y="2943409"/>
                  <a:pt x="1620561" y="2913500"/>
                </a:cubicBezTo>
                <a:cubicBezTo>
                  <a:pt x="1620561" y="2883591"/>
                  <a:pt x="1644807" y="2859345"/>
                  <a:pt x="1674717" y="2859345"/>
                </a:cubicBezTo>
                <a:close/>
                <a:moveTo>
                  <a:pt x="1275309" y="2859345"/>
                </a:moveTo>
                <a:cubicBezTo>
                  <a:pt x="1279582" y="2859345"/>
                  <a:pt x="1283046" y="2862809"/>
                  <a:pt x="1283046" y="2867082"/>
                </a:cubicBezTo>
                <a:cubicBezTo>
                  <a:pt x="1283046" y="2898028"/>
                  <a:pt x="1283045" y="2928973"/>
                  <a:pt x="1283045" y="2959919"/>
                </a:cubicBezTo>
                <a:lnTo>
                  <a:pt x="1275309" y="2967655"/>
                </a:lnTo>
                <a:cubicBezTo>
                  <a:pt x="1271036" y="2967655"/>
                  <a:pt x="1267572" y="2964191"/>
                  <a:pt x="1267572" y="2959918"/>
                </a:cubicBezTo>
                <a:lnTo>
                  <a:pt x="1267572" y="2867082"/>
                </a:lnTo>
                <a:cubicBezTo>
                  <a:pt x="1267572" y="2862809"/>
                  <a:pt x="1271036" y="2859345"/>
                  <a:pt x="1275309" y="2859345"/>
                </a:cubicBezTo>
                <a:close/>
                <a:moveTo>
                  <a:pt x="1241846" y="2859345"/>
                </a:moveTo>
                <a:cubicBezTo>
                  <a:pt x="1246119" y="2859345"/>
                  <a:pt x="1249583" y="2862809"/>
                  <a:pt x="1249583" y="2867082"/>
                </a:cubicBezTo>
                <a:cubicBezTo>
                  <a:pt x="1249583" y="2898028"/>
                  <a:pt x="1249582" y="2928973"/>
                  <a:pt x="1249582" y="2959919"/>
                </a:cubicBezTo>
                <a:lnTo>
                  <a:pt x="1241846" y="2967655"/>
                </a:lnTo>
                <a:cubicBezTo>
                  <a:pt x="1237573" y="2967655"/>
                  <a:pt x="1234109" y="2964191"/>
                  <a:pt x="1234109" y="2959918"/>
                </a:cubicBezTo>
                <a:lnTo>
                  <a:pt x="1234109" y="2867082"/>
                </a:lnTo>
                <a:cubicBezTo>
                  <a:pt x="1234109" y="2862809"/>
                  <a:pt x="1237573" y="2859345"/>
                  <a:pt x="1241846" y="2859345"/>
                </a:cubicBezTo>
                <a:close/>
                <a:moveTo>
                  <a:pt x="1161964" y="2859345"/>
                </a:moveTo>
                <a:cubicBezTo>
                  <a:pt x="1191874" y="2859345"/>
                  <a:pt x="1216120" y="2883591"/>
                  <a:pt x="1216120" y="2913500"/>
                </a:cubicBezTo>
                <a:cubicBezTo>
                  <a:pt x="1216120" y="2943409"/>
                  <a:pt x="1191874" y="2967655"/>
                  <a:pt x="1161964" y="2967655"/>
                </a:cubicBezTo>
                <a:cubicBezTo>
                  <a:pt x="1132054" y="2967655"/>
                  <a:pt x="1107808" y="2943409"/>
                  <a:pt x="1107808" y="2913500"/>
                </a:cubicBezTo>
                <a:cubicBezTo>
                  <a:pt x="1107808" y="2883591"/>
                  <a:pt x="1132054" y="2859345"/>
                  <a:pt x="1161964" y="2859345"/>
                </a:cubicBezTo>
                <a:close/>
                <a:moveTo>
                  <a:pt x="1082082" y="2859345"/>
                </a:moveTo>
                <a:cubicBezTo>
                  <a:pt x="1086355" y="2859345"/>
                  <a:pt x="1089819" y="2862809"/>
                  <a:pt x="1089819" y="2867082"/>
                </a:cubicBezTo>
                <a:cubicBezTo>
                  <a:pt x="1089819" y="2898028"/>
                  <a:pt x="1089818" y="2928973"/>
                  <a:pt x="1089818" y="2959919"/>
                </a:cubicBezTo>
                <a:lnTo>
                  <a:pt x="1082082" y="2967655"/>
                </a:lnTo>
                <a:cubicBezTo>
                  <a:pt x="1077809" y="2967655"/>
                  <a:pt x="1074345" y="2964191"/>
                  <a:pt x="1074345" y="2959918"/>
                </a:cubicBezTo>
                <a:lnTo>
                  <a:pt x="1074345" y="2867082"/>
                </a:lnTo>
                <a:cubicBezTo>
                  <a:pt x="1074345" y="2862809"/>
                  <a:pt x="1077809" y="2859345"/>
                  <a:pt x="1082082" y="2859345"/>
                </a:cubicBezTo>
                <a:close/>
                <a:moveTo>
                  <a:pt x="1048619" y="2859345"/>
                </a:moveTo>
                <a:cubicBezTo>
                  <a:pt x="1052892" y="2859345"/>
                  <a:pt x="1056356" y="2862809"/>
                  <a:pt x="1056356" y="2867082"/>
                </a:cubicBezTo>
                <a:cubicBezTo>
                  <a:pt x="1056356" y="2898028"/>
                  <a:pt x="1056355" y="2928973"/>
                  <a:pt x="1056355" y="2959919"/>
                </a:cubicBezTo>
                <a:lnTo>
                  <a:pt x="1048619" y="2967655"/>
                </a:lnTo>
                <a:cubicBezTo>
                  <a:pt x="1044346" y="2967655"/>
                  <a:pt x="1040882" y="2964191"/>
                  <a:pt x="1040882" y="2959918"/>
                </a:cubicBezTo>
                <a:lnTo>
                  <a:pt x="1040882" y="2867082"/>
                </a:lnTo>
                <a:cubicBezTo>
                  <a:pt x="1040882" y="2862809"/>
                  <a:pt x="1044346" y="2859345"/>
                  <a:pt x="1048619" y="2859345"/>
                </a:cubicBezTo>
                <a:close/>
                <a:moveTo>
                  <a:pt x="968737" y="2859345"/>
                </a:moveTo>
                <a:cubicBezTo>
                  <a:pt x="998647" y="2859345"/>
                  <a:pt x="1022893" y="2883591"/>
                  <a:pt x="1022893" y="2913500"/>
                </a:cubicBezTo>
                <a:cubicBezTo>
                  <a:pt x="1022893" y="2943409"/>
                  <a:pt x="998647" y="2967655"/>
                  <a:pt x="968737" y="2967655"/>
                </a:cubicBezTo>
                <a:cubicBezTo>
                  <a:pt x="938827" y="2967655"/>
                  <a:pt x="914581" y="2943409"/>
                  <a:pt x="914581" y="2913500"/>
                </a:cubicBezTo>
                <a:cubicBezTo>
                  <a:pt x="914582" y="2883591"/>
                  <a:pt x="938827" y="2859345"/>
                  <a:pt x="968737" y="2859345"/>
                </a:cubicBezTo>
                <a:close/>
                <a:moveTo>
                  <a:pt x="888856" y="2859345"/>
                </a:moveTo>
                <a:cubicBezTo>
                  <a:pt x="893129" y="2859345"/>
                  <a:pt x="896593" y="2862809"/>
                  <a:pt x="896593" y="2867082"/>
                </a:cubicBezTo>
                <a:cubicBezTo>
                  <a:pt x="896593" y="2898028"/>
                  <a:pt x="896592" y="2928973"/>
                  <a:pt x="896592" y="2959919"/>
                </a:cubicBezTo>
                <a:lnTo>
                  <a:pt x="888856" y="2967655"/>
                </a:lnTo>
                <a:cubicBezTo>
                  <a:pt x="884583" y="2967655"/>
                  <a:pt x="881119" y="2964191"/>
                  <a:pt x="881119" y="2959918"/>
                </a:cubicBezTo>
                <a:lnTo>
                  <a:pt x="881119" y="2867082"/>
                </a:lnTo>
                <a:cubicBezTo>
                  <a:pt x="881119" y="2862809"/>
                  <a:pt x="884583" y="2859345"/>
                  <a:pt x="888856" y="2859345"/>
                </a:cubicBezTo>
                <a:close/>
                <a:moveTo>
                  <a:pt x="808974" y="2859345"/>
                </a:moveTo>
                <a:cubicBezTo>
                  <a:pt x="838884" y="2859345"/>
                  <a:pt x="863130" y="2883591"/>
                  <a:pt x="863130" y="2913500"/>
                </a:cubicBezTo>
                <a:cubicBezTo>
                  <a:pt x="863128" y="2943409"/>
                  <a:pt x="838882" y="2967655"/>
                  <a:pt x="808974" y="2967655"/>
                </a:cubicBezTo>
                <a:cubicBezTo>
                  <a:pt x="779064" y="2967655"/>
                  <a:pt x="754818" y="2943409"/>
                  <a:pt x="754818" y="2913500"/>
                </a:cubicBezTo>
                <a:cubicBezTo>
                  <a:pt x="754819" y="2883591"/>
                  <a:pt x="779064" y="2859345"/>
                  <a:pt x="808974" y="2859345"/>
                </a:cubicBezTo>
                <a:close/>
                <a:moveTo>
                  <a:pt x="729092" y="2859345"/>
                </a:moveTo>
                <a:cubicBezTo>
                  <a:pt x="733365" y="2859345"/>
                  <a:pt x="736829" y="2862809"/>
                  <a:pt x="736829" y="2867082"/>
                </a:cubicBezTo>
                <a:cubicBezTo>
                  <a:pt x="736829" y="2898028"/>
                  <a:pt x="736828" y="2928973"/>
                  <a:pt x="736828" y="2959919"/>
                </a:cubicBezTo>
                <a:lnTo>
                  <a:pt x="729092" y="2967655"/>
                </a:lnTo>
                <a:cubicBezTo>
                  <a:pt x="724819" y="2967655"/>
                  <a:pt x="721355" y="2964191"/>
                  <a:pt x="721355" y="2959918"/>
                </a:cubicBezTo>
                <a:lnTo>
                  <a:pt x="721355" y="2867082"/>
                </a:lnTo>
                <a:cubicBezTo>
                  <a:pt x="721355" y="2862809"/>
                  <a:pt x="724819" y="2859345"/>
                  <a:pt x="729092" y="2859345"/>
                </a:cubicBezTo>
                <a:close/>
                <a:moveTo>
                  <a:pt x="649210" y="2859345"/>
                </a:moveTo>
                <a:cubicBezTo>
                  <a:pt x="679120" y="2859345"/>
                  <a:pt x="703366" y="2883591"/>
                  <a:pt x="703366" y="2913500"/>
                </a:cubicBezTo>
                <a:cubicBezTo>
                  <a:pt x="703364" y="2943409"/>
                  <a:pt x="679118" y="2967655"/>
                  <a:pt x="649210" y="2967655"/>
                </a:cubicBezTo>
                <a:cubicBezTo>
                  <a:pt x="619300" y="2967655"/>
                  <a:pt x="595054" y="2943409"/>
                  <a:pt x="595054" y="2913500"/>
                </a:cubicBezTo>
                <a:cubicBezTo>
                  <a:pt x="595055" y="2883591"/>
                  <a:pt x="619300" y="2859345"/>
                  <a:pt x="649210" y="2859345"/>
                </a:cubicBezTo>
                <a:close/>
                <a:moveTo>
                  <a:pt x="569328" y="2859345"/>
                </a:moveTo>
                <a:cubicBezTo>
                  <a:pt x="573601" y="2859345"/>
                  <a:pt x="577065" y="2862809"/>
                  <a:pt x="577065" y="2867082"/>
                </a:cubicBezTo>
                <a:cubicBezTo>
                  <a:pt x="577065" y="2898028"/>
                  <a:pt x="577064" y="2928973"/>
                  <a:pt x="577064" y="2959919"/>
                </a:cubicBezTo>
                <a:lnTo>
                  <a:pt x="569328" y="2967655"/>
                </a:lnTo>
                <a:cubicBezTo>
                  <a:pt x="565055" y="2967655"/>
                  <a:pt x="561591" y="2964191"/>
                  <a:pt x="561591" y="2959918"/>
                </a:cubicBezTo>
                <a:lnTo>
                  <a:pt x="561591" y="2867082"/>
                </a:lnTo>
                <a:cubicBezTo>
                  <a:pt x="561591" y="2862809"/>
                  <a:pt x="565055" y="2859345"/>
                  <a:pt x="569328" y="2859345"/>
                </a:cubicBezTo>
                <a:close/>
                <a:moveTo>
                  <a:pt x="535865" y="2859345"/>
                </a:moveTo>
                <a:cubicBezTo>
                  <a:pt x="540138" y="2859345"/>
                  <a:pt x="543602" y="2862809"/>
                  <a:pt x="543602" y="2867082"/>
                </a:cubicBezTo>
                <a:cubicBezTo>
                  <a:pt x="543602" y="2898028"/>
                  <a:pt x="543601" y="2928973"/>
                  <a:pt x="543601" y="2959919"/>
                </a:cubicBezTo>
                <a:lnTo>
                  <a:pt x="535865" y="2967655"/>
                </a:lnTo>
                <a:cubicBezTo>
                  <a:pt x="531592" y="2967655"/>
                  <a:pt x="528128" y="2964191"/>
                  <a:pt x="528128" y="2959918"/>
                </a:cubicBezTo>
                <a:lnTo>
                  <a:pt x="528128" y="2867082"/>
                </a:lnTo>
                <a:cubicBezTo>
                  <a:pt x="528128" y="2862809"/>
                  <a:pt x="531592" y="2859345"/>
                  <a:pt x="535865" y="2859345"/>
                </a:cubicBezTo>
                <a:close/>
                <a:moveTo>
                  <a:pt x="455983" y="2859345"/>
                </a:moveTo>
                <a:cubicBezTo>
                  <a:pt x="485893" y="2859345"/>
                  <a:pt x="510139" y="2883591"/>
                  <a:pt x="510139" y="2913500"/>
                </a:cubicBezTo>
                <a:cubicBezTo>
                  <a:pt x="510137" y="2943409"/>
                  <a:pt x="485891" y="2967655"/>
                  <a:pt x="455983" y="2967655"/>
                </a:cubicBezTo>
                <a:cubicBezTo>
                  <a:pt x="426073" y="2967655"/>
                  <a:pt x="401827" y="2943409"/>
                  <a:pt x="401827" y="2913500"/>
                </a:cubicBezTo>
                <a:cubicBezTo>
                  <a:pt x="401828" y="2883591"/>
                  <a:pt x="426073" y="2859345"/>
                  <a:pt x="455983" y="2859345"/>
                </a:cubicBezTo>
                <a:close/>
                <a:moveTo>
                  <a:pt x="56575" y="2859345"/>
                </a:moveTo>
                <a:cubicBezTo>
                  <a:pt x="60848" y="2859345"/>
                  <a:pt x="64312" y="2862809"/>
                  <a:pt x="64312" y="2867082"/>
                </a:cubicBezTo>
                <a:cubicBezTo>
                  <a:pt x="64312" y="2898028"/>
                  <a:pt x="64311" y="2928973"/>
                  <a:pt x="64311" y="2959919"/>
                </a:cubicBezTo>
                <a:lnTo>
                  <a:pt x="56575" y="2967655"/>
                </a:lnTo>
                <a:cubicBezTo>
                  <a:pt x="52302" y="2967655"/>
                  <a:pt x="48838" y="2964191"/>
                  <a:pt x="48838" y="2959918"/>
                </a:cubicBezTo>
                <a:lnTo>
                  <a:pt x="48838" y="2867082"/>
                </a:lnTo>
                <a:cubicBezTo>
                  <a:pt x="48865" y="2862809"/>
                  <a:pt x="52312" y="2859345"/>
                  <a:pt x="56575" y="2859345"/>
                </a:cubicBezTo>
                <a:close/>
                <a:moveTo>
                  <a:pt x="23112" y="2859345"/>
                </a:moveTo>
                <a:cubicBezTo>
                  <a:pt x="27385" y="2859345"/>
                  <a:pt x="30849" y="2862809"/>
                  <a:pt x="30849" y="2867082"/>
                </a:cubicBezTo>
                <a:cubicBezTo>
                  <a:pt x="30849" y="2898028"/>
                  <a:pt x="30848" y="2928973"/>
                  <a:pt x="30848" y="2959919"/>
                </a:cubicBezTo>
                <a:lnTo>
                  <a:pt x="23112" y="2967655"/>
                </a:lnTo>
                <a:cubicBezTo>
                  <a:pt x="18839" y="2967655"/>
                  <a:pt x="15375" y="2964191"/>
                  <a:pt x="15375" y="2959918"/>
                </a:cubicBezTo>
                <a:lnTo>
                  <a:pt x="15375" y="2867082"/>
                </a:lnTo>
                <a:cubicBezTo>
                  <a:pt x="15402" y="2862809"/>
                  <a:pt x="18849" y="2859345"/>
                  <a:pt x="23112" y="2859345"/>
                </a:cubicBezTo>
                <a:close/>
                <a:moveTo>
                  <a:pt x="8908925" y="2857829"/>
                </a:moveTo>
                <a:cubicBezTo>
                  <a:pt x="8913198" y="2857829"/>
                  <a:pt x="8916662" y="2861293"/>
                  <a:pt x="8916662" y="2865566"/>
                </a:cubicBezTo>
                <a:cubicBezTo>
                  <a:pt x="8916662" y="2896512"/>
                  <a:pt x="8916661" y="2927457"/>
                  <a:pt x="8916661" y="2958403"/>
                </a:cubicBezTo>
                <a:lnTo>
                  <a:pt x="8908925" y="2966139"/>
                </a:lnTo>
                <a:cubicBezTo>
                  <a:pt x="8904652" y="2966139"/>
                  <a:pt x="8901188" y="2962675"/>
                  <a:pt x="8901188" y="2958402"/>
                </a:cubicBezTo>
                <a:lnTo>
                  <a:pt x="8901188" y="2865566"/>
                </a:lnTo>
                <a:cubicBezTo>
                  <a:pt x="8901188" y="2861293"/>
                  <a:pt x="8904652" y="2857829"/>
                  <a:pt x="8908925" y="2857829"/>
                </a:cubicBezTo>
                <a:close/>
                <a:moveTo>
                  <a:pt x="8829043" y="2857829"/>
                </a:moveTo>
                <a:cubicBezTo>
                  <a:pt x="8858952" y="2857829"/>
                  <a:pt x="8883198" y="2882075"/>
                  <a:pt x="8883198" y="2911984"/>
                </a:cubicBezTo>
                <a:cubicBezTo>
                  <a:pt x="8883198" y="2941893"/>
                  <a:pt x="8858952" y="2966139"/>
                  <a:pt x="8829043" y="2966139"/>
                </a:cubicBezTo>
                <a:cubicBezTo>
                  <a:pt x="8799134" y="2966139"/>
                  <a:pt x="8774888" y="2941893"/>
                  <a:pt x="8774888" y="2911984"/>
                </a:cubicBezTo>
                <a:cubicBezTo>
                  <a:pt x="8774888" y="2882075"/>
                  <a:pt x="8799134" y="2857829"/>
                  <a:pt x="8829043" y="2857829"/>
                </a:cubicBezTo>
                <a:close/>
                <a:moveTo>
                  <a:pt x="8749162" y="2857829"/>
                </a:moveTo>
                <a:cubicBezTo>
                  <a:pt x="8753435" y="2857829"/>
                  <a:pt x="8756899" y="2861293"/>
                  <a:pt x="8756899" y="2865566"/>
                </a:cubicBezTo>
                <a:cubicBezTo>
                  <a:pt x="8756899" y="2896512"/>
                  <a:pt x="8756898" y="2927457"/>
                  <a:pt x="8756898" y="2958403"/>
                </a:cubicBezTo>
                <a:lnTo>
                  <a:pt x="8749162" y="2966139"/>
                </a:lnTo>
                <a:cubicBezTo>
                  <a:pt x="8744889" y="2966139"/>
                  <a:pt x="8741425" y="2962675"/>
                  <a:pt x="8741425" y="2958402"/>
                </a:cubicBezTo>
                <a:lnTo>
                  <a:pt x="8741425" y="2865566"/>
                </a:lnTo>
                <a:cubicBezTo>
                  <a:pt x="8741425" y="2861293"/>
                  <a:pt x="8744889" y="2857829"/>
                  <a:pt x="8749162" y="2857829"/>
                </a:cubicBezTo>
                <a:close/>
                <a:moveTo>
                  <a:pt x="8669280" y="2857829"/>
                </a:moveTo>
                <a:cubicBezTo>
                  <a:pt x="8699189" y="2857829"/>
                  <a:pt x="8723435" y="2882075"/>
                  <a:pt x="8723435" y="2911984"/>
                </a:cubicBezTo>
                <a:cubicBezTo>
                  <a:pt x="8723435" y="2941893"/>
                  <a:pt x="8699189" y="2966139"/>
                  <a:pt x="8669280" y="2966139"/>
                </a:cubicBezTo>
                <a:cubicBezTo>
                  <a:pt x="8639371" y="2966139"/>
                  <a:pt x="8615125" y="2941893"/>
                  <a:pt x="8615125" y="2911984"/>
                </a:cubicBezTo>
                <a:cubicBezTo>
                  <a:pt x="8615125" y="2882075"/>
                  <a:pt x="8639371" y="2857829"/>
                  <a:pt x="8669280" y="2857829"/>
                </a:cubicBezTo>
                <a:close/>
                <a:moveTo>
                  <a:pt x="7690191" y="2857829"/>
                </a:moveTo>
                <a:cubicBezTo>
                  <a:pt x="7694464" y="2857829"/>
                  <a:pt x="7697928" y="2861293"/>
                  <a:pt x="7697928" y="2865566"/>
                </a:cubicBezTo>
                <a:cubicBezTo>
                  <a:pt x="7697928" y="2896512"/>
                  <a:pt x="7697927" y="2927457"/>
                  <a:pt x="7697927" y="2958403"/>
                </a:cubicBezTo>
                <a:lnTo>
                  <a:pt x="7690191" y="2966139"/>
                </a:lnTo>
                <a:cubicBezTo>
                  <a:pt x="7685918" y="2966139"/>
                  <a:pt x="7682454" y="2962675"/>
                  <a:pt x="7682454" y="2958402"/>
                </a:cubicBezTo>
                <a:lnTo>
                  <a:pt x="7682454" y="2865566"/>
                </a:lnTo>
                <a:cubicBezTo>
                  <a:pt x="7682454" y="2861293"/>
                  <a:pt x="7685918" y="2857829"/>
                  <a:pt x="7690191" y="2857829"/>
                </a:cubicBezTo>
                <a:close/>
                <a:moveTo>
                  <a:pt x="7610309" y="2857829"/>
                </a:moveTo>
                <a:cubicBezTo>
                  <a:pt x="7640218" y="2857829"/>
                  <a:pt x="7664464" y="2882075"/>
                  <a:pt x="7664464" y="2911984"/>
                </a:cubicBezTo>
                <a:cubicBezTo>
                  <a:pt x="7664464" y="2941893"/>
                  <a:pt x="7640218" y="2966139"/>
                  <a:pt x="7610309" y="2966139"/>
                </a:cubicBezTo>
                <a:cubicBezTo>
                  <a:pt x="7580400" y="2966139"/>
                  <a:pt x="7556154" y="2941893"/>
                  <a:pt x="7556154" y="2911984"/>
                </a:cubicBezTo>
                <a:cubicBezTo>
                  <a:pt x="7556154" y="2882075"/>
                  <a:pt x="7580400" y="2857829"/>
                  <a:pt x="7610309" y="2857829"/>
                </a:cubicBezTo>
                <a:close/>
                <a:moveTo>
                  <a:pt x="7530428" y="2857829"/>
                </a:moveTo>
                <a:cubicBezTo>
                  <a:pt x="7534701" y="2857829"/>
                  <a:pt x="7538165" y="2861293"/>
                  <a:pt x="7538165" y="2865566"/>
                </a:cubicBezTo>
                <a:cubicBezTo>
                  <a:pt x="7538165" y="2896512"/>
                  <a:pt x="7538164" y="2927457"/>
                  <a:pt x="7538164" y="2958403"/>
                </a:cubicBezTo>
                <a:lnTo>
                  <a:pt x="7530428" y="2966139"/>
                </a:lnTo>
                <a:cubicBezTo>
                  <a:pt x="7526155" y="2966139"/>
                  <a:pt x="7522691" y="2962675"/>
                  <a:pt x="7522691" y="2958402"/>
                </a:cubicBezTo>
                <a:lnTo>
                  <a:pt x="7522691" y="2865566"/>
                </a:lnTo>
                <a:cubicBezTo>
                  <a:pt x="7522691" y="2861293"/>
                  <a:pt x="7526155" y="2857829"/>
                  <a:pt x="7530428" y="2857829"/>
                </a:cubicBezTo>
                <a:close/>
                <a:moveTo>
                  <a:pt x="7450546" y="2857829"/>
                </a:moveTo>
                <a:cubicBezTo>
                  <a:pt x="7480455" y="2857829"/>
                  <a:pt x="7504701" y="2882075"/>
                  <a:pt x="7504701" y="2911984"/>
                </a:cubicBezTo>
                <a:cubicBezTo>
                  <a:pt x="7504701" y="2941893"/>
                  <a:pt x="7480455" y="2966139"/>
                  <a:pt x="7450546" y="2966139"/>
                </a:cubicBezTo>
                <a:cubicBezTo>
                  <a:pt x="7420637" y="2966139"/>
                  <a:pt x="7396391" y="2941893"/>
                  <a:pt x="7396391" y="2911984"/>
                </a:cubicBezTo>
                <a:cubicBezTo>
                  <a:pt x="7396391" y="2882075"/>
                  <a:pt x="7420637" y="2857829"/>
                  <a:pt x="7450546" y="2857829"/>
                </a:cubicBezTo>
                <a:close/>
                <a:moveTo>
                  <a:pt x="6936107" y="2857829"/>
                </a:moveTo>
                <a:cubicBezTo>
                  <a:pt x="6966016" y="2857829"/>
                  <a:pt x="6990262" y="2882075"/>
                  <a:pt x="6990262" y="2911984"/>
                </a:cubicBezTo>
                <a:cubicBezTo>
                  <a:pt x="6990262" y="2941893"/>
                  <a:pt x="6966016" y="2966139"/>
                  <a:pt x="6936107" y="2966139"/>
                </a:cubicBezTo>
                <a:cubicBezTo>
                  <a:pt x="6906198" y="2966139"/>
                  <a:pt x="6881952" y="2941893"/>
                  <a:pt x="6881952" y="2911984"/>
                </a:cubicBezTo>
                <a:cubicBezTo>
                  <a:pt x="6881952" y="2882075"/>
                  <a:pt x="6906198" y="2857829"/>
                  <a:pt x="6936107" y="2857829"/>
                </a:cubicBezTo>
                <a:close/>
                <a:moveTo>
                  <a:pt x="6856225" y="2857829"/>
                </a:moveTo>
                <a:cubicBezTo>
                  <a:pt x="6860498" y="2857829"/>
                  <a:pt x="6863962" y="2861293"/>
                  <a:pt x="6863962" y="2865566"/>
                </a:cubicBezTo>
                <a:lnTo>
                  <a:pt x="6863962" y="2958402"/>
                </a:lnTo>
                <a:cubicBezTo>
                  <a:pt x="6863962" y="2962675"/>
                  <a:pt x="6860498" y="2966139"/>
                  <a:pt x="6856225" y="2966139"/>
                </a:cubicBezTo>
                <a:lnTo>
                  <a:pt x="6848489" y="2958403"/>
                </a:lnTo>
                <a:cubicBezTo>
                  <a:pt x="6848489" y="2927457"/>
                  <a:pt x="6848488" y="2896512"/>
                  <a:pt x="6848488" y="2865566"/>
                </a:cubicBezTo>
                <a:cubicBezTo>
                  <a:pt x="6848488" y="2861293"/>
                  <a:pt x="6851952" y="2857829"/>
                  <a:pt x="6856225" y="2857829"/>
                </a:cubicBezTo>
                <a:close/>
                <a:moveTo>
                  <a:pt x="6776344" y="2857829"/>
                </a:moveTo>
                <a:cubicBezTo>
                  <a:pt x="6806253" y="2857829"/>
                  <a:pt x="6830499" y="2882075"/>
                  <a:pt x="6830499" y="2911984"/>
                </a:cubicBezTo>
                <a:cubicBezTo>
                  <a:pt x="6830499" y="2941893"/>
                  <a:pt x="6806253" y="2966139"/>
                  <a:pt x="6776344" y="2966139"/>
                </a:cubicBezTo>
                <a:cubicBezTo>
                  <a:pt x="6746435" y="2966139"/>
                  <a:pt x="6722189" y="2941893"/>
                  <a:pt x="6722189" y="2911984"/>
                </a:cubicBezTo>
                <a:cubicBezTo>
                  <a:pt x="6722189" y="2882075"/>
                  <a:pt x="6746435" y="2857829"/>
                  <a:pt x="6776344" y="2857829"/>
                </a:cubicBezTo>
                <a:close/>
                <a:moveTo>
                  <a:pt x="6696462" y="2857829"/>
                </a:moveTo>
                <a:cubicBezTo>
                  <a:pt x="6700735" y="2857829"/>
                  <a:pt x="6704199" y="2861293"/>
                  <a:pt x="6704199" y="2865566"/>
                </a:cubicBezTo>
                <a:lnTo>
                  <a:pt x="6704199" y="2958402"/>
                </a:lnTo>
                <a:cubicBezTo>
                  <a:pt x="6704199" y="2962675"/>
                  <a:pt x="6700735" y="2966139"/>
                  <a:pt x="6696462" y="2966139"/>
                </a:cubicBezTo>
                <a:lnTo>
                  <a:pt x="6688726" y="2958403"/>
                </a:lnTo>
                <a:cubicBezTo>
                  <a:pt x="6688726" y="2927457"/>
                  <a:pt x="6688725" y="2896512"/>
                  <a:pt x="6688725" y="2865566"/>
                </a:cubicBezTo>
                <a:cubicBezTo>
                  <a:pt x="6688725" y="2861293"/>
                  <a:pt x="6692189" y="2857829"/>
                  <a:pt x="6696462" y="2857829"/>
                </a:cubicBezTo>
                <a:close/>
                <a:moveTo>
                  <a:pt x="5717373" y="2857829"/>
                </a:moveTo>
                <a:cubicBezTo>
                  <a:pt x="5747282" y="2857829"/>
                  <a:pt x="5771528" y="2882075"/>
                  <a:pt x="5771528" y="2911984"/>
                </a:cubicBezTo>
                <a:cubicBezTo>
                  <a:pt x="5771528" y="2941893"/>
                  <a:pt x="5747282" y="2966139"/>
                  <a:pt x="5717373" y="2966139"/>
                </a:cubicBezTo>
                <a:cubicBezTo>
                  <a:pt x="5687464" y="2966139"/>
                  <a:pt x="5663218" y="2941893"/>
                  <a:pt x="5663218" y="2911984"/>
                </a:cubicBezTo>
                <a:cubicBezTo>
                  <a:pt x="5663218" y="2882075"/>
                  <a:pt x="5687464" y="2857829"/>
                  <a:pt x="5717373" y="2857829"/>
                </a:cubicBezTo>
                <a:close/>
                <a:moveTo>
                  <a:pt x="5637491" y="2857829"/>
                </a:moveTo>
                <a:cubicBezTo>
                  <a:pt x="5641764" y="2857829"/>
                  <a:pt x="5645228" y="2861293"/>
                  <a:pt x="5645228" y="2865566"/>
                </a:cubicBezTo>
                <a:lnTo>
                  <a:pt x="5645228" y="2958402"/>
                </a:lnTo>
                <a:cubicBezTo>
                  <a:pt x="5645228" y="2962675"/>
                  <a:pt x="5641764" y="2966139"/>
                  <a:pt x="5637491" y="2966139"/>
                </a:cubicBezTo>
                <a:lnTo>
                  <a:pt x="5629755" y="2958403"/>
                </a:lnTo>
                <a:cubicBezTo>
                  <a:pt x="5629755" y="2927457"/>
                  <a:pt x="5629754" y="2896512"/>
                  <a:pt x="5629754" y="2865566"/>
                </a:cubicBezTo>
                <a:cubicBezTo>
                  <a:pt x="5629754" y="2861293"/>
                  <a:pt x="5633218" y="2857829"/>
                  <a:pt x="5637491" y="2857829"/>
                </a:cubicBezTo>
                <a:close/>
                <a:moveTo>
                  <a:pt x="5557610" y="2857829"/>
                </a:moveTo>
                <a:cubicBezTo>
                  <a:pt x="5587519" y="2857829"/>
                  <a:pt x="5611765" y="2882075"/>
                  <a:pt x="5611765" y="2911984"/>
                </a:cubicBezTo>
                <a:cubicBezTo>
                  <a:pt x="5611765" y="2941893"/>
                  <a:pt x="5587519" y="2966139"/>
                  <a:pt x="5557610" y="2966139"/>
                </a:cubicBezTo>
                <a:cubicBezTo>
                  <a:pt x="5527701" y="2966139"/>
                  <a:pt x="5503455" y="2941893"/>
                  <a:pt x="5503455" y="2911984"/>
                </a:cubicBezTo>
                <a:cubicBezTo>
                  <a:pt x="5503455" y="2882075"/>
                  <a:pt x="5527701" y="2857829"/>
                  <a:pt x="5557610" y="2857829"/>
                </a:cubicBezTo>
                <a:close/>
                <a:moveTo>
                  <a:pt x="5477728" y="2857829"/>
                </a:moveTo>
                <a:cubicBezTo>
                  <a:pt x="5482001" y="2857829"/>
                  <a:pt x="5485465" y="2861293"/>
                  <a:pt x="5485465" y="2865566"/>
                </a:cubicBezTo>
                <a:lnTo>
                  <a:pt x="5485465" y="2958402"/>
                </a:lnTo>
                <a:cubicBezTo>
                  <a:pt x="5485465" y="2962675"/>
                  <a:pt x="5482001" y="2966139"/>
                  <a:pt x="5477728" y="2966139"/>
                </a:cubicBezTo>
                <a:lnTo>
                  <a:pt x="5469992" y="2958403"/>
                </a:lnTo>
                <a:cubicBezTo>
                  <a:pt x="5469992" y="2927457"/>
                  <a:pt x="5469991" y="2896512"/>
                  <a:pt x="5469991" y="2865566"/>
                </a:cubicBezTo>
                <a:cubicBezTo>
                  <a:pt x="5469991" y="2861293"/>
                  <a:pt x="5473455" y="2857829"/>
                  <a:pt x="5477728" y="2857829"/>
                </a:cubicBezTo>
                <a:close/>
                <a:moveTo>
                  <a:pt x="4065767" y="2857829"/>
                </a:moveTo>
                <a:cubicBezTo>
                  <a:pt x="4070040" y="2857829"/>
                  <a:pt x="4073504" y="2861293"/>
                  <a:pt x="4073504" y="2865566"/>
                </a:cubicBezTo>
                <a:cubicBezTo>
                  <a:pt x="4073504" y="2896512"/>
                  <a:pt x="4073503" y="2927457"/>
                  <a:pt x="4073503" y="2958403"/>
                </a:cubicBezTo>
                <a:lnTo>
                  <a:pt x="4065767" y="2966139"/>
                </a:lnTo>
                <a:cubicBezTo>
                  <a:pt x="4061494" y="2966139"/>
                  <a:pt x="4058030" y="2962675"/>
                  <a:pt x="4058030" y="2958402"/>
                </a:cubicBezTo>
                <a:lnTo>
                  <a:pt x="4058030" y="2865566"/>
                </a:lnTo>
                <a:cubicBezTo>
                  <a:pt x="4058030" y="2861293"/>
                  <a:pt x="4061494" y="2857829"/>
                  <a:pt x="4065767" y="2857829"/>
                </a:cubicBezTo>
                <a:close/>
                <a:moveTo>
                  <a:pt x="3952421" y="2857829"/>
                </a:moveTo>
                <a:cubicBezTo>
                  <a:pt x="3982330" y="2857829"/>
                  <a:pt x="4006576" y="2882075"/>
                  <a:pt x="4006576" y="2911984"/>
                </a:cubicBezTo>
                <a:cubicBezTo>
                  <a:pt x="4006576" y="2941893"/>
                  <a:pt x="3982330" y="2966139"/>
                  <a:pt x="3952421" y="2966139"/>
                </a:cubicBezTo>
                <a:cubicBezTo>
                  <a:pt x="3922512" y="2966139"/>
                  <a:pt x="3898266" y="2941893"/>
                  <a:pt x="3898266" y="2911984"/>
                </a:cubicBezTo>
                <a:cubicBezTo>
                  <a:pt x="3898266" y="2882075"/>
                  <a:pt x="3922512" y="2857829"/>
                  <a:pt x="3952421" y="2857829"/>
                </a:cubicBezTo>
                <a:close/>
                <a:moveTo>
                  <a:pt x="3872541" y="2857829"/>
                </a:moveTo>
                <a:cubicBezTo>
                  <a:pt x="3876814" y="2857829"/>
                  <a:pt x="3880278" y="2861293"/>
                  <a:pt x="3880278" y="2865566"/>
                </a:cubicBezTo>
                <a:cubicBezTo>
                  <a:pt x="3880278" y="2896512"/>
                  <a:pt x="3880277" y="2927457"/>
                  <a:pt x="3880277" y="2958403"/>
                </a:cubicBezTo>
                <a:lnTo>
                  <a:pt x="3872541" y="2966139"/>
                </a:lnTo>
                <a:cubicBezTo>
                  <a:pt x="3868268" y="2966139"/>
                  <a:pt x="3864804" y="2962675"/>
                  <a:pt x="3864804" y="2958402"/>
                </a:cubicBezTo>
                <a:lnTo>
                  <a:pt x="3864804" y="2865566"/>
                </a:lnTo>
                <a:cubicBezTo>
                  <a:pt x="3864804" y="2861293"/>
                  <a:pt x="3868268" y="2857829"/>
                  <a:pt x="3872541" y="2857829"/>
                </a:cubicBezTo>
                <a:close/>
                <a:moveTo>
                  <a:pt x="3792658" y="2857829"/>
                </a:moveTo>
                <a:cubicBezTo>
                  <a:pt x="3822567" y="2857829"/>
                  <a:pt x="3846813" y="2882075"/>
                  <a:pt x="3846813" y="2911984"/>
                </a:cubicBezTo>
                <a:cubicBezTo>
                  <a:pt x="3846813" y="2941893"/>
                  <a:pt x="3822567" y="2966139"/>
                  <a:pt x="3792658" y="2966139"/>
                </a:cubicBezTo>
                <a:cubicBezTo>
                  <a:pt x="3762749" y="2966139"/>
                  <a:pt x="3738503" y="2941893"/>
                  <a:pt x="3738503" y="2911984"/>
                </a:cubicBezTo>
                <a:cubicBezTo>
                  <a:pt x="3738503" y="2882075"/>
                  <a:pt x="3762749" y="2857829"/>
                  <a:pt x="3792658" y="2857829"/>
                </a:cubicBezTo>
                <a:close/>
                <a:moveTo>
                  <a:pt x="3279905" y="2857829"/>
                </a:moveTo>
                <a:cubicBezTo>
                  <a:pt x="3309814" y="2857829"/>
                  <a:pt x="3334060" y="2882075"/>
                  <a:pt x="3334060" y="2911984"/>
                </a:cubicBezTo>
                <a:cubicBezTo>
                  <a:pt x="3334060" y="2941893"/>
                  <a:pt x="3309814" y="2966139"/>
                  <a:pt x="3279905" y="2966139"/>
                </a:cubicBezTo>
                <a:cubicBezTo>
                  <a:pt x="3249996" y="2966139"/>
                  <a:pt x="3225750" y="2941893"/>
                  <a:pt x="3225750" y="2911984"/>
                </a:cubicBezTo>
                <a:cubicBezTo>
                  <a:pt x="3225750" y="2882075"/>
                  <a:pt x="3249996" y="2857829"/>
                  <a:pt x="3279905" y="2857829"/>
                </a:cubicBezTo>
                <a:close/>
                <a:moveTo>
                  <a:pt x="3200023" y="2857829"/>
                </a:moveTo>
                <a:cubicBezTo>
                  <a:pt x="3204296" y="2857829"/>
                  <a:pt x="3207760" y="2861293"/>
                  <a:pt x="3207760" y="2865566"/>
                </a:cubicBezTo>
                <a:lnTo>
                  <a:pt x="3207760" y="2958402"/>
                </a:lnTo>
                <a:cubicBezTo>
                  <a:pt x="3207760" y="2962675"/>
                  <a:pt x="3204296" y="2966139"/>
                  <a:pt x="3200023" y="2966139"/>
                </a:cubicBezTo>
                <a:lnTo>
                  <a:pt x="3192287" y="2958403"/>
                </a:lnTo>
                <a:cubicBezTo>
                  <a:pt x="3192287" y="2927457"/>
                  <a:pt x="3192286" y="2896512"/>
                  <a:pt x="3192286" y="2865566"/>
                </a:cubicBezTo>
                <a:cubicBezTo>
                  <a:pt x="3192286" y="2861293"/>
                  <a:pt x="3195750" y="2857829"/>
                  <a:pt x="3200023" y="2857829"/>
                </a:cubicBezTo>
                <a:close/>
                <a:moveTo>
                  <a:pt x="3120141" y="2857829"/>
                </a:moveTo>
                <a:cubicBezTo>
                  <a:pt x="3150050" y="2857829"/>
                  <a:pt x="3174296" y="2882075"/>
                  <a:pt x="3174296" y="2911984"/>
                </a:cubicBezTo>
                <a:cubicBezTo>
                  <a:pt x="3174296" y="2941893"/>
                  <a:pt x="3150050" y="2966139"/>
                  <a:pt x="3120141" y="2966139"/>
                </a:cubicBezTo>
                <a:cubicBezTo>
                  <a:pt x="3090232" y="2966139"/>
                  <a:pt x="3065986" y="2941893"/>
                  <a:pt x="3065986" y="2911984"/>
                </a:cubicBezTo>
                <a:cubicBezTo>
                  <a:pt x="3065986" y="2882075"/>
                  <a:pt x="3090232" y="2857829"/>
                  <a:pt x="3120141" y="2857829"/>
                </a:cubicBezTo>
                <a:close/>
                <a:moveTo>
                  <a:pt x="3040260" y="2857829"/>
                </a:moveTo>
                <a:cubicBezTo>
                  <a:pt x="3044533" y="2857829"/>
                  <a:pt x="3047997" y="2861293"/>
                  <a:pt x="3047997" y="2865566"/>
                </a:cubicBezTo>
                <a:lnTo>
                  <a:pt x="3047997" y="2958402"/>
                </a:lnTo>
                <a:cubicBezTo>
                  <a:pt x="3047997" y="2962675"/>
                  <a:pt x="3044533" y="2966139"/>
                  <a:pt x="3040260" y="2966139"/>
                </a:cubicBezTo>
                <a:lnTo>
                  <a:pt x="3032524" y="2958403"/>
                </a:lnTo>
                <a:cubicBezTo>
                  <a:pt x="3032524" y="2927457"/>
                  <a:pt x="3032523" y="2896512"/>
                  <a:pt x="3032523" y="2865566"/>
                </a:cubicBezTo>
                <a:cubicBezTo>
                  <a:pt x="3032523" y="2861293"/>
                  <a:pt x="3035987" y="2857829"/>
                  <a:pt x="3040260" y="2857829"/>
                </a:cubicBezTo>
                <a:close/>
                <a:moveTo>
                  <a:pt x="1594835" y="2857829"/>
                </a:moveTo>
                <a:cubicBezTo>
                  <a:pt x="1599108" y="2857829"/>
                  <a:pt x="1602572" y="2861293"/>
                  <a:pt x="1602572" y="2865566"/>
                </a:cubicBezTo>
                <a:cubicBezTo>
                  <a:pt x="1602572" y="2896512"/>
                  <a:pt x="1602571" y="2927457"/>
                  <a:pt x="1602571" y="2958403"/>
                </a:cubicBezTo>
                <a:lnTo>
                  <a:pt x="1594835" y="2966139"/>
                </a:lnTo>
                <a:cubicBezTo>
                  <a:pt x="1590562" y="2966139"/>
                  <a:pt x="1587098" y="2962675"/>
                  <a:pt x="1587098" y="2958402"/>
                </a:cubicBezTo>
                <a:lnTo>
                  <a:pt x="1587098" y="2865566"/>
                </a:lnTo>
                <a:cubicBezTo>
                  <a:pt x="1587098" y="2861293"/>
                  <a:pt x="1590562" y="2857829"/>
                  <a:pt x="1594835" y="2857829"/>
                </a:cubicBezTo>
                <a:close/>
                <a:moveTo>
                  <a:pt x="1514953" y="2857829"/>
                </a:moveTo>
                <a:cubicBezTo>
                  <a:pt x="1544862" y="2857829"/>
                  <a:pt x="1569108" y="2882075"/>
                  <a:pt x="1569108" y="2911984"/>
                </a:cubicBezTo>
                <a:cubicBezTo>
                  <a:pt x="1569108" y="2941893"/>
                  <a:pt x="1544862" y="2966139"/>
                  <a:pt x="1514953" y="2966139"/>
                </a:cubicBezTo>
                <a:cubicBezTo>
                  <a:pt x="1485044" y="2966139"/>
                  <a:pt x="1460798" y="2941893"/>
                  <a:pt x="1460798" y="2911984"/>
                </a:cubicBezTo>
                <a:cubicBezTo>
                  <a:pt x="1460798" y="2882075"/>
                  <a:pt x="1485044" y="2857829"/>
                  <a:pt x="1514953" y="2857829"/>
                </a:cubicBezTo>
                <a:close/>
                <a:moveTo>
                  <a:pt x="1435072" y="2857829"/>
                </a:moveTo>
                <a:cubicBezTo>
                  <a:pt x="1439345" y="2857829"/>
                  <a:pt x="1442809" y="2861293"/>
                  <a:pt x="1442809" y="2865566"/>
                </a:cubicBezTo>
                <a:cubicBezTo>
                  <a:pt x="1442809" y="2896512"/>
                  <a:pt x="1442808" y="2927457"/>
                  <a:pt x="1442808" y="2958403"/>
                </a:cubicBezTo>
                <a:lnTo>
                  <a:pt x="1435072" y="2966139"/>
                </a:lnTo>
                <a:cubicBezTo>
                  <a:pt x="1430799" y="2966139"/>
                  <a:pt x="1427335" y="2962675"/>
                  <a:pt x="1427335" y="2958402"/>
                </a:cubicBezTo>
                <a:lnTo>
                  <a:pt x="1427335" y="2865566"/>
                </a:lnTo>
                <a:cubicBezTo>
                  <a:pt x="1427335" y="2861293"/>
                  <a:pt x="1430799" y="2857829"/>
                  <a:pt x="1435072" y="2857829"/>
                </a:cubicBezTo>
                <a:close/>
                <a:moveTo>
                  <a:pt x="1355190" y="2857829"/>
                </a:moveTo>
                <a:cubicBezTo>
                  <a:pt x="1385099" y="2857829"/>
                  <a:pt x="1409345" y="2882075"/>
                  <a:pt x="1409345" y="2911984"/>
                </a:cubicBezTo>
                <a:cubicBezTo>
                  <a:pt x="1409345" y="2941893"/>
                  <a:pt x="1385099" y="2966139"/>
                  <a:pt x="1355190" y="2966139"/>
                </a:cubicBezTo>
                <a:cubicBezTo>
                  <a:pt x="1325281" y="2966139"/>
                  <a:pt x="1301035" y="2941893"/>
                  <a:pt x="1301035" y="2911984"/>
                </a:cubicBezTo>
                <a:cubicBezTo>
                  <a:pt x="1301035" y="2882075"/>
                  <a:pt x="1325281" y="2857829"/>
                  <a:pt x="1355190" y="2857829"/>
                </a:cubicBezTo>
                <a:close/>
                <a:moveTo>
                  <a:pt x="376101" y="2857829"/>
                </a:moveTo>
                <a:cubicBezTo>
                  <a:pt x="380374" y="2857829"/>
                  <a:pt x="383838" y="2861293"/>
                  <a:pt x="383838" y="2865566"/>
                </a:cubicBezTo>
                <a:cubicBezTo>
                  <a:pt x="383838" y="2896512"/>
                  <a:pt x="383837" y="2927457"/>
                  <a:pt x="383837" y="2958403"/>
                </a:cubicBezTo>
                <a:lnTo>
                  <a:pt x="376101" y="2966139"/>
                </a:lnTo>
                <a:cubicBezTo>
                  <a:pt x="371828" y="2966139"/>
                  <a:pt x="368364" y="2962675"/>
                  <a:pt x="368364" y="2958402"/>
                </a:cubicBezTo>
                <a:lnTo>
                  <a:pt x="368364" y="2865566"/>
                </a:lnTo>
                <a:cubicBezTo>
                  <a:pt x="368366" y="2861293"/>
                  <a:pt x="371829" y="2857829"/>
                  <a:pt x="376101" y="2857829"/>
                </a:cubicBezTo>
                <a:close/>
                <a:moveTo>
                  <a:pt x="296219" y="2857829"/>
                </a:moveTo>
                <a:cubicBezTo>
                  <a:pt x="326128" y="2857829"/>
                  <a:pt x="350374" y="2882075"/>
                  <a:pt x="350374" y="2911984"/>
                </a:cubicBezTo>
                <a:cubicBezTo>
                  <a:pt x="350374" y="2941893"/>
                  <a:pt x="326128" y="2966139"/>
                  <a:pt x="296219" y="2966139"/>
                </a:cubicBezTo>
                <a:cubicBezTo>
                  <a:pt x="266310" y="2966139"/>
                  <a:pt x="242064" y="2941893"/>
                  <a:pt x="242064" y="2911984"/>
                </a:cubicBezTo>
                <a:cubicBezTo>
                  <a:pt x="242091" y="2882075"/>
                  <a:pt x="266323" y="2857829"/>
                  <a:pt x="296219" y="2857829"/>
                </a:cubicBezTo>
                <a:close/>
                <a:moveTo>
                  <a:pt x="216338" y="2857829"/>
                </a:moveTo>
                <a:cubicBezTo>
                  <a:pt x="220611" y="2857829"/>
                  <a:pt x="224075" y="2861293"/>
                  <a:pt x="224075" y="2865566"/>
                </a:cubicBezTo>
                <a:cubicBezTo>
                  <a:pt x="224075" y="2896512"/>
                  <a:pt x="224074" y="2927457"/>
                  <a:pt x="224074" y="2958403"/>
                </a:cubicBezTo>
                <a:lnTo>
                  <a:pt x="216338" y="2966139"/>
                </a:lnTo>
                <a:cubicBezTo>
                  <a:pt x="212065" y="2966139"/>
                  <a:pt x="208601" y="2962675"/>
                  <a:pt x="208601" y="2958402"/>
                </a:cubicBezTo>
                <a:lnTo>
                  <a:pt x="208601" y="2865566"/>
                </a:lnTo>
                <a:cubicBezTo>
                  <a:pt x="208603" y="2861293"/>
                  <a:pt x="212066" y="2857829"/>
                  <a:pt x="216338" y="2857829"/>
                </a:cubicBezTo>
                <a:close/>
                <a:moveTo>
                  <a:pt x="136456" y="2857829"/>
                </a:moveTo>
                <a:cubicBezTo>
                  <a:pt x="166365" y="2857829"/>
                  <a:pt x="190611" y="2882075"/>
                  <a:pt x="190611" y="2911984"/>
                </a:cubicBezTo>
                <a:cubicBezTo>
                  <a:pt x="190611" y="2941893"/>
                  <a:pt x="166365" y="2966139"/>
                  <a:pt x="136456" y="2966139"/>
                </a:cubicBezTo>
                <a:cubicBezTo>
                  <a:pt x="106547" y="2966139"/>
                  <a:pt x="82301" y="2941893"/>
                  <a:pt x="82301" y="2911984"/>
                </a:cubicBezTo>
                <a:cubicBezTo>
                  <a:pt x="82328" y="2882075"/>
                  <a:pt x="106560" y="2857829"/>
                  <a:pt x="136456" y="2857829"/>
                </a:cubicBezTo>
                <a:close/>
                <a:moveTo>
                  <a:pt x="9069131" y="2738294"/>
                </a:moveTo>
                <a:cubicBezTo>
                  <a:pt x="9047673" y="2738294"/>
                  <a:pt x="9030278" y="2755689"/>
                  <a:pt x="9030278" y="2777147"/>
                </a:cubicBezTo>
                <a:cubicBezTo>
                  <a:pt x="9030278" y="2798605"/>
                  <a:pt x="9047673" y="2816000"/>
                  <a:pt x="9069131" y="2816000"/>
                </a:cubicBezTo>
                <a:cubicBezTo>
                  <a:pt x="9090589" y="2816000"/>
                  <a:pt x="9107984" y="2798605"/>
                  <a:pt x="9107984" y="2777147"/>
                </a:cubicBezTo>
                <a:cubicBezTo>
                  <a:pt x="9107984" y="2755689"/>
                  <a:pt x="9090589" y="2738294"/>
                  <a:pt x="9069131" y="2738294"/>
                </a:cubicBezTo>
                <a:close/>
                <a:moveTo>
                  <a:pt x="8912861" y="2738294"/>
                </a:moveTo>
                <a:cubicBezTo>
                  <a:pt x="8891403" y="2738294"/>
                  <a:pt x="8874008" y="2755689"/>
                  <a:pt x="8874008" y="2777147"/>
                </a:cubicBezTo>
                <a:cubicBezTo>
                  <a:pt x="8874008" y="2798605"/>
                  <a:pt x="8891403" y="2816000"/>
                  <a:pt x="8912861" y="2816000"/>
                </a:cubicBezTo>
                <a:cubicBezTo>
                  <a:pt x="8934319" y="2816000"/>
                  <a:pt x="8951714" y="2798605"/>
                  <a:pt x="8951714" y="2777147"/>
                </a:cubicBezTo>
                <a:cubicBezTo>
                  <a:pt x="8951714" y="2755689"/>
                  <a:pt x="8934319" y="2738294"/>
                  <a:pt x="8912861" y="2738294"/>
                </a:cubicBezTo>
                <a:close/>
                <a:moveTo>
                  <a:pt x="8756590" y="2738294"/>
                </a:moveTo>
                <a:cubicBezTo>
                  <a:pt x="8735132" y="2738294"/>
                  <a:pt x="8717737" y="2755689"/>
                  <a:pt x="8717737" y="2777147"/>
                </a:cubicBezTo>
                <a:cubicBezTo>
                  <a:pt x="8717737" y="2798605"/>
                  <a:pt x="8735132" y="2816000"/>
                  <a:pt x="8756590" y="2816000"/>
                </a:cubicBezTo>
                <a:cubicBezTo>
                  <a:pt x="8778048" y="2816000"/>
                  <a:pt x="8795443" y="2798605"/>
                  <a:pt x="8795443" y="2777147"/>
                </a:cubicBezTo>
                <a:cubicBezTo>
                  <a:pt x="8795443" y="2755689"/>
                  <a:pt x="8778048" y="2738294"/>
                  <a:pt x="8756590" y="2738294"/>
                </a:cubicBezTo>
                <a:close/>
                <a:moveTo>
                  <a:pt x="8632036" y="2738294"/>
                </a:moveTo>
                <a:cubicBezTo>
                  <a:pt x="8610578" y="2738294"/>
                  <a:pt x="8593183" y="2755689"/>
                  <a:pt x="8593183" y="2777147"/>
                </a:cubicBezTo>
                <a:cubicBezTo>
                  <a:pt x="8593183" y="2798605"/>
                  <a:pt x="8610578" y="2816000"/>
                  <a:pt x="8632036" y="2816000"/>
                </a:cubicBezTo>
                <a:cubicBezTo>
                  <a:pt x="8653494" y="2816000"/>
                  <a:pt x="8670889" y="2798605"/>
                  <a:pt x="8670889" y="2777147"/>
                </a:cubicBezTo>
                <a:cubicBezTo>
                  <a:pt x="8670889" y="2755689"/>
                  <a:pt x="8653494" y="2738294"/>
                  <a:pt x="8632036" y="2738294"/>
                </a:cubicBezTo>
                <a:close/>
                <a:moveTo>
                  <a:pt x="8475766" y="2738294"/>
                </a:moveTo>
                <a:cubicBezTo>
                  <a:pt x="8454308" y="2738294"/>
                  <a:pt x="8436913" y="2755689"/>
                  <a:pt x="8436913" y="2777147"/>
                </a:cubicBezTo>
                <a:cubicBezTo>
                  <a:pt x="8436913" y="2798605"/>
                  <a:pt x="8454308" y="2816000"/>
                  <a:pt x="8475766" y="2816000"/>
                </a:cubicBezTo>
                <a:cubicBezTo>
                  <a:pt x="8497224" y="2816000"/>
                  <a:pt x="8514619" y="2798605"/>
                  <a:pt x="8514619" y="2777147"/>
                </a:cubicBezTo>
                <a:cubicBezTo>
                  <a:pt x="8514619" y="2755689"/>
                  <a:pt x="8497224" y="2738294"/>
                  <a:pt x="8475766" y="2738294"/>
                </a:cubicBezTo>
                <a:close/>
                <a:moveTo>
                  <a:pt x="8351212" y="2738294"/>
                </a:moveTo>
                <a:cubicBezTo>
                  <a:pt x="8329754" y="2738294"/>
                  <a:pt x="8312359" y="2755689"/>
                  <a:pt x="8312359" y="2777147"/>
                </a:cubicBezTo>
                <a:cubicBezTo>
                  <a:pt x="8312359" y="2798605"/>
                  <a:pt x="8329754" y="2816000"/>
                  <a:pt x="8351212" y="2816000"/>
                </a:cubicBezTo>
                <a:cubicBezTo>
                  <a:pt x="8372670" y="2816000"/>
                  <a:pt x="8390065" y="2798605"/>
                  <a:pt x="8390065" y="2777147"/>
                </a:cubicBezTo>
                <a:cubicBezTo>
                  <a:pt x="8390065" y="2755689"/>
                  <a:pt x="8372670" y="2738294"/>
                  <a:pt x="8351212" y="2738294"/>
                </a:cubicBezTo>
                <a:close/>
                <a:moveTo>
                  <a:pt x="8226658" y="2738294"/>
                </a:moveTo>
                <a:cubicBezTo>
                  <a:pt x="8205200" y="2738294"/>
                  <a:pt x="8187805" y="2755689"/>
                  <a:pt x="8187805" y="2777147"/>
                </a:cubicBezTo>
                <a:cubicBezTo>
                  <a:pt x="8187805" y="2798605"/>
                  <a:pt x="8205200" y="2816000"/>
                  <a:pt x="8226658" y="2816000"/>
                </a:cubicBezTo>
                <a:cubicBezTo>
                  <a:pt x="8248116" y="2816000"/>
                  <a:pt x="8265511" y="2798605"/>
                  <a:pt x="8265511" y="2777147"/>
                </a:cubicBezTo>
                <a:cubicBezTo>
                  <a:pt x="8265511" y="2755689"/>
                  <a:pt x="8248116" y="2738294"/>
                  <a:pt x="8226658" y="2738294"/>
                </a:cubicBezTo>
                <a:close/>
                <a:moveTo>
                  <a:pt x="8038671" y="2738294"/>
                </a:moveTo>
                <a:cubicBezTo>
                  <a:pt x="8017213" y="2738294"/>
                  <a:pt x="7999818" y="2755689"/>
                  <a:pt x="7999818" y="2777147"/>
                </a:cubicBezTo>
                <a:cubicBezTo>
                  <a:pt x="7999818" y="2798605"/>
                  <a:pt x="8017213" y="2816000"/>
                  <a:pt x="8038671" y="2816000"/>
                </a:cubicBezTo>
                <a:cubicBezTo>
                  <a:pt x="8060129" y="2816000"/>
                  <a:pt x="8077524" y="2798605"/>
                  <a:pt x="8077524" y="2777147"/>
                </a:cubicBezTo>
                <a:cubicBezTo>
                  <a:pt x="8077524" y="2755689"/>
                  <a:pt x="8060129" y="2738294"/>
                  <a:pt x="8038671" y="2738294"/>
                </a:cubicBezTo>
                <a:close/>
                <a:moveTo>
                  <a:pt x="7850684" y="2738294"/>
                </a:moveTo>
                <a:cubicBezTo>
                  <a:pt x="7829226" y="2738294"/>
                  <a:pt x="7811831" y="2755689"/>
                  <a:pt x="7811831" y="2777147"/>
                </a:cubicBezTo>
                <a:cubicBezTo>
                  <a:pt x="7811831" y="2798605"/>
                  <a:pt x="7829226" y="2816000"/>
                  <a:pt x="7850684" y="2816000"/>
                </a:cubicBezTo>
                <a:cubicBezTo>
                  <a:pt x="7872142" y="2816000"/>
                  <a:pt x="7889537" y="2798605"/>
                  <a:pt x="7889537" y="2777147"/>
                </a:cubicBezTo>
                <a:cubicBezTo>
                  <a:pt x="7889537" y="2755689"/>
                  <a:pt x="7872142" y="2738294"/>
                  <a:pt x="7850684" y="2738294"/>
                </a:cubicBezTo>
                <a:close/>
                <a:moveTo>
                  <a:pt x="7694414" y="2738294"/>
                </a:moveTo>
                <a:cubicBezTo>
                  <a:pt x="7672956" y="2738294"/>
                  <a:pt x="7655561" y="2755689"/>
                  <a:pt x="7655561" y="2777147"/>
                </a:cubicBezTo>
                <a:cubicBezTo>
                  <a:pt x="7655561" y="2798605"/>
                  <a:pt x="7672956" y="2816000"/>
                  <a:pt x="7694414" y="2816000"/>
                </a:cubicBezTo>
                <a:cubicBezTo>
                  <a:pt x="7715872" y="2816000"/>
                  <a:pt x="7733267" y="2798605"/>
                  <a:pt x="7733267" y="2777147"/>
                </a:cubicBezTo>
                <a:cubicBezTo>
                  <a:pt x="7733267" y="2755689"/>
                  <a:pt x="7715872" y="2738294"/>
                  <a:pt x="7694414" y="2738294"/>
                </a:cubicBezTo>
                <a:close/>
                <a:moveTo>
                  <a:pt x="7538143" y="2738294"/>
                </a:moveTo>
                <a:cubicBezTo>
                  <a:pt x="7516685" y="2738294"/>
                  <a:pt x="7499290" y="2755689"/>
                  <a:pt x="7499290" y="2777147"/>
                </a:cubicBezTo>
                <a:cubicBezTo>
                  <a:pt x="7499290" y="2798605"/>
                  <a:pt x="7516685" y="2816000"/>
                  <a:pt x="7538143" y="2816000"/>
                </a:cubicBezTo>
                <a:cubicBezTo>
                  <a:pt x="7559601" y="2816000"/>
                  <a:pt x="7576996" y="2798605"/>
                  <a:pt x="7576996" y="2777147"/>
                </a:cubicBezTo>
                <a:cubicBezTo>
                  <a:pt x="7576996" y="2755689"/>
                  <a:pt x="7559601" y="2738294"/>
                  <a:pt x="7538143" y="2738294"/>
                </a:cubicBezTo>
                <a:close/>
                <a:moveTo>
                  <a:pt x="7413589" y="2738294"/>
                </a:moveTo>
                <a:cubicBezTo>
                  <a:pt x="7392131" y="2738294"/>
                  <a:pt x="7374736" y="2755689"/>
                  <a:pt x="7374736" y="2777147"/>
                </a:cubicBezTo>
                <a:cubicBezTo>
                  <a:pt x="7374736" y="2798605"/>
                  <a:pt x="7392131" y="2816000"/>
                  <a:pt x="7413589" y="2816000"/>
                </a:cubicBezTo>
                <a:cubicBezTo>
                  <a:pt x="7435047" y="2816000"/>
                  <a:pt x="7452442" y="2798605"/>
                  <a:pt x="7452442" y="2777147"/>
                </a:cubicBezTo>
                <a:cubicBezTo>
                  <a:pt x="7452442" y="2755689"/>
                  <a:pt x="7435047" y="2738294"/>
                  <a:pt x="7413589" y="2738294"/>
                </a:cubicBezTo>
                <a:close/>
                <a:moveTo>
                  <a:pt x="7257319" y="2738294"/>
                </a:moveTo>
                <a:cubicBezTo>
                  <a:pt x="7235861" y="2738294"/>
                  <a:pt x="7218466" y="2755689"/>
                  <a:pt x="7218466" y="2777147"/>
                </a:cubicBezTo>
                <a:cubicBezTo>
                  <a:pt x="7218466" y="2798605"/>
                  <a:pt x="7235861" y="2816000"/>
                  <a:pt x="7257319" y="2816000"/>
                </a:cubicBezTo>
                <a:cubicBezTo>
                  <a:pt x="7278777" y="2816000"/>
                  <a:pt x="7296172" y="2798605"/>
                  <a:pt x="7296172" y="2777147"/>
                </a:cubicBezTo>
                <a:cubicBezTo>
                  <a:pt x="7296172" y="2755689"/>
                  <a:pt x="7278777" y="2738294"/>
                  <a:pt x="7257319" y="2738294"/>
                </a:cubicBezTo>
                <a:close/>
                <a:moveTo>
                  <a:pt x="7129359" y="2738294"/>
                </a:moveTo>
                <a:cubicBezTo>
                  <a:pt x="7107901" y="2738294"/>
                  <a:pt x="7090506" y="2755689"/>
                  <a:pt x="7090506" y="2777147"/>
                </a:cubicBezTo>
                <a:cubicBezTo>
                  <a:pt x="7090506" y="2798605"/>
                  <a:pt x="7107901" y="2816000"/>
                  <a:pt x="7129359" y="2816000"/>
                </a:cubicBezTo>
                <a:cubicBezTo>
                  <a:pt x="7150817" y="2816000"/>
                  <a:pt x="7168212" y="2798605"/>
                  <a:pt x="7168212" y="2777147"/>
                </a:cubicBezTo>
                <a:cubicBezTo>
                  <a:pt x="7168212" y="2755689"/>
                  <a:pt x="7150817" y="2738294"/>
                  <a:pt x="7129359" y="2738294"/>
                </a:cubicBezTo>
                <a:close/>
                <a:moveTo>
                  <a:pt x="6973087" y="2738294"/>
                </a:moveTo>
                <a:cubicBezTo>
                  <a:pt x="6951629" y="2738294"/>
                  <a:pt x="6934234" y="2755689"/>
                  <a:pt x="6934234" y="2777147"/>
                </a:cubicBezTo>
                <a:cubicBezTo>
                  <a:pt x="6934234" y="2798605"/>
                  <a:pt x="6951629" y="2816000"/>
                  <a:pt x="6973087" y="2816000"/>
                </a:cubicBezTo>
                <a:cubicBezTo>
                  <a:pt x="6994545" y="2816000"/>
                  <a:pt x="7011940" y="2798605"/>
                  <a:pt x="7011940" y="2777147"/>
                </a:cubicBezTo>
                <a:cubicBezTo>
                  <a:pt x="7011940" y="2755689"/>
                  <a:pt x="6994545" y="2738294"/>
                  <a:pt x="6973087" y="2738294"/>
                </a:cubicBezTo>
                <a:close/>
                <a:moveTo>
                  <a:pt x="6848533" y="2738294"/>
                </a:moveTo>
                <a:cubicBezTo>
                  <a:pt x="6827075" y="2738294"/>
                  <a:pt x="6809680" y="2755689"/>
                  <a:pt x="6809680" y="2777147"/>
                </a:cubicBezTo>
                <a:cubicBezTo>
                  <a:pt x="6809680" y="2798605"/>
                  <a:pt x="6827075" y="2816000"/>
                  <a:pt x="6848533" y="2816000"/>
                </a:cubicBezTo>
                <a:cubicBezTo>
                  <a:pt x="6869991" y="2816000"/>
                  <a:pt x="6887386" y="2798605"/>
                  <a:pt x="6887386" y="2777147"/>
                </a:cubicBezTo>
                <a:cubicBezTo>
                  <a:pt x="6887386" y="2755689"/>
                  <a:pt x="6869991" y="2738294"/>
                  <a:pt x="6848533" y="2738294"/>
                </a:cubicBezTo>
                <a:close/>
                <a:moveTo>
                  <a:pt x="6692262" y="2738294"/>
                </a:moveTo>
                <a:cubicBezTo>
                  <a:pt x="6670804" y="2738294"/>
                  <a:pt x="6653409" y="2755689"/>
                  <a:pt x="6653409" y="2777147"/>
                </a:cubicBezTo>
                <a:cubicBezTo>
                  <a:pt x="6653409" y="2798605"/>
                  <a:pt x="6670804" y="2816000"/>
                  <a:pt x="6692262" y="2816000"/>
                </a:cubicBezTo>
                <a:cubicBezTo>
                  <a:pt x="6713720" y="2816000"/>
                  <a:pt x="6731115" y="2798605"/>
                  <a:pt x="6731115" y="2777147"/>
                </a:cubicBezTo>
                <a:cubicBezTo>
                  <a:pt x="6731115" y="2755689"/>
                  <a:pt x="6713720" y="2738294"/>
                  <a:pt x="6692262" y="2738294"/>
                </a:cubicBezTo>
                <a:close/>
                <a:moveTo>
                  <a:pt x="6504275" y="2738294"/>
                </a:moveTo>
                <a:cubicBezTo>
                  <a:pt x="6482817" y="2738294"/>
                  <a:pt x="6465422" y="2755689"/>
                  <a:pt x="6465422" y="2777147"/>
                </a:cubicBezTo>
                <a:cubicBezTo>
                  <a:pt x="6465422" y="2798605"/>
                  <a:pt x="6482817" y="2816000"/>
                  <a:pt x="6504275" y="2816000"/>
                </a:cubicBezTo>
                <a:cubicBezTo>
                  <a:pt x="6525733" y="2816000"/>
                  <a:pt x="6543128" y="2798605"/>
                  <a:pt x="6543128" y="2777147"/>
                </a:cubicBezTo>
                <a:cubicBezTo>
                  <a:pt x="6543128" y="2755689"/>
                  <a:pt x="6525733" y="2738294"/>
                  <a:pt x="6504275" y="2738294"/>
                </a:cubicBezTo>
                <a:close/>
                <a:moveTo>
                  <a:pt x="6348005" y="2738294"/>
                </a:moveTo>
                <a:cubicBezTo>
                  <a:pt x="6326547" y="2738294"/>
                  <a:pt x="6309152" y="2755689"/>
                  <a:pt x="6309152" y="2777147"/>
                </a:cubicBezTo>
                <a:cubicBezTo>
                  <a:pt x="6309152" y="2798605"/>
                  <a:pt x="6326547" y="2816000"/>
                  <a:pt x="6348005" y="2816000"/>
                </a:cubicBezTo>
                <a:cubicBezTo>
                  <a:pt x="6369463" y="2816000"/>
                  <a:pt x="6386858" y="2798605"/>
                  <a:pt x="6386858" y="2777147"/>
                </a:cubicBezTo>
                <a:cubicBezTo>
                  <a:pt x="6386858" y="2755689"/>
                  <a:pt x="6369463" y="2738294"/>
                  <a:pt x="6348005" y="2738294"/>
                </a:cubicBezTo>
                <a:close/>
                <a:moveTo>
                  <a:pt x="6160018" y="2738294"/>
                </a:moveTo>
                <a:cubicBezTo>
                  <a:pt x="6138560" y="2738294"/>
                  <a:pt x="6121165" y="2755689"/>
                  <a:pt x="6121165" y="2777147"/>
                </a:cubicBezTo>
                <a:cubicBezTo>
                  <a:pt x="6121165" y="2798605"/>
                  <a:pt x="6138560" y="2816000"/>
                  <a:pt x="6160018" y="2816000"/>
                </a:cubicBezTo>
                <a:cubicBezTo>
                  <a:pt x="6181476" y="2816000"/>
                  <a:pt x="6198871" y="2798605"/>
                  <a:pt x="6198871" y="2777147"/>
                </a:cubicBezTo>
                <a:cubicBezTo>
                  <a:pt x="6198871" y="2755689"/>
                  <a:pt x="6181476" y="2738294"/>
                  <a:pt x="6160018" y="2738294"/>
                </a:cubicBezTo>
                <a:close/>
                <a:moveTo>
                  <a:pt x="6035464" y="2738294"/>
                </a:moveTo>
                <a:cubicBezTo>
                  <a:pt x="6014006" y="2738294"/>
                  <a:pt x="5996611" y="2755689"/>
                  <a:pt x="5996611" y="2777147"/>
                </a:cubicBezTo>
                <a:cubicBezTo>
                  <a:pt x="5996611" y="2798605"/>
                  <a:pt x="6014006" y="2816000"/>
                  <a:pt x="6035464" y="2816000"/>
                </a:cubicBezTo>
                <a:cubicBezTo>
                  <a:pt x="6056922" y="2816000"/>
                  <a:pt x="6074317" y="2798605"/>
                  <a:pt x="6074317" y="2777147"/>
                </a:cubicBezTo>
                <a:cubicBezTo>
                  <a:pt x="6074317" y="2755689"/>
                  <a:pt x="6056922" y="2738294"/>
                  <a:pt x="6035464" y="2738294"/>
                </a:cubicBezTo>
                <a:close/>
                <a:moveTo>
                  <a:pt x="5910910" y="2738294"/>
                </a:moveTo>
                <a:cubicBezTo>
                  <a:pt x="5889452" y="2738294"/>
                  <a:pt x="5872057" y="2755689"/>
                  <a:pt x="5872057" y="2777147"/>
                </a:cubicBezTo>
                <a:cubicBezTo>
                  <a:pt x="5872057" y="2798605"/>
                  <a:pt x="5889452" y="2816000"/>
                  <a:pt x="5910910" y="2816000"/>
                </a:cubicBezTo>
                <a:cubicBezTo>
                  <a:pt x="5932368" y="2816000"/>
                  <a:pt x="5949763" y="2798605"/>
                  <a:pt x="5949763" y="2777147"/>
                </a:cubicBezTo>
                <a:cubicBezTo>
                  <a:pt x="5949763" y="2755689"/>
                  <a:pt x="5932368" y="2738294"/>
                  <a:pt x="5910910" y="2738294"/>
                </a:cubicBezTo>
                <a:close/>
                <a:moveTo>
                  <a:pt x="5754640" y="2738294"/>
                </a:moveTo>
                <a:cubicBezTo>
                  <a:pt x="5733182" y="2738294"/>
                  <a:pt x="5715787" y="2755689"/>
                  <a:pt x="5715787" y="2777147"/>
                </a:cubicBezTo>
                <a:cubicBezTo>
                  <a:pt x="5715787" y="2798605"/>
                  <a:pt x="5733182" y="2816000"/>
                  <a:pt x="5754640" y="2816000"/>
                </a:cubicBezTo>
                <a:cubicBezTo>
                  <a:pt x="5776098" y="2816000"/>
                  <a:pt x="5793493" y="2798605"/>
                  <a:pt x="5793493" y="2777147"/>
                </a:cubicBezTo>
                <a:cubicBezTo>
                  <a:pt x="5793493" y="2755689"/>
                  <a:pt x="5776098" y="2738294"/>
                  <a:pt x="5754640" y="2738294"/>
                </a:cubicBezTo>
                <a:close/>
                <a:moveTo>
                  <a:pt x="5630086" y="2738294"/>
                </a:moveTo>
                <a:cubicBezTo>
                  <a:pt x="5608628" y="2738294"/>
                  <a:pt x="5591233" y="2755689"/>
                  <a:pt x="5591233" y="2777147"/>
                </a:cubicBezTo>
                <a:cubicBezTo>
                  <a:pt x="5591233" y="2798605"/>
                  <a:pt x="5608628" y="2816000"/>
                  <a:pt x="5630086" y="2816000"/>
                </a:cubicBezTo>
                <a:cubicBezTo>
                  <a:pt x="5651544" y="2816000"/>
                  <a:pt x="5668939" y="2798605"/>
                  <a:pt x="5668939" y="2777147"/>
                </a:cubicBezTo>
                <a:cubicBezTo>
                  <a:pt x="5668939" y="2755689"/>
                  <a:pt x="5651544" y="2738294"/>
                  <a:pt x="5630086" y="2738294"/>
                </a:cubicBezTo>
                <a:close/>
                <a:moveTo>
                  <a:pt x="5473815" y="2738294"/>
                </a:moveTo>
                <a:cubicBezTo>
                  <a:pt x="5452357" y="2738294"/>
                  <a:pt x="5434962" y="2755689"/>
                  <a:pt x="5434962" y="2777147"/>
                </a:cubicBezTo>
                <a:cubicBezTo>
                  <a:pt x="5434962" y="2798605"/>
                  <a:pt x="5452357" y="2816000"/>
                  <a:pt x="5473815" y="2816000"/>
                </a:cubicBezTo>
                <a:cubicBezTo>
                  <a:pt x="5495273" y="2816000"/>
                  <a:pt x="5512668" y="2798605"/>
                  <a:pt x="5512668" y="2777147"/>
                </a:cubicBezTo>
                <a:cubicBezTo>
                  <a:pt x="5512668" y="2755689"/>
                  <a:pt x="5495273" y="2738294"/>
                  <a:pt x="5473815" y="2738294"/>
                </a:cubicBezTo>
                <a:close/>
                <a:moveTo>
                  <a:pt x="5317545" y="2738294"/>
                </a:moveTo>
                <a:cubicBezTo>
                  <a:pt x="5296087" y="2738294"/>
                  <a:pt x="5278692" y="2755689"/>
                  <a:pt x="5278692" y="2777147"/>
                </a:cubicBezTo>
                <a:cubicBezTo>
                  <a:pt x="5278692" y="2798605"/>
                  <a:pt x="5296087" y="2816000"/>
                  <a:pt x="5317545" y="2816000"/>
                </a:cubicBezTo>
                <a:cubicBezTo>
                  <a:pt x="5339003" y="2816000"/>
                  <a:pt x="5356398" y="2798605"/>
                  <a:pt x="5356398" y="2777147"/>
                </a:cubicBezTo>
                <a:cubicBezTo>
                  <a:pt x="5356398" y="2755689"/>
                  <a:pt x="5339003" y="2738294"/>
                  <a:pt x="5317545" y="2738294"/>
                </a:cubicBezTo>
                <a:close/>
                <a:moveTo>
                  <a:pt x="5129558" y="2738294"/>
                </a:moveTo>
                <a:cubicBezTo>
                  <a:pt x="5108100" y="2738294"/>
                  <a:pt x="5090705" y="2755689"/>
                  <a:pt x="5090705" y="2777147"/>
                </a:cubicBezTo>
                <a:cubicBezTo>
                  <a:pt x="5090705" y="2798605"/>
                  <a:pt x="5108100" y="2816000"/>
                  <a:pt x="5129558" y="2816000"/>
                </a:cubicBezTo>
                <a:cubicBezTo>
                  <a:pt x="5151016" y="2816000"/>
                  <a:pt x="5168411" y="2798605"/>
                  <a:pt x="5168411" y="2777147"/>
                </a:cubicBezTo>
                <a:cubicBezTo>
                  <a:pt x="5168411" y="2755689"/>
                  <a:pt x="5151016" y="2738294"/>
                  <a:pt x="5129558" y="2738294"/>
                </a:cubicBezTo>
                <a:close/>
                <a:moveTo>
                  <a:pt x="4941571" y="2738294"/>
                </a:moveTo>
                <a:cubicBezTo>
                  <a:pt x="4920113" y="2738294"/>
                  <a:pt x="4902718" y="2755689"/>
                  <a:pt x="4902718" y="2777147"/>
                </a:cubicBezTo>
                <a:cubicBezTo>
                  <a:pt x="4902718" y="2798605"/>
                  <a:pt x="4920113" y="2816000"/>
                  <a:pt x="4941571" y="2816000"/>
                </a:cubicBezTo>
                <a:cubicBezTo>
                  <a:pt x="4963029" y="2816000"/>
                  <a:pt x="4980424" y="2798605"/>
                  <a:pt x="4980424" y="2777147"/>
                </a:cubicBezTo>
                <a:cubicBezTo>
                  <a:pt x="4980424" y="2755689"/>
                  <a:pt x="4963029" y="2738294"/>
                  <a:pt x="4941571" y="2738294"/>
                </a:cubicBezTo>
                <a:close/>
                <a:moveTo>
                  <a:pt x="4817017" y="2738294"/>
                </a:moveTo>
                <a:cubicBezTo>
                  <a:pt x="4795559" y="2738294"/>
                  <a:pt x="4778164" y="2755689"/>
                  <a:pt x="4778164" y="2777147"/>
                </a:cubicBezTo>
                <a:cubicBezTo>
                  <a:pt x="4778164" y="2798605"/>
                  <a:pt x="4795559" y="2816000"/>
                  <a:pt x="4817017" y="2816000"/>
                </a:cubicBezTo>
                <a:cubicBezTo>
                  <a:pt x="4838475" y="2816000"/>
                  <a:pt x="4855870" y="2798605"/>
                  <a:pt x="4855870" y="2777147"/>
                </a:cubicBezTo>
                <a:cubicBezTo>
                  <a:pt x="4855870" y="2755689"/>
                  <a:pt x="4838475" y="2738294"/>
                  <a:pt x="4817017" y="2738294"/>
                </a:cubicBezTo>
                <a:close/>
                <a:moveTo>
                  <a:pt x="4692463" y="2738294"/>
                </a:moveTo>
                <a:cubicBezTo>
                  <a:pt x="4671005" y="2738294"/>
                  <a:pt x="4653610" y="2755689"/>
                  <a:pt x="4653610" y="2777147"/>
                </a:cubicBezTo>
                <a:cubicBezTo>
                  <a:pt x="4653610" y="2798605"/>
                  <a:pt x="4671005" y="2816000"/>
                  <a:pt x="4692463" y="2816000"/>
                </a:cubicBezTo>
                <a:cubicBezTo>
                  <a:pt x="4713921" y="2816000"/>
                  <a:pt x="4731316" y="2798605"/>
                  <a:pt x="4731316" y="2777147"/>
                </a:cubicBezTo>
                <a:cubicBezTo>
                  <a:pt x="4731316" y="2755689"/>
                  <a:pt x="4713921" y="2738294"/>
                  <a:pt x="4692463" y="2738294"/>
                </a:cubicBezTo>
                <a:close/>
                <a:moveTo>
                  <a:pt x="4567909" y="2738294"/>
                </a:moveTo>
                <a:cubicBezTo>
                  <a:pt x="4546451" y="2738294"/>
                  <a:pt x="4529056" y="2755689"/>
                  <a:pt x="4529056" y="2777147"/>
                </a:cubicBezTo>
                <a:cubicBezTo>
                  <a:pt x="4529056" y="2798605"/>
                  <a:pt x="4546451" y="2816000"/>
                  <a:pt x="4567909" y="2816000"/>
                </a:cubicBezTo>
                <a:cubicBezTo>
                  <a:pt x="4589367" y="2816000"/>
                  <a:pt x="4606762" y="2798605"/>
                  <a:pt x="4606762" y="2777147"/>
                </a:cubicBezTo>
                <a:cubicBezTo>
                  <a:pt x="4606762" y="2755689"/>
                  <a:pt x="4589367" y="2738294"/>
                  <a:pt x="4567909" y="2738294"/>
                </a:cubicBezTo>
                <a:close/>
                <a:moveTo>
                  <a:pt x="4379922" y="2738294"/>
                </a:moveTo>
                <a:cubicBezTo>
                  <a:pt x="4358464" y="2738294"/>
                  <a:pt x="4341069" y="2755689"/>
                  <a:pt x="4341069" y="2777147"/>
                </a:cubicBezTo>
                <a:cubicBezTo>
                  <a:pt x="4341069" y="2798605"/>
                  <a:pt x="4358464" y="2816000"/>
                  <a:pt x="4379922" y="2816000"/>
                </a:cubicBezTo>
                <a:cubicBezTo>
                  <a:pt x="4401380" y="2816000"/>
                  <a:pt x="4418775" y="2798605"/>
                  <a:pt x="4418775" y="2777147"/>
                </a:cubicBezTo>
                <a:cubicBezTo>
                  <a:pt x="4418775" y="2755689"/>
                  <a:pt x="4401380" y="2738294"/>
                  <a:pt x="4379922" y="2738294"/>
                </a:cubicBezTo>
                <a:close/>
                <a:moveTo>
                  <a:pt x="4191935" y="2738294"/>
                </a:moveTo>
                <a:cubicBezTo>
                  <a:pt x="4170477" y="2738294"/>
                  <a:pt x="4153082" y="2755689"/>
                  <a:pt x="4153082" y="2777147"/>
                </a:cubicBezTo>
                <a:cubicBezTo>
                  <a:pt x="4153082" y="2798605"/>
                  <a:pt x="4170477" y="2816000"/>
                  <a:pt x="4191935" y="2816000"/>
                </a:cubicBezTo>
                <a:cubicBezTo>
                  <a:pt x="4213393" y="2816000"/>
                  <a:pt x="4230788" y="2798605"/>
                  <a:pt x="4230788" y="2777147"/>
                </a:cubicBezTo>
                <a:cubicBezTo>
                  <a:pt x="4230788" y="2755689"/>
                  <a:pt x="4213393" y="2738294"/>
                  <a:pt x="4191935" y="2738294"/>
                </a:cubicBezTo>
                <a:close/>
                <a:moveTo>
                  <a:pt x="4035665" y="2738294"/>
                </a:moveTo>
                <a:cubicBezTo>
                  <a:pt x="4014207" y="2738294"/>
                  <a:pt x="3996812" y="2755689"/>
                  <a:pt x="3996812" y="2777147"/>
                </a:cubicBezTo>
                <a:cubicBezTo>
                  <a:pt x="3996812" y="2798605"/>
                  <a:pt x="4014207" y="2816000"/>
                  <a:pt x="4035665" y="2816000"/>
                </a:cubicBezTo>
                <a:cubicBezTo>
                  <a:pt x="4057123" y="2816000"/>
                  <a:pt x="4074518" y="2798605"/>
                  <a:pt x="4074518" y="2777147"/>
                </a:cubicBezTo>
                <a:cubicBezTo>
                  <a:pt x="4074518" y="2755689"/>
                  <a:pt x="4057123" y="2738294"/>
                  <a:pt x="4035665" y="2738294"/>
                </a:cubicBezTo>
                <a:close/>
                <a:moveTo>
                  <a:pt x="3879394" y="2738294"/>
                </a:moveTo>
                <a:cubicBezTo>
                  <a:pt x="3857936" y="2738294"/>
                  <a:pt x="3840541" y="2755689"/>
                  <a:pt x="3840541" y="2777147"/>
                </a:cubicBezTo>
                <a:cubicBezTo>
                  <a:pt x="3840541" y="2798605"/>
                  <a:pt x="3857936" y="2816000"/>
                  <a:pt x="3879394" y="2816000"/>
                </a:cubicBezTo>
                <a:cubicBezTo>
                  <a:pt x="3900852" y="2816000"/>
                  <a:pt x="3918247" y="2798605"/>
                  <a:pt x="3918247" y="2777147"/>
                </a:cubicBezTo>
                <a:cubicBezTo>
                  <a:pt x="3918247" y="2755689"/>
                  <a:pt x="3900852" y="2738294"/>
                  <a:pt x="3879394" y="2738294"/>
                </a:cubicBezTo>
                <a:close/>
                <a:moveTo>
                  <a:pt x="3754840" y="2738294"/>
                </a:moveTo>
                <a:cubicBezTo>
                  <a:pt x="3733382" y="2738294"/>
                  <a:pt x="3715987" y="2755689"/>
                  <a:pt x="3715987" y="2777147"/>
                </a:cubicBezTo>
                <a:cubicBezTo>
                  <a:pt x="3715987" y="2798605"/>
                  <a:pt x="3733382" y="2816000"/>
                  <a:pt x="3754840" y="2816000"/>
                </a:cubicBezTo>
                <a:cubicBezTo>
                  <a:pt x="3776298" y="2816000"/>
                  <a:pt x="3793693" y="2798605"/>
                  <a:pt x="3793693" y="2777147"/>
                </a:cubicBezTo>
                <a:cubicBezTo>
                  <a:pt x="3793693" y="2755689"/>
                  <a:pt x="3776298" y="2738294"/>
                  <a:pt x="3754840" y="2738294"/>
                </a:cubicBezTo>
                <a:close/>
                <a:moveTo>
                  <a:pt x="3598570" y="2738294"/>
                </a:moveTo>
                <a:cubicBezTo>
                  <a:pt x="3577112" y="2738294"/>
                  <a:pt x="3559717" y="2755689"/>
                  <a:pt x="3559717" y="2777147"/>
                </a:cubicBezTo>
                <a:cubicBezTo>
                  <a:pt x="3559717" y="2798605"/>
                  <a:pt x="3577112" y="2816000"/>
                  <a:pt x="3598570" y="2816000"/>
                </a:cubicBezTo>
                <a:cubicBezTo>
                  <a:pt x="3620028" y="2816000"/>
                  <a:pt x="3637423" y="2798605"/>
                  <a:pt x="3637423" y="2777147"/>
                </a:cubicBezTo>
                <a:cubicBezTo>
                  <a:pt x="3637423" y="2755689"/>
                  <a:pt x="3620028" y="2738294"/>
                  <a:pt x="3598570" y="2738294"/>
                </a:cubicBezTo>
                <a:close/>
                <a:moveTo>
                  <a:pt x="3474016" y="2738294"/>
                </a:moveTo>
                <a:cubicBezTo>
                  <a:pt x="3452558" y="2738294"/>
                  <a:pt x="3435163" y="2755689"/>
                  <a:pt x="3435163" y="2777147"/>
                </a:cubicBezTo>
                <a:cubicBezTo>
                  <a:pt x="3435163" y="2798605"/>
                  <a:pt x="3452558" y="2816000"/>
                  <a:pt x="3474016" y="2816000"/>
                </a:cubicBezTo>
                <a:cubicBezTo>
                  <a:pt x="3495474" y="2816000"/>
                  <a:pt x="3512869" y="2798605"/>
                  <a:pt x="3512869" y="2777147"/>
                </a:cubicBezTo>
                <a:cubicBezTo>
                  <a:pt x="3512869" y="2755689"/>
                  <a:pt x="3495474" y="2738294"/>
                  <a:pt x="3474016" y="2738294"/>
                </a:cubicBezTo>
                <a:close/>
                <a:moveTo>
                  <a:pt x="3317746" y="2738294"/>
                </a:moveTo>
                <a:cubicBezTo>
                  <a:pt x="3296288" y="2738294"/>
                  <a:pt x="3278893" y="2755689"/>
                  <a:pt x="3278893" y="2777147"/>
                </a:cubicBezTo>
                <a:cubicBezTo>
                  <a:pt x="3278893" y="2798605"/>
                  <a:pt x="3296288" y="2816000"/>
                  <a:pt x="3317746" y="2816000"/>
                </a:cubicBezTo>
                <a:cubicBezTo>
                  <a:pt x="3339204" y="2816000"/>
                  <a:pt x="3356599" y="2798605"/>
                  <a:pt x="3356599" y="2777147"/>
                </a:cubicBezTo>
                <a:cubicBezTo>
                  <a:pt x="3356599" y="2755689"/>
                  <a:pt x="3339204" y="2738294"/>
                  <a:pt x="3317746" y="2738294"/>
                </a:cubicBezTo>
                <a:close/>
                <a:moveTo>
                  <a:pt x="3193192" y="2738294"/>
                </a:moveTo>
                <a:cubicBezTo>
                  <a:pt x="3171734" y="2738294"/>
                  <a:pt x="3154339" y="2755689"/>
                  <a:pt x="3154339" y="2777147"/>
                </a:cubicBezTo>
                <a:cubicBezTo>
                  <a:pt x="3154339" y="2798605"/>
                  <a:pt x="3171734" y="2816000"/>
                  <a:pt x="3193192" y="2816000"/>
                </a:cubicBezTo>
                <a:cubicBezTo>
                  <a:pt x="3214650" y="2816000"/>
                  <a:pt x="3232045" y="2798605"/>
                  <a:pt x="3232045" y="2777147"/>
                </a:cubicBezTo>
                <a:cubicBezTo>
                  <a:pt x="3232045" y="2755689"/>
                  <a:pt x="3214650" y="2738294"/>
                  <a:pt x="3193192" y="2738294"/>
                </a:cubicBezTo>
                <a:close/>
                <a:moveTo>
                  <a:pt x="3036921" y="2738294"/>
                </a:moveTo>
                <a:cubicBezTo>
                  <a:pt x="3015463" y="2738294"/>
                  <a:pt x="2998068" y="2755689"/>
                  <a:pt x="2998068" y="2777147"/>
                </a:cubicBezTo>
                <a:cubicBezTo>
                  <a:pt x="2998068" y="2798605"/>
                  <a:pt x="3015463" y="2816000"/>
                  <a:pt x="3036921" y="2816000"/>
                </a:cubicBezTo>
                <a:cubicBezTo>
                  <a:pt x="3058379" y="2816000"/>
                  <a:pt x="3075774" y="2798605"/>
                  <a:pt x="3075774" y="2777147"/>
                </a:cubicBezTo>
                <a:cubicBezTo>
                  <a:pt x="3075774" y="2755689"/>
                  <a:pt x="3058379" y="2738294"/>
                  <a:pt x="3036921" y="2738294"/>
                </a:cubicBezTo>
                <a:close/>
                <a:moveTo>
                  <a:pt x="2880651" y="2738294"/>
                </a:moveTo>
                <a:cubicBezTo>
                  <a:pt x="2859193" y="2738294"/>
                  <a:pt x="2841798" y="2755689"/>
                  <a:pt x="2841798" y="2777147"/>
                </a:cubicBezTo>
                <a:cubicBezTo>
                  <a:pt x="2841798" y="2798605"/>
                  <a:pt x="2859193" y="2816000"/>
                  <a:pt x="2880651" y="2816000"/>
                </a:cubicBezTo>
                <a:cubicBezTo>
                  <a:pt x="2902109" y="2816000"/>
                  <a:pt x="2919504" y="2798605"/>
                  <a:pt x="2919504" y="2777147"/>
                </a:cubicBezTo>
                <a:cubicBezTo>
                  <a:pt x="2919504" y="2755689"/>
                  <a:pt x="2902109" y="2738294"/>
                  <a:pt x="2880651" y="2738294"/>
                </a:cubicBezTo>
                <a:close/>
                <a:moveTo>
                  <a:pt x="2692664" y="2738294"/>
                </a:moveTo>
                <a:cubicBezTo>
                  <a:pt x="2671206" y="2738294"/>
                  <a:pt x="2653811" y="2755689"/>
                  <a:pt x="2653811" y="2777147"/>
                </a:cubicBezTo>
                <a:cubicBezTo>
                  <a:pt x="2653811" y="2798605"/>
                  <a:pt x="2671206" y="2816000"/>
                  <a:pt x="2692664" y="2816000"/>
                </a:cubicBezTo>
                <a:cubicBezTo>
                  <a:pt x="2714122" y="2816000"/>
                  <a:pt x="2731517" y="2798605"/>
                  <a:pt x="2731517" y="2777147"/>
                </a:cubicBezTo>
                <a:cubicBezTo>
                  <a:pt x="2731517" y="2755689"/>
                  <a:pt x="2714122" y="2738294"/>
                  <a:pt x="2692664" y="2738294"/>
                </a:cubicBezTo>
                <a:close/>
                <a:moveTo>
                  <a:pt x="2504677" y="2738294"/>
                </a:moveTo>
                <a:cubicBezTo>
                  <a:pt x="2483219" y="2738294"/>
                  <a:pt x="2465824" y="2755689"/>
                  <a:pt x="2465824" y="2777147"/>
                </a:cubicBezTo>
                <a:cubicBezTo>
                  <a:pt x="2465824" y="2798605"/>
                  <a:pt x="2483219" y="2816000"/>
                  <a:pt x="2504677" y="2816000"/>
                </a:cubicBezTo>
                <a:cubicBezTo>
                  <a:pt x="2526135" y="2816000"/>
                  <a:pt x="2543530" y="2798605"/>
                  <a:pt x="2543530" y="2777147"/>
                </a:cubicBezTo>
                <a:cubicBezTo>
                  <a:pt x="2543530" y="2755689"/>
                  <a:pt x="2526135" y="2738294"/>
                  <a:pt x="2504677" y="2738294"/>
                </a:cubicBezTo>
                <a:close/>
                <a:moveTo>
                  <a:pt x="2380123" y="2738294"/>
                </a:moveTo>
                <a:cubicBezTo>
                  <a:pt x="2358665" y="2738294"/>
                  <a:pt x="2341270" y="2755689"/>
                  <a:pt x="2341270" y="2777147"/>
                </a:cubicBezTo>
                <a:cubicBezTo>
                  <a:pt x="2341270" y="2798605"/>
                  <a:pt x="2358665" y="2816000"/>
                  <a:pt x="2380123" y="2816000"/>
                </a:cubicBezTo>
                <a:cubicBezTo>
                  <a:pt x="2401581" y="2816000"/>
                  <a:pt x="2418976" y="2798605"/>
                  <a:pt x="2418976" y="2777147"/>
                </a:cubicBezTo>
                <a:cubicBezTo>
                  <a:pt x="2418976" y="2755689"/>
                  <a:pt x="2401581" y="2738294"/>
                  <a:pt x="2380123" y="2738294"/>
                </a:cubicBezTo>
                <a:close/>
                <a:moveTo>
                  <a:pt x="2255569" y="2738294"/>
                </a:moveTo>
                <a:cubicBezTo>
                  <a:pt x="2234111" y="2738294"/>
                  <a:pt x="2216716" y="2755689"/>
                  <a:pt x="2216716" y="2777147"/>
                </a:cubicBezTo>
                <a:cubicBezTo>
                  <a:pt x="2216716" y="2798605"/>
                  <a:pt x="2234111" y="2816000"/>
                  <a:pt x="2255569" y="2816000"/>
                </a:cubicBezTo>
                <a:cubicBezTo>
                  <a:pt x="2277027" y="2816000"/>
                  <a:pt x="2294422" y="2798605"/>
                  <a:pt x="2294422" y="2777147"/>
                </a:cubicBezTo>
                <a:cubicBezTo>
                  <a:pt x="2294422" y="2755689"/>
                  <a:pt x="2277027" y="2738294"/>
                  <a:pt x="2255569" y="2738294"/>
                </a:cubicBezTo>
                <a:close/>
                <a:moveTo>
                  <a:pt x="2131015" y="2738294"/>
                </a:moveTo>
                <a:cubicBezTo>
                  <a:pt x="2109557" y="2738294"/>
                  <a:pt x="2092162" y="2755689"/>
                  <a:pt x="2092162" y="2777147"/>
                </a:cubicBezTo>
                <a:cubicBezTo>
                  <a:pt x="2092162" y="2798605"/>
                  <a:pt x="2109557" y="2816000"/>
                  <a:pt x="2131015" y="2816000"/>
                </a:cubicBezTo>
                <a:cubicBezTo>
                  <a:pt x="2152473" y="2816000"/>
                  <a:pt x="2169868" y="2798605"/>
                  <a:pt x="2169868" y="2777147"/>
                </a:cubicBezTo>
                <a:cubicBezTo>
                  <a:pt x="2169868" y="2755689"/>
                  <a:pt x="2152473" y="2738294"/>
                  <a:pt x="2131015" y="2738294"/>
                </a:cubicBezTo>
                <a:close/>
                <a:moveTo>
                  <a:pt x="1943028" y="2738294"/>
                </a:moveTo>
                <a:cubicBezTo>
                  <a:pt x="1921570" y="2738294"/>
                  <a:pt x="1904175" y="2755689"/>
                  <a:pt x="1904175" y="2777147"/>
                </a:cubicBezTo>
                <a:cubicBezTo>
                  <a:pt x="1904175" y="2798605"/>
                  <a:pt x="1921570" y="2816000"/>
                  <a:pt x="1943028" y="2816000"/>
                </a:cubicBezTo>
                <a:cubicBezTo>
                  <a:pt x="1964486" y="2816000"/>
                  <a:pt x="1981881" y="2798605"/>
                  <a:pt x="1981881" y="2777147"/>
                </a:cubicBezTo>
                <a:cubicBezTo>
                  <a:pt x="1981881" y="2755689"/>
                  <a:pt x="1964486" y="2738294"/>
                  <a:pt x="1943028" y="2738294"/>
                </a:cubicBezTo>
                <a:close/>
                <a:moveTo>
                  <a:pt x="1755041" y="2738294"/>
                </a:moveTo>
                <a:cubicBezTo>
                  <a:pt x="1733583" y="2738294"/>
                  <a:pt x="1716188" y="2755689"/>
                  <a:pt x="1716188" y="2777147"/>
                </a:cubicBezTo>
                <a:cubicBezTo>
                  <a:pt x="1716188" y="2798605"/>
                  <a:pt x="1733583" y="2816000"/>
                  <a:pt x="1755041" y="2816000"/>
                </a:cubicBezTo>
                <a:cubicBezTo>
                  <a:pt x="1776499" y="2816000"/>
                  <a:pt x="1793894" y="2798605"/>
                  <a:pt x="1793894" y="2777147"/>
                </a:cubicBezTo>
                <a:cubicBezTo>
                  <a:pt x="1793894" y="2755689"/>
                  <a:pt x="1776499" y="2738294"/>
                  <a:pt x="1755041" y="2738294"/>
                </a:cubicBezTo>
                <a:close/>
                <a:moveTo>
                  <a:pt x="1598771" y="2738294"/>
                </a:moveTo>
                <a:cubicBezTo>
                  <a:pt x="1577313" y="2738294"/>
                  <a:pt x="1559918" y="2755689"/>
                  <a:pt x="1559918" y="2777147"/>
                </a:cubicBezTo>
                <a:cubicBezTo>
                  <a:pt x="1559918" y="2798605"/>
                  <a:pt x="1577313" y="2816000"/>
                  <a:pt x="1598771" y="2816000"/>
                </a:cubicBezTo>
                <a:cubicBezTo>
                  <a:pt x="1620229" y="2816000"/>
                  <a:pt x="1637624" y="2798605"/>
                  <a:pt x="1637624" y="2777147"/>
                </a:cubicBezTo>
                <a:cubicBezTo>
                  <a:pt x="1637624" y="2755689"/>
                  <a:pt x="1620229" y="2738294"/>
                  <a:pt x="1598771" y="2738294"/>
                </a:cubicBezTo>
                <a:close/>
                <a:moveTo>
                  <a:pt x="1442500" y="2738294"/>
                </a:moveTo>
                <a:cubicBezTo>
                  <a:pt x="1421042" y="2738294"/>
                  <a:pt x="1403647" y="2755689"/>
                  <a:pt x="1403647" y="2777147"/>
                </a:cubicBezTo>
                <a:cubicBezTo>
                  <a:pt x="1403647" y="2798605"/>
                  <a:pt x="1421042" y="2816000"/>
                  <a:pt x="1442500" y="2816000"/>
                </a:cubicBezTo>
                <a:cubicBezTo>
                  <a:pt x="1463958" y="2816000"/>
                  <a:pt x="1481353" y="2798605"/>
                  <a:pt x="1481353" y="2777147"/>
                </a:cubicBezTo>
                <a:cubicBezTo>
                  <a:pt x="1481353" y="2755689"/>
                  <a:pt x="1463958" y="2738294"/>
                  <a:pt x="1442500" y="2738294"/>
                </a:cubicBezTo>
                <a:close/>
                <a:moveTo>
                  <a:pt x="1317946" y="2738294"/>
                </a:moveTo>
                <a:cubicBezTo>
                  <a:pt x="1296488" y="2738294"/>
                  <a:pt x="1279093" y="2755689"/>
                  <a:pt x="1279093" y="2777147"/>
                </a:cubicBezTo>
                <a:cubicBezTo>
                  <a:pt x="1279093" y="2798605"/>
                  <a:pt x="1296488" y="2816000"/>
                  <a:pt x="1317946" y="2816000"/>
                </a:cubicBezTo>
                <a:cubicBezTo>
                  <a:pt x="1339404" y="2816000"/>
                  <a:pt x="1356799" y="2798605"/>
                  <a:pt x="1356799" y="2777147"/>
                </a:cubicBezTo>
                <a:cubicBezTo>
                  <a:pt x="1356799" y="2755689"/>
                  <a:pt x="1339404" y="2738294"/>
                  <a:pt x="1317946" y="2738294"/>
                </a:cubicBezTo>
                <a:close/>
                <a:moveTo>
                  <a:pt x="1161676" y="2738294"/>
                </a:moveTo>
                <a:cubicBezTo>
                  <a:pt x="1140218" y="2738294"/>
                  <a:pt x="1122823" y="2755689"/>
                  <a:pt x="1122823" y="2777147"/>
                </a:cubicBezTo>
                <a:cubicBezTo>
                  <a:pt x="1122823" y="2798605"/>
                  <a:pt x="1140218" y="2816000"/>
                  <a:pt x="1161676" y="2816000"/>
                </a:cubicBezTo>
                <a:cubicBezTo>
                  <a:pt x="1183134" y="2816000"/>
                  <a:pt x="1200529" y="2798605"/>
                  <a:pt x="1200529" y="2777147"/>
                </a:cubicBezTo>
                <a:cubicBezTo>
                  <a:pt x="1200529" y="2755689"/>
                  <a:pt x="1183134" y="2738294"/>
                  <a:pt x="1161676" y="2738294"/>
                </a:cubicBezTo>
                <a:close/>
                <a:moveTo>
                  <a:pt x="1037122" y="2738294"/>
                </a:moveTo>
                <a:cubicBezTo>
                  <a:pt x="1015664" y="2738294"/>
                  <a:pt x="998269" y="2755689"/>
                  <a:pt x="998269" y="2777147"/>
                </a:cubicBezTo>
                <a:cubicBezTo>
                  <a:pt x="998269" y="2798605"/>
                  <a:pt x="1015664" y="2816000"/>
                  <a:pt x="1037122" y="2816000"/>
                </a:cubicBezTo>
                <a:cubicBezTo>
                  <a:pt x="1058580" y="2816000"/>
                  <a:pt x="1075975" y="2798605"/>
                  <a:pt x="1075975" y="2777147"/>
                </a:cubicBezTo>
                <a:cubicBezTo>
                  <a:pt x="1075975" y="2755689"/>
                  <a:pt x="1058580" y="2738294"/>
                  <a:pt x="1037122" y="2738294"/>
                </a:cubicBezTo>
                <a:close/>
                <a:moveTo>
                  <a:pt x="912568" y="2738294"/>
                </a:moveTo>
                <a:cubicBezTo>
                  <a:pt x="891110" y="2738294"/>
                  <a:pt x="873715" y="2755689"/>
                  <a:pt x="873715" y="2777147"/>
                </a:cubicBezTo>
                <a:cubicBezTo>
                  <a:pt x="873762" y="2798605"/>
                  <a:pt x="891110" y="2816000"/>
                  <a:pt x="912568" y="2816000"/>
                </a:cubicBezTo>
                <a:cubicBezTo>
                  <a:pt x="934026" y="2816000"/>
                  <a:pt x="951421" y="2798605"/>
                  <a:pt x="951421" y="2777147"/>
                </a:cubicBezTo>
                <a:cubicBezTo>
                  <a:pt x="951421" y="2755689"/>
                  <a:pt x="934026" y="2738294"/>
                  <a:pt x="912568" y="2738294"/>
                </a:cubicBezTo>
                <a:close/>
                <a:moveTo>
                  <a:pt x="724581" y="2738294"/>
                </a:moveTo>
                <a:cubicBezTo>
                  <a:pt x="703123" y="2738294"/>
                  <a:pt x="685728" y="2755689"/>
                  <a:pt x="685728" y="2777147"/>
                </a:cubicBezTo>
                <a:cubicBezTo>
                  <a:pt x="685775" y="2798605"/>
                  <a:pt x="703123" y="2816000"/>
                  <a:pt x="724581" y="2816000"/>
                </a:cubicBezTo>
                <a:cubicBezTo>
                  <a:pt x="746039" y="2816000"/>
                  <a:pt x="763434" y="2798605"/>
                  <a:pt x="763434" y="2777147"/>
                </a:cubicBezTo>
                <a:cubicBezTo>
                  <a:pt x="763405" y="2755689"/>
                  <a:pt x="746012" y="2738294"/>
                  <a:pt x="724581" y="2738294"/>
                </a:cubicBezTo>
                <a:close/>
                <a:moveTo>
                  <a:pt x="536594" y="2738294"/>
                </a:moveTo>
                <a:cubicBezTo>
                  <a:pt x="515136" y="2738294"/>
                  <a:pt x="497741" y="2755689"/>
                  <a:pt x="497741" y="2777147"/>
                </a:cubicBezTo>
                <a:cubicBezTo>
                  <a:pt x="497788" y="2798605"/>
                  <a:pt x="515136" y="2816000"/>
                  <a:pt x="536594" y="2816000"/>
                </a:cubicBezTo>
                <a:cubicBezTo>
                  <a:pt x="558052" y="2816000"/>
                  <a:pt x="575447" y="2798605"/>
                  <a:pt x="575447" y="2777147"/>
                </a:cubicBezTo>
                <a:cubicBezTo>
                  <a:pt x="575418" y="2755689"/>
                  <a:pt x="558025" y="2738294"/>
                  <a:pt x="536594" y="2738294"/>
                </a:cubicBezTo>
                <a:close/>
                <a:moveTo>
                  <a:pt x="380324" y="2738294"/>
                </a:moveTo>
                <a:cubicBezTo>
                  <a:pt x="358866" y="2738294"/>
                  <a:pt x="341471" y="2755689"/>
                  <a:pt x="341471" y="2777147"/>
                </a:cubicBezTo>
                <a:cubicBezTo>
                  <a:pt x="341514" y="2798605"/>
                  <a:pt x="358887" y="2816000"/>
                  <a:pt x="380324" y="2816000"/>
                </a:cubicBezTo>
                <a:cubicBezTo>
                  <a:pt x="401782" y="2816000"/>
                  <a:pt x="419177" y="2798605"/>
                  <a:pt x="419177" y="2777147"/>
                </a:cubicBezTo>
                <a:cubicBezTo>
                  <a:pt x="419148" y="2755689"/>
                  <a:pt x="401767" y="2738294"/>
                  <a:pt x="380324" y="2738294"/>
                </a:cubicBezTo>
                <a:close/>
                <a:moveTo>
                  <a:pt x="224053" y="2738294"/>
                </a:moveTo>
                <a:cubicBezTo>
                  <a:pt x="202595" y="2738294"/>
                  <a:pt x="185200" y="2755689"/>
                  <a:pt x="185200" y="2777147"/>
                </a:cubicBezTo>
                <a:cubicBezTo>
                  <a:pt x="185243" y="2798605"/>
                  <a:pt x="202616" y="2816000"/>
                  <a:pt x="224053" y="2816000"/>
                </a:cubicBezTo>
                <a:cubicBezTo>
                  <a:pt x="245511" y="2816000"/>
                  <a:pt x="262906" y="2798605"/>
                  <a:pt x="262906" y="2777147"/>
                </a:cubicBezTo>
                <a:cubicBezTo>
                  <a:pt x="262878" y="2755689"/>
                  <a:pt x="245496" y="2738294"/>
                  <a:pt x="224053" y="2738294"/>
                </a:cubicBezTo>
                <a:close/>
                <a:moveTo>
                  <a:pt x="99499" y="2738294"/>
                </a:moveTo>
                <a:cubicBezTo>
                  <a:pt x="78041" y="2738294"/>
                  <a:pt x="60646" y="2755689"/>
                  <a:pt x="60646" y="2777147"/>
                </a:cubicBezTo>
                <a:cubicBezTo>
                  <a:pt x="60677" y="2798605"/>
                  <a:pt x="78062" y="2816000"/>
                  <a:pt x="99499" y="2816000"/>
                </a:cubicBezTo>
                <a:cubicBezTo>
                  <a:pt x="120957" y="2816000"/>
                  <a:pt x="138352" y="2798605"/>
                  <a:pt x="138352" y="2777147"/>
                </a:cubicBezTo>
                <a:cubicBezTo>
                  <a:pt x="138331" y="2755689"/>
                  <a:pt x="120943" y="2738294"/>
                  <a:pt x="99499" y="2738294"/>
                </a:cubicBezTo>
                <a:close/>
                <a:moveTo>
                  <a:pt x="9141594" y="2728665"/>
                </a:moveTo>
                <a:lnTo>
                  <a:pt x="9141594" y="2825629"/>
                </a:lnTo>
                <a:cubicBezTo>
                  <a:pt x="9139694" y="2825386"/>
                  <a:pt x="9139530" y="2824495"/>
                  <a:pt x="9139530" y="2823565"/>
                </a:cubicBezTo>
                <a:lnTo>
                  <a:pt x="9139530" y="2730729"/>
                </a:lnTo>
                <a:close/>
                <a:moveTo>
                  <a:pt x="9069131" y="2722992"/>
                </a:moveTo>
                <a:cubicBezTo>
                  <a:pt x="9099040" y="2722992"/>
                  <a:pt x="9123286" y="2747238"/>
                  <a:pt x="9123286" y="2777147"/>
                </a:cubicBezTo>
                <a:cubicBezTo>
                  <a:pt x="9123286" y="2807056"/>
                  <a:pt x="9099040" y="2831302"/>
                  <a:pt x="9069131" y="2831302"/>
                </a:cubicBezTo>
                <a:cubicBezTo>
                  <a:pt x="9039222" y="2831302"/>
                  <a:pt x="9014976" y="2807056"/>
                  <a:pt x="9014976" y="2777147"/>
                </a:cubicBezTo>
                <a:cubicBezTo>
                  <a:pt x="9014976" y="2747238"/>
                  <a:pt x="9039222" y="2722992"/>
                  <a:pt x="9069131" y="2722992"/>
                </a:cubicBezTo>
                <a:close/>
                <a:moveTo>
                  <a:pt x="8990997" y="2722992"/>
                </a:moveTo>
                <a:cubicBezTo>
                  <a:pt x="8995270" y="2722992"/>
                  <a:pt x="8998734" y="2726456"/>
                  <a:pt x="8998734" y="2730729"/>
                </a:cubicBezTo>
                <a:cubicBezTo>
                  <a:pt x="8998734" y="2761675"/>
                  <a:pt x="8998733" y="2792620"/>
                  <a:pt x="8998733" y="2823566"/>
                </a:cubicBezTo>
                <a:lnTo>
                  <a:pt x="8990997" y="2831302"/>
                </a:lnTo>
                <a:cubicBezTo>
                  <a:pt x="8986724" y="2831302"/>
                  <a:pt x="8983260" y="2827838"/>
                  <a:pt x="8983260" y="2823565"/>
                </a:cubicBezTo>
                <a:lnTo>
                  <a:pt x="8983260" y="2730729"/>
                </a:lnTo>
                <a:cubicBezTo>
                  <a:pt x="8983260" y="2726456"/>
                  <a:pt x="8986724" y="2722992"/>
                  <a:pt x="8990997" y="2722992"/>
                </a:cubicBezTo>
                <a:close/>
                <a:moveTo>
                  <a:pt x="8912861" y="2722992"/>
                </a:moveTo>
                <a:cubicBezTo>
                  <a:pt x="8942770" y="2722992"/>
                  <a:pt x="8967016" y="2747238"/>
                  <a:pt x="8967016" y="2777147"/>
                </a:cubicBezTo>
                <a:cubicBezTo>
                  <a:pt x="8967016" y="2807056"/>
                  <a:pt x="8942770" y="2831302"/>
                  <a:pt x="8912861" y="2831302"/>
                </a:cubicBezTo>
                <a:cubicBezTo>
                  <a:pt x="8882952" y="2831302"/>
                  <a:pt x="8858706" y="2807056"/>
                  <a:pt x="8858706" y="2777147"/>
                </a:cubicBezTo>
                <a:cubicBezTo>
                  <a:pt x="8858706" y="2747238"/>
                  <a:pt x="8882952" y="2722992"/>
                  <a:pt x="8912861" y="2722992"/>
                </a:cubicBezTo>
                <a:close/>
                <a:moveTo>
                  <a:pt x="8834725" y="2722992"/>
                </a:moveTo>
                <a:cubicBezTo>
                  <a:pt x="8838998" y="2722992"/>
                  <a:pt x="8842462" y="2726456"/>
                  <a:pt x="8842462" y="2730729"/>
                </a:cubicBezTo>
                <a:lnTo>
                  <a:pt x="8842462" y="2823565"/>
                </a:lnTo>
                <a:lnTo>
                  <a:pt x="8834725" y="2831302"/>
                </a:lnTo>
                <a:cubicBezTo>
                  <a:pt x="8830452" y="2831303"/>
                  <a:pt x="8826989" y="2827839"/>
                  <a:pt x="8826989" y="2823566"/>
                </a:cubicBezTo>
                <a:cubicBezTo>
                  <a:pt x="8826989" y="2792620"/>
                  <a:pt x="8826988" y="2761675"/>
                  <a:pt x="8826988" y="2730729"/>
                </a:cubicBezTo>
                <a:cubicBezTo>
                  <a:pt x="8826988" y="2726456"/>
                  <a:pt x="8830452" y="2722992"/>
                  <a:pt x="8834725" y="2722992"/>
                </a:cubicBezTo>
                <a:close/>
                <a:moveTo>
                  <a:pt x="8756590" y="2722992"/>
                </a:moveTo>
                <a:cubicBezTo>
                  <a:pt x="8786499" y="2722992"/>
                  <a:pt x="8810745" y="2747238"/>
                  <a:pt x="8810745" y="2777147"/>
                </a:cubicBezTo>
                <a:cubicBezTo>
                  <a:pt x="8810745" y="2807056"/>
                  <a:pt x="8786499" y="2831302"/>
                  <a:pt x="8756590" y="2831302"/>
                </a:cubicBezTo>
                <a:cubicBezTo>
                  <a:pt x="8726681" y="2831302"/>
                  <a:pt x="8702435" y="2807056"/>
                  <a:pt x="8702435" y="2777147"/>
                </a:cubicBezTo>
                <a:cubicBezTo>
                  <a:pt x="8702435" y="2747238"/>
                  <a:pt x="8726681" y="2722992"/>
                  <a:pt x="8756590" y="2722992"/>
                </a:cubicBezTo>
                <a:close/>
                <a:moveTo>
                  <a:pt x="8632036" y="2722992"/>
                </a:moveTo>
                <a:cubicBezTo>
                  <a:pt x="8661945" y="2722992"/>
                  <a:pt x="8686191" y="2747238"/>
                  <a:pt x="8686191" y="2777147"/>
                </a:cubicBezTo>
                <a:cubicBezTo>
                  <a:pt x="8686191" y="2807056"/>
                  <a:pt x="8661945" y="2831302"/>
                  <a:pt x="8632036" y="2831302"/>
                </a:cubicBezTo>
                <a:cubicBezTo>
                  <a:pt x="8602127" y="2831302"/>
                  <a:pt x="8577881" y="2807056"/>
                  <a:pt x="8577881" y="2777147"/>
                </a:cubicBezTo>
                <a:cubicBezTo>
                  <a:pt x="8577881" y="2747238"/>
                  <a:pt x="8602127" y="2722992"/>
                  <a:pt x="8632036" y="2722992"/>
                </a:cubicBezTo>
                <a:close/>
                <a:moveTo>
                  <a:pt x="8553901" y="2722992"/>
                </a:moveTo>
                <a:cubicBezTo>
                  <a:pt x="8558174" y="2722992"/>
                  <a:pt x="8561638" y="2726456"/>
                  <a:pt x="8561638" y="2730729"/>
                </a:cubicBezTo>
                <a:lnTo>
                  <a:pt x="8561638" y="2823565"/>
                </a:lnTo>
                <a:cubicBezTo>
                  <a:pt x="8561638" y="2827838"/>
                  <a:pt x="8558174" y="2831302"/>
                  <a:pt x="8553901" y="2831302"/>
                </a:cubicBezTo>
                <a:lnTo>
                  <a:pt x="8546165" y="2823566"/>
                </a:lnTo>
                <a:cubicBezTo>
                  <a:pt x="8546165" y="2792620"/>
                  <a:pt x="8546164" y="2761675"/>
                  <a:pt x="8546164" y="2730729"/>
                </a:cubicBezTo>
                <a:cubicBezTo>
                  <a:pt x="8546164" y="2726456"/>
                  <a:pt x="8549628" y="2722992"/>
                  <a:pt x="8553901" y="2722992"/>
                </a:cubicBezTo>
                <a:close/>
                <a:moveTo>
                  <a:pt x="8475766" y="2722992"/>
                </a:moveTo>
                <a:cubicBezTo>
                  <a:pt x="8505675" y="2722992"/>
                  <a:pt x="8529921" y="2747238"/>
                  <a:pt x="8529921" y="2777147"/>
                </a:cubicBezTo>
                <a:cubicBezTo>
                  <a:pt x="8529921" y="2807056"/>
                  <a:pt x="8505675" y="2831302"/>
                  <a:pt x="8475766" y="2831302"/>
                </a:cubicBezTo>
                <a:cubicBezTo>
                  <a:pt x="8445857" y="2831302"/>
                  <a:pt x="8421611" y="2807056"/>
                  <a:pt x="8421611" y="2777147"/>
                </a:cubicBezTo>
                <a:cubicBezTo>
                  <a:pt x="8421611" y="2747238"/>
                  <a:pt x="8445857" y="2722992"/>
                  <a:pt x="8475766" y="2722992"/>
                </a:cubicBezTo>
                <a:close/>
                <a:moveTo>
                  <a:pt x="8351212" y="2722992"/>
                </a:moveTo>
                <a:cubicBezTo>
                  <a:pt x="8381121" y="2722992"/>
                  <a:pt x="8405367" y="2747238"/>
                  <a:pt x="8405367" y="2777147"/>
                </a:cubicBezTo>
                <a:cubicBezTo>
                  <a:pt x="8405367" y="2807056"/>
                  <a:pt x="8381121" y="2831302"/>
                  <a:pt x="8351212" y="2831302"/>
                </a:cubicBezTo>
                <a:cubicBezTo>
                  <a:pt x="8321303" y="2831302"/>
                  <a:pt x="8297057" y="2807056"/>
                  <a:pt x="8297057" y="2777147"/>
                </a:cubicBezTo>
                <a:cubicBezTo>
                  <a:pt x="8297057" y="2747238"/>
                  <a:pt x="8321303" y="2722992"/>
                  <a:pt x="8351212" y="2722992"/>
                </a:cubicBezTo>
                <a:close/>
                <a:moveTo>
                  <a:pt x="8226658" y="2722992"/>
                </a:moveTo>
                <a:cubicBezTo>
                  <a:pt x="8256567" y="2722992"/>
                  <a:pt x="8280813" y="2747238"/>
                  <a:pt x="8280813" y="2777147"/>
                </a:cubicBezTo>
                <a:cubicBezTo>
                  <a:pt x="8280813" y="2807056"/>
                  <a:pt x="8256567" y="2831302"/>
                  <a:pt x="8226658" y="2831302"/>
                </a:cubicBezTo>
                <a:cubicBezTo>
                  <a:pt x="8196749" y="2831302"/>
                  <a:pt x="8172503" y="2807056"/>
                  <a:pt x="8172503" y="2777147"/>
                </a:cubicBezTo>
                <a:cubicBezTo>
                  <a:pt x="8172503" y="2747238"/>
                  <a:pt x="8196749" y="2722992"/>
                  <a:pt x="8226658" y="2722992"/>
                </a:cubicBezTo>
                <a:close/>
                <a:moveTo>
                  <a:pt x="8148524" y="2722992"/>
                </a:moveTo>
                <a:cubicBezTo>
                  <a:pt x="8152797" y="2722992"/>
                  <a:pt x="8156261" y="2726456"/>
                  <a:pt x="8156261" y="2730729"/>
                </a:cubicBezTo>
                <a:cubicBezTo>
                  <a:pt x="8156261" y="2761675"/>
                  <a:pt x="8156260" y="2792620"/>
                  <a:pt x="8156260" y="2823566"/>
                </a:cubicBezTo>
                <a:lnTo>
                  <a:pt x="8148524" y="2831302"/>
                </a:lnTo>
                <a:cubicBezTo>
                  <a:pt x="8144251" y="2831302"/>
                  <a:pt x="8140787" y="2827838"/>
                  <a:pt x="8140787" y="2823565"/>
                </a:cubicBezTo>
                <a:lnTo>
                  <a:pt x="8140787" y="2730729"/>
                </a:lnTo>
                <a:cubicBezTo>
                  <a:pt x="8140787" y="2726456"/>
                  <a:pt x="8144251" y="2722992"/>
                  <a:pt x="8148524" y="2722992"/>
                </a:cubicBezTo>
                <a:close/>
                <a:moveTo>
                  <a:pt x="8116807" y="2722992"/>
                </a:moveTo>
                <a:cubicBezTo>
                  <a:pt x="8121080" y="2722992"/>
                  <a:pt x="8124544" y="2726456"/>
                  <a:pt x="8124544" y="2730729"/>
                </a:cubicBezTo>
                <a:cubicBezTo>
                  <a:pt x="8124544" y="2761675"/>
                  <a:pt x="8124543" y="2792620"/>
                  <a:pt x="8124543" y="2823566"/>
                </a:cubicBezTo>
                <a:lnTo>
                  <a:pt x="8116807" y="2831302"/>
                </a:lnTo>
                <a:cubicBezTo>
                  <a:pt x="8112534" y="2831302"/>
                  <a:pt x="8109070" y="2827838"/>
                  <a:pt x="8109070" y="2823565"/>
                </a:cubicBezTo>
                <a:lnTo>
                  <a:pt x="8109070" y="2730729"/>
                </a:lnTo>
                <a:cubicBezTo>
                  <a:pt x="8109070" y="2726456"/>
                  <a:pt x="8112534" y="2722992"/>
                  <a:pt x="8116807" y="2722992"/>
                </a:cubicBezTo>
                <a:close/>
                <a:moveTo>
                  <a:pt x="8038671" y="2722992"/>
                </a:moveTo>
                <a:cubicBezTo>
                  <a:pt x="8068580" y="2722992"/>
                  <a:pt x="8092826" y="2747238"/>
                  <a:pt x="8092826" y="2777147"/>
                </a:cubicBezTo>
                <a:cubicBezTo>
                  <a:pt x="8092826" y="2807056"/>
                  <a:pt x="8068580" y="2831302"/>
                  <a:pt x="8038671" y="2831302"/>
                </a:cubicBezTo>
                <a:cubicBezTo>
                  <a:pt x="8008762" y="2831302"/>
                  <a:pt x="7984516" y="2807056"/>
                  <a:pt x="7984516" y="2777147"/>
                </a:cubicBezTo>
                <a:cubicBezTo>
                  <a:pt x="7984516" y="2747238"/>
                  <a:pt x="8008762" y="2722992"/>
                  <a:pt x="8038671" y="2722992"/>
                </a:cubicBezTo>
                <a:close/>
                <a:moveTo>
                  <a:pt x="7960537" y="2722992"/>
                </a:moveTo>
                <a:cubicBezTo>
                  <a:pt x="7964810" y="2722992"/>
                  <a:pt x="7968274" y="2726456"/>
                  <a:pt x="7968274" y="2730729"/>
                </a:cubicBezTo>
                <a:cubicBezTo>
                  <a:pt x="7968274" y="2761675"/>
                  <a:pt x="7968273" y="2792620"/>
                  <a:pt x="7968273" y="2823566"/>
                </a:cubicBezTo>
                <a:lnTo>
                  <a:pt x="7960537" y="2831302"/>
                </a:lnTo>
                <a:cubicBezTo>
                  <a:pt x="7956264" y="2831302"/>
                  <a:pt x="7952800" y="2827838"/>
                  <a:pt x="7952800" y="2823565"/>
                </a:cubicBezTo>
                <a:lnTo>
                  <a:pt x="7952800" y="2730729"/>
                </a:lnTo>
                <a:cubicBezTo>
                  <a:pt x="7952800" y="2726456"/>
                  <a:pt x="7956264" y="2722992"/>
                  <a:pt x="7960537" y="2722992"/>
                </a:cubicBezTo>
                <a:close/>
                <a:moveTo>
                  <a:pt x="7928820" y="2722992"/>
                </a:moveTo>
                <a:cubicBezTo>
                  <a:pt x="7933093" y="2722992"/>
                  <a:pt x="7936557" y="2726456"/>
                  <a:pt x="7936557" y="2730729"/>
                </a:cubicBezTo>
                <a:cubicBezTo>
                  <a:pt x="7936557" y="2761675"/>
                  <a:pt x="7936556" y="2792620"/>
                  <a:pt x="7936556" y="2823566"/>
                </a:cubicBezTo>
                <a:lnTo>
                  <a:pt x="7928820" y="2831302"/>
                </a:lnTo>
                <a:cubicBezTo>
                  <a:pt x="7924547" y="2831302"/>
                  <a:pt x="7921083" y="2827838"/>
                  <a:pt x="7921083" y="2823565"/>
                </a:cubicBezTo>
                <a:lnTo>
                  <a:pt x="7921083" y="2730729"/>
                </a:lnTo>
                <a:cubicBezTo>
                  <a:pt x="7921083" y="2726456"/>
                  <a:pt x="7924547" y="2722992"/>
                  <a:pt x="7928820" y="2722992"/>
                </a:cubicBezTo>
                <a:close/>
                <a:moveTo>
                  <a:pt x="7850684" y="2722992"/>
                </a:moveTo>
                <a:cubicBezTo>
                  <a:pt x="7880593" y="2722992"/>
                  <a:pt x="7904839" y="2747238"/>
                  <a:pt x="7904839" y="2777147"/>
                </a:cubicBezTo>
                <a:cubicBezTo>
                  <a:pt x="7904839" y="2807056"/>
                  <a:pt x="7880593" y="2831302"/>
                  <a:pt x="7850684" y="2831302"/>
                </a:cubicBezTo>
                <a:cubicBezTo>
                  <a:pt x="7820775" y="2831302"/>
                  <a:pt x="7796529" y="2807056"/>
                  <a:pt x="7796529" y="2777147"/>
                </a:cubicBezTo>
                <a:cubicBezTo>
                  <a:pt x="7796529" y="2747238"/>
                  <a:pt x="7820775" y="2722992"/>
                  <a:pt x="7850684" y="2722992"/>
                </a:cubicBezTo>
                <a:close/>
                <a:moveTo>
                  <a:pt x="7772550" y="2722992"/>
                </a:moveTo>
                <a:cubicBezTo>
                  <a:pt x="7776823" y="2722992"/>
                  <a:pt x="7780287" y="2726456"/>
                  <a:pt x="7780287" y="2730729"/>
                </a:cubicBezTo>
                <a:cubicBezTo>
                  <a:pt x="7780287" y="2761675"/>
                  <a:pt x="7780286" y="2792620"/>
                  <a:pt x="7780286" y="2823566"/>
                </a:cubicBezTo>
                <a:lnTo>
                  <a:pt x="7772550" y="2831302"/>
                </a:lnTo>
                <a:cubicBezTo>
                  <a:pt x="7768277" y="2831302"/>
                  <a:pt x="7764813" y="2827838"/>
                  <a:pt x="7764813" y="2823565"/>
                </a:cubicBezTo>
                <a:lnTo>
                  <a:pt x="7764813" y="2730729"/>
                </a:lnTo>
                <a:cubicBezTo>
                  <a:pt x="7764813" y="2726456"/>
                  <a:pt x="7768277" y="2722992"/>
                  <a:pt x="7772550" y="2722992"/>
                </a:cubicBezTo>
                <a:close/>
                <a:moveTo>
                  <a:pt x="7694414" y="2722992"/>
                </a:moveTo>
                <a:cubicBezTo>
                  <a:pt x="7724323" y="2722992"/>
                  <a:pt x="7748569" y="2747238"/>
                  <a:pt x="7748569" y="2777147"/>
                </a:cubicBezTo>
                <a:cubicBezTo>
                  <a:pt x="7748569" y="2807056"/>
                  <a:pt x="7724323" y="2831302"/>
                  <a:pt x="7694414" y="2831302"/>
                </a:cubicBezTo>
                <a:cubicBezTo>
                  <a:pt x="7664505" y="2831302"/>
                  <a:pt x="7640259" y="2807056"/>
                  <a:pt x="7640259" y="2777147"/>
                </a:cubicBezTo>
                <a:cubicBezTo>
                  <a:pt x="7640259" y="2747238"/>
                  <a:pt x="7664505" y="2722992"/>
                  <a:pt x="7694414" y="2722992"/>
                </a:cubicBezTo>
                <a:close/>
                <a:moveTo>
                  <a:pt x="7616278" y="2722992"/>
                </a:moveTo>
                <a:cubicBezTo>
                  <a:pt x="7620551" y="2722992"/>
                  <a:pt x="7624015" y="2726456"/>
                  <a:pt x="7624015" y="2730729"/>
                </a:cubicBezTo>
                <a:lnTo>
                  <a:pt x="7624015" y="2823565"/>
                </a:lnTo>
                <a:lnTo>
                  <a:pt x="7616278" y="2831302"/>
                </a:lnTo>
                <a:cubicBezTo>
                  <a:pt x="7612005" y="2831303"/>
                  <a:pt x="7608542" y="2827839"/>
                  <a:pt x="7608542" y="2823566"/>
                </a:cubicBezTo>
                <a:cubicBezTo>
                  <a:pt x="7608542" y="2792620"/>
                  <a:pt x="7608541" y="2761675"/>
                  <a:pt x="7608541" y="2730729"/>
                </a:cubicBezTo>
                <a:cubicBezTo>
                  <a:pt x="7608541" y="2726456"/>
                  <a:pt x="7612005" y="2722992"/>
                  <a:pt x="7616278" y="2722992"/>
                </a:cubicBezTo>
                <a:close/>
                <a:moveTo>
                  <a:pt x="7538143" y="2722992"/>
                </a:moveTo>
                <a:cubicBezTo>
                  <a:pt x="7568052" y="2722992"/>
                  <a:pt x="7592298" y="2747238"/>
                  <a:pt x="7592298" y="2777147"/>
                </a:cubicBezTo>
                <a:cubicBezTo>
                  <a:pt x="7592298" y="2807056"/>
                  <a:pt x="7568052" y="2831302"/>
                  <a:pt x="7538143" y="2831302"/>
                </a:cubicBezTo>
                <a:cubicBezTo>
                  <a:pt x="7508234" y="2831302"/>
                  <a:pt x="7483988" y="2807056"/>
                  <a:pt x="7483988" y="2777147"/>
                </a:cubicBezTo>
                <a:cubicBezTo>
                  <a:pt x="7483988" y="2747238"/>
                  <a:pt x="7508234" y="2722992"/>
                  <a:pt x="7538143" y="2722992"/>
                </a:cubicBezTo>
                <a:close/>
                <a:moveTo>
                  <a:pt x="7413589" y="2722992"/>
                </a:moveTo>
                <a:cubicBezTo>
                  <a:pt x="7443498" y="2722992"/>
                  <a:pt x="7467744" y="2747238"/>
                  <a:pt x="7467744" y="2777147"/>
                </a:cubicBezTo>
                <a:cubicBezTo>
                  <a:pt x="7467744" y="2807056"/>
                  <a:pt x="7443498" y="2831302"/>
                  <a:pt x="7413589" y="2831302"/>
                </a:cubicBezTo>
                <a:cubicBezTo>
                  <a:pt x="7383680" y="2831302"/>
                  <a:pt x="7359434" y="2807056"/>
                  <a:pt x="7359434" y="2777147"/>
                </a:cubicBezTo>
                <a:cubicBezTo>
                  <a:pt x="7359434" y="2747238"/>
                  <a:pt x="7383680" y="2722992"/>
                  <a:pt x="7413589" y="2722992"/>
                </a:cubicBezTo>
                <a:close/>
                <a:moveTo>
                  <a:pt x="7335454" y="2722992"/>
                </a:moveTo>
                <a:cubicBezTo>
                  <a:pt x="7339727" y="2722992"/>
                  <a:pt x="7343191" y="2726456"/>
                  <a:pt x="7343191" y="2730729"/>
                </a:cubicBezTo>
                <a:lnTo>
                  <a:pt x="7343191" y="2823565"/>
                </a:lnTo>
                <a:lnTo>
                  <a:pt x="7335454" y="2831302"/>
                </a:lnTo>
                <a:cubicBezTo>
                  <a:pt x="7331181" y="2831303"/>
                  <a:pt x="7327718" y="2827839"/>
                  <a:pt x="7327718" y="2823566"/>
                </a:cubicBezTo>
                <a:cubicBezTo>
                  <a:pt x="7327718" y="2792620"/>
                  <a:pt x="7327717" y="2761675"/>
                  <a:pt x="7327717" y="2730729"/>
                </a:cubicBezTo>
                <a:cubicBezTo>
                  <a:pt x="7327717" y="2726456"/>
                  <a:pt x="7331181" y="2722992"/>
                  <a:pt x="7335454" y="2722992"/>
                </a:cubicBezTo>
                <a:close/>
                <a:moveTo>
                  <a:pt x="7257319" y="2722992"/>
                </a:moveTo>
                <a:cubicBezTo>
                  <a:pt x="7287228" y="2722992"/>
                  <a:pt x="7311474" y="2747238"/>
                  <a:pt x="7311474" y="2777147"/>
                </a:cubicBezTo>
                <a:cubicBezTo>
                  <a:pt x="7311474" y="2807056"/>
                  <a:pt x="7287228" y="2831302"/>
                  <a:pt x="7257319" y="2831302"/>
                </a:cubicBezTo>
                <a:cubicBezTo>
                  <a:pt x="7227410" y="2831302"/>
                  <a:pt x="7203164" y="2807056"/>
                  <a:pt x="7203164" y="2777147"/>
                </a:cubicBezTo>
                <a:cubicBezTo>
                  <a:pt x="7203164" y="2747238"/>
                  <a:pt x="7227410" y="2722992"/>
                  <a:pt x="7257319" y="2722992"/>
                </a:cubicBezTo>
                <a:close/>
                <a:moveTo>
                  <a:pt x="7129359" y="2722992"/>
                </a:moveTo>
                <a:cubicBezTo>
                  <a:pt x="7159268" y="2722992"/>
                  <a:pt x="7183514" y="2747238"/>
                  <a:pt x="7183514" y="2777147"/>
                </a:cubicBezTo>
                <a:cubicBezTo>
                  <a:pt x="7183514" y="2807056"/>
                  <a:pt x="7159268" y="2831302"/>
                  <a:pt x="7129359" y="2831302"/>
                </a:cubicBezTo>
                <a:cubicBezTo>
                  <a:pt x="7099450" y="2831302"/>
                  <a:pt x="7075204" y="2807056"/>
                  <a:pt x="7075204" y="2777147"/>
                </a:cubicBezTo>
                <a:cubicBezTo>
                  <a:pt x="7075204" y="2747238"/>
                  <a:pt x="7099450" y="2722992"/>
                  <a:pt x="7129359" y="2722992"/>
                </a:cubicBezTo>
                <a:close/>
                <a:moveTo>
                  <a:pt x="7051222" y="2722992"/>
                </a:moveTo>
                <a:cubicBezTo>
                  <a:pt x="7055495" y="2722992"/>
                  <a:pt x="7058959" y="2726456"/>
                  <a:pt x="7058959" y="2730729"/>
                </a:cubicBezTo>
                <a:cubicBezTo>
                  <a:pt x="7058959" y="2761675"/>
                  <a:pt x="7058958" y="2792620"/>
                  <a:pt x="7058958" y="2823566"/>
                </a:cubicBezTo>
                <a:lnTo>
                  <a:pt x="7051222" y="2831302"/>
                </a:lnTo>
                <a:cubicBezTo>
                  <a:pt x="7046949" y="2831302"/>
                  <a:pt x="7043485" y="2827838"/>
                  <a:pt x="7043485" y="2823565"/>
                </a:cubicBezTo>
                <a:lnTo>
                  <a:pt x="7043485" y="2730729"/>
                </a:lnTo>
                <a:cubicBezTo>
                  <a:pt x="7043485" y="2726456"/>
                  <a:pt x="7046949" y="2722992"/>
                  <a:pt x="7051222" y="2722992"/>
                </a:cubicBezTo>
                <a:close/>
                <a:moveTo>
                  <a:pt x="6973087" y="2722992"/>
                </a:moveTo>
                <a:cubicBezTo>
                  <a:pt x="7002996" y="2722992"/>
                  <a:pt x="7027242" y="2747238"/>
                  <a:pt x="7027242" y="2777147"/>
                </a:cubicBezTo>
                <a:cubicBezTo>
                  <a:pt x="7027242" y="2807056"/>
                  <a:pt x="7002996" y="2831302"/>
                  <a:pt x="6973087" y="2831302"/>
                </a:cubicBezTo>
                <a:cubicBezTo>
                  <a:pt x="6943178" y="2831302"/>
                  <a:pt x="6918932" y="2807056"/>
                  <a:pt x="6918932" y="2777147"/>
                </a:cubicBezTo>
                <a:cubicBezTo>
                  <a:pt x="6918932" y="2747238"/>
                  <a:pt x="6943178" y="2722992"/>
                  <a:pt x="6973087" y="2722992"/>
                </a:cubicBezTo>
                <a:close/>
                <a:moveTo>
                  <a:pt x="6848533" y="2722992"/>
                </a:moveTo>
                <a:cubicBezTo>
                  <a:pt x="6878442" y="2722992"/>
                  <a:pt x="6902688" y="2747238"/>
                  <a:pt x="6902688" y="2777147"/>
                </a:cubicBezTo>
                <a:cubicBezTo>
                  <a:pt x="6902688" y="2807056"/>
                  <a:pt x="6878442" y="2831302"/>
                  <a:pt x="6848533" y="2831302"/>
                </a:cubicBezTo>
                <a:cubicBezTo>
                  <a:pt x="6818624" y="2831302"/>
                  <a:pt x="6794378" y="2807056"/>
                  <a:pt x="6794378" y="2777147"/>
                </a:cubicBezTo>
                <a:cubicBezTo>
                  <a:pt x="6794378" y="2747238"/>
                  <a:pt x="6818624" y="2722992"/>
                  <a:pt x="6848533" y="2722992"/>
                </a:cubicBezTo>
                <a:close/>
                <a:moveTo>
                  <a:pt x="6770398" y="2722992"/>
                </a:moveTo>
                <a:cubicBezTo>
                  <a:pt x="6774671" y="2722992"/>
                  <a:pt x="6778135" y="2726456"/>
                  <a:pt x="6778135" y="2730729"/>
                </a:cubicBezTo>
                <a:cubicBezTo>
                  <a:pt x="6778135" y="2761675"/>
                  <a:pt x="6778134" y="2792620"/>
                  <a:pt x="6778134" y="2823566"/>
                </a:cubicBezTo>
                <a:lnTo>
                  <a:pt x="6770398" y="2831302"/>
                </a:lnTo>
                <a:cubicBezTo>
                  <a:pt x="6766125" y="2831302"/>
                  <a:pt x="6762661" y="2827838"/>
                  <a:pt x="6762661" y="2823565"/>
                </a:cubicBezTo>
                <a:lnTo>
                  <a:pt x="6762661" y="2730729"/>
                </a:lnTo>
                <a:cubicBezTo>
                  <a:pt x="6762661" y="2726456"/>
                  <a:pt x="6766125" y="2722992"/>
                  <a:pt x="6770398" y="2722992"/>
                </a:cubicBezTo>
                <a:close/>
                <a:moveTo>
                  <a:pt x="6692262" y="2722992"/>
                </a:moveTo>
                <a:cubicBezTo>
                  <a:pt x="6722171" y="2722992"/>
                  <a:pt x="6746417" y="2747238"/>
                  <a:pt x="6746417" y="2777147"/>
                </a:cubicBezTo>
                <a:cubicBezTo>
                  <a:pt x="6746417" y="2807056"/>
                  <a:pt x="6722171" y="2831302"/>
                  <a:pt x="6692262" y="2831302"/>
                </a:cubicBezTo>
                <a:cubicBezTo>
                  <a:pt x="6662353" y="2831302"/>
                  <a:pt x="6638107" y="2807056"/>
                  <a:pt x="6638107" y="2777147"/>
                </a:cubicBezTo>
                <a:cubicBezTo>
                  <a:pt x="6638107" y="2747238"/>
                  <a:pt x="6662353" y="2722992"/>
                  <a:pt x="6692262" y="2722992"/>
                </a:cubicBezTo>
                <a:close/>
                <a:moveTo>
                  <a:pt x="6614127" y="2722992"/>
                </a:moveTo>
                <a:cubicBezTo>
                  <a:pt x="6618400" y="2722992"/>
                  <a:pt x="6621864" y="2726456"/>
                  <a:pt x="6621864" y="2730729"/>
                </a:cubicBezTo>
                <a:lnTo>
                  <a:pt x="6621864" y="2823565"/>
                </a:lnTo>
                <a:cubicBezTo>
                  <a:pt x="6621864" y="2827838"/>
                  <a:pt x="6618400" y="2831302"/>
                  <a:pt x="6614127" y="2831302"/>
                </a:cubicBezTo>
                <a:lnTo>
                  <a:pt x="6606391" y="2823566"/>
                </a:lnTo>
                <a:cubicBezTo>
                  <a:pt x="6606391" y="2792620"/>
                  <a:pt x="6606390" y="2761675"/>
                  <a:pt x="6606390" y="2730729"/>
                </a:cubicBezTo>
                <a:cubicBezTo>
                  <a:pt x="6606390" y="2726456"/>
                  <a:pt x="6609854" y="2722992"/>
                  <a:pt x="6614127" y="2722992"/>
                </a:cubicBezTo>
                <a:close/>
                <a:moveTo>
                  <a:pt x="6582410" y="2722992"/>
                </a:moveTo>
                <a:cubicBezTo>
                  <a:pt x="6586683" y="2722992"/>
                  <a:pt x="6590147" y="2726456"/>
                  <a:pt x="6590147" y="2730729"/>
                </a:cubicBezTo>
                <a:lnTo>
                  <a:pt x="6590147" y="2823565"/>
                </a:lnTo>
                <a:cubicBezTo>
                  <a:pt x="6590147" y="2827838"/>
                  <a:pt x="6586683" y="2831302"/>
                  <a:pt x="6582410" y="2831302"/>
                </a:cubicBezTo>
                <a:lnTo>
                  <a:pt x="6574674" y="2823566"/>
                </a:lnTo>
                <a:cubicBezTo>
                  <a:pt x="6574674" y="2792620"/>
                  <a:pt x="6574673" y="2761675"/>
                  <a:pt x="6574673" y="2730729"/>
                </a:cubicBezTo>
                <a:cubicBezTo>
                  <a:pt x="6574673" y="2726456"/>
                  <a:pt x="6578137" y="2722992"/>
                  <a:pt x="6582410" y="2722992"/>
                </a:cubicBezTo>
                <a:close/>
                <a:moveTo>
                  <a:pt x="6504275" y="2722992"/>
                </a:moveTo>
                <a:cubicBezTo>
                  <a:pt x="6534184" y="2722992"/>
                  <a:pt x="6558430" y="2747238"/>
                  <a:pt x="6558430" y="2777147"/>
                </a:cubicBezTo>
                <a:cubicBezTo>
                  <a:pt x="6558430" y="2807056"/>
                  <a:pt x="6534184" y="2831302"/>
                  <a:pt x="6504275" y="2831302"/>
                </a:cubicBezTo>
                <a:cubicBezTo>
                  <a:pt x="6474366" y="2831302"/>
                  <a:pt x="6450120" y="2807056"/>
                  <a:pt x="6450120" y="2777147"/>
                </a:cubicBezTo>
                <a:cubicBezTo>
                  <a:pt x="6450120" y="2747238"/>
                  <a:pt x="6474366" y="2722992"/>
                  <a:pt x="6504275" y="2722992"/>
                </a:cubicBezTo>
                <a:close/>
                <a:moveTo>
                  <a:pt x="6426140" y="2722992"/>
                </a:moveTo>
                <a:cubicBezTo>
                  <a:pt x="6430413" y="2722992"/>
                  <a:pt x="6433877" y="2726456"/>
                  <a:pt x="6433877" y="2730729"/>
                </a:cubicBezTo>
                <a:lnTo>
                  <a:pt x="6433877" y="2823565"/>
                </a:lnTo>
                <a:cubicBezTo>
                  <a:pt x="6433877" y="2827838"/>
                  <a:pt x="6430413" y="2831302"/>
                  <a:pt x="6426140" y="2831302"/>
                </a:cubicBezTo>
                <a:lnTo>
                  <a:pt x="6418404" y="2823566"/>
                </a:lnTo>
                <a:cubicBezTo>
                  <a:pt x="6418404" y="2792620"/>
                  <a:pt x="6418403" y="2761675"/>
                  <a:pt x="6418403" y="2730729"/>
                </a:cubicBezTo>
                <a:cubicBezTo>
                  <a:pt x="6418403" y="2726456"/>
                  <a:pt x="6421867" y="2722992"/>
                  <a:pt x="6426140" y="2722992"/>
                </a:cubicBezTo>
                <a:close/>
                <a:moveTo>
                  <a:pt x="6348005" y="2722992"/>
                </a:moveTo>
                <a:cubicBezTo>
                  <a:pt x="6377914" y="2722992"/>
                  <a:pt x="6402160" y="2747238"/>
                  <a:pt x="6402160" y="2777147"/>
                </a:cubicBezTo>
                <a:cubicBezTo>
                  <a:pt x="6402160" y="2807056"/>
                  <a:pt x="6377914" y="2831302"/>
                  <a:pt x="6348005" y="2831302"/>
                </a:cubicBezTo>
                <a:cubicBezTo>
                  <a:pt x="6318096" y="2831302"/>
                  <a:pt x="6293850" y="2807056"/>
                  <a:pt x="6293850" y="2777147"/>
                </a:cubicBezTo>
                <a:cubicBezTo>
                  <a:pt x="6293850" y="2747238"/>
                  <a:pt x="6318096" y="2722992"/>
                  <a:pt x="6348005" y="2722992"/>
                </a:cubicBezTo>
                <a:close/>
                <a:moveTo>
                  <a:pt x="6269869" y="2722992"/>
                </a:moveTo>
                <a:cubicBezTo>
                  <a:pt x="6274142" y="2722992"/>
                  <a:pt x="6277606" y="2726456"/>
                  <a:pt x="6277606" y="2730729"/>
                </a:cubicBezTo>
                <a:lnTo>
                  <a:pt x="6277606" y="2823565"/>
                </a:lnTo>
                <a:cubicBezTo>
                  <a:pt x="6277606" y="2827838"/>
                  <a:pt x="6274142" y="2831302"/>
                  <a:pt x="6269869" y="2831302"/>
                </a:cubicBezTo>
                <a:lnTo>
                  <a:pt x="6262133" y="2823566"/>
                </a:lnTo>
                <a:cubicBezTo>
                  <a:pt x="6262133" y="2792620"/>
                  <a:pt x="6262132" y="2761675"/>
                  <a:pt x="6262132" y="2730729"/>
                </a:cubicBezTo>
                <a:cubicBezTo>
                  <a:pt x="6262132" y="2726456"/>
                  <a:pt x="6265596" y="2722992"/>
                  <a:pt x="6269869" y="2722992"/>
                </a:cubicBezTo>
                <a:close/>
                <a:moveTo>
                  <a:pt x="6238153" y="2722992"/>
                </a:moveTo>
                <a:cubicBezTo>
                  <a:pt x="6242426" y="2722992"/>
                  <a:pt x="6245890" y="2726456"/>
                  <a:pt x="6245890" y="2730729"/>
                </a:cubicBezTo>
                <a:lnTo>
                  <a:pt x="6245890" y="2823565"/>
                </a:lnTo>
                <a:cubicBezTo>
                  <a:pt x="6245890" y="2827838"/>
                  <a:pt x="6242426" y="2831302"/>
                  <a:pt x="6238153" y="2831302"/>
                </a:cubicBezTo>
                <a:lnTo>
                  <a:pt x="6230417" y="2823566"/>
                </a:lnTo>
                <a:cubicBezTo>
                  <a:pt x="6230417" y="2792620"/>
                  <a:pt x="6230416" y="2761675"/>
                  <a:pt x="6230416" y="2730729"/>
                </a:cubicBezTo>
                <a:cubicBezTo>
                  <a:pt x="6230416" y="2726456"/>
                  <a:pt x="6233880" y="2722992"/>
                  <a:pt x="6238153" y="2722992"/>
                </a:cubicBezTo>
                <a:close/>
                <a:moveTo>
                  <a:pt x="6160018" y="2722992"/>
                </a:moveTo>
                <a:cubicBezTo>
                  <a:pt x="6189927" y="2722992"/>
                  <a:pt x="6214173" y="2747238"/>
                  <a:pt x="6214173" y="2777147"/>
                </a:cubicBezTo>
                <a:cubicBezTo>
                  <a:pt x="6214173" y="2807056"/>
                  <a:pt x="6189927" y="2831302"/>
                  <a:pt x="6160018" y="2831302"/>
                </a:cubicBezTo>
                <a:cubicBezTo>
                  <a:pt x="6130109" y="2831302"/>
                  <a:pt x="6105863" y="2807056"/>
                  <a:pt x="6105863" y="2777147"/>
                </a:cubicBezTo>
                <a:cubicBezTo>
                  <a:pt x="6105863" y="2747238"/>
                  <a:pt x="6130109" y="2722992"/>
                  <a:pt x="6160018" y="2722992"/>
                </a:cubicBezTo>
                <a:close/>
                <a:moveTo>
                  <a:pt x="6035464" y="2722992"/>
                </a:moveTo>
                <a:cubicBezTo>
                  <a:pt x="6065373" y="2722992"/>
                  <a:pt x="6089619" y="2747238"/>
                  <a:pt x="6089619" y="2777147"/>
                </a:cubicBezTo>
                <a:cubicBezTo>
                  <a:pt x="6089619" y="2807056"/>
                  <a:pt x="6065373" y="2831302"/>
                  <a:pt x="6035464" y="2831302"/>
                </a:cubicBezTo>
                <a:cubicBezTo>
                  <a:pt x="6005555" y="2831302"/>
                  <a:pt x="5981309" y="2807056"/>
                  <a:pt x="5981309" y="2777147"/>
                </a:cubicBezTo>
                <a:cubicBezTo>
                  <a:pt x="5981309" y="2747238"/>
                  <a:pt x="6005555" y="2722992"/>
                  <a:pt x="6035464" y="2722992"/>
                </a:cubicBezTo>
                <a:close/>
                <a:moveTo>
                  <a:pt x="5910910" y="2722992"/>
                </a:moveTo>
                <a:cubicBezTo>
                  <a:pt x="5940819" y="2722992"/>
                  <a:pt x="5965065" y="2747238"/>
                  <a:pt x="5965065" y="2777147"/>
                </a:cubicBezTo>
                <a:cubicBezTo>
                  <a:pt x="5965065" y="2807056"/>
                  <a:pt x="5940819" y="2831302"/>
                  <a:pt x="5910910" y="2831302"/>
                </a:cubicBezTo>
                <a:cubicBezTo>
                  <a:pt x="5881001" y="2831302"/>
                  <a:pt x="5856755" y="2807056"/>
                  <a:pt x="5856755" y="2777147"/>
                </a:cubicBezTo>
                <a:cubicBezTo>
                  <a:pt x="5856755" y="2747238"/>
                  <a:pt x="5881001" y="2722992"/>
                  <a:pt x="5910910" y="2722992"/>
                </a:cubicBezTo>
                <a:close/>
                <a:moveTo>
                  <a:pt x="5832776" y="2722992"/>
                </a:moveTo>
                <a:cubicBezTo>
                  <a:pt x="5837049" y="2722992"/>
                  <a:pt x="5840513" y="2726456"/>
                  <a:pt x="5840513" y="2730729"/>
                </a:cubicBezTo>
                <a:cubicBezTo>
                  <a:pt x="5840513" y="2761675"/>
                  <a:pt x="5840512" y="2792620"/>
                  <a:pt x="5840512" y="2823566"/>
                </a:cubicBezTo>
                <a:lnTo>
                  <a:pt x="5832776" y="2831302"/>
                </a:lnTo>
                <a:cubicBezTo>
                  <a:pt x="5828503" y="2831302"/>
                  <a:pt x="5825039" y="2827838"/>
                  <a:pt x="5825039" y="2823565"/>
                </a:cubicBezTo>
                <a:lnTo>
                  <a:pt x="5825039" y="2730729"/>
                </a:lnTo>
                <a:cubicBezTo>
                  <a:pt x="5825039" y="2726456"/>
                  <a:pt x="5828503" y="2722992"/>
                  <a:pt x="5832776" y="2722992"/>
                </a:cubicBezTo>
                <a:close/>
                <a:moveTo>
                  <a:pt x="5754640" y="2722992"/>
                </a:moveTo>
                <a:cubicBezTo>
                  <a:pt x="5784549" y="2722992"/>
                  <a:pt x="5808795" y="2747238"/>
                  <a:pt x="5808795" y="2777147"/>
                </a:cubicBezTo>
                <a:cubicBezTo>
                  <a:pt x="5808795" y="2807056"/>
                  <a:pt x="5784549" y="2831302"/>
                  <a:pt x="5754640" y="2831302"/>
                </a:cubicBezTo>
                <a:cubicBezTo>
                  <a:pt x="5724731" y="2831302"/>
                  <a:pt x="5700485" y="2807056"/>
                  <a:pt x="5700485" y="2777147"/>
                </a:cubicBezTo>
                <a:cubicBezTo>
                  <a:pt x="5700485" y="2747238"/>
                  <a:pt x="5724731" y="2722992"/>
                  <a:pt x="5754640" y="2722992"/>
                </a:cubicBezTo>
                <a:close/>
                <a:moveTo>
                  <a:pt x="5630086" y="2722992"/>
                </a:moveTo>
                <a:cubicBezTo>
                  <a:pt x="5659995" y="2722992"/>
                  <a:pt x="5684241" y="2747238"/>
                  <a:pt x="5684241" y="2777147"/>
                </a:cubicBezTo>
                <a:cubicBezTo>
                  <a:pt x="5684241" y="2807056"/>
                  <a:pt x="5659995" y="2831302"/>
                  <a:pt x="5630086" y="2831302"/>
                </a:cubicBezTo>
                <a:cubicBezTo>
                  <a:pt x="5600177" y="2831302"/>
                  <a:pt x="5575931" y="2807056"/>
                  <a:pt x="5575931" y="2777147"/>
                </a:cubicBezTo>
                <a:cubicBezTo>
                  <a:pt x="5575931" y="2747238"/>
                  <a:pt x="5600177" y="2722992"/>
                  <a:pt x="5630086" y="2722992"/>
                </a:cubicBezTo>
                <a:close/>
                <a:moveTo>
                  <a:pt x="5551951" y="2722992"/>
                </a:moveTo>
                <a:cubicBezTo>
                  <a:pt x="5556224" y="2722992"/>
                  <a:pt x="5559688" y="2726456"/>
                  <a:pt x="5559688" y="2730729"/>
                </a:cubicBezTo>
                <a:cubicBezTo>
                  <a:pt x="5559688" y="2761675"/>
                  <a:pt x="5559687" y="2792620"/>
                  <a:pt x="5559687" y="2823566"/>
                </a:cubicBezTo>
                <a:lnTo>
                  <a:pt x="5551951" y="2831302"/>
                </a:lnTo>
                <a:cubicBezTo>
                  <a:pt x="5547678" y="2831302"/>
                  <a:pt x="5544214" y="2827838"/>
                  <a:pt x="5544214" y="2823565"/>
                </a:cubicBezTo>
                <a:lnTo>
                  <a:pt x="5544214" y="2730729"/>
                </a:lnTo>
                <a:cubicBezTo>
                  <a:pt x="5544214" y="2726456"/>
                  <a:pt x="5547678" y="2722992"/>
                  <a:pt x="5551951" y="2722992"/>
                </a:cubicBezTo>
                <a:close/>
                <a:moveTo>
                  <a:pt x="5473815" y="2722992"/>
                </a:moveTo>
                <a:cubicBezTo>
                  <a:pt x="5503724" y="2722992"/>
                  <a:pt x="5527970" y="2747238"/>
                  <a:pt x="5527970" y="2777147"/>
                </a:cubicBezTo>
                <a:cubicBezTo>
                  <a:pt x="5527970" y="2807056"/>
                  <a:pt x="5503724" y="2831302"/>
                  <a:pt x="5473815" y="2831302"/>
                </a:cubicBezTo>
                <a:cubicBezTo>
                  <a:pt x="5443906" y="2831302"/>
                  <a:pt x="5419660" y="2807056"/>
                  <a:pt x="5419660" y="2777147"/>
                </a:cubicBezTo>
                <a:cubicBezTo>
                  <a:pt x="5419660" y="2747238"/>
                  <a:pt x="5443906" y="2722992"/>
                  <a:pt x="5473815" y="2722992"/>
                </a:cubicBezTo>
                <a:close/>
                <a:moveTo>
                  <a:pt x="5395680" y="2722992"/>
                </a:moveTo>
                <a:cubicBezTo>
                  <a:pt x="5399953" y="2722992"/>
                  <a:pt x="5403417" y="2726456"/>
                  <a:pt x="5403417" y="2730729"/>
                </a:cubicBezTo>
                <a:lnTo>
                  <a:pt x="5403417" y="2823565"/>
                </a:lnTo>
                <a:cubicBezTo>
                  <a:pt x="5403417" y="2827838"/>
                  <a:pt x="5399953" y="2831302"/>
                  <a:pt x="5395680" y="2831302"/>
                </a:cubicBezTo>
                <a:lnTo>
                  <a:pt x="5387944" y="2823566"/>
                </a:lnTo>
                <a:cubicBezTo>
                  <a:pt x="5387944" y="2792620"/>
                  <a:pt x="5387943" y="2761675"/>
                  <a:pt x="5387943" y="2730729"/>
                </a:cubicBezTo>
                <a:cubicBezTo>
                  <a:pt x="5387943" y="2726456"/>
                  <a:pt x="5391407" y="2722992"/>
                  <a:pt x="5395680" y="2722992"/>
                </a:cubicBezTo>
                <a:close/>
                <a:moveTo>
                  <a:pt x="5317545" y="2722992"/>
                </a:moveTo>
                <a:cubicBezTo>
                  <a:pt x="5347454" y="2722992"/>
                  <a:pt x="5371700" y="2747238"/>
                  <a:pt x="5371700" y="2777147"/>
                </a:cubicBezTo>
                <a:cubicBezTo>
                  <a:pt x="5371700" y="2807056"/>
                  <a:pt x="5347454" y="2831302"/>
                  <a:pt x="5317545" y="2831302"/>
                </a:cubicBezTo>
                <a:cubicBezTo>
                  <a:pt x="5287636" y="2831302"/>
                  <a:pt x="5263390" y="2807056"/>
                  <a:pt x="5263390" y="2777147"/>
                </a:cubicBezTo>
                <a:cubicBezTo>
                  <a:pt x="5263390" y="2747238"/>
                  <a:pt x="5287636" y="2722992"/>
                  <a:pt x="5317545" y="2722992"/>
                </a:cubicBezTo>
                <a:close/>
                <a:moveTo>
                  <a:pt x="5239409" y="2722992"/>
                </a:moveTo>
                <a:cubicBezTo>
                  <a:pt x="5243682" y="2722992"/>
                  <a:pt x="5247146" y="2726456"/>
                  <a:pt x="5247146" y="2730729"/>
                </a:cubicBezTo>
                <a:lnTo>
                  <a:pt x="5247146" y="2823565"/>
                </a:lnTo>
                <a:cubicBezTo>
                  <a:pt x="5247146" y="2827838"/>
                  <a:pt x="5243682" y="2831302"/>
                  <a:pt x="5239409" y="2831302"/>
                </a:cubicBezTo>
                <a:lnTo>
                  <a:pt x="5231673" y="2823566"/>
                </a:lnTo>
                <a:cubicBezTo>
                  <a:pt x="5231673" y="2792620"/>
                  <a:pt x="5231672" y="2761675"/>
                  <a:pt x="5231672" y="2730729"/>
                </a:cubicBezTo>
                <a:cubicBezTo>
                  <a:pt x="5231672" y="2726456"/>
                  <a:pt x="5235136" y="2722992"/>
                  <a:pt x="5239409" y="2722992"/>
                </a:cubicBezTo>
                <a:close/>
                <a:moveTo>
                  <a:pt x="5207693" y="2722992"/>
                </a:moveTo>
                <a:cubicBezTo>
                  <a:pt x="5211966" y="2722992"/>
                  <a:pt x="5215430" y="2726456"/>
                  <a:pt x="5215430" y="2730729"/>
                </a:cubicBezTo>
                <a:lnTo>
                  <a:pt x="5215430" y="2823565"/>
                </a:lnTo>
                <a:cubicBezTo>
                  <a:pt x="5215430" y="2827838"/>
                  <a:pt x="5211966" y="2831302"/>
                  <a:pt x="5207693" y="2831302"/>
                </a:cubicBezTo>
                <a:lnTo>
                  <a:pt x="5199957" y="2823566"/>
                </a:lnTo>
                <a:cubicBezTo>
                  <a:pt x="5199957" y="2792620"/>
                  <a:pt x="5199956" y="2761675"/>
                  <a:pt x="5199956" y="2730729"/>
                </a:cubicBezTo>
                <a:cubicBezTo>
                  <a:pt x="5199956" y="2726456"/>
                  <a:pt x="5203420" y="2722992"/>
                  <a:pt x="5207693" y="2722992"/>
                </a:cubicBezTo>
                <a:close/>
                <a:moveTo>
                  <a:pt x="5129558" y="2722992"/>
                </a:moveTo>
                <a:cubicBezTo>
                  <a:pt x="5159467" y="2722992"/>
                  <a:pt x="5183713" y="2747238"/>
                  <a:pt x="5183713" y="2777147"/>
                </a:cubicBezTo>
                <a:cubicBezTo>
                  <a:pt x="5183713" y="2807056"/>
                  <a:pt x="5159467" y="2831302"/>
                  <a:pt x="5129558" y="2831302"/>
                </a:cubicBezTo>
                <a:cubicBezTo>
                  <a:pt x="5099649" y="2831302"/>
                  <a:pt x="5075403" y="2807056"/>
                  <a:pt x="5075403" y="2777147"/>
                </a:cubicBezTo>
                <a:cubicBezTo>
                  <a:pt x="5075403" y="2747238"/>
                  <a:pt x="5099649" y="2722992"/>
                  <a:pt x="5129558" y="2722992"/>
                </a:cubicBezTo>
                <a:close/>
                <a:moveTo>
                  <a:pt x="5051422" y="2722992"/>
                </a:moveTo>
                <a:cubicBezTo>
                  <a:pt x="5055695" y="2722992"/>
                  <a:pt x="5059159" y="2726456"/>
                  <a:pt x="5059159" y="2730729"/>
                </a:cubicBezTo>
                <a:lnTo>
                  <a:pt x="5059159" y="2823565"/>
                </a:lnTo>
                <a:cubicBezTo>
                  <a:pt x="5059159" y="2827838"/>
                  <a:pt x="5055695" y="2831302"/>
                  <a:pt x="5051422" y="2831302"/>
                </a:cubicBezTo>
                <a:lnTo>
                  <a:pt x="5043686" y="2823566"/>
                </a:lnTo>
                <a:cubicBezTo>
                  <a:pt x="5043686" y="2792620"/>
                  <a:pt x="5043685" y="2761675"/>
                  <a:pt x="5043685" y="2730729"/>
                </a:cubicBezTo>
                <a:cubicBezTo>
                  <a:pt x="5043685" y="2726456"/>
                  <a:pt x="5047149" y="2722992"/>
                  <a:pt x="5051422" y="2722992"/>
                </a:cubicBezTo>
                <a:close/>
                <a:moveTo>
                  <a:pt x="5019706" y="2722992"/>
                </a:moveTo>
                <a:cubicBezTo>
                  <a:pt x="5023979" y="2722992"/>
                  <a:pt x="5027443" y="2726456"/>
                  <a:pt x="5027443" y="2730729"/>
                </a:cubicBezTo>
                <a:lnTo>
                  <a:pt x="5027443" y="2823565"/>
                </a:lnTo>
                <a:cubicBezTo>
                  <a:pt x="5027443" y="2827838"/>
                  <a:pt x="5023979" y="2831302"/>
                  <a:pt x="5019706" y="2831302"/>
                </a:cubicBezTo>
                <a:lnTo>
                  <a:pt x="5011970" y="2823566"/>
                </a:lnTo>
                <a:cubicBezTo>
                  <a:pt x="5011970" y="2792620"/>
                  <a:pt x="5011969" y="2761675"/>
                  <a:pt x="5011969" y="2730729"/>
                </a:cubicBezTo>
                <a:cubicBezTo>
                  <a:pt x="5011969" y="2726456"/>
                  <a:pt x="5015433" y="2722992"/>
                  <a:pt x="5019706" y="2722992"/>
                </a:cubicBezTo>
                <a:close/>
                <a:moveTo>
                  <a:pt x="4941571" y="2722992"/>
                </a:moveTo>
                <a:cubicBezTo>
                  <a:pt x="4971480" y="2722992"/>
                  <a:pt x="4995726" y="2747238"/>
                  <a:pt x="4995726" y="2777147"/>
                </a:cubicBezTo>
                <a:cubicBezTo>
                  <a:pt x="4995726" y="2807056"/>
                  <a:pt x="4971480" y="2831302"/>
                  <a:pt x="4941571" y="2831302"/>
                </a:cubicBezTo>
                <a:cubicBezTo>
                  <a:pt x="4911662" y="2831302"/>
                  <a:pt x="4887416" y="2807056"/>
                  <a:pt x="4887416" y="2777147"/>
                </a:cubicBezTo>
                <a:cubicBezTo>
                  <a:pt x="4887416" y="2747238"/>
                  <a:pt x="4911662" y="2722992"/>
                  <a:pt x="4941571" y="2722992"/>
                </a:cubicBezTo>
                <a:close/>
                <a:moveTo>
                  <a:pt x="4817017" y="2722992"/>
                </a:moveTo>
                <a:cubicBezTo>
                  <a:pt x="4846926" y="2722992"/>
                  <a:pt x="4871172" y="2747238"/>
                  <a:pt x="4871172" y="2777147"/>
                </a:cubicBezTo>
                <a:cubicBezTo>
                  <a:pt x="4871172" y="2807056"/>
                  <a:pt x="4846926" y="2831302"/>
                  <a:pt x="4817017" y="2831302"/>
                </a:cubicBezTo>
                <a:cubicBezTo>
                  <a:pt x="4787108" y="2831302"/>
                  <a:pt x="4762862" y="2807056"/>
                  <a:pt x="4762862" y="2777147"/>
                </a:cubicBezTo>
                <a:cubicBezTo>
                  <a:pt x="4762862" y="2747238"/>
                  <a:pt x="4787108" y="2722992"/>
                  <a:pt x="4817017" y="2722992"/>
                </a:cubicBezTo>
                <a:close/>
                <a:moveTo>
                  <a:pt x="4692463" y="2722992"/>
                </a:moveTo>
                <a:cubicBezTo>
                  <a:pt x="4722372" y="2722992"/>
                  <a:pt x="4746618" y="2747238"/>
                  <a:pt x="4746618" y="2777147"/>
                </a:cubicBezTo>
                <a:cubicBezTo>
                  <a:pt x="4746618" y="2807056"/>
                  <a:pt x="4722372" y="2831302"/>
                  <a:pt x="4692463" y="2831302"/>
                </a:cubicBezTo>
                <a:cubicBezTo>
                  <a:pt x="4662554" y="2831302"/>
                  <a:pt x="4638308" y="2807056"/>
                  <a:pt x="4638308" y="2777147"/>
                </a:cubicBezTo>
                <a:cubicBezTo>
                  <a:pt x="4638308" y="2747238"/>
                  <a:pt x="4662554" y="2722992"/>
                  <a:pt x="4692463" y="2722992"/>
                </a:cubicBezTo>
                <a:close/>
                <a:moveTo>
                  <a:pt x="4567909" y="2722992"/>
                </a:moveTo>
                <a:cubicBezTo>
                  <a:pt x="4597818" y="2722992"/>
                  <a:pt x="4622064" y="2747238"/>
                  <a:pt x="4622064" y="2777147"/>
                </a:cubicBezTo>
                <a:cubicBezTo>
                  <a:pt x="4622064" y="2807056"/>
                  <a:pt x="4597818" y="2831302"/>
                  <a:pt x="4567909" y="2831302"/>
                </a:cubicBezTo>
                <a:cubicBezTo>
                  <a:pt x="4538000" y="2831302"/>
                  <a:pt x="4513754" y="2807056"/>
                  <a:pt x="4513754" y="2777147"/>
                </a:cubicBezTo>
                <a:cubicBezTo>
                  <a:pt x="4513754" y="2747238"/>
                  <a:pt x="4538000" y="2722992"/>
                  <a:pt x="4567909" y="2722992"/>
                </a:cubicBezTo>
                <a:close/>
                <a:moveTo>
                  <a:pt x="4489775" y="2722992"/>
                </a:moveTo>
                <a:cubicBezTo>
                  <a:pt x="4494048" y="2722992"/>
                  <a:pt x="4497512" y="2726456"/>
                  <a:pt x="4497512" y="2730729"/>
                </a:cubicBezTo>
                <a:cubicBezTo>
                  <a:pt x="4497512" y="2761675"/>
                  <a:pt x="4497511" y="2792620"/>
                  <a:pt x="4497511" y="2823566"/>
                </a:cubicBezTo>
                <a:lnTo>
                  <a:pt x="4489775" y="2831302"/>
                </a:lnTo>
                <a:cubicBezTo>
                  <a:pt x="4485502" y="2831302"/>
                  <a:pt x="4482038" y="2827838"/>
                  <a:pt x="4482038" y="2823565"/>
                </a:cubicBezTo>
                <a:lnTo>
                  <a:pt x="4482038" y="2730729"/>
                </a:lnTo>
                <a:cubicBezTo>
                  <a:pt x="4482038" y="2726456"/>
                  <a:pt x="4485502" y="2722992"/>
                  <a:pt x="4489775" y="2722992"/>
                </a:cubicBezTo>
                <a:close/>
                <a:moveTo>
                  <a:pt x="4458058" y="2722992"/>
                </a:moveTo>
                <a:cubicBezTo>
                  <a:pt x="4462331" y="2722992"/>
                  <a:pt x="4465795" y="2726456"/>
                  <a:pt x="4465795" y="2730729"/>
                </a:cubicBezTo>
                <a:cubicBezTo>
                  <a:pt x="4465795" y="2761675"/>
                  <a:pt x="4465794" y="2792620"/>
                  <a:pt x="4465794" y="2823566"/>
                </a:cubicBezTo>
                <a:lnTo>
                  <a:pt x="4458058" y="2831302"/>
                </a:lnTo>
                <a:cubicBezTo>
                  <a:pt x="4453785" y="2831302"/>
                  <a:pt x="4450321" y="2827838"/>
                  <a:pt x="4450321" y="2823565"/>
                </a:cubicBezTo>
                <a:lnTo>
                  <a:pt x="4450321" y="2730729"/>
                </a:lnTo>
                <a:cubicBezTo>
                  <a:pt x="4450321" y="2726456"/>
                  <a:pt x="4453785" y="2722992"/>
                  <a:pt x="4458058" y="2722992"/>
                </a:cubicBezTo>
                <a:close/>
                <a:moveTo>
                  <a:pt x="4379922" y="2722992"/>
                </a:moveTo>
                <a:cubicBezTo>
                  <a:pt x="4409831" y="2722992"/>
                  <a:pt x="4434077" y="2747238"/>
                  <a:pt x="4434077" y="2777147"/>
                </a:cubicBezTo>
                <a:cubicBezTo>
                  <a:pt x="4434077" y="2807056"/>
                  <a:pt x="4409831" y="2831302"/>
                  <a:pt x="4379922" y="2831302"/>
                </a:cubicBezTo>
                <a:cubicBezTo>
                  <a:pt x="4350013" y="2831302"/>
                  <a:pt x="4325767" y="2807056"/>
                  <a:pt x="4325767" y="2777147"/>
                </a:cubicBezTo>
                <a:cubicBezTo>
                  <a:pt x="4325767" y="2747238"/>
                  <a:pt x="4350013" y="2722992"/>
                  <a:pt x="4379922" y="2722992"/>
                </a:cubicBezTo>
                <a:close/>
                <a:moveTo>
                  <a:pt x="4301788" y="2722992"/>
                </a:moveTo>
                <a:cubicBezTo>
                  <a:pt x="4306061" y="2722992"/>
                  <a:pt x="4309525" y="2726456"/>
                  <a:pt x="4309525" y="2730729"/>
                </a:cubicBezTo>
                <a:cubicBezTo>
                  <a:pt x="4309525" y="2761675"/>
                  <a:pt x="4309524" y="2792620"/>
                  <a:pt x="4309524" y="2823566"/>
                </a:cubicBezTo>
                <a:lnTo>
                  <a:pt x="4301788" y="2831302"/>
                </a:lnTo>
                <a:cubicBezTo>
                  <a:pt x="4297515" y="2831302"/>
                  <a:pt x="4294051" y="2827838"/>
                  <a:pt x="4294051" y="2823565"/>
                </a:cubicBezTo>
                <a:lnTo>
                  <a:pt x="4294051" y="2730729"/>
                </a:lnTo>
                <a:cubicBezTo>
                  <a:pt x="4294051" y="2726456"/>
                  <a:pt x="4297515" y="2722992"/>
                  <a:pt x="4301788" y="2722992"/>
                </a:cubicBezTo>
                <a:close/>
                <a:moveTo>
                  <a:pt x="4270071" y="2722992"/>
                </a:moveTo>
                <a:cubicBezTo>
                  <a:pt x="4274344" y="2722992"/>
                  <a:pt x="4277808" y="2726456"/>
                  <a:pt x="4277808" y="2730729"/>
                </a:cubicBezTo>
                <a:cubicBezTo>
                  <a:pt x="4277808" y="2761675"/>
                  <a:pt x="4277807" y="2792620"/>
                  <a:pt x="4277807" y="2823566"/>
                </a:cubicBezTo>
                <a:lnTo>
                  <a:pt x="4270071" y="2831302"/>
                </a:lnTo>
                <a:cubicBezTo>
                  <a:pt x="4265798" y="2831302"/>
                  <a:pt x="4262334" y="2827838"/>
                  <a:pt x="4262334" y="2823565"/>
                </a:cubicBezTo>
                <a:lnTo>
                  <a:pt x="4262334" y="2730729"/>
                </a:lnTo>
                <a:cubicBezTo>
                  <a:pt x="4262334" y="2726456"/>
                  <a:pt x="4265798" y="2722992"/>
                  <a:pt x="4270071" y="2722992"/>
                </a:cubicBezTo>
                <a:close/>
                <a:moveTo>
                  <a:pt x="4191935" y="2722992"/>
                </a:moveTo>
                <a:cubicBezTo>
                  <a:pt x="4221844" y="2722992"/>
                  <a:pt x="4246090" y="2747238"/>
                  <a:pt x="4246090" y="2777147"/>
                </a:cubicBezTo>
                <a:cubicBezTo>
                  <a:pt x="4246090" y="2807056"/>
                  <a:pt x="4221844" y="2831302"/>
                  <a:pt x="4191935" y="2831302"/>
                </a:cubicBezTo>
                <a:cubicBezTo>
                  <a:pt x="4162026" y="2831302"/>
                  <a:pt x="4137780" y="2807056"/>
                  <a:pt x="4137780" y="2777147"/>
                </a:cubicBezTo>
                <a:cubicBezTo>
                  <a:pt x="4137780" y="2747238"/>
                  <a:pt x="4162026" y="2722992"/>
                  <a:pt x="4191935" y="2722992"/>
                </a:cubicBezTo>
                <a:close/>
                <a:moveTo>
                  <a:pt x="4113801" y="2722992"/>
                </a:moveTo>
                <a:cubicBezTo>
                  <a:pt x="4118074" y="2722992"/>
                  <a:pt x="4121538" y="2726456"/>
                  <a:pt x="4121538" y="2730729"/>
                </a:cubicBezTo>
                <a:cubicBezTo>
                  <a:pt x="4121538" y="2761675"/>
                  <a:pt x="4121537" y="2792620"/>
                  <a:pt x="4121537" y="2823566"/>
                </a:cubicBezTo>
                <a:lnTo>
                  <a:pt x="4113801" y="2831302"/>
                </a:lnTo>
                <a:cubicBezTo>
                  <a:pt x="4109528" y="2831302"/>
                  <a:pt x="4106064" y="2827838"/>
                  <a:pt x="4106064" y="2823565"/>
                </a:cubicBezTo>
                <a:lnTo>
                  <a:pt x="4106064" y="2730729"/>
                </a:lnTo>
                <a:cubicBezTo>
                  <a:pt x="4106064" y="2726456"/>
                  <a:pt x="4109528" y="2722992"/>
                  <a:pt x="4113801" y="2722992"/>
                </a:cubicBezTo>
                <a:close/>
                <a:moveTo>
                  <a:pt x="4035665" y="2722992"/>
                </a:moveTo>
                <a:cubicBezTo>
                  <a:pt x="4065574" y="2722992"/>
                  <a:pt x="4089820" y="2747238"/>
                  <a:pt x="4089820" y="2777147"/>
                </a:cubicBezTo>
                <a:cubicBezTo>
                  <a:pt x="4089820" y="2807056"/>
                  <a:pt x="4065574" y="2831302"/>
                  <a:pt x="4035665" y="2831302"/>
                </a:cubicBezTo>
                <a:cubicBezTo>
                  <a:pt x="4005756" y="2831302"/>
                  <a:pt x="3981510" y="2807056"/>
                  <a:pt x="3981510" y="2777147"/>
                </a:cubicBezTo>
                <a:cubicBezTo>
                  <a:pt x="3981510" y="2747238"/>
                  <a:pt x="4005756" y="2722992"/>
                  <a:pt x="4035665" y="2722992"/>
                </a:cubicBezTo>
                <a:close/>
                <a:moveTo>
                  <a:pt x="3957529" y="2722992"/>
                </a:moveTo>
                <a:cubicBezTo>
                  <a:pt x="3961802" y="2722992"/>
                  <a:pt x="3965266" y="2726456"/>
                  <a:pt x="3965266" y="2730729"/>
                </a:cubicBezTo>
                <a:lnTo>
                  <a:pt x="3965266" y="2823565"/>
                </a:lnTo>
                <a:cubicBezTo>
                  <a:pt x="3965266" y="2827838"/>
                  <a:pt x="3961802" y="2831302"/>
                  <a:pt x="3957529" y="2831302"/>
                </a:cubicBezTo>
                <a:lnTo>
                  <a:pt x="3949793" y="2823566"/>
                </a:lnTo>
                <a:cubicBezTo>
                  <a:pt x="3949793" y="2792620"/>
                  <a:pt x="3949792" y="2761675"/>
                  <a:pt x="3949792" y="2730729"/>
                </a:cubicBezTo>
                <a:cubicBezTo>
                  <a:pt x="3949792" y="2726456"/>
                  <a:pt x="3953256" y="2722992"/>
                  <a:pt x="3957529" y="2722992"/>
                </a:cubicBezTo>
                <a:close/>
                <a:moveTo>
                  <a:pt x="3879394" y="2722992"/>
                </a:moveTo>
                <a:cubicBezTo>
                  <a:pt x="3909303" y="2722992"/>
                  <a:pt x="3933549" y="2747238"/>
                  <a:pt x="3933549" y="2777147"/>
                </a:cubicBezTo>
                <a:cubicBezTo>
                  <a:pt x="3933549" y="2807056"/>
                  <a:pt x="3909303" y="2831302"/>
                  <a:pt x="3879394" y="2831302"/>
                </a:cubicBezTo>
                <a:cubicBezTo>
                  <a:pt x="3849485" y="2831302"/>
                  <a:pt x="3825239" y="2807056"/>
                  <a:pt x="3825239" y="2777147"/>
                </a:cubicBezTo>
                <a:cubicBezTo>
                  <a:pt x="3825239" y="2747238"/>
                  <a:pt x="3849485" y="2722992"/>
                  <a:pt x="3879394" y="2722992"/>
                </a:cubicBezTo>
                <a:close/>
                <a:moveTo>
                  <a:pt x="3754840" y="2722992"/>
                </a:moveTo>
                <a:cubicBezTo>
                  <a:pt x="3784749" y="2722992"/>
                  <a:pt x="3808995" y="2747238"/>
                  <a:pt x="3808995" y="2777147"/>
                </a:cubicBezTo>
                <a:cubicBezTo>
                  <a:pt x="3808995" y="2807056"/>
                  <a:pt x="3784749" y="2831302"/>
                  <a:pt x="3754840" y="2831302"/>
                </a:cubicBezTo>
                <a:cubicBezTo>
                  <a:pt x="3724931" y="2831302"/>
                  <a:pt x="3700685" y="2807056"/>
                  <a:pt x="3700685" y="2777147"/>
                </a:cubicBezTo>
                <a:cubicBezTo>
                  <a:pt x="3700685" y="2747238"/>
                  <a:pt x="3724931" y="2722992"/>
                  <a:pt x="3754840" y="2722992"/>
                </a:cubicBezTo>
                <a:close/>
                <a:moveTo>
                  <a:pt x="3676705" y="2722992"/>
                </a:moveTo>
                <a:cubicBezTo>
                  <a:pt x="3680978" y="2722992"/>
                  <a:pt x="3684442" y="2726456"/>
                  <a:pt x="3684442" y="2730729"/>
                </a:cubicBezTo>
                <a:lnTo>
                  <a:pt x="3684442" y="2823565"/>
                </a:lnTo>
                <a:cubicBezTo>
                  <a:pt x="3684442" y="2827838"/>
                  <a:pt x="3680978" y="2831302"/>
                  <a:pt x="3676705" y="2831302"/>
                </a:cubicBezTo>
                <a:lnTo>
                  <a:pt x="3668969" y="2823566"/>
                </a:lnTo>
                <a:cubicBezTo>
                  <a:pt x="3668969" y="2792620"/>
                  <a:pt x="3668968" y="2761675"/>
                  <a:pt x="3668968" y="2730729"/>
                </a:cubicBezTo>
                <a:cubicBezTo>
                  <a:pt x="3668968" y="2726456"/>
                  <a:pt x="3672432" y="2722992"/>
                  <a:pt x="3676705" y="2722992"/>
                </a:cubicBezTo>
                <a:close/>
                <a:moveTo>
                  <a:pt x="3598570" y="2722992"/>
                </a:moveTo>
                <a:cubicBezTo>
                  <a:pt x="3628479" y="2722992"/>
                  <a:pt x="3652725" y="2747238"/>
                  <a:pt x="3652725" y="2777147"/>
                </a:cubicBezTo>
                <a:cubicBezTo>
                  <a:pt x="3652725" y="2807056"/>
                  <a:pt x="3628479" y="2831302"/>
                  <a:pt x="3598570" y="2831302"/>
                </a:cubicBezTo>
                <a:cubicBezTo>
                  <a:pt x="3568661" y="2831302"/>
                  <a:pt x="3544415" y="2807056"/>
                  <a:pt x="3544415" y="2777147"/>
                </a:cubicBezTo>
                <a:cubicBezTo>
                  <a:pt x="3544415" y="2747238"/>
                  <a:pt x="3568661" y="2722992"/>
                  <a:pt x="3598570" y="2722992"/>
                </a:cubicBezTo>
                <a:close/>
                <a:moveTo>
                  <a:pt x="3474016" y="2722992"/>
                </a:moveTo>
                <a:cubicBezTo>
                  <a:pt x="3503925" y="2722992"/>
                  <a:pt x="3528171" y="2747238"/>
                  <a:pt x="3528171" y="2777147"/>
                </a:cubicBezTo>
                <a:cubicBezTo>
                  <a:pt x="3528171" y="2807056"/>
                  <a:pt x="3503925" y="2831302"/>
                  <a:pt x="3474016" y="2831302"/>
                </a:cubicBezTo>
                <a:cubicBezTo>
                  <a:pt x="3444107" y="2831302"/>
                  <a:pt x="3419861" y="2807056"/>
                  <a:pt x="3419861" y="2777147"/>
                </a:cubicBezTo>
                <a:cubicBezTo>
                  <a:pt x="3419861" y="2747238"/>
                  <a:pt x="3444107" y="2722992"/>
                  <a:pt x="3474016" y="2722992"/>
                </a:cubicBezTo>
                <a:close/>
                <a:moveTo>
                  <a:pt x="3395882" y="2722992"/>
                </a:moveTo>
                <a:cubicBezTo>
                  <a:pt x="3400155" y="2722992"/>
                  <a:pt x="3403619" y="2726456"/>
                  <a:pt x="3403619" y="2730729"/>
                </a:cubicBezTo>
                <a:cubicBezTo>
                  <a:pt x="3403619" y="2761675"/>
                  <a:pt x="3403618" y="2792620"/>
                  <a:pt x="3403618" y="2823566"/>
                </a:cubicBezTo>
                <a:lnTo>
                  <a:pt x="3395882" y="2831302"/>
                </a:lnTo>
                <a:cubicBezTo>
                  <a:pt x="3391609" y="2831302"/>
                  <a:pt x="3388145" y="2827838"/>
                  <a:pt x="3388145" y="2823565"/>
                </a:cubicBezTo>
                <a:lnTo>
                  <a:pt x="3388145" y="2730729"/>
                </a:lnTo>
                <a:cubicBezTo>
                  <a:pt x="3388145" y="2726456"/>
                  <a:pt x="3391609" y="2722992"/>
                  <a:pt x="3395882" y="2722992"/>
                </a:cubicBezTo>
                <a:close/>
                <a:moveTo>
                  <a:pt x="3317746" y="2722992"/>
                </a:moveTo>
                <a:cubicBezTo>
                  <a:pt x="3347655" y="2722992"/>
                  <a:pt x="3371901" y="2747238"/>
                  <a:pt x="3371901" y="2777147"/>
                </a:cubicBezTo>
                <a:cubicBezTo>
                  <a:pt x="3371901" y="2807056"/>
                  <a:pt x="3347655" y="2831302"/>
                  <a:pt x="3317746" y="2831302"/>
                </a:cubicBezTo>
                <a:cubicBezTo>
                  <a:pt x="3287837" y="2831302"/>
                  <a:pt x="3263591" y="2807056"/>
                  <a:pt x="3263591" y="2777147"/>
                </a:cubicBezTo>
                <a:cubicBezTo>
                  <a:pt x="3263591" y="2747238"/>
                  <a:pt x="3287837" y="2722992"/>
                  <a:pt x="3317746" y="2722992"/>
                </a:cubicBezTo>
                <a:close/>
                <a:moveTo>
                  <a:pt x="3193192" y="2722992"/>
                </a:moveTo>
                <a:cubicBezTo>
                  <a:pt x="3223101" y="2722992"/>
                  <a:pt x="3247347" y="2747238"/>
                  <a:pt x="3247347" y="2777147"/>
                </a:cubicBezTo>
                <a:cubicBezTo>
                  <a:pt x="3247347" y="2807056"/>
                  <a:pt x="3223101" y="2831302"/>
                  <a:pt x="3193192" y="2831302"/>
                </a:cubicBezTo>
                <a:cubicBezTo>
                  <a:pt x="3163283" y="2831302"/>
                  <a:pt x="3139037" y="2807056"/>
                  <a:pt x="3139037" y="2777147"/>
                </a:cubicBezTo>
                <a:cubicBezTo>
                  <a:pt x="3139037" y="2747238"/>
                  <a:pt x="3163283" y="2722992"/>
                  <a:pt x="3193192" y="2722992"/>
                </a:cubicBezTo>
                <a:close/>
                <a:moveTo>
                  <a:pt x="3115057" y="2722992"/>
                </a:moveTo>
                <a:cubicBezTo>
                  <a:pt x="3119330" y="2722992"/>
                  <a:pt x="3122794" y="2726456"/>
                  <a:pt x="3122794" y="2730729"/>
                </a:cubicBezTo>
                <a:cubicBezTo>
                  <a:pt x="3122794" y="2761675"/>
                  <a:pt x="3122793" y="2792620"/>
                  <a:pt x="3122793" y="2823566"/>
                </a:cubicBezTo>
                <a:lnTo>
                  <a:pt x="3115057" y="2831302"/>
                </a:lnTo>
                <a:cubicBezTo>
                  <a:pt x="3110784" y="2831302"/>
                  <a:pt x="3107320" y="2827838"/>
                  <a:pt x="3107320" y="2823565"/>
                </a:cubicBezTo>
                <a:lnTo>
                  <a:pt x="3107320" y="2730729"/>
                </a:lnTo>
                <a:cubicBezTo>
                  <a:pt x="3107320" y="2726456"/>
                  <a:pt x="3110784" y="2722992"/>
                  <a:pt x="3115057" y="2722992"/>
                </a:cubicBezTo>
                <a:close/>
                <a:moveTo>
                  <a:pt x="3036921" y="2722992"/>
                </a:moveTo>
                <a:cubicBezTo>
                  <a:pt x="3066830" y="2722992"/>
                  <a:pt x="3091076" y="2747238"/>
                  <a:pt x="3091076" y="2777147"/>
                </a:cubicBezTo>
                <a:cubicBezTo>
                  <a:pt x="3091076" y="2807056"/>
                  <a:pt x="3066830" y="2831302"/>
                  <a:pt x="3036921" y="2831302"/>
                </a:cubicBezTo>
                <a:cubicBezTo>
                  <a:pt x="3007012" y="2831302"/>
                  <a:pt x="2982766" y="2807056"/>
                  <a:pt x="2982766" y="2777147"/>
                </a:cubicBezTo>
                <a:cubicBezTo>
                  <a:pt x="2982766" y="2747238"/>
                  <a:pt x="3007012" y="2722992"/>
                  <a:pt x="3036921" y="2722992"/>
                </a:cubicBezTo>
                <a:close/>
                <a:moveTo>
                  <a:pt x="2958786" y="2722992"/>
                </a:moveTo>
                <a:cubicBezTo>
                  <a:pt x="2963059" y="2722992"/>
                  <a:pt x="2966523" y="2726456"/>
                  <a:pt x="2966523" y="2730729"/>
                </a:cubicBezTo>
                <a:lnTo>
                  <a:pt x="2966523" y="2823565"/>
                </a:lnTo>
                <a:cubicBezTo>
                  <a:pt x="2966523" y="2827838"/>
                  <a:pt x="2963059" y="2831302"/>
                  <a:pt x="2958786" y="2831302"/>
                </a:cubicBezTo>
                <a:lnTo>
                  <a:pt x="2951050" y="2823566"/>
                </a:lnTo>
                <a:cubicBezTo>
                  <a:pt x="2951050" y="2792620"/>
                  <a:pt x="2951049" y="2761675"/>
                  <a:pt x="2951049" y="2730729"/>
                </a:cubicBezTo>
                <a:cubicBezTo>
                  <a:pt x="2951049" y="2726456"/>
                  <a:pt x="2954513" y="2722992"/>
                  <a:pt x="2958786" y="2722992"/>
                </a:cubicBezTo>
                <a:close/>
                <a:moveTo>
                  <a:pt x="2880651" y="2722992"/>
                </a:moveTo>
                <a:cubicBezTo>
                  <a:pt x="2910560" y="2722992"/>
                  <a:pt x="2934806" y="2747238"/>
                  <a:pt x="2934806" y="2777147"/>
                </a:cubicBezTo>
                <a:cubicBezTo>
                  <a:pt x="2934806" y="2807056"/>
                  <a:pt x="2910560" y="2831302"/>
                  <a:pt x="2880651" y="2831302"/>
                </a:cubicBezTo>
                <a:cubicBezTo>
                  <a:pt x="2850742" y="2831302"/>
                  <a:pt x="2826496" y="2807056"/>
                  <a:pt x="2826496" y="2777147"/>
                </a:cubicBezTo>
                <a:cubicBezTo>
                  <a:pt x="2826496" y="2747238"/>
                  <a:pt x="2850742" y="2722992"/>
                  <a:pt x="2880651" y="2722992"/>
                </a:cubicBezTo>
                <a:close/>
                <a:moveTo>
                  <a:pt x="2802515" y="2722992"/>
                </a:moveTo>
                <a:cubicBezTo>
                  <a:pt x="2806788" y="2722992"/>
                  <a:pt x="2810252" y="2726456"/>
                  <a:pt x="2810252" y="2730729"/>
                </a:cubicBezTo>
                <a:lnTo>
                  <a:pt x="2810252" y="2823565"/>
                </a:lnTo>
                <a:cubicBezTo>
                  <a:pt x="2810252" y="2827838"/>
                  <a:pt x="2806788" y="2831302"/>
                  <a:pt x="2802515" y="2831302"/>
                </a:cubicBezTo>
                <a:lnTo>
                  <a:pt x="2794779" y="2823566"/>
                </a:lnTo>
                <a:cubicBezTo>
                  <a:pt x="2794779" y="2792620"/>
                  <a:pt x="2794778" y="2761675"/>
                  <a:pt x="2794778" y="2730729"/>
                </a:cubicBezTo>
                <a:cubicBezTo>
                  <a:pt x="2794778" y="2726456"/>
                  <a:pt x="2798242" y="2722992"/>
                  <a:pt x="2802515" y="2722992"/>
                </a:cubicBezTo>
                <a:close/>
                <a:moveTo>
                  <a:pt x="2770799" y="2722992"/>
                </a:moveTo>
                <a:cubicBezTo>
                  <a:pt x="2775072" y="2722992"/>
                  <a:pt x="2778536" y="2726456"/>
                  <a:pt x="2778536" y="2730729"/>
                </a:cubicBezTo>
                <a:lnTo>
                  <a:pt x="2778536" y="2823565"/>
                </a:lnTo>
                <a:cubicBezTo>
                  <a:pt x="2778536" y="2827838"/>
                  <a:pt x="2775072" y="2831302"/>
                  <a:pt x="2770799" y="2831302"/>
                </a:cubicBezTo>
                <a:lnTo>
                  <a:pt x="2763063" y="2823566"/>
                </a:lnTo>
                <a:cubicBezTo>
                  <a:pt x="2763063" y="2792620"/>
                  <a:pt x="2763062" y="2761675"/>
                  <a:pt x="2763062" y="2730729"/>
                </a:cubicBezTo>
                <a:cubicBezTo>
                  <a:pt x="2763062" y="2726456"/>
                  <a:pt x="2766526" y="2722992"/>
                  <a:pt x="2770799" y="2722992"/>
                </a:cubicBezTo>
                <a:close/>
                <a:moveTo>
                  <a:pt x="2692664" y="2722992"/>
                </a:moveTo>
                <a:cubicBezTo>
                  <a:pt x="2722573" y="2722992"/>
                  <a:pt x="2746819" y="2747238"/>
                  <a:pt x="2746819" y="2777147"/>
                </a:cubicBezTo>
                <a:cubicBezTo>
                  <a:pt x="2746819" y="2807056"/>
                  <a:pt x="2722573" y="2831302"/>
                  <a:pt x="2692664" y="2831302"/>
                </a:cubicBezTo>
                <a:cubicBezTo>
                  <a:pt x="2662755" y="2831302"/>
                  <a:pt x="2638509" y="2807056"/>
                  <a:pt x="2638509" y="2777147"/>
                </a:cubicBezTo>
                <a:cubicBezTo>
                  <a:pt x="2638509" y="2747238"/>
                  <a:pt x="2662755" y="2722992"/>
                  <a:pt x="2692664" y="2722992"/>
                </a:cubicBezTo>
                <a:close/>
                <a:moveTo>
                  <a:pt x="2614528" y="2722992"/>
                </a:moveTo>
                <a:cubicBezTo>
                  <a:pt x="2618801" y="2722992"/>
                  <a:pt x="2622265" y="2726456"/>
                  <a:pt x="2622265" y="2730729"/>
                </a:cubicBezTo>
                <a:lnTo>
                  <a:pt x="2622265" y="2823565"/>
                </a:lnTo>
                <a:cubicBezTo>
                  <a:pt x="2622265" y="2827838"/>
                  <a:pt x="2618801" y="2831302"/>
                  <a:pt x="2614528" y="2831302"/>
                </a:cubicBezTo>
                <a:lnTo>
                  <a:pt x="2606792" y="2823566"/>
                </a:lnTo>
                <a:cubicBezTo>
                  <a:pt x="2606792" y="2792620"/>
                  <a:pt x="2606791" y="2761675"/>
                  <a:pt x="2606791" y="2730729"/>
                </a:cubicBezTo>
                <a:cubicBezTo>
                  <a:pt x="2606791" y="2726456"/>
                  <a:pt x="2610255" y="2722992"/>
                  <a:pt x="2614528" y="2722992"/>
                </a:cubicBezTo>
                <a:close/>
                <a:moveTo>
                  <a:pt x="2582812" y="2722992"/>
                </a:moveTo>
                <a:cubicBezTo>
                  <a:pt x="2587085" y="2722992"/>
                  <a:pt x="2590549" y="2726456"/>
                  <a:pt x="2590549" y="2730729"/>
                </a:cubicBezTo>
                <a:lnTo>
                  <a:pt x="2590549" y="2823565"/>
                </a:lnTo>
                <a:cubicBezTo>
                  <a:pt x="2590549" y="2827838"/>
                  <a:pt x="2587085" y="2831302"/>
                  <a:pt x="2582812" y="2831302"/>
                </a:cubicBezTo>
                <a:lnTo>
                  <a:pt x="2575076" y="2823566"/>
                </a:lnTo>
                <a:cubicBezTo>
                  <a:pt x="2575076" y="2792620"/>
                  <a:pt x="2575075" y="2761675"/>
                  <a:pt x="2575075" y="2730729"/>
                </a:cubicBezTo>
                <a:cubicBezTo>
                  <a:pt x="2575075" y="2726456"/>
                  <a:pt x="2578539" y="2722992"/>
                  <a:pt x="2582812" y="2722992"/>
                </a:cubicBezTo>
                <a:close/>
                <a:moveTo>
                  <a:pt x="2504677" y="2722992"/>
                </a:moveTo>
                <a:cubicBezTo>
                  <a:pt x="2534586" y="2722992"/>
                  <a:pt x="2558832" y="2747238"/>
                  <a:pt x="2558832" y="2777147"/>
                </a:cubicBezTo>
                <a:cubicBezTo>
                  <a:pt x="2558832" y="2807056"/>
                  <a:pt x="2534586" y="2831302"/>
                  <a:pt x="2504677" y="2831302"/>
                </a:cubicBezTo>
                <a:cubicBezTo>
                  <a:pt x="2474768" y="2831302"/>
                  <a:pt x="2450522" y="2807056"/>
                  <a:pt x="2450522" y="2777147"/>
                </a:cubicBezTo>
                <a:cubicBezTo>
                  <a:pt x="2450522" y="2747238"/>
                  <a:pt x="2474768" y="2722992"/>
                  <a:pt x="2504677" y="2722992"/>
                </a:cubicBezTo>
                <a:close/>
                <a:moveTo>
                  <a:pt x="2380123" y="2722992"/>
                </a:moveTo>
                <a:cubicBezTo>
                  <a:pt x="2410032" y="2722992"/>
                  <a:pt x="2434278" y="2747238"/>
                  <a:pt x="2434278" y="2777147"/>
                </a:cubicBezTo>
                <a:cubicBezTo>
                  <a:pt x="2434278" y="2807056"/>
                  <a:pt x="2410032" y="2831302"/>
                  <a:pt x="2380123" y="2831302"/>
                </a:cubicBezTo>
                <a:cubicBezTo>
                  <a:pt x="2350214" y="2831302"/>
                  <a:pt x="2325968" y="2807056"/>
                  <a:pt x="2325968" y="2777147"/>
                </a:cubicBezTo>
                <a:cubicBezTo>
                  <a:pt x="2325968" y="2747238"/>
                  <a:pt x="2350214" y="2722992"/>
                  <a:pt x="2380123" y="2722992"/>
                </a:cubicBezTo>
                <a:close/>
                <a:moveTo>
                  <a:pt x="2255569" y="2722992"/>
                </a:moveTo>
                <a:cubicBezTo>
                  <a:pt x="2285478" y="2722992"/>
                  <a:pt x="2309724" y="2747238"/>
                  <a:pt x="2309724" y="2777147"/>
                </a:cubicBezTo>
                <a:cubicBezTo>
                  <a:pt x="2309724" y="2807056"/>
                  <a:pt x="2285478" y="2831302"/>
                  <a:pt x="2255569" y="2831302"/>
                </a:cubicBezTo>
                <a:cubicBezTo>
                  <a:pt x="2225660" y="2831302"/>
                  <a:pt x="2201414" y="2807056"/>
                  <a:pt x="2201414" y="2777147"/>
                </a:cubicBezTo>
                <a:cubicBezTo>
                  <a:pt x="2201414" y="2747238"/>
                  <a:pt x="2225660" y="2722992"/>
                  <a:pt x="2255569" y="2722992"/>
                </a:cubicBezTo>
                <a:close/>
                <a:moveTo>
                  <a:pt x="2131015" y="2722992"/>
                </a:moveTo>
                <a:cubicBezTo>
                  <a:pt x="2160924" y="2722992"/>
                  <a:pt x="2185170" y="2747238"/>
                  <a:pt x="2185170" y="2777147"/>
                </a:cubicBezTo>
                <a:cubicBezTo>
                  <a:pt x="2185170" y="2807056"/>
                  <a:pt x="2160924" y="2831302"/>
                  <a:pt x="2131015" y="2831302"/>
                </a:cubicBezTo>
                <a:cubicBezTo>
                  <a:pt x="2101106" y="2831302"/>
                  <a:pt x="2076860" y="2807056"/>
                  <a:pt x="2076860" y="2777147"/>
                </a:cubicBezTo>
                <a:cubicBezTo>
                  <a:pt x="2076860" y="2747238"/>
                  <a:pt x="2101106" y="2722992"/>
                  <a:pt x="2131015" y="2722992"/>
                </a:cubicBezTo>
                <a:close/>
                <a:moveTo>
                  <a:pt x="2052881" y="2722992"/>
                </a:moveTo>
                <a:cubicBezTo>
                  <a:pt x="2057154" y="2722992"/>
                  <a:pt x="2060618" y="2726456"/>
                  <a:pt x="2060618" y="2730729"/>
                </a:cubicBezTo>
                <a:cubicBezTo>
                  <a:pt x="2060618" y="2761675"/>
                  <a:pt x="2060617" y="2792620"/>
                  <a:pt x="2060617" y="2823566"/>
                </a:cubicBezTo>
                <a:lnTo>
                  <a:pt x="2052881" y="2831302"/>
                </a:lnTo>
                <a:cubicBezTo>
                  <a:pt x="2048608" y="2831302"/>
                  <a:pt x="2045144" y="2827838"/>
                  <a:pt x="2045144" y="2823565"/>
                </a:cubicBezTo>
                <a:lnTo>
                  <a:pt x="2045144" y="2730729"/>
                </a:lnTo>
                <a:cubicBezTo>
                  <a:pt x="2045144" y="2726456"/>
                  <a:pt x="2048608" y="2722992"/>
                  <a:pt x="2052881" y="2722992"/>
                </a:cubicBezTo>
                <a:close/>
                <a:moveTo>
                  <a:pt x="2021164" y="2722992"/>
                </a:moveTo>
                <a:cubicBezTo>
                  <a:pt x="2025437" y="2722992"/>
                  <a:pt x="2028901" y="2726456"/>
                  <a:pt x="2028901" y="2730729"/>
                </a:cubicBezTo>
                <a:cubicBezTo>
                  <a:pt x="2028901" y="2761675"/>
                  <a:pt x="2028900" y="2792620"/>
                  <a:pt x="2028900" y="2823566"/>
                </a:cubicBezTo>
                <a:lnTo>
                  <a:pt x="2021164" y="2831302"/>
                </a:lnTo>
                <a:cubicBezTo>
                  <a:pt x="2016891" y="2831302"/>
                  <a:pt x="2013427" y="2827838"/>
                  <a:pt x="2013427" y="2823565"/>
                </a:cubicBezTo>
                <a:lnTo>
                  <a:pt x="2013427" y="2730729"/>
                </a:lnTo>
                <a:cubicBezTo>
                  <a:pt x="2013427" y="2726456"/>
                  <a:pt x="2016891" y="2722992"/>
                  <a:pt x="2021164" y="2722992"/>
                </a:cubicBezTo>
                <a:close/>
                <a:moveTo>
                  <a:pt x="1943028" y="2722992"/>
                </a:moveTo>
                <a:cubicBezTo>
                  <a:pt x="1972937" y="2722992"/>
                  <a:pt x="1997183" y="2747238"/>
                  <a:pt x="1997183" y="2777147"/>
                </a:cubicBezTo>
                <a:cubicBezTo>
                  <a:pt x="1997183" y="2807056"/>
                  <a:pt x="1972937" y="2831302"/>
                  <a:pt x="1943028" y="2831302"/>
                </a:cubicBezTo>
                <a:cubicBezTo>
                  <a:pt x="1913119" y="2831302"/>
                  <a:pt x="1888873" y="2807056"/>
                  <a:pt x="1888873" y="2777147"/>
                </a:cubicBezTo>
                <a:cubicBezTo>
                  <a:pt x="1888873" y="2747238"/>
                  <a:pt x="1913119" y="2722992"/>
                  <a:pt x="1943028" y="2722992"/>
                </a:cubicBezTo>
                <a:close/>
                <a:moveTo>
                  <a:pt x="1864894" y="2722992"/>
                </a:moveTo>
                <a:cubicBezTo>
                  <a:pt x="1869167" y="2722992"/>
                  <a:pt x="1872631" y="2726456"/>
                  <a:pt x="1872631" y="2730729"/>
                </a:cubicBezTo>
                <a:cubicBezTo>
                  <a:pt x="1872631" y="2761675"/>
                  <a:pt x="1872630" y="2792620"/>
                  <a:pt x="1872630" y="2823566"/>
                </a:cubicBezTo>
                <a:lnTo>
                  <a:pt x="1864894" y="2831302"/>
                </a:lnTo>
                <a:cubicBezTo>
                  <a:pt x="1860621" y="2831302"/>
                  <a:pt x="1857157" y="2827838"/>
                  <a:pt x="1857157" y="2823565"/>
                </a:cubicBezTo>
                <a:lnTo>
                  <a:pt x="1857157" y="2730729"/>
                </a:lnTo>
                <a:cubicBezTo>
                  <a:pt x="1857157" y="2726456"/>
                  <a:pt x="1860621" y="2722992"/>
                  <a:pt x="1864894" y="2722992"/>
                </a:cubicBezTo>
                <a:close/>
                <a:moveTo>
                  <a:pt x="1833177" y="2722992"/>
                </a:moveTo>
                <a:cubicBezTo>
                  <a:pt x="1837450" y="2722992"/>
                  <a:pt x="1840914" y="2726456"/>
                  <a:pt x="1840914" y="2730729"/>
                </a:cubicBezTo>
                <a:cubicBezTo>
                  <a:pt x="1840914" y="2761675"/>
                  <a:pt x="1840913" y="2792620"/>
                  <a:pt x="1840913" y="2823566"/>
                </a:cubicBezTo>
                <a:lnTo>
                  <a:pt x="1833177" y="2831302"/>
                </a:lnTo>
                <a:cubicBezTo>
                  <a:pt x="1828904" y="2831302"/>
                  <a:pt x="1825440" y="2827838"/>
                  <a:pt x="1825440" y="2823565"/>
                </a:cubicBezTo>
                <a:lnTo>
                  <a:pt x="1825440" y="2730729"/>
                </a:lnTo>
                <a:cubicBezTo>
                  <a:pt x="1825440" y="2726456"/>
                  <a:pt x="1828904" y="2722992"/>
                  <a:pt x="1833177" y="2722992"/>
                </a:cubicBezTo>
                <a:close/>
                <a:moveTo>
                  <a:pt x="1755041" y="2722992"/>
                </a:moveTo>
                <a:cubicBezTo>
                  <a:pt x="1784950" y="2722992"/>
                  <a:pt x="1809196" y="2747238"/>
                  <a:pt x="1809196" y="2777147"/>
                </a:cubicBezTo>
                <a:cubicBezTo>
                  <a:pt x="1809196" y="2807056"/>
                  <a:pt x="1784950" y="2831302"/>
                  <a:pt x="1755041" y="2831302"/>
                </a:cubicBezTo>
                <a:cubicBezTo>
                  <a:pt x="1725132" y="2831302"/>
                  <a:pt x="1700886" y="2807056"/>
                  <a:pt x="1700886" y="2777147"/>
                </a:cubicBezTo>
                <a:cubicBezTo>
                  <a:pt x="1700886" y="2747238"/>
                  <a:pt x="1725132" y="2722992"/>
                  <a:pt x="1755041" y="2722992"/>
                </a:cubicBezTo>
                <a:close/>
                <a:moveTo>
                  <a:pt x="1676907" y="2722992"/>
                </a:moveTo>
                <a:cubicBezTo>
                  <a:pt x="1681180" y="2722992"/>
                  <a:pt x="1684644" y="2726456"/>
                  <a:pt x="1684644" y="2730729"/>
                </a:cubicBezTo>
                <a:cubicBezTo>
                  <a:pt x="1684644" y="2761675"/>
                  <a:pt x="1684643" y="2792620"/>
                  <a:pt x="1684643" y="2823566"/>
                </a:cubicBezTo>
                <a:lnTo>
                  <a:pt x="1676907" y="2831302"/>
                </a:lnTo>
                <a:cubicBezTo>
                  <a:pt x="1672634" y="2831302"/>
                  <a:pt x="1669170" y="2827838"/>
                  <a:pt x="1669170" y="2823565"/>
                </a:cubicBezTo>
                <a:lnTo>
                  <a:pt x="1669170" y="2730729"/>
                </a:lnTo>
                <a:cubicBezTo>
                  <a:pt x="1669170" y="2726456"/>
                  <a:pt x="1672634" y="2722992"/>
                  <a:pt x="1676907" y="2722992"/>
                </a:cubicBezTo>
                <a:close/>
                <a:moveTo>
                  <a:pt x="1598771" y="2722992"/>
                </a:moveTo>
                <a:cubicBezTo>
                  <a:pt x="1628680" y="2722992"/>
                  <a:pt x="1652926" y="2747238"/>
                  <a:pt x="1652926" y="2777147"/>
                </a:cubicBezTo>
                <a:cubicBezTo>
                  <a:pt x="1652926" y="2807056"/>
                  <a:pt x="1628680" y="2831302"/>
                  <a:pt x="1598771" y="2831302"/>
                </a:cubicBezTo>
                <a:cubicBezTo>
                  <a:pt x="1568862" y="2831302"/>
                  <a:pt x="1544616" y="2807056"/>
                  <a:pt x="1544616" y="2777147"/>
                </a:cubicBezTo>
                <a:cubicBezTo>
                  <a:pt x="1544616" y="2747238"/>
                  <a:pt x="1568862" y="2722992"/>
                  <a:pt x="1598771" y="2722992"/>
                </a:cubicBezTo>
                <a:close/>
                <a:moveTo>
                  <a:pt x="1520635" y="2722992"/>
                </a:moveTo>
                <a:cubicBezTo>
                  <a:pt x="1524908" y="2722992"/>
                  <a:pt x="1528372" y="2726456"/>
                  <a:pt x="1528372" y="2730729"/>
                </a:cubicBezTo>
                <a:lnTo>
                  <a:pt x="1528372" y="2823565"/>
                </a:lnTo>
                <a:cubicBezTo>
                  <a:pt x="1528372" y="2827838"/>
                  <a:pt x="1524908" y="2831302"/>
                  <a:pt x="1520635" y="2831302"/>
                </a:cubicBezTo>
                <a:lnTo>
                  <a:pt x="1512899" y="2823566"/>
                </a:lnTo>
                <a:cubicBezTo>
                  <a:pt x="1512899" y="2792620"/>
                  <a:pt x="1512898" y="2761675"/>
                  <a:pt x="1512898" y="2730729"/>
                </a:cubicBezTo>
                <a:cubicBezTo>
                  <a:pt x="1512898" y="2726456"/>
                  <a:pt x="1516362" y="2722992"/>
                  <a:pt x="1520635" y="2722992"/>
                </a:cubicBezTo>
                <a:close/>
                <a:moveTo>
                  <a:pt x="1442500" y="2722992"/>
                </a:moveTo>
                <a:cubicBezTo>
                  <a:pt x="1472409" y="2722992"/>
                  <a:pt x="1496655" y="2747238"/>
                  <a:pt x="1496655" y="2777147"/>
                </a:cubicBezTo>
                <a:cubicBezTo>
                  <a:pt x="1496655" y="2807056"/>
                  <a:pt x="1472409" y="2831302"/>
                  <a:pt x="1442500" y="2831302"/>
                </a:cubicBezTo>
                <a:cubicBezTo>
                  <a:pt x="1412591" y="2831302"/>
                  <a:pt x="1388345" y="2807056"/>
                  <a:pt x="1388345" y="2777147"/>
                </a:cubicBezTo>
                <a:cubicBezTo>
                  <a:pt x="1388345" y="2747238"/>
                  <a:pt x="1412591" y="2722992"/>
                  <a:pt x="1442500" y="2722992"/>
                </a:cubicBezTo>
                <a:close/>
                <a:moveTo>
                  <a:pt x="1317946" y="2722992"/>
                </a:moveTo>
                <a:cubicBezTo>
                  <a:pt x="1347855" y="2722992"/>
                  <a:pt x="1372101" y="2747238"/>
                  <a:pt x="1372101" y="2777147"/>
                </a:cubicBezTo>
                <a:cubicBezTo>
                  <a:pt x="1372101" y="2807056"/>
                  <a:pt x="1347855" y="2831302"/>
                  <a:pt x="1317946" y="2831302"/>
                </a:cubicBezTo>
                <a:cubicBezTo>
                  <a:pt x="1288037" y="2831302"/>
                  <a:pt x="1263791" y="2807056"/>
                  <a:pt x="1263791" y="2777147"/>
                </a:cubicBezTo>
                <a:cubicBezTo>
                  <a:pt x="1263791" y="2747238"/>
                  <a:pt x="1288037" y="2722992"/>
                  <a:pt x="1317946" y="2722992"/>
                </a:cubicBezTo>
                <a:close/>
                <a:moveTo>
                  <a:pt x="1239811" y="2722992"/>
                </a:moveTo>
                <a:cubicBezTo>
                  <a:pt x="1244084" y="2722992"/>
                  <a:pt x="1247548" y="2726456"/>
                  <a:pt x="1247548" y="2730729"/>
                </a:cubicBezTo>
                <a:lnTo>
                  <a:pt x="1247548" y="2823565"/>
                </a:lnTo>
                <a:cubicBezTo>
                  <a:pt x="1247548" y="2827838"/>
                  <a:pt x="1244084" y="2831302"/>
                  <a:pt x="1239811" y="2831302"/>
                </a:cubicBezTo>
                <a:lnTo>
                  <a:pt x="1232075" y="2823566"/>
                </a:lnTo>
                <a:cubicBezTo>
                  <a:pt x="1232075" y="2792620"/>
                  <a:pt x="1232074" y="2761675"/>
                  <a:pt x="1232074" y="2730729"/>
                </a:cubicBezTo>
                <a:cubicBezTo>
                  <a:pt x="1232074" y="2726456"/>
                  <a:pt x="1235538" y="2722992"/>
                  <a:pt x="1239811" y="2722992"/>
                </a:cubicBezTo>
                <a:close/>
                <a:moveTo>
                  <a:pt x="1161676" y="2722992"/>
                </a:moveTo>
                <a:cubicBezTo>
                  <a:pt x="1191585" y="2722992"/>
                  <a:pt x="1215831" y="2747238"/>
                  <a:pt x="1215831" y="2777147"/>
                </a:cubicBezTo>
                <a:cubicBezTo>
                  <a:pt x="1215831" y="2807056"/>
                  <a:pt x="1191585" y="2831302"/>
                  <a:pt x="1161676" y="2831302"/>
                </a:cubicBezTo>
                <a:cubicBezTo>
                  <a:pt x="1131767" y="2831302"/>
                  <a:pt x="1107521" y="2807056"/>
                  <a:pt x="1107521" y="2777147"/>
                </a:cubicBezTo>
                <a:cubicBezTo>
                  <a:pt x="1107521" y="2747238"/>
                  <a:pt x="1131767" y="2722992"/>
                  <a:pt x="1161676" y="2722992"/>
                </a:cubicBezTo>
                <a:close/>
                <a:moveTo>
                  <a:pt x="1037122" y="2722992"/>
                </a:moveTo>
                <a:cubicBezTo>
                  <a:pt x="1067031" y="2722992"/>
                  <a:pt x="1091277" y="2747238"/>
                  <a:pt x="1091277" y="2777147"/>
                </a:cubicBezTo>
                <a:cubicBezTo>
                  <a:pt x="1091277" y="2807056"/>
                  <a:pt x="1067031" y="2831302"/>
                  <a:pt x="1037122" y="2831302"/>
                </a:cubicBezTo>
                <a:cubicBezTo>
                  <a:pt x="1007213" y="2831302"/>
                  <a:pt x="982967" y="2807056"/>
                  <a:pt x="982967" y="2777147"/>
                </a:cubicBezTo>
                <a:cubicBezTo>
                  <a:pt x="982967" y="2747238"/>
                  <a:pt x="1007213" y="2722992"/>
                  <a:pt x="1037122" y="2722992"/>
                </a:cubicBezTo>
                <a:close/>
                <a:moveTo>
                  <a:pt x="912568" y="2722992"/>
                </a:moveTo>
                <a:cubicBezTo>
                  <a:pt x="942477" y="2722992"/>
                  <a:pt x="966723" y="2747238"/>
                  <a:pt x="966723" y="2777147"/>
                </a:cubicBezTo>
                <a:cubicBezTo>
                  <a:pt x="966723" y="2807056"/>
                  <a:pt x="942477" y="2831302"/>
                  <a:pt x="912568" y="2831302"/>
                </a:cubicBezTo>
                <a:cubicBezTo>
                  <a:pt x="882659" y="2831302"/>
                  <a:pt x="858413" y="2807056"/>
                  <a:pt x="858413" y="2777147"/>
                </a:cubicBezTo>
                <a:cubicBezTo>
                  <a:pt x="858440" y="2747238"/>
                  <a:pt x="882686" y="2722992"/>
                  <a:pt x="912568" y="2722992"/>
                </a:cubicBezTo>
                <a:close/>
                <a:moveTo>
                  <a:pt x="834434" y="2722992"/>
                </a:moveTo>
                <a:cubicBezTo>
                  <a:pt x="838707" y="2722992"/>
                  <a:pt x="842171" y="2726456"/>
                  <a:pt x="842171" y="2730729"/>
                </a:cubicBezTo>
                <a:cubicBezTo>
                  <a:pt x="842171" y="2761675"/>
                  <a:pt x="842170" y="2792620"/>
                  <a:pt x="842170" y="2823566"/>
                </a:cubicBezTo>
                <a:lnTo>
                  <a:pt x="834434" y="2831302"/>
                </a:lnTo>
                <a:cubicBezTo>
                  <a:pt x="830161" y="2831302"/>
                  <a:pt x="826697" y="2827838"/>
                  <a:pt x="826697" y="2823565"/>
                </a:cubicBezTo>
                <a:lnTo>
                  <a:pt x="826697" y="2730729"/>
                </a:lnTo>
                <a:cubicBezTo>
                  <a:pt x="826699" y="2726456"/>
                  <a:pt x="830161" y="2722992"/>
                  <a:pt x="834434" y="2722992"/>
                </a:cubicBezTo>
                <a:close/>
                <a:moveTo>
                  <a:pt x="802717" y="2722992"/>
                </a:moveTo>
                <a:cubicBezTo>
                  <a:pt x="806990" y="2722992"/>
                  <a:pt x="810454" y="2726456"/>
                  <a:pt x="810454" y="2730729"/>
                </a:cubicBezTo>
                <a:cubicBezTo>
                  <a:pt x="810454" y="2761675"/>
                  <a:pt x="810453" y="2792620"/>
                  <a:pt x="810453" y="2823566"/>
                </a:cubicBezTo>
                <a:lnTo>
                  <a:pt x="802717" y="2831302"/>
                </a:lnTo>
                <a:cubicBezTo>
                  <a:pt x="798444" y="2831302"/>
                  <a:pt x="794980" y="2827838"/>
                  <a:pt x="794980" y="2823565"/>
                </a:cubicBezTo>
                <a:lnTo>
                  <a:pt x="794980" y="2730729"/>
                </a:lnTo>
                <a:cubicBezTo>
                  <a:pt x="794982" y="2726456"/>
                  <a:pt x="798444" y="2722992"/>
                  <a:pt x="802717" y="2722992"/>
                </a:cubicBezTo>
                <a:close/>
                <a:moveTo>
                  <a:pt x="724581" y="2722992"/>
                </a:moveTo>
                <a:cubicBezTo>
                  <a:pt x="754490" y="2722992"/>
                  <a:pt x="778736" y="2747238"/>
                  <a:pt x="778736" y="2777147"/>
                </a:cubicBezTo>
                <a:cubicBezTo>
                  <a:pt x="778689" y="2807056"/>
                  <a:pt x="754490" y="2831302"/>
                  <a:pt x="724581" y="2831302"/>
                </a:cubicBezTo>
                <a:cubicBezTo>
                  <a:pt x="694672" y="2831302"/>
                  <a:pt x="670426" y="2807056"/>
                  <a:pt x="670426" y="2777147"/>
                </a:cubicBezTo>
                <a:cubicBezTo>
                  <a:pt x="670453" y="2747238"/>
                  <a:pt x="694699" y="2722992"/>
                  <a:pt x="724581" y="2722992"/>
                </a:cubicBezTo>
                <a:close/>
                <a:moveTo>
                  <a:pt x="646447" y="2722992"/>
                </a:moveTo>
                <a:cubicBezTo>
                  <a:pt x="650720" y="2722992"/>
                  <a:pt x="654184" y="2726456"/>
                  <a:pt x="654184" y="2730729"/>
                </a:cubicBezTo>
                <a:cubicBezTo>
                  <a:pt x="654184" y="2761675"/>
                  <a:pt x="654183" y="2792620"/>
                  <a:pt x="654183" y="2823566"/>
                </a:cubicBezTo>
                <a:lnTo>
                  <a:pt x="646447" y="2831302"/>
                </a:lnTo>
                <a:cubicBezTo>
                  <a:pt x="642174" y="2831302"/>
                  <a:pt x="638710" y="2827838"/>
                  <a:pt x="638710" y="2823565"/>
                </a:cubicBezTo>
                <a:lnTo>
                  <a:pt x="638710" y="2730729"/>
                </a:lnTo>
                <a:cubicBezTo>
                  <a:pt x="638712" y="2726456"/>
                  <a:pt x="642174" y="2722992"/>
                  <a:pt x="646447" y="2722992"/>
                </a:cubicBezTo>
                <a:close/>
                <a:moveTo>
                  <a:pt x="614730" y="2722992"/>
                </a:moveTo>
                <a:cubicBezTo>
                  <a:pt x="619003" y="2722992"/>
                  <a:pt x="622467" y="2726456"/>
                  <a:pt x="622467" y="2730729"/>
                </a:cubicBezTo>
                <a:cubicBezTo>
                  <a:pt x="622467" y="2761675"/>
                  <a:pt x="622466" y="2792620"/>
                  <a:pt x="622466" y="2823566"/>
                </a:cubicBezTo>
                <a:lnTo>
                  <a:pt x="614730" y="2831302"/>
                </a:lnTo>
                <a:cubicBezTo>
                  <a:pt x="610457" y="2831302"/>
                  <a:pt x="606993" y="2827838"/>
                  <a:pt x="606993" y="2823565"/>
                </a:cubicBezTo>
                <a:lnTo>
                  <a:pt x="606993" y="2730729"/>
                </a:lnTo>
                <a:cubicBezTo>
                  <a:pt x="606995" y="2726456"/>
                  <a:pt x="610457" y="2722992"/>
                  <a:pt x="614730" y="2722992"/>
                </a:cubicBezTo>
                <a:close/>
                <a:moveTo>
                  <a:pt x="536594" y="2722992"/>
                </a:moveTo>
                <a:cubicBezTo>
                  <a:pt x="566503" y="2722992"/>
                  <a:pt x="590749" y="2747238"/>
                  <a:pt x="590749" y="2777147"/>
                </a:cubicBezTo>
                <a:cubicBezTo>
                  <a:pt x="590702" y="2807056"/>
                  <a:pt x="566503" y="2831302"/>
                  <a:pt x="536594" y="2831302"/>
                </a:cubicBezTo>
                <a:cubicBezTo>
                  <a:pt x="506685" y="2831302"/>
                  <a:pt x="482439" y="2807056"/>
                  <a:pt x="482439" y="2777147"/>
                </a:cubicBezTo>
                <a:cubicBezTo>
                  <a:pt x="482466" y="2747238"/>
                  <a:pt x="506712" y="2722992"/>
                  <a:pt x="536594" y="2722992"/>
                </a:cubicBezTo>
                <a:close/>
                <a:moveTo>
                  <a:pt x="458460" y="2722992"/>
                </a:moveTo>
                <a:cubicBezTo>
                  <a:pt x="462733" y="2722992"/>
                  <a:pt x="466197" y="2726456"/>
                  <a:pt x="466197" y="2730729"/>
                </a:cubicBezTo>
                <a:cubicBezTo>
                  <a:pt x="466197" y="2761675"/>
                  <a:pt x="466196" y="2792620"/>
                  <a:pt x="466196" y="2823566"/>
                </a:cubicBezTo>
                <a:lnTo>
                  <a:pt x="458460" y="2831302"/>
                </a:lnTo>
                <a:cubicBezTo>
                  <a:pt x="454187" y="2831302"/>
                  <a:pt x="450723" y="2827838"/>
                  <a:pt x="450723" y="2823565"/>
                </a:cubicBezTo>
                <a:lnTo>
                  <a:pt x="450723" y="2730729"/>
                </a:lnTo>
                <a:cubicBezTo>
                  <a:pt x="450725" y="2726456"/>
                  <a:pt x="454187" y="2722992"/>
                  <a:pt x="458460" y="2722992"/>
                </a:cubicBezTo>
                <a:close/>
                <a:moveTo>
                  <a:pt x="380324" y="2722992"/>
                </a:moveTo>
                <a:cubicBezTo>
                  <a:pt x="410233" y="2722992"/>
                  <a:pt x="434479" y="2747238"/>
                  <a:pt x="434479" y="2777147"/>
                </a:cubicBezTo>
                <a:cubicBezTo>
                  <a:pt x="434436" y="2807056"/>
                  <a:pt x="410233" y="2831302"/>
                  <a:pt x="380324" y="2831302"/>
                </a:cubicBezTo>
                <a:cubicBezTo>
                  <a:pt x="350415" y="2831302"/>
                  <a:pt x="326169" y="2807056"/>
                  <a:pt x="326169" y="2777147"/>
                </a:cubicBezTo>
                <a:cubicBezTo>
                  <a:pt x="326196" y="2747238"/>
                  <a:pt x="350428" y="2722992"/>
                  <a:pt x="380324" y="2722992"/>
                </a:cubicBezTo>
                <a:close/>
                <a:moveTo>
                  <a:pt x="302188" y="2722992"/>
                </a:moveTo>
                <a:cubicBezTo>
                  <a:pt x="306461" y="2722992"/>
                  <a:pt x="309925" y="2726456"/>
                  <a:pt x="309925" y="2730729"/>
                </a:cubicBezTo>
                <a:lnTo>
                  <a:pt x="309925" y="2823565"/>
                </a:lnTo>
                <a:cubicBezTo>
                  <a:pt x="309923" y="2827838"/>
                  <a:pt x="306460" y="2831302"/>
                  <a:pt x="302188" y="2831302"/>
                </a:cubicBezTo>
                <a:lnTo>
                  <a:pt x="294452" y="2823566"/>
                </a:lnTo>
                <a:cubicBezTo>
                  <a:pt x="294452" y="2792620"/>
                  <a:pt x="294451" y="2761675"/>
                  <a:pt x="294451" y="2730729"/>
                </a:cubicBezTo>
                <a:cubicBezTo>
                  <a:pt x="294452" y="2726456"/>
                  <a:pt x="297916" y="2722992"/>
                  <a:pt x="302188" y="2722992"/>
                </a:cubicBezTo>
                <a:close/>
                <a:moveTo>
                  <a:pt x="224053" y="2722992"/>
                </a:moveTo>
                <a:cubicBezTo>
                  <a:pt x="253962" y="2722992"/>
                  <a:pt x="278208" y="2747238"/>
                  <a:pt x="278208" y="2777147"/>
                </a:cubicBezTo>
                <a:cubicBezTo>
                  <a:pt x="278165" y="2807056"/>
                  <a:pt x="253940" y="2831302"/>
                  <a:pt x="224053" y="2831302"/>
                </a:cubicBezTo>
                <a:cubicBezTo>
                  <a:pt x="194144" y="2831302"/>
                  <a:pt x="169898" y="2807056"/>
                  <a:pt x="169898" y="2777147"/>
                </a:cubicBezTo>
                <a:cubicBezTo>
                  <a:pt x="169925" y="2747238"/>
                  <a:pt x="194157" y="2722992"/>
                  <a:pt x="224053" y="2722992"/>
                </a:cubicBezTo>
                <a:close/>
                <a:moveTo>
                  <a:pt x="99499" y="2722992"/>
                </a:moveTo>
                <a:cubicBezTo>
                  <a:pt x="129408" y="2722992"/>
                  <a:pt x="153654" y="2747238"/>
                  <a:pt x="153654" y="2777147"/>
                </a:cubicBezTo>
                <a:cubicBezTo>
                  <a:pt x="153612" y="2807056"/>
                  <a:pt x="129387" y="2831302"/>
                  <a:pt x="99499" y="2831302"/>
                </a:cubicBezTo>
                <a:cubicBezTo>
                  <a:pt x="69590" y="2831302"/>
                  <a:pt x="45344" y="2807056"/>
                  <a:pt x="45344" y="2777147"/>
                </a:cubicBezTo>
                <a:cubicBezTo>
                  <a:pt x="45364" y="2747238"/>
                  <a:pt x="69603" y="2722992"/>
                  <a:pt x="99499" y="2722992"/>
                </a:cubicBezTo>
                <a:close/>
                <a:moveTo>
                  <a:pt x="21364" y="2722992"/>
                </a:moveTo>
                <a:cubicBezTo>
                  <a:pt x="25637" y="2722992"/>
                  <a:pt x="29101" y="2726456"/>
                  <a:pt x="29101" y="2730729"/>
                </a:cubicBezTo>
                <a:lnTo>
                  <a:pt x="29101" y="2823565"/>
                </a:lnTo>
                <a:cubicBezTo>
                  <a:pt x="29098" y="2827838"/>
                  <a:pt x="25635" y="2831302"/>
                  <a:pt x="21364" y="2831302"/>
                </a:cubicBezTo>
                <a:lnTo>
                  <a:pt x="13628" y="2823566"/>
                </a:lnTo>
                <a:cubicBezTo>
                  <a:pt x="13628" y="2792620"/>
                  <a:pt x="13627" y="2761675"/>
                  <a:pt x="13627" y="2730729"/>
                </a:cubicBezTo>
                <a:cubicBezTo>
                  <a:pt x="13629" y="2726456"/>
                  <a:pt x="17092" y="2722992"/>
                  <a:pt x="21364" y="2722992"/>
                </a:cubicBezTo>
                <a:close/>
                <a:moveTo>
                  <a:pt x="9003959" y="2601942"/>
                </a:moveTo>
                <a:cubicBezTo>
                  <a:pt x="8982501" y="2601942"/>
                  <a:pt x="8965106" y="2619337"/>
                  <a:pt x="8965106" y="2640795"/>
                </a:cubicBezTo>
                <a:cubicBezTo>
                  <a:pt x="8965106" y="2662253"/>
                  <a:pt x="8982501" y="2679648"/>
                  <a:pt x="9003959" y="2679648"/>
                </a:cubicBezTo>
                <a:cubicBezTo>
                  <a:pt x="9025417" y="2679648"/>
                  <a:pt x="9042812" y="2662253"/>
                  <a:pt x="9042812" y="2640795"/>
                </a:cubicBezTo>
                <a:cubicBezTo>
                  <a:pt x="9042812" y="2619337"/>
                  <a:pt x="9025417" y="2601942"/>
                  <a:pt x="9003959" y="2601942"/>
                </a:cubicBezTo>
                <a:close/>
                <a:moveTo>
                  <a:pt x="8875545" y="2601942"/>
                </a:moveTo>
                <a:cubicBezTo>
                  <a:pt x="8854087" y="2601942"/>
                  <a:pt x="8836692" y="2619337"/>
                  <a:pt x="8836692" y="2640795"/>
                </a:cubicBezTo>
                <a:cubicBezTo>
                  <a:pt x="8836692" y="2662253"/>
                  <a:pt x="8854087" y="2679648"/>
                  <a:pt x="8875545" y="2679648"/>
                </a:cubicBezTo>
                <a:cubicBezTo>
                  <a:pt x="8897003" y="2679648"/>
                  <a:pt x="8914398" y="2662253"/>
                  <a:pt x="8914398" y="2640795"/>
                </a:cubicBezTo>
                <a:cubicBezTo>
                  <a:pt x="8914398" y="2619337"/>
                  <a:pt x="8897003" y="2601942"/>
                  <a:pt x="8875545" y="2601942"/>
                </a:cubicBezTo>
                <a:close/>
                <a:moveTo>
                  <a:pt x="8711554" y="2601942"/>
                </a:moveTo>
                <a:cubicBezTo>
                  <a:pt x="8690096" y="2601942"/>
                  <a:pt x="8672701" y="2619337"/>
                  <a:pt x="8672701" y="2640795"/>
                </a:cubicBezTo>
                <a:cubicBezTo>
                  <a:pt x="8672701" y="2662253"/>
                  <a:pt x="8690096" y="2679648"/>
                  <a:pt x="8711554" y="2679648"/>
                </a:cubicBezTo>
                <a:cubicBezTo>
                  <a:pt x="8733012" y="2679648"/>
                  <a:pt x="8750407" y="2662253"/>
                  <a:pt x="8750407" y="2640795"/>
                </a:cubicBezTo>
                <a:cubicBezTo>
                  <a:pt x="8750407" y="2619337"/>
                  <a:pt x="8733012" y="2601942"/>
                  <a:pt x="8711554" y="2601942"/>
                </a:cubicBezTo>
                <a:close/>
                <a:moveTo>
                  <a:pt x="8511986" y="2601942"/>
                </a:moveTo>
                <a:cubicBezTo>
                  <a:pt x="8490528" y="2601942"/>
                  <a:pt x="8473133" y="2619337"/>
                  <a:pt x="8473133" y="2640795"/>
                </a:cubicBezTo>
                <a:cubicBezTo>
                  <a:pt x="8473133" y="2662253"/>
                  <a:pt x="8490528" y="2679648"/>
                  <a:pt x="8511986" y="2679648"/>
                </a:cubicBezTo>
                <a:cubicBezTo>
                  <a:pt x="8533444" y="2679648"/>
                  <a:pt x="8550839" y="2662253"/>
                  <a:pt x="8550839" y="2640795"/>
                </a:cubicBezTo>
                <a:cubicBezTo>
                  <a:pt x="8550839" y="2619337"/>
                  <a:pt x="8533444" y="2601942"/>
                  <a:pt x="8511986" y="2601942"/>
                </a:cubicBezTo>
                <a:close/>
                <a:moveTo>
                  <a:pt x="8312419" y="2601942"/>
                </a:moveTo>
                <a:cubicBezTo>
                  <a:pt x="8290961" y="2601942"/>
                  <a:pt x="8273566" y="2619337"/>
                  <a:pt x="8273566" y="2640795"/>
                </a:cubicBezTo>
                <a:cubicBezTo>
                  <a:pt x="8273566" y="2662253"/>
                  <a:pt x="8290961" y="2679648"/>
                  <a:pt x="8312419" y="2679648"/>
                </a:cubicBezTo>
                <a:cubicBezTo>
                  <a:pt x="8333877" y="2679648"/>
                  <a:pt x="8351272" y="2662253"/>
                  <a:pt x="8351272" y="2640795"/>
                </a:cubicBezTo>
                <a:cubicBezTo>
                  <a:pt x="8351272" y="2619337"/>
                  <a:pt x="8333877" y="2601942"/>
                  <a:pt x="8312419" y="2601942"/>
                </a:cubicBezTo>
                <a:close/>
                <a:moveTo>
                  <a:pt x="8112851" y="2601942"/>
                </a:moveTo>
                <a:cubicBezTo>
                  <a:pt x="8091393" y="2601942"/>
                  <a:pt x="8073998" y="2619337"/>
                  <a:pt x="8073998" y="2640795"/>
                </a:cubicBezTo>
                <a:cubicBezTo>
                  <a:pt x="8073998" y="2662253"/>
                  <a:pt x="8091393" y="2679648"/>
                  <a:pt x="8112851" y="2679648"/>
                </a:cubicBezTo>
                <a:cubicBezTo>
                  <a:pt x="8134309" y="2679648"/>
                  <a:pt x="8151704" y="2662253"/>
                  <a:pt x="8151704" y="2640795"/>
                </a:cubicBezTo>
                <a:cubicBezTo>
                  <a:pt x="8151704" y="2619337"/>
                  <a:pt x="8134309" y="2601942"/>
                  <a:pt x="8112851" y="2601942"/>
                </a:cubicBezTo>
                <a:close/>
                <a:moveTo>
                  <a:pt x="7984437" y="2601942"/>
                </a:moveTo>
                <a:cubicBezTo>
                  <a:pt x="7962979" y="2601942"/>
                  <a:pt x="7945584" y="2619337"/>
                  <a:pt x="7945584" y="2640795"/>
                </a:cubicBezTo>
                <a:cubicBezTo>
                  <a:pt x="7945584" y="2662253"/>
                  <a:pt x="7962979" y="2679648"/>
                  <a:pt x="7984437" y="2679648"/>
                </a:cubicBezTo>
                <a:cubicBezTo>
                  <a:pt x="8005895" y="2679648"/>
                  <a:pt x="8023290" y="2662253"/>
                  <a:pt x="8023290" y="2640795"/>
                </a:cubicBezTo>
                <a:cubicBezTo>
                  <a:pt x="8023290" y="2619337"/>
                  <a:pt x="8005895" y="2601942"/>
                  <a:pt x="7984437" y="2601942"/>
                </a:cubicBezTo>
                <a:close/>
                <a:moveTo>
                  <a:pt x="7784869" y="2601942"/>
                </a:moveTo>
                <a:cubicBezTo>
                  <a:pt x="7763411" y="2601942"/>
                  <a:pt x="7746016" y="2619337"/>
                  <a:pt x="7746016" y="2640795"/>
                </a:cubicBezTo>
                <a:cubicBezTo>
                  <a:pt x="7746016" y="2662253"/>
                  <a:pt x="7763411" y="2679648"/>
                  <a:pt x="7784869" y="2679648"/>
                </a:cubicBezTo>
                <a:cubicBezTo>
                  <a:pt x="7806327" y="2679648"/>
                  <a:pt x="7823722" y="2662253"/>
                  <a:pt x="7823722" y="2640795"/>
                </a:cubicBezTo>
                <a:cubicBezTo>
                  <a:pt x="7823722" y="2619337"/>
                  <a:pt x="7806327" y="2601942"/>
                  <a:pt x="7784869" y="2601942"/>
                </a:cubicBezTo>
                <a:close/>
                <a:moveTo>
                  <a:pt x="7656455" y="2601942"/>
                </a:moveTo>
                <a:cubicBezTo>
                  <a:pt x="7634997" y="2601942"/>
                  <a:pt x="7617602" y="2619337"/>
                  <a:pt x="7617602" y="2640795"/>
                </a:cubicBezTo>
                <a:cubicBezTo>
                  <a:pt x="7617602" y="2662253"/>
                  <a:pt x="7634997" y="2679648"/>
                  <a:pt x="7656455" y="2679648"/>
                </a:cubicBezTo>
                <a:cubicBezTo>
                  <a:pt x="7677913" y="2679648"/>
                  <a:pt x="7695308" y="2662253"/>
                  <a:pt x="7695308" y="2640795"/>
                </a:cubicBezTo>
                <a:cubicBezTo>
                  <a:pt x="7695308" y="2619337"/>
                  <a:pt x="7677913" y="2601942"/>
                  <a:pt x="7656455" y="2601942"/>
                </a:cubicBezTo>
                <a:close/>
                <a:moveTo>
                  <a:pt x="7492464" y="2601942"/>
                </a:moveTo>
                <a:cubicBezTo>
                  <a:pt x="7471006" y="2601942"/>
                  <a:pt x="7453611" y="2619337"/>
                  <a:pt x="7453611" y="2640795"/>
                </a:cubicBezTo>
                <a:cubicBezTo>
                  <a:pt x="7453611" y="2662253"/>
                  <a:pt x="7471006" y="2679648"/>
                  <a:pt x="7492464" y="2679648"/>
                </a:cubicBezTo>
                <a:cubicBezTo>
                  <a:pt x="7513922" y="2679648"/>
                  <a:pt x="7531317" y="2662253"/>
                  <a:pt x="7531317" y="2640795"/>
                </a:cubicBezTo>
                <a:cubicBezTo>
                  <a:pt x="7531317" y="2619337"/>
                  <a:pt x="7513922" y="2601942"/>
                  <a:pt x="7492464" y="2601942"/>
                </a:cubicBezTo>
                <a:close/>
                <a:moveTo>
                  <a:pt x="7292896" y="2601942"/>
                </a:moveTo>
                <a:cubicBezTo>
                  <a:pt x="7271438" y="2601942"/>
                  <a:pt x="7254043" y="2619337"/>
                  <a:pt x="7254043" y="2640795"/>
                </a:cubicBezTo>
                <a:cubicBezTo>
                  <a:pt x="7254043" y="2662253"/>
                  <a:pt x="7271438" y="2679648"/>
                  <a:pt x="7292896" y="2679648"/>
                </a:cubicBezTo>
                <a:cubicBezTo>
                  <a:pt x="7314354" y="2679648"/>
                  <a:pt x="7331749" y="2662253"/>
                  <a:pt x="7331749" y="2640795"/>
                </a:cubicBezTo>
                <a:cubicBezTo>
                  <a:pt x="7331749" y="2619337"/>
                  <a:pt x="7314354" y="2601942"/>
                  <a:pt x="7292896" y="2601942"/>
                </a:cubicBezTo>
                <a:close/>
                <a:moveTo>
                  <a:pt x="7093782" y="2601942"/>
                </a:moveTo>
                <a:cubicBezTo>
                  <a:pt x="7072324" y="2601942"/>
                  <a:pt x="7054929" y="2619337"/>
                  <a:pt x="7054929" y="2640795"/>
                </a:cubicBezTo>
                <a:cubicBezTo>
                  <a:pt x="7054929" y="2662253"/>
                  <a:pt x="7072324" y="2679648"/>
                  <a:pt x="7093782" y="2679648"/>
                </a:cubicBezTo>
                <a:cubicBezTo>
                  <a:pt x="7115240" y="2679648"/>
                  <a:pt x="7132635" y="2662253"/>
                  <a:pt x="7132635" y="2640795"/>
                </a:cubicBezTo>
                <a:cubicBezTo>
                  <a:pt x="7132635" y="2619337"/>
                  <a:pt x="7115240" y="2601942"/>
                  <a:pt x="7093782" y="2601942"/>
                </a:cubicBezTo>
                <a:close/>
                <a:moveTo>
                  <a:pt x="6929791" y="2601942"/>
                </a:moveTo>
                <a:cubicBezTo>
                  <a:pt x="6908333" y="2601942"/>
                  <a:pt x="6890938" y="2619337"/>
                  <a:pt x="6890938" y="2640795"/>
                </a:cubicBezTo>
                <a:cubicBezTo>
                  <a:pt x="6890938" y="2662253"/>
                  <a:pt x="6908333" y="2679648"/>
                  <a:pt x="6929791" y="2679648"/>
                </a:cubicBezTo>
                <a:cubicBezTo>
                  <a:pt x="6951249" y="2679648"/>
                  <a:pt x="6968644" y="2662253"/>
                  <a:pt x="6968644" y="2640795"/>
                </a:cubicBezTo>
                <a:cubicBezTo>
                  <a:pt x="6968644" y="2619337"/>
                  <a:pt x="6951249" y="2601942"/>
                  <a:pt x="6929791" y="2601942"/>
                </a:cubicBezTo>
                <a:close/>
                <a:moveTo>
                  <a:pt x="6765800" y="2601942"/>
                </a:moveTo>
                <a:cubicBezTo>
                  <a:pt x="6744342" y="2601942"/>
                  <a:pt x="6726947" y="2619337"/>
                  <a:pt x="6726947" y="2640795"/>
                </a:cubicBezTo>
                <a:cubicBezTo>
                  <a:pt x="6726947" y="2662253"/>
                  <a:pt x="6744342" y="2679648"/>
                  <a:pt x="6765800" y="2679648"/>
                </a:cubicBezTo>
                <a:cubicBezTo>
                  <a:pt x="6787258" y="2679648"/>
                  <a:pt x="6804653" y="2662253"/>
                  <a:pt x="6804653" y="2640795"/>
                </a:cubicBezTo>
                <a:cubicBezTo>
                  <a:pt x="6804653" y="2619337"/>
                  <a:pt x="6787258" y="2601942"/>
                  <a:pt x="6765800" y="2601942"/>
                </a:cubicBezTo>
                <a:close/>
                <a:moveTo>
                  <a:pt x="6637385" y="2601942"/>
                </a:moveTo>
                <a:cubicBezTo>
                  <a:pt x="6615927" y="2601942"/>
                  <a:pt x="6598532" y="2619337"/>
                  <a:pt x="6598532" y="2640795"/>
                </a:cubicBezTo>
                <a:cubicBezTo>
                  <a:pt x="6598532" y="2662253"/>
                  <a:pt x="6615927" y="2679648"/>
                  <a:pt x="6637385" y="2679648"/>
                </a:cubicBezTo>
                <a:cubicBezTo>
                  <a:pt x="6658843" y="2679648"/>
                  <a:pt x="6676238" y="2662253"/>
                  <a:pt x="6676238" y="2640795"/>
                </a:cubicBezTo>
                <a:cubicBezTo>
                  <a:pt x="6676238" y="2619337"/>
                  <a:pt x="6658843" y="2601942"/>
                  <a:pt x="6637385" y="2601942"/>
                </a:cubicBezTo>
                <a:close/>
                <a:moveTo>
                  <a:pt x="6437818" y="2601942"/>
                </a:moveTo>
                <a:cubicBezTo>
                  <a:pt x="6416360" y="2601942"/>
                  <a:pt x="6398965" y="2619337"/>
                  <a:pt x="6398965" y="2640795"/>
                </a:cubicBezTo>
                <a:cubicBezTo>
                  <a:pt x="6398965" y="2662253"/>
                  <a:pt x="6416360" y="2679648"/>
                  <a:pt x="6437818" y="2679648"/>
                </a:cubicBezTo>
                <a:cubicBezTo>
                  <a:pt x="6459276" y="2679648"/>
                  <a:pt x="6476671" y="2662253"/>
                  <a:pt x="6476671" y="2640795"/>
                </a:cubicBezTo>
                <a:cubicBezTo>
                  <a:pt x="6476671" y="2619337"/>
                  <a:pt x="6459276" y="2601942"/>
                  <a:pt x="6437818" y="2601942"/>
                </a:cubicBezTo>
                <a:close/>
                <a:moveTo>
                  <a:pt x="6273827" y="2601942"/>
                </a:moveTo>
                <a:cubicBezTo>
                  <a:pt x="6252369" y="2601942"/>
                  <a:pt x="6234974" y="2619337"/>
                  <a:pt x="6234974" y="2640795"/>
                </a:cubicBezTo>
                <a:cubicBezTo>
                  <a:pt x="6234974" y="2662253"/>
                  <a:pt x="6252369" y="2679648"/>
                  <a:pt x="6273827" y="2679648"/>
                </a:cubicBezTo>
                <a:cubicBezTo>
                  <a:pt x="6295285" y="2679648"/>
                  <a:pt x="6312680" y="2662253"/>
                  <a:pt x="6312680" y="2640795"/>
                </a:cubicBezTo>
                <a:cubicBezTo>
                  <a:pt x="6312680" y="2619337"/>
                  <a:pt x="6295285" y="2601942"/>
                  <a:pt x="6273827" y="2601942"/>
                </a:cubicBezTo>
                <a:close/>
                <a:moveTo>
                  <a:pt x="6109836" y="2601942"/>
                </a:moveTo>
                <a:cubicBezTo>
                  <a:pt x="6088378" y="2601942"/>
                  <a:pt x="6070983" y="2619337"/>
                  <a:pt x="6070983" y="2640795"/>
                </a:cubicBezTo>
                <a:cubicBezTo>
                  <a:pt x="6070983" y="2662253"/>
                  <a:pt x="6088378" y="2679648"/>
                  <a:pt x="6109836" y="2679648"/>
                </a:cubicBezTo>
                <a:cubicBezTo>
                  <a:pt x="6131294" y="2679648"/>
                  <a:pt x="6148689" y="2662253"/>
                  <a:pt x="6148689" y="2640795"/>
                </a:cubicBezTo>
                <a:cubicBezTo>
                  <a:pt x="6148689" y="2619337"/>
                  <a:pt x="6131294" y="2601942"/>
                  <a:pt x="6109836" y="2601942"/>
                </a:cubicBezTo>
                <a:close/>
                <a:moveTo>
                  <a:pt x="5910268" y="2601942"/>
                </a:moveTo>
                <a:cubicBezTo>
                  <a:pt x="5888810" y="2601942"/>
                  <a:pt x="5871415" y="2619337"/>
                  <a:pt x="5871415" y="2640795"/>
                </a:cubicBezTo>
                <a:cubicBezTo>
                  <a:pt x="5871415" y="2662253"/>
                  <a:pt x="5888810" y="2679648"/>
                  <a:pt x="5910268" y="2679648"/>
                </a:cubicBezTo>
                <a:cubicBezTo>
                  <a:pt x="5931726" y="2679648"/>
                  <a:pt x="5949121" y="2662253"/>
                  <a:pt x="5949121" y="2640795"/>
                </a:cubicBezTo>
                <a:cubicBezTo>
                  <a:pt x="5949121" y="2619337"/>
                  <a:pt x="5931726" y="2601942"/>
                  <a:pt x="5910268" y="2601942"/>
                </a:cubicBezTo>
                <a:close/>
                <a:moveTo>
                  <a:pt x="5746277" y="2601942"/>
                </a:moveTo>
                <a:cubicBezTo>
                  <a:pt x="5724819" y="2601942"/>
                  <a:pt x="5707424" y="2619337"/>
                  <a:pt x="5707424" y="2640795"/>
                </a:cubicBezTo>
                <a:cubicBezTo>
                  <a:pt x="5707424" y="2662253"/>
                  <a:pt x="5724819" y="2679648"/>
                  <a:pt x="5746277" y="2679648"/>
                </a:cubicBezTo>
                <a:cubicBezTo>
                  <a:pt x="5767735" y="2679648"/>
                  <a:pt x="5785130" y="2662253"/>
                  <a:pt x="5785130" y="2640795"/>
                </a:cubicBezTo>
                <a:cubicBezTo>
                  <a:pt x="5785130" y="2619337"/>
                  <a:pt x="5767735" y="2601942"/>
                  <a:pt x="5746277" y="2601942"/>
                </a:cubicBezTo>
                <a:close/>
                <a:moveTo>
                  <a:pt x="5546709" y="2601942"/>
                </a:moveTo>
                <a:cubicBezTo>
                  <a:pt x="5525251" y="2601942"/>
                  <a:pt x="5507856" y="2619337"/>
                  <a:pt x="5507856" y="2640795"/>
                </a:cubicBezTo>
                <a:cubicBezTo>
                  <a:pt x="5507856" y="2662253"/>
                  <a:pt x="5525251" y="2679648"/>
                  <a:pt x="5546709" y="2679648"/>
                </a:cubicBezTo>
                <a:cubicBezTo>
                  <a:pt x="5568167" y="2679648"/>
                  <a:pt x="5585562" y="2662253"/>
                  <a:pt x="5585562" y="2640795"/>
                </a:cubicBezTo>
                <a:cubicBezTo>
                  <a:pt x="5585562" y="2619337"/>
                  <a:pt x="5568167" y="2601942"/>
                  <a:pt x="5546709" y="2601942"/>
                </a:cubicBezTo>
                <a:close/>
                <a:moveTo>
                  <a:pt x="5382718" y="2601942"/>
                </a:moveTo>
                <a:cubicBezTo>
                  <a:pt x="5361260" y="2601942"/>
                  <a:pt x="5343865" y="2619337"/>
                  <a:pt x="5343865" y="2640795"/>
                </a:cubicBezTo>
                <a:cubicBezTo>
                  <a:pt x="5343865" y="2662253"/>
                  <a:pt x="5361260" y="2679648"/>
                  <a:pt x="5382718" y="2679648"/>
                </a:cubicBezTo>
                <a:cubicBezTo>
                  <a:pt x="5404176" y="2679648"/>
                  <a:pt x="5421571" y="2662253"/>
                  <a:pt x="5421571" y="2640795"/>
                </a:cubicBezTo>
                <a:cubicBezTo>
                  <a:pt x="5421571" y="2619337"/>
                  <a:pt x="5404176" y="2601942"/>
                  <a:pt x="5382718" y="2601942"/>
                </a:cubicBezTo>
                <a:close/>
                <a:moveTo>
                  <a:pt x="5183150" y="2601942"/>
                </a:moveTo>
                <a:cubicBezTo>
                  <a:pt x="5161692" y="2601942"/>
                  <a:pt x="5144297" y="2619337"/>
                  <a:pt x="5144297" y="2640795"/>
                </a:cubicBezTo>
                <a:cubicBezTo>
                  <a:pt x="5144297" y="2662253"/>
                  <a:pt x="5161692" y="2679648"/>
                  <a:pt x="5183150" y="2679648"/>
                </a:cubicBezTo>
                <a:cubicBezTo>
                  <a:pt x="5204608" y="2679648"/>
                  <a:pt x="5222003" y="2662253"/>
                  <a:pt x="5222003" y="2640795"/>
                </a:cubicBezTo>
                <a:cubicBezTo>
                  <a:pt x="5222003" y="2619337"/>
                  <a:pt x="5204608" y="2601942"/>
                  <a:pt x="5183150" y="2601942"/>
                </a:cubicBezTo>
                <a:close/>
                <a:moveTo>
                  <a:pt x="5054736" y="2601942"/>
                </a:moveTo>
                <a:cubicBezTo>
                  <a:pt x="5033278" y="2601942"/>
                  <a:pt x="5015883" y="2619337"/>
                  <a:pt x="5015883" y="2640795"/>
                </a:cubicBezTo>
                <a:cubicBezTo>
                  <a:pt x="5015883" y="2662253"/>
                  <a:pt x="5033278" y="2679648"/>
                  <a:pt x="5054736" y="2679648"/>
                </a:cubicBezTo>
                <a:cubicBezTo>
                  <a:pt x="5076194" y="2679648"/>
                  <a:pt x="5093589" y="2662253"/>
                  <a:pt x="5093589" y="2640795"/>
                </a:cubicBezTo>
                <a:cubicBezTo>
                  <a:pt x="5093589" y="2619337"/>
                  <a:pt x="5076194" y="2601942"/>
                  <a:pt x="5054736" y="2601942"/>
                </a:cubicBezTo>
                <a:close/>
                <a:moveTo>
                  <a:pt x="4855168" y="2601942"/>
                </a:moveTo>
                <a:cubicBezTo>
                  <a:pt x="4833710" y="2601942"/>
                  <a:pt x="4816315" y="2619337"/>
                  <a:pt x="4816315" y="2640795"/>
                </a:cubicBezTo>
                <a:cubicBezTo>
                  <a:pt x="4816315" y="2662253"/>
                  <a:pt x="4833710" y="2679648"/>
                  <a:pt x="4855168" y="2679648"/>
                </a:cubicBezTo>
                <a:cubicBezTo>
                  <a:pt x="4876626" y="2679648"/>
                  <a:pt x="4894021" y="2662253"/>
                  <a:pt x="4894021" y="2640795"/>
                </a:cubicBezTo>
                <a:cubicBezTo>
                  <a:pt x="4894021" y="2619337"/>
                  <a:pt x="4876626" y="2601942"/>
                  <a:pt x="4855168" y="2601942"/>
                </a:cubicBezTo>
                <a:close/>
                <a:moveTo>
                  <a:pt x="4655600" y="2601942"/>
                </a:moveTo>
                <a:cubicBezTo>
                  <a:pt x="4634142" y="2601942"/>
                  <a:pt x="4616747" y="2619337"/>
                  <a:pt x="4616747" y="2640795"/>
                </a:cubicBezTo>
                <a:cubicBezTo>
                  <a:pt x="4616747" y="2662253"/>
                  <a:pt x="4634142" y="2679648"/>
                  <a:pt x="4655600" y="2679648"/>
                </a:cubicBezTo>
                <a:cubicBezTo>
                  <a:pt x="4677058" y="2679648"/>
                  <a:pt x="4694453" y="2662253"/>
                  <a:pt x="4694453" y="2640795"/>
                </a:cubicBezTo>
                <a:cubicBezTo>
                  <a:pt x="4694453" y="2619337"/>
                  <a:pt x="4677058" y="2601942"/>
                  <a:pt x="4655600" y="2601942"/>
                </a:cubicBezTo>
                <a:close/>
                <a:moveTo>
                  <a:pt x="4491609" y="2601942"/>
                </a:moveTo>
                <a:cubicBezTo>
                  <a:pt x="4470151" y="2601942"/>
                  <a:pt x="4452756" y="2619337"/>
                  <a:pt x="4452756" y="2640795"/>
                </a:cubicBezTo>
                <a:cubicBezTo>
                  <a:pt x="4452756" y="2662253"/>
                  <a:pt x="4470151" y="2679648"/>
                  <a:pt x="4491609" y="2679648"/>
                </a:cubicBezTo>
                <a:cubicBezTo>
                  <a:pt x="4513067" y="2679648"/>
                  <a:pt x="4530462" y="2662253"/>
                  <a:pt x="4530462" y="2640795"/>
                </a:cubicBezTo>
                <a:cubicBezTo>
                  <a:pt x="4530462" y="2619337"/>
                  <a:pt x="4513067" y="2601942"/>
                  <a:pt x="4491609" y="2601942"/>
                </a:cubicBezTo>
                <a:close/>
                <a:moveTo>
                  <a:pt x="4327618" y="2601942"/>
                </a:moveTo>
                <a:cubicBezTo>
                  <a:pt x="4306160" y="2601942"/>
                  <a:pt x="4288765" y="2619337"/>
                  <a:pt x="4288765" y="2640795"/>
                </a:cubicBezTo>
                <a:cubicBezTo>
                  <a:pt x="4288765" y="2662253"/>
                  <a:pt x="4306160" y="2679648"/>
                  <a:pt x="4327618" y="2679648"/>
                </a:cubicBezTo>
                <a:cubicBezTo>
                  <a:pt x="4349076" y="2679648"/>
                  <a:pt x="4366471" y="2662253"/>
                  <a:pt x="4366471" y="2640795"/>
                </a:cubicBezTo>
                <a:cubicBezTo>
                  <a:pt x="4366471" y="2619337"/>
                  <a:pt x="4349076" y="2601942"/>
                  <a:pt x="4327618" y="2601942"/>
                </a:cubicBezTo>
                <a:close/>
                <a:moveTo>
                  <a:pt x="4128051" y="2601942"/>
                </a:moveTo>
                <a:cubicBezTo>
                  <a:pt x="4106593" y="2601942"/>
                  <a:pt x="4089198" y="2619337"/>
                  <a:pt x="4089198" y="2640795"/>
                </a:cubicBezTo>
                <a:cubicBezTo>
                  <a:pt x="4089198" y="2662253"/>
                  <a:pt x="4106593" y="2679648"/>
                  <a:pt x="4128051" y="2679648"/>
                </a:cubicBezTo>
                <a:cubicBezTo>
                  <a:pt x="4149509" y="2679648"/>
                  <a:pt x="4166904" y="2662253"/>
                  <a:pt x="4166904" y="2640795"/>
                </a:cubicBezTo>
                <a:cubicBezTo>
                  <a:pt x="4166904" y="2619337"/>
                  <a:pt x="4149509" y="2601942"/>
                  <a:pt x="4128051" y="2601942"/>
                </a:cubicBezTo>
                <a:close/>
                <a:moveTo>
                  <a:pt x="3964060" y="2601942"/>
                </a:moveTo>
                <a:cubicBezTo>
                  <a:pt x="3942602" y="2601942"/>
                  <a:pt x="3925207" y="2619337"/>
                  <a:pt x="3925207" y="2640795"/>
                </a:cubicBezTo>
                <a:cubicBezTo>
                  <a:pt x="3925207" y="2662253"/>
                  <a:pt x="3942602" y="2679648"/>
                  <a:pt x="3964060" y="2679648"/>
                </a:cubicBezTo>
                <a:cubicBezTo>
                  <a:pt x="3985518" y="2679648"/>
                  <a:pt x="4002913" y="2662253"/>
                  <a:pt x="4002913" y="2640795"/>
                </a:cubicBezTo>
                <a:cubicBezTo>
                  <a:pt x="4002913" y="2619337"/>
                  <a:pt x="3985518" y="2601942"/>
                  <a:pt x="3964060" y="2601942"/>
                </a:cubicBezTo>
                <a:close/>
                <a:moveTo>
                  <a:pt x="3800069" y="2601942"/>
                </a:moveTo>
                <a:cubicBezTo>
                  <a:pt x="3778611" y="2601942"/>
                  <a:pt x="3761216" y="2619337"/>
                  <a:pt x="3761216" y="2640795"/>
                </a:cubicBezTo>
                <a:cubicBezTo>
                  <a:pt x="3761216" y="2662253"/>
                  <a:pt x="3778611" y="2679648"/>
                  <a:pt x="3800069" y="2679648"/>
                </a:cubicBezTo>
                <a:cubicBezTo>
                  <a:pt x="3821527" y="2679648"/>
                  <a:pt x="3838922" y="2662253"/>
                  <a:pt x="3838922" y="2640795"/>
                </a:cubicBezTo>
                <a:cubicBezTo>
                  <a:pt x="3838922" y="2619337"/>
                  <a:pt x="3821527" y="2601942"/>
                  <a:pt x="3800069" y="2601942"/>
                </a:cubicBezTo>
                <a:close/>
                <a:moveTo>
                  <a:pt x="3636078" y="2601942"/>
                </a:moveTo>
                <a:cubicBezTo>
                  <a:pt x="3614620" y="2601942"/>
                  <a:pt x="3597225" y="2619337"/>
                  <a:pt x="3597225" y="2640795"/>
                </a:cubicBezTo>
                <a:cubicBezTo>
                  <a:pt x="3597225" y="2662253"/>
                  <a:pt x="3614620" y="2679648"/>
                  <a:pt x="3636078" y="2679648"/>
                </a:cubicBezTo>
                <a:cubicBezTo>
                  <a:pt x="3657536" y="2679648"/>
                  <a:pt x="3674931" y="2662253"/>
                  <a:pt x="3674931" y="2640795"/>
                </a:cubicBezTo>
                <a:cubicBezTo>
                  <a:pt x="3674931" y="2619337"/>
                  <a:pt x="3657536" y="2601942"/>
                  <a:pt x="3636078" y="2601942"/>
                </a:cubicBezTo>
                <a:close/>
                <a:moveTo>
                  <a:pt x="3436510" y="2601942"/>
                </a:moveTo>
                <a:cubicBezTo>
                  <a:pt x="3415052" y="2601942"/>
                  <a:pt x="3397657" y="2619337"/>
                  <a:pt x="3397657" y="2640795"/>
                </a:cubicBezTo>
                <a:cubicBezTo>
                  <a:pt x="3397657" y="2662253"/>
                  <a:pt x="3415052" y="2679648"/>
                  <a:pt x="3436510" y="2679648"/>
                </a:cubicBezTo>
                <a:cubicBezTo>
                  <a:pt x="3457968" y="2679648"/>
                  <a:pt x="3475363" y="2662253"/>
                  <a:pt x="3475363" y="2640795"/>
                </a:cubicBezTo>
                <a:cubicBezTo>
                  <a:pt x="3475363" y="2619337"/>
                  <a:pt x="3457968" y="2601942"/>
                  <a:pt x="3436510" y="2601942"/>
                </a:cubicBezTo>
                <a:close/>
                <a:moveTo>
                  <a:pt x="3236942" y="2601942"/>
                </a:moveTo>
                <a:cubicBezTo>
                  <a:pt x="3215484" y="2601942"/>
                  <a:pt x="3198089" y="2619337"/>
                  <a:pt x="3198089" y="2640795"/>
                </a:cubicBezTo>
                <a:cubicBezTo>
                  <a:pt x="3198089" y="2662253"/>
                  <a:pt x="3215484" y="2679648"/>
                  <a:pt x="3236942" y="2679648"/>
                </a:cubicBezTo>
                <a:cubicBezTo>
                  <a:pt x="3258400" y="2679648"/>
                  <a:pt x="3275795" y="2662253"/>
                  <a:pt x="3275795" y="2640795"/>
                </a:cubicBezTo>
                <a:cubicBezTo>
                  <a:pt x="3275795" y="2619337"/>
                  <a:pt x="3258400" y="2601942"/>
                  <a:pt x="3236942" y="2601942"/>
                </a:cubicBezTo>
                <a:close/>
                <a:moveTo>
                  <a:pt x="3072951" y="2601942"/>
                </a:moveTo>
                <a:cubicBezTo>
                  <a:pt x="3051493" y="2601942"/>
                  <a:pt x="3034098" y="2619337"/>
                  <a:pt x="3034098" y="2640795"/>
                </a:cubicBezTo>
                <a:cubicBezTo>
                  <a:pt x="3034098" y="2662253"/>
                  <a:pt x="3051493" y="2679648"/>
                  <a:pt x="3072951" y="2679648"/>
                </a:cubicBezTo>
                <a:cubicBezTo>
                  <a:pt x="3094409" y="2679648"/>
                  <a:pt x="3111804" y="2662253"/>
                  <a:pt x="3111804" y="2640795"/>
                </a:cubicBezTo>
                <a:cubicBezTo>
                  <a:pt x="3111804" y="2619337"/>
                  <a:pt x="3094409" y="2601942"/>
                  <a:pt x="3072951" y="2601942"/>
                </a:cubicBezTo>
                <a:close/>
                <a:moveTo>
                  <a:pt x="2944537" y="2601942"/>
                </a:moveTo>
                <a:cubicBezTo>
                  <a:pt x="2923079" y="2601942"/>
                  <a:pt x="2905684" y="2619337"/>
                  <a:pt x="2905684" y="2640795"/>
                </a:cubicBezTo>
                <a:cubicBezTo>
                  <a:pt x="2905684" y="2662253"/>
                  <a:pt x="2923079" y="2679648"/>
                  <a:pt x="2944537" y="2679648"/>
                </a:cubicBezTo>
                <a:cubicBezTo>
                  <a:pt x="2965995" y="2679648"/>
                  <a:pt x="2983390" y="2662253"/>
                  <a:pt x="2983390" y="2640795"/>
                </a:cubicBezTo>
                <a:cubicBezTo>
                  <a:pt x="2983390" y="2619337"/>
                  <a:pt x="2965995" y="2601942"/>
                  <a:pt x="2944537" y="2601942"/>
                </a:cubicBezTo>
                <a:close/>
                <a:moveTo>
                  <a:pt x="2744969" y="2601942"/>
                </a:moveTo>
                <a:cubicBezTo>
                  <a:pt x="2723511" y="2601942"/>
                  <a:pt x="2706116" y="2619337"/>
                  <a:pt x="2706116" y="2640795"/>
                </a:cubicBezTo>
                <a:cubicBezTo>
                  <a:pt x="2706116" y="2662253"/>
                  <a:pt x="2723511" y="2679648"/>
                  <a:pt x="2744969" y="2679648"/>
                </a:cubicBezTo>
                <a:cubicBezTo>
                  <a:pt x="2766427" y="2679648"/>
                  <a:pt x="2783822" y="2662253"/>
                  <a:pt x="2783822" y="2640795"/>
                </a:cubicBezTo>
                <a:cubicBezTo>
                  <a:pt x="2783822" y="2619337"/>
                  <a:pt x="2766427" y="2601942"/>
                  <a:pt x="2744969" y="2601942"/>
                </a:cubicBezTo>
                <a:close/>
                <a:moveTo>
                  <a:pt x="2580978" y="2601942"/>
                </a:moveTo>
                <a:cubicBezTo>
                  <a:pt x="2559520" y="2601942"/>
                  <a:pt x="2542125" y="2619337"/>
                  <a:pt x="2542125" y="2640795"/>
                </a:cubicBezTo>
                <a:cubicBezTo>
                  <a:pt x="2542125" y="2662253"/>
                  <a:pt x="2559520" y="2679648"/>
                  <a:pt x="2580978" y="2679648"/>
                </a:cubicBezTo>
                <a:cubicBezTo>
                  <a:pt x="2602436" y="2679648"/>
                  <a:pt x="2619831" y="2662253"/>
                  <a:pt x="2619831" y="2640795"/>
                </a:cubicBezTo>
                <a:cubicBezTo>
                  <a:pt x="2619831" y="2619337"/>
                  <a:pt x="2602436" y="2601942"/>
                  <a:pt x="2580978" y="2601942"/>
                </a:cubicBezTo>
                <a:close/>
                <a:moveTo>
                  <a:pt x="2416987" y="2601942"/>
                </a:moveTo>
                <a:cubicBezTo>
                  <a:pt x="2395529" y="2601942"/>
                  <a:pt x="2378134" y="2619337"/>
                  <a:pt x="2378134" y="2640795"/>
                </a:cubicBezTo>
                <a:cubicBezTo>
                  <a:pt x="2378134" y="2662253"/>
                  <a:pt x="2395529" y="2679648"/>
                  <a:pt x="2416987" y="2679648"/>
                </a:cubicBezTo>
                <a:cubicBezTo>
                  <a:pt x="2438445" y="2679648"/>
                  <a:pt x="2455840" y="2662253"/>
                  <a:pt x="2455840" y="2640795"/>
                </a:cubicBezTo>
                <a:cubicBezTo>
                  <a:pt x="2455840" y="2619337"/>
                  <a:pt x="2438445" y="2601942"/>
                  <a:pt x="2416987" y="2601942"/>
                </a:cubicBezTo>
                <a:close/>
                <a:moveTo>
                  <a:pt x="2217419" y="2601942"/>
                </a:moveTo>
                <a:cubicBezTo>
                  <a:pt x="2195961" y="2601942"/>
                  <a:pt x="2178566" y="2619337"/>
                  <a:pt x="2178566" y="2640795"/>
                </a:cubicBezTo>
                <a:cubicBezTo>
                  <a:pt x="2178566" y="2662253"/>
                  <a:pt x="2195961" y="2679648"/>
                  <a:pt x="2217419" y="2679648"/>
                </a:cubicBezTo>
                <a:cubicBezTo>
                  <a:pt x="2238877" y="2679648"/>
                  <a:pt x="2256272" y="2662253"/>
                  <a:pt x="2256272" y="2640795"/>
                </a:cubicBezTo>
                <a:cubicBezTo>
                  <a:pt x="2256272" y="2619337"/>
                  <a:pt x="2238877" y="2601942"/>
                  <a:pt x="2217419" y="2601942"/>
                </a:cubicBezTo>
                <a:close/>
                <a:moveTo>
                  <a:pt x="2053428" y="2601942"/>
                </a:moveTo>
                <a:cubicBezTo>
                  <a:pt x="2031970" y="2601942"/>
                  <a:pt x="2014575" y="2619337"/>
                  <a:pt x="2014575" y="2640795"/>
                </a:cubicBezTo>
                <a:cubicBezTo>
                  <a:pt x="2014575" y="2662253"/>
                  <a:pt x="2031970" y="2679648"/>
                  <a:pt x="2053428" y="2679648"/>
                </a:cubicBezTo>
                <a:cubicBezTo>
                  <a:pt x="2074886" y="2679648"/>
                  <a:pt x="2092281" y="2662253"/>
                  <a:pt x="2092281" y="2640795"/>
                </a:cubicBezTo>
                <a:cubicBezTo>
                  <a:pt x="2092281" y="2619337"/>
                  <a:pt x="2074886" y="2601942"/>
                  <a:pt x="2053428" y="2601942"/>
                </a:cubicBezTo>
                <a:close/>
                <a:moveTo>
                  <a:pt x="1889437" y="2601942"/>
                </a:moveTo>
                <a:cubicBezTo>
                  <a:pt x="1867979" y="2601942"/>
                  <a:pt x="1850584" y="2619337"/>
                  <a:pt x="1850584" y="2640795"/>
                </a:cubicBezTo>
                <a:cubicBezTo>
                  <a:pt x="1850584" y="2662253"/>
                  <a:pt x="1867979" y="2679648"/>
                  <a:pt x="1889437" y="2679648"/>
                </a:cubicBezTo>
                <a:cubicBezTo>
                  <a:pt x="1910895" y="2679648"/>
                  <a:pt x="1928290" y="2662253"/>
                  <a:pt x="1928290" y="2640795"/>
                </a:cubicBezTo>
                <a:cubicBezTo>
                  <a:pt x="1928290" y="2619337"/>
                  <a:pt x="1910895" y="2601942"/>
                  <a:pt x="1889437" y="2601942"/>
                </a:cubicBezTo>
                <a:close/>
                <a:moveTo>
                  <a:pt x="1689869" y="2601942"/>
                </a:moveTo>
                <a:cubicBezTo>
                  <a:pt x="1668411" y="2601942"/>
                  <a:pt x="1651016" y="2619337"/>
                  <a:pt x="1651016" y="2640795"/>
                </a:cubicBezTo>
                <a:cubicBezTo>
                  <a:pt x="1651016" y="2662253"/>
                  <a:pt x="1668411" y="2679648"/>
                  <a:pt x="1689869" y="2679648"/>
                </a:cubicBezTo>
                <a:cubicBezTo>
                  <a:pt x="1711327" y="2679648"/>
                  <a:pt x="1728722" y="2662253"/>
                  <a:pt x="1728722" y="2640795"/>
                </a:cubicBezTo>
                <a:cubicBezTo>
                  <a:pt x="1728722" y="2619337"/>
                  <a:pt x="1711327" y="2601942"/>
                  <a:pt x="1689869" y="2601942"/>
                </a:cubicBezTo>
                <a:close/>
                <a:moveTo>
                  <a:pt x="1561455" y="2601942"/>
                </a:moveTo>
                <a:cubicBezTo>
                  <a:pt x="1539997" y="2601942"/>
                  <a:pt x="1522602" y="2619337"/>
                  <a:pt x="1522602" y="2640795"/>
                </a:cubicBezTo>
                <a:cubicBezTo>
                  <a:pt x="1522602" y="2662253"/>
                  <a:pt x="1539997" y="2679648"/>
                  <a:pt x="1561455" y="2679648"/>
                </a:cubicBezTo>
                <a:cubicBezTo>
                  <a:pt x="1582913" y="2679648"/>
                  <a:pt x="1600308" y="2662253"/>
                  <a:pt x="1600308" y="2640795"/>
                </a:cubicBezTo>
                <a:cubicBezTo>
                  <a:pt x="1600308" y="2619337"/>
                  <a:pt x="1582913" y="2601942"/>
                  <a:pt x="1561455" y="2601942"/>
                </a:cubicBezTo>
                <a:close/>
                <a:moveTo>
                  <a:pt x="1397464" y="2601942"/>
                </a:moveTo>
                <a:cubicBezTo>
                  <a:pt x="1376006" y="2601942"/>
                  <a:pt x="1358611" y="2619337"/>
                  <a:pt x="1358611" y="2640795"/>
                </a:cubicBezTo>
                <a:cubicBezTo>
                  <a:pt x="1358611" y="2662253"/>
                  <a:pt x="1376006" y="2679648"/>
                  <a:pt x="1397464" y="2679648"/>
                </a:cubicBezTo>
                <a:cubicBezTo>
                  <a:pt x="1418922" y="2679648"/>
                  <a:pt x="1436317" y="2662253"/>
                  <a:pt x="1436317" y="2640795"/>
                </a:cubicBezTo>
                <a:cubicBezTo>
                  <a:pt x="1436317" y="2619337"/>
                  <a:pt x="1418922" y="2601942"/>
                  <a:pt x="1397464" y="2601942"/>
                </a:cubicBezTo>
                <a:close/>
                <a:moveTo>
                  <a:pt x="1197896" y="2601942"/>
                </a:moveTo>
                <a:cubicBezTo>
                  <a:pt x="1176438" y="2601942"/>
                  <a:pt x="1159043" y="2619337"/>
                  <a:pt x="1159043" y="2640795"/>
                </a:cubicBezTo>
                <a:cubicBezTo>
                  <a:pt x="1159043" y="2662253"/>
                  <a:pt x="1176438" y="2679648"/>
                  <a:pt x="1197896" y="2679648"/>
                </a:cubicBezTo>
                <a:cubicBezTo>
                  <a:pt x="1219354" y="2679648"/>
                  <a:pt x="1236749" y="2662253"/>
                  <a:pt x="1236749" y="2640795"/>
                </a:cubicBezTo>
                <a:cubicBezTo>
                  <a:pt x="1236749" y="2619337"/>
                  <a:pt x="1219354" y="2601942"/>
                  <a:pt x="1197896" y="2601942"/>
                </a:cubicBezTo>
                <a:close/>
                <a:moveTo>
                  <a:pt x="998329" y="2601942"/>
                </a:moveTo>
                <a:cubicBezTo>
                  <a:pt x="976871" y="2601942"/>
                  <a:pt x="959476" y="2619337"/>
                  <a:pt x="959476" y="2640795"/>
                </a:cubicBezTo>
                <a:cubicBezTo>
                  <a:pt x="959476" y="2662253"/>
                  <a:pt x="976871" y="2679648"/>
                  <a:pt x="998329" y="2679648"/>
                </a:cubicBezTo>
                <a:cubicBezTo>
                  <a:pt x="1019787" y="2679648"/>
                  <a:pt x="1037182" y="2662253"/>
                  <a:pt x="1037182" y="2640795"/>
                </a:cubicBezTo>
                <a:cubicBezTo>
                  <a:pt x="1037182" y="2619337"/>
                  <a:pt x="1019787" y="2601942"/>
                  <a:pt x="998329" y="2601942"/>
                </a:cubicBezTo>
                <a:close/>
                <a:moveTo>
                  <a:pt x="798761" y="2601942"/>
                </a:moveTo>
                <a:cubicBezTo>
                  <a:pt x="777303" y="2601942"/>
                  <a:pt x="759908" y="2619337"/>
                  <a:pt x="759908" y="2640795"/>
                </a:cubicBezTo>
                <a:cubicBezTo>
                  <a:pt x="759909" y="2662253"/>
                  <a:pt x="777303" y="2679648"/>
                  <a:pt x="798761" y="2679648"/>
                </a:cubicBezTo>
                <a:cubicBezTo>
                  <a:pt x="820219" y="2679648"/>
                  <a:pt x="837614" y="2662253"/>
                  <a:pt x="837614" y="2640795"/>
                </a:cubicBezTo>
                <a:cubicBezTo>
                  <a:pt x="837610" y="2619337"/>
                  <a:pt x="820217" y="2601942"/>
                  <a:pt x="798761" y="2601942"/>
                </a:cubicBezTo>
                <a:close/>
                <a:moveTo>
                  <a:pt x="670347" y="2601942"/>
                </a:moveTo>
                <a:cubicBezTo>
                  <a:pt x="648889" y="2601942"/>
                  <a:pt x="631494" y="2619337"/>
                  <a:pt x="631494" y="2640795"/>
                </a:cubicBezTo>
                <a:cubicBezTo>
                  <a:pt x="631495" y="2662253"/>
                  <a:pt x="648889" y="2679648"/>
                  <a:pt x="670347" y="2679648"/>
                </a:cubicBezTo>
                <a:cubicBezTo>
                  <a:pt x="691805" y="2679648"/>
                  <a:pt x="709200" y="2662253"/>
                  <a:pt x="709200" y="2640795"/>
                </a:cubicBezTo>
                <a:cubicBezTo>
                  <a:pt x="709196" y="2619337"/>
                  <a:pt x="691803" y="2601942"/>
                  <a:pt x="670347" y="2601942"/>
                </a:cubicBezTo>
                <a:close/>
                <a:moveTo>
                  <a:pt x="470779" y="2601942"/>
                </a:moveTo>
                <a:cubicBezTo>
                  <a:pt x="449321" y="2601942"/>
                  <a:pt x="431926" y="2619337"/>
                  <a:pt x="431926" y="2640795"/>
                </a:cubicBezTo>
                <a:cubicBezTo>
                  <a:pt x="431927" y="2662253"/>
                  <a:pt x="449321" y="2679648"/>
                  <a:pt x="470779" y="2679648"/>
                </a:cubicBezTo>
                <a:cubicBezTo>
                  <a:pt x="492237" y="2679648"/>
                  <a:pt x="509632" y="2662253"/>
                  <a:pt x="509632" y="2640795"/>
                </a:cubicBezTo>
                <a:cubicBezTo>
                  <a:pt x="509628" y="2619337"/>
                  <a:pt x="492235" y="2601942"/>
                  <a:pt x="470779" y="2601942"/>
                </a:cubicBezTo>
                <a:close/>
                <a:moveTo>
                  <a:pt x="342365" y="2601942"/>
                </a:moveTo>
                <a:cubicBezTo>
                  <a:pt x="320907" y="2601942"/>
                  <a:pt x="303512" y="2619337"/>
                  <a:pt x="303512" y="2640795"/>
                </a:cubicBezTo>
                <a:cubicBezTo>
                  <a:pt x="303513" y="2662253"/>
                  <a:pt x="320908" y="2679648"/>
                  <a:pt x="342365" y="2679648"/>
                </a:cubicBezTo>
                <a:cubicBezTo>
                  <a:pt x="363823" y="2679648"/>
                  <a:pt x="381218" y="2662253"/>
                  <a:pt x="381218" y="2640795"/>
                </a:cubicBezTo>
                <a:cubicBezTo>
                  <a:pt x="381215" y="2619337"/>
                  <a:pt x="363821" y="2601942"/>
                  <a:pt x="342365" y="2601942"/>
                </a:cubicBezTo>
                <a:close/>
                <a:moveTo>
                  <a:pt x="178374" y="2601942"/>
                </a:moveTo>
                <a:cubicBezTo>
                  <a:pt x="156916" y="2601942"/>
                  <a:pt x="139521" y="2619337"/>
                  <a:pt x="139521" y="2640795"/>
                </a:cubicBezTo>
                <a:cubicBezTo>
                  <a:pt x="139522" y="2662253"/>
                  <a:pt x="156917" y="2679648"/>
                  <a:pt x="178374" y="2679648"/>
                </a:cubicBezTo>
                <a:cubicBezTo>
                  <a:pt x="199832" y="2679648"/>
                  <a:pt x="217227" y="2662253"/>
                  <a:pt x="217227" y="2640795"/>
                </a:cubicBezTo>
                <a:cubicBezTo>
                  <a:pt x="217224" y="2619337"/>
                  <a:pt x="199830" y="2601942"/>
                  <a:pt x="178374" y="2601942"/>
                </a:cubicBezTo>
                <a:close/>
                <a:moveTo>
                  <a:pt x="0" y="2590973"/>
                </a:moveTo>
                <a:cubicBezTo>
                  <a:pt x="19381" y="2599199"/>
                  <a:pt x="32961" y="2618411"/>
                  <a:pt x="32961" y="2640795"/>
                </a:cubicBezTo>
                <a:cubicBezTo>
                  <a:pt x="32961" y="2663179"/>
                  <a:pt x="19381" y="2682391"/>
                  <a:pt x="0" y="2690617"/>
                </a:cubicBezTo>
                <a:lnTo>
                  <a:pt x="0" y="2670869"/>
                </a:lnTo>
                <a:cubicBezTo>
                  <a:pt x="11153" y="2665521"/>
                  <a:pt x="17659" y="2653918"/>
                  <a:pt x="17659" y="2640795"/>
                </a:cubicBezTo>
                <a:cubicBezTo>
                  <a:pt x="17657" y="2627673"/>
                  <a:pt x="11152" y="2616070"/>
                  <a:pt x="0" y="2610722"/>
                </a:cubicBezTo>
                <a:close/>
                <a:moveTo>
                  <a:pt x="9121532" y="2586640"/>
                </a:moveTo>
                <a:cubicBezTo>
                  <a:pt x="9125805" y="2586640"/>
                  <a:pt x="9129269" y="2590104"/>
                  <a:pt x="9129269" y="2594377"/>
                </a:cubicBezTo>
                <a:cubicBezTo>
                  <a:pt x="9129269" y="2625323"/>
                  <a:pt x="9129268" y="2656268"/>
                  <a:pt x="9129268" y="2687214"/>
                </a:cubicBezTo>
                <a:lnTo>
                  <a:pt x="9121532" y="2694950"/>
                </a:lnTo>
                <a:cubicBezTo>
                  <a:pt x="9117259" y="2694950"/>
                  <a:pt x="9113795" y="2691486"/>
                  <a:pt x="9113795" y="2687213"/>
                </a:cubicBezTo>
                <a:lnTo>
                  <a:pt x="9113795" y="2594377"/>
                </a:lnTo>
                <a:cubicBezTo>
                  <a:pt x="9113795" y="2590104"/>
                  <a:pt x="9117259" y="2586640"/>
                  <a:pt x="9121532" y="2586640"/>
                </a:cubicBezTo>
                <a:close/>
                <a:moveTo>
                  <a:pt x="9085956" y="2586640"/>
                </a:moveTo>
                <a:cubicBezTo>
                  <a:pt x="9090229" y="2586640"/>
                  <a:pt x="9093693" y="2590104"/>
                  <a:pt x="9093693" y="2594377"/>
                </a:cubicBezTo>
                <a:cubicBezTo>
                  <a:pt x="9093693" y="2625323"/>
                  <a:pt x="9093692" y="2656268"/>
                  <a:pt x="9093692" y="2687214"/>
                </a:cubicBezTo>
                <a:lnTo>
                  <a:pt x="9085956" y="2694950"/>
                </a:lnTo>
                <a:cubicBezTo>
                  <a:pt x="9081683" y="2694950"/>
                  <a:pt x="9078219" y="2691486"/>
                  <a:pt x="9078219" y="2687213"/>
                </a:cubicBezTo>
                <a:lnTo>
                  <a:pt x="9078219" y="2594377"/>
                </a:lnTo>
                <a:cubicBezTo>
                  <a:pt x="9078219" y="2590104"/>
                  <a:pt x="9081683" y="2586640"/>
                  <a:pt x="9085956" y="2586640"/>
                </a:cubicBezTo>
                <a:close/>
                <a:moveTo>
                  <a:pt x="9003959" y="2586640"/>
                </a:moveTo>
                <a:cubicBezTo>
                  <a:pt x="9033868" y="2586640"/>
                  <a:pt x="9058114" y="2610886"/>
                  <a:pt x="9058114" y="2640795"/>
                </a:cubicBezTo>
                <a:cubicBezTo>
                  <a:pt x="9058114" y="2670704"/>
                  <a:pt x="9033868" y="2694950"/>
                  <a:pt x="9003959" y="2694950"/>
                </a:cubicBezTo>
                <a:cubicBezTo>
                  <a:pt x="8974050" y="2694950"/>
                  <a:pt x="8949804" y="2670704"/>
                  <a:pt x="8949804" y="2640795"/>
                </a:cubicBezTo>
                <a:cubicBezTo>
                  <a:pt x="8949804" y="2610886"/>
                  <a:pt x="8974050" y="2586640"/>
                  <a:pt x="9003959" y="2586640"/>
                </a:cubicBezTo>
                <a:close/>
                <a:moveTo>
                  <a:pt x="8875545" y="2586640"/>
                </a:moveTo>
                <a:cubicBezTo>
                  <a:pt x="8905454" y="2586640"/>
                  <a:pt x="8929700" y="2610886"/>
                  <a:pt x="8929700" y="2640795"/>
                </a:cubicBezTo>
                <a:cubicBezTo>
                  <a:pt x="8929700" y="2670704"/>
                  <a:pt x="8905454" y="2694950"/>
                  <a:pt x="8875545" y="2694950"/>
                </a:cubicBezTo>
                <a:cubicBezTo>
                  <a:pt x="8845636" y="2694950"/>
                  <a:pt x="8821390" y="2670704"/>
                  <a:pt x="8821390" y="2640795"/>
                </a:cubicBezTo>
                <a:cubicBezTo>
                  <a:pt x="8821390" y="2610886"/>
                  <a:pt x="8845636" y="2586640"/>
                  <a:pt x="8875545" y="2586640"/>
                </a:cubicBezTo>
                <a:close/>
                <a:moveTo>
                  <a:pt x="8793550" y="2586640"/>
                </a:moveTo>
                <a:cubicBezTo>
                  <a:pt x="8797823" y="2586640"/>
                  <a:pt x="8801287" y="2590104"/>
                  <a:pt x="8801287" y="2594377"/>
                </a:cubicBezTo>
                <a:cubicBezTo>
                  <a:pt x="8801287" y="2625323"/>
                  <a:pt x="8801286" y="2656268"/>
                  <a:pt x="8801286" y="2687214"/>
                </a:cubicBezTo>
                <a:lnTo>
                  <a:pt x="8793550" y="2694950"/>
                </a:lnTo>
                <a:cubicBezTo>
                  <a:pt x="8789277" y="2694950"/>
                  <a:pt x="8785813" y="2691486"/>
                  <a:pt x="8785813" y="2687213"/>
                </a:cubicBezTo>
                <a:lnTo>
                  <a:pt x="8785813" y="2594377"/>
                </a:lnTo>
                <a:cubicBezTo>
                  <a:pt x="8785813" y="2590104"/>
                  <a:pt x="8789277" y="2586640"/>
                  <a:pt x="8793550" y="2586640"/>
                </a:cubicBezTo>
                <a:close/>
                <a:moveTo>
                  <a:pt x="8711554" y="2586640"/>
                </a:moveTo>
                <a:cubicBezTo>
                  <a:pt x="8741463" y="2586640"/>
                  <a:pt x="8765709" y="2610886"/>
                  <a:pt x="8765709" y="2640795"/>
                </a:cubicBezTo>
                <a:cubicBezTo>
                  <a:pt x="8765709" y="2670704"/>
                  <a:pt x="8741463" y="2694950"/>
                  <a:pt x="8711554" y="2694950"/>
                </a:cubicBezTo>
                <a:cubicBezTo>
                  <a:pt x="8681645" y="2694950"/>
                  <a:pt x="8657399" y="2670704"/>
                  <a:pt x="8657399" y="2640795"/>
                </a:cubicBezTo>
                <a:cubicBezTo>
                  <a:pt x="8657399" y="2610886"/>
                  <a:pt x="8681645" y="2586640"/>
                  <a:pt x="8711554" y="2586640"/>
                </a:cubicBezTo>
                <a:close/>
                <a:moveTo>
                  <a:pt x="8629559" y="2586640"/>
                </a:moveTo>
                <a:cubicBezTo>
                  <a:pt x="8633832" y="2586640"/>
                  <a:pt x="8637296" y="2590104"/>
                  <a:pt x="8637296" y="2594377"/>
                </a:cubicBezTo>
                <a:cubicBezTo>
                  <a:pt x="8637296" y="2625323"/>
                  <a:pt x="8637295" y="2656268"/>
                  <a:pt x="8637295" y="2687214"/>
                </a:cubicBezTo>
                <a:lnTo>
                  <a:pt x="8629559" y="2694950"/>
                </a:lnTo>
                <a:cubicBezTo>
                  <a:pt x="8625286" y="2694950"/>
                  <a:pt x="8621822" y="2691486"/>
                  <a:pt x="8621822" y="2687213"/>
                </a:cubicBezTo>
                <a:lnTo>
                  <a:pt x="8621822" y="2594377"/>
                </a:lnTo>
                <a:cubicBezTo>
                  <a:pt x="8621822" y="2590104"/>
                  <a:pt x="8625286" y="2586640"/>
                  <a:pt x="8629559" y="2586640"/>
                </a:cubicBezTo>
                <a:close/>
                <a:moveTo>
                  <a:pt x="8593983" y="2586640"/>
                </a:moveTo>
                <a:cubicBezTo>
                  <a:pt x="8598256" y="2586640"/>
                  <a:pt x="8601720" y="2590104"/>
                  <a:pt x="8601720" y="2594377"/>
                </a:cubicBezTo>
                <a:cubicBezTo>
                  <a:pt x="8601720" y="2625323"/>
                  <a:pt x="8601719" y="2656268"/>
                  <a:pt x="8601719" y="2687214"/>
                </a:cubicBezTo>
                <a:lnTo>
                  <a:pt x="8593983" y="2694950"/>
                </a:lnTo>
                <a:cubicBezTo>
                  <a:pt x="8589710" y="2694950"/>
                  <a:pt x="8586246" y="2691486"/>
                  <a:pt x="8586246" y="2687213"/>
                </a:cubicBezTo>
                <a:lnTo>
                  <a:pt x="8586246" y="2594377"/>
                </a:lnTo>
                <a:cubicBezTo>
                  <a:pt x="8586246" y="2590104"/>
                  <a:pt x="8589710" y="2586640"/>
                  <a:pt x="8593983" y="2586640"/>
                </a:cubicBezTo>
                <a:close/>
                <a:moveTo>
                  <a:pt x="8511986" y="2586640"/>
                </a:moveTo>
                <a:cubicBezTo>
                  <a:pt x="8541895" y="2586640"/>
                  <a:pt x="8566141" y="2610886"/>
                  <a:pt x="8566141" y="2640795"/>
                </a:cubicBezTo>
                <a:cubicBezTo>
                  <a:pt x="8566141" y="2670704"/>
                  <a:pt x="8541895" y="2694950"/>
                  <a:pt x="8511986" y="2694950"/>
                </a:cubicBezTo>
                <a:cubicBezTo>
                  <a:pt x="8482077" y="2694950"/>
                  <a:pt x="8457831" y="2670704"/>
                  <a:pt x="8457831" y="2640795"/>
                </a:cubicBezTo>
                <a:cubicBezTo>
                  <a:pt x="8457831" y="2610886"/>
                  <a:pt x="8482077" y="2586640"/>
                  <a:pt x="8511986" y="2586640"/>
                </a:cubicBezTo>
                <a:close/>
                <a:moveTo>
                  <a:pt x="8429992" y="2586640"/>
                </a:moveTo>
                <a:cubicBezTo>
                  <a:pt x="8434265" y="2586640"/>
                  <a:pt x="8437729" y="2590104"/>
                  <a:pt x="8437729" y="2594377"/>
                </a:cubicBezTo>
                <a:cubicBezTo>
                  <a:pt x="8437729" y="2625323"/>
                  <a:pt x="8437728" y="2656268"/>
                  <a:pt x="8437728" y="2687214"/>
                </a:cubicBezTo>
                <a:lnTo>
                  <a:pt x="8429992" y="2694950"/>
                </a:lnTo>
                <a:cubicBezTo>
                  <a:pt x="8425719" y="2694950"/>
                  <a:pt x="8422255" y="2691486"/>
                  <a:pt x="8422255" y="2687213"/>
                </a:cubicBezTo>
                <a:lnTo>
                  <a:pt x="8422255" y="2594377"/>
                </a:lnTo>
                <a:cubicBezTo>
                  <a:pt x="8422255" y="2590104"/>
                  <a:pt x="8425719" y="2586640"/>
                  <a:pt x="8429992" y="2586640"/>
                </a:cubicBezTo>
                <a:close/>
                <a:moveTo>
                  <a:pt x="8394415" y="2586640"/>
                </a:moveTo>
                <a:cubicBezTo>
                  <a:pt x="8398688" y="2586640"/>
                  <a:pt x="8402152" y="2590104"/>
                  <a:pt x="8402152" y="2594377"/>
                </a:cubicBezTo>
                <a:cubicBezTo>
                  <a:pt x="8402152" y="2625323"/>
                  <a:pt x="8402151" y="2656268"/>
                  <a:pt x="8402151" y="2687214"/>
                </a:cubicBezTo>
                <a:lnTo>
                  <a:pt x="8394415" y="2694950"/>
                </a:lnTo>
                <a:cubicBezTo>
                  <a:pt x="8390142" y="2694950"/>
                  <a:pt x="8386678" y="2691486"/>
                  <a:pt x="8386678" y="2687213"/>
                </a:cubicBezTo>
                <a:lnTo>
                  <a:pt x="8386678" y="2594377"/>
                </a:lnTo>
                <a:cubicBezTo>
                  <a:pt x="8386678" y="2590104"/>
                  <a:pt x="8390142" y="2586640"/>
                  <a:pt x="8394415" y="2586640"/>
                </a:cubicBezTo>
                <a:close/>
                <a:moveTo>
                  <a:pt x="8312419" y="2586640"/>
                </a:moveTo>
                <a:cubicBezTo>
                  <a:pt x="8342328" y="2586640"/>
                  <a:pt x="8366574" y="2610886"/>
                  <a:pt x="8366574" y="2640795"/>
                </a:cubicBezTo>
                <a:cubicBezTo>
                  <a:pt x="8366574" y="2670704"/>
                  <a:pt x="8342328" y="2694950"/>
                  <a:pt x="8312419" y="2694950"/>
                </a:cubicBezTo>
                <a:cubicBezTo>
                  <a:pt x="8282510" y="2694950"/>
                  <a:pt x="8258264" y="2670704"/>
                  <a:pt x="8258264" y="2640795"/>
                </a:cubicBezTo>
                <a:cubicBezTo>
                  <a:pt x="8258264" y="2610886"/>
                  <a:pt x="8282510" y="2586640"/>
                  <a:pt x="8312419" y="2586640"/>
                </a:cubicBezTo>
                <a:close/>
                <a:moveTo>
                  <a:pt x="8230424" y="2586640"/>
                </a:moveTo>
                <a:cubicBezTo>
                  <a:pt x="8234697" y="2586640"/>
                  <a:pt x="8238161" y="2590104"/>
                  <a:pt x="8238161" y="2594377"/>
                </a:cubicBezTo>
                <a:cubicBezTo>
                  <a:pt x="8238161" y="2625323"/>
                  <a:pt x="8238160" y="2656268"/>
                  <a:pt x="8238160" y="2687214"/>
                </a:cubicBezTo>
                <a:lnTo>
                  <a:pt x="8230424" y="2694950"/>
                </a:lnTo>
                <a:cubicBezTo>
                  <a:pt x="8226151" y="2694950"/>
                  <a:pt x="8222687" y="2691486"/>
                  <a:pt x="8222687" y="2687213"/>
                </a:cubicBezTo>
                <a:lnTo>
                  <a:pt x="8222687" y="2594377"/>
                </a:lnTo>
                <a:cubicBezTo>
                  <a:pt x="8222687" y="2590104"/>
                  <a:pt x="8226151" y="2586640"/>
                  <a:pt x="8230424" y="2586640"/>
                </a:cubicBezTo>
                <a:close/>
                <a:moveTo>
                  <a:pt x="8194847" y="2586640"/>
                </a:moveTo>
                <a:cubicBezTo>
                  <a:pt x="8199120" y="2586640"/>
                  <a:pt x="8202584" y="2590104"/>
                  <a:pt x="8202584" y="2594377"/>
                </a:cubicBezTo>
                <a:cubicBezTo>
                  <a:pt x="8202584" y="2625323"/>
                  <a:pt x="8202583" y="2656268"/>
                  <a:pt x="8202583" y="2687214"/>
                </a:cubicBezTo>
                <a:lnTo>
                  <a:pt x="8194847" y="2694950"/>
                </a:lnTo>
                <a:cubicBezTo>
                  <a:pt x="8190574" y="2694950"/>
                  <a:pt x="8187110" y="2691486"/>
                  <a:pt x="8187110" y="2687213"/>
                </a:cubicBezTo>
                <a:lnTo>
                  <a:pt x="8187110" y="2594377"/>
                </a:lnTo>
                <a:cubicBezTo>
                  <a:pt x="8187110" y="2590104"/>
                  <a:pt x="8190574" y="2586640"/>
                  <a:pt x="8194847" y="2586640"/>
                </a:cubicBezTo>
                <a:close/>
                <a:moveTo>
                  <a:pt x="8112851" y="2586640"/>
                </a:moveTo>
                <a:cubicBezTo>
                  <a:pt x="8142760" y="2586640"/>
                  <a:pt x="8167006" y="2610886"/>
                  <a:pt x="8167006" y="2640795"/>
                </a:cubicBezTo>
                <a:cubicBezTo>
                  <a:pt x="8167006" y="2670704"/>
                  <a:pt x="8142760" y="2694950"/>
                  <a:pt x="8112851" y="2694950"/>
                </a:cubicBezTo>
                <a:cubicBezTo>
                  <a:pt x="8082942" y="2694950"/>
                  <a:pt x="8058696" y="2670704"/>
                  <a:pt x="8058696" y="2640795"/>
                </a:cubicBezTo>
                <a:cubicBezTo>
                  <a:pt x="8058696" y="2610886"/>
                  <a:pt x="8082942" y="2586640"/>
                  <a:pt x="8112851" y="2586640"/>
                </a:cubicBezTo>
                <a:close/>
                <a:moveTo>
                  <a:pt x="7984437" y="2586640"/>
                </a:moveTo>
                <a:cubicBezTo>
                  <a:pt x="8014346" y="2586640"/>
                  <a:pt x="8038592" y="2610886"/>
                  <a:pt x="8038592" y="2640795"/>
                </a:cubicBezTo>
                <a:cubicBezTo>
                  <a:pt x="8038592" y="2670704"/>
                  <a:pt x="8014346" y="2694950"/>
                  <a:pt x="7984437" y="2694950"/>
                </a:cubicBezTo>
                <a:cubicBezTo>
                  <a:pt x="7954528" y="2694950"/>
                  <a:pt x="7930282" y="2670704"/>
                  <a:pt x="7930282" y="2640795"/>
                </a:cubicBezTo>
                <a:cubicBezTo>
                  <a:pt x="7930282" y="2610886"/>
                  <a:pt x="7954528" y="2586640"/>
                  <a:pt x="7984437" y="2586640"/>
                </a:cubicBezTo>
                <a:close/>
                <a:moveTo>
                  <a:pt x="7902442" y="2586640"/>
                </a:moveTo>
                <a:cubicBezTo>
                  <a:pt x="7906715" y="2586640"/>
                  <a:pt x="7910179" y="2590104"/>
                  <a:pt x="7910179" y="2594377"/>
                </a:cubicBezTo>
                <a:cubicBezTo>
                  <a:pt x="7910179" y="2625323"/>
                  <a:pt x="7910178" y="2656268"/>
                  <a:pt x="7910178" y="2687214"/>
                </a:cubicBezTo>
                <a:lnTo>
                  <a:pt x="7902442" y="2694950"/>
                </a:lnTo>
                <a:cubicBezTo>
                  <a:pt x="7898169" y="2694950"/>
                  <a:pt x="7894705" y="2691486"/>
                  <a:pt x="7894705" y="2687213"/>
                </a:cubicBezTo>
                <a:lnTo>
                  <a:pt x="7894705" y="2594377"/>
                </a:lnTo>
                <a:cubicBezTo>
                  <a:pt x="7894705" y="2590104"/>
                  <a:pt x="7898169" y="2586640"/>
                  <a:pt x="7902442" y="2586640"/>
                </a:cubicBezTo>
                <a:close/>
                <a:moveTo>
                  <a:pt x="7866865" y="2586640"/>
                </a:moveTo>
                <a:cubicBezTo>
                  <a:pt x="7871138" y="2586640"/>
                  <a:pt x="7874602" y="2590104"/>
                  <a:pt x="7874602" y="2594377"/>
                </a:cubicBezTo>
                <a:cubicBezTo>
                  <a:pt x="7874602" y="2625323"/>
                  <a:pt x="7874601" y="2656268"/>
                  <a:pt x="7874601" y="2687214"/>
                </a:cubicBezTo>
                <a:lnTo>
                  <a:pt x="7866865" y="2694950"/>
                </a:lnTo>
                <a:cubicBezTo>
                  <a:pt x="7862592" y="2694950"/>
                  <a:pt x="7859128" y="2691486"/>
                  <a:pt x="7859128" y="2687213"/>
                </a:cubicBezTo>
                <a:lnTo>
                  <a:pt x="7859128" y="2594377"/>
                </a:lnTo>
                <a:cubicBezTo>
                  <a:pt x="7859128" y="2590104"/>
                  <a:pt x="7862592" y="2586640"/>
                  <a:pt x="7866865" y="2586640"/>
                </a:cubicBezTo>
                <a:close/>
                <a:moveTo>
                  <a:pt x="7784869" y="2586640"/>
                </a:moveTo>
                <a:cubicBezTo>
                  <a:pt x="7814778" y="2586640"/>
                  <a:pt x="7839024" y="2610886"/>
                  <a:pt x="7839024" y="2640795"/>
                </a:cubicBezTo>
                <a:cubicBezTo>
                  <a:pt x="7839024" y="2670704"/>
                  <a:pt x="7814778" y="2694950"/>
                  <a:pt x="7784869" y="2694950"/>
                </a:cubicBezTo>
                <a:cubicBezTo>
                  <a:pt x="7754960" y="2694950"/>
                  <a:pt x="7730714" y="2670704"/>
                  <a:pt x="7730714" y="2640795"/>
                </a:cubicBezTo>
                <a:cubicBezTo>
                  <a:pt x="7730714" y="2610886"/>
                  <a:pt x="7754960" y="2586640"/>
                  <a:pt x="7784869" y="2586640"/>
                </a:cubicBezTo>
                <a:close/>
                <a:moveTo>
                  <a:pt x="7656455" y="2586640"/>
                </a:moveTo>
                <a:cubicBezTo>
                  <a:pt x="7686364" y="2586640"/>
                  <a:pt x="7710610" y="2610886"/>
                  <a:pt x="7710610" y="2640795"/>
                </a:cubicBezTo>
                <a:cubicBezTo>
                  <a:pt x="7710610" y="2670704"/>
                  <a:pt x="7686364" y="2694950"/>
                  <a:pt x="7656455" y="2694950"/>
                </a:cubicBezTo>
                <a:cubicBezTo>
                  <a:pt x="7626546" y="2694950"/>
                  <a:pt x="7602300" y="2670704"/>
                  <a:pt x="7602300" y="2640795"/>
                </a:cubicBezTo>
                <a:cubicBezTo>
                  <a:pt x="7602300" y="2610886"/>
                  <a:pt x="7626546" y="2586640"/>
                  <a:pt x="7656455" y="2586640"/>
                </a:cubicBezTo>
                <a:close/>
                <a:moveTo>
                  <a:pt x="7574460" y="2586640"/>
                </a:moveTo>
                <a:cubicBezTo>
                  <a:pt x="7578733" y="2586640"/>
                  <a:pt x="7582197" y="2590104"/>
                  <a:pt x="7582197" y="2594377"/>
                </a:cubicBezTo>
                <a:cubicBezTo>
                  <a:pt x="7582197" y="2625323"/>
                  <a:pt x="7582196" y="2656268"/>
                  <a:pt x="7582196" y="2687214"/>
                </a:cubicBezTo>
                <a:lnTo>
                  <a:pt x="7574460" y="2694950"/>
                </a:lnTo>
                <a:cubicBezTo>
                  <a:pt x="7570187" y="2694950"/>
                  <a:pt x="7566723" y="2691486"/>
                  <a:pt x="7566723" y="2687213"/>
                </a:cubicBezTo>
                <a:lnTo>
                  <a:pt x="7566723" y="2594377"/>
                </a:lnTo>
                <a:cubicBezTo>
                  <a:pt x="7566723" y="2590104"/>
                  <a:pt x="7570187" y="2586640"/>
                  <a:pt x="7574460" y="2586640"/>
                </a:cubicBezTo>
                <a:close/>
                <a:moveTo>
                  <a:pt x="7492464" y="2586640"/>
                </a:moveTo>
                <a:cubicBezTo>
                  <a:pt x="7522373" y="2586640"/>
                  <a:pt x="7546619" y="2610886"/>
                  <a:pt x="7546619" y="2640795"/>
                </a:cubicBezTo>
                <a:cubicBezTo>
                  <a:pt x="7546619" y="2670704"/>
                  <a:pt x="7522373" y="2694950"/>
                  <a:pt x="7492464" y="2694950"/>
                </a:cubicBezTo>
                <a:cubicBezTo>
                  <a:pt x="7462555" y="2694950"/>
                  <a:pt x="7438309" y="2670704"/>
                  <a:pt x="7438309" y="2640795"/>
                </a:cubicBezTo>
                <a:cubicBezTo>
                  <a:pt x="7438309" y="2610886"/>
                  <a:pt x="7462555" y="2586640"/>
                  <a:pt x="7492464" y="2586640"/>
                </a:cubicBezTo>
                <a:close/>
                <a:moveTo>
                  <a:pt x="7410469" y="2586640"/>
                </a:moveTo>
                <a:cubicBezTo>
                  <a:pt x="7414742" y="2586640"/>
                  <a:pt x="7418206" y="2590104"/>
                  <a:pt x="7418206" y="2594377"/>
                </a:cubicBezTo>
                <a:cubicBezTo>
                  <a:pt x="7418206" y="2625323"/>
                  <a:pt x="7418205" y="2656268"/>
                  <a:pt x="7418205" y="2687214"/>
                </a:cubicBezTo>
                <a:lnTo>
                  <a:pt x="7410469" y="2694950"/>
                </a:lnTo>
                <a:cubicBezTo>
                  <a:pt x="7406196" y="2694950"/>
                  <a:pt x="7402732" y="2691486"/>
                  <a:pt x="7402732" y="2687213"/>
                </a:cubicBezTo>
                <a:lnTo>
                  <a:pt x="7402732" y="2594377"/>
                </a:lnTo>
                <a:cubicBezTo>
                  <a:pt x="7402732" y="2590104"/>
                  <a:pt x="7406196" y="2586640"/>
                  <a:pt x="7410469" y="2586640"/>
                </a:cubicBezTo>
                <a:close/>
                <a:moveTo>
                  <a:pt x="7374892" y="2586640"/>
                </a:moveTo>
                <a:cubicBezTo>
                  <a:pt x="7379165" y="2586640"/>
                  <a:pt x="7382629" y="2590104"/>
                  <a:pt x="7382629" y="2594377"/>
                </a:cubicBezTo>
                <a:cubicBezTo>
                  <a:pt x="7382629" y="2625323"/>
                  <a:pt x="7382628" y="2656268"/>
                  <a:pt x="7382628" y="2687214"/>
                </a:cubicBezTo>
                <a:lnTo>
                  <a:pt x="7374892" y="2694950"/>
                </a:lnTo>
                <a:cubicBezTo>
                  <a:pt x="7370619" y="2694950"/>
                  <a:pt x="7367155" y="2691486"/>
                  <a:pt x="7367155" y="2687213"/>
                </a:cubicBezTo>
                <a:lnTo>
                  <a:pt x="7367155" y="2594377"/>
                </a:lnTo>
                <a:cubicBezTo>
                  <a:pt x="7367155" y="2590104"/>
                  <a:pt x="7370619" y="2586640"/>
                  <a:pt x="7374892" y="2586640"/>
                </a:cubicBezTo>
                <a:close/>
                <a:moveTo>
                  <a:pt x="7292896" y="2586640"/>
                </a:moveTo>
                <a:cubicBezTo>
                  <a:pt x="7322805" y="2586640"/>
                  <a:pt x="7347051" y="2610886"/>
                  <a:pt x="7347051" y="2640795"/>
                </a:cubicBezTo>
                <a:cubicBezTo>
                  <a:pt x="7347051" y="2670704"/>
                  <a:pt x="7322805" y="2694950"/>
                  <a:pt x="7292896" y="2694950"/>
                </a:cubicBezTo>
                <a:cubicBezTo>
                  <a:pt x="7262987" y="2694950"/>
                  <a:pt x="7238741" y="2670704"/>
                  <a:pt x="7238741" y="2640795"/>
                </a:cubicBezTo>
                <a:cubicBezTo>
                  <a:pt x="7238741" y="2610886"/>
                  <a:pt x="7262987" y="2586640"/>
                  <a:pt x="7292896" y="2586640"/>
                </a:cubicBezTo>
                <a:close/>
                <a:moveTo>
                  <a:pt x="7210901" y="2586640"/>
                </a:moveTo>
                <a:cubicBezTo>
                  <a:pt x="7215174" y="2586640"/>
                  <a:pt x="7218638" y="2590104"/>
                  <a:pt x="7218638" y="2594377"/>
                </a:cubicBezTo>
                <a:cubicBezTo>
                  <a:pt x="7218638" y="2625323"/>
                  <a:pt x="7218637" y="2656268"/>
                  <a:pt x="7218637" y="2687214"/>
                </a:cubicBezTo>
                <a:lnTo>
                  <a:pt x="7210901" y="2694950"/>
                </a:lnTo>
                <a:cubicBezTo>
                  <a:pt x="7206628" y="2694950"/>
                  <a:pt x="7203164" y="2691486"/>
                  <a:pt x="7203164" y="2687213"/>
                </a:cubicBezTo>
                <a:lnTo>
                  <a:pt x="7203164" y="2594377"/>
                </a:lnTo>
                <a:cubicBezTo>
                  <a:pt x="7203164" y="2590104"/>
                  <a:pt x="7206628" y="2586640"/>
                  <a:pt x="7210901" y="2586640"/>
                </a:cubicBezTo>
                <a:close/>
                <a:moveTo>
                  <a:pt x="7175777" y="2586640"/>
                </a:moveTo>
                <a:cubicBezTo>
                  <a:pt x="7180050" y="2586640"/>
                  <a:pt x="7183514" y="2590104"/>
                  <a:pt x="7183514" y="2594377"/>
                </a:cubicBezTo>
                <a:lnTo>
                  <a:pt x="7183514" y="2687213"/>
                </a:lnTo>
                <a:cubicBezTo>
                  <a:pt x="7183514" y="2691486"/>
                  <a:pt x="7180050" y="2694950"/>
                  <a:pt x="7175777" y="2694950"/>
                </a:cubicBezTo>
                <a:lnTo>
                  <a:pt x="7168041" y="2687214"/>
                </a:lnTo>
                <a:cubicBezTo>
                  <a:pt x="7168041" y="2656268"/>
                  <a:pt x="7168040" y="2625323"/>
                  <a:pt x="7168040" y="2594377"/>
                </a:cubicBezTo>
                <a:cubicBezTo>
                  <a:pt x="7168040" y="2590104"/>
                  <a:pt x="7171504" y="2586640"/>
                  <a:pt x="7175777" y="2586640"/>
                </a:cubicBezTo>
                <a:close/>
                <a:moveTo>
                  <a:pt x="7093782" y="2586640"/>
                </a:moveTo>
                <a:cubicBezTo>
                  <a:pt x="7123691" y="2586640"/>
                  <a:pt x="7147937" y="2610886"/>
                  <a:pt x="7147937" y="2640795"/>
                </a:cubicBezTo>
                <a:cubicBezTo>
                  <a:pt x="7147937" y="2670704"/>
                  <a:pt x="7123691" y="2694950"/>
                  <a:pt x="7093782" y="2694950"/>
                </a:cubicBezTo>
                <a:cubicBezTo>
                  <a:pt x="7063873" y="2694950"/>
                  <a:pt x="7039627" y="2670704"/>
                  <a:pt x="7039627" y="2640795"/>
                </a:cubicBezTo>
                <a:cubicBezTo>
                  <a:pt x="7039627" y="2610886"/>
                  <a:pt x="7063873" y="2586640"/>
                  <a:pt x="7093782" y="2586640"/>
                </a:cubicBezTo>
                <a:close/>
                <a:moveTo>
                  <a:pt x="7011786" y="2586640"/>
                </a:moveTo>
                <a:cubicBezTo>
                  <a:pt x="7016059" y="2586640"/>
                  <a:pt x="7019523" y="2590104"/>
                  <a:pt x="7019523" y="2594377"/>
                </a:cubicBezTo>
                <a:lnTo>
                  <a:pt x="7019523" y="2687213"/>
                </a:lnTo>
                <a:cubicBezTo>
                  <a:pt x="7019523" y="2691486"/>
                  <a:pt x="7016059" y="2694950"/>
                  <a:pt x="7011786" y="2694950"/>
                </a:cubicBezTo>
                <a:lnTo>
                  <a:pt x="7004050" y="2687214"/>
                </a:lnTo>
                <a:cubicBezTo>
                  <a:pt x="7004050" y="2656268"/>
                  <a:pt x="7004049" y="2625323"/>
                  <a:pt x="7004049" y="2594377"/>
                </a:cubicBezTo>
                <a:cubicBezTo>
                  <a:pt x="7004049" y="2590104"/>
                  <a:pt x="7007513" y="2586640"/>
                  <a:pt x="7011786" y="2586640"/>
                </a:cubicBezTo>
                <a:close/>
                <a:moveTo>
                  <a:pt x="6929791" y="2586640"/>
                </a:moveTo>
                <a:cubicBezTo>
                  <a:pt x="6959700" y="2586640"/>
                  <a:pt x="6983946" y="2610886"/>
                  <a:pt x="6983946" y="2640795"/>
                </a:cubicBezTo>
                <a:cubicBezTo>
                  <a:pt x="6983946" y="2670704"/>
                  <a:pt x="6959700" y="2694950"/>
                  <a:pt x="6929791" y="2694950"/>
                </a:cubicBezTo>
                <a:cubicBezTo>
                  <a:pt x="6899882" y="2694950"/>
                  <a:pt x="6875636" y="2670704"/>
                  <a:pt x="6875636" y="2640795"/>
                </a:cubicBezTo>
                <a:cubicBezTo>
                  <a:pt x="6875636" y="2610886"/>
                  <a:pt x="6899882" y="2586640"/>
                  <a:pt x="6929791" y="2586640"/>
                </a:cubicBezTo>
                <a:close/>
                <a:moveTo>
                  <a:pt x="6847795" y="2586640"/>
                </a:moveTo>
                <a:cubicBezTo>
                  <a:pt x="6852068" y="2586640"/>
                  <a:pt x="6855532" y="2590104"/>
                  <a:pt x="6855532" y="2594377"/>
                </a:cubicBezTo>
                <a:lnTo>
                  <a:pt x="6855532" y="2687213"/>
                </a:lnTo>
                <a:cubicBezTo>
                  <a:pt x="6855532" y="2691486"/>
                  <a:pt x="6852068" y="2694950"/>
                  <a:pt x="6847795" y="2694950"/>
                </a:cubicBezTo>
                <a:lnTo>
                  <a:pt x="6840059" y="2687214"/>
                </a:lnTo>
                <a:cubicBezTo>
                  <a:pt x="6840059" y="2656268"/>
                  <a:pt x="6840058" y="2625323"/>
                  <a:pt x="6840058" y="2594377"/>
                </a:cubicBezTo>
                <a:cubicBezTo>
                  <a:pt x="6840058" y="2590104"/>
                  <a:pt x="6843522" y="2586640"/>
                  <a:pt x="6847795" y="2586640"/>
                </a:cubicBezTo>
                <a:close/>
                <a:moveTo>
                  <a:pt x="6765800" y="2586640"/>
                </a:moveTo>
                <a:cubicBezTo>
                  <a:pt x="6795709" y="2586640"/>
                  <a:pt x="6819955" y="2610886"/>
                  <a:pt x="6819955" y="2640795"/>
                </a:cubicBezTo>
                <a:cubicBezTo>
                  <a:pt x="6819955" y="2670704"/>
                  <a:pt x="6795709" y="2694950"/>
                  <a:pt x="6765800" y="2694950"/>
                </a:cubicBezTo>
                <a:cubicBezTo>
                  <a:pt x="6735891" y="2694950"/>
                  <a:pt x="6711645" y="2670704"/>
                  <a:pt x="6711645" y="2640795"/>
                </a:cubicBezTo>
                <a:cubicBezTo>
                  <a:pt x="6711645" y="2610886"/>
                  <a:pt x="6735891" y="2586640"/>
                  <a:pt x="6765800" y="2586640"/>
                </a:cubicBezTo>
                <a:close/>
                <a:moveTo>
                  <a:pt x="6637385" y="2586640"/>
                </a:moveTo>
                <a:cubicBezTo>
                  <a:pt x="6667294" y="2586640"/>
                  <a:pt x="6691540" y="2610886"/>
                  <a:pt x="6691540" y="2640795"/>
                </a:cubicBezTo>
                <a:cubicBezTo>
                  <a:pt x="6691540" y="2670704"/>
                  <a:pt x="6667294" y="2694950"/>
                  <a:pt x="6637385" y="2694950"/>
                </a:cubicBezTo>
                <a:cubicBezTo>
                  <a:pt x="6607476" y="2694950"/>
                  <a:pt x="6583230" y="2670704"/>
                  <a:pt x="6583230" y="2640795"/>
                </a:cubicBezTo>
                <a:cubicBezTo>
                  <a:pt x="6583230" y="2610886"/>
                  <a:pt x="6607476" y="2586640"/>
                  <a:pt x="6637385" y="2586640"/>
                </a:cubicBezTo>
                <a:close/>
                <a:moveTo>
                  <a:pt x="6555390" y="2586640"/>
                </a:moveTo>
                <a:cubicBezTo>
                  <a:pt x="6559663" y="2586640"/>
                  <a:pt x="6563127" y="2590104"/>
                  <a:pt x="6563127" y="2594377"/>
                </a:cubicBezTo>
                <a:lnTo>
                  <a:pt x="6563127" y="2687213"/>
                </a:lnTo>
                <a:cubicBezTo>
                  <a:pt x="6563127" y="2691486"/>
                  <a:pt x="6559663" y="2694950"/>
                  <a:pt x="6555390" y="2694950"/>
                </a:cubicBezTo>
                <a:lnTo>
                  <a:pt x="6547654" y="2687214"/>
                </a:lnTo>
                <a:cubicBezTo>
                  <a:pt x="6547654" y="2656268"/>
                  <a:pt x="6547653" y="2625323"/>
                  <a:pt x="6547653" y="2594377"/>
                </a:cubicBezTo>
                <a:cubicBezTo>
                  <a:pt x="6547653" y="2590104"/>
                  <a:pt x="6551117" y="2586640"/>
                  <a:pt x="6555390" y="2586640"/>
                </a:cubicBezTo>
                <a:close/>
                <a:moveTo>
                  <a:pt x="6519813" y="2586640"/>
                </a:moveTo>
                <a:cubicBezTo>
                  <a:pt x="6524086" y="2586640"/>
                  <a:pt x="6527550" y="2590104"/>
                  <a:pt x="6527550" y="2594377"/>
                </a:cubicBezTo>
                <a:lnTo>
                  <a:pt x="6527550" y="2687213"/>
                </a:lnTo>
                <a:cubicBezTo>
                  <a:pt x="6527550" y="2691486"/>
                  <a:pt x="6524086" y="2694950"/>
                  <a:pt x="6519813" y="2694950"/>
                </a:cubicBezTo>
                <a:lnTo>
                  <a:pt x="6512077" y="2687214"/>
                </a:lnTo>
                <a:cubicBezTo>
                  <a:pt x="6512077" y="2656268"/>
                  <a:pt x="6512076" y="2625323"/>
                  <a:pt x="6512076" y="2594377"/>
                </a:cubicBezTo>
                <a:cubicBezTo>
                  <a:pt x="6512076" y="2590104"/>
                  <a:pt x="6515540" y="2586640"/>
                  <a:pt x="6519813" y="2586640"/>
                </a:cubicBezTo>
                <a:close/>
                <a:moveTo>
                  <a:pt x="6437818" y="2586640"/>
                </a:moveTo>
                <a:cubicBezTo>
                  <a:pt x="6467727" y="2586640"/>
                  <a:pt x="6491973" y="2610886"/>
                  <a:pt x="6491973" y="2640795"/>
                </a:cubicBezTo>
                <a:cubicBezTo>
                  <a:pt x="6491973" y="2670704"/>
                  <a:pt x="6467727" y="2694950"/>
                  <a:pt x="6437818" y="2694950"/>
                </a:cubicBezTo>
                <a:cubicBezTo>
                  <a:pt x="6407909" y="2694950"/>
                  <a:pt x="6383663" y="2670704"/>
                  <a:pt x="6383663" y="2640795"/>
                </a:cubicBezTo>
                <a:cubicBezTo>
                  <a:pt x="6383663" y="2610886"/>
                  <a:pt x="6407909" y="2586640"/>
                  <a:pt x="6437818" y="2586640"/>
                </a:cubicBezTo>
                <a:close/>
                <a:moveTo>
                  <a:pt x="6355822" y="2586640"/>
                </a:moveTo>
                <a:cubicBezTo>
                  <a:pt x="6360095" y="2586640"/>
                  <a:pt x="6363559" y="2590104"/>
                  <a:pt x="6363559" y="2594377"/>
                </a:cubicBezTo>
                <a:lnTo>
                  <a:pt x="6363559" y="2687213"/>
                </a:lnTo>
                <a:cubicBezTo>
                  <a:pt x="6363559" y="2691486"/>
                  <a:pt x="6360095" y="2694950"/>
                  <a:pt x="6355822" y="2694950"/>
                </a:cubicBezTo>
                <a:lnTo>
                  <a:pt x="6348086" y="2687214"/>
                </a:lnTo>
                <a:cubicBezTo>
                  <a:pt x="6348086" y="2656268"/>
                  <a:pt x="6348085" y="2625323"/>
                  <a:pt x="6348085" y="2594377"/>
                </a:cubicBezTo>
                <a:cubicBezTo>
                  <a:pt x="6348085" y="2590104"/>
                  <a:pt x="6351549" y="2586640"/>
                  <a:pt x="6355822" y="2586640"/>
                </a:cubicBezTo>
                <a:close/>
                <a:moveTo>
                  <a:pt x="6273827" y="2586640"/>
                </a:moveTo>
                <a:cubicBezTo>
                  <a:pt x="6303736" y="2586640"/>
                  <a:pt x="6327982" y="2610886"/>
                  <a:pt x="6327982" y="2640795"/>
                </a:cubicBezTo>
                <a:cubicBezTo>
                  <a:pt x="6327982" y="2670704"/>
                  <a:pt x="6303736" y="2694950"/>
                  <a:pt x="6273827" y="2694950"/>
                </a:cubicBezTo>
                <a:cubicBezTo>
                  <a:pt x="6243918" y="2694950"/>
                  <a:pt x="6219672" y="2670704"/>
                  <a:pt x="6219672" y="2640795"/>
                </a:cubicBezTo>
                <a:cubicBezTo>
                  <a:pt x="6219672" y="2610886"/>
                  <a:pt x="6243918" y="2586640"/>
                  <a:pt x="6273827" y="2586640"/>
                </a:cubicBezTo>
                <a:close/>
                <a:moveTo>
                  <a:pt x="6191831" y="2586640"/>
                </a:moveTo>
                <a:cubicBezTo>
                  <a:pt x="6196104" y="2586640"/>
                  <a:pt x="6199568" y="2590104"/>
                  <a:pt x="6199568" y="2594377"/>
                </a:cubicBezTo>
                <a:lnTo>
                  <a:pt x="6199568" y="2687213"/>
                </a:lnTo>
                <a:cubicBezTo>
                  <a:pt x="6199568" y="2691486"/>
                  <a:pt x="6196104" y="2694950"/>
                  <a:pt x="6191831" y="2694950"/>
                </a:cubicBezTo>
                <a:lnTo>
                  <a:pt x="6184095" y="2687214"/>
                </a:lnTo>
                <a:cubicBezTo>
                  <a:pt x="6184095" y="2656268"/>
                  <a:pt x="6184094" y="2625323"/>
                  <a:pt x="6184094" y="2594377"/>
                </a:cubicBezTo>
                <a:cubicBezTo>
                  <a:pt x="6184094" y="2590104"/>
                  <a:pt x="6187558" y="2586640"/>
                  <a:pt x="6191831" y="2586640"/>
                </a:cubicBezTo>
                <a:close/>
                <a:moveTo>
                  <a:pt x="6109836" y="2586640"/>
                </a:moveTo>
                <a:cubicBezTo>
                  <a:pt x="6139745" y="2586640"/>
                  <a:pt x="6163991" y="2610886"/>
                  <a:pt x="6163991" y="2640795"/>
                </a:cubicBezTo>
                <a:cubicBezTo>
                  <a:pt x="6163991" y="2670704"/>
                  <a:pt x="6139745" y="2694950"/>
                  <a:pt x="6109836" y="2694950"/>
                </a:cubicBezTo>
                <a:cubicBezTo>
                  <a:pt x="6079927" y="2694950"/>
                  <a:pt x="6055681" y="2670704"/>
                  <a:pt x="6055681" y="2640795"/>
                </a:cubicBezTo>
                <a:cubicBezTo>
                  <a:pt x="6055681" y="2610886"/>
                  <a:pt x="6079927" y="2586640"/>
                  <a:pt x="6109836" y="2586640"/>
                </a:cubicBezTo>
                <a:close/>
                <a:moveTo>
                  <a:pt x="6027840" y="2586640"/>
                </a:moveTo>
                <a:cubicBezTo>
                  <a:pt x="6032113" y="2586640"/>
                  <a:pt x="6035577" y="2590104"/>
                  <a:pt x="6035577" y="2594377"/>
                </a:cubicBezTo>
                <a:lnTo>
                  <a:pt x="6035577" y="2687213"/>
                </a:lnTo>
                <a:cubicBezTo>
                  <a:pt x="6035577" y="2691486"/>
                  <a:pt x="6032113" y="2694950"/>
                  <a:pt x="6027840" y="2694950"/>
                </a:cubicBezTo>
                <a:lnTo>
                  <a:pt x="6020104" y="2687214"/>
                </a:lnTo>
                <a:cubicBezTo>
                  <a:pt x="6020104" y="2656268"/>
                  <a:pt x="6020103" y="2625323"/>
                  <a:pt x="6020103" y="2594377"/>
                </a:cubicBezTo>
                <a:cubicBezTo>
                  <a:pt x="6020103" y="2590104"/>
                  <a:pt x="6023567" y="2586640"/>
                  <a:pt x="6027840" y="2586640"/>
                </a:cubicBezTo>
                <a:close/>
                <a:moveTo>
                  <a:pt x="5992263" y="2586640"/>
                </a:moveTo>
                <a:cubicBezTo>
                  <a:pt x="5996536" y="2586640"/>
                  <a:pt x="6000000" y="2590104"/>
                  <a:pt x="6000000" y="2594377"/>
                </a:cubicBezTo>
                <a:lnTo>
                  <a:pt x="6000000" y="2687213"/>
                </a:lnTo>
                <a:cubicBezTo>
                  <a:pt x="6000000" y="2691486"/>
                  <a:pt x="5996536" y="2694950"/>
                  <a:pt x="5992263" y="2694950"/>
                </a:cubicBezTo>
                <a:lnTo>
                  <a:pt x="5984527" y="2687214"/>
                </a:lnTo>
                <a:cubicBezTo>
                  <a:pt x="5984527" y="2656268"/>
                  <a:pt x="5984526" y="2625323"/>
                  <a:pt x="5984526" y="2594377"/>
                </a:cubicBezTo>
                <a:cubicBezTo>
                  <a:pt x="5984526" y="2590104"/>
                  <a:pt x="5987990" y="2586640"/>
                  <a:pt x="5992263" y="2586640"/>
                </a:cubicBezTo>
                <a:close/>
                <a:moveTo>
                  <a:pt x="5910268" y="2586640"/>
                </a:moveTo>
                <a:cubicBezTo>
                  <a:pt x="5940177" y="2586640"/>
                  <a:pt x="5964423" y="2610886"/>
                  <a:pt x="5964423" y="2640795"/>
                </a:cubicBezTo>
                <a:cubicBezTo>
                  <a:pt x="5964423" y="2670704"/>
                  <a:pt x="5940177" y="2694950"/>
                  <a:pt x="5910268" y="2694950"/>
                </a:cubicBezTo>
                <a:cubicBezTo>
                  <a:pt x="5880359" y="2694950"/>
                  <a:pt x="5856113" y="2670704"/>
                  <a:pt x="5856113" y="2640795"/>
                </a:cubicBezTo>
                <a:cubicBezTo>
                  <a:pt x="5856113" y="2610886"/>
                  <a:pt x="5880359" y="2586640"/>
                  <a:pt x="5910268" y="2586640"/>
                </a:cubicBezTo>
                <a:close/>
                <a:moveTo>
                  <a:pt x="5828272" y="2586640"/>
                </a:moveTo>
                <a:cubicBezTo>
                  <a:pt x="5832545" y="2586640"/>
                  <a:pt x="5836009" y="2590104"/>
                  <a:pt x="5836009" y="2594377"/>
                </a:cubicBezTo>
                <a:lnTo>
                  <a:pt x="5836009" y="2687213"/>
                </a:lnTo>
                <a:cubicBezTo>
                  <a:pt x="5836009" y="2691486"/>
                  <a:pt x="5832545" y="2694950"/>
                  <a:pt x="5828272" y="2694950"/>
                </a:cubicBezTo>
                <a:lnTo>
                  <a:pt x="5820536" y="2687214"/>
                </a:lnTo>
                <a:cubicBezTo>
                  <a:pt x="5820536" y="2656268"/>
                  <a:pt x="5820535" y="2625323"/>
                  <a:pt x="5820535" y="2594377"/>
                </a:cubicBezTo>
                <a:cubicBezTo>
                  <a:pt x="5820535" y="2590104"/>
                  <a:pt x="5823999" y="2586640"/>
                  <a:pt x="5828272" y="2586640"/>
                </a:cubicBezTo>
                <a:close/>
                <a:moveTo>
                  <a:pt x="5746277" y="2586640"/>
                </a:moveTo>
                <a:cubicBezTo>
                  <a:pt x="5776186" y="2586640"/>
                  <a:pt x="5800432" y="2610886"/>
                  <a:pt x="5800432" y="2640795"/>
                </a:cubicBezTo>
                <a:cubicBezTo>
                  <a:pt x="5800432" y="2670704"/>
                  <a:pt x="5776186" y="2694950"/>
                  <a:pt x="5746277" y="2694950"/>
                </a:cubicBezTo>
                <a:cubicBezTo>
                  <a:pt x="5716368" y="2694950"/>
                  <a:pt x="5692122" y="2670704"/>
                  <a:pt x="5692122" y="2640795"/>
                </a:cubicBezTo>
                <a:cubicBezTo>
                  <a:pt x="5692122" y="2610886"/>
                  <a:pt x="5716368" y="2586640"/>
                  <a:pt x="5746277" y="2586640"/>
                </a:cubicBezTo>
                <a:close/>
                <a:moveTo>
                  <a:pt x="5664281" y="2586640"/>
                </a:moveTo>
                <a:cubicBezTo>
                  <a:pt x="5668554" y="2586640"/>
                  <a:pt x="5672018" y="2590104"/>
                  <a:pt x="5672018" y="2594377"/>
                </a:cubicBezTo>
                <a:lnTo>
                  <a:pt x="5672018" y="2687213"/>
                </a:lnTo>
                <a:cubicBezTo>
                  <a:pt x="5672018" y="2691486"/>
                  <a:pt x="5668554" y="2694950"/>
                  <a:pt x="5664281" y="2694950"/>
                </a:cubicBezTo>
                <a:lnTo>
                  <a:pt x="5656545" y="2687214"/>
                </a:lnTo>
                <a:cubicBezTo>
                  <a:pt x="5656545" y="2656268"/>
                  <a:pt x="5656544" y="2625323"/>
                  <a:pt x="5656544" y="2594377"/>
                </a:cubicBezTo>
                <a:cubicBezTo>
                  <a:pt x="5656544" y="2590104"/>
                  <a:pt x="5660008" y="2586640"/>
                  <a:pt x="5664281" y="2586640"/>
                </a:cubicBezTo>
                <a:close/>
                <a:moveTo>
                  <a:pt x="5628704" y="2586640"/>
                </a:moveTo>
                <a:cubicBezTo>
                  <a:pt x="5632977" y="2586640"/>
                  <a:pt x="5636441" y="2590104"/>
                  <a:pt x="5636441" y="2594377"/>
                </a:cubicBezTo>
                <a:lnTo>
                  <a:pt x="5636441" y="2687213"/>
                </a:lnTo>
                <a:cubicBezTo>
                  <a:pt x="5636441" y="2691486"/>
                  <a:pt x="5632977" y="2694950"/>
                  <a:pt x="5628704" y="2694950"/>
                </a:cubicBezTo>
                <a:lnTo>
                  <a:pt x="5620968" y="2687214"/>
                </a:lnTo>
                <a:cubicBezTo>
                  <a:pt x="5620968" y="2656268"/>
                  <a:pt x="5620967" y="2625323"/>
                  <a:pt x="5620967" y="2594377"/>
                </a:cubicBezTo>
                <a:cubicBezTo>
                  <a:pt x="5620967" y="2590104"/>
                  <a:pt x="5624431" y="2586640"/>
                  <a:pt x="5628704" y="2586640"/>
                </a:cubicBezTo>
                <a:close/>
                <a:moveTo>
                  <a:pt x="5546709" y="2586640"/>
                </a:moveTo>
                <a:cubicBezTo>
                  <a:pt x="5576618" y="2586640"/>
                  <a:pt x="5600864" y="2610886"/>
                  <a:pt x="5600864" y="2640795"/>
                </a:cubicBezTo>
                <a:cubicBezTo>
                  <a:pt x="5600864" y="2670704"/>
                  <a:pt x="5576618" y="2694950"/>
                  <a:pt x="5546709" y="2694950"/>
                </a:cubicBezTo>
                <a:cubicBezTo>
                  <a:pt x="5516800" y="2694950"/>
                  <a:pt x="5492554" y="2670704"/>
                  <a:pt x="5492554" y="2640795"/>
                </a:cubicBezTo>
                <a:cubicBezTo>
                  <a:pt x="5492554" y="2610886"/>
                  <a:pt x="5516800" y="2586640"/>
                  <a:pt x="5546709" y="2586640"/>
                </a:cubicBezTo>
                <a:close/>
                <a:moveTo>
                  <a:pt x="5464713" y="2586640"/>
                </a:moveTo>
                <a:cubicBezTo>
                  <a:pt x="5468986" y="2586640"/>
                  <a:pt x="5472450" y="2590104"/>
                  <a:pt x="5472450" y="2594377"/>
                </a:cubicBezTo>
                <a:lnTo>
                  <a:pt x="5472450" y="2687213"/>
                </a:lnTo>
                <a:cubicBezTo>
                  <a:pt x="5472450" y="2691486"/>
                  <a:pt x="5468986" y="2694950"/>
                  <a:pt x="5464713" y="2694950"/>
                </a:cubicBezTo>
                <a:lnTo>
                  <a:pt x="5456977" y="2687214"/>
                </a:lnTo>
                <a:cubicBezTo>
                  <a:pt x="5456977" y="2656268"/>
                  <a:pt x="5456976" y="2625323"/>
                  <a:pt x="5456976" y="2594377"/>
                </a:cubicBezTo>
                <a:cubicBezTo>
                  <a:pt x="5456976" y="2590104"/>
                  <a:pt x="5460440" y="2586640"/>
                  <a:pt x="5464713" y="2586640"/>
                </a:cubicBezTo>
                <a:close/>
                <a:moveTo>
                  <a:pt x="5382718" y="2586640"/>
                </a:moveTo>
                <a:cubicBezTo>
                  <a:pt x="5412627" y="2586640"/>
                  <a:pt x="5436873" y="2610886"/>
                  <a:pt x="5436873" y="2640795"/>
                </a:cubicBezTo>
                <a:cubicBezTo>
                  <a:pt x="5436873" y="2670704"/>
                  <a:pt x="5412627" y="2694950"/>
                  <a:pt x="5382718" y="2694950"/>
                </a:cubicBezTo>
                <a:cubicBezTo>
                  <a:pt x="5352809" y="2694950"/>
                  <a:pt x="5328563" y="2670704"/>
                  <a:pt x="5328563" y="2640795"/>
                </a:cubicBezTo>
                <a:cubicBezTo>
                  <a:pt x="5328563" y="2610886"/>
                  <a:pt x="5352809" y="2586640"/>
                  <a:pt x="5382718" y="2586640"/>
                </a:cubicBezTo>
                <a:close/>
                <a:moveTo>
                  <a:pt x="5300722" y="2586640"/>
                </a:moveTo>
                <a:cubicBezTo>
                  <a:pt x="5304995" y="2586640"/>
                  <a:pt x="5308459" y="2590104"/>
                  <a:pt x="5308459" y="2594377"/>
                </a:cubicBezTo>
                <a:lnTo>
                  <a:pt x="5308459" y="2687213"/>
                </a:lnTo>
                <a:cubicBezTo>
                  <a:pt x="5308459" y="2691486"/>
                  <a:pt x="5304995" y="2694950"/>
                  <a:pt x="5300722" y="2694950"/>
                </a:cubicBezTo>
                <a:lnTo>
                  <a:pt x="5292986" y="2687214"/>
                </a:lnTo>
                <a:cubicBezTo>
                  <a:pt x="5292986" y="2656268"/>
                  <a:pt x="5292985" y="2625323"/>
                  <a:pt x="5292985" y="2594377"/>
                </a:cubicBezTo>
                <a:cubicBezTo>
                  <a:pt x="5292985" y="2590104"/>
                  <a:pt x="5296449" y="2586640"/>
                  <a:pt x="5300722" y="2586640"/>
                </a:cubicBezTo>
                <a:close/>
                <a:moveTo>
                  <a:pt x="5265145" y="2586640"/>
                </a:moveTo>
                <a:cubicBezTo>
                  <a:pt x="5269418" y="2586640"/>
                  <a:pt x="5272882" y="2590104"/>
                  <a:pt x="5272882" y="2594377"/>
                </a:cubicBezTo>
                <a:lnTo>
                  <a:pt x="5272882" y="2687213"/>
                </a:lnTo>
                <a:cubicBezTo>
                  <a:pt x="5272882" y="2691486"/>
                  <a:pt x="5269418" y="2694950"/>
                  <a:pt x="5265145" y="2694950"/>
                </a:cubicBezTo>
                <a:lnTo>
                  <a:pt x="5257409" y="2687214"/>
                </a:lnTo>
                <a:cubicBezTo>
                  <a:pt x="5257409" y="2656268"/>
                  <a:pt x="5257408" y="2625323"/>
                  <a:pt x="5257408" y="2594377"/>
                </a:cubicBezTo>
                <a:cubicBezTo>
                  <a:pt x="5257408" y="2590104"/>
                  <a:pt x="5260872" y="2586640"/>
                  <a:pt x="5265145" y="2586640"/>
                </a:cubicBezTo>
                <a:close/>
                <a:moveTo>
                  <a:pt x="5183150" y="2586640"/>
                </a:moveTo>
                <a:cubicBezTo>
                  <a:pt x="5213059" y="2586640"/>
                  <a:pt x="5237305" y="2610886"/>
                  <a:pt x="5237305" y="2640795"/>
                </a:cubicBezTo>
                <a:cubicBezTo>
                  <a:pt x="5237305" y="2670704"/>
                  <a:pt x="5213059" y="2694950"/>
                  <a:pt x="5183150" y="2694950"/>
                </a:cubicBezTo>
                <a:cubicBezTo>
                  <a:pt x="5153241" y="2694950"/>
                  <a:pt x="5128995" y="2670704"/>
                  <a:pt x="5128995" y="2640795"/>
                </a:cubicBezTo>
                <a:cubicBezTo>
                  <a:pt x="5128995" y="2610886"/>
                  <a:pt x="5153241" y="2586640"/>
                  <a:pt x="5183150" y="2586640"/>
                </a:cubicBezTo>
                <a:close/>
                <a:moveTo>
                  <a:pt x="5054736" y="2586640"/>
                </a:moveTo>
                <a:cubicBezTo>
                  <a:pt x="5084645" y="2586640"/>
                  <a:pt x="5108891" y="2610886"/>
                  <a:pt x="5108891" y="2640795"/>
                </a:cubicBezTo>
                <a:cubicBezTo>
                  <a:pt x="5108891" y="2670704"/>
                  <a:pt x="5084645" y="2694950"/>
                  <a:pt x="5054736" y="2694950"/>
                </a:cubicBezTo>
                <a:cubicBezTo>
                  <a:pt x="5024827" y="2694950"/>
                  <a:pt x="5000581" y="2670704"/>
                  <a:pt x="5000581" y="2640795"/>
                </a:cubicBezTo>
                <a:cubicBezTo>
                  <a:pt x="5000581" y="2610886"/>
                  <a:pt x="5024827" y="2586640"/>
                  <a:pt x="5054736" y="2586640"/>
                </a:cubicBezTo>
                <a:close/>
                <a:moveTo>
                  <a:pt x="4972741" y="2586640"/>
                </a:moveTo>
                <a:cubicBezTo>
                  <a:pt x="4977014" y="2586640"/>
                  <a:pt x="4980478" y="2590104"/>
                  <a:pt x="4980478" y="2594377"/>
                </a:cubicBezTo>
                <a:cubicBezTo>
                  <a:pt x="4980478" y="2625323"/>
                  <a:pt x="4980477" y="2656268"/>
                  <a:pt x="4980477" y="2687214"/>
                </a:cubicBezTo>
                <a:lnTo>
                  <a:pt x="4972741" y="2694950"/>
                </a:lnTo>
                <a:cubicBezTo>
                  <a:pt x="4968468" y="2694950"/>
                  <a:pt x="4965004" y="2691486"/>
                  <a:pt x="4965004" y="2687213"/>
                </a:cubicBezTo>
                <a:lnTo>
                  <a:pt x="4965004" y="2594377"/>
                </a:lnTo>
                <a:cubicBezTo>
                  <a:pt x="4965004" y="2590104"/>
                  <a:pt x="4968468" y="2586640"/>
                  <a:pt x="4972741" y="2586640"/>
                </a:cubicBezTo>
                <a:close/>
                <a:moveTo>
                  <a:pt x="4937163" y="2586640"/>
                </a:moveTo>
                <a:cubicBezTo>
                  <a:pt x="4941436" y="2586640"/>
                  <a:pt x="4944900" y="2590104"/>
                  <a:pt x="4944900" y="2594377"/>
                </a:cubicBezTo>
                <a:lnTo>
                  <a:pt x="4944900" y="2687213"/>
                </a:lnTo>
                <a:cubicBezTo>
                  <a:pt x="4944900" y="2691486"/>
                  <a:pt x="4941436" y="2694950"/>
                  <a:pt x="4937163" y="2694950"/>
                </a:cubicBezTo>
                <a:lnTo>
                  <a:pt x="4929427" y="2687214"/>
                </a:lnTo>
                <a:cubicBezTo>
                  <a:pt x="4929427" y="2656268"/>
                  <a:pt x="4929426" y="2625323"/>
                  <a:pt x="4929426" y="2594377"/>
                </a:cubicBezTo>
                <a:cubicBezTo>
                  <a:pt x="4929426" y="2590104"/>
                  <a:pt x="4932890" y="2586640"/>
                  <a:pt x="4937163" y="2586640"/>
                </a:cubicBezTo>
                <a:close/>
                <a:moveTo>
                  <a:pt x="4855168" y="2586640"/>
                </a:moveTo>
                <a:cubicBezTo>
                  <a:pt x="4885077" y="2586640"/>
                  <a:pt x="4909323" y="2610886"/>
                  <a:pt x="4909323" y="2640795"/>
                </a:cubicBezTo>
                <a:cubicBezTo>
                  <a:pt x="4909323" y="2670704"/>
                  <a:pt x="4885077" y="2694950"/>
                  <a:pt x="4855168" y="2694950"/>
                </a:cubicBezTo>
                <a:cubicBezTo>
                  <a:pt x="4825259" y="2694950"/>
                  <a:pt x="4801013" y="2670704"/>
                  <a:pt x="4801013" y="2640795"/>
                </a:cubicBezTo>
                <a:cubicBezTo>
                  <a:pt x="4801013" y="2610886"/>
                  <a:pt x="4825259" y="2586640"/>
                  <a:pt x="4855168" y="2586640"/>
                </a:cubicBezTo>
                <a:close/>
                <a:moveTo>
                  <a:pt x="4773172" y="2586640"/>
                </a:moveTo>
                <a:cubicBezTo>
                  <a:pt x="4777445" y="2586640"/>
                  <a:pt x="4780909" y="2590104"/>
                  <a:pt x="4780909" y="2594377"/>
                </a:cubicBezTo>
                <a:lnTo>
                  <a:pt x="4780909" y="2687213"/>
                </a:lnTo>
                <a:cubicBezTo>
                  <a:pt x="4780909" y="2691486"/>
                  <a:pt x="4777445" y="2694950"/>
                  <a:pt x="4773172" y="2694950"/>
                </a:cubicBezTo>
                <a:lnTo>
                  <a:pt x="4765436" y="2687214"/>
                </a:lnTo>
                <a:cubicBezTo>
                  <a:pt x="4765436" y="2656268"/>
                  <a:pt x="4765435" y="2625323"/>
                  <a:pt x="4765435" y="2594377"/>
                </a:cubicBezTo>
                <a:cubicBezTo>
                  <a:pt x="4765435" y="2590104"/>
                  <a:pt x="4768899" y="2586640"/>
                  <a:pt x="4773172" y="2586640"/>
                </a:cubicBezTo>
                <a:close/>
                <a:moveTo>
                  <a:pt x="4737597" y="2586640"/>
                </a:moveTo>
                <a:cubicBezTo>
                  <a:pt x="4741870" y="2586640"/>
                  <a:pt x="4745334" y="2590104"/>
                  <a:pt x="4745334" y="2594377"/>
                </a:cubicBezTo>
                <a:cubicBezTo>
                  <a:pt x="4745334" y="2625323"/>
                  <a:pt x="4745333" y="2656268"/>
                  <a:pt x="4745333" y="2687214"/>
                </a:cubicBezTo>
                <a:lnTo>
                  <a:pt x="4737597" y="2694950"/>
                </a:lnTo>
                <a:cubicBezTo>
                  <a:pt x="4733324" y="2694950"/>
                  <a:pt x="4729860" y="2691486"/>
                  <a:pt x="4729860" y="2687213"/>
                </a:cubicBezTo>
                <a:lnTo>
                  <a:pt x="4729860" y="2594377"/>
                </a:lnTo>
                <a:cubicBezTo>
                  <a:pt x="4729860" y="2590104"/>
                  <a:pt x="4733324" y="2586640"/>
                  <a:pt x="4737597" y="2586640"/>
                </a:cubicBezTo>
                <a:close/>
                <a:moveTo>
                  <a:pt x="4655600" y="2586640"/>
                </a:moveTo>
                <a:cubicBezTo>
                  <a:pt x="4685509" y="2586640"/>
                  <a:pt x="4709755" y="2610886"/>
                  <a:pt x="4709755" y="2640795"/>
                </a:cubicBezTo>
                <a:cubicBezTo>
                  <a:pt x="4709755" y="2670704"/>
                  <a:pt x="4685509" y="2694950"/>
                  <a:pt x="4655600" y="2694950"/>
                </a:cubicBezTo>
                <a:cubicBezTo>
                  <a:pt x="4625691" y="2694950"/>
                  <a:pt x="4601445" y="2670704"/>
                  <a:pt x="4601445" y="2640795"/>
                </a:cubicBezTo>
                <a:cubicBezTo>
                  <a:pt x="4601445" y="2610886"/>
                  <a:pt x="4625691" y="2586640"/>
                  <a:pt x="4655600" y="2586640"/>
                </a:cubicBezTo>
                <a:close/>
                <a:moveTo>
                  <a:pt x="4573606" y="2586640"/>
                </a:moveTo>
                <a:cubicBezTo>
                  <a:pt x="4577879" y="2586640"/>
                  <a:pt x="4581343" y="2590104"/>
                  <a:pt x="4581343" y="2594377"/>
                </a:cubicBezTo>
                <a:cubicBezTo>
                  <a:pt x="4581343" y="2625323"/>
                  <a:pt x="4581342" y="2656268"/>
                  <a:pt x="4581342" y="2687214"/>
                </a:cubicBezTo>
                <a:lnTo>
                  <a:pt x="4573606" y="2694950"/>
                </a:lnTo>
                <a:cubicBezTo>
                  <a:pt x="4569333" y="2694950"/>
                  <a:pt x="4565869" y="2691486"/>
                  <a:pt x="4565869" y="2687213"/>
                </a:cubicBezTo>
                <a:lnTo>
                  <a:pt x="4565869" y="2594377"/>
                </a:lnTo>
                <a:cubicBezTo>
                  <a:pt x="4565869" y="2590104"/>
                  <a:pt x="4569333" y="2586640"/>
                  <a:pt x="4573606" y="2586640"/>
                </a:cubicBezTo>
                <a:close/>
                <a:moveTo>
                  <a:pt x="4491609" y="2586640"/>
                </a:moveTo>
                <a:cubicBezTo>
                  <a:pt x="4521518" y="2586640"/>
                  <a:pt x="4545764" y="2610886"/>
                  <a:pt x="4545764" y="2640795"/>
                </a:cubicBezTo>
                <a:cubicBezTo>
                  <a:pt x="4545764" y="2670704"/>
                  <a:pt x="4521518" y="2694950"/>
                  <a:pt x="4491609" y="2694950"/>
                </a:cubicBezTo>
                <a:cubicBezTo>
                  <a:pt x="4461700" y="2694950"/>
                  <a:pt x="4437454" y="2670704"/>
                  <a:pt x="4437454" y="2640795"/>
                </a:cubicBezTo>
                <a:cubicBezTo>
                  <a:pt x="4437454" y="2610886"/>
                  <a:pt x="4461700" y="2586640"/>
                  <a:pt x="4491609" y="2586640"/>
                </a:cubicBezTo>
                <a:close/>
                <a:moveTo>
                  <a:pt x="4409614" y="2586640"/>
                </a:moveTo>
                <a:cubicBezTo>
                  <a:pt x="4413887" y="2586640"/>
                  <a:pt x="4417351" y="2590104"/>
                  <a:pt x="4417351" y="2594377"/>
                </a:cubicBezTo>
                <a:lnTo>
                  <a:pt x="4417351" y="2687213"/>
                </a:lnTo>
                <a:cubicBezTo>
                  <a:pt x="4417351" y="2691486"/>
                  <a:pt x="4413887" y="2694950"/>
                  <a:pt x="4409614" y="2694950"/>
                </a:cubicBezTo>
                <a:lnTo>
                  <a:pt x="4401878" y="2687214"/>
                </a:lnTo>
                <a:cubicBezTo>
                  <a:pt x="4401878" y="2656268"/>
                  <a:pt x="4401877" y="2625323"/>
                  <a:pt x="4401877" y="2594377"/>
                </a:cubicBezTo>
                <a:cubicBezTo>
                  <a:pt x="4401877" y="2590104"/>
                  <a:pt x="4405341" y="2586640"/>
                  <a:pt x="4409614" y="2586640"/>
                </a:cubicBezTo>
                <a:close/>
                <a:moveTo>
                  <a:pt x="4327618" y="2586640"/>
                </a:moveTo>
                <a:cubicBezTo>
                  <a:pt x="4357527" y="2586640"/>
                  <a:pt x="4381773" y="2610886"/>
                  <a:pt x="4381773" y="2640795"/>
                </a:cubicBezTo>
                <a:cubicBezTo>
                  <a:pt x="4381773" y="2670704"/>
                  <a:pt x="4357527" y="2694950"/>
                  <a:pt x="4327618" y="2694950"/>
                </a:cubicBezTo>
                <a:cubicBezTo>
                  <a:pt x="4297709" y="2694950"/>
                  <a:pt x="4273463" y="2670704"/>
                  <a:pt x="4273463" y="2640795"/>
                </a:cubicBezTo>
                <a:cubicBezTo>
                  <a:pt x="4273463" y="2610886"/>
                  <a:pt x="4297709" y="2586640"/>
                  <a:pt x="4327618" y="2586640"/>
                </a:cubicBezTo>
                <a:close/>
                <a:moveTo>
                  <a:pt x="4245624" y="2586640"/>
                </a:moveTo>
                <a:cubicBezTo>
                  <a:pt x="4249897" y="2586640"/>
                  <a:pt x="4253361" y="2590104"/>
                  <a:pt x="4253361" y="2594377"/>
                </a:cubicBezTo>
                <a:cubicBezTo>
                  <a:pt x="4253361" y="2625323"/>
                  <a:pt x="4253360" y="2656268"/>
                  <a:pt x="4253360" y="2687214"/>
                </a:cubicBezTo>
                <a:lnTo>
                  <a:pt x="4245624" y="2694950"/>
                </a:lnTo>
                <a:cubicBezTo>
                  <a:pt x="4241351" y="2694950"/>
                  <a:pt x="4237887" y="2691486"/>
                  <a:pt x="4237887" y="2687213"/>
                </a:cubicBezTo>
                <a:lnTo>
                  <a:pt x="4237887" y="2594377"/>
                </a:lnTo>
                <a:cubicBezTo>
                  <a:pt x="4237887" y="2590104"/>
                  <a:pt x="4241351" y="2586640"/>
                  <a:pt x="4245624" y="2586640"/>
                </a:cubicBezTo>
                <a:close/>
                <a:moveTo>
                  <a:pt x="4210047" y="2586640"/>
                </a:moveTo>
                <a:cubicBezTo>
                  <a:pt x="4214320" y="2586640"/>
                  <a:pt x="4217784" y="2590104"/>
                  <a:pt x="4217784" y="2594377"/>
                </a:cubicBezTo>
                <a:cubicBezTo>
                  <a:pt x="4217784" y="2625323"/>
                  <a:pt x="4217783" y="2656268"/>
                  <a:pt x="4217783" y="2687214"/>
                </a:cubicBezTo>
                <a:lnTo>
                  <a:pt x="4210047" y="2694950"/>
                </a:lnTo>
                <a:cubicBezTo>
                  <a:pt x="4205774" y="2694950"/>
                  <a:pt x="4202310" y="2691486"/>
                  <a:pt x="4202310" y="2687213"/>
                </a:cubicBezTo>
                <a:lnTo>
                  <a:pt x="4202310" y="2594377"/>
                </a:lnTo>
                <a:cubicBezTo>
                  <a:pt x="4202310" y="2590104"/>
                  <a:pt x="4205774" y="2586640"/>
                  <a:pt x="4210047" y="2586640"/>
                </a:cubicBezTo>
                <a:close/>
                <a:moveTo>
                  <a:pt x="4128051" y="2586640"/>
                </a:moveTo>
                <a:cubicBezTo>
                  <a:pt x="4157960" y="2586640"/>
                  <a:pt x="4182206" y="2610886"/>
                  <a:pt x="4182206" y="2640795"/>
                </a:cubicBezTo>
                <a:cubicBezTo>
                  <a:pt x="4182206" y="2670704"/>
                  <a:pt x="4157960" y="2694950"/>
                  <a:pt x="4128051" y="2694950"/>
                </a:cubicBezTo>
                <a:cubicBezTo>
                  <a:pt x="4098142" y="2694950"/>
                  <a:pt x="4073896" y="2670704"/>
                  <a:pt x="4073896" y="2640795"/>
                </a:cubicBezTo>
                <a:cubicBezTo>
                  <a:pt x="4073896" y="2610886"/>
                  <a:pt x="4098142" y="2586640"/>
                  <a:pt x="4128051" y="2586640"/>
                </a:cubicBezTo>
                <a:close/>
                <a:moveTo>
                  <a:pt x="4046056" y="2586640"/>
                </a:moveTo>
                <a:cubicBezTo>
                  <a:pt x="4050329" y="2586640"/>
                  <a:pt x="4053793" y="2590104"/>
                  <a:pt x="4053793" y="2594377"/>
                </a:cubicBezTo>
                <a:cubicBezTo>
                  <a:pt x="4053793" y="2625323"/>
                  <a:pt x="4053792" y="2656268"/>
                  <a:pt x="4053792" y="2687214"/>
                </a:cubicBezTo>
                <a:lnTo>
                  <a:pt x="4046056" y="2694950"/>
                </a:lnTo>
                <a:cubicBezTo>
                  <a:pt x="4041783" y="2694950"/>
                  <a:pt x="4038319" y="2691486"/>
                  <a:pt x="4038319" y="2687213"/>
                </a:cubicBezTo>
                <a:lnTo>
                  <a:pt x="4038319" y="2594377"/>
                </a:lnTo>
                <a:cubicBezTo>
                  <a:pt x="4038319" y="2590104"/>
                  <a:pt x="4041783" y="2586640"/>
                  <a:pt x="4046056" y="2586640"/>
                </a:cubicBezTo>
                <a:close/>
                <a:moveTo>
                  <a:pt x="3964060" y="2586640"/>
                </a:moveTo>
                <a:cubicBezTo>
                  <a:pt x="3993969" y="2586640"/>
                  <a:pt x="4018215" y="2610886"/>
                  <a:pt x="4018215" y="2640795"/>
                </a:cubicBezTo>
                <a:cubicBezTo>
                  <a:pt x="4018215" y="2670704"/>
                  <a:pt x="3993969" y="2694950"/>
                  <a:pt x="3964060" y="2694950"/>
                </a:cubicBezTo>
                <a:cubicBezTo>
                  <a:pt x="3934151" y="2694950"/>
                  <a:pt x="3909905" y="2670704"/>
                  <a:pt x="3909905" y="2640795"/>
                </a:cubicBezTo>
                <a:cubicBezTo>
                  <a:pt x="3909905" y="2610886"/>
                  <a:pt x="3934151" y="2586640"/>
                  <a:pt x="3964060" y="2586640"/>
                </a:cubicBezTo>
                <a:close/>
                <a:moveTo>
                  <a:pt x="3882065" y="2586640"/>
                </a:moveTo>
                <a:cubicBezTo>
                  <a:pt x="3886338" y="2586640"/>
                  <a:pt x="3889802" y="2590104"/>
                  <a:pt x="3889802" y="2594377"/>
                </a:cubicBezTo>
                <a:cubicBezTo>
                  <a:pt x="3889802" y="2625323"/>
                  <a:pt x="3889801" y="2656268"/>
                  <a:pt x="3889801" y="2687214"/>
                </a:cubicBezTo>
                <a:lnTo>
                  <a:pt x="3882065" y="2694950"/>
                </a:lnTo>
                <a:cubicBezTo>
                  <a:pt x="3877792" y="2694950"/>
                  <a:pt x="3874328" y="2691486"/>
                  <a:pt x="3874328" y="2687213"/>
                </a:cubicBezTo>
                <a:lnTo>
                  <a:pt x="3874328" y="2594377"/>
                </a:lnTo>
                <a:cubicBezTo>
                  <a:pt x="3874328" y="2590104"/>
                  <a:pt x="3877792" y="2586640"/>
                  <a:pt x="3882065" y="2586640"/>
                </a:cubicBezTo>
                <a:close/>
                <a:moveTo>
                  <a:pt x="3800069" y="2586640"/>
                </a:moveTo>
                <a:cubicBezTo>
                  <a:pt x="3829978" y="2586640"/>
                  <a:pt x="3854224" y="2610886"/>
                  <a:pt x="3854224" y="2640795"/>
                </a:cubicBezTo>
                <a:cubicBezTo>
                  <a:pt x="3854224" y="2670704"/>
                  <a:pt x="3829978" y="2694950"/>
                  <a:pt x="3800069" y="2694950"/>
                </a:cubicBezTo>
                <a:cubicBezTo>
                  <a:pt x="3770160" y="2694950"/>
                  <a:pt x="3745914" y="2670704"/>
                  <a:pt x="3745914" y="2640795"/>
                </a:cubicBezTo>
                <a:cubicBezTo>
                  <a:pt x="3745914" y="2610886"/>
                  <a:pt x="3770160" y="2586640"/>
                  <a:pt x="3800069" y="2586640"/>
                </a:cubicBezTo>
                <a:close/>
                <a:moveTo>
                  <a:pt x="3718074" y="2586640"/>
                </a:moveTo>
                <a:cubicBezTo>
                  <a:pt x="3722347" y="2586640"/>
                  <a:pt x="3725811" y="2590104"/>
                  <a:pt x="3725811" y="2594377"/>
                </a:cubicBezTo>
                <a:cubicBezTo>
                  <a:pt x="3725811" y="2625323"/>
                  <a:pt x="3725810" y="2656268"/>
                  <a:pt x="3725810" y="2687214"/>
                </a:cubicBezTo>
                <a:lnTo>
                  <a:pt x="3718074" y="2694950"/>
                </a:lnTo>
                <a:cubicBezTo>
                  <a:pt x="3713801" y="2694950"/>
                  <a:pt x="3710337" y="2691486"/>
                  <a:pt x="3710337" y="2687213"/>
                </a:cubicBezTo>
                <a:lnTo>
                  <a:pt x="3710337" y="2594377"/>
                </a:lnTo>
                <a:cubicBezTo>
                  <a:pt x="3710337" y="2590104"/>
                  <a:pt x="3713801" y="2586640"/>
                  <a:pt x="3718074" y="2586640"/>
                </a:cubicBezTo>
                <a:close/>
                <a:moveTo>
                  <a:pt x="3636078" y="2586640"/>
                </a:moveTo>
                <a:cubicBezTo>
                  <a:pt x="3665987" y="2586640"/>
                  <a:pt x="3690233" y="2610886"/>
                  <a:pt x="3690233" y="2640795"/>
                </a:cubicBezTo>
                <a:cubicBezTo>
                  <a:pt x="3690233" y="2670704"/>
                  <a:pt x="3665987" y="2694950"/>
                  <a:pt x="3636078" y="2694950"/>
                </a:cubicBezTo>
                <a:cubicBezTo>
                  <a:pt x="3606169" y="2694950"/>
                  <a:pt x="3581923" y="2670704"/>
                  <a:pt x="3581923" y="2640795"/>
                </a:cubicBezTo>
                <a:cubicBezTo>
                  <a:pt x="3581923" y="2610886"/>
                  <a:pt x="3606169" y="2586640"/>
                  <a:pt x="3636078" y="2586640"/>
                </a:cubicBezTo>
                <a:close/>
                <a:moveTo>
                  <a:pt x="3554083" y="2586640"/>
                </a:moveTo>
                <a:cubicBezTo>
                  <a:pt x="3558356" y="2586640"/>
                  <a:pt x="3561820" y="2590104"/>
                  <a:pt x="3561820" y="2594377"/>
                </a:cubicBezTo>
                <a:cubicBezTo>
                  <a:pt x="3561820" y="2625323"/>
                  <a:pt x="3561819" y="2656268"/>
                  <a:pt x="3561819" y="2687214"/>
                </a:cubicBezTo>
                <a:lnTo>
                  <a:pt x="3554083" y="2694950"/>
                </a:lnTo>
                <a:cubicBezTo>
                  <a:pt x="3549810" y="2694950"/>
                  <a:pt x="3546346" y="2691486"/>
                  <a:pt x="3546346" y="2687213"/>
                </a:cubicBezTo>
                <a:lnTo>
                  <a:pt x="3546346" y="2594377"/>
                </a:lnTo>
                <a:cubicBezTo>
                  <a:pt x="3546346" y="2590104"/>
                  <a:pt x="3549810" y="2586640"/>
                  <a:pt x="3554083" y="2586640"/>
                </a:cubicBezTo>
                <a:close/>
                <a:moveTo>
                  <a:pt x="3518505" y="2586640"/>
                </a:moveTo>
                <a:cubicBezTo>
                  <a:pt x="3522778" y="2586640"/>
                  <a:pt x="3526242" y="2590104"/>
                  <a:pt x="3526242" y="2594377"/>
                </a:cubicBezTo>
                <a:lnTo>
                  <a:pt x="3526242" y="2687213"/>
                </a:lnTo>
                <a:cubicBezTo>
                  <a:pt x="3526242" y="2691486"/>
                  <a:pt x="3522778" y="2694950"/>
                  <a:pt x="3518505" y="2694950"/>
                </a:cubicBezTo>
                <a:lnTo>
                  <a:pt x="3510769" y="2687214"/>
                </a:lnTo>
                <a:cubicBezTo>
                  <a:pt x="3510769" y="2656268"/>
                  <a:pt x="3510768" y="2625323"/>
                  <a:pt x="3510768" y="2594377"/>
                </a:cubicBezTo>
                <a:cubicBezTo>
                  <a:pt x="3510768" y="2590104"/>
                  <a:pt x="3514232" y="2586640"/>
                  <a:pt x="3518505" y="2586640"/>
                </a:cubicBezTo>
                <a:close/>
                <a:moveTo>
                  <a:pt x="3436510" y="2586640"/>
                </a:moveTo>
                <a:cubicBezTo>
                  <a:pt x="3466419" y="2586640"/>
                  <a:pt x="3490665" y="2610886"/>
                  <a:pt x="3490665" y="2640795"/>
                </a:cubicBezTo>
                <a:cubicBezTo>
                  <a:pt x="3490665" y="2670704"/>
                  <a:pt x="3466419" y="2694950"/>
                  <a:pt x="3436510" y="2694950"/>
                </a:cubicBezTo>
                <a:cubicBezTo>
                  <a:pt x="3406601" y="2694950"/>
                  <a:pt x="3382355" y="2670704"/>
                  <a:pt x="3382355" y="2640795"/>
                </a:cubicBezTo>
                <a:cubicBezTo>
                  <a:pt x="3382355" y="2610886"/>
                  <a:pt x="3406601" y="2586640"/>
                  <a:pt x="3436510" y="2586640"/>
                </a:cubicBezTo>
                <a:close/>
                <a:moveTo>
                  <a:pt x="3354514" y="2586640"/>
                </a:moveTo>
                <a:cubicBezTo>
                  <a:pt x="3358787" y="2586640"/>
                  <a:pt x="3362251" y="2590104"/>
                  <a:pt x="3362251" y="2594377"/>
                </a:cubicBezTo>
                <a:lnTo>
                  <a:pt x="3362251" y="2687213"/>
                </a:lnTo>
                <a:cubicBezTo>
                  <a:pt x="3362251" y="2691486"/>
                  <a:pt x="3358787" y="2694950"/>
                  <a:pt x="3354514" y="2694950"/>
                </a:cubicBezTo>
                <a:lnTo>
                  <a:pt x="3346778" y="2687214"/>
                </a:lnTo>
                <a:cubicBezTo>
                  <a:pt x="3346778" y="2656268"/>
                  <a:pt x="3346777" y="2625323"/>
                  <a:pt x="3346777" y="2594377"/>
                </a:cubicBezTo>
                <a:cubicBezTo>
                  <a:pt x="3346777" y="2590104"/>
                  <a:pt x="3350241" y="2586640"/>
                  <a:pt x="3354514" y="2586640"/>
                </a:cubicBezTo>
                <a:close/>
                <a:moveTo>
                  <a:pt x="3318937" y="2586640"/>
                </a:moveTo>
                <a:cubicBezTo>
                  <a:pt x="3323210" y="2586640"/>
                  <a:pt x="3326674" y="2590104"/>
                  <a:pt x="3326674" y="2594377"/>
                </a:cubicBezTo>
                <a:lnTo>
                  <a:pt x="3326674" y="2687213"/>
                </a:lnTo>
                <a:cubicBezTo>
                  <a:pt x="3326674" y="2691486"/>
                  <a:pt x="3323210" y="2694950"/>
                  <a:pt x="3318937" y="2694950"/>
                </a:cubicBezTo>
                <a:lnTo>
                  <a:pt x="3311201" y="2687214"/>
                </a:lnTo>
                <a:cubicBezTo>
                  <a:pt x="3311201" y="2656268"/>
                  <a:pt x="3311200" y="2625323"/>
                  <a:pt x="3311200" y="2594377"/>
                </a:cubicBezTo>
                <a:cubicBezTo>
                  <a:pt x="3311200" y="2590104"/>
                  <a:pt x="3314664" y="2586640"/>
                  <a:pt x="3318937" y="2586640"/>
                </a:cubicBezTo>
                <a:close/>
                <a:moveTo>
                  <a:pt x="3236942" y="2586640"/>
                </a:moveTo>
                <a:cubicBezTo>
                  <a:pt x="3266851" y="2586640"/>
                  <a:pt x="3291097" y="2610886"/>
                  <a:pt x="3291097" y="2640795"/>
                </a:cubicBezTo>
                <a:cubicBezTo>
                  <a:pt x="3291097" y="2670704"/>
                  <a:pt x="3266851" y="2694950"/>
                  <a:pt x="3236942" y="2694950"/>
                </a:cubicBezTo>
                <a:cubicBezTo>
                  <a:pt x="3207033" y="2694950"/>
                  <a:pt x="3182787" y="2670704"/>
                  <a:pt x="3182787" y="2640795"/>
                </a:cubicBezTo>
                <a:cubicBezTo>
                  <a:pt x="3182787" y="2610886"/>
                  <a:pt x="3207033" y="2586640"/>
                  <a:pt x="3236942" y="2586640"/>
                </a:cubicBezTo>
                <a:close/>
                <a:moveTo>
                  <a:pt x="3154946" y="2586640"/>
                </a:moveTo>
                <a:cubicBezTo>
                  <a:pt x="3159219" y="2586640"/>
                  <a:pt x="3162683" y="2590104"/>
                  <a:pt x="3162683" y="2594377"/>
                </a:cubicBezTo>
                <a:lnTo>
                  <a:pt x="3162683" y="2687213"/>
                </a:lnTo>
                <a:cubicBezTo>
                  <a:pt x="3162683" y="2691486"/>
                  <a:pt x="3159219" y="2694950"/>
                  <a:pt x="3154946" y="2694950"/>
                </a:cubicBezTo>
                <a:lnTo>
                  <a:pt x="3147210" y="2687214"/>
                </a:lnTo>
                <a:cubicBezTo>
                  <a:pt x="3147210" y="2656268"/>
                  <a:pt x="3147209" y="2625323"/>
                  <a:pt x="3147209" y="2594377"/>
                </a:cubicBezTo>
                <a:cubicBezTo>
                  <a:pt x="3147209" y="2590104"/>
                  <a:pt x="3150673" y="2586640"/>
                  <a:pt x="3154946" y="2586640"/>
                </a:cubicBezTo>
                <a:close/>
                <a:moveTo>
                  <a:pt x="3072951" y="2586640"/>
                </a:moveTo>
                <a:cubicBezTo>
                  <a:pt x="3102860" y="2586640"/>
                  <a:pt x="3127106" y="2610886"/>
                  <a:pt x="3127106" y="2640795"/>
                </a:cubicBezTo>
                <a:cubicBezTo>
                  <a:pt x="3127106" y="2670704"/>
                  <a:pt x="3102860" y="2694950"/>
                  <a:pt x="3072951" y="2694950"/>
                </a:cubicBezTo>
                <a:cubicBezTo>
                  <a:pt x="3043042" y="2694950"/>
                  <a:pt x="3018796" y="2670704"/>
                  <a:pt x="3018796" y="2640795"/>
                </a:cubicBezTo>
                <a:cubicBezTo>
                  <a:pt x="3018796" y="2610886"/>
                  <a:pt x="3043042" y="2586640"/>
                  <a:pt x="3072951" y="2586640"/>
                </a:cubicBezTo>
                <a:close/>
                <a:moveTo>
                  <a:pt x="2944537" y="2586640"/>
                </a:moveTo>
                <a:cubicBezTo>
                  <a:pt x="2974446" y="2586640"/>
                  <a:pt x="2998692" y="2610886"/>
                  <a:pt x="2998692" y="2640795"/>
                </a:cubicBezTo>
                <a:cubicBezTo>
                  <a:pt x="2998692" y="2670704"/>
                  <a:pt x="2974446" y="2694950"/>
                  <a:pt x="2944537" y="2694950"/>
                </a:cubicBezTo>
                <a:cubicBezTo>
                  <a:pt x="2914628" y="2694950"/>
                  <a:pt x="2890382" y="2670704"/>
                  <a:pt x="2890382" y="2640795"/>
                </a:cubicBezTo>
                <a:cubicBezTo>
                  <a:pt x="2890382" y="2610886"/>
                  <a:pt x="2914628" y="2586640"/>
                  <a:pt x="2944537" y="2586640"/>
                </a:cubicBezTo>
                <a:close/>
                <a:moveTo>
                  <a:pt x="2862541" y="2586640"/>
                </a:moveTo>
                <a:cubicBezTo>
                  <a:pt x="2866814" y="2586640"/>
                  <a:pt x="2870278" y="2590104"/>
                  <a:pt x="2870278" y="2594377"/>
                </a:cubicBezTo>
                <a:lnTo>
                  <a:pt x="2870278" y="2687213"/>
                </a:lnTo>
                <a:cubicBezTo>
                  <a:pt x="2870278" y="2691486"/>
                  <a:pt x="2866814" y="2694950"/>
                  <a:pt x="2862541" y="2694950"/>
                </a:cubicBezTo>
                <a:lnTo>
                  <a:pt x="2854805" y="2687214"/>
                </a:lnTo>
                <a:cubicBezTo>
                  <a:pt x="2854805" y="2656268"/>
                  <a:pt x="2854804" y="2625323"/>
                  <a:pt x="2854804" y="2594377"/>
                </a:cubicBezTo>
                <a:cubicBezTo>
                  <a:pt x="2854804" y="2590104"/>
                  <a:pt x="2858268" y="2586640"/>
                  <a:pt x="2862541" y="2586640"/>
                </a:cubicBezTo>
                <a:close/>
                <a:moveTo>
                  <a:pt x="2826964" y="2586640"/>
                </a:moveTo>
                <a:cubicBezTo>
                  <a:pt x="2831237" y="2586640"/>
                  <a:pt x="2834701" y="2590104"/>
                  <a:pt x="2834701" y="2594377"/>
                </a:cubicBezTo>
                <a:lnTo>
                  <a:pt x="2834701" y="2687213"/>
                </a:lnTo>
                <a:cubicBezTo>
                  <a:pt x="2834701" y="2691486"/>
                  <a:pt x="2831237" y="2694950"/>
                  <a:pt x="2826964" y="2694950"/>
                </a:cubicBezTo>
                <a:lnTo>
                  <a:pt x="2819228" y="2687214"/>
                </a:lnTo>
                <a:cubicBezTo>
                  <a:pt x="2819228" y="2656268"/>
                  <a:pt x="2819227" y="2625323"/>
                  <a:pt x="2819227" y="2594377"/>
                </a:cubicBezTo>
                <a:cubicBezTo>
                  <a:pt x="2819227" y="2590104"/>
                  <a:pt x="2822691" y="2586640"/>
                  <a:pt x="2826964" y="2586640"/>
                </a:cubicBezTo>
                <a:close/>
                <a:moveTo>
                  <a:pt x="2744969" y="2586640"/>
                </a:moveTo>
                <a:cubicBezTo>
                  <a:pt x="2774878" y="2586640"/>
                  <a:pt x="2799124" y="2610886"/>
                  <a:pt x="2799124" y="2640795"/>
                </a:cubicBezTo>
                <a:cubicBezTo>
                  <a:pt x="2799124" y="2670704"/>
                  <a:pt x="2774878" y="2694950"/>
                  <a:pt x="2744969" y="2694950"/>
                </a:cubicBezTo>
                <a:cubicBezTo>
                  <a:pt x="2715060" y="2694950"/>
                  <a:pt x="2690814" y="2670704"/>
                  <a:pt x="2690814" y="2640795"/>
                </a:cubicBezTo>
                <a:cubicBezTo>
                  <a:pt x="2690814" y="2610886"/>
                  <a:pt x="2715060" y="2586640"/>
                  <a:pt x="2744969" y="2586640"/>
                </a:cubicBezTo>
                <a:close/>
                <a:moveTo>
                  <a:pt x="2662974" y="2586640"/>
                </a:moveTo>
                <a:cubicBezTo>
                  <a:pt x="2667247" y="2586640"/>
                  <a:pt x="2670711" y="2590104"/>
                  <a:pt x="2670711" y="2594377"/>
                </a:cubicBezTo>
                <a:cubicBezTo>
                  <a:pt x="2670711" y="2625323"/>
                  <a:pt x="2670710" y="2656268"/>
                  <a:pt x="2670710" y="2687214"/>
                </a:cubicBezTo>
                <a:lnTo>
                  <a:pt x="2662974" y="2694950"/>
                </a:lnTo>
                <a:cubicBezTo>
                  <a:pt x="2658701" y="2694950"/>
                  <a:pt x="2655237" y="2691486"/>
                  <a:pt x="2655237" y="2687213"/>
                </a:cubicBezTo>
                <a:lnTo>
                  <a:pt x="2655237" y="2594377"/>
                </a:lnTo>
                <a:cubicBezTo>
                  <a:pt x="2655237" y="2590104"/>
                  <a:pt x="2658701" y="2586640"/>
                  <a:pt x="2662974" y="2586640"/>
                </a:cubicBezTo>
                <a:close/>
                <a:moveTo>
                  <a:pt x="2580978" y="2586640"/>
                </a:moveTo>
                <a:cubicBezTo>
                  <a:pt x="2610887" y="2586640"/>
                  <a:pt x="2635133" y="2610886"/>
                  <a:pt x="2635133" y="2640795"/>
                </a:cubicBezTo>
                <a:cubicBezTo>
                  <a:pt x="2635133" y="2670704"/>
                  <a:pt x="2610887" y="2694950"/>
                  <a:pt x="2580978" y="2694950"/>
                </a:cubicBezTo>
                <a:cubicBezTo>
                  <a:pt x="2551069" y="2694950"/>
                  <a:pt x="2526823" y="2670704"/>
                  <a:pt x="2526823" y="2640795"/>
                </a:cubicBezTo>
                <a:cubicBezTo>
                  <a:pt x="2526823" y="2610886"/>
                  <a:pt x="2551069" y="2586640"/>
                  <a:pt x="2580978" y="2586640"/>
                </a:cubicBezTo>
                <a:close/>
                <a:moveTo>
                  <a:pt x="2498982" y="2586640"/>
                </a:moveTo>
                <a:cubicBezTo>
                  <a:pt x="2503255" y="2586640"/>
                  <a:pt x="2506719" y="2590104"/>
                  <a:pt x="2506719" y="2594377"/>
                </a:cubicBezTo>
                <a:lnTo>
                  <a:pt x="2506719" y="2687213"/>
                </a:lnTo>
                <a:cubicBezTo>
                  <a:pt x="2506719" y="2691486"/>
                  <a:pt x="2503255" y="2694950"/>
                  <a:pt x="2498982" y="2694950"/>
                </a:cubicBezTo>
                <a:lnTo>
                  <a:pt x="2491246" y="2687214"/>
                </a:lnTo>
                <a:cubicBezTo>
                  <a:pt x="2491246" y="2656268"/>
                  <a:pt x="2491245" y="2625323"/>
                  <a:pt x="2491245" y="2594377"/>
                </a:cubicBezTo>
                <a:cubicBezTo>
                  <a:pt x="2491245" y="2590104"/>
                  <a:pt x="2494709" y="2586640"/>
                  <a:pt x="2498982" y="2586640"/>
                </a:cubicBezTo>
                <a:close/>
                <a:moveTo>
                  <a:pt x="2416987" y="2586640"/>
                </a:moveTo>
                <a:cubicBezTo>
                  <a:pt x="2446896" y="2586640"/>
                  <a:pt x="2471142" y="2610886"/>
                  <a:pt x="2471142" y="2640795"/>
                </a:cubicBezTo>
                <a:cubicBezTo>
                  <a:pt x="2471142" y="2670704"/>
                  <a:pt x="2446896" y="2694950"/>
                  <a:pt x="2416987" y="2694950"/>
                </a:cubicBezTo>
                <a:cubicBezTo>
                  <a:pt x="2387078" y="2694950"/>
                  <a:pt x="2362832" y="2670704"/>
                  <a:pt x="2362832" y="2640795"/>
                </a:cubicBezTo>
                <a:cubicBezTo>
                  <a:pt x="2362832" y="2610886"/>
                  <a:pt x="2387078" y="2586640"/>
                  <a:pt x="2416987" y="2586640"/>
                </a:cubicBezTo>
                <a:close/>
                <a:moveTo>
                  <a:pt x="2334991" y="2586640"/>
                </a:moveTo>
                <a:cubicBezTo>
                  <a:pt x="2339264" y="2586640"/>
                  <a:pt x="2342728" y="2590104"/>
                  <a:pt x="2342728" y="2594377"/>
                </a:cubicBezTo>
                <a:lnTo>
                  <a:pt x="2342728" y="2687213"/>
                </a:lnTo>
                <a:cubicBezTo>
                  <a:pt x="2342728" y="2691486"/>
                  <a:pt x="2339264" y="2694950"/>
                  <a:pt x="2334991" y="2694950"/>
                </a:cubicBezTo>
                <a:lnTo>
                  <a:pt x="2327255" y="2687214"/>
                </a:lnTo>
                <a:cubicBezTo>
                  <a:pt x="2327255" y="2656268"/>
                  <a:pt x="2327254" y="2625323"/>
                  <a:pt x="2327254" y="2594377"/>
                </a:cubicBezTo>
                <a:cubicBezTo>
                  <a:pt x="2327254" y="2590104"/>
                  <a:pt x="2330718" y="2586640"/>
                  <a:pt x="2334991" y="2586640"/>
                </a:cubicBezTo>
                <a:close/>
                <a:moveTo>
                  <a:pt x="2299414" y="2586640"/>
                </a:moveTo>
                <a:cubicBezTo>
                  <a:pt x="2303687" y="2586640"/>
                  <a:pt x="2307151" y="2590104"/>
                  <a:pt x="2307151" y="2594377"/>
                </a:cubicBezTo>
                <a:lnTo>
                  <a:pt x="2307151" y="2687213"/>
                </a:lnTo>
                <a:cubicBezTo>
                  <a:pt x="2307151" y="2691486"/>
                  <a:pt x="2303687" y="2694950"/>
                  <a:pt x="2299414" y="2694950"/>
                </a:cubicBezTo>
                <a:lnTo>
                  <a:pt x="2291678" y="2687214"/>
                </a:lnTo>
                <a:cubicBezTo>
                  <a:pt x="2291678" y="2656268"/>
                  <a:pt x="2291677" y="2625323"/>
                  <a:pt x="2291677" y="2594377"/>
                </a:cubicBezTo>
                <a:cubicBezTo>
                  <a:pt x="2291677" y="2590104"/>
                  <a:pt x="2295141" y="2586640"/>
                  <a:pt x="2299414" y="2586640"/>
                </a:cubicBezTo>
                <a:close/>
                <a:moveTo>
                  <a:pt x="2217419" y="2586640"/>
                </a:moveTo>
                <a:cubicBezTo>
                  <a:pt x="2247328" y="2586640"/>
                  <a:pt x="2271574" y="2610886"/>
                  <a:pt x="2271574" y="2640795"/>
                </a:cubicBezTo>
                <a:cubicBezTo>
                  <a:pt x="2271574" y="2670704"/>
                  <a:pt x="2247328" y="2694950"/>
                  <a:pt x="2217419" y="2694950"/>
                </a:cubicBezTo>
                <a:cubicBezTo>
                  <a:pt x="2187510" y="2694950"/>
                  <a:pt x="2163264" y="2670704"/>
                  <a:pt x="2163264" y="2640795"/>
                </a:cubicBezTo>
                <a:cubicBezTo>
                  <a:pt x="2163264" y="2610886"/>
                  <a:pt x="2187510" y="2586640"/>
                  <a:pt x="2217419" y="2586640"/>
                </a:cubicBezTo>
                <a:close/>
                <a:moveTo>
                  <a:pt x="2135424" y="2586640"/>
                </a:moveTo>
                <a:cubicBezTo>
                  <a:pt x="2139697" y="2586640"/>
                  <a:pt x="2143161" y="2590104"/>
                  <a:pt x="2143161" y="2594377"/>
                </a:cubicBezTo>
                <a:cubicBezTo>
                  <a:pt x="2143161" y="2625323"/>
                  <a:pt x="2143160" y="2656268"/>
                  <a:pt x="2143160" y="2687214"/>
                </a:cubicBezTo>
                <a:lnTo>
                  <a:pt x="2135424" y="2694950"/>
                </a:lnTo>
                <a:cubicBezTo>
                  <a:pt x="2131151" y="2694950"/>
                  <a:pt x="2127687" y="2691486"/>
                  <a:pt x="2127687" y="2687213"/>
                </a:cubicBezTo>
                <a:lnTo>
                  <a:pt x="2127687" y="2594377"/>
                </a:lnTo>
                <a:cubicBezTo>
                  <a:pt x="2127687" y="2590104"/>
                  <a:pt x="2131151" y="2586640"/>
                  <a:pt x="2135424" y="2586640"/>
                </a:cubicBezTo>
                <a:close/>
                <a:moveTo>
                  <a:pt x="2053428" y="2586640"/>
                </a:moveTo>
                <a:cubicBezTo>
                  <a:pt x="2083337" y="2586640"/>
                  <a:pt x="2107583" y="2610886"/>
                  <a:pt x="2107583" y="2640795"/>
                </a:cubicBezTo>
                <a:cubicBezTo>
                  <a:pt x="2107583" y="2670704"/>
                  <a:pt x="2083337" y="2694950"/>
                  <a:pt x="2053428" y="2694950"/>
                </a:cubicBezTo>
                <a:cubicBezTo>
                  <a:pt x="2023519" y="2694950"/>
                  <a:pt x="1999273" y="2670704"/>
                  <a:pt x="1999273" y="2640795"/>
                </a:cubicBezTo>
                <a:cubicBezTo>
                  <a:pt x="1999273" y="2610886"/>
                  <a:pt x="2023519" y="2586640"/>
                  <a:pt x="2053428" y="2586640"/>
                </a:cubicBezTo>
                <a:close/>
                <a:moveTo>
                  <a:pt x="1971433" y="2586640"/>
                </a:moveTo>
                <a:cubicBezTo>
                  <a:pt x="1975706" y="2586640"/>
                  <a:pt x="1979170" y="2590104"/>
                  <a:pt x="1979170" y="2594377"/>
                </a:cubicBezTo>
                <a:cubicBezTo>
                  <a:pt x="1979170" y="2625323"/>
                  <a:pt x="1979169" y="2656268"/>
                  <a:pt x="1979169" y="2687214"/>
                </a:cubicBezTo>
                <a:lnTo>
                  <a:pt x="1971433" y="2694950"/>
                </a:lnTo>
                <a:cubicBezTo>
                  <a:pt x="1967160" y="2694950"/>
                  <a:pt x="1963696" y="2691486"/>
                  <a:pt x="1963696" y="2687213"/>
                </a:cubicBezTo>
                <a:lnTo>
                  <a:pt x="1963696" y="2594377"/>
                </a:lnTo>
                <a:cubicBezTo>
                  <a:pt x="1963696" y="2590104"/>
                  <a:pt x="1967160" y="2586640"/>
                  <a:pt x="1971433" y="2586640"/>
                </a:cubicBezTo>
                <a:close/>
                <a:moveTo>
                  <a:pt x="1889437" y="2586640"/>
                </a:moveTo>
                <a:cubicBezTo>
                  <a:pt x="1919346" y="2586640"/>
                  <a:pt x="1943592" y="2610886"/>
                  <a:pt x="1943592" y="2640795"/>
                </a:cubicBezTo>
                <a:cubicBezTo>
                  <a:pt x="1943592" y="2670704"/>
                  <a:pt x="1919346" y="2694950"/>
                  <a:pt x="1889437" y="2694950"/>
                </a:cubicBezTo>
                <a:cubicBezTo>
                  <a:pt x="1859528" y="2694950"/>
                  <a:pt x="1835282" y="2670704"/>
                  <a:pt x="1835282" y="2640795"/>
                </a:cubicBezTo>
                <a:cubicBezTo>
                  <a:pt x="1835282" y="2610886"/>
                  <a:pt x="1859528" y="2586640"/>
                  <a:pt x="1889437" y="2586640"/>
                </a:cubicBezTo>
                <a:close/>
                <a:moveTo>
                  <a:pt x="1807442" y="2586640"/>
                </a:moveTo>
                <a:cubicBezTo>
                  <a:pt x="1811715" y="2586640"/>
                  <a:pt x="1815179" y="2590104"/>
                  <a:pt x="1815179" y="2594377"/>
                </a:cubicBezTo>
                <a:cubicBezTo>
                  <a:pt x="1815179" y="2625323"/>
                  <a:pt x="1815178" y="2656268"/>
                  <a:pt x="1815178" y="2687214"/>
                </a:cubicBezTo>
                <a:lnTo>
                  <a:pt x="1807442" y="2694950"/>
                </a:lnTo>
                <a:cubicBezTo>
                  <a:pt x="1803169" y="2694950"/>
                  <a:pt x="1799705" y="2691486"/>
                  <a:pt x="1799705" y="2687213"/>
                </a:cubicBezTo>
                <a:lnTo>
                  <a:pt x="1799705" y="2594377"/>
                </a:lnTo>
                <a:cubicBezTo>
                  <a:pt x="1799705" y="2590104"/>
                  <a:pt x="1803169" y="2586640"/>
                  <a:pt x="1807442" y="2586640"/>
                </a:cubicBezTo>
                <a:close/>
                <a:moveTo>
                  <a:pt x="1771866" y="2586640"/>
                </a:moveTo>
                <a:cubicBezTo>
                  <a:pt x="1776139" y="2586640"/>
                  <a:pt x="1779603" y="2590104"/>
                  <a:pt x="1779603" y="2594377"/>
                </a:cubicBezTo>
                <a:cubicBezTo>
                  <a:pt x="1779603" y="2625323"/>
                  <a:pt x="1779602" y="2656268"/>
                  <a:pt x="1779602" y="2687214"/>
                </a:cubicBezTo>
                <a:lnTo>
                  <a:pt x="1771866" y="2694950"/>
                </a:lnTo>
                <a:cubicBezTo>
                  <a:pt x="1767593" y="2694950"/>
                  <a:pt x="1764129" y="2691486"/>
                  <a:pt x="1764129" y="2687213"/>
                </a:cubicBezTo>
                <a:lnTo>
                  <a:pt x="1764129" y="2594377"/>
                </a:lnTo>
                <a:cubicBezTo>
                  <a:pt x="1764129" y="2590104"/>
                  <a:pt x="1767593" y="2586640"/>
                  <a:pt x="1771866" y="2586640"/>
                </a:cubicBezTo>
                <a:close/>
                <a:moveTo>
                  <a:pt x="1689869" y="2586640"/>
                </a:moveTo>
                <a:cubicBezTo>
                  <a:pt x="1719778" y="2586640"/>
                  <a:pt x="1744024" y="2610886"/>
                  <a:pt x="1744024" y="2640795"/>
                </a:cubicBezTo>
                <a:cubicBezTo>
                  <a:pt x="1744024" y="2670704"/>
                  <a:pt x="1719778" y="2694950"/>
                  <a:pt x="1689869" y="2694950"/>
                </a:cubicBezTo>
                <a:cubicBezTo>
                  <a:pt x="1659960" y="2694950"/>
                  <a:pt x="1635714" y="2670704"/>
                  <a:pt x="1635714" y="2640795"/>
                </a:cubicBezTo>
                <a:cubicBezTo>
                  <a:pt x="1635714" y="2610886"/>
                  <a:pt x="1659960" y="2586640"/>
                  <a:pt x="1689869" y="2586640"/>
                </a:cubicBezTo>
                <a:close/>
                <a:moveTo>
                  <a:pt x="1561455" y="2586640"/>
                </a:moveTo>
                <a:cubicBezTo>
                  <a:pt x="1591364" y="2586640"/>
                  <a:pt x="1615610" y="2610886"/>
                  <a:pt x="1615610" y="2640795"/>
                </a:cubicBezTo>
                <a:cubicBezTo>
                  <a:pt x="1615610" y="2670704"/>
                  <a:pt x="1591364" y="2694950"/>
                  <a:pt x="1561455" y="2694950"/>
                </a:cubicBezTo>
                <a:cubicBezTo>
                  <a:pt x="1531546" y="2694950"/>
                  <a:pt x="1507300" y="2670704"/>
                  <a:pt x="1507300" y="2640795"/>
                </a:cubicBezTo>
                <a:cubicBezTo>
                  <a:pt x="1507300" y="2610886"/>
                  <a:pt x="1531546" y="2586640"/>
                  <a:pt x="1561455" y="2586640"/>
                </a:cubicBezTo>
                <a:close/>
                <a:moveTo>
                  <a:pt x="1479460" y="2586640"/>
                </a:moveTo>
                <a:cubicBezTo>
                  <a:pt x="1483733" y="2586640"/>
                  <a:pt x="1487197" y="2590104"/>
                  <a:pt x="1487197" y="2594377"/>
                </a:cubicBezTo>
                <a:cubicBezTo>
                  <a:pt x="1487197" y="2625323"/>
                  <a:pt x="1487196" y="2656268"/>
                  <a:pt x="1487196" y="2687214"/>
                </a:cubicBezTo>
                <a:lnTo>
                  <a:pt x="1479460" y="2694950"/>
                </a:lnTo>
                <a:cubicBezTo>
                  <a:pt x="1475187" y="2694950"/>
                  <a:pt x="1471723" y="2691486"/>
                  <a:pt x="1471723" y="2687213"/>
                </a:cubicBezTo>
                <a:lnTo>
                  <a:pt x="1471723" y="2594377"/>
                </a:lnTo>
                <a:cubicBezTo>
                  <a:pt x="1471723" y="2590104"/>
                  <a:pt x="1475187" y="2586640"/>
                  <a:pt x="1479460" y="2586640"/>
                </a:cubicBezTo>
                <a:close/>
                <a:moveTo>
                  <a:pt x="1397464" y="2586640"/>
                </a:moveTo>
                <a:cubicBezTo>
                  <a:pt x="1427373" y="2586640"/>
                  <a:pt x="1451619" y="2610886"/>
                  <a:pt x="1451619" y="2640795"/>
                </a:cubicBezTo>
                <a:cubicBezTo>
                  <a:pt x="1451619" y="2670704"/>
                  <a:pt x="1427373" y="2694950"/>
                  <a:pt x="1397464" y="2694950"/>
                </a:cubicBezTo>
                <a:cubicBezTo>
                  <a:pt x="1367555" y="2694950"/>
                  <a:pt x="1343309" y="2670704"/>
                  <a:pt x="1343309" y="2640795"/>
                </a:cubicBezTo>
                <a:cubicBezTo>
                  <a:pt x="1343309" y="2610886"/>
                  <a:pt x="1367555" y="2586640"/>
                  <a:pt x="1397464" y="2586640"/>
                </a:cubicBezTo>
                <a:close/>
                <a:moveTo>
                  <a:pt x="1315469" y="2586640"/>
                </a:moveTo>
                <a:cubicBezTo>
                  <a:pt x="1319742" y="2586640"/>
                  <a:pt x="1323206" y="2590104"/>
                  <a:pt x="1323206" y="2594377"/>
                </a:cubicBezTo>
                <a:cubicBezTo>
                  <a:pt x="1323206" y="2625323"/>
                  <a:pt x="1323205" y="2656268"/>
                  <a:pt x="1323205" y="2687214"/>
                </a:cubicBezTo>
                <a:lnTo>
                  <a:pt x="1315469" y="2694950"/>
                </a:lnTo>
                <a:cubicBezTo>
                  <a:pt x="1311196" y="2694950"/>
                  <a:pt x="1307732" y="2691486"/>
                  <a:pt x="1307732" y="2687213"/>
                </a:cubicBezTo>
                <a:lnTo>
                  <a:pt x="1307732" y="2594377"/>
                </a:lnTo>
                <a:cubicBezTo>
                  <a:pt x="1307732" y="2590104"/>
                  <a:pt x="1311196" y="2586640"/>
                  <a:pt x="1315469" y="2586640"/>
                </a:cubicBezTo>
                <a:close/>
                <a:moveTo>
                  <a:pt x="1279893" y="2586640"/>
                </a:moveTo>
                <a:cubicBezTo>
                  <a:pt x="1284166" y="2586640"/>
                  <a:pt x="1287630" y="2590104"/>
                  <a:pt x="1287630" y="2594377"/>
                </a:cubicBezTo>
                <a:cubicBezTo>
                  <a:pt x="1287630" y="2625323"/>
                  <a:pt x="1287629" y="2656268"/>
                  <a:pt x="1287629" y="2687214"/>
                </a:cubicBezTo>
                <a:lnTo>
                  <a:pt x="1279893" y="2694950"/>
                </a:lnTo>
                <a:cubicBezTo>
                  <a:pt x="1275620" y="2694950"/>
                  <a:pt x="1272156" y="2691486"/>
                  <a:pt x="1272156" y="2687213"/>
                </a:cubicBezTo>
                <a:lnTo>
                  <a:pt x="1272156" y="2594377"/>
                </a:lnTo>
                <a:cubicBezTo>
                  <a:pt x="1272156" y="2590104"/>
                  <a:pt x="1275620" y="2586640"/>
                  <a:pt x="1279893" y="2586640"/>
                </a:cubicBezTo>
                <a:close/>
                <a:moveTo>
                  <a:pt x="1197896" y="2586640"/>
                </a:moveTo>
                <a:cubicBezTo>
                  <a:pt x="1227805" y="2586640"/>
                  <a:pt x="1252051" y="2610886"/>
                  <a:pt x="1252051" y="2640795"/>
                </a:cubicBezTo>
                <a:cubicBezTo>
                  <a:pt x="1252051" y="2670704"/>
                  <a:pt x="1227805" y="2694950"/>
                  <a:pt x="1197896" y="2694950"/>
                </a:cubicBezTo>
                <a:cubicBezTo>
                  <a:pt x="1167987" y="2694950"/>
                  <a:pt x="1143741" y="2670704"/>
                  <a:pt x="1143741" y="2640795"/>
                </a:cubicBezTo>
                <a:cubicBezTo>
                  <a:pt x="1143741" y="2610886"/>
                  <a:pt x="1167987" y="2586640"/>
                  <a:pt x="1197896" y="2586640"/>
                </a:cubicBezTo>
                <a:close/>
                <a:moveTo>
                  <a:pt x="1115902" y="2586640"/>
                </a:moveTo>
                <a:cubicBezTo>
                  <a:pt x="1120175" y="2586640"/>
                  <a:pt x="1123639" y="2590104"/>
                  <a:pt x="1123639" y="2594377"/>
                </a:cubicBezTo>
                <a:cubicBezTo>
                  <a:pt x="1123639" y="2625323"/>
                  <a:pt x="1123638" y="2656268"/>
                  <a:pt x="1123638" y="2687214"/>
                </a:cubicBezTo>
                <a:lnTo>
                  <a:pt x="1115902" y="2694950"/>
                </a:lnTo>
                <a:cubicBezTo>
                  <a:pt x="1111629" y="2694950"/>
                  <a:pt x="1108165" y="2691486"/>
                  <a:pt x="1108165" y="2687213"/>
                </a:cubicBezTo>
                <a:lnTo>
                  <a:pt x="1108165" y="2594377"/>
                </a:lnTo>
                <a:cubicBezTo>
                  <a:pt x="1108165" y="2590104"/>
                  <a:pt x="1111629" y="2586640"/>
                  <a:pt x="1115902" y="2586640"/>
                </a:cubicBezTo>
                <a:close/>
                <a:moveTo>
                  <a:pt x="1080325" y="2586640"/>
                </a:moveTo>
                <a:cubicBezTo>
                  <a:pt x="1084598" y="2586640"/>
                  <a:pt x="1088062" y="2590104"/>
                  <a:pt x="1088062" y="2594377"/>
                </a:cubicBezTo>
                <a:cubicBezTo>
                  <a:pt x="1088062" y="2625323"/>
                  <a:pt x="1088061" y="2656268"/>
                  <a:pt x="1088061" y="2687214"/>
                </a:cubicBezTo>
                <a:lnTo>
                  <a:pt x="1080325" y="2694950"/>
                </a:lnTo>
                <a:cubicBezTo>
                  <a:pt x="1076052" y="2694950"/>
                  <a:pt x="1072588" y="2691486"/>
                  <a:pt x="1072588" y="2687213"/>
                </a:cubicBezTo>
                <a:lnTo>
                  <a:pt x="1072588" y="2594377"/>
                </a:lnTo>
                <a:cubicBezTo>
                  <a:pt x="1072588" y="2590104"/>
                  <a:pt x="1076052" y="2586640"/>
                  <a:pt x="1080325" y="2586640"/>
                </a:cubicBezTo>
                <a:close/>
                <a:moveTo>
                  <a:pt x="998329" y="2586640"/>
                </a:moveTo>
                <a:cubicBezTo>
                  <a:pt x="1028238" y="2586640"/>
                  <a:pt x="1052484" y="2610886"/>
                  <a:pt x="1052484" y="2640795"/>
                </a:cubicBezTo>
                <a:cubicBezTo>
                  <a:pt x="1052484" y="2670704"/>
                  <a:pt x="1028238" y="2694950"/>
                  <a:pt x="998329" y="2694950"/>
                </a:cubicBezTo>
                <a:cubicBezTo>
                  <a:pt x="968420" y="2694950"/>
                  <a:pt x="944174" y="2670704"/>
                  <a:pt x="944174" y="2640795"/>
                </a:cubicBezTo>
                <a:cubicBezTo>
                  <a:pt x="944174" y="2610886"/>
                  <a:pt x="968420" y="2586640"/>
                  <a:pt x="998329" y="2586640"/>
                </a:cubicBezTo>
                <a:close/>
                <a:moveTo>
                  <a:pt x="916334" y="2586640"/>
                </a:moveTo>
                <a:cubicBezTo>
                  <a:pt x="920607" y="2586640"/>
                  <a:pt x="924071" y="2590104"/>
                  <a:pt x="924071" y="2594377"/>
                </a:cubicBezTo>
                <a:cubicBezTo>
                  <a:pt x="924071" y="2625323"/>
                  <a:pt x="924070" y="2656268"/>
                  <a:pt x="924070" y="2687214"/>
                </a:cubicBezTo>
                <a:lnTo>
                  <a:pt x="916334" y="2694950"/>
                </a:lnTo>
                <a:cubicBezTo>
                  <a:pt x="912061" y="2694950"/>
                  <a:pt x="908597" y="2691486"/>
                  <a:pt x="908597" y="2687213"/>
                </a:cubicBezTo>
                <a:lnTo>
                  <a:pt x="908597" y="2594377"/>
                </a:lnTo>
                <a:cubicBezTo>
                  <a:pt x="908644" y="2590104"/>
                  <a:pt x="912061" y="2586640"/>
                  <a:pt x="916334" y="2586640"/>
                </a:cubicBezTo>
                <a:close/>
                <a:moveTo>
                  <a:pt x="880757" y="2586640"/>
                </a:moveTo>
                <a:cubicBezTo>
                  <a:pt x="885030" y="2586640"/>
                  <a:pt x="888494" y="2590104"/>
                  <a:pt x="888494" y="2594377"/>
                </a:cubicBezTo>
                <a:cubicBezTo>
                  <a:pt x="888494" y="2625323"/>
                  <a:pt x="888493" y="2656268"/>
                  <a:pt x="888493" y="2687214"/>
                </a:cubicBezTo>
                <a:lnTo>
                  <a:pt x="880757" y="2694950"/>
                </a:lnTo>
                <a:cubicBezTo>
                  <a:pt x="876484" y="2694950"/>
                  <a:pt x="873020" y="2691486"/>
                  <a:pt x="873020" y="2687213"/>
                </a:cubicBezTo>
                <a:lnTo>
                  <a:pt x="873020" y="2594377"/>
                </a:lnTo>
                <a:cubicBezTo>
                  <a:pt x="873053" y="2590104"/>
                  <a:pt x="876484" y="2586640"/>
                  <a:pt x="880757" y="2586640"/>
                </a:cubicBezTo>
                <a:close/>
                <a:moveTo>
                  <a:pt x="798761" y="2586640"/>
                </a:moveTo>
                <a:cubicBezTo>
                  <a:pt x="828670" y="2586640"/>
                  <a:pt x="852916" y="2610886"/>
                  <a:pt x="852916" y="2640795"/>
                </a:cubicBezTo>
                <a:cubicBezTo>
                  <a:pt x="852916" y="2670704"/>
                  <a:pt x="828670" y="2694950"/>
                  <a:pt x="798761" y="2694950"/>
                </a:cubicBezTo>
                <a:cubicBezTo>
                  <a:pt x="768852" y="2694950"/>
                  <a:pt x="744606" y="2670704"/>
                  <a:pt x="744606" y="2640795"/>
                </a:cubicBezTo>
                <a:cubicBezTo>
                  <a:pt x="744607" y="2610886"/>
                  <a:pt x="768853" y="2586640"/>
                  <a:pt x="798761" y="2586640"/>
                </a:cubicBezTo>
                <a:close/>
                <a:moveTo>
                  <a:pt x="670347" y="2586640"/>
                </a:moveTo>
                <a:cubicBezTo>
                  <a:pt x="700256" y="2586640"/>
                  <a:pt x="724502" y="2610886"/>
                  <a:pt x="724502" y="2640795"/>
                </a:cubicBezTo>
                <a:cubicBezTo>
                  <a:pt x="724502" y="2670704"/>
                  <a:pt x="700256" y="2694950"/>
                  <a:pt x="670347" y="2694950"/>
                </a:cubicBezTo>
                <a:cubicBezTo>
                  <a:pt x="640438" y="2694950"/>
                  <a:pt x="616192" y="2670704"/>
                  <a:pt x="616192" y="2640795"/>
                </a:cubicBezTo>
                <a:cubicBezTo>
                  <a:pt x="616193" y="2610886"/>
                  <a:pt x="640439" y="2586640"/>
                  <a:pt x="670347" y="2586640"/>
                </a:cubicBezTo>
                <a:close/>
                <a:moveTo>
                  <a:pt x="588352" y="2586640"/>
                </a:moveTo>
                <a:cubicBezTo>
                  <a:pt x="592625" y="2586640"/>
                  <a:pt x="596089" y="2590104"/>
                  <a:pt x="596089" y="2594377"/>
                </a:cubicBezTo>
                <a:cubicBezTo>
                  <a:pt x="596089" y="2625323"/>
                  <a:pt x="596088" y="2656268"/>
                  <a:pt x="596088" y="2687214"/>
                </a:cubicBezTo>
                <a:lnTo>
                  <a:pt x="588352" y="2694950"/>
                </a:lnTo>
                <a:cubicBezTo>
                  <a:pt x="584079" y="2694950"/>
                  <a:pt x="580615" y="2691486"/>
                  <a:pt x="580615" y="2687213"/>
                </a:cubicBezTo>
                <a:lnTo>
                  <a:pt x="580615" y="2594377"/>
                </a:lnTo>
                <a:cubicBezTo>
                  <a:pt x="580662" y="2590104"/>
                  <a:pt x="584079" y="2586640"/>
                  <a:pt x="588352" y="2586640"/>
                </a:cubicBezTo>
                <a:close/>
                <a:moveTo>
                  <a:pt x="552775" y="2586640"/>
                </a:moveTo>
                <a:cubicBezTo>
                  <a:pt x="557048" y="2586640"/>
                  <a:pt x="560512" y="2590104"/>
                  <a:pt x="560512" y="2594377"/>
                </a:cubicBezTo>
                <a:cubicBezTo>
                  <a:pt x="560512" y="2625323"/>
                  <a:pt x="560511" y="2656268"/>
                  <a:pt x="560511" y="2687214"/>
                </a:cubicBezTo>
                <a:lnTo>
                  <a:pt x="552775" y="2694950"/>
                </a:lnTo>
                <a:cubicBezTo>
                  <a:pt x="548502" y="2694950"/>
                  <a:pt x="545038" y="2691486"/>
                  <a:pt x="545038" y="2687213"/>
                </a:cubicBezTo>
                <a:lnTo>
                  <a:pt x="545038" y="2594377"/>
                </a:lnTo>
                <a:cubicBezTo>
                  <a:pt x="545085" y="2590104"/>
                  <a:pt x="548502" y="2586640"/>
                  <a:pt x="552775" y="2586640"/>
                </a:cubicBezTo>
                <a:close/>
                <a:moveTo>
                  <a:pt x="470779" y="2586640"/>
                </a:moveTo>
                <a:cubicBezTo>
                  <a:pt x="500688" y="2586640"/>
                  <a:pt x="524934" y="2610886"/>
                  <a:pt x="524934" y="2640795"/>
                </a:cubicBezTo>
                <a:cubicBezTo>
                  <a:pt x="524934" y="2670704"/>
                  <a:pt x="500688" y="2694950"/>
                  <a:pt x="470779" y="2694950"/>
                </a:cubicBezTo>
                <a:cubicBezTo>
                  <a:pt x="440870" y="2694950"/>
                  <a:pt x="416624" y="2670704"/>
                  <a:pt x="416624" y="2640795"/>
                </a:cubicBezTo>
                <a:cubicBezTo>
                  <a:pt x="416625" y="2610886"/>
                  <a:pt x="440871" y="2586640"/>
                  <a:pt x="470779" y="2586640"/>
                </a:cubicBezTo>
                <a:close/>
                <a:moveTo>
                  <a:pt x="342365" y="2586640"/>
                </a:moveTo>
                <a:cubicBezTo>
                  <a:pt x="372274" y="2586640"/>
                  <a:pt x="396520" y="2610886"/>
                  <a:pt x="396520" y="2640795"/>
                </a:cubicBezTo>
                <a:cubicBezTo>
                  <a:pt x="396520" y="2670704"/>
                  <a:pt x="372274" y="2694950"/>
                  <a:pt x="342365" y="2694950"/>
                </a:cubicBezTo>
                <a:cubicBezTo>
                  <a:pt x="312456" y="2694950"/>
                  <a:pt x="288210" y="2670704"/>
                  <a:pt x="288210" y="2640795"/>
                </a:cubicBezTo>
                <a:cubicBezTo>
                  <a:pt x="288211" y="2610886"/>
                  <a:pt x="312457" y="2586640"/>
                  <a:pt x="342365" y="2586640"/>
                </a:cubicBezTo>
                <a:close/>
                <a:moveTo>
                  <a:pt x="260370" y="2586640"/>
                </a:moveTo>
                <a:cubicBezTo>
                  <a:pt x="264643" y="2586640"/>
                  <a:pt x="268107" y="2590104"/>
                  <a:pt x="268107" y="2594377"/>
                </a:cubicBezTo>
                <a:cubicBezTo>
                  <a:pt x="268107" y="2625323"/>
                  <a:pt x="268106" y="2656268"/>
                  <a:pt x="268106" y="2687214"/>
                </a:cubicBezTo>
                <a:lnTo>
                  <a:pt x="260370" y="2694950"/>
                </a:lnTo>
                <a:cubicBezTo>
                  <a:pt x="256097" y="2694950"/>
                  <a:pt x="252633" y="2691486"/>
                  <a:pt x="252633" y="2687213"/>
                </a:cubicBezTo>
                <a:lnTo>
                  <a:pt x="252633" y="2594377"/>
                </a:lnTo>
                <a:cubicBezTo>
                  <a:pt x="252654" y="2590104"/>
                  <a:pt x="256118" y="2586640"/>
                  <a:pt x="260370" y="2586640"/>
                </a:cubicBezTo>
                <a:close/>
                <a:moveTo>
                  <a:pt x="178374" y="2586640"/>
                </a:moveTo>
                <a:cubicBezTo>
                  <a:pt x="208283" y="2586640"/>
                  <a:pt x="232529" y="2610886"/>
                  <a:pt x="232529" y="2640795"/>
                </a:cubicBezTo>
                <a:cubicBezTo>
                  <a:pt x="232529" y="2670704"/>
                  <a:pt x="208283" y="2694950"/>
                  <a:pt x="178374" y="2694950"/>
                </a:cubicBezTo>
                <a:cubicBezTo>
                  <a:pt x="148465" y="2694950"/>
                  <a:pt x="124219" y="2670704"/>
                  <a:pt x="124219" y="2640795"/>
                </a:cubicBezTo>
                <a:cubicBezTo>
                  <a:pt x="124220" y="2610886"/>
                  <a:pt x="148466" y="2586640"/>
                  <a:pt x="178374" y="2586640"/>
                </a:cubicBezTo>
                <a:close/>
                <a:moveTo>
                  <a:pt x="96379" y="2586640"/>
                </a:moveTo>
                <a:cubicBezTo>
                  <a:pt x="100652" y="2586640"/>
                  <a:pt x="104116" y="2590104"/>
                  <a:pt x="104116" y="2594377"/>
                </a:cubicBezTo>
                <a:cubicBezTo>
                  <a:pt x="104116" y="2625323"/>
                  <a:pt x="104115" y="2656268"/>
                  <a:pt x="104115" y="2687214"/>
                </a:cubicBezTo>
                <a:lnTo>
                  <a:pt x="96379" y="2694950"/>
                </a:lnTo>
                <a:cubicBezTo>
                  <a:pt x="92106" y="2694950"/>
                  <a:pt x="88642" y="2691486"/>
                  <a:pt x="88642" y="2687213"/>
                </a:cubicBezTo>
                <a:lnTo>
                  <a:pt x="88642" y="2594377"/>
                </a:lnTo>
                <a:cubicBezTo>
                  <a:pt x="88670" y="2590104"/>
                  <a:pt x="92123" y="2586640"/>
                  <a:pt x="96379" y="2586640"/>
                </a:cubicBezTo>
                <a:close/>
                <a:moveTo>
                  <a:pt x="60802" y="2586640"/>
                </a:moveTo>
                <a:cubicBezTo>
                  <a:pt x="65075" y="2586640"/>
                  <a:pt x="68539" y="2590104"/>
                  <a:pt x="68539" y="2594377"/>
                </a:cubicBezTo>
                <a:cubicBezTo>
                  <a:pt x="68539" y="2625323"/>
                  <a:pt x="68538" y="2656268"/>
                  <a:pt x="68538" y="2687214"/>
                </a:cubicBezTo>
                <a:lnTo>
                  <a:pt x="60802" y="2694950"/>
                </a:lnTo>
                <a:cubicBezTo>
                  <a:pt x="56529" y="2694950"/>
                  <a:pt x="53065" y="2691486"/>
                  <a:pt x="53065" y="2687213"/>
                </a:cubicBezTo>
                <a:lnTo>
                  <a:pt x="53065" y="2594377"/>
                </a:lnTo>
                <a:cubicBezTo>
                  <a:pt x="53093" y="2590104"/>
                  <a:pt x="56546" y="2586640"/>
                  <a:pt x="60802" y="2586640"/>
                </a:cubicBezTo>
                <a:close/>
                <a:moveTo>
                  <a:pt x="8976294" y="2465589"/>
                </a:moveTo>
                <a:cubicBezTo>
                  <a:pt x="8954836" y="2465589"/>
                  <a:pt x="8937441" y="2482984"/>
                  <a:pt x="8937441" y="2504442"/>
                </a:cubicBezTo>
                <a:cubicBezTo>
                  <a:pt x="8937441" y="2525900"/>
                  <a:pt x="8954836" y="2543295"/>
                  <a:pt x="8976294" y="2543295"/>
                </a:cubicBezTo>
                <a:cubicBezTo>
                  <a:pt x="8997752" y="2543295"/>
                  <a:pt x="9015147" y="2525900"/>
                  <a:pt x="9015147" y="2504442"/>
                </a:cubicBezTo>
                <a:cubicBezTo>
                  <a:pt x="9015147" y="2482984"/>
                  <a:pt x="8997752" y="2465589"/>
                  <a:pt x="8976294" y="2465589"/>
                </a:cubicBezTo>
                <a:close/>
                <a:moveTo>
                  <a:pt x="8820023" y="2465589"/>
                </a:moveTo>
                <a:cubicBezTo>
                  <a:pt x="8798565" y="2465589"/>
                  <a:pt x="8781170" y="2482984"/>
                  <a:pt x="8781170" y="2504442"/>
                </a:cubicBezTo>
                <a:cubicBezTo>
                  <a:pt x="8781170" y="2525900"/>
                  <a:pt x="8798565" y="2543295"/>
                  <a:pt x="8820023" y="2543295"/>
                </a:cubicBezTo>
                <a:cubicBezTo>
                  <a:pt x="8841481" y="2543295"/>
                  <a:pt x="8858876" y="2525900"/>
                  <a:pt x="8858876" y="2504442"/>
                </a:cubicBezTo>
                <a:cubicBezTo>
                  <a:pt x="8858876" y="2482984"/>
                  <a:pt x="8841481" y="2465589"/>
                  <a:pt x="8820023" y="2465589"/>
                </a:cubicBezTo>
                <a:close/>
                <a:moveTo>
                  <a:pt x="8663753" y="2465589"/>
                </a:moveTo>
                <a:cubicBezTo>
                  <a:pt x="8642295" y="2465589"/>
                  <a:pt x="8624900" y="2482984"/>
                  <a:pt x="8624900" y="2504442"/>
                </a:cubicBezTo>
                <a:cubicBezTo>
                  <a:pt x="8624900" y="2525900"/>
                  <a:pt x="8642295" y="2543295"/>
                  <a:pt x="8663753" y="2543295"/>
                </a:cubicBezTo>
                <a:cubicBezTo>
                  <a:pt x="8685211" y="2543295"/>
                  <a:pt x="8702606" y="2525900"/>
                  <a:pt x="8702606" y="2504442"/>
                </a:cubicBezTo>
                <a:cubicBezTo>
                  <a:pt x="8702606" y="2482984"/>
                  <a:pt x="8685211" y="2465589"/>
                  <a:pt x="8663753" y="2465589"/>
                </a:cubicBezTo>
                <a:close/>
                <a:moveTo>
                  <a:pt x="8475766" y="2465589"/>
                </a:moveTo>
                <a:cubicBezTo>
                  <a:pt x="8454308" y="2465589"/>
                  <a:pt x="8436913" y="2482984"/>
                  <a:pt x="8436913" y="2504442"/>
                </a:cubicBezTo>
                <a:cubicBezTo>
                  <a:pt x="8436913" y="2525900"/>
                  <a:pt x="8454308" y="2543295"/>
                  <a:pt x="8475766" y="2543295"/>
                </a:cubicBezTo>
                <a:cubicBezTo>
                  <a:pt x="8497224" y="2543295"/>
                  <a:pt x="8514619" y="2525900"/>
                  <a:pt x="8514619" y="2504442"/>
                </a:cubicBezTo>
                <a:cubicBezTo>
                  <a:pt x="8514619" y="2482984"/>
                  <a:pt x="8497224" y="2465589"/>
                  <a:pt x="8475766" y="2465589"/>
                </a:cubicBezTo>
                <a:close/>
                <a:moveTo>
                  <a:pt x="8351212" y="2465589"/>
                </a:moveTo>
                <a:cubicBezTo>
                  <a:pt x="8329754" y="2465589"/>
                  <a:pt x="8312359" y="2482984"/>
                  <a:pt x="8312359" y="2504442"/>
                </a:cubicBezTo>
                <a:cubicBezTo>
                  <a:pt x="8312359" y="2525900"/>
                  <a:pt x="8329754" y="2543295"/>
                  <a:pt x="8351212" y="2543295"/>
                </a:cubicBezTo>
                <a:cubicBezTo>
                  <a:pt x="8372670" y="2543295"/>
                  <a:pt x="8390065" y="2525900"/>
                  <a:pt x="8390065" y="2504442"/>
                </a:cubicBezTo>
                <a:cubicBezTo>
                  <a:pt x="8390065" y="2482984"/>
                  <a:pt x="8372670" y="2465589"/>
                  <a:pt x="8351212" y="2465589"/>
                </a:cubicBezTo>
                <a:close/>
                <a:moveTo>
                  <a:pt x="8194942" y="2465589"/>
                </a:moveTo>
                <a:cubicBezTo>
                  <a:pt x="8173484" y="2465589"/>
                  <a:pt x="8156089" y="2482984"/>
                  <a:pt x="8156089" y="2504442"/>
                </a:cubicBezTo>
                <a:cubicBezTo>
                  <a:pt x="8156089" y="2525900"/>
                  <a:pt x="8173484" y="2543295"/>
                  <a:pt x="8194942" y="2543295"/>
                </a:cubicBezTo>
                <a:cubicBezTo>
                  <a:pt x="8216400" y="2543295"/>
                  <a:pt x="8233795" y="2525900"/>
                  <a:pt x="8233795" y="2504442"/>
                </a:cubicBezTo>
                <a:cubicBezTo>
                  <a:pt x="8233795" y="2482984"/>
                  <a:pt x="8216400" y="2465589"/>
                  <a:pt x="8194942" y="2465589"/>
                </a:cubicBezTo>
                <a:close/>
                <a:moveTo>
                  <a:pt x="8038671" y="2465589"/>
                </a:moveTo>
                <a:cubicBezTo>
                  <a:pt x="8017213" y="2465589"/>
                  <a:pt x="7999818" y="2482984"/>
                  <a:pt x="7999818" y="2504442"/>
                </a:cubicBezTo>
                <a:cubicBezTo>
                  <a:pt x="7999818" y="2525900"/>
                  <a:pt x="8017213" y="2543295"/>
                  <a:pt x="8038671" y="2543295"/>
                </a:cubicBezTo>
                <a:cubicBezTo>
                  <a:pt x="8060129" y="2543295"/>
                  <a:pt x="8077524" y="2525900"/>
                  <a:pt x="8077524" y="2504442"/>
                </a:cubicBezTo>
                <a:cubicBezTo>
                  <a:pt x="8077524" y="2482984"/>
                  <a:pt x="8060129" y="2465589"/>
                  <a:pt x="8038671" y="2465589"/>
                </a:cubicBezTo>
                <a:close/>
                <a:moveTo>
                  <a:pt x="7914117" y="2465589"/>
                </a:moveTo>
                <a:cubicBezTo>
                  <a:pt x="7892659" y="2465589"/>
                  <a:pt x="7875264" y="2482984"/>
                  <a:pt x="7875264" y="2504442"/>
                </a:cubicBezTo>
                <a:cubicBezTo>
                  <a:pt x="7875264" y="2525900"/>
                  <a:pt x="7892659" y="2543295"/>
                  <a:pt x="7914117" y="2543295"/>
                </a:cubicBezTo>
                <a:cubicBezTo>
                  <a:pt x="7935575" y="2543295"/>
                  <a:pt x="7952970" y="2525900"/>
                  <a:pt x="7952970" y="2504442"/>
                </a:cubicBezTo>
                <a:cubicBezTo>
                  <a:pt x="7952970" y="2482984"/>
                  <a:pt x="7935575" y="2465589"/>
                  <a:pt x="7914117" y="2465589"/>
                </a:cubicBezTo>
                <a:close/>
                <a:moveTo>
                  <a:pt x="7757847" y="2465589"/>
                </a:moveTo>
                <a:cubicBezTo>
                  <a:pt x="7736389" y="2465589"/>
                  <a:pt x="7718994" y="2482984"/>
                  <a:pt x="7718994" y="2504442"/>
                </a:cubicBezTo>
                <a:cubicBezTo>
                  <a:pt x="7718994" y="2525900"/>
                  <a:pt x="7736389" y="2543295"/>
                  <a:pt x="7757847" y="2543295"/>
                </a:cubicBezTo>
                <a:cubicBezTo>
                  <a:pt x="7779305" y="2543295"/>
                  <a:pt x="7796700" y="2525900"/>
                  <a:pt x="7796700" y="2504442"/>
                </a:cubicBezTo>
                <a:cubicBezTo>
                  <a:pt x="7796700" y="2482984"/>
                  <a:pt x="7779305" y="2465589"/>
                  <a:pt x="7757847" y="2465589"/>
                </a:cubicBezTo>
                <a:close/>
                <a:moveTo>
                  <a:pt x="7601576" y="2465589"/>
                </a:moveTo>
                <a:cubicBezTo>
                  <a:pt x="7580118" y="2465589"/>
                  <a:pt x="7562723" y="2482984"/>
                  <a:pt x="7562723" y="2504442"/>
                </a:cubicBezTo>
                <a:cubicBezTo>
                  <a:pt x="7562723" y="2525900"/>
                  <a:pt x="7580118" y="2543295"/>
                  <a:pt x="7601576" y="2543295"/>
                </a:cubicBezTo>
                <a:cubicBezTo>
                  <a:pt x="7623034" y="2543295"/>
                  <a:pt x="7640429" y="2525900"/>
                  <a:pt x="7640429" y="2504442"/>
                </a:cubicBezTo>
                <a:cubicBezTo>
                  <a:pt x="7640429" y="2482984"/>
                  <a:pt x="7623034" y="2465589"/>
                  <a:pt x="7601576" y="2465589"/>
                </a:cubicBezTo>
                <a:close/>
                <a:moveTo>
                  <a:pt x="7445306" y="2465589"/>
                </a:moveTo>
                <a:cubicBezTo>
                  <a:pt x="7423848" y="2465589"/>
                  <a:pt x="7406453" y="2482984"/>
                  <a:pt x="7406453" y="2504442"/>
                </a:cubicBezTo>
                <a:cubicBezTo>
                  <a:pt x="7406453" y="2525900"/>
                  <a:pt x="7423848" y="2543295"/>
                  <a:pt x="7445306" y="2543295"/>
                </a:cubicBezTo>
                <a:cubicBezTo>
                  <a:pt x="7466764" y="2543295"/>
                  <a:pt x="7484159" y="2525900"/>
                  <a:pt x="7484159" y="2504442"/>
                </a:cubicBezTo>
                <a:cubicBezTo>
                  <a:pt x="7484159" y="2482984"/>
                  <a:pt x="7466764" y="2465589"/>
                  <a:pt x="7445306" y="2465589"/>
                </a:cubicBezTo>
                <a:close/>
                <a:moveTo>
                  <a:pt x="7257319" y="2465589"/>
                </a:moveTo>
                <a:cubicBezTo>
                  <a:pt x="7235861" y="2465589"/>
                  <a:pt x="7218466" y="2482984"/>
                  <a:pt x="7218466" y="2504442"/>
                </a:cubicBezTo>
                <a:cubicBezTo>
                  <a:pt x="7218466" y="2525900"/>
                  <a:pt x="7235861" y="2543295"/>
                  <a:pt x="7257319" y="2543295"/>
                </a:cubicBezTo>
                <a:cubicBezTo>
                  <a:pt x="7278777" y="2543295"/>
                  <a:pt x="7296172" y="2525900"/>
                  <a:pt x="7296172" y="2504442"/>
                </a:cubicBezTo>
                <a:cubicBezTo>
                  <a:pt x="7296172" y="2482984"/>
                  <a:pt x="7278777" y="2465589"/>
                  <a:pt x="7257319" y="2465589"/>
                </a:cubicBezTo>
                <a:close/>
                <a:moveTo>
                  <a:pt x="7129359" y="2465589"/>
                </a:moveTo>
                <a:cubicBezTo>
                  <a:pt x="7107901" y="2465589"/>
                  <a:pt x="7090506" y="2482984"/>
                  <a:pt x="7090506" y="2504442"/>
                </a:cubicBezTo>
                <a:cubicBezTo>
                  <a:pt x="7090506" y="2525900"/>
                  <a:pt x="7107901" y="2543295"/>
                  <a:pt x="7129359" y="2543295"/>
                </a:cubicBezTo>
                <a:cubicBezTo>
                  <a:pt x="7150817" y="2543295"/>
                  <a:pt x="7168212" y="2525900"/>
                  <a:pt x="7168212" y="2504442"/>
                </a:cubicBezTo>
                <a:cubicBezTo>
                  <a:pt x="7168212" y="2482984"/>
                  <a:pt x="7150817" y="2465589"/>
                  <a:pt x="7129359" y="2465589"/>
                </a:cubicBezTo>
                <a:close/>
                <a:moveTo>
                  <a:pt x="6941370" y="2465589"/>
                </a:moveTo>
                <a:cubicBezTo>
                  <a:pt x="6919912" y="2465589"/>
                  <a:pt x="6902517" y="2482984"/>
                  <a:pt x="6902517" y="2504442"/>
                </a:cubicBezTo>
                <a:cubicBezTo>
                  <a:pt x="6902517" y="2525900"/>
                  <a:pt x="6919912" y="2543295"/>
                  <a:pt x="6941370" y="2543295"/>
                </a:cubicBezTo>
                <a:cubicBezTo>
                  <a:pt x="6962828" y="2543295"/>
                  <a:pt x="6980223" y="2525900"/>
                  <a:pt x="6980223" y="2504442"/>
                </a:cubicBezTo>
                <a:cubicBezTo>
                  <a:pt x="6980223" y="2482984"/>
                  <a:pt x="6962828" y="2465589"/>
                  <a:pt x="6941370" y="2465589"/>
                </a:cubicBezTo>
                <a:close/>
                <a:moveTo>
                  <a:pt x="6785100" y="2465589"/>
                </a:moveTo>
                <a:cubicBezTo>
                  <a:pt x="6763642" y="2465589"/>
                  <a:pt x="6746247" y="2482984"/>
                  <a:pt x="6746247" y="2504442"/>
                </a:cubicBezTo>
                <a:cubicBezTo>
                  <a:pt x="6746247" y="2525900"/>
                  <a:pt x="6763642" y="2543295"/>
                  <a:pt x="6785100" y="2543295"/>
                </a:cubicBezTo>
                <a:cubicBezTo>
                  <a:pt x="6806558" y="2543295"/>
                  <a:pt x="6823953" y="2525900"/>
                  <a:pt x="6823953" y="2504442"/>
                </a:cubicBezTo>
                <a:cubicBezTo>
                  <a:pt x="6823953" y="2482984"/>
                  <a:pt x="6806558" y="2465589"/>
                  <a:pt x="6785100" y="2465589"/>
                </a:cubicBezTo>
                <a:close/>
                <a:moveTo>
                  <a:pt x="6628829" y="2465589"/>
                </a:moveTo>
                <a:cubicBezTo>
                  <a:pt x="6607371" y="2465589"/>
                  <a:pt x="6589976" y="2482984"/>
                  <a:pt x="6589976" y="2504442"/>
                </a:cubicBezTo>
                <a:cubicBezTo>
                  <a:pt x="6589976" y="2525900"/>
                  <a:pt x="6607371" y="2543295"/>
                  <a:pt x="6628829" y="2543295"/>
                </a:cubicBezTo>
                <a:cubicBezTo>
                  <a:pt x="6650287" y="2543295"/>
                  <a:pt x="6667682" y="2525900"/>
                  <a:pt x="6667682" y="2504442"/>
                </a:cubicBezTo>
                <a:cubicBezTo>
                  <a:pt x="6667682" y="2482984"/>
                  <a:pt x="6650287" y="2465589"/>
                  <a:pt x="6628829" y="2465589"/>
                </a:cubicBezTo>
                <a:close/>
                <a:moveTo>
                  <a:pt x="6472559" y="2465589"/>
                </a:moveTo>
                <a:cubicBezTo>
                  <a:pt x="6451101" y="2465589"/>
                  <a:pt x="6433706" y="2482984"/>
                  <a:pt x="6433706" y="2504442"/>
                </a:cubicBezTo>
                <a:cubicBezTo>
                  <a:pt x="6433706" y="2525900"/>
                  <a:pt x="6451101" y="2543295"/>
                  <a:pt x="6472559" y="2543295"/>
                </a:cubicBezTo>
                <a:cubicBezTo>
                  <a:pt x="6494017" y="2543295"/>
                  <a:pt x="6511412" y="2525900"/>
                  <a:pt x="6511412" y="2504442"/>
                </a:cubicBezTo>
                <a:cubicBezTo>
                  <a:pt x="6511412" y="2482984"/>
                  <a:pt x="6494017" y="2465589"/>
                  <a:pt x="6472559" y="2465589"/>
                </a:cubicBezTo>
                <a:close/>
                <a:moveTo>
                  <a:pt x="6348005" y="2465589"/>
                </a:moveTo>
                <a:cubicBezTo>
                  <a:pt x="6326547" y="2465589"/>
                  <a:pt x="6309152" y="2482984"/>
                  <a:pt x="6309152" y="2504442"/>
                </a:cubicBezTo>
                <a:cubicBezTo>
                  <a:pt x="6309152" y="2525900"/>
                  <a:pt x="6326547" y="2543295"/>
                  <a:pt x="6348005" y="2543295"/>
                </a:cubicBezTo>
                <a:cubicBezTo>
                  <a:pt x="6369463" y="2543295"/>
                  <a:pt x="6386858" y="2525900"/>
                  <a:pt x="6386858" y="2504442"/>
                </a:cubicBezTo>
                <a:cubicBezTo>
                  <a:pt x="6386858" y="2482984"/>
                  <a:pt x="6369463" y="2465589"/>
                  <a:pt x="6348005" y="2465589"/>
                </a:cubicBezTo>
                <a:close/>
                <a:moveTo>
                  <a:pt x="6191734" y="2465589"/>
                </a:moveTo>
                <a:cubicBezTo>
                  <a:pt x="6170276" y="2465589"/>
                  <a:pt x="6152881" y="2482984"/>
                  <a:pt x="6152881" y="2504442"/>
                </a:cubicBezTo>
                <a:cubicBezTo>
                  <a:pt x="6152881" y="2525900"/>
                  <a:pt x="6170276" y="2543295"/>
                  <a:pt x="6191734" y="2543295"/>
                </a:cubicBezTo>
                <a:cubicBezTo>
                  <a:pt x="6213192" y="2543295"/>
                  <a:pt x="6230587" y="2525900"/>
                  <a:pt x="6230587" y="2504442"/>
                </a:cubicBezTo>
                <a:cubicBezTo>
                  <a:pt x="6230587" y="2482984"/>
                  <a:pt x="6213192" y="2465589"/>
                  <a:pt x="6191734" y="2465589"/>
                </a:cubicBezTo>
                <a:close/>
                <a:moveTo>
                  <a:pt x="6035464" y="2465589"/>
                </a:moveTo>
                <a:cubicBezTo>
                  <a:pt x="6014006" y="2465589"/>
                  <a:pt x="5996611" y="2482984"/>
                  <a:pt x="5996611" y="2504442"/>
                </a:cubicBezTo>
                <a:cubicBezTo>
                  <a:pt x="5996611" y="2525900"/>
                  <a:pt x="6014006" y="2543295"/>
                  <a:pt x="6035464" y="2543295"/>
                </a:cubicBezTo>
                <a:cubicBezTo>
                  <a:pt x="6056922" y="2543295"/>
                  <a:pt x="6074317" y="2525900"/>
                  <a:pt x="6074317" y="2504442"/>
                </a:cubicBezTo>
                <a:cubicBezTo>
                  <a:pt x="6074317" y="2482984"/>
                  <a:pt x="6056922" y="2465589"/>
                  <a:pt x="6035464" y="2465589"/>
                </a:cubicBezTo>
                <a:close/>
                <a:moveTo>
                  <a:pt x="5910910" y="2465589"/>
                </a:moveTo>
                <a:cubicBezTo>
                  <a:pt x="5889452" y="2465589"/>
                  <a:pt x="5872057" y="2482984"/>
                  <a:pt x="5872057" y="2504442"/>
                </a:cubicBezTo>
                <a:cubicBezTo>
                  <a:pt x="5872057" y="2525900"/>
                  <a:pt x="5889452" y="2543295"/>
                  <a:pt x="5910910" y="2543295"/>
                </a:cubicBezTo>
                <a:cubicBezTo>
                  <a:pt x="5932368" y="2543295"/>
                  <a:pt x="5949763" y="2525900"/>
                  <a:pt x="5949763" y="2504442"/>
                </a:cubicBezTo>
                <a:cubicBezTo>
                  <a:pt x="5949763" y="2482984"/>
                  <a:pt x="5932368" y="2465589"/>
                  <a:pt x="5910910" y="2465589"/>
                </a:cubicBezTo>
                <a:close/>
                <a:moveTo>
                  <a:pt x="5722923" y="2465589"/>
                </a:moveTo>
                <a:cubicBezTo>
                  <a:pt x="5701465" y="2465589"/>
                  <a:pt x="5684070" y="2482984"/>
                  <a:pt x="5684070" y="2504442"/>
                </a:cubicBezTo>
                <a:cubicBezTo>
                  <a:pt x="5684070" y="2525900"/>
                  <a:pt x="5701465" y="2543295"/>
                  <a:pt x="5722923" y="2543295"/>
                </a:cubicBezTo>
                <a:cubicBezTo>
                  <a:pt x="5744381" y="2543295"/>
                  <a:pt x="5761776" y="2525900"/>
                  <a:pt x="5761776" y="2504442"/>
                </a:cubicBezTo>
                <a:cubicBezTo>
                  <a:pt x="5761776" y="2482984"/>
                  <a:pt x="5744381" y="2465589"/>
                  <a:pt x="5722923" y="2465589"/>
                </a:cubicBezTo>
                <a:close/>
                <a:moveTo>
                  <a:pt x="5566653" y="2465589"/>
                </a:moveTo>
                <a:cubicBezTo>
                  <a:pt x="5545195" y="2465589"/>
                  <a:pt x="5527800" y="2482984"/>
                  <a:pt x="5527800" y="2504442"/>
                </a:cubicBezTo>
                <a:cubicBezTo>
                  <a:pt x="5527800" y="2525900"/>
                  <a:pt x="5545195" y="2543295"/>
                  <a:pt x="5566653" y="2543295"/>
                </a:cubicBezTo>
                <a:cubicBezTo>
                  <a:pt x="5588111" y="2543295"/>
                  <a:pt x="5605506" y="2525900"/>
                  <a:pt x="5605506" y="2504442"/>
                </a:cubicBezTo>
                <a:cubicBezTo>
                  <a:pt x="5605506" y="2482984"/>
                  <a:pt x="5588111" y="2465589"/>
                  <a:pt x="5566653" y="2465589"/>
                </a:cubicBezTo>
                <a:close/>
                <a:moveTo>
                  <a:pt x="5410382" y="2465589"/>
                </a:moveTo>
                <a:cubicBezTo>
                  <a:pt x="5388924" y="2465589"/>
                  <a:pt x="5371529" y="2482984"/>
                  <a:pt x="5371529" y="2504442"/>
                </a:cubicBezTo>
                <a:cubicBezTo>
                  <a:pt x="5371529" y="2525900"/>
                  <a:pt x="5388924" y="2543295"/>
                  <a:pt x="5410382" y="2543295"/>
                </a:cubicBezTo>
                <a:cubicBezTo>
                  <a:pt x="5431840" y="2543295"/>
                  <a:pt x="5449235" y="2525900"/>
                  <a:pt x="5449235" y="2504442"/>
                </a:cubicBezTo>
                <a:cubicBezTo>
                  <a:pt x="5449235" y="2482984"/>
                  <a:pt x="5431840" y="2465589"/>
                  <a:pt x="5410382" y="2465589"/>
                </a:cubicBezTo>
                <a:close/>
                <a:moveTo>
                  <a:pt x="5254112" y="2465589"/>
                </a:moveTo>
                <a:cubicBezTo>
                  <a:pt x="5232654" y="2465589"/>
                  <a:pt x="5215259" y="2482984"/>
                  <a:pt x="5215259" y="2504442"/>
                </a:cubicBezTo>
                <a:cubicBezTo>
                  <a:pt x="5215259" y="2525900"/>
                  <a:pt x="5232654" y="2543295"/>
                  <a:pt x="5254112" y="2543295"/>
                </a:cubicBezTo>
                <a:cubicBezTo>
                  <a:pt x="5275570" y="2543295"/>
                  <a:pt x="5292965" y="2525900"/>
                  <a:pt x="5292965" y="2504442"/>
                </a:cubicBezTo>
                <a:cubicBezTo>
                  <a:pt x="5292965" y="2482984"/>
                  <a:pt x="5275570" y="2465589"/>
                  <a:pt x="5254112" y="2465589"/>
                </a:cubicBezTo>
                <a:close/>
                <a:moveTo>
                  <a:pt x="5129558" y="2465589"/>
                </a:moveTo>
                <a:cubicBezTo>
                  <a:pt x="5108100" y="2465589"/>
                  <a:pt x="5090705" y="2482984"/>
                  <a:pt x="5090705" y="2504442"/>
                </a:cubicBezTo>
                <a:cubicBezTo>
                  <a:pt x="5090705" y="2525900"/>
                  <a:pt x="5108100" y="2543295"/>
                  <a:pt x="5129558" y="2543295"/>
                </a:cubicBezTo>
                <a:cubicBezTo>
                  <a:pt x="5151016" y="2543295"/>
                  <a:pt x="5168411" y="2525900"/>
                  <a:pt x="5168411" y="2504442"/>
                </a:cubicBezTo>
                <a:cubicBezTo>
                  <a:pt x="5168411" y="2482984"/>
                  <a:pt x="5151016" y="2465589"/>
                  <a:pt x="5129558" y="2465589"/>
                </a:cubicBezTo>
                <a:close/>
                <a:moveTo>
                  <a:pt x="4973287" y="2465589"/>
                </a:moveTo>
                <a:cubicBezTo>
                  <a:pt x="4951829" y="2465589"/>
                  <a:pt x="4934434" y="2482984"/>
                  <a:pt x="4934434" y="2504442"/>
                </a:cubicBezTo>
                <a:cubicBezTo>
                  <a:pt x="4934434" y="2525900"/>
                  <a:pt x="4951829" y="2543295"/>
                  <a:pt x="4973287" y="2543295"/>
                </a:cubicBezTo>
                <a:cubicBezTo>
                  <a:pt x="4994745" y="2543295"/>
                  <a:pt x="5012140" y="2525900"/>
                  <a:pt x="5012140" y="2504442"/>
                </a:cubicBezTo>
                <a:cubicBezTo>
                  <a:pt x="5012140" y="2482984"/>
                  <a:pt x="4994745" y="2465589"/>
                  <a:pt x="4973287" y="2465589"/>
                </a:cubicBezTo>
                <a:close/>
                <a:moveTo>
                  <a:pt x="4817017" y="2465589"/>
                </a:moveTo>
                <a:cubicBezTo>
                  <a:pt x="4795559" y="2465589"/>
                  <a:pt x="4778164" y="2482984"/>
                  <a:pt x="4778164" y="2504442"/>
                </a:cubicBezTo>
                <a:cubicBezTo>
                  <a:pt x="4778164" y="2525900"/>
                  <a:pt x="4795559" y="2543295"/>
                  <a:pt x="4817017" y="2543295"/>
                </a:cubicBezTo>
                <a:cubicBezTo>
                  <a:pt x="4838475" y="2543295"/>
                  <a:pt x="4855870" y="2525900"/>
                  <a:pt x="4855870" y="2504442"/>
                </a:cubicBezTo>
                <a:cubicBezTo>
                  <a:pt x="4855870" y="2482984"/>
                  <a:pt x="4838475" y="2465589"/>
                  <a:pt x="4817017" y="2465589"/>
                </a:cubicBezTo>
                <a:close/>
                <a:moveTo>
                  <a:pt x="4692463" y="2465589"/>
                </a:moveTo>
                <a:cubicBezTo>
                  <a:pt x="4671005" y="2465589"/>
                  <a:pt x="4653610" y="2482984"/>
                  <a:pt x="4653610" y="2504442"/>
                </a:cubicBezTo>
                <a:cubicBezTo>
                  <a:pt x="4653610" y="2525900"/>
                  <a:pt x="4671005" y="2543295"/>
                  <a:pt x="4692463" y="2543295"/>
                </a:cubicBezTo>
                <a:cubicBezTo>
                  <a:pt x="4713921" y="2543295"/>
                  <a:pt x="4731316" y="2525900"/>
                  <a:pt x="4731316" y="2504442"/>
                </a:cubicBezTo>
                <a:cubicBezTo>
                  <a:pt x="4731316" y="2482984"/>
                  <a:pt x="4713921" y="2465589"/>
                  <a:pt x="4692463" y="2465589"/>
                </a:cubicBezTo>
                <a:close/>
                <a:moveTo>
                  <a:pt x="4536193" y="2465589"/>
                </a:moveTo>
                <a:cubicBezTo>
                  <a:pt x="4514735" y="2465589"/>
                  <a:pt x="4497340" y="2482984"/>
                  <a:pt x="4497340" y="2504442"/>
                </a:cubicBezTo>
                <a:cubicBezTo>
                  <a:pt x="4497340" y="2525900"/>
                  <a:pt x="4514735" y="2543295"/>
                  <a:pt x="4536193" y="2543295"/>
                </a:cubicBezTo>
                <a:cubicBezTo>
                  <a:pt x="4557651" y="2543295"/>
                  <a:pt x="4575046" y="2525900"/>
                  <a:pt x="4575046" y="2504442"/>
                </a:cubicBezTo>
                <a:cubicBezTo>
                  <a:pt x="4575046" y="2482984"/>
                  <a:pt x="4557651" y="2465589"/>
                  <a:pt x="4536193" y="2465589"/>
                </a:cubicBezTo>
                <a:close/>
                <a:moveTo>
                  <a:pt x="4379922" y="2465589"/>
                </a:moveTo>
                <a:cubicBezTo>
                  <a:pt x="4358464" y="2465589"/>
                  <a:pt x="4341069" y="2482984"/>
                  <a:pt x="4341069" y="2504442"/>
                </a:cubicBezTo>
                <a:cubicBezTo>
                  <a:pt x="4341069" y="2525900"/>
                  <a:pt x="4358464" y="2543295"/>
                  <a:pt x="4379922" y="2543295"/>
                </a:cubicBezTo>
                <a:cubicBezTo>
                  <a:pt x="4401380" y="2543295"/>
                  <a:pt x="4418775" y="2525900"/>
                  <a:pt x="4418775" y="2504442"/>
                </a:cubicBezTo>
                <a:cubicBezTo>
                  <a:pt x="4418775" y="2482984"/>
                  <a:pt x="4401380" y="2465589"/>
                  <a:pt x="4379922" y="2465589"/>
                </a:cubicBezTo>
                <a:close/>
                <a:moveTo>
                  <a:pt x="4255368" y="2465589"/>
                </a:moveTo>
                <a:cubicBezTo>
                  <a:pt x="4233910" y="2465589"/>
                  <a:pt x="4216515" y="2482984"/>
                  <a:pt x="4216515" y="2504442"/>
                </a:cubicBezTo>
                <a:cubicBezTo>
                  <a:pt x="4216515" y="2525900"/>
                  <a:pt x="4233910" y="2543295"/>
                  <a:pt x="4255368" y="2543295"/>
                </a:cubicBezTo>
                <a:cubicBezTo>
                  <a:pt x="4276826" y="2543295"/>
                  <a:pt x="4294221" y="2525900"/>
                  <a:pt x="4294221" y="2504442"/>
                </a:cubicBezTo>
                <a:cubicBezTo>
                  <a:pt x="4294221" y="2482984"/>
                  <a:pt x="4276826" y="2465589"/>
                  <a:pt x="4255368" y="2465589"/>
                </a:cubicBezTo>
                <a:close/>
                <a:moveTo>
                  <a:pt x="4099098" y="2465589"/>
                </a:moveTo>
                <a:cubicBezTo>
                  <a:pt x="4077640" y="2465589"/>
                  <a:pt x="4060245" y="2482984"/>
                  <a:pt x="4060245" y="2504442"/>
                </a:cubicBezTo>
                <a:cubicBezTo>
                  <a:pt x="4060245" y="2525900"/>
                  <a:pt x="4077640" y="2543295"/>
                  <a:pt x="4099098" y="2543295"/>
                </a:cubicBezTo>
                <a:cubicBezTo>
                  <a:pt x="4120556" y="2543295"/>
                  <a:pt x="4137951" y="2525900"/>
                  <a:pt x="4137951" y="2504442"/>
                </a:cubicBezTo>
                <a:cubicBezTo>
                  <a:pt x="4137951" y="2482984"/>
                  <a:pt x="4120556" y="2465589"/>
                  <a:pt x="4099098" y="2465589"/>
                </a:cubicBezTo>
                <a:close/>
                <a:moveTo>
                  <a:pt x="3942827" y="2465589"/>
                </a:moveTo>
                <a:cubicBezTo>
                  <a:pt x="3921369" y="2465589"/>
                  <a:pt x="3903974" y="2482984"/>
                  <a:pt x="3903974" y="2504442"/>
                </a:cubicBezTo>
                <a:cubicBezTo>
                  <a:pt x="3903974" y="2525900"/>
                  <a:pt x="3921369" y="2543295"/>
                  <a:pt x="3942827" y="2543295"/>
                </a:cubicBezTo>
                <a:cubicBezTo>
                  <a:pt x="3964285" y="2543295"/>
                  <a:pt x="3981680" y="2525900"/>
                  <a:pt x="3981680" y="2504442"/>
                </a:cubicBezTo>
                <a:cubicBezTo>
                  <a:pt x="3981680" y="2482984"/>
                  <a:pt x="3964285" y="2465589"/>
                  <a:pt x="3942827" y="2465589"/>
                </a:cubicBezTo>
                <a:close/>
                <a:moveTo>
                  <a:pt x="3786557" y="2465589"/>
                </a:moveTo>
                <a:cubicBezTo>
                  <a:pt x="3765099" y="2465589"/>
                  <a:pt x="3747704" y="2482984"/>
                  <a:pt x="3747704" y="2504442"/>
                </a:cubicBezTo>
                <a:cubicBezTo>
                  <a:pt x="3747704" y="2525900"/>
                  <a:pt x="3765099" y="2543295"/>
                  <a:pt x="3786557" y="2543295"/>
                </a:cubicBezTo>
                <a:cubicBezTo>
                  <a:pt x="3808015" y="2543295"/>
                  <a:pt x="3825410" y="2525900"/>
                  <a:pt x="3825410" y="2504442"/>
                </a:cubicBezTo>
                <a:cubicBezTo>
                  <a:pt x="3825410" y="2482984"/>
                  <a:pt x="3808015" y="2465589"/>
                  <a:pt x="3786557" y="2465589"/>
                </a:cubicBezTo>
                <a:close/>
                <a:moveTo>
                  <a:pt x="3598570" y="2465589"/>
                </a:moveTo>
                <a:cubicBezTo>
                  <a:pt x="3577112" y="2465589"/>
                  <a:pt x="3559717" y="2482984"/>
                  <a:pt x="3559717" y="2504442"/>
                </a:cubicBezTo>
                <a:cubicBezTo>
                  <a:pt x="3559717" y="2525900"/>
                  <a:pt x="3577112" y="2543295"/>
                  <a:pt x="3598570" y="2543295"/>
                </a:cubicBezTo>
                <a:cubicBezTo>
                  <a:pt x="3620028" y="2543295"/>
                  <a:pt x="3637423" y="2525900"/>
                  <a:pt x="3637423" y="2504442"/>
                </a:cubicBezTo>
                <a:cubicBezTo>
                  <a:pt x="3637423" y="2482984"/>
                  <a:pt x="3620028" y="2465589"/>
                  <a:pt x="3598570" y="2465589"/>
                </a:cubicBezTo>
                <a:close/>
                <a:moveTo>
                  <a:pt x="3474016" y="2465589"/>
                </a:moveTo>
                <a:cubicBezTo>
                  <a:pt x="3452558" y="2465589"/>
                  <a:pt x="3435163" y="2482984"/>
                  <a:pt x="3435163" y="2504442"/>
                </a:cubicBezTo>
                <a:cubicBezTo>
                  <a:pt x="3435163" y="2525900"/>
                  <a:pt x="3452558" y="2543295"/>
                  <a:pt x="3474016" y="2543295"/>
                </a:cubicBezTo>
                <a:cubicBezTo>
                  <a:pt x="3495474" y="2543295"/>
                  <a:pt x="3512869" y="2525900"/>
                  <a:pt x="3512869" y="2504442"/>
                </a:cubicBezTo>
                <a:cubicBezTo>
                  <a:pt x="3512869" y="2482984"/>
                  <a:pt x="3495474" y="2465589"/>
                  <a:pt x="3474016" y="2465589"/>
                </a:cubicBezTo>
                <a:close/>
                <a:moveTo>
                  <a:pt x="3286029" y="2465589"/>
                </a:moveTo>
                <a:cubicBezTo>
                  <a:pt x="3264571" y="2465589"/>
                  <a:pt x="3247176" y="2482984"/>
                  <a:pt x="3247176" y="2504442"/>
                </a:cubicBezTo>
                <a:cubicBezTo>
                  <a:pt x="3247176" y="2525900"/>
                  <a:pt x="3264571" y="2543295"/>
                  <a:pt x="3286029" y="2543295"/>
                </a:cubicBezTo>
                <a:cubicBezTo>
                  <a:pt x="3307487" y="2543295"/>
                  <a:pt x="3324882" y="2525900"/>
                  <a:pt x="3324882" y="2504442"/>
                </a:cubicBezTo>
                <a:cubicBezTo>
                  <a:pt x="3324882" y="2482984"/>
                  <a:pt x="3307487" y="2465589"/>
                  <a:pt x="3286029" y="2465589"/>
                </a:cubicBezTo>
                <a:close/>
                <a:moveTo>
                  <a:pt x="3129759" y="2465589"/>
                </a:moveTo>
                <a:cubicBezTo>
                  <a:pt x="3108301" y="2465589"/>
                  <a:pt x="3090906" y="2482984"/>
                  <a:pt x="3090906" y="2504442"/>
                </a:cubicBezTo>
                <a:cubicBezTo>
                  <a:pt x="3090906" y="2525900"/>
                  <a:pt x="3108301" y="2543295"/>
                  <a:pt x="3129759" y="2543295"/>
                </a:cubicBezTo>
                <a:cubicBezTo>
                  <a:pt x="3151217" y="2543295"/>
                  <a:pt x="3168612" y="2525900"/>
                  <a:pt x="3168612" y="2504442"/>
                </a:cubicBezTo>
                <a:cubicBezTo>
                  <a:pt x="3168612" y="2482984"/>
                  <a:pt x="3151217" y="2465589"/>
                  <a:pt x="3129759" y="2465589"/>
                </a:cubicBezTo>
                <a:close/>
                <a:moveTo>
                  <a:pt x="2973488" y="2465589"/>
                </a:moveTo>
                <a:cubicBezTo>
                  <a:pt x="2952030" y="2465589"/>
                  <a:pt x="2934635" y="2482984"/>
                  <a:pt x="2934635" y="2504442"/>
                </a:cubicBezTo>
                <a:cubicBezTo>
                  <a:pt x="2934635" y="2525900"/>
                  <a:pt x="2952030" y="2543295"/>
                  <a:pt x="2973488" y="2543295"/>
                </a:cubicBezTo>
                <a:cubicBezTo>
                  <a:pt x="2994946" y="2543295"/>
                  <a:pt x="3012341" y="2525900"/>
                  <a:pt x="3012341" y="2504442"/>
                </a:cubicBezTo>
                <a:cubicBezTo>
                  <a:pt x="3012341" y="2482984"/>
                  <a:pt x="2994946" y="2465589"/>
                  <a:pt x="2973488" y="2465589"/>
                </a:cubicBezTo>
                <a:close/>
                <a:moveTo>
                  <a:pt x="2817218" y="2465589"/>
                </a:moveTo>
                <a:cubicBezTo>
                  <a:pt x="2795760" y="2465589"/>
                  <a:pt x="2778365" y="2482984"/>
                  <a:pt x="2778365" y="2504442"/>
                </a:cubicBezTo>
                <a:cubicBezTo>
                  <a:pt x="2778365" y="2525900"/>
                  <a:pt x="2795760" y="2543295"/>
                  <a:pt x="2817218" y="2543295"/>
                </a:cubicBezTo>
                <a:cubicBezTo>
                  <a:pt x="2838676" y="2543295"/>
                  <a:pt x="2856071" y="2525900"/>
                  <a:pt x="2856071" y="2504442"/>
                </a:cubicBezTo>
                <a:cubicBezTo>
                  <a:pt x="2856071" y="2482984"/>
                  <a:pt x="2838676" y="2465589"/>
                  <a:pt x="2817218" y="2465589"/>
                </a:cubicBezTo>
                <a:close/>
                <a:moveTo>
                  <a:pt x="2692664" y="2465589"/>
                </a:moveTo>
                <a:cubicBezTo>
                  <a:pt x="2671206" y="2465589"/>
                  <a:pt x="2653811" y="2482984"/>
                  <a:pt x="2653811" y="2504442"/>
                </a:cubicBezTo>
                <a:cubicBezTo>
                  <a:pt x="2653811" y="2525900"/>
                  <a:pt x="2671206" y="2543295"/>
                  <a:pt x="2692664" y="2543295"/>
                </a:cubicBezTo>
                <a:cubicBezTo>
                  <a:pt x="2714122" y="2543295"/>
                  <a:pt x="2731517" y="2525900"/>
                  <a:pt x="2731517" y="2504442"/>
                </a:cubicBezTo>
                <a:cubicBezTo>
                  <a:pt x="2731517" y="2482984"/>
                  <a:pt x="2714122" y="2465589"/>
                  <a:pt x="2692664" y="2465589"/>
                </a:cubicBezTo>
                <a:close/>
                <a:moveTo>
                  <a:pt x="2536393" y="2465589"/>
                </a:moveTo>
                <a:cubicBezTo>
                  <a:pt x="2514935" y="2465589"/>
                  <a:pt x="2497540" y="2482984"/>
                  <a:pt x="2497540" y="2504442"/>
                </a:cubicBezTo>
                <a:cubicBezTo>
                  <a:pt x="2497540" y="2525900"/>
                  <a:pt x="2514935" y="2543295"/>
                  <a:pt x="2536393" y="2543295"/>
                </a:cubicBezTo>
                <a:cubicBezTo>
                  <a:pt x="2557851" y="2543295"/>
                  <a:pt x="2575246" y="2525900"/>
                  <a:pt x="2575246" y="2504442"/>
                </a:cubicBezTo>
                <a:cubicBezTo>
                  <a:pt x="2575246" y="2482984"/>
                  <a:pt x="2557851" y="2465589"/>
                  <a:pt x="2536393" y="2465589"/>
                </a:cubicBezTo>
                <a:close/>
                <a:moveTo>
                  <a:pt x="2380123" y="2465589"/>
                </a:moveTo>
                <a:cubicBezTo>
                  <a:pt x="2358665" y="2465589"/>
                  <a:pt x="2341270" y="2482984"/>
                  <a:pt x="2341270" y="2504442"/>
                </a:cubicBezTo>
                <a:cubicBezTo>
                  <a:pt x="2341270" y="2525900"/>
                  <a:pt x="2358665" y="2543295"/>
                  <a:pt x="2380123" y="2543295"/>
                </a:cubicBezTo>
                <a:cubicBezTo>
                  <a:pt x="2401581" y="2543295"/>
                  <a:pt x="2418976" y="2525900"/>
                  <a:pt x="2418976" y="2504442"/>
                </a:cubicBezTo>
                <a:cubicBezTo>
                  <a:pt x="2418976" y="2482984"/>
                  <a:pt x="2401581" y="2465589"/>
                  <a:pt x="2380123" y="2465589"/>
                </a:cubicBezTo>
                <a:close/>
                <a:moveTo>
                  <a:pt x="2255569" y="2465589"/>
                </a:moveTo>
                <a:cubicBezTo>
                  <a:pt x="2234111" y="2465589"/>
                  <a:pt x="2216716" y="2482984"/>
                  <a:pt x="2216716" y="2504442"/>
                </a:cubicBezTo>
                <a:cubicBezTo>
                  <a:pt x="2216716" y="2525900"/>
                  <a:pt x="2234111" y="2543295"/>
                  <a:pt x="2255569" y="2543295"/>
                </a:cubicBezTo>
                <a:cubicBezTo>
                  <a:pt x="2277027" y="2543295"/>
                  <a:pt x="2294422" y="2525900"/>
                  <a:pt x="2294422" y="2504442"/>
                </a:cubicBezTo>
                <a:cubicBezTo>
                  <a:pt x="2294422" y="2482984"/>
                  <a:pt x="2277027" y="2465589"/>
                  <a:pt x="2255569" y="2465589"/>
                </a:cubicBezTo>
                <a:close/>
                <a:moveTo>
                  <a:pt x="2099299" y="2465589"/>
                </a:moveTo>
                <a:cubicBezTo>
                  <a:pt x="2077841" y="2465589"/>
                  <a:pt x="2060446" y="2482984"/>
                  <a:pt x="2060446" y="2504442"/>
                </a:cubicBezTo>
                <a:cubicBezTo>
                  <a:pt x="2060446" y="2525900"/>
                  <a:pt x="2077841" y="2543295"/>
                  <a:pt x="2099299" y="2543295"/>
                </a:cubicBezTo>
                <a:cubicBezTo>
                  <a:pt x="2120757" y="2543295"/>
                  <a:pt x="2138152" y="2525900"/>
                  <a:pt x="2138152" y="2504442"/>
                </a:cubicBezTo>
                <a:cubicBezTo>
                  <a:pt x="2138152" y="2482984"/>
                  <a:pt x="2120757" y="2465589"/>
                  <a:pt x="2099299" y="2465589"/>
                </a:cubicBezTo>
                <a:close/>
                <a:moveTo>
                  <a:pt x="1943028" y="2465589"/>
                </a:moveTo>
                <a:cubicBezTo>
                  <a:pt x="1921570" y="2465589"/>
                  <a:pt x="1904175" y="2482984"/>
                  <a:pt x="1904175" y="2504442"/>
                </a:cubicBezTo>
                <a:cubicBezTo>
                  <a:pt x="1904175" y="2525900"/>
                  <a:pt x="1921570" y="2543295"/>
                  <a:pt x="1943028" y="2543295"/>
                </a:cubicBezTo>
                <a:cubicBezTo>
                  <a:pt x="1964486" y="2543295"/>
                  <a:pt x="1981881" y="2525900"/>
                  <a:pt x="1981881" y="2504442"/>
                </a:cubicBezTo>
                <a:cubicBezTo>
                  <a:pt x="1981881" y="2482984"/>
                  <a:pt x="1964486" y="2465589"/>
                  <a:pt x="1943028" y="2465589"/>
                </a:cubicBezTo>
                <a:close/>
                <a:moveTo>
                  <a:pt x="1818474" y="2465589"/>
                </a:moveTo>
                <a:cubicBezTo>
                  <a:pt x="1797016" y="2465589"/>
                  <a:pt x="1779621" y="2482984"/>
                  <a:pt x="1779621" y="2504442"/>
                </a:cubicBezTo>
                <a:cubicBezTo>
                  <a:pt x="1779621" y="2525900"/>
                  <a:pt x="1797016" y="2543295"/>
                  <a:pt x="1818474" y="2543295"/>
                </a:cubicBezTo>
                <a:cubicBezTo>
                  <a:pt x="1839932" y="2543295"/>
                  <a:pt x="1857327" y="2525900"/>
                  <a:pt x="1857327" y="2504442"/>
                </a:cubicBezTo>
                <a:cubicBezTo>
                  <a:pt x="1857327" y="2482984"/>
                  <a:pt x="1839932" y="2465589"/>
                  <a:pt x="1818474" y="2465589"/>
                </a:cubicBezTo>
                <a:close/>
                <a:moveTo>
                  <a:pt x="1662204" y="2465589"/>
                </a:moveTo>
                <a:cubicBezTo>
                  <a:pt x="1640746" y="2465589"/>
                  <a:pt x="1623351" y="2482984"/>
                  <a:pt x="1623351" y="2504442"/>
                </a:cubicBezTo>
                <a:cubicBezTo>
                  <a:pt x="1623351" y="2525900"/>
                  <a:pt x="1640746" y="2543295"/>
                  <a:pt x="1662204" y="2543295"/>
                </a:cubicBezTo>
                <a:cubicBezTo>
                  <a:pt x="1683662" y="2543295"/>
                  <a:pt x="1701057" y="2525900"/>
                  <a:pt x="1701057" y="2504442"/>
                </a:cubicBezTo>
                <a:cubicBezTo>
                  <a:pt x="1701057" y="2482984"/>
                  <a:pt x="1683662" y="2465589"/>
                  <a:pt x="1662204" y="2465589"/>
                </a:cubicBezTo>
                <a:close/>
                <a:moveTo>
                  <a:pt x="1505933" y="2465589"/>
                </a:moveTo>
                <a:cubicBezTo>
                  <a:pt x="1484475" y="2465589"/>
                  <a:pt x="1467080" y="2482984"/>
                  <a:pt x="1467080" y="2504442"/>
                </a:cubicBezTo>
                <a:cubicBezTo>
                  <a:pt x="1467080" y="2525900"/>
                  <a:pt x="1484475" y="2543295"/>
                  <a:pt x="1505933" y="2543295"/>
                </a:cubicBezTo>
                <a:cubicBezTo>
                  <a:pt x="1527391" y="2543295"/>
                  <a:pt x="1544786" y="2525900"/>
                  <a:pt x="1544786" y="2504442"/>
                </a:cubicBezTo>
                <a:cubicBezTo>
                  <a:pt x="1544786" y="2482984"/>
                  <a:pt x="1527391" y="2465589"/>
                  <a:pt x="1505933" y="2465589"/>
                </a:cubicBezTo>
                <a:close/>
                <a:moveTo>
                  <a:pt x="1349663" y="2465589"/>
                </a:moveTo>
                <a:cubicBezTo>
                  <a:pt x="1328205" y="2465589"/>
                  <a:pt x="1310810" y="2482984"/>
                  <a:pt x="1310810" y="2504442"/>
                </a:cubicBezTo>
                <a:cubicBezTo>
                  <a:pt x="1310810" y="2525900"/>
                  <a:pt x="1328205" y="2543295"/>
                  <a:pt x="1349663" y="2543295"/>
                </a:cubicBezTo>
                <a:cubicBezTo>
                  <a:pt x="1371121" y="2543295"/>
                  <a:pt x="1388516" y="2525900"/>
                  <a:pt x="1388516" y="2504442"/>
                </a:cubicBezTo>
                <a:cubicBezTo>
                  <a:pt x="1388516" y="2482984"/>
                  <a:pt x="1371121" y="2465589"/>
                  <a:pt x="1349663" y="2465589"/>
                </a:cubicBezTo>
                <a:close/>
                <a:moveTo>
                  <a:pt x="1161676" y="2465589"/>
                </a:moveTo>
                <a:cubicBezTo>
                  <a:pt x="1140218" y="2465589"/>
                  <a:pt x="1122823" y="2482984"/>
                  <a:pt x="1122823" y="2504442"/>
                </a:cubicBezTo>
                <a:cubicBezTo>
                  <a:pt x="1122823" y="2525900"/>
                  <a:pt x="1140218" y="2543295"/>
                  <a:pt x="1161676" y="2543295"/>
                </a:cubicBezTo>
                <a:cubicBezTo>
                  <a:pt x="1183134" y="2543295"/>
                  <a:pt x="1200529" y="2525900"/>
                  <a:pt x="1200529" y="2504442"/>
                </a:cubicBezTo>
                <a:cubicBezTo>
                  <a:pt x="1200529" y="2482984"/>
                  <a:pt x="1183134" y="2465589"/>
                  <a:pt x="1161676" y="2465589"/>
                </a:cubicBezTo>
                <a:close/>
                <a:moveTo>
                  <a:pt x="1037122" y="2465589"/>
                </a:moveTo>
                <a:cubicBezTo>
                  <a:pt x="1015664" y="2465589"/>
                  <a:pt x="998269" y="2482984"/>
                  <a:pt x="998269" y="2504442"/>
                </a:cubicBezTo>
                <a:cubicBezTo>
                  <a:pt x="998269" y="2525900"/>
                  <a:pt x="1015664" y="2543295"/>
                  <a:pt x="1037122" y="2543295"/>
                </a:cubicBezTo>
                <a:cubicBezTo>
                  <a:pt x="1058580" y="2543295"/>
                  <a:pt x="1075975" y="2525900"/>
                  <a:pt x="1075975" y="2504442"/>
                </a:cubicBezTo>
                <a:cubicBezTo>
                  <a:pt x="1075975" y="2482984"/>
                  <a:pt x="1058580" y="2465589"/>
                  <a:pt x="1037122" y="2465589"/>
                </a:cubicBezTo>
                <a:close/>
                <a:moveTo>
                  <a:pt x="880852" y="2465589"/>
                </a:moveTo>
                <a:cubicBezTo>
                  <a:pt x="859394" y="2465589"/>
                  <a:pt x="841999" y="2482984"/>
                  <a:pt x="841999" y="2504442"/>
                </a:cubicBezTo>
                <a:cubicBezTo>
                  <a:pt x="842074" y="2525900"/>
                  <a:pt x="859421" y="2543295"/>
                  <a:pt x="880852" y="2543295"/>
                </a:cubicBezTo>
                <a:cubicBezTo>
                  <a:pt x="902310" y="2543295"/>
                  <a:pt x="919705" y="2525900"/>
                  <a:pt x="919705" y="2504442"/>
                </a:cubicBezTo>
                <a:cubicBezTo>
                  <a:pt x="919703" y="2482984"/>
                  <a:pt x="902310" y="2465589"/>
                  <a:pt x="880852" y="2465589"/>
                </a:cubicBezTo>
                <a:close/>
                <a:moveTo>
                  <a:pt x="724581" y="2465589"/>
                </a:moveTo>
                <a:cubicBezTo>
                  <a:pt x="703123" y="2465589"/>
                  <a:pt x="685728" y="2482984"/>
                  <a:pt x="685728" y="2504442"/>
                </a:cubicBezTo>
                <a:cubicBezTo>
                  <a:pt x="685803" y="2525900"/>
                  <a:pt x="703150" y="2543295"/>
                  <a:pt x="724581" y="2543295"/>
                </a:cubicBezTo>
                <a:cubicBezTo>
                  <a:pt x="746039" y="2543295"/>
                  <a:pt x="763434" y="2525900"/>
                  <a:pt x="763434" y="2504442"/>
                </a:cubicBezTo>
                <a:cubicBezTo>
                  <a:pt x="763432" y="2482984"/>
                  <a:pt x="746039" y="2465589"/>
                  <a:pt x="724581" y="2465589"/>
                </a:cubicBezTo>
                <a:close/>
                <a:moveTo>
                  <a:pt x="600027" y="2465589"/>
                </a:moveTo>
                <a:cubicBezTo>
                  <a:pt x="578569" y="2465589"/>
                  <a:pt x="561174" y="2482984"/>
                  <a:pt x="561174" y="2504442"/>
                </a:cubicBezTo>
                <a:cubicBezTo>
                  <a:pt x="561249" y="2525900"/>
                  <a:pt x="578596" y="2543295"/>
                  <a:pt x="600027" y="2543295"/>
                </a:cubicBezTo>
                <a:cubicBezTo>
                  <a:pt x="621485" y="2543295"/>
                  <a:pt x="638880" y="2525900"/>
                  <a:pt x="638880" y="2504442"/>
                </a:cubicBezTo>
                <a:cubicBezTo>
                  <a:pt x="638878" y="2482984"/>
                  <a:pt x="621485" y="2465589"/>
                  <a:pt x="600027" y="2465589"/>
                </a:cubicBezTo>
                <a:close/>
                <a:moveTo>
                  <a:pt x="443757" y="2465589"/>
                </a:moveTo>
                <a:cubicBezTo>
                  <a:pt x="422299" y="2465589"/>
                  <a:pt x="404904" y="2482984"/>
                  <a:pt x="404904" y="2504442"/>
                </a:cubicBezTo>
                <a:cubicBezTo>
                  <a:pt x="404975" y="2525900"/>
                  <a:pt x="422326" y="2543295"/>
                  <a:pt x="443757" y="2543295"/>
                </a:cubicBezTo>
                <a:cubicBezTo>
                  <a:pt x="465215" y="2543295"/>
                  <a:pt x="482610" y="2525900"/>
                  <a:pt x="482610" y="2504442"/>
                </a:cubicBezTo>
                <a:cubicBezTo>
                  <a:pt x="482608" y="2482984"/>
                  <a:pt x="465215" y="2465589"/>
                  <a:pt x="443757" y="2465589"/>
                </a:cubicBezTo>
                <a:close/>
                <a:moveTo>
                  <a:pt x="287486" y="2465589"/>
                </a:moveTo>
                <a:cubicBezTo>
                  <a:pt x="266028" y="2465589"/>
                  <a:pt x="248633" y="2482984"/>
                  <a:pt x="248633" y="2504442"/>
                </a:cubicBezTo>
                <a:cubicBezTo>
                  <a:pt x="248681" y="2525900"/>
                  <a:pt x="266062" y="2543295"/>
                  <a:pt x="287486" y="2543295"/>
                </a:cubicBezTo>
                <a:cubicBezTo>
                  <a:pt x="308944" y="2543295"/>
                  <a:pt x="326339" y="2525900"/>
                  <a:pt x="326339" y="2504442"/>
                </a:cubicBezTo>
                <a:cubicBezTo>
                  <a:pt x="326338" y="2482984"/>
                  <a:pt x="308943" y="2465589"/>
                  <a:pt x="287486" y="2465589"/>
                </a:cubicBezTo>
                <a:close/>
                <a:moveTo>
                  <a:pt x="131216" y="2465589"/>
                </a:moveTo>
                <a:cubicBezTo>
                  <a:pt x="109758" y="2465589"/>
                  <a:pt x="92363" y="2482984"/>
                  <a:pt x="92363" y="2504442"/>
                </a:cubicBezTo>
                <a:cubicBezTo>
                  <a:pt x="92423" y="2525900"/>
                  <a:pt x="109793" y="2543295"/>
                  <a:pt x="131216" y="2543295"/>
                </a:cubicBezTo>
                <a:cubicBezTo>
                  <a:pt x="152674" y="2543295"/>
                  <a:pt x="170069" y="2525900"/>
                  <a:pt x="170069" y="2504442"/>
                </a:cubicBezTo>
                <a:cubicBezTo>
                  <a:pt x="170068" y="2482984"/>
                  <a:pt x="152673" y="2465589"/>
                  <a:pt x="131216" y="2465589"/>
                </a:cubicBezTo>
                <a:close/>
                <a:moveTo>
                  <a:pt x="9132564" y="2450287"/>
                </a:moveTo>
                <a:lnTo>
                  <a:pt x="9141594" y="2452110"/>
                </a:lnTo>
                <a:lnTo>
                  <a:pt x="9141594" y="2469330"/>
                </a:lnTo>
                <a:cubicBezTo>
                  <a:pt x="9139148" y="2466011"/>
                  <a:pt x="9135905" y="2465589"/>
                  <a:pt x="9132564" y="2465589"/>
                </a:cubicBezTo>
                <a:cubicBezTo>
                  <a:pt x="9111106" y="2465589"/>
                  <a:pt x="9093711" y="2482984"/>
                  <a:pt x="9093711" y="2504442"/>
                </a:cubicBezTo>
                <a:cubicBezTo>
                  <a:pt x="9093711" y="2525900"/>
                  <a:pt x="9111106" y="2543295"/>
                  <a:pt x="9132564" y="2543295"/>
                </a:cubicBezTo>
                <a:lnTo>
                  <a:pt x="9141594" y="2539555"/>
                </a:lnTo>
                <a:lnTo>
                  <a:pt x="9141594" y="2556774"/>
                </a:lnTo>
                <a:cubicBezTo>
                  <a:pt x="9138780" y="2558330"/>
                  <a:pt x="9135703" y="2558597"/>
                  <a:pt x="9132564" y="2558597"/>
                </a:cubicBezTo>
                <a:cubicBezTo>
                  <a:pt x="9102655" y="2558597"/>
                  <a:pt x="9078409" y="2534351"/>
                  <a:pt x="9078409" y="2504442"/>
                </a:cubicBezTo>
                <a:cubicBezTo>
                  <a:pt x="9078409" y="2474533"/>
                  <a:pt x="9102655" y="2450287"/>
                  <a:pt x="9132564" y="2450287"/>
                </a:cubicBezTo>
                <a:close/>
                <a:moveTo>
                  <a:pt x="9054430" y="2450287"/>
                </a:moveTo>
                <a:cubicBezTo>
                  <a:pt x="9058703" y="2450287"/>
                  <a:pt x="9062167" y="2453751"/>
                  <a:pt x="9062167" y="2458024"/>
                </a:cubicBezTo>
                <a:cubicBezTo>
                  <a:pt x="9062167" y="2488970"/>
                  <a:pt x="9062166" y="2519915"/>
                  <a:pt x="9062166" y="2550861"/>
                </a:cubicBezTo>
                <a:lnTo>
                  <a:pt x="9054430" y="2558597"/>
                </a:lnTo>
                <a:cubicBezTo>
                  <a:pt x="9050157" y="2558597"/>
                  <a:pt x="9046693" y="2555133"/>
                  <a:pt x="9046693" y="2550860"/>
                </a:cubicBezTo>
                <a:lnTo>
                  <a:pt x="9046693" y="2458024"/>
                </a:lnTo>
                <a:cubicBezTo>
                  <a:pt x="9046693" y="2453751"/>
                  <a:pt x="9050157" y="2450287"/>
                  <a:pt x="9054430" y="2450287"/>
                </a:cubicBezTo>
                <a:close/>
                <a:moveTo>
                  <a:pt x="8976294" y="2450287"/>
                </a:moveTo>
                <a:cubicBezTo>
                  <a:pt x="9006203" y="2450287"/>
                  <a:pt x="9030449" y="2474533"/>
                  <a:pt x="9030449" y="2504442"/>
                </a:cubicBezTo>
                <a:cubicBezTo>
                  <a:pt x="9030449" y="2534351"/>
                  <a:pt x="9006203" y="2558597"/>
                  <a:pt x="8976294" y="2558597"/>
                </a:cubicBezTo>
                <a:cubicBezTo>
                  <a:pt x="8946385" y="2558597"/>
                  <a:pt x="8922139" y="2534351"/>
                  <a:pt x="8922139" y="2504442"/>
                </a:cubicBezTo>
                <a:cubicBezTo>
                  <a:pt x="8922139" y="2474533"/>
                  <a:pt x="8946385" y="2450287"/>
                  <a:pt x="8976294" y="2450287"/>
                </a:cubicBezTo>
                <a:close/>
                <a:moveTo>
                  <a:pt x="8898159" y="2450287"/>
                </a:moveTo>
                <a:cubicBezTo>
                  <a:pt x="8902432" y="2450287"/>
                  <a:pt x="8905896" y="2453751"/>
                  <a:pt x="8905896" y="2458024"/>
                </a:cubicBezTo>
                <a:cubicBezTo>
                  <a:pt x="8905896" y="2488970"/>
                  <a:pt x="8905895" y="2519915"/>
                  <a:pt x="8905895" y="2550861"/>
                </a:cubicBezTo>
                <a:lnTo>
                  <a:pt x="8898159" y="2558597"/>
                </a:lnTo>
                <a:cubicBezTo>
                  <a:pt x="8893886" y="2558597"/>
                  <a:pt x="8890422" y="2555133"/>
                  <a:pt x="8890422" y="2550860"/>
                </a:cubicBezTo>
                <a:lnTo>
                  <a:pt x="8890422" y="2458024"/>
                </a:lnTo>
                <a:cubicBezTo>
                  <a:pt x="8890422" y="2453751"/>
                  <a:pt x="8893886" y="2450287"/>
                  <a:pt x="8898159" y="2450287"/>
                </a:cubicBezTo>
                <a:close/>
                <a:moveTo>
                  <a:pt x="8820023" y="2450287"/>
                </a:moveTo>
                <a:cubicBezTo>
                  <a:pt x="8849932" y="2450287"/>
                  <a:pt x="8874178" y="2474533"/>
                  <a:pt x="8874178" y="2504442"/>
                </a:cubicBezTo>
                <a:cubicBezTo>
                  <a:pt x="8874178" y="2534351"/>
                  <a:pt x="8849932" y="2558597"/>
                  <a:pt x="8820023" y="2558597"/>
                </a:cubicBezTo>
                <a:cubicBezTo>
                  <a:pt x="8790114" y="2558597"/>
                  <a:pt x="8765868" y="2534351"/>
                  <a:pt x="8765868" y="2504442"/>
                </a:cubicBezTo>
                <a:cubicBezTo>
                  <a:pt x="8765868" y="2474533"/>
                  <a:pt x="8790114" y="2450287"/>
                  <a:pt x="8820023" y="2450287"/>
                </a:cubicBezTo>
                <a:close/>
                <a:moveTo>
                  <a:pt x="8741889" y="2450287"/>
                </a:moveTo>
                <a:cubicBezTo>
                  <a:pt x="8746162" y="2450287"/>
                  <a:pt x="8749626" y="2453751"/>
                  <a:pt x="8749626" y="2458024"/>
                </a:cubicBezTo>
                <a:cubicBezTo>
                  <a:pt x="8749626" y="2488970"/>
                  <a:pt x="8749625" y="2519915"/>
                  <a:pt x="8749625" y="2550861"/>
                </a:cubicBezTo>
                <a:lnTo>
                  <a:pt x="8741889" y="2558597"/>
                </a:lnTo>
                <a:cubicBezTo>
                  <a:pt x="8737616" y="2558597"/>
                  <a:pt x="8734152" y="2555133"/>
                  <a:pt x="8734152" y="2550860"/>
                </a:cubicBezTo>
                <a:lnTo>
                  <a:pt x="8734152" y="2458024"/>
                </a:lnTo>
                <a:cubicBezTo>
                  <a:pt x="8734152" y="2453751"/>
                  <a:pt x="8737616" y="2450287"/>
                  <a:pt x="8741889" y="2450287"/>
                </a:cubicBezTo>
                <a:close/>
                <a:moveTo>
                  <a:pt x="8663753" y="2450287"/>
                </a:moveTo>
                <a:cubicBezTo>
                  <a:pt x="8693662" y="2450287"/>
                  <a:pt x="8717908" y="2474533"/>
                  <a:pt x="8717908" y="2504442"/>
                </a:cubicBezTo>
                <a:cubicBezTo>
                  <a:pt x="8717908" y="2534351"/>
                  <a:pt x="8693662" y="2558597"/>
                  <a:pt x="8663753" y="2558597"/>
                </a:cubicBezTo>
                <a:cubicBezTo>
                  <a:pt x="8633844" y="2558597"/>
                  <a:pt x="8609598" y="2534351"/>
                  <a:pt x="8609598" y="2504442"/>
                </a:cubicBezTo>
                <a:cubicBezTo>
                  <a:pt x="8609598" y="2474533"/>
                  <a:pt x="8633844" y="2450287"/>
                  <a:pt x="8663753" y="2450287"/>
                </a:cubicBezTo>
                <a:close/>
                <a:moveTo>
                  <a:pt x="8585618" y="2450287"/>
                </a:moveTo>
                <a:cubicBezTo>
                  <a:pt x="8589891" y="2450287"/>
                  <a:pt x="8593355" y="2453751"/>
                  <a:pt x="8593355" y="2458024"/>
                </a:cubicBezTo>
                <a:cubicBezTo>
                  <a:pt x="8593355" y="2488970"/>
                  <a:pt x="8593354" y="2519915"/>
                  <a:pt x="8593354" y="2550861"/>
                </a:cubicBezTo>
                <a:lnTo>
                  <a:pt x="8585618" y="2558597"/>
                </a:lnTo>
                <a:cubicBezTo>
                  <a:pt x="8581345" y="2558597"/>
                  <a:pt x="8577881" y="2555133"/>
                  <a:pt x="8577881" y="2550860"/>
                </a:cubicBezTo>
                <a:lnTo>
                  <a:pt x="8577881" y="2458024"/>
                </a:lnTo>
                <a:cubicBezTo>
                  <a:pt x="8577881" y="2453751"/>
                  <a:pt x="8581345" y="2450287"/>
                  <a:pt x="8585618" y="2450287"/>
                </a:cubicBezTo>
                <a:close/>
                <a:moveTo>
                  <a:pt x="8553902" y="2450287"/>
                </a:moveTo>
                <a:cubicBezTo>
                  <a:pt x="8558175" y="2450287"/>
                  <a:pt x="8561639" y="2453751"/>
                  <a:pt x="8561639" y="2458024"/>
                </a:cubicBezTo>
                <a:cubicBezTo>
                  <a:pt x="8561639" y="2488970"/>
                  <a:pt x="8561638" y="2519915"/>
                  <a:pt x="8561638" y="2550861"/>
                </a:cubicBezTo>
                <a:lnTo>
                  <a:pt x="8553902" y="2558597"/>
                </a:lnTo>
                <a:cubicBezTo>
                  <a:pt x="8549629" y="2558597"/>
                  <a:pt x="8546165" y="2555133"/>
                  <a:pt x="8546165" y="2550860"/>
                </a:cubicBezTo>
                <a:lnTo>
                  <a:pt x="8546165" y="2458024"/>
                </a:lnTo>
                <a:cubicBezTo>
                  <a:pt x="8546165" y="2453751"/>
                  <a:pt x="8549629" y="2450287"/>
                  <a:pt x="8553902" y="2450287"/>
                </a:cubicBezTo>
                <a:close/>
                <a:moveTo>
                  <a:pt x="8475766" y="2450287"/>
                </a:moveTo>
                <a:cubicBezTo>
                  <a:pt x="8505675" y="2450287"/>
                  <a:pt x="8529921" y="2474533"/>
                  <a:pt x="8529921" y="2504442"/>
                </a:cubicBezTo>
                <a:cubicBezTo>
                  <a:pt x="8529921" y="2534351"/>
                  <a:pt x="8505675" y="2558597"/>
                  <a:pt x="8475766" y="2558597"/>
                </a:cubicBezTo>
                <a:cubicBezTo>
                  <a:pt x="8445857" y="2558597"/>
                  <a:pt x="8421611" y="2534351"/>
                  <a:pt x="8421611" y="2504442"/>
                </a:cubicBezTo>
                <a:cubicBezTo>
                  <a:pt x="8421611" y="2474533"/>
                  <a:pt x="8445857" y="2450287"/>
                  <a:pt x="8475766" y="2450287"/>
                </a:cubicBezTo>
                <a:close/>
                <a:moveTo>
                  <a:pt x="8351212" y="2450287"/>
                </a:moveTo>
                <a:cubicBezTo>
                  <a:pt x="8381121" y="2450287"/>
                  <a:pt x="8405367" y="2474533"/>
                  <a:pt x="8405367" y="2504442"/>
                </a:cubicBezTo>
                <a:cubicBezTo>
                  <a:pt x="8405367" y="2534351"/>
                  <a:pt x="8381121" y="2558597"/>
                  <a:pt x="8351212" y="2558597"/>
                </a:cubicBezTo>
                <a:cubicBezTo>
                  <a:pt x="8321303" y="2558597"/>
                  <a:pt x="8297057" y="2534351"/>
                  <a:pt x="8297057" y="2504442"/>
                </a:cubicBezTo>
                <a:cubicBezTo>
                  <a:pt x="8297057" y="2474533"/>
                  <a:pt x="8321303" y="2450287"/>
                  <a:pt x="8351212" y="2450287"/>
                </a:cubicBezTo>
                <a:close/>
                <a:moveTo>
                  <a:pt x="8273078" y="2450287"/>
                </a:moveTo>
                <a:cubicBezTo>
                  <a:pt x="8277351" y="2450287"/>
                  <a:pt x="8280815" y="2453751"/>
                  <a:pt x="8280815" y="2458024"/>
                </a:cubicBezTo>
                <a:cubicBezTo>
                  <a:pt x="8280815" y="2488970"/>
                  <a:pt x="8280814" y="2519915"/>
                  <a:pt x="8280814" y="2550861"/>
                </a:cubicBezTo>
                <a:lnTo>
                  <a:pt x="8273078" y="2558597"/>
                </a:lnTo>
                <a:cubicBezTo>
                  <a:pt x="8268805" y="2558597"/>
                  <a:pt x="8265341" y="2555133"/>
                  <a:pt x="8265341" y="2550860"/>
                </a:cubicBezTo>
                <a:lnTo>
                  <a:pt x="8265341" y="2458024"/>
                </a:lnTo>
                <a:cubicBezTo>
                  <a:pt x="8265341" y="2453751"/>
                  <a:pt x="8268805" y="2450287"/>
                  <a:pt x="8273078" y="2450287"/>
                </a:cubicBezTo>
                <a:close/>
                <a:moveTo>
                  <a:pt x="8194942" y="2450287"/>
                </a:moveTo>
                <a:cubicBezTo>
                  <a:pt x="8224851" y="2450287"/>
                  <a:pt x="8249097" y="2474533"/>
                  <a:pt x="8249097" y="2504442"/>
                </a:cubicBezTo>
                <a:cubicBezTo>
                  <a:pt x="8249097" y="2534351"/>
                  <a:pt x="8224851" y="2558597"/>
                  <a:pt x="8194942" y="2558597"/>
                </a:cubicBezTo>
                <a:cubicBezTo>
                  <a:pt x="8165033" y="2558597"/>
                  <a:pt x="8140787" y="2534351"/>
                  <a:pt x="8140787" y="2504442"/>
                </a:cubicBezTo>
                <a:cubicBezTo>
                  <a:pt x="8140787" y="2474533"/>
                  <a:pt x="8165033" y="2450287"/>
                  <a:pt x="8194942" y="2450287"/>
                </a:cubicBezTo>
                <a:close/>
                <a:moveTo>
                  <a:pt x="8116807" y="2450287"/>
                </a:moveTo>
                <a:cubicBezTo>
                  <a:pt x="8121080" y="2450287"/>
                  <a:pt x="8124544" y="2453751"/>
                  <a:pt x="8124544" y="2458024"/>
                </a:cubicBezTo>
                <a:cubicBezTo>
                  <a:pt x="8124544" y="2488970"/>
                  <a:pt x="8124543" y="2519915"/>
                  <a:pt x="8124543" y="2550861"/>
                </a:cubicBezTo>
                <a:lnTo>
                  <a:pt x="8116807" y="2558597"/>
                </a:lnTo>
                <a:cubicBezTo>
                  <a:pt x="8112534" y="2558597"/>
                  <a:pt x="8109070" y="2555133"/>
                  <a:pt x="8109070" y="2550860"/>
                </a:cubicBezTo>
                <a:lnTo>
                  <a:pt x="8109070" y="2458024"/>
                </a:lnTo>
                <a:cubicBezTo>
                  <a:pt x="8109070" y="2453751"/>
                  <a:pt x="8112534" y="2450287"/>
                  <a:pt x="8116807" y="2450287"/>
                </a:cubicBezTo>
                <a:close/>
                <a:moveTo>
                  <a:pt x="8038671" y="2450287"/>
                </a:moveTo>
                <a:cubicBezTo>
                  <a:pt x="8068580" y="2450287"/>
                  <a:pt x="8092826" y="2474533"/>
                  <a:pt x="8092826" y="2504442"/>
                </a:cubicBezTo>
                <a:cubicBezTo>
                  <a:pt x="8092826" y="2534351"/>
                  <a:pt x="8068580" y="2558597"/>
                  <a:pt x="8038671" y="2558597"/>
                </a:cubicBezTo>
                <a:cubicBezTo>
                  <a:pt x="8008762" y="2558597"/>
                  <a:pt x="7984516" y="2534351"/>
                  <a:pt x="7984516" y="2504442"/>
                </a:cubicBezTo>
                <a:cubicBezTo>
                  <a:pt x="7984516" y="2474533"/>
                  <a:pt x="8008762" y="2450287"/>
                  <a:pt x="8038671" y="2450287"/>
                </a:cubicBezTo>
                <a:close/>
                <a:moveTo>
                  <a:pt x="7914117" y="2450287"/>
                </a:moveTo>
                <a:cubicBezTo>
                  <a:pt x="7944026" y="2450287"/>
                  <a:pt x="7968272" y="2474533"/>
                  <a:pt x="7968272" y="2504442"/>
                </a:cubicBezTo>
                <a:cubicBezTo>
                  <a:pt x="7968272" y="2534351"/>
                  <a:pt x="7944026" y="2558597"/>
                  <a:pt x="7914117" y="2558597"/>
                </a:cubicBezTo>
                <a:cubicBezTo>
                  <a:pt x="7884208" y="2558597"/>
                  <a:pt x="7859962" y="2534351"/>
                  <a:pt x="7859962" y="2504442"/>
                </a:cubicBezTo>
                <a:cubicBezTo>
                  <a:pt x="7859962" y="2474533"/>
                  <a:pt x="7884208" y="2450287"/>
                  <a:pt x="7914117" y="2450287"/>
                </a:cubicBezTo>
                <a:close/>
                <a:moveTo>
                  <a:pt x="7835983" y="2450287"/>
                </a:moveTo>
                <a:cubicBezTo>
                  <a:pt x="7840256" y="2450287"/>
                  <a:pt x="7843720" y="2453751"/>
                  <a:pt x="7843720" y="2458024"/>
                </a:cubicBezTo>
                <a:cubicBezTo>
                  <a:pt x="7843720" y="2488970"/>
                  <a:pt x="7843719" y="2519915"/>
                  <a:pt x="7843719" y="2550861"/>
                </a:cubicBezTo>
                <a:lnTo>
                  <a:pt x="7835983" y="2558597"/>
                </a:lnTo>
                <a:cubicBezTo>
                  <a:pt x="7831710" y="2558597"/>
                  <a:pt x="7828246" y="2555133"/>
                  <a:pt x="7828246" y="2550860"/>
                </a:cubicBezTo>
                <a:lnTo>
                  <a:pt x="7828246" y="2458024"/>
                </a:lnTo>
                <a:cubicBezTo>
                  <a:pt x="7828246" y="2453751"/>
                  <a:pt x="7831710" y="2450287"/>
                  <a:pt x="7835983" y="2450287"/>
                </a:cubicBezTo>
                <a:close/>
                <a:moveTo>
                  <a:pt x="7757847" y="2450287"/>
                </a:moveTo>
                <a:cubicBezTo>
                  <a:pt x="7787756" y="2450287"/>
                  <a:pt x="7812002" y="2474533"/>
                  <a:pt x="7812002" y="2504442"/>
                </a:cubicBezTo>
                <a:cubicBezTo>
                  <a:pt x="7812002" y="2534351"/>
                  <a:pt x="7787756" y="2558597"/>
                  <a:pt x="7757847" y="2558597"/>
                </a:cubicBezTo>
                <a:cubicBezTo>
                  <a:pt x="7727938" y="2558597"/>
                  <a:pt x="7703692" y="2534351"/>
                  <a:pt x="7703692" y="2504442"/>
                </a:cubicBezTo>
                <a:cubicBezTo>
                  <a:pt x="7703692" y="2474533"/>
                  <a:pt x="7727938" y="2450287"/>
                  <a:pt x="7757847" y="2450287"/>
                </a:cubicBezTo>
                <a:close/>
                <a:moveTo>
                  <a:pt x="7679712" y="2450287"/>
                </a:moveTo>
                <a:cubicBezTo>
                  <a:pt x="7683985" y="2450287"/>
                  <a:pt x="7687449" y="2453751"/>
                  <a:pt x="7687449" y="2458024"/>
                </a:cubicBezTo>
                <a:cubicBezTo>
                  <a:pt x="7687449" y="2488970"/>
                  <a:pt x="7687448" y="2519915"/>
                  <a:pt x="7687448" y="2550861"/>
                </a:cubicBezTo>
                <a:lnTo>
                  <a:pt x="7679712" y="2558597"/>
                </a:lnTo>
                <a:cubicBezTo>
                  <a:pt x="7675439" y="2558597"/>
                  <a:pt x="7671975" y="2555133"/>
                  <a:pt x="7671975" y="2550860"/>
                </a:cubicBezTo>
                <a:lnTo>
                  <a:pt x="7671975" y="2458024"/>
                </a:lnTo>
                <a:cubicBezTo>
                  <a:pt x="7671975" y="2453751"/>
                  <a:pt x="7675439" y="2450287"/>
                  <a:pt x="7679712" y="2450287"/>
                </a:cubicBezTo>
                <a:close/>
                <a:moveTo>
                  <a:pt x="7601576" y="2450287"/>
                </a:moveTo>
                <a:cubicBezTo>
                  <a:pt x="7631485" y="2450287"/>
                  <a:pt x="7655731" y="2474533"/>
                  <a:pt x="7655731" y="2504442"/>
                </a:cubicBezTo>
                <a:cubicBezTo>
                  <a:pt x="7655731" y="2534351"/>
                  <a:pt x="7631485" y="2558597"/>
                  <a:pt x="7601576" y="2558597"/>
                </a:cubicBezTo>
                <a:cubicBezTo>
                  <a:pt x="7571667" y="2558597"/>
                  <a:pt x="7547421" y="2534351"/>
                  <a:pt x="7547421" y="2504442"/>
                </a:cubicBezTo>
                <a:cubicBezTo>
                  <a:pt x="7547421" y="2474533"/>
                  <a:pt x="7571667" y="2450287"/>
                  <a:pt x="7601576" y="2450287"/>
                </a:cubicBezTo>
                <a:close/>
                <a:moveTo>
                  <a:pt x="7523442" y="2450287"/>
                </a:moveTo>
                <a:cubicBezTo>
                  <a:pt x="7527715" y="2450287"/>
                  <a:pt x="7531179" y="2453751"/>
                  <a:pt x="7531179" y="2458024"/>
                </a:cubicBezTo>
                <a:cubicBezTo>
                  <a:pt x="7531179" y="2488970"/>
                  <a:pt x="7531178" y="2519915"/>
                  <a:pt x="7531178" y="2550861"/>
                </a:cubicBezTo>
                <a:lnTo>
                  <a:pt x="7523442" y="2558597"/>
                </a:lnTo>
                <a:cubicBezTo>
                  <a:pt x="7519169" y="2558597"/>
                  <a:pt x="7515705" y="2555133"/>
                  <a:pt x="7515705" y="2550860"/>
                </a:cubicBezTo>
                <a:lnTo>
                  <a:pt x="7515705" y="2458024"/>
                </a:lnTo>
                <a:cubicBezTo>
                  <a:pt x="7515705" y="2453751"/>
                  <a:pt x="7519169" y="2450287"/>
                  <a:pt x="7523442" y="2450287"/>
                </a:cubicBezTo>
                <a:close/>
                <a:moveTo>
                  <a:pt x="7445306" y="2450287"/>
                </a:moveTo>
                <a:cubicBezTo>
                  <a:pt x="7475215" y="2450287"/>
                  <a:pt x="7499461" y="2474533"/>
                  <a:pt x="7499461" y="2504442"/>
                </a:cubicBezTo>
                <a:cubicBezTo>
                  <a:pt x="7499461" y="2534351"/>
                  <a:pt x="7475215" y="2558597"/>
                  <a:pt x="7445306" y="2558597"/>
                </a:cubicBezTo>
                <a:cubicBezTo>
                  <a:pt x="7415397" y="2558597"/>
                  <a:pt x="7391151" y="2534351"/>
                  <a:pt x="7391151" y="2504442"/>
                </a:cubicBezTo>
                <a:cubicBezTo>
                  <a:pt x="7391151" y="2474533"/>
                  <a:pt x="7415397" y="2450287"/>
                  <a:pt x="7445306" y="2450287"/>
                </a:cubicBezTo>
                <a:close/>
                <a:moveTo>
                  <a:pt x="7367171" y="2450287"/>
                </a:moveTo>
                <a:cubicBezTo>
                  <a:pt x="7371444" y="2450287"/>
                  <a:pt x="7374908" y="2453751"/>
                  <a:pt x="7374908" y="2458024"/>
                </a:cubicBezTo>
                <a:cubicBezTo>
                  <a:pt x="7374908" y="2488970"/>
                  <a:pt x="7374907" y="2519915"/>
                  <a:pt x="7374907" y="2550861"/>
                </a:cubicBezTo>
                <a:lnTo>
                  <a:pt x="7367171" y="2558597"/>
                </a:lnTo>
                <a:cubicBezTo>
                  <a:pt x="7362898" y="2558597"/>
                  <a:pt x="7359434" y="2555133"/>
                  <a:pt x="7359434" y="2550860"/>
                </a:cubicBezTo>
                <a:lnTo>
                  <a:pt x="7359434" y="2458024"/>
                </a:lnTo>
                <a:cubicBezTo>
                  <a:pt x="7359434" y="2453751"/>
                  <a:pt x="7362898" y="2450287"/>
                  <a:pt x="7367171" y="2450287"/>
                </a:cubicBezTo>
                <a:close/>
                <a:moveTo>
                  <a:pt x="7335455" y="2450287"/>
                </a:moveTo>
                <a:cubicBezTo>
                  <a:pt x="7339728" y="2450287"/>
                  <a:pt x="7343192" y="2453751"/>
                  <a:pt x="7343192" y="2458024"/>
                </a:cubicBezTo>
                <a:cubicBezTo>
                  <a:pt x="7343192" y="2488970"/>
                  <a:pt x="7343191" y="2519915"/>
                  <a:pt x="7343191" y="2550861"/>
                </a:cubicBezTo>
                <a:lnTo>
                  <a:pt x="7335455" y="2558597"/>
                </a:lnTo>
                <a:cubicBezTo>
                  <a:pt x="7331182" y="2558597"/>
                  <a:pt x="7327718" y="2555133"/>
                  <a:pt x="7327718" y="2550860"/>
                </a:cubicBezTo>
                <a:lnTo>
                  <a:pt x="7327718" y="2458024"/>
                </a:lnTo>
                <a:cubicBezTo>
                  <a:pt x="7327718" y="2453751"/>
                  <a:pt x="7331182" y="2450287"/>
                  <a:pt x="7335455" y="2450287"/>
                </a:cubicBezTo>
                <a:close/>
                <a:moveTo>
                  <a:pt x="7257319" y="2450287"/>
                </a:moveTo>
                <a:cubicBezTo>
                  <a:pt x="7287228" y="2450287"/>
                  <a:pt x="7311474" y="2474533"/>
                  <a:pt x="7311474" y="2504442"/>
                </a:cubicBezTo>
                <a:cubicBezTo>
                  <a:pt x="7311474" y="2534351"/>
                  <a:pt x="7287228" y="2558597"/>
                  <a:pt x="7257319" y="2558597"/>
                </a:cubicBezTo>
                <a:cubicBezTo>
                  <a:pt x="7227410" y="2558597"/>
                  <a:pt x="7203164" y="2534351"/>
                  <a:pt x="7203164" y="2504442"/>
                </a:cubicBezTo>
                <a:cubicBezTo>
                  <a:pt x="7203164" y="2474533"/>
                  <a:pt x="7227410" y="2450287"/>
                  <a:pt x="7257319" y="2450287"/>
                </a:cubicBezTo>
                <a:close/>
                <a:moveTo>
                  <a:pt x="7129359" y="2450287"/>
                </a:moveTo>
                <a:cubicBezTo>
                  <a:pt x="7159268" y="2450287"/>
                  <a:pt x="7183514" y="2474533"/>
                  <a:pt x="7183514" y="2504442"/>
                </a:cubicBezTo>
                <a:cubicBezTo>
                  <a:pt x="7183514" y="2534351"/>
                  <a:pt x="7159268" y="2558597"/>
                  <a:pt x="7129359" y="2558597"/>
                </a:cubicBezTo>
                <a:cubicBezTo>
                  <a:pt x="7099450" y="2558597"/>
                  <a:pt x="7075204" y="2534351"/>
                  <a:pt x="7075204" y="2504442"/>
                </a:cubicBezTo>
                <a:cubicBezTo>
                  <a:pt x="7075204" y="2474533"/>
                  <a:pt x="7099450" y="2450287"/>
                  <a:pt x="7129359" y="2450287"/>
                </a:cubicBezTo>
                <a:close/>
                <a:moveTo>
                  <a:pt x="7051221" y="2450287"/>
                </a:moveTo>
                <a:cubicBezTo>
                  <a:pt x="7055494" y="2450287"/>
                  <a:pt x="7058958" y="2453751"/>
                  <a:pt x="7058958" y="2458024"/>
                </a:cubicBezTo>
                <a:lnTo>
                  <a:pt x="7058958" y="2550860"/>
                </a:lnTo>
                <a:cubicBezTo>
                  <a:pt x="7058958" y="2555133"/>
                  <a:pt x="7055494" y="2558597"/>
                  <a:pt x="7051221" y="2558597"/>
                </a:cubicBezTo>
                <a:lnTo>
                  <a:pt x="7043485" y="2550861"/>
                </a:lnTo>
                <a:cubicBezTo>
                  <a:pt x="7043485" y="2519915"/>
                  <a:pt x="7043484" y="2488970"/>
                  <a:pt x="7043484" y="2458024"/>
                </a:cubicBezTo>
                <a:cubicBezTo>
                  <a:pt x="7043484" y="2453751"/>
                  <a:pt x="7046948" y="2450287"/>
                  <a:pt x="7051221" y="2450287"/>
                </a:cubicBezTo>
                <a:close/>
                <a:moveTo>
                  <a:pt x="7019505" y="2450287"/>
                </a:moveTo>
                <a:cubicBezTo>
                  <a:pt x="7023778" y="2450287"/>
                  <a:pt x="7027242" y="2453751"/>
                  <a:pt x="7027242" y="2458024"/>
                </a:cubicBezTo>
                <a:lnTo>
                  <a:pt x="7027242" y="2550860"/>
                </a:lnTo>
                <a:cubicBezTo>
                  <a:pt x="7027242" y="2555133"/>
                  <a:pt x="7023778" y="2558597"/>
                  <a:pt x="7019505" y="2558597"/>
                </a:cubicBezTo>
                <a:lnTo>
                  <a:pt x="7011769" y="2550861"/>
                </a:lnTo>
                <a:cubicBezTo>
                  <a:pt x="7011769" y="2519915"/>
                  <a:pt x="7011768" y="2488970"/>
                  <a:pt x="7011768" y="2458024"/>
                </a:cubicBezTo>
                <a:cubicBezTo>
                  <a:pt x="7011768" y="2453751"/>
                  <a:pt x="7015232" y="2450287"/>
                  <a:pt x="7019505" y="2450287"/>
                </a:cubicBezTo>
                <a:close/>
                <a:moveTo>
                  <a:pt x="6941370" y="2450287"/>
                </a:moveTo>
                <a:cubicBezTo>
                  <a:pt x="6971279" y="2450287"/>
                  <a:pt x="6995525" y="2474533"/>
                  <a:pt x="6995525" y="2504442"/>
                </a:cubicBezTo>
                <a:cubicBezTo>
                  <a:pt x="6995525" y="2534351"/>
                  <a:pt x="6971279" y="2558597"/>
                  <a:pt x="6941370" y="2558597"/>
                </a:cubicBezTo>
                <a:cubicBezTo>
                  <a:pt x="6911461" y="2558597"/>
                  <a:pt x="6887215" y="2534351"/>
                  <a:pt x="6887215" y="2504442"/>
                </a:cubicBezTo>
                <a:cubicBezTo>
                  <a:pt x="6887215" y="2474533"/>
                  <a:pt x="6911461" y="2450287"/>
                  <a:pt x="6941370" y="2450287"/>
                </a:cubicBezTo>
                <a:close/>
                <a:moveTo>
                  <a:pt x="6863234" y="2450287"/>
                </a:moveTo>
                <a:cubicBezTo>
                  <a:pt x="6867507" y="2450287"/>
                  <a:pt x="6870971" y="2453751"/>
                  <a:pt x="6870971" y="2458024"/>
                </a:cubicBezTo>
                <a:lnTo>
                  <a:pt x="6870971" y="2550860"/>
                </a:lnTo>
                <a:cubicBezTo>
                  <a:pt x="6870971" y="2555133"/>
                  <a:pt x="6867507" y="2558597"/>
                  <a:pt x="6863234" y="2558597"/>
                </a:cubicBezTo>
                <a:lnTo>
                  <a:pt x="6855498" y="2550861"/>
                </a:lnTo>
                <a:cubicBezTo>
                  <a:pt x="6855498" y="2519915"/>
                  <a:pt x="6855497" y="2488970"/>
                  <a:pt x="6855497" y="2458024"/>
                </a:cubicBezTo>
                <a:cubicBezTo>
                  <a:pt x="6855497" y="2453751"/>
                  <a:pt x="6858961" y="2450287"/>
                  <a:pt x="6863234" y="2450287"/>
                </a:cubicBezTo>
                <a:close/>
                <a:moveTo>
                  <a:pt x="6785100" y="2450287"/>
                </a:moveTo>
                <a:cubicBezTo>
                  <a:pt x="6815009" y="2450287"/>
                  <a:pt x="6839255" y="2474533"/>
                  <a:pt x="6839255" y="2504442"/>
                </a:cubicBezTo>
                <a:cubicBezTo>
                  <a:pt x="6839255" y="2534351"/>
                  <a:pt x="6815009" y="2558597"/>
                  <a:pt x="6785100" y="2558597"/>
                </a:cubicBezTo>
                <a:cubicBezTo>
                  <a:pt x="6755191" y="2558597"/>
                  <a:pt x="6730945" y="2534351"/>
                  <a:pt x="6730945" y="2504442"/>
                </a:cubicBezTo>
                <a:cubicBezTo>
                  <a:pt x="6730945" y="2474533"/>
                  <a:pt x="6755191" y="2450287"/>
                  <a:pt x="6785100" y="2450287"/>
                </a:cubicBezTo>
                <a:close/>
                <a:moveTo>
                  <a:pt x="6706964" y="2450287"/>
                </a:moveTo>
                <a:cubicBezTo>
                  <a:pt x="6711237" y="2450287"/>
                  <a:pt x="6714701" y="2453751"/>
                  <a:pt x="6714701" y="2458024"/>
                </a:cubicBezTo>
                <a:lnTo>
                  <a:pt x="6714701" y="2550860"/>
                </a:lnTo>
                <a:cubicBezTo>
                  <a:pt x="6714701" y="2555133"/>
                  <a:pt x="6711237" y="2558597"/>
                  <a:pt x="6706964" y="2558597"/>
                </a:cubicBezTo>
                <a:lnTo>
                  <a:pt x="6699228" y="2550861"/>
                </a:lnTo>
                <a:cubicBezTo>
                  <a:pt x="6699228" y="2519915"/>
                  <a:pt x="6699227" y="2488970"/>
                  <a:pt x="6699227" y="2458024"/>
                </a:cubicBezTo>
                <a:cubicBezTo>
                  <a:pt x="6699227" y="2453751"/>
                  <a:pt x="6702691" y="2450287"/>
                  <a:pt x="6706964" y="2450287"/>
                </a:cubicBezTo>
                <a:close/>
                <a:moveTo>
                  <a:pt x="6628829" y="2450287"/>
                </a:moveTo>
                <a:cubicBezTo>
                  <a:pt x="6658738" y="2450287"/>
                  <a:pt x="6682984" y="2474533"/>
                  <a:pt x="6682984" y="2504442"/>
                </a:cubicBezTo>
                <a:cubicBezTo>
                  <a:pt x="6682984" y="2534351"/>
                  <a:pt x="6658738" y="2558597"/>
                  <a:pt x="6628829" y="2558597"/>
                </a:cubicBezTo>
                <a:cubicBezTo>
                  <a:pt x="6598920" y="2558597"/>
                  <a:pt x="6574674" y="2534351"/>
                  <a:pt x="6574674" y="2504442"/>
                </a:cubicBezTo>
                <a:cubicBezTo>
                  <a:pt x="6574674" y="2474533"/>
                  <a:pt x="6598920" y="2450287"/>
                  <a:pt x="6628829" y="2450287"/>
                </a:cubicBezTo>
                <a:close/>
                <a:moveTo>
                  <a:pt x="6550694" y="2450287"/>
                </a:moveTo>
                <a:cubicBezTo>
                  <a:pt x="6554967" y="2450287"/>
                  <a:pt x="6558431" y="2453751"/>
                  <a:pt x="6558431" y="2458024"/>
                </a:cubicBezTo>
                <a:lnTo>
                  <a:pt x="6558431" y="2550860"/>
                </a:lnTo>
                <a:cubicBezTo>
                  <a:pt x="6558431" y="2555133"/>
                  <a:pt x="6554967" y="2558597"/>
                  <a:pt x="6550694" y="2558597"/>
                </a:cubicBezTo>
                <a:lnTo>
                  <a:pt x="6542958" y="2550861"/>
                </a:lnTo>
                <a:cubicBezTo>
                  <a:pt x="6542958" y="2519915"/>
                  <a:pt x="6542957" y="2488970"/>
                  <a:pt x="6542957" y="2458024"/>
                </a:cubicBezTo>
                <a:cubicBezTo>
                  <a:pt x="6542957" y="2453751"/>
                  <a:pt x="6546421" y="2450287"/>
                  <a:pt x="6550694" y="2450287"/>
                </a:cubicBezTo>
                <a:close/>
                <a:moveTo>
                  <a:pt x="6472559" y="2450287"/>
                </a:moveTo>
                <a:cubicBezTo>
                  <a:pt x="6502468" y="2450287"/>
                  <a:pt x="6526714" y="2474533"/>
                  <a:pt x="6526714" y="2504442"/>
                </a:cubicBezTo>
                <a:cubicBezTo>
                  <a:pt x="6526714" y="2534351"/>
                  <a:pt x="6502468" y="2558597"/>
                  <a:pt x="6472559" y="2558597"/>
                </a:cubicBezTo>
                <a:cubicBezTo>
                  <a:pt x="6442650" y="2558597"/>
                  <a:pt x="6418404" y="2534351"/>
                  <a:pt x="6418404" y="2504442"/>
                </a:cubicBezTo>
                <a:cubicBezTo>
                  <a:pt x="6418404" y="2474533"/>
                  <a:pt x="6442650" y="2450287"/>
                  <a:pt x="6472559" y="2450287"/>
                </a:cubicBezTo>
                <a:close/>
                <a:moveTo>
                  <a:pt x="6348005" y="2450287"/>
                </a:moveTo>
                <a:cubicBezTo>
                  <a:pt x="6377914" y="2450287"/>
                  <a:pt x="6402160" y="2474533"/>
                  <a:pt x="6402160" y="2504442"/>
                </a:cubicBezTo>
                <a:cubicBezTo>
                  <a:pt x="6402160" y="2534351"/>
                  <a:pt x="6377914" y="2558597"/>
                  <a:pt x="6348005" y="2558597"/>
                </a:cubicBezTo>
                <a:cubicBezTo>
                  <a:pt x="6318096" y="2558597"/>
                  <a:pt x="6293850" y="2534351"/>
                  <a:pt x="6293850" y="2504442"/>
                </a:cubicBezTo>
                <a:cubicBezTo>
                  <a:pt x="6293850" y="2474533"/>
                  <a:pt x="6318096" y="2450287"/>
                  <a:pt x="6348005" y="2450287"/>
                </a:cubicBezTo>
                <a:close/>
                <a:moveTo>
                  <a:pt x="6269869" y="2450287"/>
                </a:moveTo>
                <a:cubicBezTo>
                  <a:pt x="6274142" y="2450287"/>
                  <a:pt x="6277606" y="2453751"/>
                  <a:pt x="6277606" y="2458024"/>
                </a:cubicBezTo>
                <a:lnTo>
                  <a:pt x="6277606" y="2550860"/>
                </a:lnTo>
                <a:cubicBezTo>
                  <a:pt x="6277606" y="2555133"/>
                  <a:pt x="6274142" y="2558597"/>
                  <a:pt x="6269869" y="2558597"/>
                </a:cubicBezTo>
                <a:lnTo>
                  <a:pt x="6262133" y="2550861"/>
                </a:lnTo>
                <a:cubicBezTo>
                  <a:pt x="6262133" y="2519915"/>
                  <a:pt x="6262132" y="2488970"/>
                  <a:pt x="6262132" y="2458024"/>
                </a:cubicBezTo>
                <a:cubicBezTo>
                  <a:pt x="6262132" y="2453751"/>
                  <a:pt x="6265596" y="2450287"/>
                  <a:pt x="6269869" y="2450287"/>
                </a:cubicBezTo>
                <a:close/>
                <a:moveTo>
                  <a:pt x="6191734" y="2450287"/>
                </a:moveTo>
                <a:cubicBezTo>
                  <a:pt x="6221643" y="2450287"/>
                  <a:pt x="6245889" y="2474533"/>
                  <a:pt x="6245889" y="2504442"/>
                </a:cubicBezTo>
                <a:cubicBezTo>
                  <a:pt x="6245889" y="2534351"/>
                  <a:pt x="6221643" y="2558597"/>
                  <a:pt x="6191734" y="2558597"/>
                </a:cubicBezTo>
                <a:cubicBezTo>
                  <a:pt x="6161825" y="2558597"/>
                  <a:pt x="6137579" y="2534351"/>
                  <a:pt x="6137579" y="2504442"/>
                </a:cubicBezTo>
                <a:cubicBezTo>
                  <a:pt x="6137579" y="2474533"/>
                  <a:pt x="6161825" y="2450287"/>
                  <a:pt x="6191734" y="2450287"/>
                </a:cubicBezTo>
                <a:close/>
                <a:moveTo>
                  <a:pt x="6113599" y="2450287"/>
                </a:moveTo>
                <a:cubicBezTo>
                  <a:pt x="6117872" y="2450287"/>
                  <a:pt x="6121336" y="2453751"/>
                  <a:pt x="6121336" y="2458024"/>
                </a:cubicBezTo>
                <a:lnTo>
                  <a:pt x="6121336" y="2550860"/>
                </a:lnTo>
                <a:cubicBezTo>
                  <a:pt x="6121336" y="2555133"/>
                  <a:pt x="6117872" y="2558597"/>
                  <a:pt x="6113599" y="2558597"/>
                </a:cubicBezTo>
                <a:lnTo>
                  <a:pt x="6105863" y="2550861"/>
                </a:lnTo>
                <a:cubicBezTo>
                  <a:pt x="6105863" y="2519915"/>
                  <a:pt x="6105862" y="2488970"/>
                  <a:pt x="6105862" y="2458024"/>
                </a:cubicBezTo>
                <a:cubicBezTo>
                  <a:pt x="6105862" y="2453751"/>
                  <a:pt x="6109326" y="2450287"/>
                  <a:pt x="6113599" y="2450287"/>
                </a:cubicBezTo>
                <a:close/>
                <a:moveTo>
                  <a:pt x="6035464" y="2450287"/>
                </a:moveTo>
                <a:cubicBezTo>
                  <a:pt x="6065373" y="2450287"/>
                  <a:pt x="6089619" y="2474533"/>
                  <a:pt x="6089619" y="2504442"/>
                </a:cubicBezTo>
                <a:cubicBezTo>
                  <a:pt x="6089619" y="2534351"/>
                  <a:pt x="6065373" y="2558597"/>
                  <a:pt x="6035464" y="2558597"/>
                </a:cubicBezTo>
                <a:cubicBezTo>
                  <a:pt x="6005555" y="2558597"/>
                  <a:pt x="5981309" y="2534351"/>
                  <a:pt x="5981309" y="2504442"/>
                </a:cubicBezTo>
                <a:cubicBezTo>
                  <a:pt x="5981309" y="2474533"/>
                  <a:pt x="6005555" y="2450287"/>
                  <a:pt x="6035464" y="2450287"/>
                </a:cubicBezTo>
                <a:close/>
                <a:moveTo>
                  <a:pt x="5910910" y="2450287"/>
                </a:moveTo>
                <a:cubicBezTo>
                  <a:pt x="5940819" y="2450287"/>
                  <a:pt x="5965065" y="2474533"/>
                  <a:pt x="5965065" y="2504442"/>
                </a:cubicBezTo>
                <a:cubicBezTo>
                  <a:pt x="5965065" y="2534351"/>
                  <a:pt x="5940819" y="2558597"/>
                  <a:pt x="5910910" y="2558597"/>
                </a:cubicBezTo>
                <a:cubicBezTo>
                  <a:pt x="5881001" y="2558597"/>
                  <a:pt x="5856755" y="2534351"/>
                  <a:pt x="5856755" y="2504442"/>
                </a:cubicBezTo>
                <a:cubicBezTo>
                  <a:pt x="5856755" y="2474533"/>
                  <a:pt x="5881001" y="2450287"/>
                  <a:pt x="5910910" y="2450287"/>
                </a:cubicBezTo>
                <a:close/>
                <a:moveTo>
                  <a:pt x="5832775" y="2450287"/>
                </a:moveTo>
                <a:cubicBezTo>
                  <a:pt x="5837048" y="2450287"/>
                  <a:pt x="5840512" y="2453751"/>
                  <a:pt x="5840512" y="2458024"/>
                </a:cubicBezTo>
                <a:lnTo>
                  <a:pt x="5840512" y="2550860"/>
                </a:lnTo>
                <a:cubicBezTo>
                  <a:pt x="5840512" y="2555133"/>
                  <a:pt x="5837048" y="2558597"/>
                  <a:pt x="5832775" y="2558597"/>
                </a:cubicBezTo>
                <a:lnTo>
                  <a:pt x="5825039" y="2550861"/>
                </a:lnTo>
                <a:cubicBezTo>
                  <a:pt x="5825039" y="2519915"/>
                  <a:pt x="5825038" y="2488970"/>
                  <a:pt x="5825038" y="2458024"/>
                </a:cubicBezTo>
                <a:cubicBezTo>
                  <a:pt x="5825038" y="2453751"/>
                  <a:pt x="5828502" y="2450287"/>
                  <a:pt x="5832775" y="2450287"/>
                </a:cubicBezTo>
                <a:close/>
                <a:moveTo>
                  <a:pt x="5801058" y="2450287"/>
                </a:moveTo>
                <a:cubicBezTo>
                  <a:pt x="5805331" y="2450287"/>
                  <a:pt x="5808795" y="2453751"/>
                  <a:pt x="5808795" y="2458024"/>
                </a:cubicBezTo>
                <a:lnTo>
                  <a:pt x="5808795" y="2550860"/>
                </a:lnTo>
                <a:cubicBezTo>
                  <a:pt x="5808795" y="2555133"/>
                  <a:pt x="5805331" y="2558597"/>
                  <a:pt x="5801058" y="2558597"/>
                </a:cubicBezTo>
                <a:lnTo>
                  <a:pt x="5793322" y="2550861"/>
                </a:lnTo>
                <a:cubicBezTo>
                  <a:pt x="5793322" y="2519915"/>
                  <a:pt x="5793321" y="2488970"/>
                  <a:pt x="5793321" y="2458024"/>
                </a:cubicBezTo>
                <a:cubicBezTo>
                  <a:pt x="5793321" y="2453751"/>
                  <a:pt x="5796785" y="2450287"/>
                  <a:pt x="5801058" y="2450287"/>
                </a:cubicBezTo>
                <a:close/>
                <a:moveTo>
                  <a:pt x="5722923" y="2450287"/>
                </a:moveTo>
                <a:cubicBezTo>
                  <a:pt x="5752832" y="2450287"/>
                  <a:pt x="5777078" y="2474533"/>
                  <a:pt x="5777078" y="2504442"/>
                </a:cubicBezTo>
                <a:cubicBezTo>
                  <a:pt x="5777078" y="2534351"/>
                  <a:pt x="5752832" y="2558597"/>
                  <a:pt x="5722923" y="2558597"/>
                </a:cubicBezTo>
                <a:cubicBezTo>
                  <a:pt x="5693014" y="2558597"/>
                  <a:pt x="5668768" y="2534351"/>
                  <a:pt x="5668768" y="2504442"/>
                </a:cubicBezTo>
                <a:cubicBezTo>
                  <a:pt x="5668768" y="2474533"/>
                  <a:pt x="5693014" y="2450287"/>
                  <a:pt x="5722923" y="2450287"/>
                </a:cubicBezTo>
                <a:close/>
                <a:moveTo>
                  <a:pt x="5644787" y="2450287"/>
                </a:moveTo>
                <a:cubicBezTo>
                  <a:pt x="5649060" y="2450287"/>
                  <a:pt x="5652524" y="2453751"/>
                  <a:pt x="5652524" y="2458024"/>
                </a:cubicBezTo>
                <a:lnTo>
                  <a:pt x="5652524" y="2550860"/>
                </a:lnTo>
                <a:cubicBezTo>
                  <a:pt x="5652524" y="2555133"/>
                  <a:pt x="5649060" y="2558597"/>
                  <a:pt x="5644787" y="2558597"/>
                </a:cubicBezTo>
                <a:lnTo>
                  <a:pt x="5637051" y="2550861"/>
                </a:lnTo>
                <a:cubicBezTo>
                  <a:pt x="5637051" y="2519915"/>
                  <a:pt x="5637050" y="2488970"/>
                  <a:pt x="5637050" y="2458024"/>
                </a:cubicBezTo>
                <a:cubicBezTo>
                  <a:pt x="5637050" y="2453751"/>
                  <a:pt x="5640514" y="2450287"/>
                  <a:pt x="5644787" y="2450287"/>
                </a:cubicBezTo>
                <a:close/>
                <a:moveTo>
                  <a:pt x="5566653" y="2450287"/>
                </a:moveTo>
                <a:cubicBezTo>
                  <a:pt x="5596562" y="2450287"/>
                  <a:pt x="5620808" y="2474533"/>
                  <a:pt x="5620808" y="2504442"/>
                </a:cubicBezTo>
                <a:cubicBezTo>
                  <a:pt x="5620808" y="2534351"/>
                  <a:pt x="5596562" y="2558597"/>
                  <a:pt x="5566653" y="2558597"/>
                </a:cubicBezTo>
                <a:cubicBezTo>
                  <a:pt x="5536744" y="2558597"/>
                  <a:pt x="5512498" y="2534351"/>
                  <a:pt x="5512498" y="2504442"/>
                </a:cubicBezTo>
                <a:cubicBezTo>
                  <a:pt x="5512498" y="2474533"/>
                  <a:pt x="5536744" y="2450287"/>
                  <a:pt x="5566653" y="2450287"/>
                </a:cubicBezTo>
                <a:close/>
                <a:moveTo>
                  <a:pt x="5488517" y="2450287"/>
                </a:moveTo>
                <a:cubicBezTo>
                  <a:pt x="5492790" y="2450287"/>
                  <a:pt x="5496254" y="2453751"/>
                  <a:pt x="5496254" y="2458024"/>
                </a:cubicBezTo>
                <a:lnTo>
                  <a:pt x="5496254" y="2550860"/>
                </a:lnTo>
                <a:cubicBezTo>
                  <a:pt x="5496254" y="2555133"/>
                  <a:pt x="5492790" y="2558597"/>
                  <a:pt x="5488517" y="2558597"/>
                </a:cubicBezTo>
                <a:lnTo>
                  <a:pt x="5480781" y="2550861"/>
                </a:lnTo>
                <a:cubicBezTo>
                  <a:pt x="5480781" y="2519915"/>
                  <a:pt x="5480780" y="2488970"/>
                  <a:pt x="5480780" y="2458024"/>
                </a:cubicBezTo>
                <a:cubicBezTo>
                  <a:pt x="5480780" y="2453751"/>
                  <a:pt x="5484244" y="2450287"/>
                  <a:pt x="5488517" y="2450287"/>
                </a:cubicBezTo>
                <a:close/>
                <a:moveTo>
                  <a:pt x="5410382" y="2450287"/>
                </a:moveTo>
                <a:cubicBezTo>
                  <a:pt x="5440291" y="2450287"/>
                  <a:pt x="5464537" y="2474533"/>
                  <a:pt x="5464537" y="2504442"/>
                </a:cubicBezTo>
                <a:cubicBezTo>
                  <a:pt x="5464537" y="2534351"/>
                  <a:pt x="5440291" y="2558597"/>
                  <a:pt x="5410382" y="2558597"/>
                </a:cubicBezTo>
                <a:cubicBezTo>
                  <a:pt x="5380473" y="2558597"/>
                  <a:pt x="5356227" y="2534351"/>
                  <a:pt x="5356227" y="2504442"/>
                </a:cubicBezTo>
                <a:cubicBezTo>
                  <a:pt x="5356227" y="2474533"/>
                  <a:pt x="5380473" y="2450287"/>
                  <a:pt x="5410382" y="2450287"/>
                </a:cubicBezTo>
                <a:close/>
                <a:moveTo>
                  <a:pt x="5332247" y="2450287"/>
                </a:moveTo>
                <a:cubicBezTo>
                  <a:pt x="5336520" y="2450287"/>
                  <a:pt x="5339984" y="2453751"/>
                  <a:pt x="5339984" y="2458024"/>
                </a:cubicBezTo>
                <a:lnTo>
                  <a:pt x="5339984" y="2550860"/>
                </a:lnTo>
                <a:cubicBezTo>
                  <a:pt x="5339984" y="2555133"/>
                  <a:pt x="5336520" y="2558597"/>
                  <a:pt x="5332247" y="2558597"/>
                </a:cubicBezTo>
                <a:lnTo>
                  <a:pt x="5324511" y="2550861"/>
                </a:lnTo>
                <a:cubicBezTo>
                  <a:pt x="5324511" y="2519915"/>
                  <a:pt x="5324510" y="2488970"/>
                  <a:pt x="5324510" y="2458024"/>
                </a:cubicBezTo>
                <a:cubicBezTo>
                  <a:pt x="5324510" y="2453751"/>
                  <a:pt x="5327974" y="2450287"/>
                  <a:pt x="5332247" y="2450287"/>
                </a:cubicBezTo>
                <a:close/>
                <a:moveTo>
                  <a:pt x="5254112" y="2450287"/>
                </a:moveTo>
                <a:cubicBezTo>
                  <a:pt x="5284021" y="2450287"/>
                  <a:pt x="5308267" y="2474533"/>
                  <a:pt x="5308267" y="2504442"/>
                </a:cubicBezTo>
                <a:cubicBezTo>
                  <a:pt x="5308267" y="2534351"/>
                  <a:pt x="5284021" y="2558597"/>
                  <a:pt x="5254112" y="2558597"/>
                </a:cubicBezTo>
                <a:cubicBezTo>
                  <a:pt x="5224203" y="2558597"/>
                  <a:pt x="5199957" y="2534351"/>
                  <a:pt x="5199957" y="2504442"/>
                </a:cubicBezTo>
                <a:cubicBezTo>
                  <a:pt x="5199957" y="2474533"/>
                  <a:pt x="5224203" y="2450287"/>
                  <a:pt x="5254112" y="2450287"/>
                </a:cubicBezTo>
                <a:close/>
                <a:moveTo>
                  <a:pt x="5129558" y="2450287"/>
                </a:moveTo>
                <a:cubicBezTo>
                  <a:pt x="5159467" y="2450287"/>
                  <a:pt x="5183713" y="2474533"/>
                  <a:pt x="5183713" y="2504442"/>
                </a:cubicBezTo>
                <a:cubicBezTo>
                  <a:pt x="5183713" y="2534351"/>
                  <a:pt x="5159467" y="2558597"/>
                  <a:pt x="5129558" y="2558597"/>
                </a:cubicBezTo>
                <a:cubicBezTo>
                  <a:pt x="5099649" y="2558597"/>
                  <a:pt x="5075403" y="2534351"/>
                  <a:pt x="5075403" y="2504442"/>
                </a:cubicBezTo>
                <a:cubicBezTo>
                  <a:pt x="5075403" y="2474533"/>
                  <a:pt x="5099649" y="2450287"/>
                  <a:pt x="5129558" y="2450287"/>
                </a:cubicBezTo>
                <a:close/>
                <a:moveTo>
                  <a:pt x="5051422" y="2450287"/>
                </a:moveTo>
                <a:cubicBezTo>
                  <a:pt x="5055695" y="2450287"/>
                  <a:pt x="5059159" y="2453751"/>
                  <a:pt x="5059159" y="2458024"/>
                </a:cubicBezTo>
                <a:lnTo>
                  <a:pt x="5059159" y="2550860"/>
                </a:lnTo>
                <a:cubicBezTo>
                  <a:pt x="5059159" y="2555133"/>
                  <a:pt x="5055695" y="2558597"/>
                  <a:pt x="5051422" y="2558597"/>
                </a:cubicBezTo>
                <a:lnTo>
                  <a:pt x="5043686" y="2550861"/>
                </a:lnTo>
                <a:cubicBezTo>
                  <a:pt x="5043686" y="2519915"/>
                  <a:pt x="5043685" y="2488970"/>
                  <a:pt x="5043685" y="2458024"/>
                </a:cubicBezTo>
                <a:cubicBezTo>
                  <a:pt x="5043685" y="2453751"/>
                  <a:pt x="5047149" y="2450287"/>
                  <a:pt x="5051422" y="2450287"/>
                </a:cubicBezTo>
                <a:close/>
                <a:moveTo>
                  <a:pt x="4973287" y="2450287"/>
                </a:moveTo>
                <a:cubicBezTo>
                  <a:pt x="5003196" y="2450287"/>
                  <a:pt x="5027442" y="2474533"/>
                  <a:pt x="5027442" y="2504442"/>
                </a:cubicBezTo>
                <a:cubicBezTo>
                  <a:pt x="5027442" y="2534351"/>
                  <a:pt x="5003196" y="2558597"/>
                  <a:pt x="4973287" y="2558597"/>
                </a:cubicBezTo>
                <a:cubicBezTo>
                  <a:pt x="4943378" y="2558597"/>
                  <a:pt x="4919132" y="2534351"/>
                  <a:pt x="4919132" y="2504442"/>
                </a:cubicBezTo>
                <a:cubicBezTo>
                  <a:pt x="4919132" y="2474533"/>
                  <a:pt x="4943378" y="2450287"/>
                  <a:pt x="4973287" y="2450287"/>
                </a:cubicBezTo>
                <a:close/>
                <a:moveTo>
                  <a:pt x="4895152" y="2450287"/>
                </a:moveTo>
                <a:cubicBezTo>
                  <a:pt x="4899425" y="2450287"/>
                  <a:pt x="4902889" y="2453751"/>
                  <a:pt x="4902889" y="2458024"/>
                </a:cubicBezTo>
                <a:lnTo>
                  <a:pt x="4902889" y="2550860"/>
                </a:lnTo>
                <a:cubicBezTo>
                  <a:pt x="4902889" y="2555133"/>
                  <a:pt x="4899425" y="2558597"/>
                  <a:pt x="4895152" y="2558597"/>
                </a:cubicBezTo>
                <a:lnTo>
                  <a:pt x="4887416" y="2550861"/>
                </a:lnTo>
                <a:cubicBezTo>
                  <a:pt x="4887416" y="2519915"/>
                  <a:pt x="4887415" y="2488970"/>
                  <a:pt x="4887415" y="2458024"/>
                </a:cubicBezTo>
                <a:cubicBezTo>
                  <a:pt x="4887415" y="2453751"/>
                  <a:pt x="4890879" y="2450287"/>
                  <a:pt x="4895152" y="2450287"/>
                </a:cubicBezTo>
                <a:close/>
                <a:moveTo>
                  <a:pt x="4817017" y="2450287"/>
                </a:moveTo>
                <a:cubicBezTo>
                  <a:pt x="4846926" y="2450287"/>
                  <a:pt x="4871172" y="2474533"/>
                  <a:pt x="4871172" y="2504442"/>
                </a:cubicBezTo>
                <a:cubicBezTo>
                  <a:pt x="4871172" y="2534351"/>
                  <a:pt x="4846926" y="2558597"/>
                  <a:pt x="4817017" y="2558597"/>
                </a:cubicBezTo>
                <a:cubicBezTo>
                  <a:pt x="4787108" y="2558597"/>
                  <a:pt x="4762862" y="2534351"/>
                  <a:pt x="4762862" y="2504442"/>
                </a:cubicBezTo>
                <a:cubicBezTo>
                  <a:pt x="4762862" y="2474533"/>
                  <a:pt x="4787108" y="2450287"/>
                  <a:pt x="4817017" y="2450287"/>
                </a:cubicBezTo>
                <a:close/>
                <a:moveTo>
                  <a:pt x="4692463" y="2450287"/>
                </a:moveTo>
                <a:cubicBezTo>
                  <a:pt x="4722372" y="2450287"/>
                  <a:pt x="4746618" y="2474533"/>
                  <a:pt x="4746618" y="2504442"/>
                </a:cubicBezTo>
                <a:cubicBezTo>
                  <a:pt x="4746618" y="2534351"/>
                  <a:pt x="4722372" y="2558597"/>
                  <a:pt x="4692463" y="2558597"/>
                </a:cubicBezTo>
                <a:cubicBezTo>
                  <a:pt x="4662554" y="2558597"/>
                  <a:pt x="4638308" y="2534351"/>
                  <a:pt x="4638308" y="2504442"/>
                </a:cubicBezTo>
                <a:cubicBezTo>
                  <a:pt x="4638308" y="2474533"/>
                  <a:pt x="4662554" y="2450287"/>
                  <a:pt x="4692463" y="2450287"/>
                </a:cubicBezTo>
                <a:close/>
                <a:moveTo>
                  <a:pt x="4614329" y="2450287"/>
                </a:moveTo>
                <a:cubicBezTo>
                  <a:pt x="4618602" y="2450287"/>
                  <a:pt x="4622066" y="2453751"/>
                  <a:pt x="4622066" y="2458024"/>
                </a:cubicBezTo>
                <a:cubicBezTo>
                  <a:pt x="4622066" y="2488970"/>
                  <a:pt x="4622065" y="2519915"/>
                  <a:pt x="4622065" y="2550861"/>
                </a:cubicBezTo>
                <a:lnTo>
                  <a:pt x="4614329" y="2558597"/>
                </a:lnTo>
                <a:cubicBezTo>
                  <a:pt x="4610056" y="2558597"/>
                  <a:pt x="4606592" y="2555133"/>
                  <a:pt x="4606592" y="2550860"/>
                </a:cubicBezTo>
                <a:lnTo>
                  <a:pt x="4606592" y="2458024"/>
                </a:lnTo>
                <a:cubicBezTo>
                  <a:pt x="4606592" y="2453751"/>
                  <a:pt x="4610056" y="2450287"/>
                  <a:pt x="4614329" y="2450287"/>
                </a:cubicBezTo>
                <a:close/>
                <a:moveTo>
                  <a:pt x="4536193" y="2450287"/>
                </a:moveTo>
                <a:cubicBezTo>
                  <a:pt x="4566102" y="2450287"/>
                  <a:pt x="4590348" y="2474533"/>
                  <a:pt x="4590348" y="2504442"/>
                </a:cubicBezTo>
                <a:cubicBezTo>
                  <a:pt x="4590348" y="2534351"/>
                  <a:pt x="4566102" y="2558597"/>
                  <a:pt x="4536193" y="2558597"/>
                </a:cubicBezTo>
                <a:cubicBezTo>
                  <a:pt x="4506284" y="2558597"/>
                  <a:pt x="4482038" y="2534351"/>
                  <a:pt x="4482038" y="2504442"/>
                </a:cubicBezTo>
                <a:cubicBezTo>
                  <a:pt x="4482038" y="2474533"/>
                  <a:pt x="4506284" y="2450287"/>
                  <a:pt x="4536193" y="2450287"/>
                </a:cubicBezTo>
                <a:close/>
                <a:moveTo>
                  <a:pt x="4458058" y="2450287"/>
                </a:moveTo>
                <a:cubicBezTo>
                  <a:pt x="4462331" y="2450287"/>
                  <a:pt x="4465795" y="2453751"/>
                  <a:pt x="4465795" y="2458024"/>
                </a:cubicBezTo>
                <a:cubicBezTo>
                  <a:pt x="4465795" y="2488970"/>
                  <a:pt x="4465794" y="2519915"/>
                  <a:pt x="4465794" y="2550861"/>
                </a:cubicBezTo>
                <a:lnTo>
                  <a:pt x="4458058" y="2558597"/>
                </a:lnTo>
                <a:cubicBezTo>
                  <a:pt x="4453785" y="2558597"/>
                  <a:pt x="4450321" y="2555133"/>
                  <a:pt x="4450321" y="2550860"/>
                </a:cubicBezTo>
                <a:lnTo>
                  <a:pt x="4450321" y="2458024"/>
                </a:lnTo>
                <a:cubicBezTo>
                  <a:pt x="4450321" y="2453751"/>
                  <a:pt x="4453785" y="2450287"/>
                  <a:pt x="4458058" y="2450287"/>
                </a:cubicBezTo>
                <a:close/>
                <a:moveTo>
                  <a:pt x="4379922" y="2450287"/>
                </a:moveTo>
                <a:cubicBezTo>
                  <a:pt x="4409831" y="2450287"/>
                  <a:pt x="4434077" y="2474533"/>
                  <a:pt x="4434077" y="2504442"/>
                </a:cubicBezTo>
                <a:cubicBezTo>
                  <a:pt x="4434077" y="2534351"/>
                  <a:pt x="4409831" y="2558597"/>
                  <a:pt x="4379922" y="2558597"/>
                </a:cubicBezTo>
                <a:cubicBezTo>
                  <a:pt x="4350013" y="2558597"/>
                  <a:pt x="4325767" y="2534351"/>
                  <a:pt x="4325767" y="2504442"/>
                </a:cubicBezTo>
                <a:cubicBezTo>
                  <a:pt x="4325767" y="2474533"/>
                  <a:pt x="4350013" y="2450287"/>
                  <a:pt x="4379922" y="2450287"/>
                </a:cubicBezTo>
                <a:close/>
                <a:moveTo>
                  <a:pt x="4255368" y="2450287"/>
                </a:moveTo>
                <a:cubicBezTo>
                  <a:pt x="4285277" y="2450287"/>
                  <a:pt x="4309523" y="2474533"/>
                  <a:pt x="4309523" y="2504442"/>
                </a:cubicBezTo>
                <a:cubicBezTo>
                  <a:pt x="4309523" y="2534351"/>
                  <a:pt x="4285277" y="2558597"/>
                  <a:pt x="4255368" y="2558597"/>
                </a:cubicBezTo>
                <a:cubicBezTo>
                  <a:pt x="4225459" y="2558597"/>
                  <a:pt x="4201213" y="2534351"/>
                  <a:pt x="4201213" y="2504442"/>
                </a:cubicBezTo>
                <a:cubicBezTo>
                  <a:pt x="4201213" y="2474533"/>
                  <a:pt x="4225459" y="2450287"/>
                  <a:pt x="4255368" y="2450287"/>
                </a:cubicBezTo>
                <a:close/>
                <a:moveTo>
                  <a:pt x="4177234" y="2450287"/>
                </a:moveTo>
                <a:cubicBezTo>
                  <a:pt x="4181507" y="2450287"/>
                  <a:pt x="4184971" y="2453751"/>
                  <a:pt x="4184971" y="2458024"/>
                </a:cubicBezTo>
                <a:cubicBezTo>
                  <a:pt x="4184971" y="2488970"/>
                  <a:pt x="4184970" y="2519915"/>
                  <a:pt x="4184970" y="2550861"/>
                </a:cubicBezTo>
                <a:lnTo>
                  <a:pt x="4177234" y="2558597"/>
                </a:lnTo>
                <a:cubicBezTo>
                  <a:pt x="4172961" y="2558597"/>
                  <a:pt x="4169497" y="2555133"/>
                  <a:pt x="4169497" y="2550860"/>
                </a:cubicBezTo>
                <a:lnTo>
                  <a:pt x="4169497" y="2458024"/>
                </a:lnTo>
                <a:cubicBezTo>
                  <a:pt x="4169497" y="2453751"/>
                  <a:pt x="4172961" y="2450287"/>
                  <a:pt x="4177234" y="2450287"/>
                </a:cubicBezTo>
                <a:close/>
                <a:moveTo>
                  <a:pt x="4099098" y="2450287"/>
                </a:moveTo>
                <a:cubicBezTo>
                  <a:pt x="4129007" y="2450287"/>
                  <a:pt x="4153253" y="2474533"/>
                  <a:pt x="4153253" y="2504442"/>
                </a:cubicBezTo>
                <a:cubicBezTo>
                  <a:pt x="4153253" y="2534351"/>
                  <a:pt x="4129007" y="2558597"/>
                  <a:pt x="4099098" y="2558597"/>
                </a:cubicBezTo>
                <a:cubicBezTo>
                  <a:pt x="4069189" y="2558597"/>
                  <a:pt x="4044943" y="2534351"/>
                  <a:pt x="4044943" y="2504442"/>
                </a:cubicBezTo>
                <a:cubicBezTo>
                  <a:pt x="4044943" y="2474533"/>
                  <a:pt x="4069189" y="2450287"/>
                  <a:pt x="4099098" y="2450287"/>
                </a:cubicBezTo>
                <a:close/>
                <a:moveTo>
                  <a:pt x="4020963" y="2450287"/>
                </a:moveTo>
                <a:cubicBezTo>
                  <a:pt x="4025236" y="2450287"/>
                  <a:pt x="4028700" y="2453751"/>
                  <a:pt x="4028700" y="2458024"/>
                </a:cubicBezTo>
                <a:cubicBezTo>
                  <a:pt x="4028700" y="2488970"/>
                  <a:pt x="4028699" y="2519915"/>
                  <a:pt x="4028699" y="2550861"/>
                </a:cubicBezTo>
                <a:lnTo>
                  <a:pt x="4020963" y="2558597"/>
                </a:lnTo>
                <a:cubicBezTo>
                  <a:pt x="4016690" y="2558597"/>
                  <a:pt x="4013226" y="2555133"/>
                  <a:pt x="4013226" y="2550860"/>
                </a:cubicBezTo>
                <a:lnTo>
                  <a:pt x="4013226" y="2458024"/>
                </a:lnTo>
                <a:cubicBezTo>
                  <a:pt x="4013226" y="2453751"/>
                  <a:pt x="4016690" y="2450287"/>
                  <a:pt x="4020963" y="2450287"/>
                </a:cubicBezTo>
                <a:close/>
                <a:moveTo>
                  <a:pt x="3942827" y="2450287"/>
                </a:moveTo>
                <a:cubicBezTo>
                  <a:pt x="3972736" y="2450287"/>
                  <a:pt x="3996982" y="2474533"/>
                  <a:pt x="3996982" y="2504442"/>
                </a:cubicBezTo>
                <a:cubicBezTo>
                  <a:pt x="3996982" y="2534351"/>
                  <a:pt x="3972736" y="2558597"/>
                  <a:pt x="3942827" y="2558597"/>
                </a:cubicBezTo>
                <a:cubicBezTo>
                  <a:pt x="3912918" y="2558597"/>
                  <a:pt x="3888672" y="2534351"/>
                  <a:pt x="3888672" y="2504442"/>
                </a:cubicBezTo>
                <a:cubicBezTo>
                  <a:pt x="3888672" y="2474533"/>
                  <a:pt x="3912918" y="2450287"/>
                  <a:pt x="3942827" y="2450287"/>
                </a:cubicBezTo>
                <a:close/>
                <a:moveTo>
                  <a:pt x="3864693" y="2450287"/>
                </a:moveTo>
                <a:cubicBezTo>
                  <a:pt x="3868966" y="2450287"/>
                  <a:pt x="3872430" y="2453751"/>
                  <a:pt x="3872430" y="2458024"/>
                </a:cubicBezTo>
                <a:cubicBezTo>
                  <a:pt x="3872430" y="2488970"/>
                  <a:pt x="3872429" y="2519915"/>
                  <a:pt x="3872429" y="2550861"/>
                </a:cubicBezTo>
                <a:lnTo>
                  <a:pt x="3864693" y="2558597"/>
                </a:lnTo>
                <a:cubicBezTo>
                  <a:pt x="3860420" y="2558597"/>
                  <a:pt x="3856956" y="2555133"/>
                  <a:pt x="3856956" y="2550860"/>
                </a:cubicBezTo>
                <a:lnTo>
                  <a:pt x="3856956" y="2458024"/>
                </a:lnTo>
                <a:cubicBezTo>
                  <a:pt x="3856956" y="2453751"/>
                  <a:pt x="3860420" y="2450287"/>
                  <a:pt x="3864693" y="2450287"/>
                </a:cubicBezTo>
                <a:close/>
                <a:moveTo>
                  <a:pt x="3786557" y="2450287"/>
                </a:moveTo>
                <a:cubicBezTo>
                  <a:pt x="3816466" y="2450287"/>
                  <a:pt x="3840712" y="2474533"/>
                  <a:pt x="3840712" y="2504442"/>
                </a:cubicBezTo>
                <a:cubicBezTo>
                  <a:pt x="3840712" y="2534351"/>
                  <a:pt x="3816466" y="2558597"/>
                  <a:pt x="3786557" y="2558597"/>
                </a:cubicBezTo>
                <a:cubicBezTo>
                  <a:pt x="3756648" y="2558597"/>
                  <a:pt x="3732402" y="2534351"/>
                  <a:pt x="3732402" y="2504442"/>
                </a:cubicBezTo>
                <a:cubicBezTo>
                  <a:pt x="3732402" y="2474533"/>
                  <a:pt x="3756648" y="2450287"/>
                  <a:pt x="3786557" y="2450287"/>
                </a:cubicBezTo>
                <a:close/>
                <a:moveTo>
                  <a:pt x="3708422" y="2450287"/>
                </a:moveTo>
                <a:cubicBezTo>
                  <a:pt x="3712695" y="2450287"/>
                  <a:pt x="3716159" y="2453751"/>
                  <a:pt x="3716159" y="2458024"/>
                </a:cubicBezTo>
                <a:cubicBezTo>
                  <a:pt x="3716159" y="2488970"/>
                  <a:pt x="3716158" y="2519915"/>
                  <a:pt x="3716158" y="2550861"/>
                </a:cubicBezTo>
                <a:lnTo>
                  <a:pt x="3708422" y="2558597"/>
                </a:lnTo>
                <a:cubicBezTo>
                  <a:pt x="3704149" y="2558597"/>
                  <a:pt x="3700685" y="2555133"/>
                  <a:pt x="3700685" y="2550860"/>
                </a:cubicBezTo>
                <a:lnTo>
                  <a:pt x="3700685" y="2458024"/>
                </a:lnTo>
                <a:cubicBezTo>
                  <a:pt x="3700685" y="2453751"/>
                  <a:pt x="3704149" y="2450287"/>
                  <a:pt x="3708422" y="2450287"/>
                </a:cubicBezTo>
                <a:close/>
                <a:moveTo>
                  <a:pt x="3676706" y="2450287"/>
                </a:moveTo>
                <a:cubicBezTo>
                  <a:pt x="3680979" y="2450287"/>
                  <a:pt x="3684443" y="2453751"/>
                  <a:pt x="3684443" y="2458024"/>
                </a:cubicBezTo>
                <a:cubicBezTo>
                  <a:pt x="3684443" y="2488970"/>
                  <a:pt x="3684442" y="2519915"/>
                  <a:pt x="3684442" y="2550861"/>
                </a:cubicBezTo>
                <a:lnTo>
                  <a:pt x="3676706" y="2558597"/>
                </a:lnTo>
                <a:cubicBezTo>
                  <a:pt x="3672433" y="2558597"/>
                  <a:pt x="3668969" y="2555133"/>
                  <a:pt x="3668969" y="2550860"/>
                </a:cubicBezTo>
                <a:lnTo>
                  <a:pt x="3668969" y="2458024"/>
                </a:lnTo>
                <a:cubicBezTo>
                  <a:pt x="3668969" y="2453751"/>
                  <a:pt x="3672433" y="2450287"/>
                  <a:pt x="3676706" y="2450287"/>
                </a:cubicBezTo>
                <a:close/>
                <a:moveTo>
                  <a:pt x="3598570" y="2450287"/>
                </a:moveTo>
                <a:cubicBezTo>
                  <a:pt x="3628479" y="2450287"/>
                  <a:pt x="3652725" y="2474533"/>
                  <a:pt x="3652725" y="2504442"/>
                </a:cubicBezTo>
                <a:cubicBezTo>
                  <a:pt x="3652725" y="2534351"/>
                  <a:pt x="3628479" y="2558597"/>
                  <a:pt x="3598570" y="2558597"/>
                </a:cubicBezTo>
                <a:cubicBezTo>
                  <a:pt x="3568661" y="2558597"/>
                  <a:pt x="3544415" y="2534351"/>
                  <a:pt x="3544415" y="2504442"/>
                </a:cubicBezTo>
                <a:cubicBezTo>
                  <a:pt x="3544415" y="2474533"/>
                  <a:pt x="3568661" y="2450287"/>
                  <a:pt x="3598570" y="2450287"/>
                </a:cubicBezTo>
                <a:close/>
                <a:moveTo>
                  <a:pt x="3474016" y="2450287"/>
                </a:moveTo>
                <a:cubicBezTo>
                  <a:pt x="3503925" y="2450287"/>
                  <a:pt x="3528171" y="2474533"/>
                  <a:pt x="3528171" y="2504442"/>
                </a:cubicBezTo>
                <a:cubicBezTo>
                  <a:pt x="3528171" y="2534351"/>
                  <a:pt x="3503925" y="2558597"/>
                  <a:pt x="3474016" y="2558597"/>
                </a:cubicBezTo>
                <a:cubicBezTo>
                  <a:pt x="3444107" y="2558597"/>
                  <a:pt x="3419861" y="2534351"/>
                  <a:pt x="3419861" y="2504442"/>
                </a:cubicBezTo>
                <a:cubicBezTo>
                  <a:pt x="3419861" y="2474533"/>
                  <a:pt x="3444107" y="2450287"/>
                  <a:pt x="3474016" y="2450287"/>
                </a:cubicBezTo>
                <a:close/>
                <a:moveTo>
                  <a:pt x="3395881" y="2450287"/>
                </a:moveTo>
                <a:cubicBezTo>
                  <a:pt x="3400154" y="2450287"/>
                  <a:pt x="3403618" y="2453751"/>
                  <a:pt x="3403618" y="2458024"/>
                </a:cubicBezTo>
                <a:lnTo>
                  <a:pt x="3403618" y="2550860"/>
                </a:lnTo>
                <a:cubicBezTo>
                  <a:pt x="3403618" y="2555133"/>
                  <a:pt x="3400154" y="2558597"/>
                  <a:pt x="3395881" y="2558597"/>
                </a:cubicBezTo>
                <a:lnTo>
                  <a:pt x="3388145" y="2550861"/>
                </a:lnTo>
                <a:cubicBezTo>
                  <a:pt x="3388145" y="2519915"/>
                  <a:pt x="3388144" y="2488970"/>
                  <a:pt x="3388144" y="2458024"/>
                </a:cubicBezTo>
                <a:cubicBezTo>
                  <a:pt x="3388144" y="2453751"/>
                  <a:pt x="3391608" y="2450287"/>
                  <a:pt x="3395881" y="2450287"/>
                </a:cubicBezTo>
                <a:close/>
                <a:moveTo>
                  <a:pt x="3364164" y="2450287"/>
                </a:moveTo>
                <a:cubicBezTo>
                  <a:pt x="3368437" y="2450287"/>
                  <a:pt x="3371901" y="2453751"/>
                  <a:pt x="3371901" y="2458024"/>
                </a:cubicBezTo>
                <a:lnTo>
                  <a:pt x="3371901" y="2550860"/>
                </a:lnTo>
                <a:cubicBezTo>
                  <a:pt x="3371901" y="2555133"/>
                  <a:pt x="3368437" y="2558597"/>
                  <a:pt x="3364164" y="2558597"/>
                </a:cubicBezTo>
                <a:lnTo>
                  <a:pt x="3356428" y="2550861"/>
                </a:lnTo>
                <a:cubicBezTo>
                  <a:pt x="3356428" y="2519915"/>
                  <a:pt x="3356427" y="2488970"/>
                  <a:pt x="3356427" y="2458024"/>
                </a:cubicBezTo>
                <a:cubicBezTo>
                  <a:pt x="3356427" y="2453751"/>
                  <a:pt x="3359891" y="2450287"/>
                  <a:pt x="3364164" y="2450287"/>
                </a:cubicBezTo>
                <a:close/>
                <a:moveTo>
                  <a:pt x="3286029" y="2450287"/>
                </a:moveTo>
                <a:cubicBezTo>
                  <a:pt x="3315938" y="2450287"/>
                  <a:pt x="3340184" y="2474533"/>
                  <a:pt x="3340184" y="2504442"/>
                </a:cubicBezTo>
                <a:cubicBezTo>
                  <a:pt x="3340184" y="2534351"/>
                  <a:pt x="3315938" y="2558597"/>
                  <a:pt x="3286029" y="2558597"/>
                </a:cubicBezTo>
                <a:cubicBezTo>
                  <a:pt x="3256120" y="2558597"/>
                  <a:pt x="3231874" y="2534351"/>
                  <a:pt x="3231874" y="2504442"/>
                </a:cubicBezTo>
                <a:cubicBezTo>
                  <a:pt x="3231874" y="2474533"/>
                  <a:pt x="3256120" y="2450287"/>
                  <a:pt x="3286029" y="2450287"/>
                </a:cubicBezTo>
                <a:close/>
                <a:moveTo>
                  <a:pt x="3207894" y="2450287"/>
                </a:moveTo>
                <a:cubicBezTo>
                  <a:pt x="3212167" y="2450287"/>
                  <a:pt x="3215631" y="2453751"/>
                  <a:pt x="3215631" y="2458024"/>
                </a:cubicBezTo>
                <a:lnTo>
                  <a:pt x="3215631" y="2550860"/>
                </a:lnTo>
                <a:cubicBezTo>
                  <a:pt x="3215631" y="2555133"/>
                  <a:pt x="3212167" y="2558597"/>
                  <a:pt x="3207894" y="2558597"/>
                </a:cubicBezTo>
                <a:lnTo>
                  <a:pt x="3200158" y="2550861"/>
                </a:lnTo>
                <a:cubicBezTo>
                  <a:pt x="3200158" y="2519915"/>
                  <a:pt x="3200157" y="2488970"/>
                  <a:pt x="3200157" y="2458024"/>
                </a:cubicBezTo>
                <a:cubicBezTo>
                  <a:pt x="3200157" y="2453751"/>
                  <a:pt x="3203621" y="2450287"/>
                  <a:pt x="3207894" y="2450287"/>
                </a:cubicBezTo>
                <a:close/>
                <a:moveTo>
                  <a:pt x="3129759" y="2450287"/>
                </a:moveTo>
                <a:cubicBezTo>
                  <a:pt x="3159668" y="2450287"/>
                  <a:pt x="3183914" y="2474533"/>
                  <a:pt x="3183914" y="2504442"/>
                </a:cubicBezTo>
                <a:cubicBezTo>
                  <a:pt x="3183914" y="2534351"/>
                  <a:pt x="3159668" y="2558597"/>
                  <a:pt x="3129759" y="2558597"/>
                </a:cubicBezTo>
                <a:cubicBezTo>
                  <a:pt x="3099850" y="2558597"/>
                  <a:pt x="3075604" y="2534351"/>
                  <a:pt x="3075604" y="2504442"/>
                </a:cubicBezTo>
                <a:cubicBezTo>
                  <a:pt x="3075604" y="2474533"/>
                  <a:pt x="3099850" y="2450287"/>
                  <a:pt x="3129759" y="2450287"/>
                </a:cubicBezTo>
                <a:close/>
                <a:moveTo>
                  <a:pt x="3051623" y="2450287"/>
                </a:moveTo>
                <a:cubicBezTo>
                  <a:pt x="3055896" y="2450287"/>
                  <a:pt x="3059360" y="2453751"/>
                  <a:pt x="3059360" y="2458024"/>
                </a:cubicBezTo>
                <a:lnTo>
                  <a:pt x="3059360" y="2550860"/>
                </a:lnTo>
                <a:cubicBezTo>
                  <a:pt x="3059360" y="2555133"/>
                  <a:pt x="3055896" y="2558597"/>
                  <a:pt x="3051623" y="2558597"/>
                </a:cubicBezTo>
                <a:lnTo>
                  <a:pt x="3043887" y="2550861"/>
                </a:lnTo>
                <a:cubicBezTo>
                  <a:pt x="3043887" y="2519915"/>
                  <a:pt x="3043886" y="2488970"/>
                  <a:pt x="3043886" y="2458024"/>
                </a:cubicBezTo>
                <a:cubicBezTo>
                  <a:pt x="3043886" y="2453751"/>
                  <a:pt x="3047350" y="2450287"/>
                  <a:pt x="3051623" y="2450287"/>
                </a:cubicBezTo>
                <a:close/>
                <a:moveTo>
                  <a:pt x="2973488" y="2450287"/>
                </a:moveTo>
                <a:cubicBezTo>
                  <a:pt x="3003397" y="2450287"/>
                  <a:pt x="3027643" y="2474533"/>
                  <a:pt x="3027643" y="2504442"/>
                </a:cubicBezTo>
                <a:cubicBezTo>
                  <a:pt x="3027643" y="2534351"/>
                  <a:pt x="3003397" y="2558597"/>
                  <a:pt x="2973488" y="2558597"/>
                </a:cubicBezTo>
                <a:cubicBezTo>
                  <a:pt x="2943579" y="2558597"/>
                  <a:pt x="2919333" y="2534351"/>
                  <a:pt x="2919333" y="2504442"/>
                </a:cubicBezTo>
                <a:cubicBezTo>
                  <a:pt x="2919333" y="2474533"/>
                  <a:pt x="2943579" y="2450287"/>
                  <a:pt x="2973488" y="2450287"/>
                </a:cubicBezTo>
                <a:close/>
                <a:moveTo>
                  <a:pt x="2895353" y="2450287"/>
                </a:moveTo>
                <a:cubicBezTo>
                  <a:pt x="2899626" y="2450287"/>
                  <a:pt x="2903090" y="2453751"/>
                  <a:pt x="2903090" y="2458024"/>
                </a:cubicBezTo>
                <a:lnTo>
                  <a:pt x="2903090" y="2550860"/>
                </a:lnTo>
                <a:cubicBezTo>
                  <a:pt x="2903090" y="2555133"/>
                  <a:pt x="2899626" y="2558597"/>
                  <a:pt x="2895353" y="2558597"/>
                </a:cubicBezTo>
                <a:lnTo>
                  <a:pt x="2887617" y="2550861"/>
                </a:lnTo>
                <a:cubicBezTo>
                  <a:pt x="2887617" y="2519915"/>
                  <a:pt x="2887616" y="2488970"/>
                  <a:pt x="2887616" y="2458024"/>
                </a:cubicBezTo>
                <a:cubicBezTo>
                  <a:pt x="2887616" y="2453751"/>
                  <a:pt x="2891080" y="2450287"/>
                  <a:pt x="2895353" y="2450287"/>
                </a:cubicBezTo>
                <a:close/>
                <a:moveTo>
                  <a:pt x="2817218" y="2450287"/>
                </a:moveTo>
                <a:cubicBezTo>
                  <a:pt x="2847127" y="2450287"/>
                  <a:pt x="2871373" y="2474533"/>
                  <a:pt x="2871373" y="2504442"/>
                </a:cubicBezTo>
                <a:cubicBezTo>
                  <a:pt x="2871373" y="2534351"/>
                  <a:pt x="2847127" y="2558597"/>
                  <a:pt x="2817218" y="2558597"/>
                </a:cubicBezTo>
                <a:cubicBezTo>
                  <a:pt x="2787309" y="2558597"/>
                  <a:pt x="2763063" y="2534351"/>
                  <a:pt x="2763063" y="2504442"/>
                </a:cubicBezTo>
                <a:cubicBezTo>
                  <a:pt x="2763063" y="2474533"/>
                  <a:pt x="2787309" y="2450287"/>
                  <a:pt x="2817218" y="2450287"/>
                </a:cubicBezTo>
                <a:close/>
                <a:moveTo>
                  <a:pt x="2692664" y="2450287"/>
                </a:moveTo>
                <a:cubicBezTo>
                  <a:pt x="2722573" y="2450287"/>
                  <a:pt x="2746819" y="2474533"/>
                  <a:pt x="2746819" y="2504442"/>
                </a:cubicBezTo>
                <a:cubicBezTo>
                  <a:pt x="2746819" y="2534351"/>
                  <a:pt x="2722573" y="2558597"/>
                  <a:pt x="2692664" y="2558597"/>
                </a:cubicBezTo>
                <a:cubicBezTo>
                  <a:pt x="2662755" y="2558597"/>
                  <a:pt x="2638509" y="2534351"/>
                  <a:pt x="2638509" y="2504442"/>
                </a:cubicBezTo>
                <a:cubicBezTo>
                  <a:pt x="2638509" y="2474533"/>
                  <a:pt x="2662755" y="2450287"/>
                  <a:pt x="2692664" y="2450287"/>
                </a:cubicBezTo>
                <a:close/>
                <a:moveTo>
                  <a:pt x="2614528" y="2450287"/>
                </a:moveTo>
                <a:cubicBezTo>
                  <a:pt x="2618801" y="2450287"/>
                  <a:pt x="2622265" y="2453751"/>
                  <a:pt x="2622265" y="2458024"/>
                </a:cubicBezTo>
                <a:lnTo>
                  <a:pt x="2622265" y="2550860"/>
                </a:lnTo>
                <a:cubicBezTo>
                  <a:pt x="2622265" y="2555133"/>
                  <a:pt x="2618801" y="2558597"/>
                  <a:pt x="2614528" y="2558597"/>
                </a:cubicBezTo>
                <a:lnTo>
                  <a:pt x="2606792" y="2550861"/>
                </a:lnTo>
                <a:cubicBezTo>
                  <a:pt x="2606792" y="2519915"/>
                  <a:pt x="2606791" y="2488970"/>
                  <a:pt x="2606791" y="2458024"/>
                </a:cubicBezTo>
                <a:cubicBezTo>
                  <a:pt x="2606791" y="2453751"/>
                  <a:pt x="2610255" y="2450287"/>
                  <a:pt x="2614528" y="2450287"/>
                </a:cubicBezTo>
                <a:close/>
                <a:moveTo>
                  <a:pt x="2536393" y="2450287"/>
                </a:moveTo>
                <a:cubicBezTo>
                  <a:pt x="2566302" y="2450287"/>
                  <a:pt x="2590548" y="2474533"/>
                  <a:pt x="2590548" y="2504442"/>
                </a:cubicBezTo>
                <a:cubicBezTo>
                  <a:pt x="2590548" y="2534351"/>
                  <a:pt x="2566302" y="2558597"/>
                  <a:pt x="2536393" y="2558597"/>
                </a:cubicBezTo>
                <a:cubicBezTo>
                  <a:pt x="2506484" y="2558597"/>
                  <a:pt x="2482238" y="2534351"/>
                  <a:pt x="2482238" y="2504442"/>
                </a:cubicBezTo>
                <a:cubicBezTo>
                  <a:pt x="2482238" y="2474533"/>
                  <a:pt x="2506484" y="2450287"/>
                  <a:pt x="2536393" y="2450287"/>
                </a:cubicBezTo>
                <a:close/>
                <a:moveTo>
                  <a:pt x="2458258" y="2450287"/>
                </a:moveTo>
                <a:cubicBezTo>
                  <a:pt x="2462531" y="2450287"/>
                  <a:pt x="2465995" y="2453751"/>
                  <a:pt x="2465995" y="2458024"/>
                </a:cubicBezTo>
                <a:lnTo>
                  <a:pt x="2465995" y="2550860"/>
                </a:lnTo>
                <a:cubicBezTo>
                  <a:pt x="2465995" y="2555133"/>
                  <a:pt x="2462531" y="2558597"/>
                  <a:pt x="2458258" y="2558597"/>
                </a:cubicBezTo>
                <a:lnTo>
                  <a:pt x="2450522" y="2550861"/>
                </a:lnTo>
                <a:cubicBezTo>
                  <a:pt x="2450522" y="2519915"/>
                  <a:pt x="2450521" y="2488970"/>
                  <a:pt x="2450521" y="2458024"/>
                </a:cubicBezTo>
                <a:cubicBezTo>
                  <a:pt x="2450521" y="2453751"/>
                  <a:pt x="2453985" y="2450287"/>
                  <a:pt x="2458258" y="2450287"/>
                </a:cubicBezTo>
                <a:close/>
                <a:moveTo>
                  <a:pt x="2380123" y="2450287"/>
                </a:moveTo>
                <a:cubicBezTo>
                  <a:pt x="2410032" y="2450287"/>
                  <a:pt x="2434278" y="2474533"/>
                  <a:pt x="2434278" y="2504442"/>
                </a:cubicBezTo>
                <a:cubicBezTo>
                  <a:pt x="2434278" y="2534351"/>
                  <a:pt x="2410032" y="2558597"/>
                  <a:pt x="2380123" y="2558597"/>
                </a:cubicBezTo>
                <a:cubicBezTo>
                  <a:pt x="2350214" y="2558597"/>
                  <a:pt x="2325968" y="2534351"/>
                  <a:pt x="2325968" y="2504442"/>
                </a:cubicBezTo>
                <a:cubicBezTo>
                  <a:pt x="2325968" y="2474533"/>
                  <a:pt x="2350214" y="2450287"/>
                  <a:pt x="2380123" y="2450287"/>
                </a:cubicBezTo>
                <a:close/>
                <a:moveTo>
                  <a:pt x="2255569" y="2450287"/>
                </a:moveTo>
                <a:cubicBezTo>
                  <a:pt x="2285478" y="2450287"/>
                  <a:pt x="2309724" y="2474533"/>
                  <a:pt x="2309724" y="2504442"/>
                </a:cubicBezTo>
                <a:cubicBezTo>
                  <a:pt x="2309724" y="2534351"/>
                  <a:pt x="2285478" y="2558597"/>
                  <a:pt x="2255569" y="2558597"/>
                </a:cubicBezTo>
                <a:cubicBezTo>
                  <a:pt x="2225660" y="2558597"/>
                  <a:pt x="2201414" y="2534351"/>
                  <a:pt x="2201414" y="2504442"/>
                </a:cubicBezTo>
                <a:cubicBezTo>
                  <a:pt x="2201414" y="2474533"/>
                  <a:pt x="2225660" y="2450287"/>
                  <a:pt x="2255569" y="2450287"/>
                </a:cubicBezTo>
                <a:close/>
                <a:moveTo>
                  <a:pt x="2177435" y="2450287"/>
                </a:moveTo>
                <a:cubicBezTo>
                  <a:pt x="2181708" y="2450287"/>
                  <a:pt x="2185172" y="2453751"/>
                  <a:pt x="2185172" y="2458024"/>
                </a:cubicBezTo>
                <a:cubicBezTo>
                  <a:pt x="2185172" y="2488970"/>
                  <a:pt x="2185171" y="2519915"/>
                  <a:pt x="2185171" y="2550861"/>
                </a:cubicBezTo>
                <a:lnTo>
                  <a:pt x="2177435" y="2558597"/>
                </a:lnTo>
                <a:cubicBezTo>
                  <a:pt x="2173162" y="2558597"/>
                  <a:pt x="2169698" y="2555133"/>
                  <a:pt x="2169698" y="2550860"/>
                </a:cubicBezTo>
                <a:lnTo>
                  <a:pt x="2169698" y="2458024"/>
                </a:lnTo>
                <a:cubicBezTo>
                  <a:pt x="2169698" y="2453751"/>
                  <a:pt x="2173162" y="2450287"/>
                  <a:pt x="2177435" y="2450287"/>
                </a:cubicBezTo>
                <a:close/>
                <a:moveTo>
                  <a:pt x="2099299" y="2450287"/>
                </a:moveTo>
                <a:cubicBezTo>
                  <a:pt x="2129208" y="2450287"/>
                  <a:pt x="2153454" y="2474533"/>
                  <a:pt x="2153454" y="2504442"/>
                </a:cubicBezTo>
                <a:cubicBezTo>
                  <a:pt x="2153454" y="2534351"/>
                  <a:pt x="2129208" y="2558597"/>
                  <a:pt x="2099299" y="2558597"/>
                </a:cubicBezTo>
                <a:cubicBezTo>
                  <a:pt x="2069390" y="2558597"/>
                  <a:pt x="2045144" y="2534351"/>
                  <a:pt x="2045144" y="2504442"/>
                </a:cubicBezTo>
                <a:cubicBezTo>
                  <a:pt x="2045144" y="2474533"/>
                  <a:pt x="2069390" y="2450287"/>
                  <a:pt x="2099299" y="2450287"/>
                </a:cubicBezTo>
                <a:close/>
                <a:moveTo>
                  <a:pt x="2021164" y="2450287"/>
                </a:moveTo>
                <a:cubicBezTo>
                  <a:pt x="2025437" y="2450287"/>
                  <a:pt x="2028901" y="2453751"/>
                  <a:pt x="2028901" y="2458024"/>
                </a:cubicBezTo>
                <a:cubicBezTo>
                  <a:pt x="2028901" y="2488970"/>
                  <a:pt x="2028900" y="2519915"/>
                  <a:pt x="2028900" y="2550861"/>
                </a:cubicBezTo>
                <a:lnTo>
                  <a:pt x="2021164" y="2558597"/>
                </a:lnTo>
                <a:cubicBezTo>
                  <a:pt x="2016891" y="2558597"/>
                  <a:pt x="2013427" y="2555133"/>
                  <a:pt x="2013427" y="2550860"/>
                </a:cubicBezTo>
                <a:lnTo>
                  <a:pt x="2013427" y="2458024"/>
                </a:lnTo>
                <a:cubicBezTo>
                  <a:pt x="2013427" y="2453751"/>
                  <a:pt x="2016891" y="2450287"/>
                  <a:pt x="2021164" y="2450287"/>
                </a:cubicBezTo>
                <a:close/>
                <a:moveTo>
                  <a:pt x="1943028" y="2450287"/>
                </a:moveTo>
                <a:cubicBezTo>
                  <a:pt x="1972937" y="2450287"/>
                  <a:pt x="1997183" y="2474533"/>
                  <a:pt x="1997183" y="2504442"/>
                </a:cubicBezTo>
                <a:cubicBezTo>
                  <a:pt x="1997183" y="2534351"/>
                  <a:pt x="1972937" y="2558597"/>
                  <a:pt x="1943028" y="2558597"/>
                </a:cubicBezTo>
                <a:cubicBezTo>
                  <a:pt x="1913119" y="2558597"/>
                  <a:pt x="1888873" y="2534351"/>
                  <a:pt x="1888873" y="2504442"/>
                </a:cubicBezTo>
                <a:cubicBezTo>
                  <a:pt x="1888873" y="2474533"/>
                  <a:pt x="1913119" y="2450287"/>
                  <a:pt x="1943028" y="2450287"/>
                </a:cubicBezTo>
                <a:close/>
                <a:moveTo>
                  <a:pt x="1818474" y="2450287"/>
                </a:moveTo>
                <a:cubicBezTo>
                  <a:pt x="1848383" y="2450287"/>
                  <a:pt x="1872629" y="2474533"/>
                  <a:pt x="1872629" y="2504442"/>
                </a:cubicBezTo>
                <a:cubicBezTo>
                  <a:pt x="1872629" y="2534351"/>
                  <a:pt x="1848383" y="2558597"/>
                  <a:pt x="1818474" y="2558597"/>
                </a:cubicBezTo>
                <a:cubicBezTo>
                  <a:pt x="1788565" y="2558597"/>
                  <a:pt x="1764319" y="2534351"/>
                  <a:pt x="1764319" y="2504442"/>
                </a:cubicBezTo>
                <a:cubicBezTo>
                  <a:pt x="1764319" y="2474533"/>
                  <a:pt x="1788565" y="2450287"/>
                  <a:pt x="1818474" y="2450287"/>
                </a:cubicBezTo>
                <a:close/>
                <a:moveTo>
                  <a:pt x="1740340" y="2450287"/>
                </a:moveTo>
                <a:cubicBezTo>
                  <a:pt x="1744613" y="2450287"/>
                  <a:pt x="1748077" y="2453751"/>
                  <a:pt x="1748077" y="2458024"/>
                </a:cubicBezTo>
                <a:cubicBezTo>
                  <a:pt x="1748077" y="2488970"/>
                  <a:pt x="1748076" y="2519915"/>
                  <a:pt x="1748076" y="2550861"/>
                </a:cubicBezTo>
                <a:lnTo>
                  <a:pt x="1740340" y="2558597"/>
                </a:lnTo>
                <a:cubicBezTo>
                  <a:pt x="1736067" y="2558597"/>
                  <a:pt x="1732603" y="2555133"/>
                  <a:pt x="1732603" y="2550860"/>
                </a:cubicBezTo>
                <a:lnTo>
                  <a:pt x="1732603" y="2458024"/>
                </a:lnTo>
                <a:cubicBezTo>
                  <a:pt x="1732603" y="2453751"/>
                  <a:pt x="1736067" y="2450287"/>
                  <a:pt x="1740340" y="2450287"/>
                </a:cubicBezTo>
                <a:close/>
                <a:moveTo>
                  <a:pt x="1662204" y="2450287"/>
                </a:moveTo>
                <a:cubicBezTo>
                  <a:pt x="1692113" y="2450287"/>
                  <a:pt x="1716359" y="2474533"/>
                  <a:pt x="1716359" y="2504442"/>
                </a:cubicBezTo>
                <a:cubicBezTo>
                  <a:pt x="1716359" y="2534351"/>
                  <a:pt x="1692113" y="2558597"/>
                  <a:pt x="1662204" y="2558597"/>
                </a:cubicBezTo>
                <a:cubicBezTo>
                  <a:pt x="1632295" y="2558597"/>
                  <a:pt x="1608049" y="2534351"/>
                  <a:pt x="1608049" y="2504442"/>
                </a:cubicBezTo>
                <a:cubicBezTo>
                  <a:pt x="1608049" y="2474533"/>
                  <a:pt x="1632295" y="2450287"/>
                  <a:pt x="1662204" y="2450287"/>
                </a:cubicBezTo>
                <a:close/>
                <a:moveTo>
                  <a:pt x="1584069" y="2450287"/>
                </a:moveTo>
                <a:cubicBezTo>
                  <a:pt x="1588342" y="2450287"/>
                  <a:pt x="1591806" y="2453751"/>
                  <a:pt x="1591806" y="2458024"/>
                </a:cubicBezTo>
                <a:cubicBezTo>
                  <a:pt x="1591806" y="2488970"/>
                  <a:pt x="1591805" y="2519915"/>
                  <a:pt x="1591805" y="2550861"/>
                </a:cubicBezTo>
                <a:lnTo>
                  <a:pt x="1584069" y="2558597"/>
                </a:lnTo>
                <a:cubicBezTo>
                  <a:pt x="1579796" y="2558597"/>
                  <a:pt x="1576332" y="2555133"/>
                  <a:pt x="1576332" y="2550860"/>
                </a:cubicBezTo>
                <a:lnTo>
                  <a:pt x="1576332" y="2458024"/>
                </a:lnTo>
                <a:cubicBezTo>
                  <a:pt x="1576332" y="2453751"/>
                  <a:pt x="1579796" y="2450287"/>
                  <a:pt x="1584069" y="2450287"/>
                </a:cubicBezTo>
                <a:close/>
                <a:moveTo>
                  <a:pt x="1505933" y="2450287"/>
                </a:moveTo>
                <a:cubicBezTo>
                  <a:pt x="1535842" y="2450287"/>
                  <a:pt x="1560088" y="2474533"/>
                  <a:pt x="1560088" y="2504442"/>
                </a:cubicBezTo>
                <a:cubicBezTo>
                  <a:pt x="1560088" y="2534351"/>
                  <a:pt x="1535842" y="2558597"/>
                  <a:pt x="1505933" y="2558597"/>
                </a:cubicBezTo>
                <a:cubicBezTo>
                  <a:pt x="1476024" y="2558597"/>
                  <a:pt x="1451778" y="2534351"/>
                  <a:pt x="1451778" y="2504442"/>
                </a:cubicBezTo>
                <a:cubicBezTo>
                  <a:pt x="1451778" y="2474533"/>
                  <a:pt x="1476024" y="2450287"/>
                  <a:pt x="1505933" y="2450287"/>
                </a:cubicBezTo>
                <a:close/>
                <a:moveTo>
                  <a:pt x="1427799" y="2450287"/>
                </a:moveTo>
                <a:cubicBezTo>
                  <a:pt x="1432072" y="2450287"/>
                  <a:pt x="1435536" y="2453751"/>
                  <a:pt x="1435536" y="2458024"/>
                </a:cubicBezTo>
                <a:cubicBezTo>
                  <a:pt x="1435536" y="2488970"/>
                  <a:pt x="1435535" y="2519915"/>
                  <a:pt x="1435535" y="2550861"/>
                </a:cubicBezTo>
                <a:lnTo>
                  <a:pt x="1427799" y="2558597"/>
                </a:lnTo>
                <a:cubicBezTo>
                  <a:pt x="1423526" y="2558597"/>
                  <a:pt x="1420062" y="2555133"/>
                  <a:pt x="1420062" y="2550860"/>
                </a:cubicBezTo>
                <a:lnTo>
                  <a:pt x="1420062" y="2458024"/>
                </a:lnTo>
                <a:cubicBezTo>
                  <a:pt x="1420062" y="2453751"/>
                  <a:pt x="1423526" y="2450287"/>
                  <a:pt x="1427799" y="2450287"/>
                </a:cubicBezTo>
                <a:close/>
                <a:moveTo>
                  <a:pt x="1349663" y="2450287"/>
                </a:moveTo>
                <a:cubicBezTo>
                  <a:pt x="1379572" y="2450287"/>
                  <a:pt x="1403818" y="2474533"/>
                  <a:pt x="1403818" y="2504442"/>
                </a:cubicBezTo>
                <a:cubicBezTo>
                  <a:pt x="1403818" y="2534351"/>
                  <a:pt x="1379572" y="2558597"/>
                  <a:pt x="1349663" y="2558597"/>
                </a:cubicBezTo>
                <a:cubicBezTo>
                  <a:pt x="1319754" y="2558597"/>
                  <a:pt x="1295508" y="2534351"/>
                  <a:pt x="1295508" y="2504442"/>
                </a:cubicBezTo>
                <a:cubicBezTo>
                  <a:pt x="1295508" y="2474533"/>
                  <a:pt x="1319754" y="2450287"/>
                  <a:pt x="1349663" y="2450287"/>
                </a:cubicBezTo>
                <a:close/>
                <a:moveTo>
                  <a:pt x="1271528" y="2450287"/>
                </a:moveTo>
                <a:cubicBezTo>
                  <a:pt x="1275801" y="2450287"/>
                  <a:pt x="1279265" y="2453751"/>
                  <a:pt x="1279265" y="2458024"/>
                </a:cubicBezTo>
                <a:cubicBezTo>
                  <a:pt x="1279265" y="2488970"/>
                  <a:pt x="1279264" y="2519915"/>
                  <a:pt x="1279264" y="2550861"/>
                </a:cubicBezTo>
                <a:lnTo>
                  <a:pt x="1271528" y="2558597"/>
                </a:lnTo>
                <a:cubicBezTo>
                  <a:pt x="1267255" y="2558597"/>
                  <a:pt x="1263791" y="2555133"/>
                  <a:pt x="1263791" y="2550860"/>
                </a:cubicBezTo>
                <a:lnTo>
                  <a:pt x="1263791" y="2458024"/>
                </a:lnTo>
                <a:cubicBezTo>
                  <a:pt x="1263791" y="2453751"/>
                  <a:pt x="1267255" y="2450287"/>
                  <a:pt x="1271528" y="2450287"/>
                </a:cubicBezTo>
                <a:close/>
                <a:moveTo>
                  <a:pt x="1239812" y="2450287"/>
                </a:moveTo>
                <a:cubicBezTo>
                  <a:pt x="1244085" y="2450287"/>
                  <a:pt x="1247549" y="2453751"/>
                  <a:pt x="1247549" y="2458024"/>
                </a:cubicBezTo>
                <a:cubicBezTo>
                  <a:pt x="1247549" y="2488970"/>
                  <a:pt x="1247548" y="2519915"/>
                  <a:pt x="1247548" y="2550861"/>
                </a:cubicBezTo>
                <a:lnTo>
                  <a:pt x="1239812" y="2558597"/>
                </a:lnTo>
                <a:cubicBezTo>
                  <a:pt x="1235539" y="2558597"/>
                  <a:pt x="1232075" y="2555133"/>
                  <a:pt x="1232075" y="2550860"/>
                </a:cubicBezTo>
                <a:lnTo>
                  <a:pt x="1232075" y="2458024"/>
                </a:lnTo>
                <a:cubicBezTo>
                  <a:pt x="1232075" y="2453751"/>
                  <a:pt x="1235539" y="2450287"/>
                  <a:pt x="1239812" y="2450287"/>
                </a:cubicBezTo>
                <a:close/>
                <a:moveTo>
                  <a:pt x="1161676" y="2450287"/>
                </a:moveTo>
                <a:cubicBezTo>
                  <a:pt x="1191585" y="2450287"/>
                  <a:pt x="1215831" y="2474533"/>
                  <a:pt x="1215831" y="2504442"/>
                </a:cubicBezTo>
                <a:cubicBezTo>
                  <a:pt x="1215831" y="2534351"/>
                  <a:pt x="1191585" y="2558597"/>
                  <a:pt x="1161676" y="2558597"/>
                </a:cubicBezTo>
                <a:cubicBezTo>
                  <a:pt x="1131767" y="2558597"/>
                  <a:pt x="1107521" y="2534351"/>
                  <a:pt x="1107521" y="2504442"/>
                </a:cubicBezTo>
                <a:cubicBezTo>
                  <a:pt x="1107521" y="2474533"/>
                  <a:pt x="1131767" y="2450287"/>
                  <a:pt x="1161676" y="2450287"/>
                </a:cubicBezTo>
                <a:close/>
                <a:moveTo>
                  <a:pt x="1037122" y="2450287"/>
                </a:moveTo>
                <a:cubicBezTo>
                  <a:pt x="1067031" y="2450287"/>
                  <a:pt x="1091277" y="2474533"/>
                  <a:pt x="1091277" y="2504442"/>
                </a:cubicBezTo>
                <a:cubicBezTo>
                  <a:pt x="1091277" y="2534351"/>
                  <a:pt x="1067031" y="2558597"/>
                  <a:pt x="1037122" y="2558597"/>
                </a:cubicBezTo>
                <a:cubicBezTo>
                  <a:pt x="1007213" y="2558597"/>
                  <a:pt x="982967" y="2534351"/>
                  <a:pt x="982967" y="2504442"/>
                </a:cubicBezTo>
                <a:cubicBezTo>
                  <a:pt x="982967" y="2474533"/>
                  <a:pt x="1007213" y="2450287"/>
                  <a:pt x="1037122" y="2450287"/>
                </a:cubicBezTo>
                <a:close/>
                <a:moveTo>
                  <a:pt x="958988" y="2450287"/>
                </a:moveTo>
                <a:cubicBezTo>
                  <a:pt x="963261" y="2450287"/>
                  <a:pt x="966725" y="2453751"/>
                  <a:pt x="966725" y="2458024"/>
                </a:cubicBezTo>
                <a:cubicBezTo>
                  <a:pt x="966725" y="2488970"/>
                  <a:pt x="966724" y="2519915"/>
                  <a:pt x="966724" y="2550861"/>
                </a:cubicBezTo>
                <a:lnTo>
                  <a:pt x="958988" y="2558597"/>
                </a:lnTo>
                <a:cubicBezTo>
                  <a:pt x="954715" y="2558597"/>
                  <a:pt x="951251" y="2555133"/>
                  <a:pt x="951251" y="2550860"/>
                </a:cubicBezTo>
                <a:lnTo>
                  <a:pt x="951251" y="2458024"/>
                </a:lnTo>
                <a:cubicBezTo>
                  <a:pt x="951251" y="2453751"/>
                  <a:pt x="954715" y="2450287"/>
                  <a:pt x="958988" y="2450287"/>
                </a:cubicBezTo>
                <a:close/>
                <a:moveTo>
                  <a:pt x="880852" y="2450287"/>
                </a:moveTo>
                <a:cubicBezTo>
                  <a:pt x="910761" y="2450287"/>
                  <a:pt x="935007" y="2474533"/>
                  <a:pt x="935007" y="2504442"/>
                </a:cubicBezTo>
                <a:cubicBezTo>
                  <a:pt x="935007" y="2534351"/>
                  <a:pt x="910734" y="2558597"/>
                  <a:pt x="880852" y="2558597"/>
                </a:cubicBezTo>
                <a:cubicBezTo>
                  <a:pt x="850943" y="2558597"/>
                  <a:pt x="826697" y="2534351"/>
                  <a:pt x="826697" y="2504442"/>
                </a:cubicBezTo>
                <a:cubicBezTo>
                  <a:pt x="826697" y="2474533"/>
                  <a:pt x="850943" y="2450287"/>
                  <a:pt x="880852" y="2450287"/>
                </a:cubicBezTo>
                <a:close/>
                <a:moveTo>
                  <a:pt x="802717" y="2450287"/>
                </a:moveTo>
                <a:cubicBezTo>
                  <a:pt x="806990" y="2450287"/>
                  <a:pt x="810454" y="2453751"/>
                  <a:pt x="810454" y="2458024"/>
                </a:cubicBezTo>
                <a:cubicBezTo>
                  <a:pt x="810454" y="2488970"/>
                  <a:pt x="810453" y="2519915"/>
                  <a:pt x="810453" y="2550861"/>
                </a:cubicBezTo>
                <a:lnTo>
                  <a:pt x="802717" y="2558597"/>
                </a:lnTo>
                <a:cubicBezTo>
                  <a:pt x="798444" y="2558597"/>
                  <a:pt x="794980" y="2555133"/>
                  <a:pt x="794980" y="2550860"/>
                </a:cubicBezTo>
                <a:lnTo>
                  <a:pt x="794980" y="2458024"/>
                </a:lnTo>
                <a:cubicBezTo>
                  <a:pt x="794982" y="2453751"/>
                  <a:pt x="798444" y="2450287"/>
                  <a:pt x="802717" y="2450287"/>
                </a:cubicBezTo>
                <a:close/>
                <a:moveTo>
                  <a:pt x="724581" y="2450287"/>
                </a:moveTo>
                <a:cubicBezTo>
                  <a:pt x="754490" y="2450287"/>
                  <a:pt x="778736" y="2474533"/>
                  <a:pt x="778736" y="2504442"/>
                </a:cubicBezTo>
                <a:cubicBezTo>
                  <a:pt x="778709" y="2534351"/>
                  <a:pt x="754463" y="2558597"/>
                  <a:pt x="724581" y="2558597"/>
                </a:cubicBezTo>
                <a:cubicBezTo>
                  <a:pt x="694672" y="2558597"/>
                  <a:pt x="670426" y="2534351"/>
                  <a:pt x="670426" y="2504442"/>
                </a:cubicBezTo>
                <a:cubicBezTo>
                  <a:pt x="670426" y="2474533"/>
                  <a:pt x="694672" y="2450287"/>
                  <a:pt x="724581" y="2450287"/>
                </a:cubicBezTo>
                <a:close/>
                <a:moveTo>
                  <a:pt x="600027" y="2450287"/>
                </a:moveTo>
                <a:cubicBezTo>
                  <a:pt x="629936" y="2450287"/>
                  <a:pt x="654182" y="2474533"/>
                  <a:pt x="654182" y="2504442"/>
                </a:cubicBezTo>
                <a:cubicBezTo>
                  <a:pt x="654155" y="2534351"/>
                  <a:pt x="629909" y="2558597"/>
                  <a:pt x="600027" y="2558597"/>
                </a:cubicBezTo>
                <a:cubicBezTo>
                  <a:pt x="570118" y="2558597"/>
                  <a:pt x="545872" y="2534351"/>
                  <a:pt x="545872" y="2504442"/>
                </a:cubicBezTo>
                <a:cubicBezTo>
                  <a:pt x="545872" y="2474533"/>
                  <a:pt x="570118" y="2450287"/>
                  <a:pt x="600027" y="2450287"/>
                </a:cubicBezTo>
                <a:close/>
                <a:moveTo>
                  <a:pt x="521893" y="2450287"/>
                </a:moveTo>
                <a:cubicBezTo>
                  <a:pt x="526166" y="2450287"/>
                  <a:pt x="529630" y="2453751"/>
                  <a:pt x="529630" y="2458024"/>
                </a:cubicBezTo>
                <a:cubicBezTo>
                  <a:pt x="529630" y="2488970"/>
                  <a:pt x="529629" y="2519915"/>
                  <a:pt x="529629" y="2550861"/>
                </a:cubicBezTo>
                <a:lnTo>
                  <a:pt x="521893" y="2558597"/>
                </a:lnTo>
                <a:cubicBezTo>
                  <a:pt x="517620" y="2558597"/>
                  <a:pt x="514156" y="2555133"/>
                  <a:pt x="514156" y="2550860"/>
                </a:cubicBezTo>
                <a:lnTo>
                  <a:pt x="514156" y="2458024"/>
                </a:lnTo>
                <a:cubicBezTo>
                  <a:pt x="514158" y="2453751"/>
                  <a:pt x="517620" y="2450287"/>
                  <a:pt x="521893" y="2450287"/>
                </a:cubicBezTo>
                <a:close/>
                <a:moveTo>
                  <a:pt x="443757" y="2450287"/>
                </a:moveTo>
                <a:cubicBezTo>
                  <a:pt x="473666" y="2450287"/>
                  <a:pt x="497912" y="2474533"/>
                  <a:pt x="497912" y="2504442"/>
                </a:cubicBezTo>
                <a:cubicBezTo>
                  <a:pt x="497885" y="2534351"/>
                  <a:pt x="473639" y="2558597"/>
                  <a:pt x="443757" y="2558597"/>
                </a:cubicBezTo>
                <a:cubicBezTo>
                  <a:pt x="413848" y="2558597"/>
                  <a:pt x="389602" y="2534351"/>
                  <a:pt x="389602" y="2504442"/>
                </a:cubicBezTo>
                <a:cubicBezTo>
                  <a:pt x="389602" y="2474533"/>
                  <a:pt x="413848" y="2450287"/>
                  <a:pt x="443757" y="2450287"/>
                </a:cubicBezTo>
                <a:close/>
                <a:moveTo>
                  <a:pt x="365622" y="2450287"/>
                </a:moveTo>
                <a:cubicBezTo>
                  <a:pt x="369895" y="2450287"/>
                  <a:pt x="373359" y="2453751"/>
                  <a:pt x="373359" y="2458024"/>
                </a:cubicBezTo>
                <a:cubicBezTo>
                  <a:pt x="373359" y="2488970"/>
                  <a:pt x="373358" y="2519915"/>
                  <a:pt x="373358" y="2550861"/>
                </a:cubicBezTo>
                <a:lnTo>
                  <a:pt x="365622" y="2558597"/>
                </a:lnTo>
                <a:cubicBezTo>
                  <a:pt x="361349" y="2558597"/>
                  <a:pt x="357885" y="2555133"/>
                  <a:pt x="357885" y="2550860"/>
                </a:cubicBezTo>
                <a:lnTo>
                  <a:pt x="357885" y="2458024"/>
                </a:lnTo>
                <a:cubicBezTo>
                  <a:pt x="357887" y="2453751"/>
                  <a:pt x="361350" y="2450287"/>
                  <a:pt x="365622" y="2450287"/>
                </a:cubicBezTo>
                <a:close/>
                <a:moveTo>
                  <a:pt x="287486" y="2450287"/>
                </a:moveTo>
                <a:cubicBezTo>
                  <a:pt x="317395" y="2450287"/>
                  <a:pt x="341641" y="2474533"/>
                  <a:pt x="341641" y="2504442"/>
                </a:cubicBezTo>
                <a:cubicBezTo>
                  <a:pt x="341614" y="2534351"/>
                  <a:pt x="317381" y="2558597"/>
                  <a:pt x="287486" y="2558597"/>
                </a:cubicBezTo>
                <a:cubicBezTo>
                  <a:pt x="257577" y="2558597"/>
                  <a:pt x="233331" y="2534351"/>
                  <a:pt x="233331" y="2504442"/>
                </a:cubicBezTo>
                <a:cubicBezTo>
                  <a:pt x="233331" y="2474533"/>
                  <a:pt x="257577" y="2450287"/>
                  <a:pt x="287486" y="2450287"/>
                </a:cubicBezTo>
                <a:close/>
                <a:moveTo>
                  <a:pt x="209352" y="2450287"/>
                </a:moveTo>
                <a:cubicBezTo>
                  <a:pt x="213625" y="2450287"/>
                  <a:pt x="217089" y="2453751"/>
                  <a:pt x="217089" y="2458024"/>
                </a:cubicBezTo>
                <a:cubicBezTo>
                  <a:pt x="217089" y="2488970"/>
                  <a:pt x="217088" y="2519915"/>
                  <a:pt x="217088" y="2550861"/>
                </a:cubicBezTo>
                <a:lnTo>
                  <a:pt x="209352" y="2558597"/>
                </a:lnTo>
                <a:cubicBezTo>
                  <a:pt x="205079" y="2558597"/>
                  <a:pt x="201615" y="2555133"/>
                  <a:pt x="201615" y="2550860"/>
                </a:cubicBezTo>
                <a:lnTo>
                  <a:pt x="201615" y="2458024"/>
                </a:lnTo>
                <a:cubicBezTo>
                  <a:pt x="201617" y="2453751"/>
                  <a:pt x="205080" y="2450287"/>
                  <a:pt x="209352" y="2450287"/>
                </a:cubicBezTo>
                <a:close/>
                <a:moveTo>
                  <a:pt x="131216" y="2450287"/>
                </a:moveTo>
                <a:cubicBezTo>
                  <a:pt x="161125" y="2450287"/>
                  <a:pt x="185371" y="2474533"/>
                  <a:pt x="185371" y="2504442"/>
                </a:cubicBezTo>
                <a:cubicBezTo>
                  <a:pt x="185344" y="2534351"/>
                  <a:pt x="161111" y="2558597"/>
                  <a:pt x="131216" y="2558597"/>
                </a:cubicBezTo>
                <a:cubicBezTo>
                  <a:pt x="101307" y="2558597"/>
                  <a:pt x="77061" y="2534351"/>
                  <a:pt x="77061" y="2504442"/>
                </a:cubicBezTo>
                <a:cubicBezTo>
                  <a:pt x="77061" y="2474533"/>
                  <a:pt x="101307" y="2450287"/>
                  <a:pt x="131216" y="2450287"/>
                </a:cubicBezTo>
                <a:close/>
                <a:moveTo>
                  <a:pt x="53081" y="2450287"/>
                </a:moveTo>
                <a:cubicBezTo>
                  <a:pt x="57354" y="2450287"/>
                  <a:pt x="60818" y="2453751"/>
                  <a:pt x="60818" y="2458024"/>
                </a:cubicBezTo>
                <a:cubicBezTo>
                  <a:pt x="60818" y="2488970"/>
                  <a:pt x="60817" y="2519915"/>
                  <a:pt x="60817" y="2550861"/>
                </a:cubicBezTo>
                <a:lnTo>
                  <a:pt x="53081" y="2558597"/>
                </a:lnTo>
                <a:cubicBezTo>
                  <a:pt x="48808" y="2558597"/>
                  <a:pt x="45344" y="2555133"/>
                  <a:pt x="45344" y="2550860"/>
                </a:cubicBezTo>
                <a:lnTo>
                  <a:pt x="45344" y="2458024"/>
                </a:lnTo>
                <a:cubicBezTo>
                  <a:pt x="45346" y="2453751"/>
                  <a:pt x="48809" y="2450287"/>
                  <a:pt x="53081" y="2450287"/>
                </a:cubicBezTo>
                <a:close/>
                <a:moveTo>
                  <a:pt x="21365" y="2450287"/>
                </a:moveTo>
                <a:cubicBezTo>
                  <a:pt x="25638" y="2450287"/>
                  <a:pt x="29102" y="2453751"/>
                  <a:pt x="29102" y="2458024"/>
                </a:cubicBezTo>
                <a:cubicBezTo>
                  <a:pt x="29102" y="2488970"/>
                  <a:pt x="29101" y="2519915"/>
                  <a:pt x="29101" y="2550861"/>
                </a:cubicBezTo>
                <a:lnTo>
                  <a:pt x="21365" y="2558597"/>
                </a:lnTo>
                <a:cubicBezTo>
                  <a:pt x="17092" y="2558597"/>
                  <a:pt x="13628" y="2555133"/>
                  <a:pt x="13628" y="2550860"/>
                </a:cubicBezTo>
                <a:lnTo>
                  <a:pt x="13628" y="2458024"/>
                </a:lnTo>
                <a:cubicBezTo>
                  <a:pt x="13630" y="2453751"/>
                  <a:pt x="17093" y="2450287"/>
                  <a:pt x="21365" y="2450287"/>
                </a:cubicBezTo>
                <a:close/>
                <a:moveTo>
                  <a:pt x="9039542" y="2329236"/>
                </a:moveTo>
                <a:cubicBezTo>
                  <a:pt x="9018084" y="2329236"/>
                  <a:pt x="9000689" y="2346631"/>
                  <a:pt x="9000689" y="2368089"/>
                </a:cubicBezTo>
                <a:cubicBezTo>
                  <a:pt x="9000689" y="2389547"/>
                  <a:pt x="9018084" y="2406942"/>
                  <a:pt x="9039542" y="2406942"/>
                </a:cubicBezTo>
                <a:cubicBezTo>
                  <a:pt x="9061000" y="2406942"/>
                  <a:pt x="9078395" y="2389547"/>
                  <a:pt x="9078395" y="2368089"/>
                </a:cubicBezTo>
                <a:cubicBezTo>
                  <a:pt x="9078395" y="2346631"/>
                  <a:pt x="9061000" y="2329236"/>
                  <a:pt x="9039542" y="2329236"/>
                </a:cubicBezTo>
                <a:close/>
                <a:moveTo>
                  <a:pt x="8839973" y="2329236"/>
                </a:moveTo>
                <a:cubicBezTo>
                  <a:pt x="8818515" y="2329236"/>
                  <a:pt x="8801120" y="2346631"/>
                  <a:pt x="8801120" y="2368089"/>
                </a:cubicBezTo>
                <a:cubicBezTo>
                  <a:pt x="8801120" y="2389547"/>
                  <a:pt x="8818515" y="2406942"/>
                  <a:pt x="8839973" y="2406942"/>
                </a:cubicBezTo>
                <a:cubicBezTo>
                  <a:pt x="8861431" y="2406942"/>
                  <a:pt x="8878826" y="2389547"/>
                  <a:pt x="8878826" y="2368089"/>
                </a:cubicBezTo>
                <a:cubicBezTo>
                  <a:pt x="8878826" y="2346631"/>
                  <a:pt x="8861431" y="2329236"/>
                  <a:pt x="8839973" y="2329236"/>
                </a:cubicBezTo>
                <a:close/>
                <a:moveTo>
                  <a:pt x="8675982" y="2329236"/>
                </a:moveTo>
                <a:cubicBezTo>
                  <a:pt x="8654524" y="2329236"/>
                  <a:pt x="8637129" y="2346631"/>
                  <a:pt x="8637129" y="2368089"/>
                </a:cubicBezTo>
                <a:cubicBezTo>
                  <a:pt x="8637129" y="2389547"/>
                  <a:pt x="8654524" y="2406942"/>
                  <a:pt x="8675982" y="2406942"/>
                </a:cubicBezTo>
                <a:cubicBezTo>
                  <a:pt x="8697440" y="2406942"/>
                  <a:pt x="8714835" y="2389547"/>
                  <a:pt x="8714835" y="2368089"/>
                </a:cubicBezTo>
                <a:cubicBezTo>
                  <a:pt x="8714835" y="2346631"/>
                  <a:pt x="8697440" y="2329236"/>
                  <a:pt x="8675982" y="2329236"/>
                </a:cubicBezTo>
                <a:close/>
                <a:moveTo>
                  <a:pt x="8547567" y="2329236"/>
                </a:moveTo>
                <a:cubicBezTo>
                  <a:pt x="8526109" y="2329236"/>
                  <a:pt x="8508714" y="2346631"/>
                  <a:pt x="8508714" y="2368089"/>
                </a:cubicBezTo>
                <a:cubicBezTo>
                  <a:pt x="8508714" y="2389547"/>
                  <a:pt x="8526109" y="2406942"/>
                  <a:pt x="8547567" y="2406942"/>
                </a:cubicBezTo>
                <a:cubicBezTo>
                  <a:pt x="8569025" y="2406942"/>
                  <a:pt x="8586420" y="2389547"/>
                  <a:pt x="8586420" y="2368089"/>
                </a:cubicBezTo>
                <a:cubicBezTo>
                  <a:pt x="8586420" y="2346631"/>
                  <a:pt x="8569025" y="2329236"/>
                  <a:pt x="8547567" y="2329236"/>
                </a:cubicBezTo>
                <a:close/>
                <a:moveTo>
                  <a:pt x="8347999" y="2329236"/>
                </a:moveTo>
                <a:cubicBezTo>
                  <a:pt x="8326541" y="2329236"/>
                  <a:pt x="8309146" y="2346631"/>
                  <a:pt x="8309146" y="2368089"/>
                </a:cubicBezTo>
                <a:cubicBezTo>
                  <a:pt x="8309146" y="2389547"/>
                  <a:pt x="8326541" y="2406942"/>
                  <a:pt x="8347999" y="2406942"/>
                </a:cubicBezTo>
                <a:cubicBezTo>
                  <a:pt x="8369457" y="2406942"/>
                  <a:pt x="8386852" y="2389547"/>
                  <a:pt x="8386852" y="2368089"/>
                </a:cubicBezTo>
                <a:cubicBezTo>
                  <a:pt x="8386852" y="2346631"/>
                  <a:pt x="8369457" y="2329236"/>
                  <a:pt x="8347999" y="2329236"/>
                </a:cubicBezTo>
                <a:close/>
                <a:moveTo>
                  <a:pt x="8148430" y="2329236"/>
                </a:moveTo>
                <a:cubicBezTo>
                  <a:pt x="8126972" y="2329236"/>
                  <a:pt x="8109577" y="2346631"/>
                  <a:pt x="8109577" y="2368089"/>
                </a:cubicBezTo>
                <a:cubicBezTo>
                  <a:pt x="8109577" y="2389547"/>
                  <a:pt x="8126972" y="2406942"/>
                  <a:pt x="8148430" y="2406942"/>
                </a:cubicBezTo>
                <a:cubicBezTo>
                  <a:pt x="8169888" y="2406942"/>
                  <a:pt x="8187283" y="2389547"/>
                  <a:pt x="8187283" y="2368089"/>
                </a:cubicBezTo>
                <a:cubicBezTo>
                  <a:pt x="8187283" y="2346631"/>
                  <a:pt x="8169888" y="2329236"/>
                  <a:pt x="8148430" y="2329236"/>
                </a:cubicBezTo>
                <a:close/>
                <a:moveTo>
                  <a:pt x="7948862" y="2329236"/>
                </a:moveTo>
                <a:cubicBezTo>
                  <a:pt x="7927404" y="2329236"/>
                  <a:pt x="7910009" y="2346631"/>
                  <a:pt x="7910009" y="2368089"/>
                </a:cubicBezTo>
                <a:cubicBezTo>
                  <a:pt x="7910009" y="2389547"/>
                  <a:pt x="7927404" y="2406942"/>
                  <a:pt x="7948862" y="2406942"/>
                </a:cubicBezTo>
                <a:cubicBezTo>
                  <a:pt x="7970320" y="2406942"/>
                  <a:pt x="7987715" y="2389547"/>
                  <a:pt x="7987715" y="2368089"/>
                </a:cubicBezTo>
                <a:cubicBezTo>
                  <a:pt x="7987715" y="2346631"/>
                  <a:pt x="7970320" y="2329236"/>
                  <a:pt x="7948862" y="2329236"/>
                </a:cubicBezTo>
                <a:close/>
                <a:moveTo>
                  <a:pt x="7820447" y="2329236"/>
                </a:moveTo>
                <a:cubicBezTo>
                  <a:pt x="7798989" y="2329236"/>
                  <a:pt x="7781594" y="2346631"/>
                  <a:pt x="7781594" y="2368089"/>
                </a:cubicBezTo>
                <a:cubicBezTo>
                  <a:pt x="7781594" y="2389547"/>
                  <a:pt x="7798989" y="2406942"/>
                  <a:pt x="7820447" y="2406942"/>
                </a:cubicBezTo>
                <a:cubicBezTo>
                  <a:pt x="7841905" y="2406942"/>
                  <a:pt x="7859300" y="2389547"/>
                  <a:pt x="7859300" y="2368089"/>
                </a:cubicBezTo>
                <a:cubicBezTo>
                  <a:pt x="7859300" y="2346631"/>
                  <a:pt x="7841905" y="2329236"/>
                  <a:pt x="7820447" y="2329236"/>
                </a:cubicBezTo>
                <a:close/>
                <a:moveTo>
                  <a:pt x="7620879" y="2329236"/>
                </a:moveTo>
                <a:cubicBezTo>
                  <a:pt x="7599421" y="2329236"/>
                  <a:pt x="7582026" y="2346631"/>
                  <a:pt x="7582026" y="2368089"/>
                </a:cubicBezTo>
                <a:cubicBezTo>
                  <a:pt x="7582026" y="2389547"/>
                  <a:pt x="7599421" y="2406942"/>
                  <a:pt x="7620879" y="2406942"/>
                </a:cubicBezTo>
                <a:cubicBezTo>
                  <a:pt x="7642337" y="2406942"/>
                  <a:pt x="7659732" y="2389547"/>
                  <a:pt x="7659732" y="2368089"/>
                </a:cubicBezTo>
                <a:cubicBezTo>
                  <a:pt x="7659732" y="2346631"/>
                  <a:pt x="7642337" y="2329236"/>
                  <a:pt x="7620879" y="2329236"/>
                </a:cubicBezTo>
                <a:close/>
                <a:moveTo>
                  <a:pt x="7456887" y="2329236"/>
                </a:moveTo>
                <a:cubicBezTo>
                  <a:pt x="7435429" y="2329236"/>
                  <a:pt x="7418034" y="2346631"/>
                  <a:pt x="7418034" y="2368089"/>
                </a:cubicBezTo>
                <a:cubicBezTo>
                  <a:pt x="7418034" y="2389547"/>
                  <a:pt x="7435429" y="2406942"/>
                  <a:pt x="7456887" y="2406942"/>
                </a:cubicBezTo>
                <a:cubicBezTo>
                  <a:pt x="7478345" y="2406942"/>
                  <a:pt x="7495740" y="2389547"/>
                  <a:pt x="7495740" y="2368089"/>
                </a:cubicBezTo>
                <a:cubicBezTo>
                  <a:pt x="7495740" y="2346631"/>
                  <a:pt x="7478345" y="2329236"/>
                  <a:pt x="7456887" y="2329236"/>
                </a:cubicBezTo>
                <a:close/>
                <a:moveTo>
                  <a:pt x="7292896" y="2329236"/>
                </a:moveTo>
                <a:cubicBezTo>
                  <a:pt x="7271438" y="2329236"/>
                  <a:pt x="7254043" y="2346631"/>
                  <a:pt x="7254043" y="2368089"/>
                </a:cubicBezTo>
                <a:cubicBezTo>
                  <a:pt x="7254043" y="2389547"/>
                  <a:pt x="7271438" y="2406942"/>
                  <a:pt x="7292896" y="2406942"/>
                </a:cubicBezTo>
                <a:cubicBezTo>
                  <a:pt x="7314354" y="2406942"/>
                  <a:pt x="7331749" y="2389547"/>
                  <a:pt x="7331749" y="2368089"/>
                </a:cubicBezTo>
                <a:cubicBezTo>
                  <a:pt x="7331749" y="2346631"/>
                  <a:pt x="7314354" y="2329236"/>
                  <a:pt x="7292896" y="2329236"/>
                </a:cubicBezTo>
                <a:close/>
                <a:moveTo>
                  <a:pt x="7058230" y="2329236"/>
                </a:moveTo>
                <a:cubicBezTo>
                  <a:pt x="7036772" y="2329236"/>
                  <a:pt x="7019377" y="2346631"/>
                  <a:pt x="7019377" y="2368089"/>
                </a:cubicBezTo>
                <a:cubicBezTo>
                  <a:pt x="7019377" y="2389547"/>
                  <a:pt x="7036772" y="2406942"/>
                  <a:pt x="7058230" y="2406942"/>
                </a:cubicBezTo>
                <a:cubicBezTo>
                  <a:pt x="7079688" y="2406942"/>
                  <a:pt x="7097083" y="2389547"/>
                  <a:pt x="7097083" y="2368089"/>
                </a:cubicBezTo>
                <a:cubicBezTo>
                  <a:pt x="7097083" y="2346631"/>
                  <a:pt x="7079688" y="2329236"/>
                  <a:pt x="7058230" y="2329236"/>
                </a:cubicBezTo>
                <a:close/>
                <a:moveTo>
                  <a:pt x="6929816" y="2329236"/>
                </a:moveTo>
                <a:cubicBezTo>
                  <a:pt x="6908358" y="2329236"/>
                  <a:pt x="6890963" y="2346631"/>
                  <a:pt x="6890963" y="2368089"/>
                </a:cubicBezTo>
                <a:cubicBezTo>
                  <a:pt x="6890963" y="2389547"/>
                  <a:pt x="6908358" y="2406942"/>
                  <a:pt x="6929816" y="2406942"/>
                </a:cubicBezTo>
                <a:cubicBezTo>
                  <a:pt x="6951274" y="2406942"/>
                  <a:pt x="6968669" y="2389547"/>
                  <a:pt x="6968669" y="2368089"/>
                </a:cubicBezTo>
                <a:cubicBezTo>
                  <a:pt x="6968669" y="2346631"/>
                  <a:pt x="6951274" y="2329236"/>
                  <a:pt x="6929816" y="2329236"/>
                </a:cubicBezTo>
                <a:close/>
                <a:moveTo>
                  <a:pt x="6765824" y="2329236"/>
                </a:moveTo>
                <a:cubicBezTo>
                  <a:pt x="6744366" y="2329236"/>
                  <a:pt x="6726971" y="2346631"/>
                  <a:pt x="6726971" y="2368089"/>
                </a:cubicBezTo>
                <a:cubicBezTo>
                  <a:pt x="6726971" y="2389547"/>
                  <a:pt x="6744366" y="2406942"/>
                  <a:pt x="6765824" y="2406942"/>
                </a:cubicBezTo>
                <a:cubicBezTo>
                  <a:pt x="6787282" y="2406942"/>
                  <a:pt x="6804677" y="2389547"/>
                  <a:pt x="6804677" y="2368089"/>
                </a:cubicBezTo>
                <a:cubicBezTo>
                  <a:pt x="6804677" y="2346631"/>
                  <a:pt x="6787282" y="2329236"/>
                  <a:pt x="6765824" y="2329236"/>
                </a:cubicBezTo>
                <a:close/>
                <a:moveTo>
                  <a:pt x="6566256" y="2329236"/>
                </a:moveTo>
                <a:cubicBezTo>
                  <a:pt x="6544798" y="2329236"/>
                  <a:pt x="6527403" y="2346631"/>
                  <a:pt x="6527403" y="2368089"/>
                </a:cubicBezTo>
                <a:cubicBezTo>
                  <a:pt x="6527403" y="2389547"/>
                  <a:pt x="6544798" y="2406942"/>
                  <a:pt x="6566256" y="2406942"/>
                </a:cubicBezTo>
                <a:cubicBezTo>
                  <a:pt x="6587714" y="2406942"/>
                  <a:pt x="6605109" y="2389547"/>
                  <a:pt x="6605109" y="2368089"/>
                </a:cubicBezTo>
                <a:cubicBezTo>
                  <a:pt x="6605109" y="2346631"/>
                  <a:pt x="6587714" y="2329236"/>
                  <a:pt x="6566256" y="2329236"/>
                </a:cubicBezTo>
                <a:close/>
                <a:moveTo>
                  <a:pt x="6437841" y="2329236"/>
                </a:moveTo>
                <a:cubicBezTo>
                  <a:pt x="6416383" y="2329236"/>
                  <a:pt x="6398988" y="2346631"/>
                  <a:pt x="6398988" y="2368089"/>
                </a:cubicBezTo>
                <a:cubicBezTo>
                  <a:pt x="6398988" y="2389547"/>
                  <a:pt x="6416383" y="2406942"/>
                  <a:pt x="6437841" y="2406942"/>
                </a:cubicBezTo>
                <a:cubicBezTo>
                  <a:pt x="6459299" y="2406942"/>
                  <a:pt x="6476694" y="2389547"/>
                  <a:pt x="6476694" y="2368089"/>
                </a:cubicBezTo>
                <a:cubicBezTo>
                  <a:pt x="6476694" y="2346631"/>
                  <a:pt x="6459299" y="2329236"/>
                  <a:pt x="6437841" y="2329236"/>
                </a:cubicBezTo>
                <a:close/>
                <a:moveTo>
                  <a:pt x="6238272" y="2329236"/>
                </a:moveTo>
                <a:cubicBezTo>
                  <a:pt x="6216814" y="2329236"/>
                  <a:pt x="6199419" y="2346631"/>
                  <a:pt x="6199419" y="2368089"/>
                </a:cubicBezTo>
                <a:cubicBezTo>
                  <a:pt x="6199419" y="2389547"/>
                  <a:pt x="6216814" y="2406942"/>
                  <a:pt x="6238272" y="2406942"/>
                </a:cubicBezTo>
                <a:cubicBezTo>
                  <a:pt x="6259730" y="2406942"/>
                  <a:pt x="6277125" y="2389547"/>
                  <a:pt x="6277125" y="2368089"/>
                </a:cubicBezTo>
                <a:cubicBezTo>
                  <a:pt x="6277125" y="2346631"/>
                  <a:pt x="6259730" y="2329236"/>
                  <a:pt x="6238272" y="2329236"/>
                </a:cubicBezTo>
                <a:close/>
                <a:moveTo>
                  <a:pt x="6038704" y="2329236"/>
                </a:moveTo>
                <a:cubicBezTo>
                  <a:pt x="6017246" y="2329236"/>
                  <a:pt x="5999851" y="2346631"/>
                  <a:pt x="5999851" y="2368089"/>
                </a:cubicBezTo>
                <a:cubicBezTo>
                  <a:pt x="5999851" y="2389547"/>
                  <a:pt x="6017246" y="2406942"/>
                  <a:pt x="6038704" y="2406942"/>
                </a:cubicBezTo>
                <a:cubicBezTo>
                  <a:pt x="6060162" y="2406942"/>
                  <a:pt x="6077557" y="2389547"/>
                  <a:pt x="6077557" y="2368089"/>
                </a:cubicBezTo>
                <a:cubicBezTo>
                  <a:pt x="6077557" y="2346631"/>
                  <a:pt x="6060162" y="2329236"/>
                  <a:pt x="6038704" y="2329236"/>
                </a:cubicBezTo>
                <a:close/>
                <a:moveTo>
                  <a:pt x="5839135" y="2329236"/>
                </a:moveTo>
                <a:cubicBezTo>
                  <a:pt x="5817677" y="2329236"/>
                  <a:pt x="5800282" y="2346631"/>
                  <a:pt x="5800282" y="2368089"/>
                </a:cubicBezTo>
                <a:cubicBezTo>
                  <a:pt x="5800282" y="2389547"/>
                  <a:pt x="5817677" y="2406942"/>
                  <a:pt x="5839135" y="2406942"/>
                </a:cubicBezTo>
                <a:cubicBezTo>
                  <a:pt x="5860593" y="2406942"/>
                  <a:pt x="5877988" y="2389547"/>
                  <a:pt x="5877988" y="2368089"/>
                </a:cubicBezTo>
                <a:cubicBezTo>
                  <a:pt x="5877988" y="2346631"/>
                  <a:pt x="5860593" y="2329236"/>
                  <a:pt x="5839135" y="2329236"/>
                </a:cubicBezTo>
                <a:close/>
                <a:moveTo>
                  <a:pt x="5710721" y="2329236"/>
                </a:moveTo>
                <a:cubicBezTo>
                  <a:pt x="5689263" y="2329236"/>
                  <a:pt x="5671868" y="2346631"/>
                  <a:pt x="5671868" y="2368089"/>
                </a:cubicBezTo>
                <a:cubicBezTo>
                  <a:pt x="5671868" y="2389547"/>
                  <a:pt x="5689263" y="2406942"/>
                  <a:pt x="5710721" y="2406942"/>
                </a:cubicBezTo>
                <a:cubicBezTo>
                  <a:pt x="5732179" y="2406942"/>
                  <a:pt x="5749574" y="2389547"/>
                  <a:pt x="5749574" y="2368089"/>
                </a:cubicBezTo>
                <a:cubicBezTo>
                  <a:pt x="5749574" y="2346631"/>
                  <a:pt x="5732179" y="2329236"/>
                  <a:pt x="5710721" y="2329236"/>
                </a:cubicBezTo>
                <a:close/>
                <a:moveTo>
                  <a:pt x="5546730" y="2329236"/>
                </a:moveTo>
                <a:cubicBezTo>
                  <a:pt x="5525272" y="2329236"/>
                  <a:pt x="5507877" y="2346631"/>
                  <a:pt x="5507877" y="2368089"/>
                </a:cubicBezTo>
                <a:cubicBezTo>
                  <a:pt x="5507877" y="2389547"/>
                  <a:pt x="5525272" y="2406942"/>
                  <a:pt x="5546730" y="2406942"/>
                </a:cubicBezTo>
                <a:cubicBezTo>
                  <a:pt x="5568188" y="2406942"/>
                  <a:pt x="5585583" y="2389547"/>
                  <a:pt x="5585583" y="2368089"/>
                </a:cubicBezTo>
                <a:cubicBezTo>
                  <a:pt x="5585583" y="2346631"/>
                  <a:pt x="5568188" y="2329236"/>
                  <a:pt x="5546730" y="2329236"/>
                </a:cubicBezTo>
                <a:close/>
                <a:moveTo>
                  <a:pt x="5347161" y="2329236"/>
                </a:moveTo>
                <a:cubicBezTo>
                  <a:pt x="5325703" y="2329236"/>
                  <a:pt x="5308308" y="2346631"/>
                  <a:pt x="5308308" y="2368089"/>
                </a:cubicBezTo>
                <a:cubicBezTo>
                  <a:pt x="5308308" y="2389547"/>
                  <a:pt x="5325703" y="2406942"/>
                  <a:pt x="5347161" y="2406942"/>
                </a:cubicBezTo>
                <a:cubicBezTo>
                  <a:pt x="5368619" y="2406942"/>
                  <a:pt x="5386014" y="2389547"/>
                  <a:pt x="5386014" y="2368089"/>
                </a:cubicBezTo>
                <a:cubicBezTo>
                  <a:pt x="5386014" y="2346631"/>
                  <a:pt x="5368619" y="2329236"/>
                  <a:pt x="5347161" y="2329236"/>
                </a:cubicBezTo>
                <a:close/>
                <a:moveTo>
                  <a:pt x="5218746" y="2329236"/>
                </a:moveTo>
                <a:cubicBezTo>
                  <a:pt x="5197288" y="2329236"/>
                  <a:pt x="5179893" y="2346631"/>
                  <a:pt x="5179893" y="2368089"/>
                </a:cubicBezTo>
                <a:cubicBezTo>
                  <a:pt x="5179893" y="2389547"/>
                  <a:pt x="5197288" y="2406942"/>
                  <a:pt x="5218746" y="2406942"/>
                </a:cubicBezTo>
                <a:cubicBezTo>
                  <a:pt x="5240204" y="2406942"/>
                  <a:pt x="5257599" y="2389547"/>
                  <a:pt x="5257599" y="2368089"/>
                </a:cubicBezTo>
                <a:cubicBezTo>
                  <a:pt x="5257599" y="2346631"/>
                  <a:pt x="5240204" y="2329236"/>
                  <a:pt x="5218746" y="2329236"/>
                </a:cubicBezTo>
                <a:close/>
                <a:moveTo>
                  <a:pt x="5019178" y="2329236"/>
                </a:moveTo>
                <a:cubicBezTo>
                  <a:pt x="4997720" y="2329236"/>
                  <a:pt x="4980325" y="2346631"/>
                  <a:pt x="4980325" y="2368089"/>
                </a:cubicBezTo>
                <a:cubicBezTo>
                  <a:pt x="4980325" y="2389547"/>
                  <a:pt x="4997720" y="2406942"/>
                  <a:pt x="5019178" y="2406942"/>
                </a:cubicBezTo>
                <a:cubicBezTo>
                  <a:pt x="5040636" y="2406942"/>
                  <a:pt x="5058031" y="2389547"/>
                  <a:pt x="5058031" y="2368089"/>
                </a:cubicBezTo>
                <a:cubicBezTo>
                  <a:pt x="5058031" y="2346631"/>
                  <a:pt x="5040636" y="2329236"/>
                  <a:pt x="5019178" y="2329236"/>
                </a:cubicBezTo>
                <a:close/>
                <a:moveTo>
                  <a:pt x="4819609" y="2329236"/>
                </a:moveTo>
                <a:cubicBezTo>
                  <a:pt x="4798151" y="2329236"/>
                  <a:pt x="4780756" y="2346631"/>
                  <a:pt x="4780756" y="2368089"/>
                </a:cubicBezTo>
                <a:cubicBezTo>
                  <a:pt x="4780756" y="2389547"/>
                  <a:pt x="4798151" y="2406942"/>
                  <a:pt x="4819609" y="2406942"/>
                </a:cubicBezTo>
                <a:cubicBezTo>
                  <a:pt x="4841067" y="2406942"/>
                  <a:pt x="4858462" y="2389547"/>
                  <a:pt x="4858462" y="2368089"/>
                </a:cubicBezTo>
                <a:cubicBezTo>
                  <a:pt x="4858462" y="2346631"/>
                  <a:pt x="4841067" y="2329236"/>
                  <a:pt x="4819609" y="2329236"/>
                </a:cubicBezTo>
                <a:close/>
                <a:moveTo>
                  <a:pt x="4655616" y="2329236"/>
                </a:moveTo>
                <a:cubicBezTo>
                  <a:pt x="4634158" y="2329236"/>
                  <a:pt x="4616763" y="2346631"/>
                  <a:pt x="4616763" y="2368089"/>
                </a:cubicBezTo>
                <a:cubicBezTo>
                  <a:pt x="4616763" y="2389547"/>
                  <a:pt x="4634158" y="2406942"/>
                  <a:pt x="4655616" y="2406942"/>
                </a:cubicBezTo>
                <a:cubicBezTo>
                  <a:pt x="4677074" y="2406942"/>
                  <a:pt x="4694469" y="2389547"/>
                  <a:pt x="4694469" y="2368089"/>
                </a:cubicBezTo>
                <a:cubicBezTo>
                  <a:pt x="4694469" y="2346631"/>
                  <a:pt x="4677074" y="2329236"/>
                  <a:pt x="4655616" y="2329236"/>
                </a:cubicBezTo>
                <a:close/>
                <a:moveTo>
                  <a:pt x="4491625" y="2329236"/>
                </a:moveTo>
                <a:cubicBezTo>
                  <a:pt x="4470167" y="2329236"/>
                  <a:pt x="4452772" y="2346631"/>
                  <a:pt x="4452772" y="2368089"/>
                </a:cubicBezTo>
                <a:cubicBezTo>
                  <a:pt x="4452772" y="2389547"/>
                  <a:pt x="4470167" y="2406942"/>
                  <a:pt x="4491625" y="2406942"/>
                </a:cubicBezTo>
                <a:cubicBezTo>
                  <a:pt x="4513083" y="2406942"/>
                  <a:pt x="4530478" y="2389547"/>
                  <a:pt x="4530478" y="2368089"/>
                </a:cubicBezTo>
                <a:cubicBezTo>
                  <a:pt x="4530478" y="2346631"/>
                  <a:pt x="4513083" y="2329236"/>
                  <a:pt x="4491625" y="2329236"/>
                </a:cubicBezTo>
                <a:close/>
                <a:moveTo>
                  <a:pt x="4292056" y="2329236"/>
                </a:moveTo>
                <a:cubicBezTo>
                  <a:pt x="4270598" y="2329236"/>
                  <a:pt x="4253203" y="2346631"/>
                  <a:pt x="4253203" y="2368089"/>
                </a:cubicBezTo>
                <a:cubicBezTo>
                  <a:pt x="4253203" y="2389547"/>
                  <a:pt x="4270598" y="2406942"/>
                  <a:pt x="4292056" y="2406942"/>
                </a:cubicBezTo>
                <a:cubicBezTo>
                  <a:pt x="4313514" y="2406942"/>
                  <a:pt x="4330909" y="2389547"/>
                  <a:pt x="4330909" y="2368089"/>
                </a:cubicBezTo>
                <a:cubicBezTo>
                  <a:pt x="4330909" y="2346631"/>
                  <a:pt x="4313514" y="2329236"/>
                  <a:pt x="4292056" y="2329236"/>
                </a:cubicBezTo>
                <a:close/>
                <a:moveTo>
                  <a:pt x="4163641" y="2329236"/>
                </a:moveTo>
                <a:cubicBezTo>
                  <a:pt x="4142183" y="2329236"/>
                  <a:pt x="4124788" y="2346631"/>
                  <a:pt x="4124788" y="2368089"/>
                </a:cubicBezTo>
                <a:cubicBezTo>
                  <a:pt x="4124788" y="2389547"/>
                  <a:pt x="4142183" y="2406942"/>
                  <a:pt x="4163641" y="2406942"/>
                </a:cubicBezTo>
                <a:cubicBezTo>
                  <a:pt x="4185099" y="2406942"/>
                  <a:pt x="4202494" y="2389547"/>
                  <a:pt x="4202494" y="2368089"/>
                </a:cubicBezTo>
                <a:cubicBezTo>
                  <a:pt x="4202494" y="2346631"/>
                  <a:pt x="4185099" y="2329236"/>
                  <a:pt x="4163641" y="2329236"/>
                </a:cubicBezTo>
                <a:close/>
                <a:moveTo>
                  <a:pt x="3964073" y="2329236"/>
                </a:moveTo>
                <a:cubicBezTo>
                  <a:pt x="3942615" y="2329236"/>
                  <a:pt x="3925220" y="2346631"/>
                  <a:pt x="3925220" y="2368089"/>
                </a:cubicBezTo>
                <a:cubicBezTo>
                  <a:pt x="3925220" y="2389547"/>
                  <a:pt x="3942615" y="2406942"/>
                  <a:pt x="3964073" y="2406942"/>
                </a:cubicBezTo>
                <a:cubicBezTo>
                  <a:pt x="3985531" y="2406942"/>
                  <a:pt x="4002926" y="2389547"/>
                  <a:pt x="4002926" y="2368089"/>
                </a:cubicBezTo>
                <a:cubicBezTo>
                  <a:pt x="4002926" y="2346631"/>
                  <a:pt x="3985531" y="2329236"/>
                  <a:pt x="3964073" y="2329236"/>
                </a:cubicBezTo>
                <a:close/>
                <a:moveTo>
                  <a:pt x="3764504" y="2329236"/>
                </a:moveTo>
                <a:cubicBezTo>
                  <a:pt x="3743046" y="2329236"/>
                  <a:pt x="3725651" y="2346631"/>
                  <a:pt x="3725651" y="2368089"/>
                </a:cubicBezTo>
                <a:cubicBezTo>
                  <a:pt x="3725651" y="2389547"/>
                  <a:pt x="3743046" y="2406942"/>
                  <a:pt x="3764504" y="2406942"/>
                </a:cubicBezTo>
                <a:cubicBezTo>
                  <a:pt x="3785962" y="2406942"/>
                  <a:pt x="3803357" y="2389547"/>
                  <a:pt x="3803357" y="2368089"/>
                </a:cubicBezTo>
                <a:cubicBezTo>
                  <a:pt x="3803357" y="2346631"/>
                  <a:pt x="3785962" y="2329236"/>
                  <a:pt x="3764504" y="2329236"/>
                </a:cubicBezTo>
                <a:close/>
                <a:moveTo>
                  <a:pt x="3636090" y="2329236"/>
                </a:moveTo>
                <a:cubicBezTo>
                  <a:pt x="3614632" y="2329236"/>
                  <a:pt x="3597237" y="2346631"/>
                  <a:pt x="3597237" y="2368089"/>
                </a:cubicBezTo>
                <a:cubicBezTo>
                  <a:pt x="3597237" y="2389547"/>
                  <a:pt x="3614632" y="2406942"/>
                  <a:pt x="3636090" y="2406942"/>
                </a:cubicBezTo>
                <a:cubicBezTo>
                  <a:pt x="3657548" y="2406942"/>
                  <a:pt x="3674943" y="2389547"/>
                  <a:pt x="3674943" y="2368089"/>
                </a:cubicBezTo>
                <a:cubicBezTo>
                  <a:pt x="3674943" y="2346631"/>
                  <a:pt x="3657548" y="2329236"/>
                  <a:pt x="3636090" y="2329236"/>
                </a:cubicBezTo>
                <a:close/>
                <a:moveTo>
                  <a:pt x="3400946" y="2329236"/>
                </a:moveTo>
                <a:cubicBezTo>
                  <a:pt x="3379488" y="2329236"/>
                  <a:pt x="3362093" y="2346631"/>
                  <a:pt x="3362093" y="2368089"/>
                </a:cubicBezTo>
                <a:cubicBezTo>
                  <a:pt x="3362093" y="2389547"/>
                  <a:pt x="3379488" y="2406942"/>
                  <a:pt x="3400946" y="2406942"/>
                </a:cubicBezTo>
                <a:cubicBezTo>
                  <a:pt x="3422404" y="2406942"/>
                  <a:pt x="3439799" y="2389547"/>
                  <a:pt x="3439799" y="2368089"/>
                </a:cubicBezTo>
                <a:cubicBezTo>
                  <a:pt x="3439799" y="2346631"/>
                  <a:pt x="3422404" y="2329236"/>
                  <a:pt x="3400946" y="2329236"/>
                </a:cubicBezTo>
                <a:close/>
                <a:moveTo>
                  <a:pt x="3272532" y="2329236"/>
                </a:moveTo>
                <a:cubicBezTo>
                  <a:pt x="3251074" y="2329236"/>
                  <a:pt x="3233679" y="2346631"/>
                  <a:pt x="3233679" y="2368089"/>
                </a:cubicBezTo>
                <a:cubicBezTo>
                  <a:pt x="3233679" y="2389547"/>
                  <a:pt x="3251074" y="2406942"/>
                  <a:pt x="3272532" y="2406942"/>
                </a:cubicBezTo>
                <a:cubicBezTo>
                  <a:pt x="3293990" y="2406942"/>
                  <a:pt x="3311385" y="2389547"/>
                  <a:pt x="3311385" y="2368089"/>
                </a:cubicBezTo>
                <a:cubicBezTo>
                  <a:pt x="3311385" y="2346631"/>
                  <a:pt x="3293990" y="2329236"/>
                  <a:pt x="3272532" y="2329236"/>
                </a:cubicBezTo>
                <a:close/>
                <a:moveTo>
                  <a:pt x="3108540" y="2329236"/>
                </a:moveTo>
                <a:cubicBezTo>
                  <a:pt x="3087082" y="2329236"/>
                  <a:pt x="3069687" y="2346631"/>
                  <a:pt x="3069687" y="2368089"/>
                </a:cubicBezTo>
                <a:cubicBezTo>
                  <a:pt x="3069687" y="2389547"/>
                  <a:pt x="3087082" y="2406942"/>
                  <a:pt x="3108540" y="2406942"/>
                </a:cubicBezTo>
                <a:cubicBezTo>
                  <a:pt x="3129998" y="2406942"/>
                  <a:pt x="3147393" y="2389547"/>
                  <a:pt x="3147393" y="2368089"/>
                </a:cubicBezTo>
                <a:cubicBezTo>
                  <a:pt x="3147393" y="2346631"/>
                  <a:pt x="3129998" y="2329236"/>
                  <a:pt x="3108540" y="2329236"/>
                </a:cubicBezTo>
                <a:close/>
                <a:moveTo>
                  <a:pt x="2908971" y="2329236"/>
                </a:moveTo>
                <a:cubicBezTo>
                  <a:pt x="2887513" y="2329236"/>
                  <a:pt x="2870118" y="2346631"/>
                  <a:pt x="2870118" y="2368089"/>
                </a:cubicBezTo>
                <a:cubicBezTo>
                  <a:pt x="2870118" y="2389547"/>
                  <a:pt x="2887513" y="2406942"/>
                  <a:pt x="2908971" y="2406942"/>
                </a:cubicBezTo>
                <a:cubicBezTo>
                  <a:pt x="2930429" y="2406942"/>
                  <a:pt x="2947824" y="2389547"/>
                  <a:pt x="2947824" y="2368089"/>
                </a:cubicBezTo>
                <a:cubicBezTo>
                  <a:pt x="2947824" y="2346631"/>
                  <a:pt x="2930429" y="2329236"/>
                  <a:pt x="2908971" y="2329236"/>
                </a:cubicBezTo>
                <a:close/>
                <a:moveTo>
                  <a:pt x="2780557" y="2329236"/>
                </a:moveTo>
                <a:cubicBezTo>
                  <a:pt x="2759099" y="2329236"/>
                  <a:pt x="2741704" y="2346631"/>
                  <a:pt x="2741704" y="2368089"/>
                </a:cubicBezTo>
                <a:cubicBezTo>
                  <a:pt x="2741704" y="2389547"/>
                  <a:pt x="2759099" y="2406942"/>
                  <a:pt x="2780557" y="2406942"/>
                </a:cubicBezTo>
                <a:cubicBezTo>
                  <a:pt x="2802015" y="2406942"/>
                  <a:pt x="2819410" y="2389547"/>
                  <a:pt x="2819410" y="2368089"/>
                </a:cubicBezTo>
                <a:cubicBezTo>
                  <a:pt x="2819410" y="2346631"/>
                  <a:pt x="2802015" y="2329236"/>
                  <a:pt x="2780557" y="2329236"/>
                </a:cubicBezTo>
                <a:close/>
                <a:moveTo>
                  <a:pt x="2580988" y="2329236"/>
                </a:moveTo>
                <a:cubicBezTo>
                  <a:pt x="2559530" y="2329236"/>
                  <a:pt x="2542135" y="2346631"/>
                  <a:pt x="2542135" y="2368089"/>
                </a:cubicBezTo>
                <a:cubicBezTo>
                  <a:pt x="2542135" y="2389547"/>
                  <a:pt x="2559530" y="2406942"/>
                  <a:pt x="2580988" y="2406942"/>
                </a:cubicBezTo>
                <a:cubicBezTo>
                  <a:pt x="2602446" y="2406942"/>
                  <a:pt x="2619841" y="2389547"/>
                  <a:pt x="2619841" y="2368089"/>
                </a:cubicBezTo>
                <a:cubicBezTo>
                  <a:pt x="2619841" y="2346631"/>
                  <a:pt x="2602446" y="2329236"/>
                  <a:pt x="2580988" y="2329236"/>
                </a:cubicBezTo>
                <a:close/>
                <a:moveTo>
                  <a:pt x="2381420" y="2329236"/>
                </a:moveTo>
                <a:cubicBezTo>
                  <a:pt x="2359962" y="2329236"/>
                  <a:pt x="2342567" y="2346631"/>
                  <a:pt x="2342567" y="2368089"/>
                </a:cubicBezTo>
                <a:cubicBezTo>
                  <a:pt x="2342567" y="2389547"/>
                  <a:pt x="2359962" y="2406942"/>
                  <a:pt x="2381420" y="2406942"/>
                </a:cubicBezTo>
                <a:cubicBezTo>
                  <a:pt x="2402878" y="2406942"/>
                  <a:pt x="2420273" y="2389547"/>
                  <a:pt x="2420273" y="2368089"/>
                </a:cubicBezTo>
                <a:cubicBezTo>
                  <a:pt x="2420273" y="2346631"/>
                  <a:pt x="2402878" y="2329236"/>
                  <a:pt x="2381420" y="2329236"/>
                </a:cubicBezTo>
                <a:close/>
                <a:moveTo>
                  <a:pt x="2253004" y="2329236"/>
                </a:moveTo>
                <a:cubicBezTo>
                  <a:pt x="2231546" y="2329236"/>
                  <a:pt x="2214151" y="2346631"/>
                  <a:pt x="2214151" y="2368089"/>
                </a:cubicBezTo>
                <a:cubicBezTo>
                  <a:pt x="2214151" y="2389547"/>
                  <a:pt x="2231546" y="2406942"/>
                  <a:pt x="2253004" y="2406942"/>
                </a:cubicBezTo>
                <a:cubicBezTo>
                  <a:pt x="2274462" y="2406942"/>
                  <a:pt x="2291857" y="2389547"/>
                  <a:pt x="2291857" y="2368089"/>
                </a:cubicBezTo>
                <a:cubicBezTo>
                  <a:pt x="2291857" y="2346631"/>
                  <a:pt x="2274462" y="2329236"/>
                  <a:pt x="2253004" y="2329236"/>
                </a:cubicBezTo>
                <a:close/>
                <a:moveTo>
                  <a:pt x="2053435" y="2329236"/>
                </a:moveTo>
                <a:cubicBezTo>
                  <a:pt x="2031977" y="2329236"/>
                  <a:pt x="2014582" y="2346631"/>
                  <a:pt x="2014582" y="2368089"/>
                </a:cubicBezTo>
                <a:cubicBezTo>
                  <a:pt x="2014582" y="2389547"/>
                  <a:pt x="2031977" y="2406942"/>
                  <a:pt x="2053435" y="2406942"/>
                </a:cubicBezTo>
                <a:cubicBezTo>
                  <a:pt x="2074893" y="2406942"/>
                  <a:pt x="2092288" y="2389547"/>
                  <a:pt x="2092288" y="2368089"/>
                </a:cubicBezTo>
                <a:cubicBezTo>
                  <a:pt x="2092288" y="2346631"/>
                  <a:pt x="2074893" y="2329236"/>
                  <a:pt x="2053435" y="2329236"/>
                </a:cubicBezTo>
                <a:close/>
                <a:moveTo>
                  <a:pt x="1853867" y="2329236"/>
                </a:moveTo>
                <a:cubicBezTo>
                  <a:pt x="1832409" y="2329236"/>
                  <a:pt x="1815014" y="2346631"/>
                  <a:pt x="1815014" y="2368089"/>
                </a:cubicBezTo>
                <a:cubicBezTo>
                  <a:pt x="1815014" y="2389547"/>
                  <a:pt x="1832409" y="2406942"/>
                  <a:pt x="1853867" y="2406942"/>
                </a:cubicBezTo>
                <a:cubicBezTo>
                  <a:pt x="1875325" y="2406942"/>
                  <a:pt x="1892720" y="2389547"/>
                  <a:pt x="1892720" y="2368089"/>
                </a:cubicBezTo>
                <a:cubicBezTo>
                  <a:pt x="1892720" y="2346631"/>
                  <a:pt x="1875325" y="2329236"/>
                  <a:pt x="1853867" y="2329236"/>
                </a:cubicBezTo>
                <a:close/>
                <a:moveTo>
                  <a:pt x="1725452" y="2329236"/>
                </a:moveTo>
                <a:cubicBezTo>
                  <a:pt x="1703994" y="2329236"/>
                  <a:pt x="1686599" y="2346631"/>
                  <a:pt x="1686599" y="2368089"/>
                </a:cubicBezTo>
                <a:cubicBezTo>
                  <a:pt x="1686599" y="2389547"/>
                  <a:pt x="1703994" y="2406942"/>
                  <a:pt x="1725452" y="2406942"/>
                </a:cubicBezTo>
                <a:cubicBezTo>
                  <a:pt x="1746910" y="2406942"/>
                  <a:pt x="1764305" y="2389547"/>
                  <a:pt x="1764305" y="2368089"/>
                </a:cubicBezTo>
                <a:cubicBezTo>
                  <a:pt x="1764305" y="2346631"/>
                  <a:pt x="1746910" y="2329236"/>
                  <a:pt x="1725452" y="2329236"/>
                </a:cubicBezTo>
                <a:close/>
                <a:moveTo>
                  <a:pt x="1525883" y="2329236"/>
                </a:moveTo>
                <a:cubicBezTo>
                  <a:pt x="1504425" y="2329236"/>
                  <a:pt x="1487030" y="2346631"/>
                  <a:pt x="1487030" y="2368089"/>
                </a:cubicBezTo>
                <a:cubicBezTo>
                  <a:pt x="1487030" y="2389547"/>
                  <a:pt x="1504425" y="2406942"/>
                  <a:pt x="1525883" y="2406942"/>
                </a:cubicBezTo>
                <a:cubicBezTo>
                  <a:pt x="1547341" y="2406942"/>
                  <a:pt x="1564736" y="2389547"/>
                  <a:pt x="1564736" y="2368089"/>
                </a:cubicBezTo>
                <a:cubicBezTo>
                  <a:pt x="1564736" y="2346631"/>
                  <a:pt x="1547341" y="2329236"/>
                  <a:pt x="1525883" y="2329236"/>
                </a:cubicBezTo>
                <a:close/>
                <a:moveTo>
                  <a:pt x="1361892" y="2329236"/>
                </a:moveTo>
                <a:cubicBezTo>
                  <a:pt x="1340434" y="2329236"/>
                  <a:pt x="1323039" y="2346631"/>
                  <a:pt x="1323039" y="2368089"/>
                </a:cubicBezTo>
                <a:cubicBezTo>
                  <a:pt x="1323039" y="2389547"/>
                  <a:pt x="1340434" y="2406942"/>
                  <a:pt x="1361892" y="2406942"/>
                </a:cubicBezTo>
                <a:cubicBezTo>
                  <a:pt x="1383350" y="2406942"/>
                  <a:pt x="1400745" y="2389547"/>
                  <a:pt x="1400745" y="2368089"/>
                </a:cubicBezTo>
                <a:cubicBezTo>
                  <a:pt x="1400745" y="2346631"/>
                  <a:pt x="1383350" y="2329236"/>
                  <a:pt x="1361892" y="2329236"/>
                </a:cubicBezTo>
                <a:close/>
                <a:moveTo>
                  <a:pt x="1233477" y="2329236"/>
                </a:moveTo>
                <a:cubicBezTo>
                  <a:pt x="1212019" y="2329236"/>
                  <a:pt x="1194624" y="2346631"/>
                  <a:pt x="1194624" y="2368089"/>
                </a:cubicBezTo>
                <a:cubicBezTo>
                  <a:pt x="1194624" y="2389547"/>
                  <a:pt x="1212019" y="2406942"/>
                  <a:pt x="1233477" y="2406942"/>
                </a:cubicBezTo>
                <a:cubicBezTo>
                  <a:pt x="1254935" y="2406942"/>
                  <a:pt x="1272330" y="2389547"/>
                  <a:pt x="1272330" y="2368089"/>
                </a:cubicBezTo>
                <a:cubicBezTo>
                  <a:pt x="1272330" y="2346631"/>
                  <a:pt x="1254935" y="2329236"/>
                  <a:pt x="1233477" y="2329236"/>
                </a:cubicBezTo>
                <a:close/>
                <a:moveTo>
                  <a:pt x="1033909" y="2329236"/>
                </a:moveTo>
                <a:cubicBezTo>
                  <a:pt x="1012451" y="2329236"/>
                  <a:pt x="995056" y="2346631"/>
                  <a:pt x="995056" y="2368089"/>
                </a:cubicBezTo>
                <a:cubicBezTo>
                  <a:pt x="995056" y="2389547"/>
                  <a:pt x="1012451" y="2406942"/>
                  <a:pt x="1033909" y="2406942"/>
                </a:cubicBezTo>
                <a:cubicBezTo>
                  <a:pt x="1055367" y="2406942"/>
                  <a:pt x="1072762" y="2389547"/>
                  <a:pt x="1072762" y="2368089"/>
                </a:cubicBezTo>
                <a:cubicBezTo>
                  <a:pt x="1072762" y="2346631"/>
                  <a:pt x="1055367" y="2329236"/>
                  <a:pt x="1033909" y="2329236"/>
                </a:cubicBezTo>
                <a:close/>
                <a:moveTo>
                  <a:pt x="834340" y="2329236"/>
                </a:moveTo>
                <a:cubicBezTo>
                  <a:pt x="812882" y="2329236"/>
                  <a:pt x="795487" y="2346631"/>
                  <a:pt x="795487" y="2368089"/>
                </a:cubicBezTo>
                <a:cubicBezTo>
                  <a:pt x="795487" y="2389547"/>
                  <a:pt x="812882" y="2406942"/>
                  <a:pt x="834340" y="2406942"/>
                </a:cubicBezTo>
                <a:cubicBezTo>
                  <a:pt x="855798" y="2406942"/>
                  <a:pt x="873193" y="2389547"/>
                  <a:pt x="873193" y="2368089"/>
                </a:cubicBezTo>
                <a:cubicBezTo>
                  <a:pt x="873145" y="2346631"/>
                  <a:pt x="855798" y="2329236"/>
                  <a:pt x="834340" y="2329236"/>
                </a:cubicBezTo>
                <a:close/>
                <a:moveTo>
                  <a:pt x="634772" y="2329236"/>
                </a:moveTo>
                <a:cubicBezTo>
                  <a:pt x="613314" y="2329236"/>
                  <a:pt x="595919" y="2346631"/>
                  <a:pt x="595919" y="2368089"/>
                </a:cubicBezTo>
                <a:cubicBezTo>
                  <a:pt x="595919" y="2389547"/>
                  <a:pt x="613314" y="2406942"/>
                  <a:pt x="634772" y="2406942"/>
                </a:cubicBezTo>
                <a:cubicBezTo>
                  <a:pt x="656230" y="2406942"/>
                  <a:pt x="673625" y="2389547"/>
                  <a:pt x="673625" y="2368089"/>
                </a:cubicBezTo>
                <a:cubicBezTo>
                  <a:pt x="673577" y="2346631"/>
                  <a:pt x="656230" y="2329236"/>
                  <a:pt x="634772" y="2329236"/>
                </a:cubicBezTo>
                <a:close/>
                <a:moveTo>
                  <a:pt x="506357" y="2329236"/>
                </a:moveTo>
                <a:cubicBezTo>
                  <a:pt x="484899" y="2329236"/>
                  <a:pt x="467504" y="2346631"/>
                  <a:pt x="467504" y="2368089"/>
                </a:cubicBezTo>
                <a:cubicBezTo>
                  <a:pt x="467504" y="2389547"/>
                  <a:pt x="484899" y="2406942"/>
                  <a:pt x="506357" y="2406942"/>
                </a:cubicBezTo>
                <a:cubicBezTo>
                  <a:pt x="527815" y="2406942"/>
                  <a:pt x="545210" y="2389547"/>
                  <a:pt x="545210" y="2368089"/>
                </a:cubicBezTo>
                <a:cubicBezTo>
                  <a:pt x="545165" y="2346631"/>
                  <a:pt x="527815" y="2329236"/>
                  <a:pt x="506357" y="2329236"/>
                </a:cubicBezTo>
                <a:close/>
                <a:moveTo>
                  <a:pt x="306789" y="2329236"/>
                </a:moveTo>
                <a:cubicBezTo>
                  <a:pt x="285331" y="2329236"/>
                  <a:pt x="267936" y="2346631"/>
                  <a:pt x="267936" y="2368089"/>
                </a:cubicBezTo>
                <a:cubicBezTo>
                  <a:pt x="267936" y="2389547"/>
                  <a:pt x="285331" y="2406942"/>
                  <a:pt x="306789" y="2406942"/>
                </a:cubicBezTo>
                <a:cubicBezTo>
                  <a:pt x="328247" y="2406942"/>
                  <a:pt x="345642" y="2389547"/>
                  <a:pt x="345642" y="2368089"/>
                </a:cubicBezTo>
                <a:cubicBezTo>
                  <a:pt x="345620" y="2346631"/>
                  <a:pt x="328225" y="2329236"/>
                  <a:pt x="306789" y="2329236"/>
                </a:cubicBezTo>
                <a:close/>
                <a:moveTo>
                  <a:pt x="142797" y="2329236"/>
                </a:moveTo>
                <a:cubicBezTo>
                  <a:pt x="121339" y="2329236"/>
                  <a:pt x="103944" y="2346631"/>
                  <a:pt x="103944" y="2368089"/>
                </a:cubicBezTo>
                <a:cubicBezTo>
                  <a:pt x="103944" y="2389547"/>
                  <a:pt x="121339" y="2406942"/>
                  <a:pt x="142797" y="2406942"/>
                </a:cubicBezTo>
                <a:cubicBezTo>
                  <a:pt x="164255" y="2406942"/>
                  <a:pt x="181650" y="2389547"/>
                  <a:pt x="181650" y="2368089"/>
                </a:cubicBezTo>
                <a:cubicBezTo>
                  <a:pt x="181628" y="2346631"/>
                  <a:pt x="164233" y="2329236"/>
                  <a:pt x="142797" y="2329236"/>
                </a:cubicBezTo>
                <a:close/>
                <a:moveTo>
                  <a:pt x="9141594" y="2321752"/>
                </a:moveTo>
                <a:lnTo>
                  <a:pt x="9141594" y="2340156"/>
                </a:lnTo>
                <a:cubicBezTo>
                  <a:pt x="9133786" y="2346917"/>
                  <a:pt x="9129104" y="2356956"/>
                  <a:pt x="9129104" y="2368089"/>
                </a:cubicBezTo>
                <a:cubicBezTo>
                  <a:pt x="9129104" y="2379222"/>
                  <a:pt x="9133786" y="2389261"/>
                  <a:pt x="9141594" y="2396022"/>
                </a:cubicBezTo>
                <a:lnTo>
                  <a:pt x="9141594" y="2414426"/>
                </a:lnTo>
                <a:cubicBezTo>
                  <a:pt x="9124824" y="2405845"/>
                  <a:pt x="9113802" y="2388254"/>
                  <a:pt x="9113802" y="2368089"/>
                </a:cubicBezTo>
                <a:cubicBezTo>
                  <a:pt x="9113802" y="2347924"/>
                  <a:pt x="9124824" y="2330333"/>
                  <a:pt x="9141594" y="2321752"/>
                </a:cubicBezTo>
                <a:close/>
                <a:moveTo>
                  <a:pt x="0" y="2318267"/>
                </a:moveTo>
                <a:cubicBezTo>
                  <a:pt x="19381" y="2326493"/>
                  <a:pt x="32961" y="2345705"/>
                  <a:pt x="32961" y="2368089"/>
                </a:cubicBezTo>
                <a:cubicBezTo>
                  <a:pt x="32961" y="2390473"/>
                  <a:pt x="19381" y="2409685"/>
                  <a:pt x="0" y="2417911"/>
                </a:cubicBezTo>
                <a:lnTo>
                  <a:pt x="0" y="2398163"/>
                </a:lnTo>
                <a:cubicBezTo>
                  <a:pt x="11153" y="2392815"/>
                  <a:pt x="17659" y="2381212"/>
                  <a:pt x="17659" y="2368089"/>
                </a:cubicBezTo>
                <a:cubicBezTo>
                  <a:pt x="17639" y="2354972"/>
                  <a:pt x="11138" y="2343374"/>
                  <a:pt x="0" y="2338021"/>
                </a:cubicBezTo>
                <a:close/>
                <a:moveTo>
                  <a:pt x="9039543" y="2313934"/>
                </a:moveTo>
                <a:cubicBezTo>
                  <a:pt x="9069453" y="2313934"/>
                  <a:pt x="9093699" y="2338180"/>
                  <a:pt x="9093699" y="2368089"/>
                </a:cubicBezTo>
                <a:cubicBezTo>
                  <a:pt x="9093699" y="2397998"/>
                  <a:pt x="9069453" y="2422244"/>
                  <a:pt x="9039543" y="2422244"/>
                </a:cubicBezTo>
                <a:cubicBezTo>
                  <a:pt x="9009633" y="2422244"/>
                  <a:pt x="8985387" y="2397998"/>
                  <a:pt x="8985387" y="2368089"/>
                </a:cubicBezTo>
                <a:cubicBezTo>
                  <a:pt x="8985387" y="2338180"/>
                  <a:pt x="9009633" y="2313934"/>
                  <a:pt x="9039543" y="2313934"/>
                </a:cubicBezTo>
                <a:close/>
                <a:moveTo>
                  <a:pt x="8957547" y="2313934"/>
                </a:moveTo>
                <a:cubicBezTo>
                  <a:pt x="8961820" y="2313934"/>
                  <a:pt x="8965284" y="2317398"/>
                  <a:pt x="8965284" y="2321671"/>
                </a:cubicBezTo>
                <a:cubicBezTo>
                  <a:pt x="8965284" y="2352617"/>
                  <a:pt x="8965283" y="2383562"/>
                  <a:pt x="8965283" y="2414508"/>
                </a:cubicBezTo>
                <a:lnTo>
                  <a:pt x="8957547" y="2422244"/>
                </a:lnTo>
                <a:cubicBezTo>
                  <a:pt x="8953274" y="2422244"/>
                  <a:pt x="8949810" y="2418780"/>
                  <a:pt x="8949810" y="2414507"/>
                </a:cubicBezTo>
                <a:lnTo>
                  <a:pt x="8949810" y="2321671"/>
                </a:lnTo>
                <a:cubicBezTo>
                  <a:pt x="8949810" y="2317398"/>
                  <a:pt x="8953274" y="2313934"/>
                  <a:pt x="8957547" y="2313934"/>
                </a:cubicBezTo>
                <a:close/>
                <a:moveTo>
                  <a:pt x="8921970" y="2313934"/>
                </a:moveTo>
                <a:cubicBezTo>
                  <a:pt x="8926243" y="2313934"/>
                  <a:pt x="8929707" y="2317398"/>
                  <a:pt x="8929707" y="2321671"/>
                </a:cubicBezTo>
                <a:cubicBezTo>
                  <a:pt x="8929707" y="2352617"/>
                  <a:pt x="8929706" y="2383562"/>
                  <a:pt x="8929706" y="2414508"/>
                </a:cubicBezTo>
                <a:lnTo>
                  <a:pt x="8921970" y="2422244"/>
                </a:lnTo>
                <a:cubicBezTo>
                  <a:pt x="8917697" y="2422244"/>
                  <a:pt x="8914233" y="2418780"/>
                  <a:pt x="8914233" y="2414507"/>
                </a:cubicBezTo>
                <a:lnTo>
                  <a:pt x="8914233" y="2321671"/>
                </a:lnTo>
                <a:cubicBezTo>
                  <a:pt x="8914233" y="2317398"/>
                  <a:pt x="8917697" y="2313934"/>
                  <a:pt x="8921970" y="2313934"/>
                </a:cubicBezTo>
                <a:close/>
                <a:moveTo>
                  <a:pt x="8839974" y="2313934"/>
                </a:moveTo>
                <a:cubicBezTo>
                  <a:pt x="8869884" y="2313934"/>
                  <a:pt x="8894130" y="2338180"/>
                  <a:pt x="8894130" y="2368089"/>
                </a:cubicBezTo>
                <a:cubicBezTo>
                  <a:pt x="8894130" y="2397998"/>
                  <a:pt x="8869884" y="2422244"/>
                  <a:pt x="8839974" y="2422244"/>
                </a:cubicBezTo>
                <a:cubicBezTo>
                  <a:pt x="8810064" y="2422244"/>
                  <a:pt x="8785818" y="2397998"/>
                  <a:pt x="8785818" y="2368089"/>
                </a:cubicBezTo>
                <a:cubicBezTo>
                  <a:pt x="8785818" y="2338180"/>
                  <a:pt x="8810064" y="2313934"/>
                  <a:pt x="8839974" y="2313934"/>
                </a:cubicBezTo>
                <a:close/>
                <a:moveTo>
                  <a:pt x="8757978" y="2313934"/>
                </a:moveTo>
                <a:cubicBezTo>
                  <a:pt x="8762251" y="2313934"/>
                  <a:pt x="8765715" y="2317398"/>
                  <a:pt x="8765715" y="2321671"/>
                </a:cubicBezTo>
                <a:cubicBezTo>
                  <a:pt x="8765715" y="2352617"/>
                  <a:pt x="8765714" y="2383562"/>
                  <a:pt x="8765714" y="2414508"/>
                </a:cubicBezTo>
                <a:lnTo>
                  <a:pt x="8757978" y="2422244"/>
                </a:lnTo>
                <a:cubicBezTo>
                  <a:pt x="8753705" y="2422244"/>
                  <a:pt x="8750241" y="2418780"/>
                  <a:pt x="8750241" y="2414507"/>
                </a:cubicBezTo>
                <a:lnTo>
                  <a:pt x="8750241" y="2321671"/>
                </a:lnTo>
                <a:cubicBezTo>
                  <a:pt x="8750241" y="2317398"/>
                  <a:pt x="8753705" y="2313934"/>
                  <a:pt x="8757978" y="2313934"/>
                </a:cubicBezTo>
                <a:close/>
                <a:moveTo>
                  <a:pt x="8675983" y="2313934"/>
                </a:moveTo>
                <a:cubicBezTo>
                  <a:pt x="8705893" y="2313934"/>
                  <a:pt x="8730139" y="2338180"/>
                  <a:pt x="8730139" y="2368089"/>
                </a:cubicBezTo>
                <a:cubicBezTo>
                  <a:pt x="8730139" y="2397998"/>
                  <a:pt x="8705893" y="2422244"/>
                  <a:pt x="8675983" y="2422244"/>
                </a:cubicBezTo>
                <a:cubicBezTo>
                  <a:pt x="8646073" y="2422244"/>
                  <a:pt x="8621827" y="2397998"/>
                  <a:pt x="8621827" y="2368089"/>
                </a:cubicBezTo>
                <a:cubicBezTo>
                  <a:pt x="8621827" y="2338180"/>
                  <a:pt x="8646073" y="2313934"/>
                  <a:pt x="8675983" y="2313934"/>
                </a:cubicBezTo>
                <a:close/>
                <a:moveTo>
                  <a:pt x="8547567" y="2313934"/>
                </a:moveTo>
                <a:cubicBezTo>
                  <a:pt x="8577476" y="2313934"/>
                  <a:pt x="8601722" y="2338180"/>
                  <a:pt x="8601722" y="2368089"/>
                </a:cubicBezTo>
                <a:cubicBezTo>
                  <a:pt x="8601722" y="2397998"/>
                  <a:pt x="8577476" y="2422244"/>
                  <a:pt x="8547567" y="2422244"/>
                </a:cubicBezTo>
                <a:cubicBezTo>
                  <a:pt x="8517658" y="2422244"/>
                  <a:pt x="8493412" y="2397998"/>
                  <a:pt x="8493412" y="2368089"/>
                </a:cubicBezTo>
                <a:cubicBezTo>
                  <a:pt x="8493412" y="2338180"/>
                  <a:pt x="8517658" y="2313934"/>
                  <a:pt x="8547567" y="2313934"/>
                </a:cubicBezTo>
                <a:close/>
                <a:moveTo>
                  <a:pt x="8465573" y="2313934"/>
                </a:moveTo>
                <a:cubicBezTo>
                  <a:pt x="8469846" y="2313934"/>
                  <a:pt x="8473310" y="2317398"/>
                  <a:pt x="8473310" y="2321671"/>
                </a:cubicBezTo>
                <a:cubicBezTo>
                  <a:pt x="8473310" y="2352617"/>
                  <a:pt x="8473309" y="2383562"/>
                  <a:pt x="8473309" y="2414508"/>
                </a:cubicBezTo>
                <a:lnTo>
                  <a:pt x="8465573" y="2422244"/>
                </a:lnTo>
                <a:cubicBezTo>
                  <a:pt x="8461300" y="2422244"/>
                  <a:pt x="8457836" y="2418780"/>
                  <a:pt x="8457836" y="2414507"/>
                </a:cubicBezTo>
                <a:lnTo>
                  <a:pt x="8457836" y="2321671"/>
                </a:lnTo>
                <a:cubicBezTo>
                  <a:pt x="8457836" y="2317398"/>
                  <a:pt x="8461300" y="2313934"/>
                  <a:pt x="8465573" y="2313934"/>
                </a:cubicBezTo>
                <a:close/>
                <a:moveTo>
                  <a:pt x="8429996" y="2313934"/>
                </a:moveTo>
                <a:cubicBezTo>
                  <a:pt x="8434269" y="2313934"/>
                  <a:pt x="8437733" y="2317398"/>
                  <a:pt x="8437733" y="2321671"/>
                </a:cubicBezTo>
                <a:cubicBezTo>
                  <a:pt x="8437733" y="2352617"/>
                  <a:pt x="8437732" y="2383562"/>
                  <a:pt x="8437732" y="2414508"/>
                </a:cubicBezTo>
                <a:lnTo>
                  <a:pt x="8429996" y="2422244"/>
                </a:lnTo>
                <a:cubicBezTo>
                  <a:pt x="8425723" y="2422244"/>
                  <a:pt x="8422259" y="2418780"/>
                  <a:pt x="8422259" y="2414507"/>
                </a:cubicBezTo>
                <a:lnTo>
                  <a:pt x="8422259" y="2321671"/>
                </a:lnTo>
                <a:cubicBezTo>
                  <a:pt x="8422259" y="2317398"/>
                  <a:pt x="8425723" y="2313934"/>
                  <a:pt x="8429996" y="2313934"/>
                </a:cubicBezTo>
                <a:close/>
                <a:moveTo>
                  <a:pt x="8348000" y="2313934"/>
                </a:moveTo>
                <a:cubicBezTo>
                  <a:pt x="8377910" y="2313934"/>
                  <a:pt x="8402156" y="2338180"/>
                  <a:pt x="8402156" y="2368089"/>
                </a:cubicBezTo>
                <a:cubicBezTo>
                  <a:pt x="8402156" y="2397998"/>
                  <a:pt x="8377910" y="2422244"/>
                  <a:pt x="8348000" y="2422244"/>
                </a:cubicBezTo>
                <a:cubicBezTo>
                  <a:pt x="8318090" y="2422244"/>
                  <a:pt x="8293844" y="2397998"/>
                  <a:pt x="8293844" y="2368089"/>
                </a:cubicBezTo>
                <a:cubicBezTo>
                  <a:pt x="8293844" y="2338180"/>
                  <a:pt x="8318090" y="2313934"/>
                  <a:pt x="8348000" y="2313934"/>
                </a:cubicBezTo>
                <a:close/>
                <a:moveTo>
                  <a:pt x="8266004" y="2313934"/>
                </a:moveTo>
                <a:cubicBezTo>
                  <a:pt x="8270277" y="2313934"/>
                  <a:pt x="8273741" y="2317398"/>
                  <a:pt x="8273741" y="2321671"/>
                </a:cubicBezTo>
                <a:cubicBezTo>
                  <a:pt x="8273741" y="2352617"/>
                  <a:pt x="8273740" y="2383562"/>
                  <a:pt x="8273740" y="2414508"/>
                </a:cubicBezTo>
                <a:lnTo>
                  <a:pt x="8266004" y="2422244"/>
                </a:lnTo>
                <a:cubicBezTo>
                  <a:pt x="8261731" y="2422244"/>
                  <a:pt x="8258267" y="2418780"/>
                  <a:pt x="8258267" y="2414507"/>
                </a:cubicBezTo>
                <a:lnTo>
                  <a:pt x="8258267" y="2321671"/>
                </a:lnTo>
                <a:cubicBezTo>
                  <a:pt x="8258267" y="2317398"/>
                  <a:pt x="8261731" y="2313934"/>
                  <a:pt x="8266004" y="2313934"/>
                </a:cubicBezTo>
                <a:close/>
                <a:moveTo>
                  <a:pt x="8230427" y="2313934"/>
                </a:moveTo>
                <a:cubicBezTo>
                  <a:pt x="8234700" y="2313934"/>
                  <a:pt x="8238164" y="2317398"/>
                  <a:pt x="8238164" y="2321671"/>
                </a:cubicBezTo>
                <a:cubicBezTo>
                  <a:pt x="8238164" y="2352617"/>
                  <a:pt x="8238163" y="2383562"/>
                  <a:pt x="8238163" y="2414508"/>
                </a:cubicBezTo>
                <a:lnTo>
                  <a:pt x="8230427" y="2422244"/>
                </a:lnTo>
                <a:cubicBezTo>
                  <a:pt x="8226154" y="2422244"/>
                  <a:pt x="8222690" y="2418780"/>
                  <a:pt x="8222690" y="2414507"/>
                </a:cubicBezTo>
                <a:lnTo>
                  <a:pt x="8222690" y="2321671"/>
                </a:lnTo>
                <a:cubicBezTo>
                  <a:pt x="8222690" y="2317398"/>
                  <a:pt x="8226154" y="2313934"/>
                  <a:pt x="8230427" y="2313934"/>
                </a:cubicBezTo>
                <a:close/>
                <a:moveTo>
                  <a:pt x="8148431" y="2313934"/>
                </a:moveTo>
                <a:cubicBezTo>
                  <a:pt x="8178341" y="2313934"/>
                  <a:pt x="8202587" y="2338180"/>
                  <a:pt x="8202587" y="2368089"/>
                </a:cubicBezTo>
                <a:cubicBezTo>
                  <a:pt x="8202587" y="2397998"/>
                  <a:pt x="8178341" y="2422244"/>
                  <a:pt x="8148431" y="2422244"/>
                </a:cubicBezTo>
                <a:cubicBezTo>
                  <a:pt x="8118521" y="2422244"/>
                  <a:pt x="8094275" y="2397998"/>
                  <a:pt x="8094275" y="2368089"/>
                </a:cubicBezTo>
                <a:cubicBezTo>
                  <a:pt x="8094275" y="2338180"/>
                  <a:pt x="8118521" y="2313934"/>
                  <a:pt x="8148431" y="2313934"/>
                </a:cubicBezTo>
                <a:close/>
                <a:moveTo>
                  <a:pt x="8066436" y="2313934"/>
                </a:moveTo>
                <a:cubicBezTo>
                  <a:pt x="8070709" y="2313934"/>
                  <a:pt x="8074173" y="2317398"/>
                  <a:pt x="8074173" y="2321671"/>
                </a:cubicBezTo>
                <a:cubicBezTo>
                  <a:pt x="8074173" y="2352617"/>
                  <a:pt x="8074172" y="2383562"/>
                  <a:pt x="8074172" y="2414508"/>
                </a:cubicBezTo>
                <a:lnTo>
                  <a:pt x="8066436" y="2422244"/>
                </a:lnTo>
                <a:cubicBezTo>
                  <a:pt x="8062163" y="2422244"/>
                  <a:pt x="8058699" y="2418780"/>
                  <a:pt x="8058699" y="2414507"/>
                </a:cubicBezTo>
                <a:lnTo>
                  <a:pt x="8058699" y="2321671"/>
                </a:lnTo>
                <a:cubicBezTo>
                  <a:pt x="8058699" y="2317398"/>
                  <a:pt x="8062163" y="2313934"/>
                  <a:pt x="8066436" y="2313934"/>
                </a:cubicBezTo>
                <a:close/>
                <a:moveTo>
                  <a:pt x="8030859" y="2313934"/>
                </a:moveTo>
                <a:cubicBezTo>
                  <a:pt x="8035132" y="2313934"/>
                  <a:pt x="8038596" y="2317398"/>
                  <a:pt x="8038596" y="2321671"/>
                </a:cubicBezTo>
                <a:cubicBezTo>
                  <a:pt x="8038596" y="2352617"/>
                  <a:pt x="8038595" y="2383562"/>
                  <a:pt x="8038595" y="2414508"/>
                </a:cubicBezTo>
                <a:lnTo>
                  <a:pt x="8030859" y="2422244"/>
                </a:lnTo>
                <a:cubicBezTo>
                  <a:pt x="8026586" y="2422244"/>
                  <a:pt x="8023122" y="2418780"/>
                  <a:pt x="8023122" y="2414507"/>
                </a:cubicBezTo>
                <a:lnTo>
                  <a:pt x="8023122" y="2321671"/>
                </a:lnTo>
                <a:cubicBezTo>
                  <a:pt x="8023122" y="2317398"/>
                  <a:pt x="8026586" y="2313934"/>
                  <a:pt x="8030859" y="2313934"/>
                </a:cubicBezTo>
                <a:close/>
                <a:moveTo>
                  <a:pt x="7948863" y="2313934"/>
                </a:moveTo>
                <a:cubicBezTo>
                  <a:pt x="7978773" y="2313934"/>
                  <a:pt x="8003019" y="2338180"/>
                  <a:pt x="8003019" y="2368089"/>
                </a:cubicBezTo>
                <a:cubicBezTo>
                  <a:pt x="8003019" y="2397998"/>
                  <a:pt x="7978773" y="2422244"/>
                  <a:pt x="7948863" y="2422244"/>
                </a:cubicBezTo>
                <a:cubicBezTo>
                  <a:pt x="7918953" y="2422244"/>
                  <a:pt x="7894707" y="2397998"/>
                  <a:pt x="7894707" y="2368089"/>
                </a:cubicBezTo>
                <a:cubicBezTo>
                  <a:pt x="7894707" y="2338180"/>
                  <a:pt x="7918953" y="2313934"/>
                  <a:pt x="7948863" y="2313934"/>
                </a:cubicBezTo>
                <a:close/>
                <a:moveTo>
                  <a:pt x="7820448" y="2313934"/>
                </a:moveTo>
                <a:cubicBezTo>
                  <a:pt x="7850358" y="2313934"/>
                  <a:pt x="7874604" y="2338180"/>
                  <a:pt x="7874604" y="2368089"/>
                </a:cubicBezTo>
                <a:cubicBezTo>
                  <a:pt x="7874604" y="2397998"/>
                  <a:pt x="7850358" y="2422244"/>
                  <a:pt x="7820448" y="2422244"/>
                </a:cubicBezTo>
                <a:cubicBezTo>
                  <a:pt x="7790538" y="2422244"/>
                  <a:pt x="7766292" y="2397998"/>
                  <a:pt x="7766292" y="2368089"/>
                </a:cubicBezTo>
                <a:cubicBezTo>
                  <a:pt x="7766292" y="2338180"/>
                  <a:pt x="7790538" y="2313934"/>
                  <a:pt x="7820448" y="2313934"/>
                </a:cubicBezTo>
                <a:close/>
                <a:moveTo>
                  <a:pt x="7738452" y="2313934"/>
                </a:moveTo>
                <a:cubicBezTo>
                  <a:pt x="7742725" y="2313934"/>
                  <a:pt x="7746189" y="2317398"/>
                  <a:pt x="7746189" y="2321671"/>
                </a:cubicBezTo>
                <a:cubicBezTo>
                  <a:pt x="7746189" y="2352617"/>
                  <a:pt x="7746188" y="2383562"/>
                  <a:pt x="7746188" y="2414508"/>
                </a:cubicBezTo>
                <a:lnTo>
                  <a:pt x="7738452" y="2422244"/>
                </a:lnTo>
                <a:cubicBezTo>
                  <a:pt x="7734179" y="2422244"/>
                  <a:pt x="7730715" y="2418780"/>
                  <a:pt x="7730715" y="2414507"/>
                </a:cubicBezTo>
                <a:lnTo>
                  <a:pt x="7730715" y="2321671"/>
                </a:lnTo>
                <a:cubicBezTo>
                  <a:pt x="7730715" y="2317398"/>
                  <a:pt x="7734179" y="2313934"/>
                  <a:pt x="7738452" y="2313934"/>
                </a:cubicBezTo>
                <a:close/>
                <a:moveTo>
                  <a:pt x="7702875" y="2313934"/>
                </a:moveTo>
                <a:cubicBezTo>
                  <a:pt x="7707148" y="2313934"/>
                  <a:pt x="7710612" y="2317398"/>
                  <a:pt x="7710612" y="2321671"/>
                </a:cubicBezTo>
                <a:cubicBezTo>
                  <a:pt x="7710612" y="2352617"/>
                  <a:pt x="7710611" y="2383562"/>
                  <a:pt x="7710611" y="2414508"/>
                </a:cubicBezTo>
                <a:lnTo>
                  <a:pt x="7702875" y="2422244"/>
                </a:lnTo>
                <a:cubicBezTo>
                  <a:pt x="7698602" y="2422244"/>
                  <a:pt x="7695138" y="2418780"/>
                  <a:pt x="7695138" y="2414507"/>
                </a:cubicBezTo>
                <a:lnTo>
                  <a:pt x="7695138" y="2321671"/>
                </a:lnTo>
                <a:cubicBezTo>
                  <a:pt x="7695138" y="2317398"/>
                  <a:pt x="7698602" y="2313934"/>
                  <a:pt x="7702875" y="2313934"/>
                </a:cubicBezTo>
                <a:close/>
                <a:moveTo>
                  <a:pt x="7620880" y="2313934"/>
                </a:moveTo>
                <a:cubicBezTo>
                  <a:pt x="7650790" y="2313934"/>
                  <a:pt x="7675036" y="2338180"/>
                  <a:pt x="7675036" y="2368089"/>
                </a:cubicBezTo>
                <a:cubicBezTo>
                  <a:pt x="7675036" y="2397998"/>
                  <a:pt x="7650790" y="2422244"/>
                  <a:pt x="7620880" y="2422244"/>
                </a:cubicBezTo>
                <a:cubicBezTo>
                  <a:pt x="7590970" y="2422244"/>
                  <a:pt x="7566724" y="2397998"/>
                  <a:pt x="7566724" y="2368089"/>
                </a:cubicBezTo>
                <a:cubicBezTo>
                  <a:pt x="7566724" y="2338180"/>
                  <a:pt x="7590970" y="2313934"/>
                  <a:pt x="7620880" y="2313934"/>
                </a:cubicBezTo>
                <a:close/>
                <a:moveTo>
                  <a:pt x="7538884" y="2313934"/>
                </a:moveTo>
                <a:cubicBezTo>
                  <a:pt x="7543157" y="2313934"/>
                  <a:pt x="7546621" y="2317398"/>
                  <a:pt x="7546621" y="2321671"/>
                </a:cubicBezTo>
                <a:cubicBezTo>
                  <a:pt x="7546621" y="2352617"/>
                  <a:pt x="7546620" y="2383562"/>
                  <a:pt x="7546620" y="2414508"/>
                </a:cubicBezTo>
                <a:lnTo>
                  <a:pt x="7538884" y="2422244"/>
                </a:lnTo>
                <a:cubicBezTo>
                  <a:pt x="7534611" y="2422244"/>
                  <a:pt x="7531147" y="2418780"/>
                  <a:pt x="7531147" y="2414507"/>
                </a:cubicBezTo>
                <a:lnTo>
                  <a:pt x="7531147" y="2321671"/>
                </a:lnTo>
                <a:cubicBezTo>
                  <a:pt x="7531147" y="2317398"/>
                  <a:pt x="7534611" y="2313934"/>
                  <a:pt x="7538884" y="2313934"/>
                </a:cubicBezTo>
                <a:close/>
                <a:moveTo>
                  <a:pt x="7456888" y="2313934"/>
                </a:moveTo>
                <a:cubicBezTo>
                  <a:pt x="7486798" y="2313934"/>
                  <a:pt x="7511044" y="2338180"/>
                  <a:pt x="7511044" y="2368089"/>
                </a:cubicBezTo>
                <a:cubicBezTo>
                  <a:pt x="7511044" y="2397998"/>
                  <a:pt x="7486798" y="2422244"/>
                  <a:pt x="7456888" y="2422244"/>
                </a:cubicBezTo>
                <a:cubicBezTo>
                  <a:pt x="7426978" y="2422244"/>
                  <a:pt x="7402732" y="2397998"/>
                  <a:pt x="7402732" y="2368089"/>
                </a:cubicBezTo>
                <a:cubicBezTo>
                  <a:pt x="7402732" y="2338180"/>
                  <a:pt x="7426978" y="2313934"/>
                  <a:pt x="7456888" y="2313934"/>
                </a:cubicBezTo>
                <a:close/>
                <a:moveTo>
                  <a:pt x="7374892" y="2313934"/>
                </a:moveTo>
                <a:cubicBezTo>
                  <a:pt x="7379165" y="2313934"/>
                  <a:pt x="7382629" y="2317398"/>
                  <a:pt x="7382629" y="2321671"/>
                </a:cubicBezTo>
                <a:cubicBezTo>
                  <a:pt x="7382629" y="2352617"/>
                  <a:pt x="7382628" y="2383562"/>
                  <a:pt x="7382628" y="2414508"/>
                </a:cubicBezTo>
                <a:lnTo>
                  <a:pt x="7374892" y="2422244"/>
                </a:lnTo>
                <a:cubicBezTo>
                  <a:pt x="7370619" y="2422244"/>
                  <a:pt x="7367155" y="2418780"/>
                  <a:pt x="7367155" y="2414507"/>
                </a:cubicBezTo>
                <a:lnTo>
                  <a:pt x="7367155" y="2321671"/>
                </a:lnTo>
                <a:cubicBezTo>
                  <a:pt x="7367155" y="2317398"/>
                  <a:pt x="7370619" y="2313934"/>
                  <a:pt x="7374892" y="2313934"/>
                </a:cubicBezTo>
                <a:close/>
                <a:moveTo>
                  <a:pt x="7292896" y="2313934"/>
                </a:moveTo>
                <a:cubicBezTo>
                  <a:pt x="7322805" y="2313934"/>
                  <a:pt x="7347051" y="2338180"/>
                  <a:pt x="7347051" y="2368089"/>
                </a:cubicBezTo>
                <a:cubicBezTo>
                  <a:pt x="7347051" y="2397998"/>
                  <a:pt x="7322805" y="2422244"/>
                  <a:pt x="7292896" y="2422244"/>
                </a:cubicBezTo>
                <a:cubicBezTo>
                  <a:pt x="7262987" y="2422244"/>
                  <a:pt x="7238741" y="2397998"/>
                  <a:pt x="7238741" y="2368089"/>
                </a:cubicBezTo>
                <a:cubicBezTo>
                  <a:pt x="7238741" y="2338180"/>
                  <a:pt x="7262987" y="2313934"/>
                  <a:pt x="7292896" y="2313934"/>
                </a:cubicBezTo>
                <a:close/>
                <a:moveTo>
                  <a:pt x="7210901" y="2313934"/>
                </a:moveTo>
                <a:cubicBezTo>
                  <a:pt x="7215174" y="2313934"/>
                  <a:pt x="7218638" y="2317398"/>
                  <a:pt x="7218638" y="2321671"/>
                </a:cubicBezTo>
                <a:cubicBezTo>
                  <a:pt x="7218638" y="2352617"/>
                  <a:pt x="7218637" y="2383562"/>
                  <a:pt x="7218637" y="2414508"/>
                </a:cubicBezTo>
                <a:lnTo>
                  <a:pt x="7210901" y="2422244"/>
                </a:lnTo>
                <a:cubicBezTo>
                  <a:pt x="7206628" y="2422244"/>
                  <a:pt x="7203164" y="2418780"/>
                  <a:pt x="7203164" y="2414507"/>
                </a:cubicBezTo>
                <a:lnTo>
                  <a:pt x="7203164" y="2321671"/>
                </a:lnTo>
                <a:cubicBezTo>
                  <a:pt x="7203164" y="2317398"/>
                  <a:pt x="7206628" y="2313934"/>
                  <a:pt x="7210901" y="2313934"/>
                </a:cubicBezTo>
                <a:close/>
                <a:moveTo>
                  <a:pt x="7175777" y="2313934"/>
                </a:moveTo>
                <a:cubicBezTo>
                  <a:pt x="7180050" y="2313934"/>
                  <a:pt x="7183514" y="2317398"/>
                  <a:pt x="7183514" y="2321671"/>
                </a:cubicBezTo>
                <a:lnTo>
                  <a:pt x="7183514" y="2414507"/>
                </a:lnTo>
                <a:cubicBezTo>
                  <a:pt x="7183514" y="2418780"/>
                  <a:pt x="7180050" y="2422244"/>
                  <a:pt x="7175777" y="2422244"/>
                </a:cubicBezTo>
                <a:lnTo>
                  <a:pt x="7168041" y="2414508"/>
                </a:lnTo>
                <a:cubicBezTo>
                  <a:pt x="7168041" y="2383562"/>
                  <a:pt x="7168040" y="2352617"/>
                  <a:pt x="7168040" y="2321671"/>
                </a:cubicBezTo>
                <a:cubicBezTo>
                  <a:pt x="7168040" y="2317398"/>
                  <a:pt x="7171504" y="2313934"/>
                  <a:pt x="7175777" y="2313934"/>
                </a:cubicBezTo>
                <a:close/>
                <a:moveTo>
                  <a:pt x="7140225" y="2313934"/>
                </a:moveTo>
                <a:cubicBezTo>
                  <a:pt x="7144498" y="2313934"/>
                  <a:pt x="7147962" y="2317398"/>
                  <a:pt x="7147962" y="2321671"/>
                </a:cubicBezTo>
                <a:lnTo>
                  <a:pt x="7147962" y="2414507"/>
                </a:lnTo>
                <a:lnTo>
                  <a:pt x="7140225" y="2422244"/>
                </a:lnTo>
                <a:cubicBezTo>
                  <a:pt x="7135952" y="2422245"/>
                  <a:pt x="7132489" y="2418781"/>
                  <a:pt x="7132489" y="2414508"/>
                </a:cubicBezTo>
                <a:cubicBezTo>
                  <a:pt x="7132489" y="2383562"/>
                  <a:pt x="7132488" y="2352617"/>
                  <a:pt x="7132488" y="2321671"/>
                </a:cubicBezTo>
                <a:cubicBezTo>
                  <a:pt x="7132488" y="2317398"/>
                  <a:pt x="7135952" y="2313934"/>
                  <a:pt x="7140225" y="2313934"/>
                </a:cubicBezTo>
                <a:close/>
                <a:moveTo>
                  <a:pt x="7058230" y="2313934"/>
                </a:moveTo>
                <a:cubicBezTo>
                  <a:pt x="7088139" y="2313934"/>
                  <a:pt x="7112385" y="2338180"/>
                  <a:pt x="7112385" y="2368089"/>
                </a:cubicBezTo>
                <a:cubicBezTo>
                  <a:pt x="7112385" y="2397998"/>
                  <a:pt x="7088139" y="2422244"/>
                  <a:pt x="7058230" y="2422244"/>
                </a:cubicBezTo>
                <a:cubicBezTo>
                  <a:pt x="7028321" y="2422244"/>
                  <a:pt x="7004075" y="2397998"/>
                  <a:pt x="7004075" y="2368089"/>
                </a:cubicBezTo>
                <a:cubicBezTo>
                  <a:pt x="7004075" y="2338180"/>
                  <a:pt x="7028321" y="2313934"/>
                  <a:pt x="7058230" y="2313934"/>
                </a:cubicBezTo>
                <a:close/>
                <a:moveTo>
                  <a:pt x="6929815" y="2313934"/>
                </a:moveTo>
                <a:cubicBezTo>
                  <a:pt x="6959725" y="2313934"/>
                  <a:pt x="6983971" y="2338180"/>
                  <a:pt x="6983971" y="2368089"/>
                </a:cubicBezTo>
                <a:cubicBezTo>
                  <a:pt x="6983971" y="2397998"/>
                  <a:pt x="6959725" y="2422244"/>
                  <a:pt x="6929815" y="2422244"/>
                </a:cubicBezTo>
                <a:cubicBezTo>
                  <a:pt x="6899905" y="2422244"/>
                  <a:pt x="6875659" y="2397998"/>
                  <a:pt x="6875659" y="2368089"/>
                </a:cubicBezTo>
                <a:cubicBezTo>
                  <a:pt x="6875659" y="2338180"/>
                  <a:pt x="6899905" y="2313934"/>
                  <a:pt x="6929815" y="2313934"/>
                </a:cubicBezTo>
                <a:close/>
                <a:moveTo>
                  <a:pt x="6847819" y="2313934"/>
                </a:moveTo>
                <a:cubicBezTo>
                  <a:pt x="6852092" y="2313934"/>
                  <a:pt x="6855556" y="2317398"/>
                  <a:pt x="6855556" y="2321671"/>
                </a:cubicBezTo>
                <a:lnTo>
                  <a:pt x="6855556" y="2414507"/>
                </a:lnTo>
                <a:lnTo>
                  <a:pt x="6847819" y="2422244"/>
                </a:lnTo>
                <a:cubicBezTo>
                  <a:pt x="6843546" y="2422245"/>
                  <a:pt x="6840083" y="2418781"/>
                  <a:pt x="6840083" y="2414508"/>
                </a:cubicBezTo>
                <a:cubicBezTo>
                  <a:pt x="6840083" y="2383562"/>
                  <a:pt x="6840082" y="2352617"/>
                  <a:pt x="6840082" y="2321671"/>
                </a:cubicBezTo>
                <a:cubicBezTo>
                  <a:pt x="6840082" y="2317398"/>
                  <a:pt x="6843546" y="2313934"/>
                  <a:pt x="6847819" y="2313934"/>
                </a:cubicBezTo>
                <a:close/>
                <a:moveTo>
                  <a:pt x="6765823" y="2313934"/>
                </a:moveTo>
                <a:cubicBezTo>
                  <a:pt x="6795733" y="2313934"/>
                  <a:pt x="6819979" y="2338180"/>
                  <a:pt x="6819979" y="2368089"/>
                </a:cubicBezTo>
                <a:cubicBezTo>
                  <a:pt x="6819979" y="2397998"/>
                  <a:pt x="6795733" y="2422244"/>
                  <a:pt x="6765823" y="2422244"/>
                </a:cubicBezTo>
                <a:cubicBezTo>
                  <a:pt x="6735913" y="2422244"/>
                  <a:pt x="6711667" y="2397998"/>
                  <a:pt x="6711667" y="2368089"/>
                </a:cubicBezTo>
                <a:cubicBezTo>
                  <a:pt x="6711667" y="2338180"/>
                  <a:pt x="6735913" y="2313934"/>
                  <a:pt x="6765823" y="2313934"/>
                </a:cubicBezTo>
                <a:close/>
                <a:moveTo>
                  <a:pt x="6683828" y="2313934"/>
                </a:moveTo>
                <a:cubicBezTo>
                  <a:pt x="6688101" y="2313934"/>
                  <a:pt x="6691565" y="2317398"/>
                  <a:pt x="6691565" y="2321671"/>
                </a:cubicBezTo>
                <a:lnTo>
                  <a:pt x="6691565" y="2414507"/>
                </a:lnTo>
                <a:cubicBezTo>
                  <a:pt x="6691565" y="2418780"/>
                  <a:pt x="6688101" y="2422244"/>
                  <a:pt x="6683828" y="2422244"/>
                </a:cubicBezTo>
                <a:lnTo>
                  <a:pt x="6676092" y="2414508"/>
                </a:lnTo>
                <a:cubicBezTo>
                  <a:pt x="6676092" y="2383562"/>
                  <a:pt x="6676091" y="2352617"/>
                  <a:pt x="6676091" y="2321671"/>
                </a:cubicBezTo>
                <a:cubicBezTo>
                  <a:pt x="6676091" y="2317398"/>
                  <a:pt x="6679555" y="2313934"/>
                  <a:pt x="6683828" y="2313934"/>
                </a:cubicBezTo>
                <a:close/>
                <a:moveTo>
                  <a:pt x="6648251" y="2313934"/>
                </a:moveTo>
                <a:cubicBezTo>
                  <a:pt x="6652524" y="2313934"/>
                  <a:pt x="6655988" y="2317398"/>
                  <a:pt x="6655988" y="2321671"/>
                </a:cubicBezTo>
                <a:lnTo>
                  <a:pt x="6655988" y="2414507"/>
                </a:lnTo>
                <a:cubicBezTo>
                  <a:pt x="6655988" y="2418780"/>
                  <a:pt x="6652524" y="2422244"/>
                  <a:pt x="6648251" y="2422244"/>
                </a:cubicBezTo>
                <a:lnTo>
                  <a:pt x="6640515" y="2414508"/>
                </a:lnTo>
                <a:cubicBezTo>
                  <a:pt x="6640515" y="2383562"/>
                  <a:pt x="6640514" y="2352617"/>
                  <a:pt x="6640514" y="2321671"/>
                </a:cubicBezTo>
                <a:cubicBezTo>
                  <a:pt x="6640514" y="2317398"/>
                  <a:pt x="6643978" y="2313934"/>
                  <a:pt x="6648251" y="2313934"/>
                </a:cubicBezTo>
                <a:close/>
                <a:moveTo>
                  <a:pt x="6566255" y="2313934"/>
                </a:moveTo>
                <a:cubicBezTo>
                  <a:pt x="6596165" y="2313934"/>
                  <a:pt x="6620411" y="2338180"/>
                  <a:pt x="6620411" y="2368089"/>
                </a:cubicBezTo>
                <a:cubicBezTo>
                  <a:pt x="6620411" y="2397998"/>
                  <a:pt x="6596165" y="2422244"/>
                  <a:pt x="6566255" y="2422244"/>
                </a:cubicBezTo>
                <a:cubicBezTo>
                  <a:pt x="6536345" y="2422244"/>
                  <a:pt x="6512099" y="2397998"/>
                  <a:pt x="6512099" y="2368089"/>
                </a:cubicBezTo>
                <a:cubicBezTo>
                  <a:pt x="6512099" y="2338180"/>
                  <a:pt x="6536345" y="2313934"/>
                  <a:pt x="6566255" y="2313934"/>
                </a:cubicBezTo>
                <a:close/>
                <a:moveTo>
                  <a:pt x="6437840" y="2313934"/>
                </a:moveTo>
                <a:cubicBezTo>
                  <a:pt x="6467750" y="2313934"/>
                  <a:pt x="6491996" y="2338180"/>
                  <a:pt x="6491996" y="2368089"/>
                </a:cubicBezTo>
                <a:cubicBezTo>
                  <a:pt x="6491996" y="2397998"/>
                  <a:pt x="6467750" y="2422244"/>
                  <a:pt x="6437840" y="2422244"/>
                </a:cubicBezTo>
                <a:cubicBezTo>
                  <a:pt x="6407930" y="2422244"/>
                  <a:pt x="6383684" y="2397998"/>
                  <a:pt x="6383684" y="2368089"/>
                </a:cubicBezTo>
                <a:cubicBezTo>
                  <a:pt x="6383684" y="2338180"/>
                  <a:pt x="6407930" y="2313934"/>
                  <a:pt x="6437840" y="2313934"/>
                </a:cubicBezTo>
                <a:close/>
                <a:moveTo>
                  <a:pt x="6355844" y="2313934"/>
                </a:moveTo>
                <a:cubicBezTo>
                  <a:pt x="6360117" y="2313934"/>
                  <a:pt x="6363581" y="2317398"/>
                  <a:pt x="6363581" y="2321671"/>
                </a:cubicBezTo>
                <a:lnTo>
                  <a:pt x="6363581" y="2414507"/>
                </a:lnTo>
                <a:lnTo>
                  <a:pt x="6355844" y="2422244"/>
                </a:lnTo>
                <a:cubicBezTo>
                  <a:pt x="6351571" y="2422245"/>
                  <a:pt x="6348108" y="2418781"/>
                  <a:pt x="6348108" y="2414508"/>
                </a:cubicBezTo>
                <a:cubicBezTo>
                  <a:pt x="6348108" y="2383562"/>
                  <a:pt x="6348107" y="2352617"/>
                  <a:pt x="6348107" y="2321671"/>
                </a:cubicBezTo>
                <a:cubicBezTo>
                  <a:pt x="6348107" y="2317398"/>
                  <a:pt x="6351571" y="2313934"/>
                  <a:pt x="6355844" y="2313934"/>
                </a:cubicBezTo>
                <a:close/>
                <a:moveTo>
                  <a:pt x="6320267" y="2313934"/>
                </a:moveTo>
                <a:cubicBezTo>
                  <a:pt x="6324540" y="2313934"/>
                  <a:pt x="6328004" y="2317398"/>
                  <a:pt x="6328004" y="2321671"/>
                </a:cubicBezTo>
                <a:lnTo>
                  <a:pt x="6328004" y="2414507"/>
                </a:lnTo>
                <a:lnTo>
                  <a:pt x="6320267" y="2422244"/>
                </a:lnTo>
                <a:cubicBezTo>
                  <a:pt x="6315994" y="2422245"/>
                  <a:pt x="6312531" y="2418781"/>
                  <a:pt x="6312531" y="2414508"/>
                </a:cubicBezTo>
                <a:cubicBezTo>
                  <a:pt x="6312531" y="2383562"/>
                  <a:pt x="6312530" y="2352617"/>
                  <a:pt x="6312530" y="2321671"/>
                </a:cubicBezTo>
                <a:cubicBezTo>
                  <a:pt x="6312530" y="2317398"/>
                  <a:pt x="6315994" y="2313934"/>
                  <a:pt x="6320267" y="2313934"/>
                </a:cubicBezTo>
                <a:close/>
                <a:moveTo>
                  <a:pt x="6238271" y="2313934"/>
                </a:moveTo>
                <a:cubicBezTo>
                  <a:pt x="6268181" y="2313934"/>
                  <a:pt x="6292427" y="2338180"/>
                  <a:pt x="6292427" y="2368089"/>
                </a:cubicBezTo>
                <a:cubicBezTo>
                  <a:pt x="6292427" y="2397998"/>
                  <a:pt x="6268181" y="2422244"/>
                  <a:pt x="6238271" y="2422244"/>
                </a:cubicBezTo>
                <a:cubicBezTo>
                  <a:pt x="6208361" y="2422244"/>
                  <a:pt x="6184115" y="2397998"/>
                  <a:pt x="6184115" y="2368089"/>
                </a:cubicBezTo>
                <a:cubicBezTo>
                  <a:pt x="6184115" y="2338180"/>
                  <a:pt x="6208361" y="2313934"/>
                  <a:pt x="6238271" y="2313934"/>
                </a:cubicBezTo>
                <a:close/>
                <a:moveTo>
                  <a:pt x="6156276" y="2313934"/>
                </a:moveTo>
                <a:cubicBezTo>
                  <a:pt x="6160549" y="2313934"/>
                  <a:pt x="6164013" y="2317398"/>
                  <a:pt x="6164013" y="2321671"/>
                </a:cubicBezTo>
                <a:lnTo>
                  <a:pt x="6164013" y="2414507"/>
                </a:lnTo>
                <a:lnTo>
                  <a:pt x="6156276" y="2422244"/>
                </a:lnTo>
                <a:cubicBezTo>
                  <a:pt x="6152003" y="2422245"/>
                  <a:pt x="6148540" y="2418781"/>
                  <a:pt x="6148540" y="2414508"/>
                </a:cubicBezTo>
                <a:cubicBezTo>
                  <a:pt x="6148540" y="2383562"/>
                  <a:pt x="6148539" y="2352617"/>
                  <a:pt x="6148539" y="2321671"/>
                </a:cubicBezTo>
                <a:cubicBezTo>
                  <a:pt x="6148539" y="2317398"/>
                  <a:pt x="6152003" y="2313934"/>
                  <a:pt x="6156276" y="2313934"/>
                </a:cubicBezTo>
                <a:close/>
                <a:moveTo>
                  <a:pt x="6120699" y="2313934"/>
                </a:moveTo>
                <a:cubicBezTo>
                  <a:pt x="6124972" y="2313934"/>
                  <a:pt x="6128436" y="2317398"/>
                  <a:pt x="6128436" y="2321671"/>
                </a:cubicBezTo>
                <a:lnTo>
                  <a:pt x="6128436" y="2414507"/>
                </a:lnTo>
                <a:lnTo>
                  <a:pt x="6120699" y="2422244"/>
                </a:lnTo>
                <a:cubicBezTo>
                  <a:pt x="6116426" y="2422245"/>
                  <a:pt x="6112963" y="2418781"/>
                  <a:pt x="6112963" y="2414508"/>
                </a:cubicBezTo>
                <a:cubicBezTo>
                  <a:pt x="6112963" y="2383562"/>
                  <a:pt x="6112962" y="2352617"/>
                  <a:pt x="6112962" y="2321671"/>
                </a:cubicBezTo>
                <a:cubicBezTo>
                  <a:pt x="6112962" y="2317398"/>
                  <a:pt x="6116426" y="2313934"/>
                  <a:pt x="6120699" y="2313934"/>
                </a:cubicBezTo>
                <a:close/>
                <a:moveTo>
                  <a:pt x="6038703" y="2313934"/>
                </a:moveTo>
                <a:cubicBezTo>
                  <a:pt x="6068613" y="2313934"/>
                  <a:pt x="6092859" y="2338180"/>
                  <a:pt x="6092859" y="2368089"/>
                </a:cubicBezTo>
                <a:cubicBezTo>
                  <a:pt x="6092859" y="2397998"/>
                  <a:pt x="6068613" y="2422244"/>
                  <a:pt x="6038703" y="2422244"/>
                </a:cubicBezTo>
                <a:cubicBezTo>
                  <a:pt x="6008793" y="2422244"/>
                  <a:pt x="5984547" y="2397998"/>
                  <a:pt x="5984547" y="2368089"/>
                </a:cubicBezTo>
                <a:cubicBezTo>
                  <a:pt x="5984547" y="2338180"/>
                  <a:pt x="6008793" y="2313934"/>
                  <a:pt x="6038703" y="2313934"/>
                </a:cubicBezTo>
                <a:close/>
                <a:moveTo>
                  <a:pt x="5956707" y="2313934"/>
                </a:moveTo>
                <a:cubicBezTo>
                  <a:pt x="5960980" y="2313934"/>
                  <a:pt x="5964444" y="2317398"/>
                  <a:pt x="5964444" y="2321671"/>
                </a:cubicBezTo>
                <a:lnTo>
                  <a:pt x="5964444" y="2414507"/>
                </a:lnTo>
                <a:lnTo>
                  <a:pt x="5956707" y="2422244"/>
                </a:lnTo>
                <a:cubicBezTo>
                  <a:pt x="5952434" y="2422245"/>
                  <a:pt x="5948971" y="2418781"/>
                  <a:pt x="5948971" y="2414508"/>
                </a:cubicBezTo>
                <a:cubicBezTo>
                  <a:pt x="5948971" y="2383562"/>
                  <a:pt x="5948970" y="2352617"/>
                  <a:pt x="5948970" y="2321671"/>
                </a:cubicBezTo>
                <a:cubicBezTo>
                  <a:pt x="5948970" y="2317398"/>
                  <a:pt x="5952434" y="2313934"/>
                  <a:pt x="5956707" y="2313934"/>
                </a:cubicBezTo>
                <a:close/>
                <a:moveTo>
                  <a:pt x="5921130" y="2313934"/>
                </a:moveTo>
                <a:cubicBezTo>
                  <a:pt x="5925403" y="2313934"/>
                  <a:pt x="5928867" y="2317398"/>
                  <a:pt x="5928867" y="2321671"/>
                </a:cubicBezTo>
                <a:lnTo>
                  <a:pt x="5928867" y="2414507"/>
                </a:lnTo>
                <a:lnTo>
                  <a:pt x="5921130" y="2422244"/>
                </a:lnTo>
                <a:cubicBezTo>
                  <a:pt x="5916857" y="2422245"/>
                  <a:pt x="5913394" y="2418781"/>
                  <a:pt x="5913394" y="2414508"/>
                </a:cubicBezTo>
                <a:cubicBezTo>
                  <a:pt x="5913394" y="2383562"/>
                  <a:pt x="5913393" y="2352617"/>
                  <a:pt x="5913393" y="2321671"/>
                </a:cubicBezTo>
                <a:cubicBezTo>
                  <a:pt x="5913393" y="2317398"/>
                  <a:pt x="5916857" y="2313934"/>
                  <a:pt x="5921130" y="2313934"/>
                </a:cubicBezTo>
                <a:close/>
                <a:moveTo>
                  <a:pt x="5839135" y="2313934"/>
                </a:moveTo>
                <a:cubicBezTo>
                  <a:pt x="5869044" y="2313934"/>
                  <a:pt x="5893290" y="2338180"/>
                  <a:pt x="5893290" y="2368089"/>
                </a:cubicBezTo>
                <a:cubicBezTo>
                  <a:pt x="5893290" y="2397998"/>
                  <a:pt x="5869044" y="2422244"/>
                  <a:pt x="5839135" y="2422244"/>
                </a:cubicBezTo>
                <a:cubicBezTo>
                  <a:pt x="5809226" y="2422244"/>
                  <a:pt x="5784980" y="2397998"/>
                  <a:pt x="5784980" y="2368089"/>
                </a:cubicBezTo>
                <a:cubicBezTo>
                  <a:pt x="5784980" y="2338180"/>
                  <a:pt x="5809226" y="2313934"/>
                  <a:pt x="5839135" y="2313934"/>
                </a:cubicBezTo>
                <a:close/>
                <a:moveTo>
                  <a:pt x="5710720" y="2313934"/>
                </a:moveTo>
                <a:cubicBezTo>
                  <a:pt x="5740630" y="2313934"/>
                  <a:pt x="5764876" y="2338180"/>
                  <a:pt x="5764876" y="2368089"/>
                </a:cubicBezTo>
                <a:cubicBezTo>
                  <a:pt x="5764876" y="2397998"/>
                  <a:pt x="5740630" y="2422244"/>
                  <a:pt x="5710720" y="2422244"/>
                </a:cubicBezTo>
                <a:cubicBezTo>
                  <a:pt x="5680810" y="2422244"/>
                  <a:pt x="5656564" y="2397998"/>
                  <a:pt x="5656564" y="2368089"/>
                </a:cubicBezTo>
                <a:cubicBezTo>
                  <a:pt x="5656564" y="2338180"/>
                  <a:pt x="5680810" y="2313934"/>
                  <a:pt x="5710720" y="2313934"/>
                </a:cubicBezTo>
                <a:close/>
                <a:moveTo>
                  <a:pt x="5628724" y="2313934"/>
                </a:moveTo>
                <a:cubicBezTo>
                  <a:pt x="5632997" y="2313934"/>
                  <a:pt x="5636461" y="2317398"/>
                  <a:pt x="5636461" y="2321671"/>
                </a:cubicBezTo>
                <a:lnTo>
                  <a:pt x="5636461" y="2414507"/>
                </a:lnTo>
                <a:cubicBezTo>
                  <a:pt x="5636461" y="2418780"/>
                  <a:pt x="5632997" y="2422244"/>
                  <a:pt x="5628724" y="2422244"/>
                </a:cubicBezTo>
                <a:lnTo>
                  <a:pt x="5620988" y="2414508"/>
                </a:lnTo>
                <a:cubicBezTo>
                  <a:pt x="5620988" y="2383562"/>
                  <a:pt x="5620987" y="2352617"/>
                  <a:pt x="5620987" y="2321671"/>
                </a:cubicBezTo>
                <a:cubicBezTo>
                  <a:pt x="5620987" y="2317398"/>
                  <a:pt x="5624451" y="2313934"/>
                  <a:pt x="5628724" y="2313934"/>
                </a:cubicBezTo>
                <a:close/>
                <a:moveTo>
                  <a:pt x="5546729" y="2313934"/>
                </a:moveTo>
                <a:cubicBezTo>
                  <a:pt x="5576639" y="2313934"/>
                  <a:pt x="5600885" y="2338180"/>
                  <a:pt x="5600885" y="2368089"/>
                </a:cubicBezTo>
                <a:cubicBezTo>
                  <a:pt x="5600885" y="2397998"/>
                  <a:pt x="5576639" y="2422244"/>
                  <a:pt x="5546729" y="2422244"/>
                </a:cubicBezTo>
                <a:cubicBezTo>
                  <a:pt x="5516819" y="2422244"/>
                  <a:pt x="5492573" y="2397998"/>
                  <a:pt x="5492573" y="2368089"/>
                </a:cubicBezTo>
                <a:cubicBezTo>
                  <a:pt x="5492573" y="2338180"/>
                  <a:pt x="5516819" y="2313934"/>
                  <a:pt x="5546729" y="2313934"/>
                </a:cubicBezTo>
                <a:close/>
                <a:moveTo>
                  <a:pt x="5464733" y="2313934"/>
                </a:moveTo>
                <a:cubicBezTo>
                  <a:pt x="5469006" y="2313934"/>
                  <a:pt x="5472470" y="2317398"/>
                  <a:pt x="5472470" y="2321671"/>
                </a:cubicBezTo>
                <a:lnTo>
                  <a:pt x="5472470" y="2414507"/>
                </a:lnTo>
                <a:lnTo>
                  <a:pt x="5464733" y="2422244"/>
                </a:lnTo>
                <a:cubicBezTo>
                  <a:pt x="5460460" y="2422245"/>
                  <a:pt x="5456997" y="2418781"/>
                  <a:pt x="5456997" y="2414508"/>
                </a:cubicBezTo>
                <a:cubicBezTo>
                  <a:pt x="5456997" y="2383562"/>
                  <a:pt x="5456996" y="2352617"/>
                  <a:pt x="5456996" y="2321671"/>
                </a:cubicBezTo>
                <a:cubicBezTo>
                  <a:pt x="5456996" y="2317398"/>
                  <a:pt x="5460460" y="2313934"/>
                  <a:pt x="5464733" y="2313934"/>
                </a:cubicBezTo>
                <a:close/>
                <a:moveTo>
                  <a:pt x="5429156" y="2313934"/>
                </a:moveTo>
                <a:cubicBezTo>
                  <a:pt x="5433429" y="2313934"/>
                  <a:pt x="5436893" y="2317398"/>
                  <a:pt x="5436893" y="2321671"/>
                </a:cubicBezTo>
                <a:lnTo>
                  <a:pt x="5436893" y="2414507"/>
                </a:lnTo>
                <a:lnTo>
                  <a:pt x="5429156" y="2422244"/>
                </a:lnTo>
                <a:cubicBezTo>
                  <a:pt x="5424883" y="2422245"/>
                  <a:pt x="5421420" y="2418781"/>
                  <a:pt x="5421420" y="2414508"/>
                </a:cubicBezTo>
                <a:cubicBezTo>
                  <a:pt x="5421420" y="2383562"/>
                  <a:pt x="5421419" y="2352617"/>
                  <a:pt x="5421419" y="2321671"/>
                </a:cubicBezTo>
                <a:cubicBezTo>
                  <a:pt x="5421419" y="2317398"/>
                  <a:pt x="5424883" y="2313934"/>
                  <a:pt x="5429156" y="2313934"/>
                </a:cubicBezTo>
                <a:close/>
                <a:moveTo>
                  <a:pt x="5347160" y="2313934"/>
                </a:moveTo>
                <a:cubicBezTo>
                  <a:pt x="5377070" y="2313934"/>
                  <a:pt x="5401316" y="2338180"/>
                  <a:pt x="5401316" y="2368089"/>
                </a:cubicBezTo>
                <a:cubicBezTo>
                  <a:pt x="5401316" y="2397998"/>
                  <a:pt x="5377070" y="2422244"/>
                  <a:pt x="5347160" y="2422244"/>
                </a:cubicBezTo>
                <a:cubicBezTo>
                  <a:pt x="5317250" y="2422244"/>
                  <a:pt x="5293004" y="2397998"/>
                  <a:pt x="5293004" y="2368089"/>
                </a:cubicBezTo>
                <a:cubicBezTo>
                  <a:pt x="5293004" y="2338180"/>
                  <a:pt x="5317250" y="2313934"/>
                  <a:pt x="5347160" y="2313934"/>
                </a:cubicBezTo>
                <a:close/>
                <a:moveTo>
                  <a:pt x="5218745" y="2313934"/>
                </a:moveTo>
                <a:cubicBezTo>
                  <a:pt x="5248655" y="2313934"/>
                  <a:pt x="5272901" y="2338180"/>
                  <a:pt x="5272901" y="2368089"/>
                </a:cubicBezTo>
                <a:cubicBezTo>
                  <a:pt x="5272901" y="2397998"/>
                  <a:pt x="5248655" y="2422244"/>
                  <a:pt x="5218745" y="2422244"/>
                </a:cubicBezTo>
                <a:cubicBezTo>
                  <a:pt x="5188835" y="2422244"/>
                  <a:pt x="5164589" y="2397998"/>
                  <a:pt x="5164589" y="2368089"/>
                </a:cubicBezTo>
                <a:cubicBezTo>
                  <a:pt x="5164589" y="2338180"/>
                  <a:pt x="5188835" y="2313934"/>
                  <a:pt x="5218745" y="2313934"/>
                </a:cubicBezTo>
                <a:close/>
                <a:moveTo>
                  <a:pt x="5136749" y="2313934"/>
                </a:moveTo>
                <a:cubicBezTo>
                  <a:pt x="5141022" y="2313934"/>
                  <a:pt x="5144486" y="2317398"/>
                  <a:pt x="5144486" y="2321671"/>
                </a:cubicBezTo>
                <a:lnTo>
                  <a:pt x="5144486" y="2414507"/>
                </a:lnTo>
                <a:lnTo>
                  <a:pt x="5136749" y="2422244"/>
                </a:lnTo>
                <a:cubicBezTo>
                  <a:pt x="5132476" y="2422245"/>
                  <a:pt x="5129013" y="2418781"/>
                  <a:pt x="5129013" y="2414508"/>
                </a:cubicBezTo>
                <a:cubicBezTo>
                  <a:pt x="5129013" y="2383562"/>
                  <a:pt x="5129012" y="2352617"/>
                  <a:pt x="5129012" y="2321671"/>
                </a:cubicBezTo>
                <a:cubicBezTo>
                  <a:pt x="5129012" y="2317398"/>
                  <a:pt x="5132476" y="2313934"/>
                  <a:pt x="5136749" y="2313934"/>
                </a:cubicBezTo>
                <a:close/>
                <a:moveTo>
                  <a:pt x="5101173" y="2313934"/>
                </a:moveTo>
                <a:cubicBezTo>
                  <a:pt x="5105446" y="2313934"/>
                  <a:pt x="5108910" y="2317398"/>
                  <a:pt x="5108910" y="2321671"/>
                </a:cubicBezTo>
                <a:lnTo>
                  <a:pt x="5108910" y="2414507"/>
                </a:lnTo>
                <a:cubicBezTo>
                  <a:pt x="5108910" y="2418780"/>
                  <a:pt x="5105446" y="2422244"/>
                  <a:pt x="5101173" y="2422244"/>
                </a:cubicBezTo>
                <a:lnTo>
                  <a:pt x="5093437" y="2414508"/>
                </a:lnTo>
                <a:cubicBezTo>
                  <a:pt x="5093437" y="2383562"/>
                  <a:pt x="5093436" y="2352617"/>
                  <a:pt x="5093436" y="2321671"/>
                </a:cubicBezTo>
                <a:cubicBezTo>
                  <a:pt x="5093436" y="2317398"/>
                  <a:pt x="5096900" y="2313934"/>
                  <a:pt x="5101173" y="2313934"/>
                </a:cubicBezTo>
                <a:close/>
                <a:moveTo>
                  <a:pt x="5019177" y="2313934"/>
                </a:moveTo>
                <a:cubicBezTo>
                  <a:pt x="5049087" y="2313934"/>
                  <a:pt x="5073333" y="2338180"/>
                  <a:pt x="5073333" y="2368089"/>
                </a:cubicBezTo>
                <a:cubicBezTo>
                  <a:pt x="5073333" y="2397998"/>
                  <a:pt x="5049087" y="2422244"/>
                  <a:pt x="5019177" y="2422244"/>
                </a:cubicBezTo>
                <a:cubicBezTo>
                  <a:pt x="4989267" y="2422244"/>
                  <a:pt x="4965021" y="2397998"/>
                  <a:pt x="4965021" y="2368089"/>
                </a:cubicBezTo>
                <a:cubicBezTo>
                  <a:pt x="4965021" y="2338180"/>
                  <a:pt x="4989267" y="2313934"/>
                  <a:pt x="5019177" y="2313934"/>
                </a:cubicBezTo>
                <a:close/>
                <a:moveTo>
                  <a:pt x="4937181" y="2313934"/>
                </a:moveTo>
                <a:cubicBezTo>
                  <a:pt x="4941454" y="2313934"/>
                  <a:pt x="4944918" y="2317398"/>
                  <a:pt x="4944918" y="2321671"/>
                </a:cubicBezTo>
                <a:lnTo>
                  <a:pt x="4944918" y="2414507"/>
                </a:lnTo>
                <a:lnTo>
                  <a:pt x="4937181" y="2422244"/>
                </a:lnTo>
                <a:cubicBezTo>
                  <a:pt x="4932908" y="2422245"/>
                  <a:pt x="4929445" y="2418781"/>
                  <a:pt x="4929445" y="2414508"/>
                </a:cubicBezTo>
                <a:cubicBezTo>
                  <a:pt x="4929445" y="2383562"/>
                  <a:pt x="4929444" y="2352617"/>
                  <a:pt x="4929444" y="2321671"/>
                </a:cubicBezTo>
                <a:cubicBezTo>
                  <a:pt x="4929444" y="2317398"/>
                  <a:pt x="4932908" y="2313934"/>
                  <a:pt x="4937181" y="2313934"/>
                </a:cubicBezTo>
                <a:close/>
                <a:moveTo>
                  <a:pt x="4901604" y="2313934"/>
                </a:moveTo>
                <a:cubicBezTo>
                  <a:pt x="4905877" y="2313934"/>
                  <a:pt x="4909341" y="2317398"/>
                  <a:pt x="4909341" y="2321671"/>
                </a:cubicBezTo>
                <a:lnTo>
                  <a:pt x="4909341" y="2414507"/>
                </a:lnTo>
                <a:lnTo>
                  <a:pt x="4901604" y="2422244"/>
                </a:lnTo>
                <a:cubicBezTo>
                  <a:pt x="4897331" y="2422245"/>
                  <a:pt x="4893868" y="2418781"/>
                  <a:pt x="4893868" y="2414508"/>
                </a:cubicBezTo>
                <a:cubicBezTo>
                  <a:pt x="4893868" y="2383562"/>
                  <a:pt x="4893867" y="2352617"/>
                  <a:pt x="4893867" y="2321671"/>
                </a:cubicBezTo>
                <a:cubicBezTo>
                  <a:pt x="4893867" y="2317398"/>
                  <a:pt x="4897331" y="2313934"/>
                  <a:pt x="4901604" y="2313934"/>
                </a:cubicBezTo>
                <a:close/>
                <a:moveTo>
                  <a:pt x="4819608" y="2313934"/>
                </a:moveTo>
                <a:cubicBezTo>
                  <a:pt x="4849518" y="2313934"/>
                  <a:pt x="4873764" y="2338180"/>
                  <a:pt x="4873764" y="2368089"/>
                </a:cubicBezTo>
                <a:cubicBezTo>
                  <a:pt x="4873764" y="2397998"/>
                  <a:pt x="4849518" y="2422244"/>
                  <a:pt x="4819608" y="2422244"/>
                </a:cubicBezTo>
                <a:cubicBezTo>
                  <a:pt x="4789698" y="2422244"/>
                  <a:pt x="4765452" y="2397998"/>
                  <a:pt x="4765452" y="2368089"/>
                </a:cubicBezTo>
                <a:cubicBezTo>
                  <a:pt x="4765452" y="2338180"/>
                  <a:pt x="4789698" y="2313934"/>
                  <a:pt x="4819608" y="2313934"/>
                </a:cubicBezTo>
                <a:close/>
                <a:moveTo>
                  <a:pt x="4737613" y="2313934"/>
                </a:moveTo>
                <a:cubicBezTo>
                  <a:pt x="4741886" y="2313934"/>
                  <a:pt x="4745350" y="2317398"/>
                  <a:pt x="4745350" y="2321671"/>
                </a:cubicBezTo>
                <a:cubicBezTo>
                  <a:pt x="4745350" y="2352617"/>
                  <a:pt x="4745349" y="2383562"/>
                  <a:pt x="4745349" y="2414508"/>
                </a:cubicBezTo>
                <a:lnTo>
                  <a:pt x="4737613" y="2422244"/>
                </a:lnTo>
                <a:cubicBezTo>
                  <a:pt x="4733340" y="2422244"/>
                  <a:pt x="4729876" y="2418780"/>
                  <a:pt x="4729876" y="2414507"/>
                </a:cubicBezTo>
                <a:lnTo>
                  <a:pt x="4729876" y="2321671"/>
                </a:lnTo>
                <a:cubicBezTo>
                  <a:pt x="4729876" y="2317398"/>
                  <a:pt x="4733340" y="2313934"/>
                  <a:pt x="4737613" y="2313934"/>
                </a:cubicBezTo>
                <a:close/>
                <a:moveTo>
                  <a:pt x="4655617" y="2313934"/>
                </a:moveTo>
                <a:cubicBezTo>
                  <a:pt x="4685527" y="2313934"/>
                  <a:pt x="4709773" y="2338180"/>
                  <a:pt x="4709773" y="2368089"/>
                </a:cubicBezTo>
                <a:cubicBezTo>
                  <a:pt x="4709773" y="2397998"/>
                  <a:pt x="4685527" y="2422244"/>
                  <a:pt x="4655617" y="2422244"/>
                </a:cubicBezTo>
                <a:cubicBezTo>
                  <a:pt x="4625707" y="2422244"/>
                  <a:pt x="4601461" y="2397998"/>
                  <a:pt x="4601461" y="2368089"/>
                </a:cubicBezTo>
                <a:cubicBezTo>
                  <a:pt x="4601461" y="2338180"/>
                  <a:pt x="4625707" y="2313934"/>
                  <a:pt x="4655617" y="2313934"/>
                </a:cubicBezTo>
                <a:close/>
                <a:moveTo>
                  <a:pt x="4573622" y="2313934"/>
                </a:moveTo>
                <a:cubicBezTo>
                  <a:pt x="4577895" y="2313934"/>
                  <a:pt x="4581359" y="2317398"/>
                  <a:pt x="4581359" y="2321671"/>
                </a:cubicBezTo>
                <a:cubicBezTo>
                  <a:pt x="4581359" y="2352617"/>
                  <a:pt x="4581358" y="2383562"/>
                  <a:pt x="4581358" y="2414508"/>
                </a:cubicBezTo>
                <a:lnTo>
                  <a:pt x="4573622" y="2422244"/>
                </a:lnTo>
                <a:cubicBezTo>
                  <a:pt x="4569349" y="2422244"/>
                  <a:pt x="4565885" y="2418780"/>
                  <a:pt x="4565885" y="2414507"/>
                </a:cubicBezTo>
                <a:lnTo>
                  <a:pt x="4565885" y="2321671"/>
                </a:lnTo>
                <a:cubicBezTo>
                  <a:pt x="4565885" y="2317398"/>
                  <a:pt x="4569349" y="2313934"/>
                  <a:pt x="4573622" y="2313934"/>
                </a:cubicBezTo>
                <a:close/>
                <a:moveTo>
                  <a:pt x="4491626" y="2313934"/>
                </a:moveTo>
                <a:cubicBezTo>
                  <a:pt x="4521536" y="2313934"/>
                  <a:pt x="4545782" y="2338180"/>
                  <a:pt x="4545782" y="2368089"/>
                </a:cubicBezTo>
                <a:cubicBezTo>
                  <a:pt x="4545782" y="2397998"/>
                  <a:pt x="4521536" y="2422244"/>
                  <a:pt x="4491626" y="2422244"/>
                </a:cubicBezTo>
                <a:cubicBezTo>
                  <a:pt x="4461716" y="2422244"/>
                  <a:pt x="4437470" y="2397998"/>
                  <a:pt x="4437470" y="2368089"/>
                </a:cubicBezTo>
                <a:cubicBezTo>
                  <a:pt x="4437470" y="2338180"/>
                  <a:pt x="4461716" y="2313934"/>
                  <a:pt x="4491626" y="2313934"/>
                </a:cubicBezTo>
                <a:close/>
                <a:moveTo>
                  <a:pt x="4409630" y="2313934"/>
                </a:moveTo>
                <a:cubicBezTo>
                  <a:pt x="4413903" y="2313934"/>
                  <a:pt x="4417367" y="2317398"/>
                  <a:pt x="4417367" y="2321671"/>
                </a:cubicBezTo>
                <a:cubicBezTo>
                  <a:pt x="4417367" y="2352617"/>
                  <a:pt x="4417366" y="2383562"/>
                  <a:pt x="4417366" y="2414508"/>
                </a:cubicBezTo>
                <a:lnTo>
                  <a:pt x="4409630" y="2422244"/>
                </a:lnTo>
                <a:cubicBezTo>
                  <a:pt x="4405357" y="2422244"/>
                  <a:pt x="4401893" y="2418780"/>
                  <a:pt x="4401893" y="2414507"/>
                </a:cubicBezTo>
                <a:lnTo>
                  <a:pt x="4401893" y="2321671"/>
                </a:lnTo>
                <a:cubicBezTo>
                  <a:pt x="4401893" y="2317398"/>
                  <a:pt x="4405357" y="2313934"/>
                  <a:pt x="4409630" y="2313934"/>
                </a:cubicBezTo>
                <a:close/>
                <a:moveTo>
                  <a:pt x="4374053" y="2313934"/>
                </a:moveTo>
                <a:cubicBezTo>
                  <a:pt x="4378326" y="2313934"/>
                  <a:pt x="4381790" y="2317398"/>
                  <a:pt x="4381790" y="2321671"/>
                </a:cubicBezTo>
                <a:cubicBezTo>
                  <a:pt x="4381790" y="2352617"/>
                  <a:pt x="4381789" y="2383562"/>
                  <a:pt x="4381789" y="2414508"/>
                </a:cubicBezTo>
                <a:lnTo>
                  <a:pt x="4374053" y="2422244"/>
                </a:lnTo>
                <a:cubicBezTo>
                  <a:pt x="4369780" y="2422244"/>
                  <a:pt x="4366316" y="2418780"/>
                  <a:pt x="4366316" y="2414507"/>
                </a:cubicBezTo>
                <a:lnTo>
                  <a:pt x="4366316" y="2321671"/>
                </a:lnTo>
                <a:cubicBezTo>
                  <a:pt x="4366316" y="2317398"/>
                  <a:pt x="4369780" y="2313934"/>
                  <a:pt x="4374053" y="2313934"/>
                </a:cubicBezTo>
                <a:close/>
                <a:moveTo>
                  <a:pt x="4292057" y="2313934"/>
                </a:moveTo>
                <a:cubicBezTo>
                  <a:pt x="4321967" y="2313934"/>
                  <a:pt x="4346213" y="2338180"/>
                  <a:pt x="4346213" y="2368089"/>
                </a:cubicBezTo>
                <a:cubicBezTo>
                  <a:pt x="4346213" y="2397998"/>
                  <a:pt x="4321967" y="2422244"/>
                  <a:pt x="4292057" y="2422244"/>
                </a:cubicBezTo>
                <a:cubicBezTo>
                  <a:pt x="4262147" y="2422244"/>
                  <a:pt x="4237901" y="2397998"/>
                  <a:pt x="4237901" y="2368089"/>
                </a:cubicBezTo>
                <a:cubicBezTo>
                  <a:pt x="4237901" y="2338180"/>
                  <a:pt x="4262147" y="2313934"/>
                  <a:pt x="4292057" y="2313934"/>
                </a:cubicBezTo>
                <a:close/>
                <a:moveTo>
                  <a:pt x="4163642" y="2313934"/>
                </a:moveTo>
                <a:cubicBezTo>
                  <a:pt x="4193552" y="2313934"/>
                  <a:pt x="4217798" y="2338180"/>
                  <a:pt x="4217798" y="2368089"/>
                </a:cubicBezTo>
                <a:cubicBezTo>
                  <a:pt x="4217798" y="2397998"/>
                  <a:pt x="4193552" y="2422244"/>
                  <a:pt x="4163642" y="2422244"/>
                </a:cubicBezTo>
                <a:cubicBezTo>
                  <a:pt x="4133732" y="2422244"/>
                  <a:pt x="4109486" y="2397998"/>
                  <a:pt x="4109486" y="2368089"/>
                </a:cubicBezTo>
                <a:cubicBezTo>
                  <a:pt x="4109486" y="2338180"/>
                  <a:pt x="4133732" y="2313934"/>
                  <a:pt x="4163642" y="2313934"/>
                </a:cubicBezTo>
                <a:close/>
                <a:moveTo>
                  <a:pt x="4081647" y="2313934"/>
                </a:moveTo>
                <a:cubicBezTo>
                  <a:pt x="4085920" y="2313934"/>
                  <a:pt x="4089384" y="2317398"/>
                  <a:pt x="4089384" y="2321671"/>
                </a:cubicBezTo>
                <a:cubicBezTo>
                  <a:pt x="4089384" y="2352617"/>
                  <a:pt x="4089383" y="2383562"/>
                  <a:pt x="4089383" y="2414508"/>
                </a:cubicBezTo>
                <a:lnTo>
                  <a:pt x="4081647" y="2422244"/>
                </a:lnTo>
                <a:cubicBezTo>
                  <a:pt x="4077374" y="2422244"/>
                  <a:pt x="4073910" y="2418780"/>
                  <a:pt x="4073910" y="2414507"/>
                </a:cubicBezTo>
                <a:lnTo>
                  <a:pt x="4073910" y="2321671"/>
                </a:lnTo>
                <a:cubicBezTo>
                  <a:pt x="4073910" y="2317398"/>
                  <a:pt x="4077374" y="2313934"/>
                  <a:pt x="4081647" y="2313934"/>
                </a:cubicBezTo>
                <a:close/>
                <a:moveTo>
                  <a:pt x="4046070" y="2313934"/>
                </a:moveTo>
                <a:cubicBezTo>
                  <a:pt x="4050343" y="2313934"/>
                  <a:pt x="4053807" y="2317398"/>
                  <a:pt x="4053807" y="2321671"/>
                </a:cubicBezTo>
                <a:cubicBezTo>
                  <a:pt x="4053807" y="2352617"/>
                  <a:pt x="4053806" y="2383562"/>
                  <a:pt x="4053806" y="2414508"/>
                </a:cubicBezTo>
                <a:lnTo>
                  <a:pt x="4046070" y="2422244"/>
                </a:lnTo>
                <a:cubicBezTo>
                  <a:pt x="4041797" y="2422244"/>
                  <a:pt x="4038333" y="2418780"/>
                  <a:pt x="4038333" y="2414507"/>
                </a:cubicBezTo>
                <a:lnTo>
                  <a:pt x="4038333" y="2321671"/>
                </a:lnTo>
                <a:cubicBezTo>
                  <a:pt x="4038333" y="2317398"/>
                  <a:pt x="4041797" y="2313934"/>
                  <a:pt x="4046070" y="2313934"/>
                </a:cubicBezTo>
                <a:close/>
                <a:moveTo>
                  <a:pt x="3964074" y="2313934"/>
                </a:moveTo>
                <a:cubicBezTo>
                  <a:pt x="3993984" y="2313934"/>
                  <a:pt x="4018230" y="2338180"/>
                  <a:pt x="4018230" y="2368089"/>
                </a:cubicBezTo>
                <a:cubicBezTo>
                  <a:pt x="4018230" y="2397998"/>
                  <a:pt x="3993984" y="2422244"/>
                  <a:pt x="3964074" y="2422244"/>
                </a:cubicBezTo>
                <a:cubicBezTo>
                  <a:pt x="3934164" y="2422244"/>
                  <a:pt x="3909918" y="2397998"/>
                  <a:pt x="3909918" y="2368089"/>
                </a:cubicBezTo>
                <a:cubicBezTo>
                  <a:pt x="3909918" y="2338180"/>
                  <a:pt x="3934164" y="2313934"/>
                  <a:pt x="3964074" y="2313934"/>
                </a:cubicBezTo>
                <a:close/>
                <a:moveTo>
                  <a:pt x="3882078" y="2313934"/>
                </a:moveTo>
                <a:cubicBezTo>
                  <a:pt x="3886351" y="2313934"/>
                  <a:pt x="3889815" y="2317398"/>
                  <a:pt x="3889815" y="2321671"/>
                </a:cubicBezTo>
                <a:cubicBezTo>
                  <a:pt x="3889815" y="2352617"/>
                  <a:pt x="3889814" y="2383562"/>
                  <a:pt x="3889814" y="2414508"/>
                </a:cubicBezTo>
                <a:lnTo>
                  <a:pt x="3882078" y="2422244"/>
                </a:lnTo>
                <a:cubicBezTo>
                  <a:pt x="3877805" y="2422244"/>
                  <a:pt x="3874341" y="2418780"/>
                  <a:pt x="3874341" y="2414507"/>
                </a:cubicBezTo>
                <a:lnTo>
                  <a:pt x="3874341" y="2321671"/>
                </a:lnTo>
                <a:cubicBezTo>
                  <a:pt x="3874341" y="2317398"/>
                  <a:pt x="3877805" y="2313934"/>
                  <a:pt x="3882078" y="2313934"/>
                </a:cubicBezTo>
                <a:close/>
                <a:moveTo>
                  <a:pt x="3846501" y="2313934"/>
                </a:moveTo>
                <a:cubicBezTo>
                  <a:pt x="3850774" y="2313934"/>
                  <a:pt x="3854238" y="2317398"/>
                  <a:pt x="3854238" y="2321671"/>
                </a:cubicBezTo>
                <a:cubicBezTo>
                  <a:pt x="3854238" y="2352617"/>
                  <a:pt x="3854237" y="2383562"/>
                  <a:pt x="3854237" y="2414508"/>
                </a:cubicBezTo>
                <a:lnTo>
                  <a:pt x="3846501" y="2422244"/>
                </a:lnTo>
                <a:cubicBezTo>
                  <a:pt x="3842228" y="2422244"/>
                  <a:pt x="3838764" y="2418780"/>
                  <a:pt x="3838764" y="2414507"/>
                </a:cubicBezTo>
                <a:lnTo>
                  <a:pt x="3838764" y="2321671"/>
                </a:lnTo>
                <a:cubicBezTo>
                  <a:pt x="3838764" y="2317398"/>
                  <a:pt x="3842228" y="2313934"/>
                  <a:pt x="3846501" y="2313934"/>
                </a:cubicBezTo>
                <a:close/>
                <a:moveTo>
                  <a:pt x="3764505" y="2313934"/>
                </a:moveTo>
                <a:cubicBezTo>
                  <a:pt x="3794415" y="2313934"/>
                  <a:pt x="3818661" y="2338180"/>
                  <a:pt x="3818661" y="2368089"/>
                </a:cubicBezTo>
                <a:cubicBezTo>
                  <a:pt x="3818661" y="2397998"/>
                  <a:pt x="3794415" y="2422244"/>
                  <a:pt x="3764505" y="2422244"/>
                </a:cubicBezTo>
                <a:cubicBezTo>
                  <a:pt x="3734595" y="2422244"/>
                  <a:pt x="3710349" y="2397998"/>
                  <a:pt x="3710349" y="2368089"/>
                </a:cubicBezTo>
                <a:cubicBezTo>
                  <a:pt x="3710349" y="2338180"/>
                  <a:pt x="3734595" y="2313934"/>
                  <a:pt x="3764505" y="2313934"/>
                </a:cubicBezTo>
                <a:close/>
                <a:moveTo>
                  <a:pt x="3636090" y="2313934"/>
                </a:moveTo>
                <a:cubicBezTo>
                  <a:pt x="3665999" y="2313934"/>
                  <a:pt x="3690245" y="2338180"/>
                  <a:pt x="3690245" y="2368089"/>
                </a:cubicBezTo>
                <a:cubicBezTo>
                  <a:pt x="3690245" y="2397998"/>
                  <a:pt x="3665999" y="2422244"/>
                  <a:pt x="3636090" y="2422244"/>
                </a:cubicBezTo>
                <a:cubicBezTo>
                  <a:pt x="3606181" y="2422244"/>
                  <a:pt x="3581935" y="2397998"/>
                  <a:pt x="3581935" y="2368089"/>
                </a:cubicBezTo>
                <a:cubicBezTo>
                  <a:pt x="3581935" y="2338180"/>
                  <a:pt x="3606181" y="2313934"/>
                  <a:pt x="3636090" y="2313934"/>
                </a:cubicBezTo>
                <a:close/>
                <a:moveTo>
                  <a:pt x="3554095" y="2313934"/>
                </a:moveTo>
                <a:cubicBezTo>
                  <a:pt x="3558368" y="2313934"/>
                  <a:pt x="3561832" y="2317398"/>
                  <a:pt x="3561832" y="2321671"/>
                </a:cubicBezTo>
                <a:cubicBezTo>
                  <a:pt x="3561832" y="2352617"/>
                  <a:pt x="3561831" y="2383562"/>
                  <a:pt x="3561831" y="2414508"/>
                </a:cubicBezTo>
                <a:lnTo>
                  <a:pt x="3554095" y="2422244"/>
                </a:lnTo>
                <a:cubicBezTo>
                  <a:pt x="3549822" y="2422244"/>
                  <a:pt x="3546358" y="2418780"/>
                  <a:pt x="3546358" y="2414507"/>
                </a:cubicBezTo>
                <a:lnTo>
                  <a:pt x="3546358" y="2321671"/>
                </a:lnTo>
                <a:cubicBezTo>
                  <a:pt x="3546358" y="2317398"/>
                  <a:pt x="3549822" y="2313934"/>
                  <a:pt x="3554095" y="2313934"/>
                </a:cubicBezTo>
                <a:close/>
                <a:moveTo>
                  <a:pt x="3518518" y="2313934"/>
                </a:moveTo>
                <a:cubicBezTo>
                  <a:pt x="3522791" y="2313934"/>
                  <a:pt x="3526255" y="2317398"/>
                  <a:pt x="3526255" y="2321671"/>
                </a:cubicBezTo>
                <a:lnTo>
                  <a:pt x="3526255" y="2414507"/>
                </a:lnTo>
                <a:cubicBezTo>
                  <a:pt x="3526255" y="2418780"/>
                  <a:pt x="3522791" y="2422244"/>
                  <a:pt x="3518518" y="2422244"/>
                </a:cubicBezTo>
                <a:lnTo>
                  <a:pt x="3510782" y="2414508"/>
                </a:lnTo>
                <a:cubicBezTo>
                  <a:pt x="3510782" y="2383562"/>
                  <a:pt x="3510781" y="2352617"/>
                  <a:pt x="3510781" y="2321671"/>
                </a:cubicBezTo>
                <a:cubicBezTo>
                  <a:pt x="3510781" y="2317398"/>
                  <a:pt x="3514245" y="2313934"/>
                  <a:pt x="3518518" y="2313934"/>
                </a:cubicBezTo>
                <a:close/>
                <a:moveTo>
                  <a:pt x="3482941" y="2313934"/>
                </a:moveTo>
                <a:cubicBezTo>
                  <a:pt x="3487214" y="2313934"/>
                  <a:pt x="3490678" y="2317398"/>
                  <a:pt x="3490678" y="2321671"/>
                </a:cubicBezTo>
                <a:lnTo>
                  <a:pt x="3490678" y="2414507"/>
                </a:lnTo>
                <a:lnTo>
                  <a:pt x="3482941" y="2422244"/>
                </a:lnTo>
                <a:cubicBezTo>
                  <a:pt x="3478668" y="2422245"/>
                  <a:pt x="3475205" y="2418781"/>
                  <a:pt x="3475205" y="2414508"/>
                </a:cubicBezTo>
                <a:cubicBezTo>
                  <a:pt x="3475205" y="2383562"/>
                  <a:pt x="3475204" y="2352617"/>
                  <a:pt x="3475204" y="2321671"/>
                </a:cubicBezTo>
                <a:cubicBezTo>
                  <a:pt x="3475204" y="2317398"/>
                  <a:pt x="3478668" y="2313934"/>
                  <a:pt x="3482941" y="2313934"/>
                </a:cubicBezTo>
                <a:close/>
                <a:moveTo>
                  <a:pt x="3400946" y="2313934"/>
                </a:moveTo>
                <a:cubicBezTo>
                  <a:pt x="3430855" y="2313934"/>
                  <a:pt x="3455101" y="2338180"/>
                  <a:pt x="3455101" y="2368089"/>
                </a:cubicBezTo>
                <a:cubicBezTo>
                  <a:pt x="3455101" y="2397998"/>
                  <a:pt x="3430855" y="2422244"/>
                  <a:pt x="3400946" y="2422244"/>
                </a:cubicBezTo>
                <a:cubicBezTo>
                  <a:pt x="3371037" y="2422244"/>
                  <a:pt x="3346791" y="2397998"/>
                  <a:pt x="3346791" y="2368089"/>
                </a:cubicBezTo>
                <a:cubicBezTo>
                  <a:pt x="3346791" y="2338180"/>
                  <a:pt x="3371037" y="2313934"/>
                  <a:pt x="3400946" y="2313934"/>
                </a:cubicBezTo>
                <a:close/>
                <a:moveTo>
                  <a:pt x="3272531" y="2313934"/>
                </a:moveTo>
                <a:cubicBezTo>
                  <a:pt x="3302441" y="2313934"/>
                  <a:pt x="3326687" y="2338180"/>
                  <a:pt x="3326687" y="2368089"/>
                </a:cubicBezTo>
                <a:cubicBezTo>
                  <a:pt x="3326687" y="2397998"/>
                  <a:pt x="3302441" y="2422244"/>
                  <a:pt x="3272531" y="2422244"/>
                </a:cubicBezTo>
                <a:cubicBezTo>
                  <a:pt x="3242621" y="2422244"/>
                  <a:pt x="3218375" y="2397998"/>
                  <a:pt x="3218375" y="2368089"/>
                </a:cubicBezTo>
                <a:cubicBezTo>
                  <a:pt x="3218375" y="2338180"/>
                  <a:pt x="3242621" y="2313934"/>
                  <a:pt x="3272531" y="2313934"/>
                </a:cubicBezTo>
                <a:close/>
                <a:moveTo>
                  <a:pt x="3190535" y="2313934"/>
                </a:moveTo>
                <a:cubicBezTo>
                  <a:pt x="3194808" y="2313934"/>
                  <a:pt x="3198272" y="2317398"/>
                  <a:pt x="3198272" y="2321671"/>
                </a:cubicBezTo>
                <a:lnTo>
                  <a:pt x="3198272" y="2414507"/>
                </a:lnTo>
                <a:cubicBezTo>
                  <a:pt x="3198272" y="2418780"/>
                  <a:pt x="3194808" y="2422244"/>
                  <a:pt x="3190535" y="2422244"/>
                </a:cubicBezTo>
                <a:lnTo>
                  <a:pt x="3182799" y="2414508"/>
                </a:lnTo>
                <a:cubicBezTo>
                  <a:pt x="3182799" y="2383562"/>
                  <a:pt x="3182798" y="2352617"/>
                  <a:pt x="3182798" y="2321671"/>
                </a:cubicBezTo>
                <a:cubicBezTo>
                  <a:pt x="3182798" y="2317398"/>
                  <a:pt x="3186262" y="2313934"/>
                  <a:pt x="3190535" y="2313934"/>
                </a:cubicBezTo>
                <a:close/>
                <a:moveTo>
                  <a:pt x="3108539" y="2313934"/>
                </a:moveTo>
                <a:cubicBezTo>
                  <a:pt x="3138449" y="2313934"/>
                  <a:pt x="3162695" y="2338180"/>
                  <a:pt x="3162695" y="2368089"/>
                </a:cubicBezTo>
                <a:cubicBezTo>
                  <a:pt x="3162695" y="2397998"/>
                  <a:pt x="3138449" y="2422244"/>
                  <a:pt x="3108539" y="2422244"/>
                </a:cubicBezTo>
                <a:cubicBezTo>
                  <a:pt x="3078629" y="2422244"/>
                  <a:pt x="3054383" y="2397998"/>
                  <a:pt x="3054383" y="2368089"/>
                </a:cubicBezTo>
                <a:cubicBezTo>
                  <a:pt x="3054383" y="2338180"/>
                  <a:pt x="3078629" y="2313934"/>
                  <a:pt x="3108539" y="2313934"/>
                </a:cubicBezTo>
                <a:close/>
                <a:moveTo>
                  <a:pt x="3026543" y="2313934"/>
                </a:moveTo>
                <a:cubicBezTo>
                  <a:pt x="3030816" y="2313934"/>
                  <a:pt x="3034280" y="2317398"/>
                  <a:pt x="3034280" y="2321671"/>
                </a:cubicBezTo>
                <a:lnTo>
                  <a:pt x="3034280" y="2414507"/>
                </a:lnTo>
                <a:lnTo>
                  <a:pt x="3026543" y="2422244"/>
                </a:lnTo>
                <a:cubicBezTo>
                  <a:pt x="3022270" y="2422245"/>
                  <a:pt x="3018807" y="2418781"/>
                  <a:pt x="3018807" y="2414508"/>
                </a:cubicBezTo>
                <a:cubicBezTo>
                  <a:pt x="3018807" y="2383562"/>
                  <a:pt x="3018806" y="2352617"/>
                  <a:pt x="3018806" y="2321671"/>
                </a:cubicBezTo>
                <a:cubicBezTo>
                  <a:pt x="3018806" y="2317398"/>
                  <a:pt x="3022270" y="2313934"/>
                  <a:pt x="3026543" y="2313934"/>
                </a:cubicBezTo>
                <a:close/>
                <a:moveTo>
                  <a:pt x="2990966" y="2313934"/>
                </a:moveTo>
                <a:cubicBezTo>
                  <a:pt x="2995239" y="2313934"/>
                  <a:pt x="2998703" y="2317398"/>
                  <a:pt x="2998703" y="2321671"/>
                </a:cubicBezTo>
                <a:lnTo>
                  <a:pt x="2998703" y="2414507"/>
                </a:lnTo>
                <a:lnTo>
                  <a:pt x="2990966" y="2422244"/>
                </a:lnTo>
                <a:cubicBezTo>
                  <a:pt x="2986693" y="2422245"/>
                  <a:pt x="2983230" y="2418781"/>
                  <a:pt x="2983230" y="2414508"/>
                </a:cubicBezTo>
                <a:cubicBezTo>
                  <a:pt x="2983230" y="2383562"/>
                  <a:pt x="2983229" y="2352617"/>
                  <a:pt x="2983229" y="2321671"/>
                </a:cubicBezTo>
                <a:cubicBezTo>
                  <a:pt x="2983229" y="2317398"/>
                  <a:pt x="2986693" y="2313934"/>
                  <a:pt x="2990966" y="2313934"/>
                </a:cubicBezTo>
                <a:close/>
                <a:moveTo>
                  <a:pt x="2908970" y="2313934"/>
                </a:moveTo>
                <a:cubicBezTo>
                  <a:pt x="2938880" y="2313934"/>
                  <a:pt x="2963126" y="2338180"/>
                  <a:pt x="2963126" y="2368089"/>
                </a:cubicBezTo>
                <a:cubicBezTo>
                  <a:pt x="2963126" y="2397998"/>
                  <a:pt x="2938880" y="2422244"/>
                  <a:pt x="2908970" y="2422244"/>
                </a:cubicBezTo>
                <a:cubicBezTo>
                  <a:pt x="2879060" y="2422244"/>
                  <a:pt x="2854814" y="2397998"/>
                  <a:pt x="2854814" y="2368089"/>
                </a:cubicBezTo>
                <a:cubicBezTo>
                  <a:pt x="2854814" y="2338180"/>
                  <a:pt x="2879060" y="2313934"/>
                  <a:pt x="2908970" y="2313934"/>
                </a:cubicBezTo>
                <a:close/>
                <a:moveTo>
                  <a:pt x="2780556" y="2313934"/>
                </a:moveTo>
                <a:cubicBezTo>
                  <a:pt x="2810466" y="2313934"/>
                  <a:pt x="2834712" y="2338180"/>
                  <a:pt x="2834712" y="2368089"/>
                </a:cubicBezTo>
                <a:cubicBezTo>
                  <a:pt x="2834712" y="2397998"/>
                  <a:pt x="2810466" y="2422244"/>
                  <a:pt x="2780556" y="2422244"/>
                </a:cubicBezTo>
                <a:cubicBezTo>
                  <a:pt x="2750646" y="2422244"/>
                  <a:pt x="2726400" y="2397998"/>
                  <a:pt x="2726400" y="2368089"/>
                </a:cubicBezTo>
                <a:cubicBezTo>
                  <a:pt x="2726400" y="2338180"/>
                  <a:pt x="2750646" y="2313934"/>
                  <a:pt x="2780556" y="2313934"/>
                </a:cubicBezTo>
                <a:close/>
                <a:moveTo>
                  <a:pt x="2698560" y="2313934"/>
                </a:moveTo>
                <a:cubicBezTo>
                  <a:pt x="2702833" y="2313934"/>
                  <a:pt x="2706297" y="2317398"/>
                  <a:pt x="2706297" y="2321671"/>
                </a:cubicBezTo>
                <a:lnTo>
                  <a:pt x="2706297" y="2414507"/>
                </a:lnTo>
                <a:lnTo>
                  <a:pt x="2698560" y="2422244"/>
                </a:lnTo>
                <a:cubicBezTo>
                  <a:pt x="2694287" y="2422245"/>
                  <a:pt x="2690824" y="2418781"/>
                  <a:pt x="2690824" y="2414508"/>
                </a:cubicBezTo>
                <a:cubicBezTo>
                  <a:pt x="2690824" y="2383562"/>
                  <a:pt x="2690823" y="2352617"/>
                  <a:pt x="2690823" y="2321671"/>
                </a:cubicBezTo>
                <a:cubicBezTo>
                  <a:pt x="2690823" y="2317398"/>
                  <a:pt x="2694287" y="2313934"/>
                  <a:pt x="2698560" y="2313934"/>
                </a:cubicBezTo>
                <a:close/>
                <a:moveTo>
                  <a:pt x="2662983" y="2313934"/>
                </a:moveTo>
                <a:cubicBezTo>
                  <a:pt x="2667256" y="2313934"/>
                  <a:pt x="2670720" y="2317398"/>
                  <a:pt x="2670720" y="2321671"/>
                </a:cubicBezTo>
                <a:lnTo>
                  <a:pt x="2670720" y="2414507"/>
                </a:lnTo>
                <a:lnTo>
                  <a:pt x="2662983" y="2422244"/>
                </a:lnTo>
                <a:cubicBezTo>
                  <a:pt x="2658710" y="2422245"/>
                  <a:pt x="2655247" y="2418781"/>
                  <a:pt x="2655247" y="2414508"/>
                </a:cubicBezTo>
                <a:cubicBezTo>
                  <a:pt x="2655247" y="2383562"/>
                  <a:pt x="2655246" y="2352617"/>
                  <a:pt x="2655246" y="2321671"/>
                </a:cubicBezTo>
                <a:cubicBezTo>
                  <a:pt x="2655246" y="2317398"/>
                  <a:pt x="2658710" y="2313934"/>
                  <a:pt x="2662983" y="2313934"/>
                </a:cubicBezTo>
                <a:close/>
                <a:moveTo>
                  <a:pt x="2580987" y="2313934"/>
                </a:moveTo>
                <a:cubicBezTo>
                  <a:pt x="2610897" y="2313934"/>
                  <a:pt x="2635143" y="2338180"/>
                  <a:pt x="2635143" y="2368089"/>
                </a:cubicBezTo>
                <a:cubicBezTo>
                  <a:pt x="2635143" y="2397998"/>
                  <a:pt x="2610897" y="2422244"/>
                  <a:pt x="2580987" y="2422244"/>
                </a:cubicBezTo>
                <a:cubicBezTo>
                  <a:pt x="2551077" y="2422244"/>
                  <a:pt x="2526831" y="2397998"/>
                  <a:pt x="2526831" y="2368089"/>
                </a:cubicBezTo>
                <a:cubicBezTo>
                  <a:pt x="2526831" y="2338180"/>
                  <a:pt x="2551077" y="2313934"/>
                  <a:pt x="2580987" y="2313934"/>
                </a:cubicBezTo>
                <a:close/>
                <a:moveTo>
                  <a:pt x="2498991" y="2313934"/>
                </a:moveTo>
                <a:cubicBezTo>
                  <a:pt x="2503264" y="2313934"/>
                  <a:pt x="2506728" y="2317398"/>
                  <a:pt x="2506728" y="2321671"/>
                </a:cubicBezTo>
                <a:lnTo>
                  <a:pt x="2506728" y="2414507"/>
                </a:lnTo>
                <a:cubicBezTo>
                  <a:pt x="2506728" y="2418780"/>
                  <a:pt x="2503264" y="2422244"/>
                  <a:pt x="2498991" y="2422244"/>
                </a:cubicBezTo>
                <a:lnTo>
                  <a:pt x="2491255" y="2414508"/>
                </a:lnTo>
                <a:cubicBezTo>
                  <a:pt x="2491255" y="2383562"/>
                  <a:pt x="2491254" y="2352617"/>
                  <a:pt x="2491254" y="2321671"/>
                </a:cubicBezTo>
                <a:cubicBezTo>
                  <a:pt x="2491254" y="2317398"/>
                  <a:pt x="2494718" y="2313934"/>
                  <a:pt x="2498991" y="2313934"/>
                </a:cubicBezTo>
                <a:close/>
                <a:moveTo>
                  <a:pt x="2463414" y="2313934"/>
                </a:moveTo>
                <a:cubicBezTo>
                  <a:pt x="2467687" y="2313934"/>
                  <a:pt x="2471151" y="2317398"/>
                  <a:pt x="2471151" y="2321671"/>
                </a:cubicBezTo>
                <a:lnTo>
                  <a:pt x="2471151" y="2414507"/>
                </a:lnTo>
                <a:lnTo>
                  <a:pt x="2463414" y="2422244"/>
                </a:lnTo>
                <a:cubicBezTo>
                  <a:pt x="2459141" y="2422245"/>
                  <a:pt x="2455678" y="2418781"/>
                  <a:pt x="2455678" y="2414508"/>
                </a:cubicBezTo>
                <a:cubicBezTo>
                  <a:pt x="2455678" y="2383562"/>
                  <a:pt x="2455677" y="2352617"/>
                  <a:pt x="2455677" y="2321671"/>
                </a:cubicBezTo>
                <a:cubicBezTo>
                  <a:pt x="2455677" y="2317398"/>
                  <a:pt x="2459141" y="2313934"/>
                  <a:pt x="2463414" y="2313934"/>
                </a:cubicBezTo>
                <a:close/>
                <a:moveTo>
                  <a:pt x="2381419" y="2313934"/>
                </a:moveTo>
                <a:cubicBezTo>
                  <a:pt x="2411329" y="2313934"/>
                  <a:pt x="2435575" y="2338180"/>
                  <a:pt x="2435575" y="2368089"/>
                </a:cubicBezTo>
                <a:cubicBezTo>
                  <a:pt x="2435575" y="2397998"/>
                  <a:pt x="2411329" y="2422244"/>
                  <a:pt x="2381419" y="2422244"/>
                </a:cubicBezTo>
                <a:cubicBezTo>
                  <a:pt x="2351509" y="2422244"/>
                  <a:pt x="2327263" y="2397998"/>
                  <a:pt x="2327263" y="2368089"/>
                </a:cubicBezTo>
                <a:cubicBezTo>
                  <a:pt x="2327263" y="2338180"/>
                  <a:pt x="2351509" y="2313934"/>
                  <a:pt x="2381419" y="2313934"/>
                </a:cubicBezTo>
                <a:close/>
                <a:moveTo>
                  <a:pt x="2253005" y="2313934"/>
                </a:moveTo>
                <a:cubicBezTo>
                  <a:pt x="2282915" y="2313934"/>
                  <a:pt x="2307161" y="2338180"/>
                  <a:pt x="2307161" y="2368089"/>
                </a:cubicBezTo>
                <a:cubicBezTo>
                  <a:pt x="2307161" y="2397998"/>
                  <a:pt x="2282915" y="2422244"/>
                  <a:pt x="2253005" y="2422244"/>
                </a:cubicBezTo>
                <a:cubicBezTo>
                  <a:pt x="2223095" y="2422244"/>
                  <a:pt x="2198849" y="2397998"/>
                  <a:pt x="2198849" y="2368089"/>
                </a:cubicBezTo>
                <a:cubicBezTo>
                  <a:pt x="2198849" y="2338180"/>
                  <a:pt x="2223095" y="2313934"/>
                  <a:pt x="2253005" y="2313934"/>
                </a:cubicBezTo>
                <a:close/>
                <a:moveTo>
                  <a:pt x="2171009" y="2313934"/>
                </a:moveTo>
                <a:cubicBezTo>
                  <a:pt x="2175282" y="2313934"/>
                  <a:pt x="2178746" y="2317398"/>
                  <a:pt x="2178746" y="2321671"/>
                </a:cubicBezTo>
                <a:cubicBezTo>
                  <a:pt x="2178746" y="2352617"/>
                  <a:pt x="2178745" y="2383562"/>
                  <a:pt x="2178745" y="2414508"/>
                </a:cubicBezTo>
                <a:lnTo>
                  <a:pt x="2171009" y="2422244"/>
                </a:lnTo>
                <a:cubicBezTo>
                  <a:pt x="2166736" y="2422244"/>
                  <a:pt x="2163272" y="2418780"/>
                  <a:pt x="2163272" y="2414507"/>
                </a:cubicBezTo>
                <a:lnTo>
                  <a:pt x="2163272" y="2321671"/>
                </a:lnTo>
                <a:cubicBezTo>
                  <a:pt x="2163272" y="2317398"/>
                  <a:pt x="2166736" y="2313934"/>
                  <a:pt x="2171009" y="2313934"/>
                </a:cubicBezTo>
                <a:close/>
                <a:moveTo>
                  <a:pt x="2135432" y="2313934"/>
                </a:moveTo>
                <a:cubicBezTo>
                  <a:pt x="2139705" y="2313934"/>
                  <a:pt x="2143169" y="2317398"/>
                  <a:pt x="2143169" y="2321671"/>
                </a:cubicBezTo>
                <a:cubicBezTo>
                  <a:pt x="2143169" y="2352617"/>
                  <a:pt x="2143168" y="2383562"/>
                  <a:pt x="2143168" y="2414508"/>
                </a:cubicBezTo>
                <a:lnTo>
                  <a:pt x="2135432" y="2422244"/>
                </a:lnTo>
                <a:cubicBezTo>
                  <a:pt x="2131159" y="2422244"/>
                  <a:pt x="2127695" y="2418780"/>
                  <a:pt x="2127695" y="2414507"/>
                </a:cubicBezTo>
                <a:lnTo>
                  <a:pt x="2127695" y="2321671"/>
                </a:lnTo>
                <a:cubicBezTo>
                  <a:pt x="2127695" y="2317398"/>
                  <a:pt x="2131159" y="2313934"/>
                  <a:pt x="2135432" y="2313934"/>
                </a:cubicBezTo>
                <a:close/>
                <a:moveTo>
                  <a:pt x="2053436" y="2313934"/>
                </a:moveTo>
                <a:cubicBezTo>
                  <a:pt x="2083346" y="2313934"/>
                  <a:pt x="2107592" y="2338180"/>
                  <a:pt x="2107592" y="2368089"/>
                </a:cubicBezTo>
                <a:cubicBezTo>
                  <a:pt x="2107592" y="2397998"/>
                  <a:pt x="2083346" y="2422244"/>
                  <a:pt x="2053436" y="2422244"/>
                </a:cubicBezTo>
                <a:cubicBezTo>
                  <a:pt x="2023526" y="2422244"/>
                  <a:pt x="1999280" y="2397998"/>
                  <a:pt x="1999280" y="2368089"/>
                </a:cubicBezTo>
                <a:cubicBezTo>
                  <a:pt x="1999280" y="2338180"/>
                  <a:pt x="2023526" y="2313934"/>
                  <a:pt x="2053436" y="2313934"/>
                </a:cubicBezTo>
                <a:close/>
                <a:moveTo>
                  <a:pt x="1971440" y="2313934"/>
                </a:moveTo>
                <a:cubicBezTo>
                  <a:pt x="1975713" y="2313934"/>
                  <a:pt x="1979177" y="2317398"/>
                  <a:pt x="1979177" y="2321671"/>
                </a:cubicBezTo>
                <a:cubicBezTo>
                  <a:pt x="1979177" y="2352617"/>
                  <a:pt x="1979176" y="2383562"/>
                  <a:pt x="1979176" y="2414508"/>
                </a:cubicBezTo>
                <a:lnTo>
                  <a:pt x="1971440" y="2422244"/>
                </a:lnTo>
                <a:cubicBezTo>
                  <a:pt x="1967167" y="2422244"/>
                  <a:pt x="1963703" y="2418780"/>
                  <a:pt x="1963703" y="2414507"/>
                </a:cubicBezTo>
                <a:lnTo>
                  <a:pt x="1963703" y="2321671"/>
                </a:lnTo>
                <a:cubicBezTo>
                  <a:pt x="1963703" y="2317398"/>
                  <a:pt x="1967167" y="2313934"/>
                  <a:pt x="1971440" y="2313934"/>
                </a:cubicBezTo>
                <a:close/>
                <a:moveTo>
                  <a:pt x="1935864" y="2313934"/>
                </a:moveTo>
                <a:cubicBezTo>
                  <a:pt x="1940137" y="2313934"/>
                  <a:pt x="1943601" y="2317398"/>
                  <a:pt x="1943601" y="2321671"/>
                </a:cubicBezTo>
                <a:cubicBezTo>
                  <a:pt x="1943601" y="2352617"/>
                  <a:pt x="1943600" y="2383562"/>
                  <a:pt x="1943600" y="2414508"/>
                </a:cubicBezTo>
                <a:lnTo>
                  <a:pt x="1935864" y="2422244"/>
                </a:lnTo>
                <a:cubicBezTo>
                  <a:pt x="1931591" y="2422244"/>
                  <a:pt x="1928127" y="2418780"/>
                  <a:pt x="1928127" y="2414507"/>
                </a:cubicBezTo>
                <a:lnTo>
                  <a:pt x="1928127" y="2321671"/>
                </a:lnTo>
                <a:cubicBezTo>
                  <a:pt x="1928127" y="2317398"/>
                  <a:pt x="1931591" y="2313934"/>
                  <a:pt x="1935864" y="2313934"/>
                </a:cubicBezTo>
                <a:close/>
                <a:moveTo>
                  <a:pt x="1853868" y="2313934"/>
                </a:moveTo>
                <a:cubicBezTo>
                  <a:pt x="1883778" y="2313934"/>
                  <a:pt x="1908024" y="2338180"/>
                  <a:pt x="1908024" y="2368089"/>
                </a:cubicBezTo>
                <a:cubicBezTo>
                  <a:pt x="1908024" y="2397998"/>
                  <a:pt x="1883778" y="2422244"/>
                  <a:pt x="1853868" y="2422244"/>
                </a:cubicBezTo>
                <a:cubicBezTo>
                  <a:pt x="1823958" y="2422244"/>
                  <a:pt x="1799712" y="2397998"/>
                  <a:pt x="1799712" y="2368089"/>
                </a:cubicBezTo>
                <a:cubicBezTo>
                  <a:pt x="1799712" y="2338180"/>
                  <a:pt x="1823958" y="2313934"/>
                  <a:pt x="1853868" y="2313934"/>
                </a:cubicBezTo>
                <a:close/>
                <a:moveTo>
                  <a:pt x="1725453" y="2313934"/>
                </a:moveTo>
                <a:cubicBezTo>
                  <a:pt x="1755363" y="2313934"/>
                  <a:pt x="1779609" y="2338180"/>
                  <a:pt x="1779609" y="2368089"/>
                </a:cubicBezTo>
                <a:cubicBezTo>
                  <a:pt x="1779609" y="2397998"/>
                  <a:pt x="1755363" y="2422244"/>
                  <a:pt x="1725453" y="2422244"/>
                </a:cubicBezTo>
                <a:cubicBezTo>
                  <a:pt x="1695543" y="2422244"/>
                  <a:pt x="1671297" y="2397998"/>
                  <a:pt x="1671297" y="2368089"/>
                </a:cubicBezTo>
                <a:cubicBezTo>
                  <a:pt x="1671297" y="2338180"/>
                  <a:pt x="1695543" y="2313934"/>
                  <a:pt x="1725453" y="2313934"/>
                </a:cubicBezTo>
                <a:close/>
                <a:moveTo>
                  <a:pt x="1643457" y="2313934"/>
                </a:moveTo>
                <a:cubicBezTo>
                  <a:pt x="1647730" y="2313934"/>
                  <a:pt x="1651194" y="2317398"/>
                  <a:pt x="1651194" y="2321671"/>
                </a:cubicBezTo>
                <a:cubicBezTo>
                  <a:pt x="1651194" y="2352617"/>
                  <a:pt x="1651193" y="2383562"/>
                  <a:pt x="1651193" y="2414508"/>
                </a:cubicBezTo>
                <a:lnTo>
                  <a:pt x="1643457" y="2422244"/>
                </a:lnTo>
                <a:cubicBezTo>
                  <a:pt x="1639184" y="2422244"/>
                  <a:pt x="1635720" y="2418780"/>
                  <a:pt x="1635720" y="2414507"/>
                </a:cubicBezTo>
                <a:lnTo>
                  <a:pt x="1635720" y="2321671"/>
                </a:lnTo>
                <a:cubicBezTo>
                  <a:pt x="1635720" y="2317398"/>
                  <a:pt x="1639184" y="2313934"/>
                  <a:pt x="1643457" y="2313934"/>
                </a:cubicBezTo>
                <a:close/>
                <a:moveTo>
                  <a:pt x="1607880" y="2313934"/>
                </a:moveTo>
                <a:cubicBezTo>
                  <a:pt x="1612153" y="2313934"/>
                  <a:pt x="1615617" y="2317398"/>
                  <a:pt x="1615617" y="2321671"/>
                </a:cubicBezTo>
                <a:cubicBezTo>
                  <a:pt x="1615617" y="2352617"/>
                  <a:pt x="1615616" y="2383562"/>
                  <a:pt x="1615616" y="2414508"/>
                </a:cubicBezTo>
                <a:lnTo>
                  <a:pt x="1607880" y="2422244"/>
                </a:lnTo>
                <a:cubicBezTo>
                  <a:pt x="1603607" y="2422244"/>
                  <a:pt x="1600143" y="2418780"/>
                  <a:pt x="1600143" y="2414507"/>
                </a:cubicBezTo>
                <a:lnTo>
                  <a:pt x="1600143" y="2321671"/>
                </a:lnTo>
                <a:cubicBezTo>
                  <a:pt x="1600143" y="2317398"/>
                  <a:pt x="1603607" y="2313934"/>
                  <a:pt x="1607880" y="2313934"/>
                </a:cubicBezTo>
                <a:close/>
                <a:moveTo>
                  <a:pt x="1525884" y="2313934"/>
                </a:moveTo>
                <a:cubicBezTo>
                  <a:pt x="1555794" y="2313934"/>
                  <a:pt x="1580040" y="2338180"/>
                  <a:pt x="1580040" y="2368089"/>
                </a:cubicBezTo>
                <a:cubicBezTo>
                  <a:pt x="1580040" y="2397998"/>
                  <a:pt x="1555794" y="2422244"/>
                  <a:pt x="1525884" y="2422244"/>
                </a:cubicBezTo>
                <a:cubicBezTo>
                  <a:pt x="1495974" y="2422244"/>
                  <a:pt x="1471728" y="2397998"/>
                  <a:pt x="1471728" y="2368089"/>
                </a:cubicBezTo>
                <a:cubicBezTo>
                  <a:pt x="1471728" y="2338180"/>
                  <a:pt x="1495974" y="2313934"/>
                  <a:pt x="1525884" y="2313934"/>
                </a:cubicBezTo>
                <a:close/>
                <a:moveTo>
                  <a:pt x="1443888" y="2313934"/>
                </a:moveTo>
                <a:cubicBezTo>
                  <a:pt x="1448161" y="2313934"/>
                  <a:pt x="1451625" y="2317398"/>
                  <a:pt x="1451625" y="2321671"/>
                </a:cubicBezTo>
                <a:cubicBezTo>
                  <a:pt x="1451625" y="2352617"/>
                  <a:pt x="1451624" y="2383562"/>
                  <a:pt x="1451624" y="2414508"/>
                </a:cubicBezTo>
                <a:lnTo>
                  <a:pt x="1443888" y="2422244"/>
                </a:lnTo>
                <a:cubicBezTo>
                  <a:pt x="1439615" y="2422244"/>
                  <a:pt x="1436151" y="2418780"/>
                  <a:pt x="1436151" y="2414507"/>
                </a:cubicBezTo>
                <a:lnTo>
                  <a:pt x="1436151" y="2321671"/>
                </a:lnTo>
                <a:cubicBezTo>
                  <a:pt x="1436151" y="2317398"/>
                  <a:pt x="1439615" y="2313934"/>
                  <a:pt x="1443888" y="2313934"/>
                </a:cubicBezTo>
                <a:close/>
                <a:moveTo>
                  <a:pt x="1361893" y="2313934"/>
                </a:moveTo>
                <a:cubicBezTo>
                  <a:pt x="1391803" y="2313934"/>
                  <a:pt x="1416049" y="2338180"/>
                  <a:pt x="1416049" y="2368089"/>
                </a:cubicBezTo>
                <a:cubicBezTo>
                  <a:pt x="1416049" y="2397998"/>
                  <a:pt x="1391803" y="2422244"/>
                  <a:pt x="1361893" y="2422244"/>
                </a:cubicBezTo>
                <a:cubicBezTo>
                  <a:pt x="1331983" y="2422244"/>
                  <a:pt x="1307737" y="2397998"/>
                  <a:pt x="1307737" y="2368089"/>
                </a:cubicBezTo>
                <a:cubicBezTo>
                  <a:pt x="1307737" y="2338180"/>
                  <a:pt x="1331983" y="2313934"/>
                  <a:pt x="1361893" y="2313934"/>
                </a:cubicBezTo>
                <a:close/>
                <a:moveTo>
                  <a:pt x="1233477" y="2313934"/>
                </a:moveTo>
                <a:cubicBezTo>
                  <a:pt x="1263386" y="2313934"/>
                  <a:pt x="1287632" y="2338180"/>
                  <a:pt x="1287632" y="2368089"/>
                </a:cubicBezTo>
                <a:cubicBezTo>
                  <a:pt x="1287632" y="2397998"/>
                  <a:pt x="1263386" y="2422244"/>
                  <a:pt x="1233477" y="2422244"/>
                </a:cubicBezTo>
                <a:cubicBezTo>
                  <a:pt x="1203568" y="2422244"/>
                  <a:pt x="1179322" y="2397998"/>
                  <a:pt x="1179322" y="2368089"/>
                </a:cubicBezTo>
                <a:cubicBezTo>
                  <a:pt x="1179322" y="2338180"/>
                  <a:pt x="1203568" y="2313934"/>
                  <a:pt x="1233477" y="2313934"/>
                </a:cubicBezTo>
                <a:close/>
                <a:moveTo>
                  <a:pt x="1151483" y="2313934"/>
                </a:moveTo>
                <a:cubicBezTo>
                  <a:pt x="1155756" y="2313934"/>
                  <a:pt x="1159220" y="2317398"/>
                  <a:pt x="1159220" y="2321671"/>
                </a:cubicBezTo>
                <a:cubicBezTo>
                  <a:pt x="1159220" y="2352617"/>
                  <a:pt x="1159219" y="2383562"/>
                  <a:pt x="1159219" y="2414508"/>
                </a:cubicBezTo>
                <a:lnTo>
                  <a:pt x="1151483" y="2422244"/>
                </a:lnTo>
                <a:cubicBezTo>
                  <a:pt x="1147210" y="2422244"/>
                  <a:pt x="1143746" y="2418780"/>
                  <a:pt x="1143746" y="2414507"/>
                </a:cubicBezTo>
                <a:lnTo>
                  <a:pt x="1143746" y="2321671"/>
                </a:lnTo>
                <a:cubicBezTo>
                  <a:pt x="1143746" y="2317398"/>
                  <a:pt x="1147210" y="2313934"/>
                  <a:pt x="1151483" y="2313934"/>
                </a:cubicBezTo>
                <a:close/>
                <a:moveTo>
                  <a:pt x="1115906" y="2313934"/>
                </a:moveTo>
                <a:cubicBezTo>
                  <a:pt x="1120179" y="2313934"/>
                  <a:pt x="1123643" y="2317398"/>
                  <a:pt x="1123643" y="2321671"/>
                </a:cubicBezTo>
                <a:cubicBezTo>
                  <a:pt x="1123643" y="2352617"/>
                  <a:pt x="1123642" y="2383562"/>
                  <a:pt x="1123642" y="2414508"/>
                </a:cubicBezTo>
                <a:lnTo>
                  <a:pt x="1115906" y="2422244"/>
                </a:lnTo>
                <a:cubicBezTo>
                  <a:pt x="1111633" y="2422244"/>
                  <a:pt x="1108169" y="2418780"/>
                  <a:pt x="1108169" y="2414507"/>
                </a:cubicBezTo>
                <a:lnTo>
                  <a:pt x="1108169" y="2321671"/>
                </a:lnTo>
                <a:cubicBezTo>
                  <a:pt x="1108169" y="2317398"/>
                  <a:pt x="1111633" y="2313934"/>
                  <a:pt x="1115906" y="2313934"/>
                </a:cubicBezTo>
                <a:close/>
                <a:moveTo>
                  <a:pt x="1033910" y="2313934"/>
                </a:moveTo>
                <a:cubicBezTo>
                  <a:pt x="1063820" y="2313934"/>
                  <a:pt x="1088066" y="2338180"/>
                  <a:pt x="1088066" y="2368089"/>
                </a:cubicBezTo>
                <a:cubicBezTo>
                  <a:pt x="1088066" y="2397998"/>
                  <a:pt x="1063820" y="2422244"/>
                  <a:pt x="1033910" y="2422244"/>
                </a:cubicBezTo>
                <a:cubicBezTo>
                  <a:pt x="1004000" y="2422244"/>
                  <a:pt x="979754" y="2397998"/>
                  <a:pt x="979754" y="2368089"/>
                </a:cubicBezTo>
                <a:cubicBezTo>
                  <a:pt x="979754" y="2338180"/>
                  <a:pt x="1004000" y="2313934"/>
                  <a:pt x="1033910" y="2313934"/>
                </a:cubicBezTo>
                <a:close/>
                <a:moveTo>
                  <a:pt x="951914" y="2313934"/>
                </a:moveTo>
                <a:cubicBezTo>
                  <a:pt x="956187" y="2313934"/>
                  <a:pt x="959651" y="2317398"/>
                  <a:pt x="959651" y="2321671"/>
                </a:cubicBezTo>
                <a:cubicBezTo>
                  <a:pt x="959651" y="2352617"/>
                  <a:pt x="959650" y="2383562"/>
                  <a:pt x="959650" y="2414508"/>
                </a:cubicBezTo>
                <a:lnTo>
                  <a:pt x="951914" y="2422244"/>
                </a:lnTo>
                <a:cubicBezTo>
                  <a:pt x="947641" y="2422244"/>
                  <a:pt x="944177" y="2418780"/>
                  <a:pt x="944177" y="2414507"/>
                </a:cubicBezTo>
                <a:lnTo>
                  <a:pt x="944177" y="2321671"/>
                </a:lnTo>
                <a:cubicBezTo>
                  <a:pt x="944177" y="2317398"/>
                  <a:pt x="947641" y="2313934"/>
                  <a:pt x="951914" y="2313934"/>
                </a:cubicBezTo>
                <a:close/>
                <a:moveTo>
                  <a:pt x="916337" y="2313934"/>
                </a:moveTo>
                <a:cubicBezTo>
                  <a:pt x="920610" y="2313934"/>
                  <a:pt x="924074" y="2317398"/>
                  <a:pt x="924074" y="2321671"/>
                </a:cubicBezTo>
                <a:cubicBezTo>
                  <a:pt x="924074" y="2352617"/>
                  <a:pt x="924073" y="2383562"/>
                  <a:pt x="924073" y="2414508"/>
                </a:cubicBezTo>
                <a:lnTo>
                  <a:pt x="916337" y="2422244"/>
                </a:lnTo>
                <a:cubicBezTo>
                  <a:pt x="912064" y="2422244"/>
                  <a:pt x="908600" y="2418780"/>
                  <a:pt x="908600" y="2414507"/>
                </a:cubicBezTo>
                <a:lnTo>
                  <a:pt x="908600" y="2321671"/>
                </a:lnTo>
                <a:cubicBezTo>
                  <a:pt x="908603" y="2317398"/>
                  <a:pt x="912065" y="2313934"/>
                  <a:pt x="916337" y="2313934"/>
                </a:cubicBezTo>
                <a:close/>
                <a:moveTo>
                  <a:pt x="834341" y="2313934"/>
                </a:moveTo>
                <a:cubicBezTo>
                  <a:pt x="864251" y="2313934"/>
                  <a:pt x="888497" y="2338180"/>
                  <a:pt x="888497" y="2368089"/>
                </a:cubicBezTo>
                <a:cubicBezTo>
                  <a:pt x="888497" y="2397998"/>
                  <a:pt x="864251" y="2422244"/>
                  <a:pt x="834341" y="2422244"/>
                </a:cubicBezTo>
                <a:cubicBezTo>
                  <a:pt x="804431" y="2422244"/>
                  <a:pt x="780185" y="2397998"/>
                  <a:pt x="780185" y="2368089"/>
                </a:cubicBezTo>
                <a:cubicBezTo>
                  <a:pt x="780185" y="2338180"/>
                  <a:pt x="804431" y="2313934"/>
                  <a:pt x="834341" y="2313934"/>
                </a:cubicBezTo>
                <a:close/>
                <a:moveTo>
                  <a:pt x="752346" y="2313934"/>
                </a:moveTo>
                <a:cubicBezTo>
                  <a:pt x="756619" y="2313934"/>
                  <a:pt x="760083" y="2317398"/>
                  <a:pt x="760083" y="2321671"/>
                </a:cubicBezTo>
                <a:cubicBezTo>
                  <a:pt x="760083" y="2352617"/>
                  <a:pt x="760082" y="2383562"/>
                  <a:pt x="760082" y="2414508"/>
                </a:cubicBezTo>
                <a:lnTo>
                  <a:pt x="752346" y="2422244"/>
                </a:lnTo>
                <a:cubicBezTo>
                  <a:pt x="748073" y="2422244"/>
                  <a:pt x="744609" y="2418780"/>
                  <a:pt x="744609" y="2414507"/>
                </a:cubicBezTo>
                <a:lnTo>
                  <a:pt x="744609" y="2321671"/>
                </a:lnTo>
                <a:cubicBezTo>
                  <a:pt x="744612" y="2317398"/>
                  <a:pt x="748074" y="2313934"/>
                  <a:pt x="752346" y="2313934"/>
                </a:cubicBezTo>
                <a:close/>
                <a:moveTo>
                  <a:pt x="716769" y="2313934"/>
                </a:moveTo>
                <a:cubicBezTo>
                  <a:pt x="721042" y="2313934"/>
                  <a:pt x="724506" y="2317398"/>
                  <a:pt x="724506" y="2321671"/>
                </a:cubicBezTo>
                <a:cubicBezTo>
                  <a:pt x="724506" y="2352617"/>
                  <a:pt x="724505" y="2383562"/>
                  <a:pt x="724505" y="2414508"/>
                </a:cubicBezTo>
                <a:lnTo>
                  <a:pt x="716769" y="2422244"/>
                </a:lnTo>
                <a:cubicBezTo>
                  <a:pt x="712496" y="2422244"/>
                  <a:pt x="709032" y="2418780"/>
                  <a:pt x="709032" y="2414507"/>
                </a:cubicBezTo>
                <a:lnTo>
                  <a:pt x="709032" y="2321671"/>
                </a:lnTo>
                <a:cubicBezTo>
                  <a:pt x="709035" y="2317398"/>
                  <a:pt x="712497" y="2313934"/>
                  <a:pt x="716769" y="2313934"/>
                </a:cubicBezTo>
                <a:close/>
                <a:moveTo>
                  <a:pt x="634773" y="2313934"/>
                </a:moveTo>
                <a:cubicBezTo>
                  <a:pt x="664683" y="2313934"/>
                  <a:pt x="688929" y="2338180"/>
                  <a:pt x="688929" y="2368089"/>
                </a:cubicBezTo>
                <a:cubicBezTo>
                  <a:pt x="688929" y="2397998"/>
                  <a:pt x="664683" y="2422244"/>
                  <a:pt x="634773" y="2422244"/>
                </a:cubicBezTo>
                <a:cubicBezTo>
                  <a:pt x="604863" y="2422244"/>
                  <a:pt x="580617" y="2397998"/>
                  <a:pt x="580617" y="2368089"/>
                </a:cubicBezTo>
                <a:cubicBezTo>
                  <a:pt x="580617" y="2338180"/>
                  <a:pt x="604863" y="2313934"/>
                  <a:pt x="634773" y="2313934"/>
                </a:cubicBezTo>
                <a:close/>
                <a:moveTo>
                  <a:pt x="506358" y="2313934"/>
                </a:moveTo>
                <a:cubicBezTo>
                  <a:pt x="536268" y="2313934"/>
                  <a:pt x="560514" y="2338180"/>
                  <a:pt x="560514" y="2368089"/>
                </a:cubicBezTo>
                <a:cubicBezTo>
                  <a:pt x="560514" y="2397998"/>
                  <a:pt x="536268" y="2422244"/>
                  <a:pt x="506358" y="2422244"/>
                </a:cubicBezTo>
                <a:cubicBezTo>
                  <a:pt x="476448" y="2422244"/>
                  <a:pt x="452202" y="2397998"/>
                  <a:pt x="452202" y="2368089"/>
                </a:cubicBezTo>
                <a:cubicBezTo>
                  <a:pt x="452202" y="2338180"/>
                  <a:pt x="476448" y="2313934"/>
                  <a:pt x="506358" y="2313934"/>
                </a:cubicBezTo>
                <a:close/>
                <a:moveTo>
                  <a:pt x="424362" y="2313934"/>
                </a:moveTo>
                <a:cubicBezTo>
                  <a:pt x="428635" y="2313934"/>
                  <a:pt x="432099" y="2317398"/>
                  <a:pt x="432099" y="2321671"/>
                </a:cubicBezTo>
                <a:cubicBezTo>
                  <a:pt x="432099" y="2352617"/>
                  <a:pt x="432098" y="2383562"/>
                  <a:pt x="432098" y="2414508"/>
                </a:cubicBezTo>
                <a:lnTo>
                  <a:pt x="424362" y="2422244"/>
                </a:lnTo>
                <a:cubicBezTo>
                  <a:pt x="420089" y="2422244"/>
                  <a:pt x="416625" y="2418780"/>
                  <a:pt x="416625" y="2414507"/>
                </a:cubicBezTo>
                <a:lnTo>
                  <a:pt x="416625" y="2321671"/>
                </a:lnTo>
                <a:cubicBezTo>
                  <a:pt x="416628" y="2317398"/>
                  <a:pt x="420090" y="2313934"/>
                  <a:pt x="424362" y="2313934"/>
                </a:cubicBezTo>
                <a:close/>
                <a:moveTo>
                  <a:pt x="388785" y="2313934"/>
                </a:moveTo>
                <a:cubicBezTo>
                  <a:pt x="393058" y="2313934"/>
                  <a:pt x="396522" y="2317398"/>
                  <a:pt x="396522" y="2321671"/>
                </a:cubicBezTo>
                <a:cubicBezTo>
                  <a:pt x="396522" y="2352617"/>
                  <a:pt x="396521" y="2383562"/>
                  <a:pt x="396521" y="2414508"/>
                </a:cubicBezTo>
                <a:lnTo>
                  <a:pt x="388785" y="2422244"/>
                </a:lnTo>
                <a:cubicBezTo>
                  <a:pt x="384512" y="2422244"/>
                  <a:pt x="381048" y="2418780"/>
                  <a:pt x="381048" y="2414507"/>
                </a:cubicBezTo>
                <a:lnTo>
                  <a:pt x="381048" y="2321671"/>
                </a:lnTo>
                <a:cubicBezTo>
                  <a:pt x="381051" y="2317398"/>
                  <a:pt x="384513" y="2313934"/>
                  <a:pt x="388785" y="2313934"/>
                </a:cubicBezTo>
                <a:close/>
                <a:moveTo>
                  <a:pt x="306790" y="2313934"/>
                </a:moveTo>
                <a:cubicBezTo>
                  <a:pt x="336700" y="2313934"/>
                  <a:pt x="360946" y="2338180"/>
                  <a:pt x="360946" y="2368089"/>
                </a:cubicBezTo>
                <a:cubicBezTo>
                  <a:pt x="360946" y="2397998"/>
                  <a:pt x="336700" y="2422244"/>
                  <a:pt x="306790" y="2422244"/>
                </a:cubicBezTo>
                <a:cubicBezTo>
                  <a:pt x="276880" y="2422244"/>
                  <a:pt x="252634" y="2397998"/>
                  <a:pt x="252634" y="2368089"/>
                </a:cubicBezTo>
                <a:cubicBezTo>
                  <a:pt x="252634" y="2338180"/>
                  <a:pt x="276880" y="2313934"/>
                  <a:pt x="306790" y="2313934"/>
                </a:cubicBezTo>
                <a:close/>
                <a:moveTo>
                  <a:pt x="224794" y="2313934"/>
                </a:moveTo>
                <a:cubicBezTo>
                  <a:pt x="229067" y="2313934"/>
                  <a:pt x="232531" y="2317398"/>
                  <a:pt x="232531" y="2321671"/>
                </a:cubicBezTo>
                <a:cubicBezTo>
                  <a:pt x="232531" y="2352617"/>
                  <a:pt x="232530" y="2383562"/>
                  <a:pt x="232530" y="2414508"/>
                </a:cubicBezTo>
                <a:lnTo>
                  <a:pt x="224794" y="2422244"/>
                </a:lnTo>
                <a:cubicBezTo>
                  <a:pt x="220521" y="2422244"/>
                  <a:pt x="217057" y="2418780"/>
                  <a:pt x="217057" y="2414507"/>
                </a:cubicBezTo>
                <a:lnTo>
                  <a:pt x="217057" y="2321671"/>
                </a:lnTo>
                <a:cubicBezTo>
                  <a:pt x="217060" y="2317398"/>
                  <a:pt x="220522" y="2313934"/>
                  <a:pt x="224794" y="2313934"/>
                </a:cubicBezTo>
                <a:close/>
                <a:moveTo>
                  <a:pt x="142798" y="2313934"/>
                </a:moveTo>
                <a:cubicBezTo>
                  <a:pt x="172708" y="2313934"/>
                  <a:pt x="196954" y="2338180"/>
                  <a:pt x="196954" y="2368089"/>
                </a:cubicBezTo>
                <a:cubicBezTo>
                  <a:pt x="196954" y="2397998"/>
                  <a:pt x="172708" y="2422244"/>
                  <a:pt x="142798" y="2422244"/>
                </a:cubicBezTo>
                <a:cubicBezTo>
                  <a:pt x="112888" y="2422244"/>
                  <a:pt x="88642" y="2397998"/>
                  <a:pt x="88642" y="2368089"/>
                </a:cubicBezTo>
                <a:cubicBezTo>
                  <a:pt x="88642" y="2338180"/>
                  <a:pt x="112888" y="2313934"/>
                  <a:pt x="142798" y="2313934"/>
                </a:cubicBezTo>
                <a:close/>
                <a:moveTo>
                  <a:pt x="60802" y="2313934"/>
                </a:moveTo>
                <a:cubicBezTo>
                  <a:pt x="65075" y="2313934"/>
                  <a:pt x="68539" y="2317398"/>
                  <a:pt x="68539" y="2321671"/>
                </a:cubicBezTo>
                <a:cubicBezTo>
                  <a:pt x="68539" y="2352617"/>
                  <a:pt x="68538" y="2383562"/>
                  <a:pt x="68538" y="2414508"/>
                </a:cubicBezTo>
                <a:lnTo>
                  <a:pt x="60802" y="2422244"/>
                </a:lnTo>
                <a:cubicBezTo>
                  <a:pt x="56529" y="2422244"/>
                  <a:pt x="53065" y="2418780"/>
                  <a:pt x="53065" y="2414507"/>
                </a:cubicBezTo>
                <a:lnTo>
                  <a:pt x="53065" y="2321671"/>
                </a:lnTo>
                <a:cubicBezTo>
                  <a:pt x="53067" y="2317398"/>
                  <a:pt x="56531" y="2313934"/>
                  <a:pt x="60802" y="2313934"/>
                </a:cubicBezTo>
                <a:close/>
                <a:moveTo>
                  <a:pt x="9085564" y="2192883"/>
                </a:moveTo>
                <a:cubicBezTo>
                  <a:pt x="9064106" y="2192883"/>
                  <a:pt x="9046711" y="2210278"/>
                  <a:pt x="9046711" y="2231736"/>
                </a:cubicBezTo>
                <a:cubicBezTo>
                  <a:pt x="9046711" y="2253194"/>
                  <a:pt x="9064106" y="2270589"/>
                  <a:pt x="9085564" y="2270589"/>
                </a:cubicBezTo>
                <a:cubicBezTo>
                  <a:pt x="9107022" y="2270589"/>
                  <a:pt x="9124417" y="2253194"/>
                  <a:pt x="9124417" y="2231736"/>
                </a:cubicBezTo>
                <a:cubicBezTo>
                  <a:pt x="9124417" y="2210278"/>
                  <a:pt x="9107022" y="2192883"/>
                  <a:pt x="9085564" y="2192883"/>
                </a:cubicBezTo>
                <a:close/>
                <a:moveTo>
                  <a:pt x="8890698" y="2192883"/>
                </a:moveTo>
                <a:cubicBezTo>
                  <a:pt x="8869240" y="2192883"/>
                  <a:pt x="8851845" y="2210278"/>
                  <a:pt x="8851845" y="2231736"/>
                </a:cubicBezTo>
                <a:cubicBezTo>
                  <a:pt x="8851845" y="2253194"/>
                  <a:pt x="8869240" y="2270589"/>
                  <a:pt x="8890698" y="2270589"/>
                </a:cubicBezTo>
                <a:cubicBezTo>
                  <a:pt x="8912156" y="2270589"/>
                  <a:pt x="8929551" y="2253194"/>
                  <a:pt x="8929551" y="2231736"/>
                </a:cubicBezTo>
                <a:cubicBezTo>
                  <a:pt x="8929551" y="2210278"/>
                  <a:pt x="8912156" y="2192883"/>
                  <a:pt x="8890698" y="2192883"/>
                </a:cubicBezTo>
                <a:close/>
                <a:moveTo>
                  <a:pt x="8763852" y="2192883"/>
                </a:moveTo>
                <a:cubicBezTo>
                  <a:pt x="8742394" y="2192883"/>
                  <a:pt x="8724999" y="2210278"/>
                  <a:pt x="8724999" y="2231736"/>
                </a:cubicBezTo>
                <a:cubicBezTo>
                  <a:pt x="8724999" y="2253194"/>
                  <a:pt x="8742394" y="2270589"/>
                  <a:pt x="8763852" y="2270589"/>
                </a:cubicBezTo>
                <a:cubicBezTo>
                  <a:pt x="8785310" y="2270589"/>
                  <a:pt x="8802705" y="2253194"/>
                  <a:pt x="8802705" y="2231736"/>
                </a:cubicBezTo>
                <a:cubicBezTo>
                  <a:pt x="8802705" y="2210278"/>
                  <a:pt x="8785310" y="2192883"/>
                  <a:pt x="8763852" y="2192883"/>
                </a:cubicBezTo>
                <a:close/>
                <a:moveTo>
                  <a:pt x="8602996" y="2192883"/>
                </a:moveTo>
                <a:cubicBezTo>
                  <a:pt x="8581538" y="2192883"/>
                  <a:pt x="8564143" y="2210278"/>
                  <a:pt x="8564143" y="2231736"/>
                </a:cubicBezTo>
                <a:cubicBezTo>
                  <a:pt x="8564143" y="2253194"/>
                  <a:pt x="8581538" y="2270589"/>
                  <a:pt x="8602996" y="2270589"/>
                </a:cubicBezTo>
                <a:cubicBezTo>
                  <a:pt x="8624454" y="2270589"/>
                  <a:pt x="8641849" y="2253194"/>
                  <a:pt x="8641849" y="2231736"/>
                </a:cubicBezTo>
                <a:cubicBezTo>
                  <a:pt x="8641849" y="2210278"/>
                  <a:pt x="8624454" y="2192883"/>
                  <a:pt x="8602996" y="2192883"/>
                </a:cubicBezTo>
                <a:close/>
                <a:moveTo>
                  <a:pt x="8476149" y="2192883"/>
                </a:moveTo>
                <a:cubicBezTo>
                  <a:pt x="8454691" y="2192883"/>
                  <a:pt x="8437296" y="2210278"/>
                  <a:pt x="8437296" y="2231736"/>
                </a:cubicBezTo>
                <a:cubicBezTo>
                  <a:pt x="8437296" y="2253194"/>
                  <a:pt x="8454691" y="2270589"/>
                  <a:pt x="8476149" y="2270589"/>
                </a:cubicBezTo>
                <a:cubicBezTo>
                  <a:pt x="8497607" y="2270589"/>
                  <a:pt x="8515002" y="2253194"/>
                  <a:pt x="8515002" y="2231736"/>
                </a:cubicBezTo>
                <a:cubicBezTo>
                  <a:pt x="8515002" y="2210278"/>
                  <a:pt x="8497607" y="2192883"/>
                  <a:pt x="8476149" y="2192883"/>
                </a:cubicBezTo>
                <a:close/>
                <a:moveTo>
                  <a:pt x="8315293" y="2192883"/>
                </a:moveTo>
                <a:cubicBezTo>
                  <a:pt x="8293835" y="2192883"/>
                  <a:pt x="8276440" y="2210278"/>
                  <a:pt x="8276440" y="2231736"/>
                </a:cubicBezTo>
                <a:cubicBezTo>
                  <a:pt x="8276440" y="2253194"/>
                  <a:pt x="8293835" y="2270589"/>
                  <a:pt x="8315293" y="2270589"/>
                </a:cubicBezTo>
                <a:cubicBezTo>
                  <a:pt x="8336751" y="2270589"/>
                  <a:pt x="8354146" y="2253194"/>
                  <a:pt x="8354146" y="2231736"/>
                </a:cubicBezTo>
                <a:cubicBezTo>
                  <a:pt x="8354146" y="2210278"/>
                  <a:pt x="8336751" y="2192883"/>
                  <a:pt x="8315293" y="2192883"/>
                </a:cubicBezTo>
                <a:close/>
                <a:moveTo>
                  <a:pt x="8154437" y="2192883"/>
                </a:moveTo>
                <a:cubicBezTo>
                  <a:pt x="8132979" y="2192883"/>
                  <a:pt x="8115584" y="2210278"/>
                  <a:pt x="8115584" y="2231736"/>
                </a:cubicBezTo>
                <a:cubicBezTo>
                  <a:pt x="8115584" y="2253194"/>
                  <a:pt x="8132979" y="2270589"/>
                  <a:pt x="8154437" y="2270589"/>
                </a:cubicBezTo>
                <a:cubicBezTo>
                  <a:pt x="8175895" y="2270589"/>
                  <a:pt x="8193290" y="2253194"/>
                  <a:pt x="8193290" y="2231736"/>
                </a:cubicBezTo>
                <a:cubicBezTo>
                  <a:pt x="8193290" y="2210278"/>
                  <a:pt x="8175895" y="2192883"/>
                  <a:pt x="8154437" y="2192883"/>
                </a:cubicBezTo>
                <a:close/>
                <a:moveTo>
                  <a:pt x="8027590" y="2192883"/>
                </a:moveTo>
                <a:cubicBezTo>
                  <a:pt x="8006132" y="2192883"/>
                  <a:pt x="7988737" y="2210278"/>
                  <a:pt x="7988737" y="2231736"/>
                </a:cubicBezTo>
                <a:cubicBezTo>
                  <a:pt x="7988737" y="2253194"/>
                  <a:pt x="8006132" y="2270589"/>
                  <a:pt x="8027590" y="2270589"/>
                </a:cubicBezTo>
                <a:cubicBezTo>
                  <a:pt x="8049048" y="2270589"/>
                  <a:pt x="8066443" y="2253194"/>
                  <a:pt x="8066443" y="2231736"/>
                </a:cubicBezTo>
                <a:cubicBezTo>
                  <a:pt x="8066443" y="2210278"/>
                  <a:pt x="8049048" y="2192883"/>
                  <a:pt x="8027590" y="2192883"/>
                </a:cubicBezTo>
                <a:close/>
                <a:moveTo>
                  <a:pt x="7866734" y="2192883"/>
                </a:moveTo>
                <a:cubicBezTo>
                  <a:pt x="7845276" y="2192883"/>
                  <a:pt x="7827881" y="2210278"/>
                  <a:pt x="7827881" y="2231736"/>
                </a:cubicBezTo>
                <a:cubicBezTo>
                  <a:pt x="7827881" y="2253194"/>
                  <a:pt x="7845276" y="2270589"/>
                  <a:pt x="7866734" y="2270589"/>
                </a:cubicBezTo>
                <a:cubicBezTo>
                  <a:pt x="7888192" y="2270589"/>
                  <a:pt x="7905587" y="2253194"/>
                  <a:pt x="7905587" y="2231736"/>
                </a:cubicBezTo>
                <a:cubicBezTo>
                  <a:pt x="7905587" y="2210278"/>
                  <a:pt x="7888192" y="2192883"/>
                  <a:pt x="7866734" y="2192883"/>
                </a:cubicBezTo>
                <a:close/>
                <a:moveTo>
                  <a:pt x="7671868" y="2192883"/>
                </a:moveTo>
                <a:cubicBezTo>
                  <a:pt x="7650410" y="2192883"/>
                  <a:pt x="7633015" y="2210278"/>
                  <a:pt x="7633015" y="2231736"/>
                </a:cubicBezTo>
                <a:cubicBezTo>
                  <a:pt x="7633015" y="2253194"/>
                  <a:pt x="7650410" y="2270589"/>
                  <a:pt x="7671868" y="2270589"/>
                </a:cubicBezTo>
                <a:cubicBezTo>
                  <a:pt x="7693326" y="2270589"/>
                  <a:pt x="7710721" y="2253194"/>
                  <a:pt x="7710721" y="2231736"/>
                </a:cubicBezTo>
                <a:cubicBezTo>
                  <a:pt x="7710721" y="2210278"/>
                  <a:pt x="7693326" y="2192883"/>
                  <a:pt x="7671868" y="2192883"/>
                </a:cubicBezTo>
                <a:close/>
                <a:moveTo>
                  <a:pt x="7545022" y="2192883"/>
                </a:moveTo>
                <a:cubicBezTo>
                  <a:pt x="7523564" y="2192883"/>
                  <a:pt x="7506169" y="2210278"/>
                  <a:pt x="7506169" y="2231736"/>
                </a:cubicBezTo>
                <a:cubicBezTo>
                  <a:pt x="7506169" y="2253194"/>
                  <a:pt x="7523564" y="2270589"/>
                  <a:pt x="7545022" y="2270589"/>
                </a:cubicBezTo>
                <a:cubicBezTo>
                  <a:pt x="7566480" y="2270589"/>
                  <a:pt x="7583875" y="2253194"/>
                  <a:pt x="7583875" y="2231736"/>
                </a:cubicBezTo>
                <a:cubicBezTo>
                  <a:pt x="7583875" y="2210278"/>
                  <a:pt x="7566480" y="2192883"/>
                  <a:pt x="7545022" y="2192883"/>
                </a:cubicBezTo>
                <a:close/>
                <a:moveTo>
                  <a:pt x="7384166" y="2192883"/>
                </a:moveTo>
                <a:cubicBezTo>
                  <a:pt x="7362708" y="2192883"/>
                  <a:pt x="7345313" y="2210278"/>
                  <a:pt x="7345313" y="2231736"/>
                </a:cubicBezTo>
                <a:cubicBezTo>
                  <a:pt x="7345313" y="2253194"/>
                  <a:pt x="7362708" y="2270589"/>
                  <a:pt x="7384166" y="2270589"/>
                </a:cubicBezTo>
                <a:cubicBezTo>
                  <a:pt x="7405624" y="2270589"/>
                  <a:pt x="7423019" y="2253194"/>
                  <a:pt x="7423019" y="2231736"/>
                </a:cubicBezTo>
                <a:cubicBezTo>
                  <a:pt x="7423019" y="2210278"/>
                  <a:pt x="7405624" y="2192883"/>
                  <a:pt x="7384166" y="2192883"/>
                </a:cubicBezTo>
                <a:close/>
                <a:moveTo>
                  <a:pt x="7257319" y="2192883"/>
                </a:moveTo>
                <a:cubicBezTo>
                  <a:pt x="7235861" y="2192883"/>
                  <a:pt x="7218466" y="2210278"/>
                  <a:pt x="7218466" y="2231736"/>
                </a:cubicBezTo>
                <a:cubicBezTo>
                  <a:pt x="7218466" y="2253194"/>
                  <a:pt x="7235861" y="2270589"/>
                  <a:pt x="7257319" y="2270589"/>
                </a:cubicBezTo>
                <a:cubicBezTo>
                  <a:pt x="7278777" y="2270589"/>
                  <a:pt x="7296172" y="2253194"/>
                  <a:pt x="7296172" y="2231736"/>
                </a:cubicBezTo>
                <a:cubicBezTo>
                  <a:pt x="7296172" y="2210278"/>
                  <a:pt x="7278777" y="2192883"/>
                  <a:pt x="7257319" y="2192883"/>
                </a:cubicBezTo>
                <a:close/>
                <a:moveTo>
                  <a:pt x="7129359" y="2192883"/>
                </a:moveTo>
                <a:cubicBezTo>
                  <a:pt x="7107901" y="2192883"/>
                  <a:pt x="7090506" y="2210278"/>
                  <a:pt x="7090506" y="2231736"/>
                </a:cubicBezTo>
                <a:cubicBezTo>
                  <a:pt x="7090506" y="2253194"/>
                  <a:pt x="7107901" y="2270589"/>
                  <a:pt x="7129359" y="2270589"/>
                </a:cubicBezTo>
                <a:cubicBezTo>
                  <a:pt x="7150817" y="2270589"/>
                  <a:pt x="7168212" y="2253194"/>
                  <a:pt x="7168212" y="2231736"/>
                </a:cubicBezTo>
                <a:cubicBezTo>
                  <a:pt x="7168212" y="2210278"/>
                  <a:pt x="7150817" y="2192883"/>
                  <a:pt x="7129359" y="2192883"/>
                </a:cubicBezTo>
                <a:close/>
                <a:moveTo>
                  <a:pt x="7002515" y="2192883"/>
                </a:moveTo>
                <a:cubicBezTo>
                  <a:pt x="6981057" y="2192883"/>
                  <a:pt x="6963662" y="2210278"/>
                  <a:pt x="6963662" y="2231736"/>
                </a:cubicBezTo>
                <a:cubicBezTo>
                  <a:pt x="6963662" y="2253194"/>
                  <a:pt x="6981057" y="2270589"/>
                  <a:pt x="7002515" y="2270589"/>
                </a:cubicBezTo>
                <a:cubicBezTo>
                  <a:pt x="7023973" y="2270589"/>
                  <a:pt x="7041368" y="2253194"/>
                  <a:pt x="7041368" y="2231736"/>
                </a:cubicBezTo>
                <a:cubicBezTo>
                  <a:pt x="7041368" y="2210278"/>
                  <a:pt x="7023973" y="2192883"/>
                  <a:pt x="7002515" y="2192883"/>
                </a:cubicBezTo>
                <a:close/>
                <a:moveTo>
                  <a:pt x="6841659" y="2192883"/>
                </a:moveTo>
                <a:cubicBezTo>
                  <a:pt x="6820201" y="2192883"/>
                  <a:pt x="6802806" y="2210278"/>
                  <a:pt x="6802806" y="2231736"/>
                </a:cubicBezTo>
                <a:cubicBezTo>
                  <a:pt x="6802806" y="2253194"/>
                  <a:pt x="6820201" y="2270589"/>
                  <a:pt x="6841659" y="2270589"/>
                </a:cubicBezTo>
                <a:cubicBezTo>
                  <a:pt x="6863117" y="2270589"/>
                  <a:pt x="6880512" y="2253194"/>
                  <a:pt x="6880512" y="2231736"/>
                </a:cubicBezTo>
                <a:cubicBezTo>
                  <a:pt x="6880512" y="2210278"/>
                  <a:pt x="6863117" y="2192883"/>
                  <a:pt x="6841659" y="2192883"/>
                </a:cubicBezTo>
                <a:close/>
                <a:moveTo>
                  <a:pt x="6714812" y="2192883"/>
                </a:moveTo>
                <a:cubicBezTo>
                  <a:pt x="6693354" y="2192883"/>
                  <a:pt x="6675959" y="2210278"/>
                  <a:pt x="6675959" y="2231736"/>
                </a:cubicBezTo>
                <a:cubicBezTo>
                  <a:pt x="6675959" y="2253194"/>
                  <a:pt x="6693354" y="2270589"/>
                  <a:pt x="6714812" y="2270589"/>
                </a:cubicBezTo>
                <a:cubicBezTo>
                  <a:pt x="6736270" y="2270589"/>
                  <a:pt x="6753665" y="2253194"/>
                  <a:pt x="6753665" y="2231736"/>
                </a:cubicBezTo>
                <a:cubicBezTo>
                  <a:pt x="6753665" y="2210278"/>
                  <a:pt x="6736270" y="2192883"/>
                  <a:pt x="6714812" y="2192883"/>
                </a:cubicBezTo>
                <a:close/>
                <a:moveTo>
                  <a:pt x="6519947" y="2192883"/>
                </a:moveTo>
                <a:cubicBezTo>
                  <a:pt x="6498489" y="2192883"/>
                  <a:pt x="6481094" y="2210278"/>
                  <a:pt x="6481094" y="2231736"/>
                </a:cubicBezTo>
                <a:cubicBezTo>
                  <a:pt x="6481094" y="2253194"/>
                  <a:pt x="6498489" y="2270589"/>
                  <a:pt x="6519947" y="2270589"/>
                </a:cubicBezTo>
                <a:cubicBezTo>
                  <a:pt x="6541405" y="2270589"/>
                  <a:pt x="6558800" y="2253194"/>
                  <a:pt x="6558800" y="2231736"/>
                </a:cubicBezTo>
                <a:cubicBezTo>
                  <a:pt x="6558800" y="2210278"/>
                  <a:pt x="6541405" y="2192883"/>
                  <a:pt x="6519947" y="2192883"/>
                </a:cubicBezTo>
                <a:close/>
                <a:moveTo>
                  <a:pt x="6359091" y="2192883"/>
                </a:moveTo>
                <a:cubicBezTo>
                  <a:pt x="6337633" y="2192883"/>
                  <a:pt x="6320238" y="2210278"/>
                  <a:pt x="6320238" y="2231736"/>
                </a:cubicBezTo>
                <a:cubicBezTo>
                  <a:pt x="6320238" y="2253194"/>
                  <a:pt x="6337633" y="2270589"/>
                  <a:pt x="6359091" y="2270589"/>
                </a:cubicBezTo>
                <a:cubicBezTo>
                  <a:pt x="6380549" y="2270589"/>
                  <a:pt x="6397944" y="2253194"/>
                  <a:pt x="6397944" y="2231736"/>
                </a:cubicBezTo>
                <a:cubicBezTo>
                  <a:pt x="6397944" y="2210278"/>
                  <a:pt x="6380549" y="2192883"/>
                  <a:pt x="6359091" y="2192883"/>
                </a:cubicBezTo>
                <a:close/>
                <a:moveTo>
                  <a:pt x="6232244" y="2192883"/>
                </a:moveTo>
                <a:cubicBezTo>
                  <a:pt x="6210786" y="2192883"/>
                  <a:pt x="6193391" y="2210278"/>
                  <a:pt x="6193391" y="2231736"/>
                </a:cubicBezTo>
                <a:cubicBezTo>
                  <a:pt x="6193391" y="2253194"/>
                  <a:pt x="6210786" y="2270589"/>
                  <a:pt x="6232244" y="2270589"/>
                </a:cubicBezTo>
                <a:cubicBezTo>
                  <a:pt x="6253702" y="2270589"/>
                  <a:pt x="6271097" y="2253194"/>
                  <a:pt x="6271097" y="2231736"/>
                </a:cubicBezTo>
                <a:cubicBezTo>
                  <a:pt x="6271097" y="2210278"/>
                  <a:pt x="6253702" y="2192883"/>
                  <a:pt x="6232244" y="2192883"/>
                </a:cubicBezTo>
                <a:close/>
                <a:moveTo>
                  <a:pt x="6071388" y="2192883"/>
                </a:moveTo>
                <a:cubicBezTo>
                  <a:pt x="6049930" y="2192883"/>
                  <a:pt x="6032535" y="2210278"/>
                  <a:pt x="6032535" y="2231736"/>
                </a:cubicBezTo>
                <a:cubicBezTo>
                  <a:pt x="6032535" y="2253194"/>
                  <a:pt x="6049930" y="2270589"/>
                  <a:pt x="6071388" y="2270589"/>
                </a:cubicBezTo>
                <a:cubicBezTo>
                  <a:pt x="6092846" y="2270589"/>
                  <a:pt x="6110241" y="2253194"/>
                  <a:pt x="6110241" y="2231736"/>
                </a:cubicBezTo>
                <a:cubicBezTo>
                  <a:pt x="6110241" y="2210278"/>
                  <a:pt x="6092846" y="2192883"/>
                  <a:pt x="6071388" y="2192883"/>
                </a:cubicBezTo>
                <a:close/>
                <a:moveTo>
                  <a:pt x="5910532" y="2192883"/>
                </a:moveTo>
                <a:cubicBezTo>
                  <a:pt x="5889074" y="2192883"/>
                  <a:pt x="5871679" y="2210278"/>
                  <a:pt x="5871679" y="2231736"/>
                </a:cubicBezTo>
                <a:cubicBezTo>
                  <a:pt x="5871679" y="2253194"/>
                  <a:pt x="5889074" y="2270589"/>
                  <a:pt x="5910532" y="2270589"/>
                </a:cubicBezTo>
                <a:cubicBezTo>
                  <a:pt x="5931990" y="2270589"/>
                  <a:pt x="5949385" y="2253194"/>
                  <a:pt x="5949385" y="2231736"/>
                </a:cubicBezTo>
                <a:cubicBezTo>
                  <a:pt x="5949385" y="2210278"/>
                  <a:pt x="5931990" y="2192883"/>
                  <a:pt x="5910532" y="2192883"/>
                </a:cubicBezTo>
                <a:close/>
                <a:moveTo>
                  <a:pt x="5783685" y="2192883"/>
                </a:moveTo>
                <a:cubicBezTo>
                  <a:pt x="5762227" y="2192883"/>
                  <a:pt x="5744832" y="2210278"/>
                  <a:pt x="5744832" y="2231736"/>
                </a:cubicBezTo>
                <a:cubicBezTo>
                  <a:pt x="5744832" y="2253194"/>
                  <a:pt x="5762227" y="2270589"/>
                  <a:pt x="5783685" y="2270589"/>
                </a:cubicBezTo>
                <a:cubicBezTo>
                  <a:pt x="5805143" y="2270589"/>
                  <a:pt x="5822538" y="2253194"/>
                  <a:pt x="5822538" y="2231736"/>
                </a:cubicBezTo>
                <a:cubicBezTo>
                  <a:pt x="5822538" y="2210278"/>
                  <a:pt x="5805143" y="2192883"/>
                  <a:pt x="5783685" y="2192883"/>
                </a:cubicBezTo>
                <a:close/>
                <a:moveTo>
                  <a:pt x="5622829" y="2192883"/>
                </a:moveTo>
                <a:cubicBezTo>
                  <a:pt x="5601371" y="2192883"/>
                  <a:pt x="5583976" y="2210278"/>
                  <a:pt x="5583976" y="2231736"/>
                </a:cubicBezTo>
                <a:cubicBezTo>
                  <a:pt x="5583976" y="2253194"/>
                  <a:pt x="5601371" y="2270589"/>
                  <a:pt x="5622829" y="2270589"/>
                </a:cubicBezTo>
                <a:cubicBezTo>
                  <a:pt x="5644287" y="2270589"/>
                  <a:pt x="5661682" y="2253194"/>
                  <a:pt x="5661682" y="2231736"/>
                </a:cubicBezTo>
                <a:cubicBezTo>
                  <a:pt x="5661682" y="2210278"/>
                  <a:pt x="5644287" y="2192883"/>
                  <a:pt x="5622829" y="2192883"/>
                </a:cubicBezTo>
                <a:close/>
                <a:moveTo>
                  <a:pt x="5495983" y="2192883"/>
                </a:moveTo>
                <a:cubicBezTo>
                  <a:pt x="5474525" y="2192883"/>
                  <a:pt x="5457130" y="2210278"/>
                  <a:pt x="5457130" y="2231736"/>
                </a:cubicBezTo>
                <a:cubicBezTo>
                  <a:pt x="5457130" y="2253194"/>
                  <a:pt x="5474525" y="2270589"/>
                  <a:pt x="5495983" y="2270589"/>
                </a:cubicBezTo>
                <a:cubicBezTo>
                  <a:pt x="5517441" y="2270589"/>
                  <a:pt x="5534836" y="2253194"/>
                  <a:pt x="5534836" y="2231736"/>
                </a:cubicBezTo>
                <a:cubicBezTo>
                  <a:pt x="5534836" y="2210278"/>
                  <a:pt x="5517441" y="2192883"/>
                  <a:pt x="5495983" y="2192883"/>
                </a:cubicBezTo>
                <a:close/>
                <a:moveTo>
                  <a:pt x="5301117" y="2192883"/>
                </a:moveTo>
                <a:cubicBezTo>
                  <a:pt x="5279659" y="2192883"/>
                  <a:pt x="5262264" y="2210278"/>
                  <a:pt x="5262264" y="2231736"/>
                </a:cubicBezTo>
                <a:cubicBezTo>
                  <a:pt x="5262264" y="2253194"/>
                  <a:pt x="5279659" y="2270589"/>
                  <a:pt x="5301117" y="2270589"/>
                </a:cubicBezTo>
                <a:cubicBezTo>
                  <a:pt x="5322575" y="2270589"/>
                  <a:pt x="5339970" y="2253194"/>
                  <a:pt x="5339970" y="2231736"/>
                </a:cubicBezTo>
                <a:cubicBezTo>
                  <a:pt x="5339970" y="2210278"/>
                  <a:pt x="5322575" y="2192883"/>
                  <a:pt x="5301117" y="2192883"/>
                </a:cubicBezTo>
                <a:close/>
                <a:moveTo>
                  <a:pt x="5140261" y="2192883"/>
                </a:moveTo>
                <a:cubicBezTo>
                  <a:pt x="5118803" y="2192883"/>
                  <a:pt x="5101408" y="2210278"/>
                  <a:pt x="5101408" y="2231736"/>
                </a:cubicBezTo>
                <a:cubicBezTo>
                  <a:pt x="5101408" y="2253194"/>
                  <a:pt x="5118803" y="2270589"/>
                  <a:pt x="5140261" y="2270589"/>
                </a:cubicBezTo>
                <a:cubicBezTo>
                  <a:pt x="5161719" y="2270589"/>
                  <a:pt x="5179114" y="2253194"/>
                  <a:pt x="5179114" y="2231736"/>
                </a:cubicBezTo>
                <a:cubicBezTo>
                  <a:pt x="5179114" y="2210278"/>
                  <a:pt x="5161719" y="2192883"/>
                  <a:pt x="5140261" y="2192883"/>
                </a:cubicBezTo>
                <a:close/>
                <a:moveTo>
                  <a:pt x="5013414" y="2192883"/>
                </a:moveTo>
                <a:cubicBezTo>
                  <a:pt x="4991956" y="2192883"/>
                  <a:pt x="4974561" y="2210278"/>
                  <a:pt x="4974561" y="2231736"/>
                </a:cubicBezTo>
                <a:cubicBezTo>
                  <a:pt x="4974561" y="2253194"/>
                  <a:pt x="4991956" y="2270589"/>
                  <a:pt x="5013414" y="2270589"/>
                </a:cubicBezTo>
                <a:cubicBezTo>
                  <a:pt x="5034872" y="2270589"/>
                  <a:pt x="5052267" y="2253194"/>
                  <a:pt x="5052267" y="2231736"/>
                </a:cubicBezTo>
                <a:cubicBezTo>
                  <a:pt x="5052267" y="2210278"/>
                  <a:pt x="5034872" y="2192883"/>
                  <a:pt x="5013414" y="2192883"/>
                </a:cubicBezTo>
                <a:close/>
                <a:moveTo>
                  <a:pt x="4852558" y="2192883"/>
                </a:moveTo>
                <a:cubicBezTo>
                  <a:pt x="4831100" y="2192883"/>
                  <a:pt x="4813705" y="2210278"/>
                  <a:pt x="4813705" y="2231736"/>
                </a:cubicBezTo>
                <a:cubicBezTo>
                  <a:pt x="4813705" y="2253194"/>
                  <a:pt x="4831100" y="2270589"/>
                  <a:pt x="4852558" y="2270589"/>
                </a:cubicBezTo>
                <a:cubicBezTo>
                  <a:pt x="4874016" y="2270589"/>
                  <a:pt x="4891411" y="2253194"/>
                  <a:pt x="4891411" y="2231736"/>
                </a:cubicBezTo>
                <a:cubicBezTo>
                  <a:pt x="4891411" y="2210278"/>
                  <a:pt x="4874016" y="2192883"/>
                  <a:pt x="4852558" y="2192883"/>
                </a:cubicBezTo>
                <a:close/>
                <a:moveTo>
                  <a:pt x="4657693" y="2192883"/>
                </a:moveTo>
                <a:cubicBezTo>
                  <a:pt x="4636235" y="2192883"/>
                  <a:pt x="4618840" y="2210278"/>
                  <a:pt x="4618840" y="2231736"/>
                </a:cubicBezTo>
                <a:cubicBezTo>
                  <a:pt x="4618840" y="2253194"/>
                  <a:pt x="4636235" y="2270589"/>
                  <a:pt x="4657693" y="2270589"/>
                </a:cubicBezTo>
                <a:cubicBezTo>
                  <a:pt x="4679151" y="2270589"/>
                  <a:pt x="4696546" y="2253194"/>
                  <a:pt x="4696546" y="2231736"/>
                </a:cubicBezTo>
                <a:cubicBezTo>
                  <a:pt x="4696546" y="2210278"/>
                  <a:pt x="4679151" y="2192883"/>
                  <a:pt x="4657693" y="2192883"/>
                </a:cubicBezTo>
                <a:close/>
                <a:moveTo>
                  <a:pt x="4496837" y="2192883"/>
                </a:moveTo>
                <a:cubicBezTo>
                  <a:pt x="4475379" y="2192883"/>
                  <a:pt x="4457984" y="2210278"/>
                  <a:pt x="4457984" y="2231736"/>
                </a:cubicBezTo>
                <a:cubicBezTo>
                  <a:pt x="4457984" y="2253194"/>
                  <a:pt x="4475379" y="2270589"/>
                  <a:pt x="4496837" y="2270589"/>
                </a:cubicBezTo>
                <a:cubicBezTo>
                  <a:pt x="4518295" y="2270589"/>
                  <a:pt x="4535690" y="2253194"/>
                  <a:pt x="4535690" y="2231736"/>
                </a:cubicBezTo>
                <a:cubicBezTo>
                  <a:pt x="4535690" y="2210278"/>
                  <a:pt x="4518295" y="2192883"/>
                  <a:pt x="4496837" y="2192883"/>
                </a:cubicBezTo>
                <a:close/>
                <a:moveTo>
                  <a:pt x="4369990" y="2192883"/>
                </a:moveTo>
                <a:cubicBezTo>
                  <a:pt x="4348532" y="2192883"/>
                  <a:pt x="4331137" y="2210278"/>
                  <a:pt x="4331137" y="2231736"/>
                </a:cubicBezTo>
                <a:cubicBezTo>
                  <a:pt x="4331137" y="2253194"/>
                  <a:pt x="4348532" y="2270589"/>
                  <a:pt x="4369990" y="2270589"/>
                </a:cubicBezTo>
                <a:cubicBezTo>
                  <a:pt x="4391448" y="2270589"/>
                  <a:pt x="4408843" y="2253194"/>
                  <a:pt x="4408843" y="2231736"/>
                </a:cubicBezTo>
                <a:cubicBezTo>
                  <a:pt x="4408843" y="2210278"/>
                  <a:pt x="4391448" y="2192883"/>
                  <a:pt x="4369990" y="2192883"/>
                </a:cubicBezTo>
                <a:close/>
                <a:moveTo>
                  <a:pt x="4209134" y="2192883"/>
                </a:moveTo>
                <a:cubicBezTo>
                  <a:pt x="4187676" y="2192883"/>
                  <a:pt x="4170281" y="2210278"/>
                  <a:pt x="4170281" y="2231736"/>
                </a:cubicBezTo>
                <a:cubicBezTo>
                  <a:pt x="4170281" y="2253194"/>
                  <a:pt x="4187676" y="2270589"/>
                  <a:pt x="4209134" y="2270589"/>
                </a:cubicBezTo>
                <a:cubicBezTo>
                  <a:pt x="4230592" y="2270589"/>
                  <a:pt x="4247987" y="2253194"/>
                  <a:pt x="4247987" y="2231736"/>
                </a:cubicBezTo>
                <a:cubicBezTo>
                  <a:pt x="4247987" y="2210278"/>
                  <a:pt x="4230592" y="2192883"/>
                  <a:pt x="4209134" y="2192883"/>
                </a:cubicBezTo>
                <a:close/>
                <a:moveTo>
                  <a:pt x="4014268" y="2192883"/>
                </a:moveTo>
                <a:cubicBezTo>
                  <a:pt x="3992810" y="2192883"/>
                  <a:pt x="3975415" y="2210278"/>
                  <a:pt x="3975415" y="2231736"/>
                </a:cubicBezTo>
                <a:cubicBezTo>
                  <a:pt x="3975415" y="2253194"/>
                  <a:pt x="3992810" y="2270589"/>
                  <a:pt x="4014268" y="2270589"/>
                </a:cubicBezTo>
                <a:cubicBezTo>
                  <a:pt x="4035726" y="2270589"/>
                  <a:pt x="4053121" y="2253194"/>
                  <a:pt x="4053121" y="2231736"/>
                </a:cubicBezTo>
                <a:cubicBezTo>
                  <a:pt x="4053121" y="2210278"/>
                  <a:pt x="4035726" y="2192883"/>
                  <a:pt x="4014268" y="2192883"/>
                </a:cubicBezTo>
                <a:close/>
                <a:moveTo>
                  <a:pt x="3887422" y="2192883"/>
                </a:moveTo>
                <a:cubicBezTo>
                  <a:pt x="3865964" y="2192883"/>
                  <a:pt x="3848569" y="2210278"/>
                  <a:pt x="3848569" y="2231736"/>
                </a:cubicBezTo>
                <a:cubicBezTo>
                  <a:pt x="3848569" y="2253194"/>
                  <a:pt x="3865964" y="2270589"/>
                  <a:pt x="3887422" y="2270589"/>
                </a:cubicBezTo>
                <a:cubicBezTo>
                  <a:pt x="3908880" y="2270589"/>
                  <a:pt x="3926275" y="2253194"/>
                  <a:pt x="3926275" y="2231736"/>
                </a:cubicBezTo>
                <a:cubicBezTo>
                  <a:pt x="3926275" y="2210278"/>
                  <a:pt x="3908880" y="2192883"/>
                  <a:pt x="3887422" y="2192883"/>
                </a:cubicBezTo>
                <a:close/>
                <a:moveTo>
                  <a:pt x="3726566" y="2192883"/>
                </a:moveTo>
                <a:cubicBezTo>
                  <a:pt x="3705108" y="2192883"/>
                  <a:pt x="3687713" y="2210278"/>
                  <a:pt x="3687713" y="2231736"/>
                </a:cubicBezTo>
                <a:cubicBezTo>
                  <a:pt x="3687713" y="2253194"/>
                  <a:pt x="3705108" y="2270589"/>
                  <a:pt x="3726566" y="2270589"/>
                </a:cubicBezTo>
                <a:cubicBezTo>
                  <a:pt x="3748024" y="2270589"/>
                  <a:pt x="3765419" y="2253194"/>
                  <a:pt x="3765419" y="2231736"/>
                </a:cubicBezTo>
                <a:cubicBezTo>
                  <a:pt x="3765419" y="2210278"/>
                  <a:pt x="3748024" y="2192883"/>
                  <a:pt x="3726566" y="2192883"/>
                </a:cubicBezTo>
                <a:close/>
                <a:moveTo>
                  <a:pt x="3599719" y="2192883"/>
                </a:moveTo>
                <a:cubicBezTo>
                  <a:pt x="3578261" y="2192883"/>
                  <a:pt x="3560866" y="2210278"/>
                  <a:pt x="3560866" y="2231736"/>
                </a:cubicBezTo>
                <a:cubicBezTo>
                  <a:pt x="3560866" y="2253194"/>
                  <a:pt x="3578261" y="2270589"/>
                  <a:pt x="3599719" y="2270589"/>
                </a:cubicBezTo>
                <a:cubicBezTo>
                  <a:pt x="3621177" y="2270589"/>
                  <a:pt x="3638572" y="2253194"/>
                  <a:pt x="3638572" y="2231736"/>
                </a:cubicBezTo>
                <a:cubicBezTo>
                  <a:pt x="3638572" y="2210278"/>
                  <a:pt x="3621177" y="2192883"/>
                  <a:pt x="3599719" y="2192883"/>
                </a:cubicBezTo>
                <a:close/>
                <a:moveTo>
                  <a:pt x="3472872" y="2192883"/>
                </a:moveTo>
                <a:cubicBezTo>
                  <a:pt x="3451414" y="2192883"/>
                  <a:pt x="3434019" y="2210278"/>
                  <a:pt x="3434019" y="2231736"/>
                </a:cubicBezTo>
                <a:cubicBezTo>
                  <a:pt x="3434019" y="2253194"/>
                  <a:pt x="3451414" y="2270589"/>
                  <a:pt x="3472872" y="2270589"/>
                </a:cubicBezTo>
                <a:cubicBezTo>
                  <a:pt x="3494330" y="2270589"/>
                  <a:pt x="3511725" y="2253194"/>
                  <a:pt x="3511725" y="2231736"/>
                </a:cubicBezTo>
                <a:cubicBezTo>
                  <a:pt x="3511725" y="2210278"/>
                  <a:pt x="3494330" y="2192883"/>
                  <a:pt x="3472872" y="2192883"/>
                </a:cubicBezTo>
                <a:close/>
                <a:moveTo>
                  <a:pt x="3346025" y="2192883"/>
                </a:moveTo>
                <a:cubicBezTo>
                  <a:pt x="3324567" y="2192883"/>
                  <a:pt x="3307172" y="2210278"/>
                  <a:pt x="3307172" y="2231736"/>
                </a:cubicBezTo>
                <a:cubicBezTo>
                  <a:pt x="3307172" y="2253194"/>
                  <a:pt x="3324567" y="2270589"/>
                  <a:pt x="3346025" y="2270589"/>
                </a:cubicBezTo>
                <a:cubicBezTo>
                  <a:pt x="3367483" y="2270589"/>
                  <a:pt x="3384878" y="2253194"/>
                  <a:pt x="3384878" y="2231736"/>
                </a:cubicBezTo>
                <a:cubicBezTo>
                  <a:pt x="3384878" y="2210278"/>
                  <a:pt x="3367483" y="2192883"/>
                  <a:pt x="3346025" y="2192883"/>
                </a:cubicBezTo>
                <a:close/>
                <a:moveTo>
                  <a:pt x="3185169" y="2192883"/>
                </a:moveTo>
                <a:cubicBezTo>
                  <a:pt x="3163711" y="2192883"/>
                  <a:pt x="3146316" y="2210278"/>
                  <a:pt x="3146316" y="2231736"/>
                </a:cubicBezTo>
                <a:cubicBezTo>
                  <a:pt x="3146316" y="2253194"/>
                  <a:pt x="3163711" y="2270589"/>
                  <a:pt x="3185169" y="2270589"/>
                </a:cubicBezTo>
                <a:cubicBezTo>
                  <a:pt x="3206627" y="2270589"/>
                  <a:pt x="3224022" y="2253194"/>
                  <a:pt x="3224022" y="2231736"/>
                </a:cubicBezTo>
                <a:cubicBezTo>
                  <a:pt x="3224022" y="2210278"/>
                  <a:pt x="3206627" y="2192883"/>
                  <a:pt x="3185169" y="2192883"/>
                </a:cubicBezTo>
                <a:close/>
                <a:moveTo>
                  <a:pt x="3058323" y="2192883"/>
                </a:moveTo>
                <a:cubicBezTo>
                  <a:pt x="3036865" y="2192883"/>
                  <a:pt x="3019470" y="2210278"/>
                  <a:pt x="3019470" y="2231736"/>
                </a:cubicBezTo>
                <a:cubicBezTo>
                  <a:pt x="3019470" y="2253194"/>
                  <a:pt x="3036865" y="2270589"/>
                  <a:pt x="3058323" y="2270589"/>
                </a:cubicBezTo>
                <a:cubicBezTo>
                  <a:pt x="3079781" y="2270589"/>
                  <a:pt x="3097176" y="2253194"/>
                  <a:pt x="3097176" y="2231736"/>
                </a:cubicBezTo>
                <a:cubicBezTo>
                  <a:pt x="3097176" y="2210278"/>
                  <a:pt x="3079781" y="2192883"/>
                  <a:pt x="3058323" y="2192883"/>
                </a:cubicBezTo>
                <a:close/>
                <a:moveTo>
                  <a:pt x="2863457" y="2192883"/>
                </a:moveTo>
                <a:cubicBezTo>
                  <a:pt x="2841999" y="2192883"/>
                  <a:pt x="2824604" y="2210278"/>
                  <a:pt x="2824604" y="2231736"/>
                </a:cubicBezTo>
                <a:cubicBezTo>
                  <a:pt x="2824604" y="2253194"/>
                  <a:pt x="2841999" y="2270589"/>
                  <a:pt x="2863457" y="2270589"/>
                </a:cubicBezTo>
                <a:cubicBezTo>
                  <a:pt x="2884915" y="2270589"/>
                  <a:pt x="2902310" y="2253194"/>
                  <a:pt x="2902310" y="2231736"/>
                </a:cubicBezTo>
                <a:cubicBezTo>
                  <a:pt x="2902310" y="2210278"/>
                  <a:pt x="2884915" y="2192883"/>
                  <a:pt x="2863457" y="2192883"/>
                </a:cubicBezTo>
                <a:close/>
                <a:moveTo>
                  <a:pt x="2702601" y="2192883"/>
                </a:moveTo>
                <a:cubicBezTo>
                  <a:pt x="2681143" y="2192883"/>
                  <a:pt x="2663748" y="2210278"/>
                  <a:pt x="2663748" y="2231736"/>
                </a:cubicBezTo>
                <a:cubicBezTo>
                  <a:pt x="2663748" y="2253194"/>
                  <a:pt x="2681143" y="2270589"/>
                  <a:pt x="2702601" y="2270589"/>
                </a:cubicBezTo>
                <a:cubicBezTo>
                  <a:pt x="2724059" y="2270589"/>
                  <a:pt x="2741454" y="2253194"/>
                  <a:pt x="2741454" y="2231736"/>
                </a:cubicBezTo>
                <a:cubicBezTo>
                  <a:pt x="2741454" y="2210278"/>
                  <a:pt x="2724059" y="2192883"/>
                  <a:pt x="2702601" y="2192883"/>
                </a:cubicBezTo>
                <a:close/>
                <a:moveTo>
                  <a:pt x="2575754" y="2192883"/>
                </a:moveTo>
                <a:cubicBezTo>
                  <a:pt x="2554296" y="2192883"/>
                  <a:pt x="2536901" y="2210278"/>
                  <a:pt x="2536901" y="2231736"/>
                </a:cubicBezTo>
                <a:cubicBezTo>
                  <a:pt x="2536901" y="2253194"/>
                  <a:pt x="2554296" y="2270589"/>
                  <a:pt x="2575754" y="2270589"/>
                </a:cubicBezTo>
                <a:cubicBezTo>
                  <a:pt x="2597212" y="2270589"/>
                  <a:pt x="2614607" y="2253194"/>
                  <a:pt x="2614607" y="2231736"/>
                </a:cubicBezTo>
                <a:cubicBezTo>
                  <a:pt x="2614607" y="2210278"/>
                  <a:pt x="2597212" y="2192883"/>
                  <a:pt x="2575754" y="2192883"/>
                </a:cubicBezTo>
                <a:close/>
                <a:moveTo>
                  <a:pt x="2414898" y="2192883"/>
                </a:moveTo>
                <a:cubicBezTo>
                  <a:pt x="2393440" y="2192883"/>
                  <a:pt x="2376045" y="2210278"/>
                  <a:pt x="2376045" y="2231736"/>
                </a:cubicBezTo>
                <a:cubicBezTo>
                  <a:pt x="2376045" y="2253194"/>
                  <a:pt x="2393440" y="2270589"/>
                  <a:pt x="2414898" y="2270589"/>
                </a:cubicBezTo>
                <a:cubicBezTo>
                  <a:pt x="2436356" y="2270589"/>
                  <a:pt x="2453751" y="2253194"/>
                  <a:pt x="2453751" y="2231736"/>
                </a:cubicBezTo>
                <a:cubicBezTo>
                  <a:pt x="2453751" y="2210278"/>
                  <a:pt x="2436356" y="2192883"/>
                  <a:pt x="2414898" y="2192883"/>
                </a:cubicBezTo>
                <a:close/>
                <a:moveTo>
                  <a:pt x="2220033" y="2192883"/>
                </a:moveTo>
                <a:cubicBezTo>
                  <a:pt x="2198575" y="2192883"/>
                  <a:pt x="2181180" y="2210278"/>
                  <a:pt x="2181180" y="2231736"/>
                </a:cubicBezTo>
                <a:cubicBezTo>
                  <a:pt x="2181180" y="2253194"/>
                  <a:pt x="2198575" y="2270589"/>
                  <a:pt x="2220033" y="2270589"/>
                </a:cubicBezTo>
                <a:cubicBezTo>
                  <a:pt x="2241491" y="2270589"/>
                  <a:pt x="2258886" y="2253194"/>
                  <a:pt x="2258886" y="2231736"/>
                </a:cubicBezTo>
                <a:cubicBezTo>
                  <a:pt x="2258886" y="2210278"/>
                  <a:pt x="2241491" y="2192883"/>
                  <a:pt x="2220033" y="2192883"/>
                </a:cubicBezTo>
                <a:close/>
                <a:moveTo>
                  <a:pt x="2059177" y="2192883"/>
                </a:moveTo>
                <a:cubicBezTo>
                  <a:pt x="2037719" y="2192883"/>
                  <a:pt x="2020324" y="2210278"/>
                  <a:pt x="2020324" y="2231736"/>
                </a:cubicBezTo>
                <a:cubicBezTo>
                  <a:pt x="2020324" y="2253194"/>
                  <a:pt x="2037719" y="2270589"/>
                  <a:pt x="2059177" y="2270589"/>
                </a:cubicBezTo>
                <a:cubicBezTo>
                  <a:pt x="2080635" y="2270589"/>
                  <a:pt x="2098030" y="2253194"/>
                  <a:pt x="2098030" y="2231736"/>
                </a:cubicBezTo>
                <a:cubicBezTo>
                  <a:pt x="2098030" y="2210278"/>
                  <a:pt x="2080635" y="2192883"/>
                  <a:pt x="2059177" y="2192883"/>
                </a:cubicBezTo>
                <a:close/>
                <a:moveTo>
                  <a:pt x="1932330" y="2192883"/>
                </a:moveTo>
                <a:cubicBezTo>
                  <a:pt x="1910872" y="2192883"/>
                  <a:pt x="1893477" y="2210278"/>
                  <a:pt x="1893477" y="2231736"/>
                </a:cubicBezTo>
                <a:cubicBezTo>
                  <a:pt x="1893477" y="2253194"/>
                  <a:pt x="1910872" y="2270589"/>
                  <a:pt x="1932330" y="2270589"/>
                </a:cubicBezTo>
                <a:cubicBezTo>
                  <a:pt x="1953788" y="2270589"/>
                  <a:pt x="1971183" y="2253194"/>
                  <a:pt x="1971183" y="2231736"/>
                </a:cubicBezTo>
                <a:cubicBezTo>
                  <a:pt x="1971183" y="2210278"/>
                  <a:pt x="1953788" y="2192883"/>
                  <a:pt x="1932330" y="2192883"/>
                </a:cubicBezTo>
                <a:close/>
                <a:moveTo>
                  <a:pt x="1771474" y="2192883"/>
                </a:moveTo>
                <a:cubicBezTo>
                  <a:pt x="1750016" y="2192883"/>
                  <a:pt x="1732621" y="2210278"/>
                  <a:pt x="1732621" y="2231736"/>
                </a:cubicBezTo>
                <a:cubicBezTo>
                  <a:pt x="1732621" y="2253194"/>
                  <a:pt x="1750016" y="2270589"/>
                  <a:pt x="1771474" y="2270589"/>
                </a:cubicBezTo>
                <a:cubicBezTo>
                  <a:pt x="1792932" y="2270589"/>
                  <a:pt x="1810327" y="2253194"/>
                  <a:pt x="1810327" y="2231736"/>
                </a:cubicBezTo>
                <a:cubicBezTo>
                  <a:pt x="1810327" y="2210278"/>
                  <a:pt x="1792932" y="2192883"/>
                  <a:pt x="1771474" y="2192883"/>
                </a:cubicBezTo>
                <a:close/>
                <a:moveTo>
                  <a:pt x="1576608" y="2192883"/>
                </a:moveTo>
                <a:cubicBezTo>
                  <a:pt x="1555150" y="2192883"/>
                  <a:pt x="1537755" y="2210278"/>
                  <a:pt x="1537755" y="2231736"/>
                </a:cubicBezTo>
                <a:cubicBezTo>
                  <a:pt x="1537755" y="2253194"/>
                  <a:pt x="1555150" y="2270589"/>
                  <a:pt x="1576608" y="2270589"/>
                </a:cubicBezTo>
                <a:cubicBezTo>
                  <a:pt x="1598066" y="2270589"/>
                  <a:pt x="1615461" y="2253194"/>
                  <a:pt x="1615461" y="2231736"/>
                </a:cubicBezTo>
                <a:cubicBezTo>
                  <a:pt x="1615461" y="2210278"/>
                  <a:pt x="1598066" y="2192883"/>
                  <a:pt x="1576608" y="2192883"/>
                </a:cubicBezTo>
                <a:close/>
                <a:moveTo>
                  <a:pt x="1449762" y="2192883"/>
                </a:moveTo>
                <a:cubicBezTo>
                  <a:pt x="1428304" y="2192883"/>
                  <a:pt x="1410909" y="2210278"/>
                  <a:pt x="1410909" y="2231736"/>
                </a:cubicBezTo>
                <a:cubicBezTo>
                  <a:pt x="1410909" y="2253194"/>
                  <a:pt x="1428304" y="2270589"/>
                  <a:pt x="1449762" y="2270589"/>
                </a:cubicBezTo>
                <a:cubicBezTo>
                  <a:pt x="1471220" y="2270589"/>
                  <a:pt x="1488615" y="2253194"/>
                  <a:pt x="1488615" y="2231736"/>
                </a:cubicBezTo>
                <a:cubicBezTo>
                  <a:pt x="1488615" y="2210278"/>
                  <a:pt x="1471220" y="2192883"/>
                  <a:pt x="1449762" y="2192883"/>
                </a:cubicBezTo>
                <a:close/>
                <a:moveTo>
                  <a:pt x="1288906" y="2192883"/>
                </a:moveTo>
                <a:cubicBezTo>
                  <a:pt x="1267448" y="2192883"/>
                  <a:pt x="1250053" y="2210278"/>
                  <a:pt x="1250053" y="2231736"/>
                </a:cubicBezTo>
                <a:cubicBezTo>
                  <a:pt x="1250053" y="2253194"/>
                  <a:pt x="1267448" y="2270589"/>
                  <a:pt x="1288906" y="2270589"/>
                </a:cubicBezTo>
                <a:cubicBezTo>
                  <a:pt x="1310364" y="2270589"/>
                  <a:pt x="1327759" y="2253194"/>
                  <a:pt x="1327759" y="2231736"/>
                </a:cubicBezTo>
                <a:cubicBezTo>
                  <a:pt x="1327759" y="2210278"/>
                  <a:pt x="1310364" y="2192883"/>
                  <a:pt x="1288906" y="2192883"/>
                </a:cubicBezTo>
                <a:close/>
                <a:moveTo>
                  <a:pt x="1162059" y="2192883"/>
                </a:moveTo>
                <a:cubicBezTo>
                  <a:pt x="1140601" y="2192883"/>
                  <a:pt x="1123206" y="2210278"/>
                  <a:pt x="1123206" y="2231736"/>
                </a:cubicBezTo>
                <a:cubicBezTo>
                  <a:pt x="1123206" y="2253194"/>
                  <a:pt x="1140601" y="2270589"/>
                  <a:pt x="1162059" y="2270589"/>
                </a:cubicBezTo>
                <a:cubicBezTo>
                  <a:pt x="1183517" y="2270589"/>
                  <a:pt x="1200912" y="2253194"/>
                  <a:pt x="1200912" y="2231736"/>
                </a:cubicBezTo>
                <a:cubicBezTo>
                  <a:pt x="1200912" y="2210278"/>
                  <a:pt x="1183517" y="2192883"/>
                  <a:pt x="1162059" y="2192883"/>
                </a:cubicBezTo>
                <a:close/>
                <a:moveTo>
                  <a:pt x="1001203" y="2192883"/>
                </a:moveTo>
                <a:cubicBezTo>
                  <a:pt x="979745" y="2192883"/>
                  <a:pt x="962350" y="2210278"/>
                  <a:pt x="962350" y="2231736"/>
                </a:cubicBezTo>
                <a:cubicBezTo>
                  <a:pt x="962350" y="2253194"/>
                  <a:pt x="979745" y="2270589"/>
                  <a:pt x="1001203" y="2270589"/>
                </a:cubicBezTo>
                <a:cubicBezTo>
                  <a:pt x="1022661" y="2270589"/>
                  <a:pt x="1040056" y="2253194"/>
                  <a:pt x="1040056" y="2231736"/>
                </a:cubicBezTo>
                <a:cubicBezTo>
                  <a:pt x="1040056" y="2210278"/>
                  <a:pt x="1022661" y="2192883"/>
                  <a:pt x="1001203" y="2192883"/>
                </a:cubicBezTo>
                <a:close/>
                <a:moveTo>
                  <a:pt x="840347" y="2192883"/>
                </a:moveTo>
                <a:cubicBezTo>
                  <a:pt x="818889" y="2192883"/>
                  <a:pt x="801494" y="2210278"/>
                  <a:pt x="801494" y="2231736"/>
                </a:cubicBezTo>
                <a:cubicBezTo>
                  <a:pt x="801498" y="2253194"/>
                  <a:pt x="818891" y="2270589"/>
                  <a:pt x="840347" y="2270589"/>
                </a:cubicBezTo>
                <a:cubicBezTo>
                  <a:pt x="861805" y="2270589"/>
                  <a:pt x="879200" y="2253194"/>
                  <a:pt x="879200" y="2231736"/>
                </a:cubicBezTo>
                <a:cubicBezTo>
                  <a:pt x="879200" y="2210278"/>
                  <a:pt x="861805" y="2192883"/>
                  <a:pt x="840347" y="2192883"/>
                </a:cubicBezTo>
                <a:close/>
                <a:moveTo>
                  <a:pt x="713500" y="2192883"/>
                </a:moveTo>
                <a:cubicBezTo>
                  <a:pt x="692042" y="2192883"/>
                  <a:pt x="674647" y="2210278"/>
                  <a:pt x="674647" y="2231736"/>
                </a:cubicBezTo>
                <a:cubicBezTo>
                  <a:pt x="674651" y="2253194"/>
                  <a:pt x="692044" y="2270589"/>
                  <a:pt x="713500" y="2270589"/>
                </a:cubicBezTo>
                <a:cubicBezTo>
                  <a:pt x="734958" y="2270589"/>
                  <a:pt x="752353" y="2253194"/>
                  <a:pt x="752353" y="2231736"/>
                </a:cubicBezTo>
                <a:cubicBezTo>
                  <a:pt x="752353" y="2210278"/>
                  <a:pt x="734958" y="2192883"/>
                  <a:pt x="713500" y="2192883"/>
                </a:cubicBezTo>
                <a:close/>
                <a:moveTo>
                  <a:pt x="552644" y="2192883"/>
                </a:moveTo>
                <a:cubicBezTo>
                  <a:pt x="531186" y="2192883"/>
                  <a:pt x="513791" y="2210278"/>
                  <a:pt x="513791" y="2231736"/>
                </a:cubicBezTo>
                <a:cubicBezTo>
                  <a:pt x="513795" y="2253194"/>
                  <a:pt x="531188" y="2270589"/>
                  <a:pt x="552644" y="2270589"/>
                </a:cubicBezTo>
                <a:cubicBezTo>
                  <a:pt x="574102" y="2270589"/>
                  <a:pt x="591497" y="2253194"/>
                  <a:pt x="591497" y="2231736"/>
                </a:cubicBezTo>
                <a:cubicBezTo>
                  <a:pt x="591497" y="2210278"/>
                  <a:pt x="574102" y="2192883"/>
                  <a:pt x="552644" y="2192883"/>
                </a:cubicBezTo>
                <a:close/>
                <a:moveTo>
                  <a:pt x="357778" y="2192883"/>
                </a:moveTo>
                <a:cubicBezTo>
                  <a:pt x="336320" y="2192883"/>
                  <a:pt x="318925" y="2210278"/>
                  <a:pt x="318925" y="2231736"/>
                </a:cubicBezTo>
                <a:cubicBezTo>
                  <a:pt x="318928" y="2253194"/>
                  <a:pt x="336322" y="2270589"/>
                  <a:pt x="357778" y="2270589"/>
                </a:cubicBezTo>
                <a:cubicBezTo>
                  <a:pt x="379236" y="2270589"/>
                  <a:pt x="396631" y="2253194"/>
                  <a:pt x="396631" y="2231736"/>
                </a:cubicBezTo>
                <a:cubicBezTo>
                  <a:pt x="396631" y="2210278"/>
                  <a:pt x="379236" y="2192883"/>
                  <a:pt x="357778" y="2192883"/>
                </a:cubicBezTo>
                <a:close/>
                <a:moveTo>
                  <a:pt x="230932" y="2192883"/>
                </a:moveTo>
                <a:cubicBezTo>
                  <a:pt x="209474" y="2192883"/>
                  <a:pt x="192079" y="2210278"/>
                  <a:pt x="192079" y="2231736"/>
                </a:cubicBezTo>
                <a:cubicBezTo>
                  <a:pt x="192082" y="2253194"/>
                  <a:pt x="209476" y="2270589"/>
                  <a:pt x="230932" y="2270589"/>
                </a:cubicBezTo>
                <a:cubicBezTo>
                  <a:pt x="252390" y="2270589"/>
                  <a:pt x="269785" y="2253194"/>
                  <a:pt x="269785" y="2231736"/>
                </a:cubicBezTo>
                <a:cubicBezTo>
                  <a:pt x="269785" y="2210278"/>
                  <a:pt x="252390" y="2192883"/>
                  <a:pt x="230932" y="2192883"/>
                </a:cubicBezTo>
                <a:close/>
                <a:moveTo>
                  <a:pt x="70076" y="2192883"/>
                </a:moveTo>
                <a:cubicBezTo>
                  <a:pt x="48618" y="2192883"/>
                  <a:pt x="31223" y="2210278"/>
                  <a:pt x="31223" y="2231736"/>
                </a:cubicBezTo>
                <a:cubicBezTo>
                  <a:pt x="31226" y="2253194"/>
                  <a:pt x="48620" y="2270589"/>
                  <a:pt x="70076" y="2270589"/>
                </a:cubicBezTo>
                <a:cubicBezTo>
                  <a:pt x="91534" y="2270589"/>
                  <a:pt x="108929" y="2253194"/>
                  <a:pt x="108929" y="2231736"/>
                </a:cubicBezTo>
                <a:cubicBezTo>
                  <a:pt x="108929" y="2210278"/>
                  <a:pt x="91534" y="2192883"/>
                  <a:pt x="70076" y="2192883"/>
                </a:cubicBezTo>
                <a:close/>
                <a:moveTo>
                  <a:pt x="9085564" y="2177581"/>
                </a:moveTo>
                <a:cubicBezTo>
                  <a:pt x="9115473" y="2177581"/>
                  <a:pt x="9139719" y="2201827"/>
                  <a:pt x="9139719" y="2231736"/>
                </a:cubicBezTo>
                <a:cubicBezTo>
                  <a:pt x="9139719" y="2261645"/>
                  <a:pt x="9115473" y="2285891"/>
                  <a:pt x="9085564" y="2285891"/>
                </a:cubicBezTo>
                <a:cubicBezTo>
                  <a:pt x="9055655" y="2285891"/>
                  <a:pt x="9031409" y="2261645"/>
                  <a:pt x="9031409" y="2231736"/>
                </a:cubicBezTo>
                <a:cubicBezTo>
                  <a:pt x="9031409" y="2201827"/>
                  <a:pt x="9055655" y="2177581"/>
                  <a:pt x="9085564" y="2177581"/>
                </a:cubicBezTo>
                <a:close/>
                <a:moveTo>
                  <a:pt x="9005137" y="2177581"/>
                </a:moveTo>
                <a:cubicBezTo>
                  <a:pt x="9009410" y="2177581"/>
                  <a:pt x="9012874" y="2181045"/>
                  <a:pt x="9012874" y="2185318"/>
                </a:cubicBezTo>
                <a:cubicBezTo>
                  <a:pt x="9012874" y="2216264"/>
                  <a:pt x="9012873" y="2247209"/>
                  <a:pt x="9012873" y="2278155"/>
                </a:cubicBezTo>
                <a:lnTo>
                  <a:pt x="9005137" y="2285891"/>
                </a:lnTo>
                <a:cubicBezTo>
                  <a:pt x="9000864" y="2285891"/>
                  <a:pt x="8997400" y="2282427"/>
                  <a:pt x="8997400" y="2278154"/>
                </a:cubicBezTo>
                <a:lnTo>
                  <a:pt x="8997400" y="2185318"/>
                </a:lnTo>
                <a:cubicBezTo>
                  <a:pt x="8997400" y="2181045"/>
                  <a:pt x="9000864" y="2177581"/>
                  <a:pt x="9005137" y="2177581"/>
                </a:cubicBezTo>
                <a:close/>
                <a:moveTo>
                  <a:pt x="8971127" y="2177581"/>
                </a:moveTo>
                <a:cubicBezTo>
                  <a:pt x="8975400" y="2177581"/>
                  <a:pt x="8978864" y="2181045"/>
                  <a:pt x="8978864" y="2185318"/>
                </a:cubicBezTo>
                <a:cubicBezTo>
                  <a:pt x="8978864" y="2216264"/>
                  <a:pt x="8978863" y="2247209"/>
                  <a:pt x="8978863" y="2278155"/>
                </a:cubicBezTo>
                <a:lnTo>
                  <a:pt x="8971127" y="2285891"/>
                </a:lnTo>
                <a:cubicBezTo>
                  <a:pt x="8966854" y="2285891"/>
                  <a:pt x="8963390" y="2282427"/>
                  <a:pt x="8963390" y="2278154"/>
                </a:cubicBezTo>
                <a:lnTo>
                  <a:pt x="8963390" y="2185318"/>
                </a:lnTo>
                <a:cubicBezTo>
                  <a:pt x="8963390" y="2181045"/>
                  <a:pt x="8966854" y="2177581"/>
                  <a:pt x="8971127" y="2177581"/>
                </a:cubicBezTo>
                <a:close/>
                <a:moveTo>
                  <a:pt x="8890698" y="2177581"/>
                </a:moveTo>
                <a:cubicBezTo>
                  <a:pt x="8920607" y="2177581"/>
                  <a:pt x="8944853" y="2201827"/>
                  <a:pt x="8944853" y="2231736"/>
                </a:cubicBezTo>
                <a:cubicBezTo>
                  <a:pt x="8944853" y="2261645"/>
                  <a:pt x="8920607" y="2285891"/>
                  <a:pt x="8890698" y="2285891"/>
                </a:cubicBezTo>
                <a:cubicBezTo>
                  <a:pt x="8860789" y="2285891"/>
                  <a:pt x="8836543" y="2261645"/>
                  <a:pt x="8836543" y="2231736"/>
                </a:cubicBezTo>
                <a:cubicBezTo>
                  <a:pt x="8836543" y="2201827"/>
                  <a:pt x="8860789" y="2177581"/>
                  <a:pt x="8890698" y="2177581"/>
                </a:cubicBezTo>
                <a:close/>
                <a:moveTo>
                  <a:pt x="8763852" y="2177581"/>
                </a:moveTo>
                <a:cubicBezTo>
                  <a:pt x="8793761" y="2177581"/>
                  <a:pt x="8818007" y="2201827"/>
                  <a:pt x="8818007" y="2231736"/>
                </a:cubicBezTo>
                <a:cubicBezTo>
                  <a:pt x="8818007" y="2261645"/>
                  <a:pt x="8793761" y="2285891"/>
                  <a:pt x="8763852" y="2285891"/>
                </a:cubicBezTo>
                <a:cubicBezTo>
                  <a:pt x="8733943" y="2285891"/>
                  <a:pt x="8709697" y="2261645"/>
                  <a:pt x="8709697" y="2231736"/>
                </a:cubicBezTo>
                <a:cubicBezTo>
                  <a:pt x="8709697" y="2201827"/>
                  <a:pt x="8733943" y="2177581"/>
                  <a:pt x="8763852" y="2177581"/>
                </a:cubicBezTo>
                <a:close/>
                <a:moveTo>
                  <a:pt x="8683424" y="2177581"/>
                </a:moveTo>
                <a:cubicBezTo>
                  <a:pt x="8687697" y="2177581"/>
                  <a:pt x="8691161" y="2181045"/>
                  <a:pt x="8691161" y="2185318"/>
                </a:cubicBezTo>
                <a:cubicBezTo>
                  <a:pt x="8691161" y="2216264"/>
                  <a:pt x="8691160" y="2247209"/>
                  <a:pt x="8691160" y="2278155"/>
                </a:cubicBezTo>
                <a:lnTo>
                  <a:pt x="8683424" y="2285891"/>
                </a:lnTo>
                <a:cubicBezTo>
                  <a:pt x="8679151" y="2285891"/>
                  <a:pt x="8675687" y="2282427"/>
                  <a:pt x="8675687" y="2278154"/>
                </a:cubicBezTo>
                <a:lnTo>
                  <a:pt x="8675687" y="2185318"/>
                </a:lnTo>
                <a:cubicBezTo>
                  <a:pt x="8675687" y="2181045"/>
                  <a:pt x="8679151" y="2177581"/>
                  <a:pt x="8683424" y="2177581"/>
                </a:cubicBezTo>
                <a:close/>
                <a:moveTo>
                  <a:pt x="8602996" y="2177581"/>
                </a:moveTo>
                <a:cubicBezTo>
                  <a:pt x="8632905" y="2177581"/>
                  <a:pt x="8657151" y="2201827"/>
                  <a:pt x="8657151" y="2231736"/>
                </a:cubicBezTo>
                <a:cubicBezTo>
                  <a:pt x="8657151" y="2261645"/>
                  <a:pt x="8632905" y="2285891"/>
                  <a:pt x="8602996" y="2285891"/>
                </a:cubicBezTo>
                <a:cubicBezTo>
                  <a:pt x="8573087" y="2285891"/>
                  <a:pt x="8548841" y="2261645"/>
                  <a:pt x="8548841" y="2231736"/>
                </a:cubicBezTo>
                <a:cubicBezTo>
                  <a:pt x="8548841" y="2201827"/>
                  <a:pt x="8573087" y="2177581"/>
                  <a:pt x="8602996" y="2177581"/>
                </a:cubicBezTo>
                <a:close/>
                <a:moveTo>
                  <a:pt x="8476149" y="2177581"/>
                </a:moveTo>
                <a:cubicBezTo>
                  <a:pt x="8506058" y="2177581"/>
                  <a:pt x="8530304" y="2201827"/>
                  <a:pt x="8530304" y="2231736"/>
                </a:cubicBezTo>
                <a:cubicBezTo>
                  <a:pt x="8530304" y="2261645"/>
                  <a:pt x="8506058" y="2285891"/>
                  <a:pt x="8476149" y="2285891"/>
                </a:cubicBezTo>
                <a:cubicBezTo>
                  <a:pt x="8446240" y="2285891"/>
                  <a:pt x="8421994" y="2261645"/>
                  <a:pt x="8421994" y="2231736"/>
                </a:cubicBezTo>
                <a:cubicBezTo>
                  <a:pt x="8421994" y="2201827"/>
                  <a:pt x="8446240" y="2177581"/>
                  <a:pt x="8476149" y="2177581"/>
                </a:cubicBezTo>
                <a:close/>
                <a:moveTo>
                  <a:pt x="8395722" y="2177581"/>
                </a:moveTo>
                <a:cubicBezTo>
                  <a:pt x="8399995" y="2177581"/>
                  <a:pt x="8403459" y="2181045"/>
                  <a:pt x="8403459" y="2185318"/>
                </a:cubicBezTo>
                <a:cubicBezTo>
                  <a:pt x="8403459" y="2216264"/>
                  <a:pt x="8403458" y="2247209"/>
                  <a:pt x="8403458" y="2278155"/>
                </a:cubicBezTo>
                <a:lnTo>
                  <a:pt x="8395722" y="2285891"/>
                </a:lnTo>
                <a:cubicBezTo>
                  <a:pt x="8391449" y="2285891"/>
                  <a:pt x="8387985" y="2282427"/>
                  <a:pt x="8387985" y="2278154"/>
                </a:cubicBezTo>
                <a:lnTo>
                  <a:pt x="8387985" y="2185318"/>
                </a:lnTo>
                <a:cubicBezTo>
                  <a:pt x="8387985" y="2181045"/>
                  <a:pt x="8391449" y="2177581"/>
                  <a:pt x="8395722" y="2177581"/>
                </a:cubicBezTo>
                <a:close/>
                <a:moveTo>
                  <a:pt x="8315293" y="2177581"/>
                </a:moveTo>
                <a:cubicBezTo>
                  <a:pt x="8345202" y="2177581"/>
                  <a:pt x="8369448" y="2201827"/>
                  <a:pt x="8369448" y="2231736"/>
                </a:cubicBezTo>
                <a:cubicBezTo>
                  <a:pt x="8369448" y="2261645"/>
                  <a:pt x="8345202" y="2285891"/>
                  <a:pt x="8315293" y="2285891"/>
                </a:cubicBezTo>
                <a:cubicBezTo>
                  <a:pt x="8285384" y="2285891"/>
                  <a:pt x="8261138" y="2261645"/>
                  <a:pt x="8261138" y="2231736"/>
                </a:cubicBezTo>
                <a:cubicBezTo>
                  <a:pt x="8261138" y="2201827"/>
                  <a:pt x="8285384" y="2177581"/>
                  <a:pt x="8315293" y="2177581"/>
                </a:cubicBezTo>
                <a:close/>
                <a:moveTo>
                  <a:pt x="8234865" y="2177581"/>
                </a:moveTo>
                <a:cubicBezTo>
                  <a:pt x="8239138" y="2177581"/>
                  <a:pt x="8242602" y="2181045"/>
                  <a:pt x="8242602" y="2185318"/>
                </a:cubicBezTo>
                <a:cubicBezTo>
                  <a:pt x="8242602" y="2216264"/>
                  <a:pt x="8242601" y="2247209"/>
                  <a:pt x="8242601" y="2278155"/>
                </a:cubicBezTo>
                <a:lnTo>
                  <a:pt x="8234865" y="2285891"/>
                </a:lnTo>
                <a:cubicBezTo>
                  <a:pt x="8230592" y="2285891"/>
                  <a:pt x="8227128" y="2282427"/>
                  <a:pt x="8227128" y="2278154"/>
                </a:cubicBezTo>
                <a:lnTo>
                  <a:pt x="8227128" y="2185318"/>
                </a:lnTo>
                <a:cubicBezTo>
                  <a:pt x="8227128" y="2181045"/>
                  <a:pt x="8230592" y="2177581"/>
                  <a:pt x="8234865" y="2177581"/>
                </a:cubicBezTo>
                <a:close/>
                <a:moveTo>
                  <a:pt x="8154437" y="2177581"/>
                </a:moveTo>
                <a:cubicBezTo>
                  <a:pt x="8184346" y="2177581"/>
                  <a:pt x="8208592" y="2201827"/>
                  <a:pt x="8208592" y="2231736"/>
                </a:cubicBezTo>
                <a:cubicBezTo>
                  <a:pt x="8208592" y="2261645"/>
                  <a:pt x="8184346" y="2285891"/>
                  <a:pt x="8154437" y="2285891"/>
                </a:cubicBezTo>
                <a:cubicBezTo>
                  <a:pt x="8124528" y="2285891"/>
                  <a:pt x="8100282" y="2261645"/>
                  <a:pt x="8100282" y="2231736"/>
                </a:cubicBezTo>
                <a:cubicBezTo>
                  <a:pt x="8100282" y="2201827"/>
                  <a:pt x="8124528" y="2177581"/>
                  <a:pt x="8154437" y="2177581"/>
                </a:cubicBezTo>
                <a:close/>
                <a:moveTo>
                  <a:pt x="8027590" y="2177581"/>
                </a:moveTo>
                <a:cubicBezTo>
                  <a:pt x="8057499" y="2177581"/>
                  <a:pt x="8081745" y="2201827"/>
                  <a:pt x="8081745" y="2231736"/>
                </a:cubicBezTo>
                <a:cubicBezTo>
                  <a:pt x="8081745" y="2261645"/>
                  <a:pt x="8057499" y="2285891"/>
                  <a:pt x="8027590" y="2285891"/>
                </a:cubicBezTo>
                <a:cubicBezTo>
                  <a:pt x="7997681" y="2285891"/>
                  <a:pt x="7973435" y="2261645"/>
                  <a:pt x="7973435" y="2231736"/>
                </a:cubicBezTo>
                <a:cubicBezTo>
                  <a:pt x="7973435" y="2201827"/>
                  <a:pt x="7997681" y="2177581"/>
                  <a:pt x="8027590" y="2177581"/>
                </a:cubicBezTo>
                <a:close/>
                <a:moveTo>
                  <a:pt x="7866734" y="2177581"/>
                </a:moveTo>
                <a:cubicBezTo>
                  <a:pt x="7896643" y="2177581"/>
                  <a:pt x="7920889" y="2201827"/>
                  <a:pt x="7920889" y="2231736"/>
                </a:cubicBezTo>
                <a:cubicBezTo>
                  <a:pt x="7920889" y="2261645"/>
                  <a:pt x="7896643" y="2285891"/>
                  <a:pt x="7866734" y="2285891"/>
                </a:cubicBezTo>
                <a:cubicBezTo>
                  <a:pt x="7836825" y="2285891"/>
                  <a:pt x="7812579" y="2261645"/>
                  <a:pt x="7812579" y="2231736"/>
                </a:cubicBezTo>
                <a:cubicBezTo>
                  <a:pt x="7812579" y="2201827"/>
                  <a:pt x="7836825" y="2177581"/>
                  <a:pt x="7866734" y="2177581"/>
                </a:cubicBezTo>
                <a:close/>
                <a:moveTo>
                  <a:pt x="7786307" y="2177581"/>
                </a:moveTo>
                <a:cubicBezTo>
                  <a:pt x="7790580" y="2177581"/>
                  <a:pt x="7794044" y="2181045"/>
                  <a:pt x="7794044" y="2185318"/>
                </a:cubicBezTo>
                <a:cubicBezTo>
                  <a:pt x="7794044" y="2216264"/>
                  <a:pt x="7794043" y="2247209"/>
                  <a:pt x="7794043" y="2278155"/>
                </a:cubicBezTo>
                <a:lnTo>
                  <a:pt x="7786307" y="2285891"/>
                </a:lnTo>
                <a:cubicBezTo>
                  <a:pt x="7782034" y="2285891"/>
                  <a:pt x="7778570" y="2282427"/>
                  <a:pt x="7778570" y="2278154"/>
                </a:cubicBezTo>
                <a:lnTo>
                  <a:pt x="7778570" y="2185318"/>
                </a:lnTo>
                <a:cubicBezTo>
                  <a:pt x="7778570" y="2181045"/>
                  <a:pt x="7782034" y="2177581"/>
                  <a:pt x="7786307" y="2177581"/>
                </a:cubicBezTo>
                <a:close/>
                <a:moveTo>
                  <a:pt x="7752297" y="2177581"/>
                </a:moveTo>
                <a:cubicBezTo>
                  <a:pt x="7756570" y="2177581"/>
                  <a:pt x="7760034" y="2181045"/>
                  <a:pt x="7760034" y="2185318"/>
                </a:cubicBezTo>
                <a:cubicBezTo>
                  <a:pt x="7760034" y="2216264"/>
                  <a:pt x="7760033" y="2247209"/>
                  <a:pt x="7760033" y="2278155"/>
                </a:cubicBezTo>
                <a:lnTo>
                  <a:pt x="7752297" y="2285891"/>
                </a:lnTo>
                <a:cubicBezTo>
                  <a:pt x="7748024" y="2285891"/>
                  <a:pt x="7744560" y="2282427"/>
                  <a:pt x="7744560" y="2278154"/>
                </a:cubicBezTo>
                <a:lnTo>
                  <a:pt x="7744560" y="2185318"/>
                </a:lnTo>
                <a:cubicBezTo>
                  <a:pt x="7744560" y="2181045"/>
                  <a:pt x="7748024" y="2177581"/>
                  <a:pt x="7752297" y="2177581"/>
                </a:cubicBezTo>
                <a:close/>
                <a:moveTo>
                  <a:pt x="7671868" y="2177581"/>
                </a:moveTo>
                <a:cubicBezTo>
                  <a:pt x="7701777" y="2177581"/>
                  <a:pt x="7726023" y="2201827"/>
                  <a:pt x="7726023" y="2231736"/>
                </a:cubicBezTo>
                <a:cubicBezTo>
                  <a:pt x="7726023" y="2261645"/>
                  <a:pt x="7701777" y="2285891"/>
                  <a:pt x="7671868" y="2285891"/>
                </a:cubicBezTo>
                <a:cubicBezTo>
                  <a:pt x="7641959" y="2285891"/>
                  <a:pt x="7617713" y="2261645"/>
                  <a:pt x="7617713" y="2231736"/>
                </a:cubicBezTo>
                <a:cubicBezTo>
                  <a:pt x="7617713" y="2201827"/>
                  <a:pt x="7641959" y="2177581"/>
                  <a:pt x="7671868" y="2177581"/>
                </a:cubicBezTo>
                <a:close/>
                <a:moveTo>
                  <a:pt x="7545022" y="2177581"/>
                </a:moveTo>
                <a:cubicBezTo>
                  <a:pt x="7574931" y="2177581"/>
                  <a:pt x="7599177" y="2201827"/>
                  <a:pt x="7599177" y="2231736"/>
                </a:cubicBezTo>
                <a:cubicBezTo>
                  <a:pt x="7599177" y="2261645"/>
                  <a:pt x="7574931" y="2285891"/>
                  <a:pt x="7545022" y="2285891"/>
                </a:cubicBezTo>
                <a:cubicBezTo>
                  <a:pt x="7515113" y="2285891"/>
                  <a:pt x="7490867" y="2261645"/>
                  <a:pt x="7490867" y="2231736"/>
                </a:cubicBezTo>
                <a:cubicBezTo>
                  <a:pt x="7490867" y="2201827"/>
                  <a:pt x="7515113" y="2177581"/>
                  <a:pt x="7545022" y="2177581"/>
                </a:cubicBezTo>
                <a:close/>
                <a:moveTo>
                  <a:pt x="7464594" y="2177581"/>
                </a:moveTo>
                <a:cubicBezTo>
                  <a:pt x="7468867" y="2177581"/>
                  <a:pt x="7472331" y="2181045"/>
                  <a:pt x="7472331" y="2185318"/>
                </a:cubicBezTo>
                <a:cubicBezTo>
                  <a:pt x="7472331" y="2216264"/>
                  <a:pt x="7472330" y="2247209"/>
                  <a:pt x="7472330" y="2278155"/>
                </a:cubicBezTo>
                <a:lnTo>
                  <a:pt x="7464594" y="2285891"/>
                </a:lnTo>
                <a:cubicBezTo>
                  <a:pt x="7460321" y="2285891"/>
                  <a:pt x="7456857" y="2282427"/>
                  <a:pt x="7456857" y="2278154"/>
                </a:cubicBezTo>
                <a:lnTo>
                  <a:pt x="7456857" y="2185318"/>
                </a:lnTo>
                <a:cubicBezTo>
                  <a:pt x="7456857" y="2181045"/>
                  <a:pt x="7460321" y="2177581"/>
                  <a:pt x="7464594" y="2177581"/>
                </a:cubicBezTo>
                <a:close/>
                <a:moveTo>
                  <a:pt x="7384166" y="2177581"/>
                </a:moveTo>
                <a:cubicBezTo>
                  <a:pt x="7414075" y="2177581"/>
                  <a:pt x="7438321" y="2201827"/>
                  <a:pt x="7438321" y="2231736"/>
                </a:cubicBezTo>
                <a:cubicBezTo>
                  <a:pt x="7438321" y="2261645"/>
                  <a:pt x="7414075" y="2285891"/>
                  <a:pt x="7384166" y="2285891"/>
                </a:cubicBezTo>
                <a:cubicBezTo>
                  <a:pt x="7354257" y="2285891"/>
                  <a:pt x="7330011" y="2261645"/>
                  <a:pt x="7330011" y="2231736"/>
                </a:cubicBezTo>
                <a:cubicBezTo>
                  <a:pt x="7330011" y="2201827"/>
                  <a:pt x="7354257" y="2177581"/>
                  <a:pt x="7384166" y="2177581"/>
                </a:cubicBezTo>
                <a:close/>
                <a:moveTo>
                  <a:pt x="7257319" y="2177581"/>
                </a:moveTo>
                <a:cubicBezTo>
                  <a:pt x="7287228" y="2177581"/>
                  <a:pt x="7311474" y="2201827"/>
                  <a:pt x="7311474" y="2231736"/>
                </a:cubicBezTo>
                <a:cubicBezTo>
                  <a:pt x="7311474" y="2261645"/>
                  <a:pt x="7287228" y="2285891"/>
                  <a:pt x="7257319" y="2285891"/>
                </a:cubicBezTo>
                <a:cubicBezTo>
                  <a:pt x="7227410" y="2285891"/>
                  <a:pt x="7203164" y="2261645"/>
                  <a:pt x="7203164" y="2231736"/>
                </a:cubicBezTo>
                <a:cubicBezTo>
                  <a:pt x="7203164" y="2201827"/>
                  <a:pt x="7227410" y="2177581"/>
                  <a:pt x="7257319" y="2177581"/>
                </a:cubicBezTo>
                <a:close/>
                <a:moveTo>
                  <a:pt x="7129359" y="2177581"/>
                </a:moveTo>
                <a:cubicBezTo>
                  <a:pt x="7159268" y="2177581"/>
                  <a:pt x="7183514" y="2201827"/>
                  <a:pt x="7183514" y="2231736"/>
                </a:cubicBezTo>
                <a:cubicBezTo>
                  <a:pt x="7183514" y="2261645"/>
                  <a:pt x="7159268" y="2285891"/>
                  <a:pt x="7129359" y="2285891"/>
                </a:cubicBezTo>
                <a:cubicBezTo>
                  <a:pt x="7099450" y="2285891"/>
                  <a:pt x="7075204" y="2261645"/>
                  <a:pt x="7075204" y="2231736"/>
                </a:cubicBezTo>
                <a:cubicBezTo>
                  <a:pt x="7075204" y="2201827"/>
                  <a:pt x="7099450" y="2177581"/>
                  <a:pt x="7129359" y="2177581"/>
                </a:cubicBezTo>
                <a:close/>
                <a:moveTo>
                  <a:pt x="7002515" y="2177581"/>
                </a:moveTo>
                <a:cubicBezTo>
                  <a:pt x="7032424" y="2177581"/>
                  <a:pt x="7056670" y="2201827"/>
                  <a:pt x="7056670" y="2231736"/>
                </a:cubicBezTo>
                <a:cubicBezTo>
                  <a:pt x="7056670" y="2261645"/>
                  <a:pt x="7032424" y="2285891"/>
                  <a:pt x="7002515" y="2285891"/>
                </a:cubicBezTo>
                <a:cubicBezTo>
                  <a:pt x="6972606" y="2285891"/>
                  <a:pt x="6948360" y="2261645"/>
                  <a:pt x="6948360" y="2231736"/>
                </a:cubicBezTo>
                <a:cubicBezTo>
                  <a:pt x="6948360" y="2201827"/>
                  <a:pt x="6972606" y="2177581"/>
                  <a:pt x="7002515" y="2177581"/>
                </a:cubicBezTo>
                <a:close/>
                <a:moveTo>
                  <a:pt x="6922087" y="2177581"/>
                </a:moveTo>
                <a:cubicBezTo>
                  <a:pt x="6926360" y="2177581"/>
                  <a:pt x="6929824" y="2181045"/>
                  <a:pt x="6929824" y="2185318"/>
                </a:cubicBezTo>
                <a:lnTo>
                  <a:pt x="6929824" y="2278154"/>
                </a:lnTo>
                <a:lnTo>
                  <a:pt x="6922087" y="2285891"/>
                </a:lnTo>
                <a:cubicBezTo>
                  <a:pt x="6917814" y="2285892"/>
                  <a:pt x="6914351" y="2282428"/>
                  <a:pt x="6914351" y="2278155"/>
                </a:cubicBezTo>
                <a:cubicBezTo>
                  <a:pt x="6914351" y="2247209"/>
                  <a:pt x="6914350" y="2216264"/>
                  <a:pt x="6914350" y="2185318"/>
                </a:cubicBezTo>
                <a:cubicBezTo>
                  <a:pt x="6914350" y="2181045"/>
                  <a:pt x="6917814" y="2177581"/>
                  <a:pt x="6922087" y="2177581"/>
                </a:cubicBezTo>
                <a:close/>
                <a:moveTo>
                  <a:pt x="6841659" y="2177581"/>
                </a:moveTo>
                <a:cubicBezTo>
                  <a:pt x="6871568" y="2177581"/>
                  <a:pt x="6895814" y="2201827"/>
                  <a:pt x="6895814" y="2231736"/>
                </a:cubicBezTo>
                <a:cubicBezTo>
                  <a:pt x="6895814" y="2261645"/>
                  <a:pt x="6871568" y="2285891"/>
                  <a:pt x="6841659" y="2285891"/>
                </a:cubicBezTo>
                <a:cubicBezTo>
                  <a:pt x="6811750" y="2285891"/>
                  <a:pt x="6787504" y="2261645"/>
                  <a:pt x="6787504" y="2231736"/>
                </a:cubicBezTo>
                <a:cubicBezTo>
                  <a:pt x="6787504" y="2201827"/>
                  <a:pt x="6811750" y="2177581"/>
                  <a:pt x="6841659" y="2177581"/>
                </a:cubicBezTo>
                <a:close/>
                <a:moveTo>
                  <a:pt x="6714812" y="2177581"/>
                </a:moveTo>
                <a:cubicBezTo>
                  <a:pt x="6744721" y="2177581"/>
                  <a:pt x="6768967" y="2201827"/>
                  <a:pt x="6768967" y="2231736"/>
                </a:cubicBezTo>
                <a:cubicBezTo>
                  <a:pt x="6768967" y="2261645"/>
                  <a:pt x="6744721" y="2285891"/>
                  <a:pt x="6714812" y="2285891"/>
                </a:cubicBezTo>
                <a:cubicBezTo>
                  <a:pt x="6684903" y="2285891"/>
                  <a:pt x="6660657" y="2261645"/>
                  <a:pt x="6660657" y="2231736"/>
                </a:cubicBezTo>
                <a:cubicBezTo>
                  <a:pt x="6660657" y="2201827"/>
                  <a:pt x="6684903" y="2177581"/>
                  <a:pt x="6714812" y="2177581"/>
                </a:cubicBezTo>
                <a:close/>
                <a:moveTo>
                  <a:pt x="6634384" y="2177581"/>
                </a:moveTo>
                <a:cubicBezTo>
                  <a:pt x="6638657" y="2177581"/>
                  <a:pt x="6642121" y="2181045"/>
                  <a:pt x="6642121" y="2185318"/>
                </a:cubicBezTo>
                <a:lnTo>
                  <a:pt x="6642121" y="2278154"/>
                </a:lnTo>
                <a:cubicBezTo>
                  <a:pt x="6642121" y="2282427"/>
                  <a:pt x="6638657" y="2285891"/>
                  <a:pt x="6634384" y="2285891"/>
                </a:cubicBezTo>
                <a:lnTo>
                  <a:pt x="6626648" y="2278155"/>
                </a:lnTo>
                <a:cubicBezTo>
                  <a:pt x="6626648" y="2247209"/>
                  <a:pt x="6626647" y="2216264"/>
                  <a:pt x="6626647" y="2185318"/>
                </a:cubicBezTo>
                <a:cubicBezTo>
                  <a:pt x="6626647" y="2181045"/>
                  <a:pt x="6630111" y="2177581"/>
                  <a:pt x="6634384" y="2177581"/>
                </a:cubicBezTo>
                <a:close/>
                <a:moveTo>
                  <a:pt x="6600375" y="2177581"/>
                </a:moveTo>
                <a:cubicBezTo>
                  <a:pt x="6604648" y="2177581"/>
                  <a:pt x="6608112" y="2181045"/>
                  <a:pt x="6608112" y="2185318"/>
                </a:cubicBezTo>
                <a:lnTo>
                  <a:pt x="6608112" y="2278154"/>
                </a:lnTo>
                <a:lnTo>
                  <a:pt x="6600375" y="2285891"/>
                </a:lnTo>
                <a:cubicBezTo>
                  <a:pt x="6596102" y="2285892"/>
                  <a:pt x="6592639" y="2282428"/>
                  <a:pt x="6592639" y="2278155"/>
                </a:cubicBezTo>
                <a:cubicBezTo>
                  <a:pt x="6592639" y="2247209"/>
                  <a:pt x="6592638" y="2216264"/>
                  <a:pt x="6592638" y="2185318"/>
                </a:cubicBezTo>
                <a:cubicBezTo>
                  <a:pt x="6592638" y="2181045"/>
                  <a:pt x="6596102" y="2177581"/>
                  <a:pt x="6600375" y="2177581"/>
                </a:cubicBezTo>
                <a:close/>
                <a:moveTo>
                  <a:pt x="6519947" y="2177581"/>
                </a:moveTo>
                <a:cubicBezTo>
                  <a:pt x="6549856" y="2177581"/>
                  <a:pt x="6574102" y="2201827"/>
                  <a:pt x="6574102" y="2231736"/>
                </a:cubicBezTo>
                <a:cubicBezTo>
                  <a:pt x="6574102" y="2261645"/>
                  <a:pt x="6549856" y="2285891"/>
                  <a:pt x="6519947" y="2285891"/>
                </a:cubicBezTo>
                <a:cubicBezTo>
                  <a:pt x="6490038" y="2285891"/>
                  <a:pt x="6465792" y="2261645"/>
                  <a:pt x="6465792" y="2231736"/>
                </a:cubicBezTo>
                <a:cubicBezTo>
                  <a:pt x="6465792" y="2201827"/>
                  <a:pt x="6490038" y="2177581"/>
                  <a:pt x="6519947" y="2177581"/>
                </a:cubicBezTo>
                <a:close/>
                <a:moveTo>
                  <a:pt x="6359091" y="2177581"/>
                </a:moveTo>
                <a:cubicBezTo>
                  <a:pt x="6389000" y="2177581"/>
                  <a:pt x="6413246" y="2201827"/>
                  <a:pt x="6413246" y="2231736"/>
                </a:cubicBezTo>
                <a:cubicBezTo>
                  <a:pt x="6413246" y="2261645"/>
                  <a:pt x="6389000" y="2285891"/>
                  <a:pt x="6359091" y="2285891"/>
                </a:cubicBezTo>
                <a:cubicBezTo>
                  <a:pt x="6329182" y="2285891"/>
                  <a:pt x="6304936" y="2261645"/>
                  <a:pt x="6304936" y="2231736"/>
                </a:cubicBezTo>
                <a:cubicBezTo>
                  <a:pt x="6304936" y="2201827"/>
                  <a:pt x="6329182" y="2177581"/>
                  <a:pt x="6359091" y="2177581"/>
                </a:cubicBezTo>
                <a:close/>
                <a:moveTo>
                  <a:pt x="6232244" y="2177581"/>
                </a:moveTo>
                <a:cubicBezTo>
                  <a:pt x="6262153" y="2177581"/>
                  <a:pt x="6286399" y="2201827"/>
                  <a:pt x="6286399" y="2231736"/>
                </a:cubicBezTo>
                <a:cubicBezTo>
                  <a:pt x="6286399" y="2261645"/>
                  <a:pt x="6262153" y="2285891"/>
                  <a:pt x="6232244" y="2285891"/>
                </a:cubicBezTo>
                <a:cubicBezTo>
                  <a:pt x="6202335" y="2285891"/>
                  <a:pt x="6178089" y="2261645"/>
                  <a:pt x="6178089" y="2231736"/>
                </a:cubicBezTo>
                <a:cubicBezTo>
                  <a:pt x="6178089" y="2201827"/>
                  <a:pt x="6202335" y="2177581"/>
                  <a:pt x="6232244" y="2177581"/>
                </a:cubicBezTo>
                <a:close/>
                <a:moveTo>
                  <a:pt x="6151816" y="2177581"/>
                </a:moveTo>
                <a:cubicBezTo>
                  <a:pt x="6156089" y="2177581"/>
                  <a:pt x="6159553" y="2181045"/>
                  <a:pt x="6159553" y="2185318"/>
                </a:cubicBezTo>
                <a:lnTo>
                  <a:pt x="6159553" y="2278154"/>
                </a:lnTo>
                <a:cubicBezTo>
                  <a:pt x="6159553" y="2282427"/>
                  <a:pt x="6156089" y="2285891"/>
                  <a:pt x="6151816" y="2285891"/>
                </a:cubicBezTo>
                <a:lnTo>
                  <a:pt x="6144080" y="2278155"/>
                </a:lnTo>
                <a:cubicBezTo>
                  <a:pt x="6144080" y="2247209"/>
                  <a:pt x="6144079" y="2216264"/>
                  <a:pt x="6144079" y="2185318"/>
                </a:cubicBezTo>
                <a:cubicBezTo>
                  <a:pt x="6144079" y="2181045"/>
                  <a:pt x="6147543" y="2177581"/>
                  <a:pt x="6151816" y="2177581"/>
                </a:cubicBezTo>
                <a:close/>
                <a:moveTo>
                  <a:pt x="6071388" y="2177581"/>
                </a:moveTo>
                <a:cubicBezTo>
                  <a:pt x="6101297" y="2177581"/>
                  <a:pt x="6125543" y="2201827"/>
                  <a:pt x="6125543" y="2231736"/>
                </a:cubicBezTo>
                <a:cubicBezTo>
                  <a:pt x="6125543" y="2261645"/>
                  <a:pt x="6101297" y="2285891"/>
                  <a:pt x="6071388" y="2285891"/>
                </a:cubicBezTo>
                <a:cubicBezTo>
                  <a:pt x="6041479" y="2285891"/>
                  <a:pt x="6017233" y="2261645"/>
                  <a:pt x="6017233" y="2231736"/>
                </a:cubicBezTo>
                <a:cubicBezTo>
                  <a:pt x="6017233" y="2201827"/>
                  <a:pt x="6041479" y="2177581"/>
                  <a:pt x="6071388" y="2177581"/>
                </a:cubicBezTo>
                <a:close/>
                <a:moveTo>
                  <a:pt x="5990960" y="2177581"/>
                </a:moveTo>
                <a:cubicBezTo>
                  <a:pt x="5995233" y="2177581"/>
                  <a:pt x="5998697" y="2181045"/>
                  <a:pt x="5998697" y="2185318"/>
                </a:cubicBezTo>
                <a:lnTo>
                  <a:pt x="5998697" y="2278154"/>
                </a:lnTo>
                <a:cubicBezTo>
                  <a:pt x="5998697" y="2282427"/>
                  <a:pt x="5995233" y="2285891"/>
                  <a:pt x="5990960" y="2285891"/>
                </a:cubicBezTo>
                <a:lnTo>
                  <a:pt x="5983224" y="2278155"/>
                </a:lnTo>
                <a:cubicBezTo>
                  <a:pt x="5983224" y="2247209"/>
                  <a:pt x="5983223" y="2216264"/>
                  <a:pt x="5983223" y="2185318"/>
                </a:cubicBezTo>
                <a:cubicBezTo>
                  <a:pt x="5983223" y="2181045"/>
                  <a:pt x="5986687" y="2177581"/>
                  <a:pt x="5990960" y="2177581"/>
                </a:cubicBezTo>
                <a:close/>
                <a:moveTo>
                  <a:pt x="5910532" y="2177581"/>
                </a:moveTo>
                <a:cubicBezTo>
                  <a:pt x="5940441" y="2177581"/>
                  <a:pt x="5964687" y="2201827"/>
                  <a:pt x="5964687" y="2231736"/>
                </a:cubicBezTo>
                <a:cubicBezTo>
                  <a:pt x="5964687" y="2261645"/>
                  <a:pt x="5940441" y="2285891"/>
                  <a:pt x="5910532" y="2285891"/>
                </a:cubicBezTo>
                <a:cubicBezTo>
                  <a:pt x="5880623" y="2285891"/>
                  <a:pt x="5856377" y="2261645"/>
                  <a:pt x="5856377" y="2231736"/>
                </a:cubicBezTo>
                <a:cubicBezTo>
                  <a:pt x="5856377" y="2201827"/>
                  <a:pt x="5880623" y="2177581"/>
                  <a:pt x="5910532" y="2177581"/>
                </a:cubicBezTo>
                <a:close/>
                <a:moveTo>
                  <a:pt x="5783685" y="2177581"/>
                </a:moveTo>
                <a:cubicBezTo>
                  <a:pt x="5813594" y="2177581"/>
                  <a:pt x="5837840" y="2201827"/>
                  <a:pt x="5837840" y="2231736"/>
                </a:cubicBezTo>
                <a:cubicBezTo>
                  <a:pt x="5837840" y="2261645"/>
                  <a:pt x="5813594" y="2285891"/>
                  <a:pt x="5783685" y="2285891"/>
                </a:cubicBezTo>
                <a:cubicBezTo>
                  <a:pt x="5753776" y="2285891"/>
                  <a:pt x="5729530" y="2261645"/>
                  <a:pt x="5729530" y="2231736"/>
                </a:cubicBezTo>
                <a:cubicBezTo>
                  <a:pt x="5729530" y="2201827"/>
                  <a:pt x="5753776" y="2177581"/>
                  <a:pt x="5783685" y="2177581"/>
                </a:cubicBezTo>
                <a:close/>
                <a:moveTo>
                  <a:pt x="5703257" y="2177581"/>
                </a:moveTo>
                <a:cubicBezTo>
                  <a:pt x="5707530" y="2177581"/>
                  <a:pt x="5710994" y="2181045"/>
                  <a:pt x="5710994" y="2185318"/>
                </a:cubicBezTo>
                <a:lnTo>
                  <a:pt x="5710994" y="2278154"/>
                </a:lnTo>
                <a:cubicBezTo>
                  <a:pt x="5710994" y="2282427"/>
                  <a:pt x="5707530" y="2285891"/>
                  <a:pt x="5703257" y="2285891"/>
                </a:cubicBezTo>
                <a:lnTo>
                  <a:pt x="5695521" y="2278155"/>
                </a:lnTo>
                <a:cubicBezTo>
                  <a:pt x="5695521" y="2247209"/>
                  <a:pt x="5695520" y="2216264"/>
                  <a:pt x="5695520" y="2185318"/>
                </a:cubicBezTo>
                <a:cubicBezTo>
                  <a:pt x="5695520" y="2181045"/>
                  <a:pt x="5698984" y="2177581"/>
                  <a:pt x="5703257" y="2177581"/>
                </a:cubicBezTo>
                <a:close/>
                <a:moveTo>
                  <a:pt x="5622829" y="2177581"/>
                </a:moveTo>
                <a:cubicBezTo>
                  <a:pt x="5652738" y="2177581"/>
                  <a:pt x="5676984" y="2201827"/>
                  <a:pt x="5676984" y="2231736"/>
                </a:cubicBezTo>
                <a:cubicBezTo>
                  <a:pt x="5676984" y="2261645"/>
                  <a:pt x="5652738" y="2285891"/>
                  <a:pt x="5622829" y="2285891"/>
                </a:cubicBezTo>
                <a:cubicBezTo>
                  <a:pt x="5592920" y="2285891"/>
                  <a:pt x="5568674" y="2261645"/>
                  <a:pt x="5568674" y="2231736"/>
                </a:cubicBezTo>
                <a:cubicBezTo>
                  <a:pt x="5568674" y="2201827"/>
                  <a:pt x="5592920" y="2177581"/>
                  <a:pt x="5622829" y="2177581"/>
                </a:cubicBezTo>
                <a:close/>
                <a:moveTo>
                  <a:pt x="5495983" y="2177581"/>
                </a:moveTo>
                <a:cubicBezTo>
                  <a:pt x="5525892" y="2177581"/>
                  <a:pt x="5550138" y="2201827"/>
                  <a:pt x="5550138" y="2231736"/>
                </a:cubicBezTo>
                <a:cubicBezTo>
                  <a:pt x="5550138" y="2261645"/>
                  <a:pt x="5525892" y="2285891"/>
                  <a:pt x="5495983" y="2285891"/>
                </a:cubicBezTo>
                <a:cubicBezTo>
                  <a:pt x="5466074" y="2285891"/>
                  <a:pt x="5441828" y="2261645"/>
                  <a:pt x="5441828" y="2231736"/>
                </a:cubicBezTo>
                <a:cubicBezTo>
                  <a:pt x="5441828" y="2201827"/>
                  <a:pt x="5466074" y="2177581"/>
                  <a:pt x="5495983" y="2177581"/>
                </a:cubicBezTo>
                <a:close/>
                <a:moveTo>
                  <a:pt x="5415554" y="2177581"/>
                </a:moveTo>
                <a:cubicBezTo>
                  <a:pt x="5419827" y="2177581"/>
                  <a:pt x="5423291" y="2181045"/>
                  <a:pt x="5423291" y="2185318"/>
                </a:cubicBezTo>
                <a:lnTo>
                  <a:pt x="5423291" y="2278154"/>
                </a:lnTo>
                <a:cubicBezTo>
                  <a:pt x="5423291" y="2282427"/>
                  <a:pt x="5419827" y="2285891"/>
                  <a:pt x="5415554" y="2285891"/>
                </a:cubicBezTo>
                <a:lnTo>
                  <a:pt x="5407818" y="2278155"/>
                </a:lnTo>
                <a:cubicBezTo>
                  <a:pt x="5407818" y="2247209"/>
                  <a:pt x="5407817" y="2216264"/>
                  <a:pt x="5407817" y="2185318"/>
                </a:cubicBezTo>
                <a:cubicBezTo>
                  <a:pt x="5407817" y="2181045"/>
                  <a:pt x="5411281" y="2177581"/>
                  <a:pt x="5415554" y="2177581"/>
                </a:cubicBezTo>
                <a:close/>
                <a:moveTo>
                  <a:pt x="5381545" y="2177581"/>
                </a:moveTo>
                <a:cubicBezTo>
                  <a:pt x="5385818" y="2177581"/>
                  <a:pt x="5389282" y="2181045"/>
                  <a:pt x="5389282" y="2185318"/>
                </a:cubicBezTo>
                <a:lnTo>
                  <a:pt x="5389282" y="2278154"/>
                </a:lnTo>
                <a:cubicBezTo>
                  <a:pt x="5389282" y="2282427"/>
                  <a:pt x="5385818" y="2285891"/>
                  <a:pt x="5381545" y="2285891"/>
                </a:cubicBezTo>
                <a:lnTo>
                  <a:pt x="5373809" y="2278155"/>
                </a:lnTo>
                <a:cubicBezTo>
                  <a:pt x="5373809" y="2247209"/>
                  <a:pt x="5373808" y="2216264"/>
                  <a:pt x="5373808" y="2185318"/>
                </a:cubicBezTo>
                <a:cubicBezTo>
                  <a:pt x="5373808" y="2181045"/>
                  <a:pt x="5377272" y="2177581"/>
                  <a:pt x="5381545" y="2177581"/>
                </a:cubicBezTo>
                <a:close/>
                <a:moveTo>
                  <a:pt x="5301117" y="2177581"/>
                </a:moveTo>
                <a:cubicBezTo>
                  <a:pt x="5331026" y="2177581"/>
                  <a:pt x="5355272" y="2201827"/>
                  <a:pt x="5355272" y="2231736"/>
                </a:cubicBezTo>
                <a:cubicBezTo>
                  <a:pt x="5355272" y="2261645"/>
                  <a:pt x="5331026" y="2285891"/>
                  <a:pt x="5301117" y="2285891"/>
                </a:cubicBezTo>
                <a:cubicBezTo>
                  <a:pt x="5271208" y="2285891"/>
                  <a:pt x="5246962" y="2261645"/>
                  <a:pt x="5246962" y="2231736"/>
                </a:cubicBezTo>
                <a:cubicBezTo>
                  <a:pt x="5246962" y="2201827"/>
                  <a:pt x="5271208" y="2177581"/>
                  <a:pt x="5301117" y="2177581"/>
                </a:cubicBezTo>
                <a:close/>
                <a:moveTo>
                  <a:pt x="5140261" y="2177581"/>
                </a:moveTo>
                <a:cubicBezTo>
                  <a:pt x="5170170" y="2177581"/>
                  <a:pt x="5194416" y="2201827"/>
                  <a:pt x="5194416" y="2231736"/>
                </a:cubicBezTo>
                <a:cubicBezTo>
                  <a:pt x="5194416" y="2261645"/>
                  <a:pt x="5170170" y="2285891"/>
                  <a:pt x="5140261" y="2285891"/>
                </a:cubicBezTo>
                <a:cubicBezTo>
                  <a:pt x="5110352" y="2285891"/>
                  <a:pt x="5086106" y="2261645"/>
                  <a:pt x="5086106" y="2231736"/>
                </a:cubicBezTo>
                <a:cubicBezTo>
                  <a:pt x="5086106" y="2201827"/>
                  <a:pt x="5110352" y="2177581"/>
                  <a:pt x="5140261" y="2177581"/>
                </a:cubicBezTo>
                <a:close/>
                <a:moveTo>
                  <a:pt x="5013414" y="2177581"/>
                </a:moveTo>
                <a:cubicBezTo>
                  <a:pt x="5043323" y="2177581"/>
                  <a:pt x="5067569" y="2201827"/>
                  <a:pt x="5067569" y="2231736"/>
                </a:cubicBezTo>
                <a:cubicBezTo>
                  <a:pt x="5067569" y="2261645"/>
                  <a:pt x="5043323" y="2285891"/>
                  <a:pt x="5013414" y="2285891"/>
                </a:cubicBezTo>
                <a:cubicBezTo>
                  <a:pt x="4983505" y="2285891"/>
                  <a:pt x="4959259" y="2261645"/>
                  <a:pt x="4959259" y="2231736"/>
                </a:cubicBezTo>
                <a:cubicBezTo>
                  <a:pt x="4959259" y="2201827"/>
                  <a:pt x="4983505" y="2177581"/>
                  <a:pt x="5013414" y="2177581"/>
                </a:cubicBezTo>
                <a:close/>
                <a:moveTo>
                  <a:pt x="4932986" y="2177581"/>
                </a:moveTo>
                <a:cubicBezTo>
                  <a:pt x="4937259" y="2177581"/>
                  <a:pt x="4940723" y="2181045"/>
                  <a:pt x="4940723" y="2185318"/>
                </a:cubicBezTo>
                <a:lnTo>
                  <a:pt x="4940723" y="2278154"/>
                </a:lnTo>
                <a:lnTo>
                  <a:pt x="4932986" y="2285891"/>
                </a:lnTo>
                <a:cubicBezTo>
                  <a:pt x="4928713" y="2285892"/>
                  <a:pt x="4925250" y="2282428"/>
                  <a:pt x="4925250" y="2278155"/>
                </a:cubicBezTo>
                <a:cubicBezTo>
                  <a:pt x="4925250" y="2247209"/>
                  <a:pt x="4925249" y="2216264"/>
                  <a:pt x="4925249" y="2185318"/>
                </a:cubicBezTo>
                <a:cubicBezTo>
                  <a:pt x="4925249" y="2181045"/>
                  <a:pt x="4928713" y="2177581"/>
                  <a:pt x="4932986" y="2177581"/>
                </a:cubicBezTo>
                <a:close/>
                <a:moveTo>
                  <a:pt x="4852558" y="2177581"/>
                </a:moveTo>
                <a:cubicBezTo>
                  <a:pt x="4882467" y="2177581"/>
                  <a:pt x="4906713" y="2201827"/>
                  <a:pt x="4906713" y="2231736"/>
                </a:cubicBezTo>
                <a:cubicBezTo>
                  <a:pt x="4906713" y="2261645"/>
                  <a:pt x="4882467" y="2285891"/>
                  <a:pt x="4852558" y="2285891"/>
                </a:cubicBezTo>
                <a:cubicBezTo>
                  <a:pt x="4822649" y="2285891"/>
                  <a:pt x="4798403" y="2261645"/>
                  <a:pt x="4798403" y="2231736"/>
                </a:cubicBezTo>
                <a:cubicBezTo>
                  <a:pt x="4798403" y="2201827"/>
                  <a:pt x="4822649" y="2177581"/>
                  <a:pt x="4852558" y="2177581"/>
                </a:cubicBezTo>
                <a:close/>
                <a:moveTo>
                  <a:pt x="4772130" y="2177581"/>
                </a:moveTo>
                <a:cubicBezTo>
                  <a:pt x="4776403" y="2177581"/>
                  <a:pt x="4779867" y="2181045"/>
                  <a:pt x="4779867" y="2185318"/>
                </a:cubicBezTo>
                <a:lnTo>
                  <a:pt x="4779867" y="2278154"/>
                </a:lnTo>
                <a:cubicBezTo>
                  <a:pt x="4779867" y="2282427"/>
                  <a:pt x="4776403" y="2285891"/>
                  <a:pt x="4772130" y="2285891"/>
                </a:cubicBezTo>
                <a:lnTo>
                  <a:pt x="4764394" y="2278155"/>
                </a:lnTo>
                <a:cubicBezTo>
                  <a:pt x="4764394" y="2247209"/>
                  <a:pt x="4764393" y="2216264"/>
                  <a:pt x="4764393" y="2185318"/>
                </a:cubicBezTo>
                <a:cubicBezTo>
                  <a:pt x="4764393" y="2181045"/>
                  <a:pt x="4767857" y="2177581"/>
                  <a:pt x="4772130" y="2177581"/>
                </a:cubicBezTo>
                <a:close/>
                <a:moveTo>
                  <a:pt x="4738121" y="2177581"/>
                </a:moveTo>
                <a:cubicBezTo>
                  <a:pt x="4742394" y="2177581"/>
                  <a:pt x="4745858" y="2181045"/>
                  <a:pt x="4745858" y="2185318"/>
                </a:cubicBezTo>
                <a:cubicBezTo>
                  <a:pt x="4745858" y="2216264"/>
                  <a:pt x="4745857" y="2247209"/>
                  <a:pt x="4745857" y="2278155"/>
                </a:cubicBezTo>
                <a:lnTo>
                  <a:pt x="4738121" y="2285891"/>
                </a:lnTo>
                <a:cubicBezTo>
                  <a:pt x="4733848" y="2285891"/>
                  <a:pt x="4730384" y="2282427"/>
                  <a:pt x="4730384" y="2278154"/>
                </a:cubicBezTo>
                <a:lnTo>
                  <a:pt x="4730384" y="2185318"/>
                </a:lnTo>
                <a:cubicBezTo>
                  <a:pt x="4730384" y="2181045"/>
                  <a:pt x="4733848" y="2177581"/>
                  <a:pt x="4738121" y="2177581"/>
                </a:cubicBezTo>
                <a:close/>
                <a:moveTo>
                  <a:pt x="4657693" y="2177581"/>
                </a:moveTo>
                <a:cubicBezTo>
                  <a:pt x="4687602" y="2177581"/>
                  <a:pt x="4711848" y="2201827"/>
                  <a:pt x="4711848" y="2231736"/>
                </a:cubicBezTo>
                <a:cubicBezTo>
                  <a:pt x="4711848" y="2261645"/>
                  <a:pt x="4687602" y="2285891"/>
                  <a:pt x="4657693" y="2285891"/>
                </a:cubicBezTo>
                <a:cubicBezTo>
                  <a:pt x="4627784" y="2285891"/>
                  <a:pt x="4603538" y="2261645"/>
                  <a:pt x="4603538" y="2231736"/>
                </a:cubicBezTo>
                <a:cubicBezTo>
                  <a:pt x="4603538" y="2201827"/>
                  <a:pt x="4627784" y="2177581"/>
                  <a:pt x="4657693" y="2177581"/>
                </a:cubicBezTo>
                <a:close/>
                <a:moveTo>
                  <a:pt x="4577265" y="2177581"/>
                </a:moveTo>
                <a:cubicBezTo>
                  <a:pt x="4581538" y="2177581"/>
                  <a:pt x="4585002" y="2181045"/>
                  <a:pt x="4585002" y="2185318"/>
                </a:cubicBezTo>
                <a:cubicBezTo>
                  <a:pt x="4585002" y="2216264"/>
                  <a:pt x="4585001" y="2247209"/>
                  <a:pt x="4585001" y="2278155"/>
                </a:cubicBezTo>
                <a:lnTo>
                  <a:pt x="4577265" y="2285891"/>
                </a:lnTo>
                <a:cubicBezTo>
                  <a:pt x="4572992" y="2285891"/>
                  <a:pt x="4569528" y="2282427"/>
                  <a:pt x="4569528" y="2278154"/>
                </a:cubicBezTo>
                <a:lnTo>
                  <a:pt x="4569528" y="2185318"/>
                </a:lnTo>
                <a:cubicBezTo>
                  <a:pt x="4569528" y="2181045"/>
                  <a:pt x="4572992" y="2177581"/>
                  <a:pt x="4577265" y="2177581"/>
                </a:cubicBezTo>
                <a:close/>
                <a:moveTo>
                  <a:pt x="4496837" y="2177581"/>
                </a:moveTo>
                <a:cubicBezTo>
                  <a:pt x="4526746" y="2177581"/>
                  <a:pt x="4550992" y="2201827"/>
                  <a:pt x="4550992" y="2231736"/>
                </a:cubicBezTo>
                <a:cubicBezTo>
                  <a:pt x="4550992" y="2261645"/>
                  <a:pt x="4526746" y="2285891"/>
                  <a:pt x="4496837" y="2285891"/>
                </a:cubicBezTo>
                <a:cubicBezTo>
                  <a:pt x="4466928" y="2285891"/>
                  <a:pt x="4442682" y="2261645"/>
                  <a:pt x="4442682" y="2231736"/>
                </a:cubicBezTo>
                <a:cubicBezTo>
                  <a:pt x="4442682" y="2201827"/>
                  <a:pt x="4466928" y="2177581"/>
                  <a:pt x="4496837" y="2177581"/>
                </a:cubicBezTo>
                <a:close/>
                <a:moveTo>
                  <a:pt x="4369990" y="2177581"/>
                </a:moveTo>
                <a:cubicBezTo>
                  <a:pt x="4399899" y="2177581"/>
                  <a:pt x="4424145" y="2201827"/>
                  <a:pt x="4424145" y="2231736"/>
                </a:cubicBezTo>
                <a:cubicBezTo>
                  <a:pt x="4424145" y="2261645"/>
                  <a:pt x="4399899" y="2285891"/>
                  <a:pt x="4369990" y="2285891"/>
                </a:cubicBezTo>
                <a:cubicBezTo>
                  <a:pt x="4340081" y="2285891"/>
                  <a:pt x="4315835" y="2261645"/>
                  <a:pt x="4315835" y="2231736"/>
                </a:cubicBezTo>
                <a:cubicBezTo>
                  <a:pt x="4315835" y="2201827"/>
                  <a:pt x="4340081" y="2177581"/>
                  <a:pt x="4369990" y="2177581"/>
                </a:cubicBezTo>
                <a:close/>
                <a:moveTo>
                  <a:pt x="4209134" y="2177581"/>
                </a:moveTo>
                <a:cubicBezTo>
                  <a:pt x="4239043" y="2177581"/>
                  <a:pt x="4263289" y="2201827"/>
                  <a:pt x="4263289" y="2231736"/>
                </a:cubicBezTo>
                <a:cubicBezTo>
                  <a:pt x="4263289" y="2261645"/>
                  <a:pt x="4239043" y="2285891"/>
                  <a:pt x="4209134" y="2285891"/>
                </a:cubicBezTo>
                <a:cubicBezTo>
                  <a:pt x="4179225" y="2285891"/>
                  <a:pt x="4154979" y="2261645"/>
                  <a:pt x="4154979" y="2231736"/>
                </a:cubicBezTo>
                <a:cubicBezTo>
                  <a:pt x="4154979" y="2201827"/>
                  <a:pt x="4179225" y="2177581"/>
                  <a:pt x="4209134" y="2177581"/>
                </a:cubicBezTo>
                <a:close/>
                <a:moveTo>
                  <a:pt x="4128706" y="2177581"/>
                </a:moveTo>
                <a:cubicBezTo>
                  <a:pt x="4132979" y="2177581"/>
                  <a:pt x="4136443" y="2181045"/>
                  <a:pt x="4136443" y="2185318"/>
                </a:cubicBezTo>
                <a:cubicBezTo>
                  <a:pt x="4136443" y="2216264"/>
                  <a:pt x="4136442" y="2247209"/>
                  <a:pt x="4136442" y="2278155"/>
                </a:cubicBezTo>
                <a:lnTo>
                  <a:pt x="4128706" y="2285891"/>
                </a:lnTo>
                <a:cubicBezTo>
                  <a:pt x="4124433" y="2285891"/>
                  <a:pt x="4120969" y="2282427"/>
                  <a:pt x="4120969" y="2278154"/>
                </a:cubicBezTo>
                <a:lnTo>
                  <a:pt x="4120969" y="2185318"/>
                </a:lnTo>
                <a:cubicBezTo>
                  <a:pt x="4120969" y="2181045"/>
                  <a:pt x="4124433" y="2177581"/>
                  <a:pt x="4128706" y="2177581"/>
                </a:cubicBezTo>
                <a:close/>
                <a:moveTo>
                  <a:pt x="4094697" y="2177581"/>
                </a:moveTo>
                <a:cubicBezTo>
                  <a:pt x="4098970" y="2177581"/>
                  <a:pt x="4102434" y="2181045"/>
                  <a:pt x="4102434" y="2185318"/>
                </a:cubicBezTo>
                <a:cubicBezTo>
                  <a:pt x="4102434" y="2216264"/>
                  <a:pt x="4102433" y="2247209"/>
                  <a:pt x="4102433" y="2278155"/>
                </a:cubicBezTo>
                <a:lnTo>
                  <a:pt x="4094697" y="2285891"/>
                </a:lnTo>
                <a:cubicBezTo>
                  <a:pt x="4090424" y="2285891"/>
                  <a:pt x="4086960" y="2282427"/>
                  <a:pt x="4086960" y="2278154"/>
                </a:cubicBezTo>
                <a:lnTo>
                  <a:pt x="4086960" y="2185318"/>
                </a:lnTo>
                <a:cubicBezTo>
                  <a:pt x="4086960" y="2181045"/>
                  <a:pt x="4090424" y="2177581"/>
                  <a:pt x="4094697" y="2177581"/>
                </a:cubicBezTo>
                <a:close/>
                <a:moveTo>
                  <a:pt x="4014268" y="2177581"/>
                </a:moveTo>
                <a:cubicBezTo>
                  <a:pt x="4044177" y="2177581"/>
                  <a:pt x="4068423" y="2201827"/>
                  <a:pt x="4068423" y="2231736"/>
                </a:cubicBezTo>
                <a:cubicBezTo>
                  <a:pt x="4068423" y="2261645"/>
                  <a:pt x="4044177" y="2285891"/>
                  <a:pt x="4014268" y="2285891"/>
                </a:cubicBezTo>
                <a:cubicBezTo>
                  <a:pt x="3984359" y="2285891"/>
                  <a:pt x="3960113" y="2261645"/>
                  <a:pt x="3960113" y="2231736"/>
                </a:cubicBezTo>
                <a:cubicBezTo>
                  <a:pt x="3960113" y="2201827"/>
                  <a:pt x="3984359" y="2177581"/>
                  <a:pt x="4014268" y="2177581"/>
                </a:cubicBezTo>
                <a:close/>
                <a:moveTo>
                  <a:pt x="3887422" y="2177581"/>
                </a:moveTo>
                <a:cubicBezTo>
                  <a:pt x="3917331" y="2177581"/>
                  <a:pt x="3941577" y="2201827"/>
                  <a:pt x="3941577" y="2231736"/>
                </a:cubicBezTo>
                <a:cubicBezTo>
                  <a:pt x="3941577" y="2261645"/>
                  <a:pt x="3917331" y="2285891"/>
                  <a:pt x="3887422" y="2285891"/>
                </a:cubicBezTo>
                <a:cubicBezTo>
                  <a:pt x="3857513" y="2285891"/>
                  <a:pt x="3833267" y="2261645"/>
                  <a:pt x="3833267" y="2231736"/>
                </a:cubicBezTo>
                <a:cubicBezTo>
                  <a:pt x="3833267" y="2201827"/>
                  <a:pt x="3857513" y="2177581"/>
                  <a:pt x="3887422" y="2177581"/>
                </a:cubicBezTo>
                <a:close/>
                <a:moveTo>
                  <a:pt x="3806994" y="2177581"/>
                </a:moveTo>
                <a:cubicBezTo>
                  <a:pt x="3811267" y="2177581"/>
                  <a:pt x="3814731" y="2181045"/>
                  <a:pt x="3814731" y="2185318"/>
                </a:cubicBezTo>
                <a:cubicBezTo>
                  <a:pt x="3814731" y="2216264"/>
                  <a:pt x="3814730" y="2247209"/>
                  <a:pt x="3814730" y="2278155"/>
                </a:cubicBezTo>
                <a:lnTo>
                  <a:pt x="3806994" y="2285891"/>
                </a:lnTo>
                <a:cubicBezTo>
                  <a:pt x="3802721" y="2285891"/>
                  <a:pt x="3799257" y="2282427"/>
                  <a:pt x="3799257" y="2278154"/>
                </a:cubicBezTo>
                <a:lnTo>
                  <a:pt x="3799257" y="2185318"/>
                </a:lnTo>
                <a:cubicBezTo>
                  <a:pt x="3799257" y="2181045"/>
                  <a:pt x="3802721" y="2177581"/>
                  <a:pt x="3806994" y="2177581"/>
                </a:cubicBezTo>
                <a:close/>
                <a:moveTo>
                  <a:pt x="3726566" y="2177581"/>
                </a:moveTo>
                <a:cubicBezTo>
                  <a:pt x="3756475" y="2177581"/>
                  <a:pt x="3780721" y="2201827"/>
                  <a:pt x="3780721" y="2231736"/>
                </a:cubicBezTo>
                <a:cubicBezTo>
                  <a:pt x="3780721" y="2261645"/>
                  <a:pt x="3756475" y="2285891"/>
                  <a:pt x="3726566" y="2285891"/>
                </a:cubicBezTo>
                <a:cubicBezTo>
                  <a:pt x="3696657" y="2285891"/>
                  <a:pt x="3672411" y="2261645"/>
                  <a:pt x="3672411" y="2231736"/>
                </a:cubicBezTo>
                <a:cubicBezTo>
                  <a:pt x="3672411" y="2201827"/>
                  <a:pt x="3696657" y="2177581"/>
                  <a:pt x="3726566" y="2177581"/>
                </a:cubicBezTo>
                <a:close/>
                <a:moveTo>
                  <a:pt x="3599719" y="2177581"/>
                </a:moveTo>
                <a:cubicBezTo>
                  <a:pt x="3629628" y="2177581"/>
                  <a:pt x="3653874" y="2201827"/>
                  <a:pt x="3653874" y="2231736"/>
                </a:cubicBezTo>
                <a:cubicBezTo>
                  <a:pt x="3653874" y="2261645"/>
                  <a:pt x="3629628" y="2285891"/>
                  <a:pt x="3599719" y="2285891"/>
                </a:cubicBezTo>
                <a:cubicBezTo>
                  <a:pt x="3569810" y="2285891"/>
                  <a:pt x="3545564" y="2261645"/>
                  <a:pt x="3545564" y="2231736"/>
                </a:cubicBezTo>
                <a:cubicBezTo>
                  <a:pt x="3545564" y="2201827"/>
                  <a:pt x="3569810" y="2177581"/>
                  <a:pt x="3599719" y="2177581"/>
                </a:cubicBezTo>
                <a:close/>
                <a:moveTo>
                  <a:pt x="3472872" y="2177581"/>
                </a:moveTo>
                <a:cubicBezTo>
                  <a:pt x="3502781" y="2177581"/>
                  <a:pt x="3527027" y="2201827"/>
                  <a:pt x="3527027" y="2231736"/>
                </a:cubicBezTo>
                <a:cubicBezTo>
                  <a:pt x="3527027" y="2261645"/>
                  <a:pt x="3502781" y="2285891"/>
                  <a:pt x="3472872" y="2285891"/>
                </a:cubicBezTo>
                <a:cubicBezTo>
                  <a:pt x="3442963" y="2285891"/>
                  <a:pt x="3418717" y="2261645"/>
                  <a:pt x="3418717" y="2231736"/>
                </a:cubicBezTo>
                <a:cubicBezTo>
                  <a:pt x="3418717" y="2201827"/>
                  <a:pt x="3442963" y="2177581"/>
                  <a:pt x="3472872" y="2177581"/>
                </a:cubicBezTo>
                <a:close/>
                <a:moveTo>
                  <a:pt x="3346025" y="2177581"/>
                </a:moveTo>
                <a:cubicBezTo>
                  <a:pt x="3375934" y="2177581"/>
                  <a:pt x="3400180" y="2201827"/>
                  <a:pt x="3400180" y="2231736"/>
                </a:cubicBezTo>
                <a:cubicBezTo>
                  <a:pt x="3400180" y="2261645"/>
                  <a:pt x="3375934" y="2285891"/>
                  <a:pt x="3346025" y="2285891"/>
                </a:cubicBezTo>
                <a:cubicBezTo>
                  <a:pt x="3316116" y="2285891"/>
                  <a:pt x="3291870" y="2261645"/>
                  <a:pt x="3291870" y="2231736"/>
                </a:cubicBezTo>
                <a:cubicBezTo>
                  <a:pt x="3291870" y="2201827"/>
                  <a:pt x="3316116" y="2177581"/>
                  <a:pt x="3346025" y="2177581"/>
                </a:cubicBezTo>
                <a:close/>
                <a:moveTo>
                  <a:pt x="3265597" y="2177581"/>
                </a:moveTo>
                <a:cubicBezTo>
                  <a:pt x="3269870" y="2177581"/>
                  <a:pt x="3273334" y="2181045"/>
                  <a:pt x="3273334" y="2185318"/>
                </a:cubicBezTo>
                <a:lnTo>
                  <a:pt x="3273334" y="2278154"/>
                </a:lnTo>
                <a:cubicBezTo>
                  <a:pt x="3273334" y="2282427"/>
                  <a:pt x="3269870" y="2285891"/>
                  <a:pt x="3265597" y="2285891"/>
                </a:cubicBezTo>
                <a:lnTo>
                  <a:pt x="3257861" y="2278155"/>
                </a:lnTo>
                <a:cubicBezTo>
                  <a:pt x="3257861" y="2247209"/>
                  <a:pt x="3257860" y="2216264"/>
                  <a:pt x="3257860" y="2185318"/>
                </a:cubicBezTo>
                <a:cubicBezTo>
                  <a:pt x="3257860" y="2181045"/>
                  <a:pt x="3261324" y="2177581"/>
                  <a:pt x="3265597" y="2177581"/>
                </a:cubicBezTo>
                <a:close/>
                <a:moveTo>
                  <a:pt x="3185169" y="2177581"/>
                </a:moveTo>
                <a:cubicBezTo>
                  <a:pt x="3215078" y="2177581"/>
                  <a:pt x="3239324" y="2201827"/>
                  <a:pt x="3239324" y="2231736"/>
                </a:cubicBezTo>
                <a:cubicBezTo>
                  <a:pt x="3239324" y="2261645"/>
                  <a:pt x="3215078" y="2285891"/>
                  <a:pt x="3185169" y="2285891"/>
                </a:cubicBezTo>
                <a:cubicBezTo>
                  <a:pt x="3155260" y="2285891"/>
                  <a:pt x="3131014" y="2261645"/>
                  <a:pt x="3131014" y="2231736"/>
                </a:cubicBezTo>
                <a:cubicBezTo>
                  <a:pt x="3131014" y="2201827"/>
                  <a:pt x="3155260" y="2177581"/>
                  <a:pt x="3185169" y="2177581"/>
                </a:cubicBezTo>
                <a:close/>
                <a:moveTo>
                  <a:pt x="3058323" y="2177581"/>
                </a:moveTo>
                <a:cubicBezTo>
                  <a:pt x="3088232" y="2177581"/>
                  <a:pt x="3112478" y="2201827"/>
                  <a:pt x="3112478" y="2231736"/>
                </a:cubicBezTo>
                <a:cubicBezTo>
                  <a:pt x="3112478" y="2261645"/>
                  <a:pt x="3088232" y="2285891"/>
                  <a:pt x="3058323" y="2285891"/>
                </a:cubicBezTo>
                <a:cubicBezTo>
                  <a:pt x="3028414" y="2285891"/>
                  <a:pt x="3004168" y="2261645"/>
                  <a:pt x="3004168" y="2231736"/>
                </a:cubicBezTo>
                <a:cubicBezTo>
                  <a:pt x="3004168" y="2201827"/>
                  <a:pt x="3028414" y="2177581"/>
                  <a:pt x="3058323" y="2177581"/>
                </a:cubicBezTo>
                <a:close/>
                <a:moveTo>
                  <a:pt x="2977894" y="2177581"/>
                </a:moveTo>
                <a:cubicBezTo>
                  <a:pt x="2982167" y="2177581"/>
                  <a:pt x="2985631" y="2181045"/>
                  <a:pt x="2985631" y="2185318"/>
                </a:cubicBezTo>
                <a:lnTo>
                  <a:pt x="2985631" y="2278154"/>
                </a:lnTo>
                <a:cubicBezTo>
                  <a:pt x="2985631" y="2282427"/>
                  <a:pt x="2982167" y="2285891"/>
                  <a:pt x="2977894" y="2285891"/>
                </a:cubicBezTo>
                <a:lnTo>
                  <a:pt x="2970158" y="2278155"/>
                </a:lnTo>
                <a:cubicBezTo>
                  <a:pt x="2970158" y="2247209"/>
                  <a:pt x="2970157" y="2216264"/>
                  <a:pt x="2970157" y="2185318"/>
                </a:cubicBezTo>
                <a:cubicBezTo>
                  <a:pt x="2970157" y="2181045"/>
                  <a:pt x="2973621" y="2177581"/>
                  <a:pt x="2977894" y="2177581"/>
                </a:cubicBezTo>
                <a:close/>
                <a:moveTo>
                  <a:pt x="2943885" y="2177581"/>
                </a:moveTo>
                <a:cubicBezTo>
                  <a:pt x="2948158" y="2177581"/>
                  <a:pt x="2951622" y="2181045"/>
                  <a:pt x="2951622" y="2185318"/>
                </a:cubicBezTo>
                <a:lnTo>
                  <a:pt x="2951622" y="2278154"/>
                </a:lnTo>
                <a:cubicBezTo>
                  <a:pt x="2951622" y="2282427"/>
                  <a:pt x="2948158" y="2285891"/>
                  <a:pt x="2943885" y="2285891"/>
                </a:cubicBezTo>
                <a:lnTo>
                  <a:pt x="2936149" y="2278155"/>
                </a:lnTo>
                <a:cubicBezTo>
                  <a:pt x="2936149" y="2247209"/>
                  <a:pt x="2936148" y="2216264"/>
                  <a:pt x="2936148" y="2185318"/>
                </a:cubicBezTo>
                <a:cubicBezTo>
                  <a:pt x="2936148" y="2181045"/>
                  <a:pt x="2939612" y="2177581"/>
                  <a:pt x="2943885" y="2177581"/>
                </a:cubicBezTo>
                <a:close/>
                <a:moveTo>
                  <a:pt x="2863457" y="2177581"/>
                </a:moveTo>
                <a:cubicBezTo>
                  <a:pt x="2893366" y="2177581"/>
                  <a:pt x="2917612" y="2201827"/>
                  <a:pt x="2917612" y="2231736"/>
                </a:cubicBezTo>
                <a:cubicBezTo>
                  <a:pt x="2917612" y="2261645"/>
                  <a:pt x="2893366" y="2285891"/>
                  <a:pt x="2863457" y="2285891"/>
                </a:cubicBezTo>
                <a:cubicBezTo>
                  <a:pt x="2833548" y="2285891"/>
                  <a:pt x="2809302" y="2261645"/>
                  <a:pt x="2809302" y="2231736"/>
                </a:cubicBezTo>
                <a:cubicBezTo>
                  <a:pt x="2809302" y="2201827"/>
                  <a:pt x="2833548" y="2177581"/>
                  <a:pt x="2863457" y="2177581"/>
                </a:cubicBezTo>
                <a:close/>
                <a:moveTo>
                  <a:pt x="2702601" y="2177581"/>
                </a:moveTo>
                <a:cubicBezTo>
                  <a:pt x="2732510" y="2177581"/>
                  <a:pt x="2756756" y="2201827"/>
                  <a:pt x="2756756" y="2231736"/>
                </a:cubicBezTo>
                <a:cubicBezTo>
                  <a:pt x="2756756" y="2261645"/>
                  <a:pt x="2732510" y="2285891"/>
                  <a:pt x="2702601" y="2285891"/>
                </a:cubicBezTo>
                <a:cubicBezTo>
                  <a:pt x="2672692" y="2285891"/>
                  <a:pt x="2648446" y="2261645"/>
                  <a:pt x="2648446" y="2231736"/>
                </a:cubicBezTo>
                <a:cubicBezTo>
                  <a:pt x="2648446" y="2201827"/>
                  <a:pt x="2672692" y="2177581"/>
                  <a:pt x="2702601" y="2177581"/>
                </a:cubicBezTo>
                <a:close/>
                <a:moveTo>
                  <a:pt x="2575754" y="2177581"/>
                </a:moveTo>
                <a:cubicBezTo>
                  <a:pt x="2605663" y="2177581"/>
                  <a:pt x="2629909" y="2201827"/>
                  <a:pt x="2629909" y="2231736"/>
                </a:cubicBezTo>
                <a:cubicBezTo>
                  <a:pt x="2629909" y="2261645"/>
                  <a:pt x="2605663" y="2285891"/>
                  <a:pt x="2575754" y="2285891"/>
                </a:cubicBezTo>
                <a:cubicBezTo>
                  <a:pt x="2545845" y="2285891"/>
                  <a:pt x="2521599" y="2261645"/>
                  <a:pt x="2521599" y="2231736"/>
                </a:cubicBezTo>
                <a:cubicBezTo>
                  <a:pt x="2521599" y="2201827"/>
                  <a:pt x="2545845" y="2177581"/>
                  <a:pt x="2575754" y="2177581"/>
                </a:cubicBezTo>
                <a:close/>
                <a:moveTo>
                  <a:pt x="2495326" y="2177581"/>
                </a:moveTo>
                <a:cubicBezTo>
                  <a:pt x="2499599" y="2177581"/>
                  <a:pt x="2503063" y="2181045"/>
                  <a:pt x="2503063" y="2185318"/>
                </a:cubicBezTo>
                <a:lnTo>
                  <a:pt x="2503063" y="2278154"/>
                </a:lnTo>
                <a:cubicBezTo>
                  <a:pt x="2503063" y="2282427"/>
                  <a:pt x="2499599" y="2285891"/>
                  <a:pt x="2495326" y="2285891"/>
                </a:cubicBezTo>
                <a:lnTo>
                  <a:pt x="2487590" y="2278155"/>
                </a:lnTo>
                <a:cubicBezTo>
                  <a:pt x="2487590" y="2247209"/>
                  <a:pt x="2487589" y="2216264"/>
                  <a:pt x="2487589" y="2185318"/>
                </a:cubicBezTo>
                <a:cubicBezTo>
                  <a:pt x="2487589" y="2181045"/>
                  <a:pt x="2491053" y="2177581"/>
                  <a:pt x="2495326" y="2177581"/>
                </a:cubicBezTo>
                <a:close/>
                <a:moveTo>
                  <a:pt x="2414898" y="2177581"/>
                </a:moveTo>
                <a:cubicBezTo>
                  <a:pt x="2444807" y="2177581"/>
                  <a:pt x="2469053" y="2201827"/>
                  <a:pt x="2469053" y="2231736"/>
                </a:cubicBezTo>
                <a:cubicBezTo>
                  <a:pt x="2469053" y="2261645"/>
                  <a:pt x="2444807" y="2285891"/>
                  <a:pt x="2414898" y="2285891"/>
                </a:cubicBezTo>
                <a:cubicBezTo>
                  <a:pt x="2384989" y="2285891"/>
                  <a:pt x="2360743" y="2261645"/>
                  <a:pt x="2360743" y="2231736"/>
                </a:cubicBezTo>
                <a:cubicBezTo>
                  <a:pt x="2360743" y="2201827"/>
                  <a:pt x="2384989" y="2177581"/>
                  <a:pt x="2414898" y="2177581"/>
                </a:cubicBezTo>
                <a:close/>
                <a:moveTo>
                  <a:pt x="2334470" y="2177581"/>
                </a:moveTo>
                <a:cubicBezTo>
                  <a:pt x="2338743" y="2177581"/>
                  <a:pt x="2342207" y="2181045"/>
                  <a:pt x="2342207" y="2185318"/>
                </a:cubicBezTo>
                <a:lnTo>
                  <a:pt x="2342207" y="2278154"/>
                </a:lnTo>
                <a:cubicBezTo>
                  <a:pt x="2342207" y="2282427"/>
                  <a:pt x="2338743" y="2285891"/>
                  <a:pt x="2334470" y="2285891"/>
                </a:cubicBezTo>
                <a:lnTo>
                  <a:pt x="2326734" y="2278155"/>
                </a:lnTo>
                <a:cubicBezTo>
                  <a:pt x="2326734" y="2247209"/>
                  <a:pt x="2326733" y="2216264"/>
                  <a:pt x="2326733" y="2185318"/>
                </a:cubicBezTo>
                <a:cubicBezTo>
                  <a:pt x="2326733" y="2181045"/>
                  <a:pt x="2330197" y="2177581"/>
                  <a:pt x="2334470" y="2177581"/>
                </a:cubicBezTo>
                <a:close/>
                <a:moveTo>
                  <a:pt x="2300461" y="2177581"/>
                </a:moveTo>
                <a:cubicBezTo>
                  <a:pt x="2304734" y="2177581"/>
                  <a:pt x="2308198" y="2181045"/>
                  <a:pt x="2308198" y="2185318"/>
                </a:cubicBezTo>
                <a:cubicBezTo>
                  <a:pt x="2308198" y="2216264"/>
                  <a:pt x="2308197" y="2247209"/>
                  <a:pt x="2308197" y="2278155"/>
                </a:cubicBezTo>
                <a:lnTo>
                  <a:pt x="2300461" y="2285891"/>
                </a:lnTo>
                <a:cubicBezTo>
                  <a:pt x="2296188" y="2285891"/>
                  <a:pt x="2292724" y="2282427"/>
                  <a:pt x="2292724" y="2278154"/>
                </a:cubicBezTo>
                <a:lnTo>
                  <a:pt x="2292724" y="2185318"/>
                </a:lnTo>
                <a:cubicBezTo>
                  <a:pt x="2292724" y="2181045"/>
                  <a:pt x="2296188" y="2177581"/>
                  <a:pt x="2300461" y="2177581"/>
                </a:cubicBezTo>
                <a:close/>
                <a:moveTo>
                  <a:pt x="2220033" y="2177581"/>
                </a:moveTo>
                <a:cubicBezTo>
                  <a:pt x="2249942" y="2177581"/>
                  <a:pt x="2274188" y="2201827"/>
                  <a:pt x="2274188" y="2231736"/>
                </a:cubicBezTo>
                <a:cubicBezTo>
                  <a:pt x="2274188" y="2261645"/>
                  <a:pt x="2249942" y="2285891"/>
                  <a:pt x="2220033" y="2285891"/>
                </a:cubicBezTo>
                <a:cubicBezTo>
                  <a:pt x="2190124" y="2285891"/>
                  <a:pt x="2165878" y="2261645"/>
                  <a:pt x="2165878" y="2231736"/>
                </a:cubicBezTo>
                <a:cubicBezTo>
                  <a:pt x="2165878" y="2201827"/>
                  <a:pt x="2190124" y="2177581"/>
                  <a:pt x="2220033" y="2177581"/>
                </a:cubicBezTo>
                <a:close/>
                <a:moveTo>
                  <a:pt x="2139605" y="2177581"/>
                </a:moveTo>
                <a:cubicBezTo>
                  <a:pt x="2143878" y="2177581"/>
                  <a:pt x="2147342" y="2181045"/>
                  <a:pt x="2147342" y="2185318"/>
                </a:cubicBezTo>
                <a:cubicBezTo>
                  <a:pt x="2147342" y="2216264"/>
                  <a:pt x="2147341" y="2247209"/>
                  <a:pt x="2147341" y="2278155"/>
                </a:cubicBezTo>
                <a:lnTo>
                  <a:pt x="2139605" y="2285891"/>
                </a:lnTo>
                <a:cubicBezTo>
                  <a:pt x="2135332" y="2285891"/>
                  <a:pt x="2131868" y="2282427"/>
                  <a:pt x="2131868" y="2278154"/>
                </a:cubicBezTo>
                <a:lnTo>
                  <a:pt x="2131868" y="2185318"/>
                </a:lnTo>
                <a:cubicBezTo>
                  <a:pt x="2131868" y="2181045"/>
                  <a:pt x="2135332" y="2177581"/>
                  <a:pt x="2139605" y="2177581"/>
                </a:cubicBezTo>
                <a:close/>
                <a:moveTo>
                  <a:pt x="2059177" y="2177581"/>
                </a:moveTo>
                <a:cubicBezTo>
                  <a:pt x="2089086" y="2177581"/>
                  <a:pt x="2113332" y="2201827"/>
                  <a:pt x="2113332" y="2231736"/>
                </a:cubicBezTo>
                <a:cubicBezTo>
                  <a:pt x="2113332" y="2261645"/>
                  <a:pt x="2089086" y="2285891"/>
                  <a:pt x="2059177" y="2285891"/>
                </a:cubicBezTo>
                <a:cubicBezTo>
                  <a:pt x="2029268" y="2285891"/>
                  <a:pt x="2005022" y="2261645"/>
                  <a:pt x="2005022" y="2231736"/>
                </a:cubicBezTo>
                <a:cubicBezTo>
                  <a:pt x="2005022" y="2201827"/>
                  <a:pt x="2029268" y="2177581"/>
                  <a:pt x="2059177" y="2177581"/>
                </a:cubicBezTo>
                <a:close/>
                <a:moveTo>
                  <a:pt x="1932330" y="2177581"/>
                </a:moveTo>
                <a:cubicBezTo>
                  <a:pt x="1962239" y="2177581"/>
                  <a:pt x="1986485" y="2201827"/>
                  <a:pt x="1986485" y="2231736"/>
                </a:cubicBezTo>
                <a:cubicBezTo>
                  <a:pt x="1986485" y="2261645"/>
                  <a:pt x="1962239" y="2285891"/>
                  <a:pt x="1932330" y="2285891"/>
                </a:cubicBezTo>
                <a:cubicBezTo>
                  <a:pt x="1902421" y="2285891"/>
                  <a:pt x="1878175" y="2261645"/>
                  <a:pt x="1878175" y="2231736"/>
                </a:cubicBezTo>
                <a:cubicBezTo>
                  <a:pt x="1878175" y="2201827"/>
                  <a:pt x="1902421" y="2177581"/>
                  <a:pt x="1932330" y="2177581"/>
                </a:cubicBezTo>
                <a:close/>
                <a:moveTo>
                  <a:pt x="1771474" y="2177581"/>
                </a:moveTo>
                <a:cubicBezTo>
                  <a:pt x="1801383" y="2177581"/>
                  <a:pt x="1825629" y="2201827"/>
                  <a:pt x="1825629" y="2231736"/>
                </a:cubicBezTo>
                <a:cubicBezTo>
                  <a:pt x="1825629" y="2261645"/>
                  <a:pt x="1801383" y="2285891"/>
                  <a:pt x="1771474" y="2285891"/>
                </a:cubicBezTo>
                <a:cubicBezTo>
                  <a:pt x="1741565" y="2285891"/>
                  <a:pt x="1717319" y="2261645"/>
                  <a:pt x="1717319" y="2231736"/>
                </a:cubicBezTo>
                <a:cubicBezTo>
                  <a:pt x="1717319" y="2201827"/>
                  <a:pt x="1741565" y="2177581"/>
                  <a:pt x="1771474" y="2177581"/>
                </a:cubicBezTo>
                <a:close/>
                <a:moveTo>
                  <a:pt x="1691047" y="2177581"/>
                </a:moveTo>
                <a:cubicBezTo>
                  <a:pt x="1695320" y="2177581"/>
                  <a:pt x="1698784" y="2181045"/>
                  <a:pt x="1698784" y="2185318"/>
                </a:cubicBezTo>
                <a:cubicBezTo>
                  <a:pt x="1698784" y="2216264"/>
                  <a:pt x="1698783" y="2247209"/>
                  <a:pt x="1698783" y="2278155"/>
                </a:cubicBezTo>
                <a:lnTo>
                  <a:pt x="1691047" y="2285891"/>
                </a:lnTo>
                <a:cubicBezTo>
                  <a:pt x="1686774" y="2285891"/>
                  <a:pt x="1683310" y="2282427"/>
                  <a:pt x="1683310" y="2278154"/>
                </a:cubicBezTo>
                <a:lnTo>
                  <a:pt x="1683310" y="2185318"/>
                </a:lnTo>
                <a:cubicBezTo>
                  <a:pt x="1683310" y="2181045"/>
                  <a:pt x="1686774" y="2177581"/>
                  <a:pt x="1691047" y="2177581"/>
                </a:cubicBezTo>
                <a:close/>
                <a:moveTo>
                  <a:pt x="1657037" y="2177581"/>
                </a:moveTo>
                <a:cubicBezTo>
                  <a:pt x="1661310" y="2177581"/>
                  <a:pt x="1664774" y="2181045"/>
                  <a:pt x="1664774" y="2185318"/>
                </a:cubicBezTo>
                <a:cubicBezTo>
                  <a:pt x="1664774" y="2216264"/>
                  <a:pt x="1664773" y="2247209"/>
                  <a:pt x="1664773" y="2278155"/>
                </a:cubicBezTo>
                <a:lnTo>
                  <a:pt x="1657037" y="2285891"/>
                </a:lnTo>
                <a:cubicBezTo>
                  <a:pt x="1652764" y="2285891"/>
                  <a:pt x="1649300" y="2282427"/>
                  <a:pt x="1649300" y="2278154"/>
                </a:cubicBezTo>
                <a:lnTo>
                  <a:pt x="1649300" y="2185318"/>
                </a:lnTo>
                <a:cubicBezTo>
                  <a:pt x="1649300" y="2181045"/>
                  <a:pt x="1652764" y="2177581"/>
                  <a:pt x="1657037" y="2177581"/>
                </a:cubicBezTo>
                <a:close/>
                <a:moveTo>
                  <a:pt x="1576608" y="2177581"/>
                </a:moveTo>
                <a:cubicBezTo>
                  <a:pt x="1606517" y="2177581"/>
                  <a:pt x="1630763" y="2201827"/>
                  <a:pt x="1630763" y="2231736"/>
                </a:cubicBezTo>
                <a:cubicBezTo>
                  <a:pt x="1630763" y="2261645"/>
                  <a:pt x="1606517" y="2285891"/>
                  <a:pt x="1576608" y="2285891"/>
                </a:cubicBezTo>
                <a:cubicBezTo>
                  <a:pt x="1546699" y="2285891"/>
                  <a:pt x="1522453" y="2261645"/>
                  <a:pt x="1522453" y="2231736"/>
                </a:cubicBezTo>
                <a:cubicBezTo>
                  <a:pt x="1522453" y="2201827"/>
                  <a:pt x="1546699" y="2177581"/>
                  <a:pt x="1576608" y="2177581"/>
                </a:cubicBezTo>
                <a:close/>
                <a:moveTo>
                  <a:pt x="1449762" y="2177581"/>
                </a:moveTo>
                <a:cubicBezTo>
                  <a:pt x="1479671" y="2177581"/>
                  <a:pt x="1503917" y="2201827"/>
                  <a:pt x="1503917" y="2231736"/>
                </a:cubicBezTo>
                <a:cubicBezTo>
                  <a:pt x="1503917" y="2261645"/>
                  <a:pt x="1479671" y="2285891"/>
                  <a:pt x="1449762" y="2285891"/>
                </a:cubicBezTo>
                <a:cubicBezTo>
                  <a:pt x="1419853" y="2285891"/>
                  <a:pt x="1395607" y="2261645"/>
                  <a:pt x="1395607" y="2231736"/>
                </a:cubicBezTo>
                <a:cubicBezTo>
                  <a:pt x="1395607" y="2201827"/>
                  <a:pt x="1419853" y="2177581"/>
                  <a:pt x="1449762" y="2177581"/>
                </a:cubicBezTo>
                <a:close/>
                <a:moveTo>
                  <a:pt x="1369334" y="2177581"/>
                </a:moveTo>
                <a:cubicBezTo>
                  <a:pt x="1373607" y="2177581"/>
                  <a:pt x="1377071" y="2181045"/>
                  <a:pt x="1377071" y="2185318"/>
                </a:cubicBezTo>
                <a:cubicBezTo>
                  <a:pt x="1377071" y="2216264"/>
                  <a:pt x="1377070" y="2247209"/>
                  <a:pt x="1377070" y="2278155"/>
                </a:cubicBezTo>
                <a:lnTo>
                  <a:pt x="1369334" y="2285891"/>
                </a:lnTo>
                <a:cubicBezTo>
                  <a:pt x="1365061" y="2285891"/>
                  <a:pt x="1361597" y="2282427"/>
                  <a:pt x="1361597" y="2278154"/>
                </a:cubicBezTo>
                <a:lnTo>
                  <a:pt x="1361597" y="2185318"/>
                </a:lnTo>
                <a:cubicBezTo>
                  <a:pt x="1361597" y="2181045"/>
                  <a:pt x="1365061" y="2177581"/>
                  <a:pt x="1369334" y="2177581"/>
                </a:cubicBezTo>
                <a:close/>
                <a:moveTo>
                  <a:pt x="1288906" y="2177581"/>
                </a:moveTo>
                <a:cubicBezTo>
                  <a:pt x="1318815" y="2177581"/>
                  <a:pt x="1343061" y="2201827"/>
                  <a:pt x="1343061" y="2231736"/>
                </a:cubicBezTo>
                <a:cubicBezTo>
                  <a:pt x="1343061" y="2261645"/>
                  <a:pt x="1318815" y="2285891"/>
                  <a:pt x="1288906" y="2285891"/>
                </a:cubicBezTo>
                <a:cubicBezTo>
                  <a:pt x="1258997" y="2285891"/>
                  <a:pt x="1234751" y="2261645"/>
                  <a:pt x="1234751" y="2231736"/>
                </a:cubicBezTo>
                <a:cubicBezTo>
                  <a:pt x="1234751" y="2201827"/>
                  <a:pt x="1258997" y="2177581"/>
                  <a:pt x="1288906" y="2177581"/>
                </a:cubicBezTo>
                <a:close/>
                <a:moveTo>
                  <a:pt x="1162059" y="2177581"/>
                </a:moveTo>
                <a:cubicBezTo>
                  <a:pt x="1191968" y="2177581"/>
                  <a:pt x="1216214" y="2201827"/>
                  <a:pt x="1216214" y="2231736"/>
                </a:cubicBezTo>
                <a:cubicBezTo>
                  <a:pt x="1216214" y="2261645"/>
                  <a:pt x="1191968" y="2285891"/>
                  <a:pt x="1162059" y="2285891"/>
                </a:cubicBezTo>
                <a:cubicBezTo>
                  <a:pt x="1132150" y="2285891"/>
                  <a:pt x="1107904" y="2261645"/>
                  <a:pt x="1107904" y="2231736"/>
                </a:cubicBezTo>
                <a:cubicBezTo>
                  <a:pt x="1107904" y="2201827"/>
                  <a:pt x="1132150" y="2177581"/>
                  <a:pt x="1162059" y="2177581"/>
                </a:cubicBezTo>
                <a:close/>
                <a:moveTo>
                  <a:pt x="1081632" y="2177581"/>
                </a:moveTo>
                <a:cubicBezTo>
                  <a:pt x="1085905" y="2177581"/>
                  <a:pt x="1089369" y="2181045"/>
                  <a:pt x="1089369" y="2185318"/>
                </a:cubicBezTo>
                <a:cubicBezTo>
                  <a:pt x="1089369" y="2216264"/>
                  <a:pt x="1089368" y="2247209"/>
                  <a:pt x="1089368" y="2278155"/>
                </a:cubicBezTo>
                <a:lnTo>
                  <a:pt x="1081632" y="2285891"/>
                </a:lnTo>
                <a:cubicBezTo>
                  <a:pt x="1077359" y="2285891"/>
                  <a:pt x="1073895" y="2282427"/>
                  <a:pt x="1073895" y="2278154"/>
                </a:cubicBezTo>
                <a:lnTo>
                  <a:pt x="1073895" y="2185318"/>
                </a:lnTo>
                <a:cubicBezTo>
                  <a:pt x="1073895" y="2181045"/>
                  <a:pt x="1077359" y="2177581"/>
                  <a:pt x="1081632" y="2177581"/>
                </a:cubicBezTo>
                <a:close/>
                <a:moveTo>
                  <a:pt x="1001203" y="2177581"/>
                </a:moveTo>
                <a:cubicBezTo>
                  <a:pt x="1031112" y="2177581"/>
                  <a:pt x="1055358" y="2201827"/>
                  <a:pt x="1055358" y="2231736"/>
                </a:cubicBezTo>
                <a:cubicBezTo>
                  <a:pt x="1055358" y="2261645"/>
                  <a:pt x="1031112" y="2285891"/>
                  <a:pt x="1001203" y="2285891"/>
                </a:cubicBezTo>
                <a:cubicBezTo>
                  <a:pt x="971294" y="2285891"/>
                  <a:pt x="947048" y="2261645"/>
                  <a:pt x="947048" y="2231736"/>
                </a:cubicBezTo>
                <a:cubicBezTo>
                  <a:pt x="947048" y="2201827"/>
                  <a:pt x="971294" y="2177581"/>
                  <a:pt x="1001203" y="2177581"/>
                </a:cubicBezTo>
                <a:close/>
                <a:moveTo>
                  <a:pt x="920775" y="2177581"/>
                </a:moveTo>
                <a:cubicBezTo>
                  <a:pt x="925048" y="2177581"/>
                  <a:pt x="928512" y="2181045"/>
                  <a:pt x="928512" y="2185318"/>
                </a:cubicBezTo>
                <a:cubicBezTo>
                  <a:pt x="928512" y="2216264"/>
                  <a:pt x="928511" y="2247209"/>
                  <a:pt x="928511" y="2278155"/>
                </a:cubicBezTo>
                <a:lnTo>
                  <a:pt x="920775" y="2285891"/>
                </a:lnTo>
                <a:cubicBezTo>
                  <a:pt x="916502" y="2285891"/>
                  <a:pt x="913038" y="2282427"/>
                  <a:pt x="913038" y="2278154"/>
                </a:cubicBezTo>
                <a:lnTo>
                  <a:pt x="913038" y="2185318"/>
                </a:lnTo>
                <a:cubicBezTo>
                  <a:pt x="913114" y="2181045"/>
                  <a:pt x="916550" y="2177581"/>
                  <a:pt x="920775" y="2177581"/>
                </a:cubicBezTo>
                <a:close/>
                <a:moveTo>
                  <a:pt x="840347" y="2177581"/>
                </a:moveTo>
                <a:cubicBezTo>
                  <a:pt x="870256" y="2177581"/>
                  <a:pt x="894502" y="2201827"/>
                  <a:pt x="894502" y="2231736"/>
                </a:cubicBezTo>
                <a:cubicBezTo>
                  <a:pt x="894499" y="2261645"/>
                  <a:pt x="870253" y="2285891"/>
                  <a:pt x="840347" y="2285891"/>
                </a:cubicBezTo>
                <a:cubicBezTo>
                  <a:pt x="810438" y="2285891"/>
                  <a:pt x="786192" y="2261645"/>
                  <a:pt x="786192" y="2231736"/>
                </a:cubicBezTo>
                <a:cubicBezTo>
                  <a:pt x="786192" y="2201827"/>
                  <a:pt x="810438" y="2177581"/>
                  <a:pt x="840347" y="2177581"/>
                </a:cubicBezTo>
                <a:close/>
                <a:moveTo>
                  <a:pt x="713500" y="2177581"/>
                </a:moveTo>
                <a:cubicBezTo>
                  <a:pt x="743409" y="2177581"/>
                  <a:pt x="767655" y="2201827"/>
                  <a:pt x="767655" y="2231736"/>
                </a:cubicBezTo>
                <a:cubicBezTo>
                  <a:pt x="767652" y="2261645"/>
                  <a:pt x="743406" y="2285891"/>
                  <a:pt x="713500" y="2285891"/>
                </a:cubicBezTo>
                <a:cubicBezTo>
                  <a:pt x="683591" y="2285891"/>
                  <a:pt x="659345" y="2261645"/>
                  <a:pt x="659345" y="2231736"/>
                </a:cubicBezTo>
                <a:cubicBezTo>
                  <a:pt x="659345" y="2201827"/>
                  <a:pt x="683591" y="2177581"/>
                  <a:pt x="713500" y="2177581"/>
                </a:cubicBezTo>
                <a:close/>
                <a:moveTo>
                  <a:pt x="552644" y="2177581"/>
                </a:moveTo>
                <a:cubicBezTo>
                  <a:pt x="582553" y="2177581"/>
                  <a:pt x="606799" y="2201827"/>
                  <a:pt x="606799" y="2231736"/>
                </a:cubicBezTo>
                <a:cubicBezTo>
                  <a:pt x="606796" y="2261645"/>
                  <a:pt x="582550" y="2285891"/>
                  <a:pt x="552644" y="2285891"/>
                </a:cubicBezTo>
                <a:cubicBezTo>
                  <a:pt x="522735" y="2285891"/>
                  <a:pt x="498489" y="2261645"/>
                  <a:pt x="498489" y="2231736"/>
                </a:cubicBezTo>
                <a:cubicBezTo>
                  <a:pt x="498489" y="2201827"/>
                  <a:pt x="522735" y="2177581"/>
                  <a:pt x="552644" y="2177581"/>
                </a:cubicBezTo>
                <a:close/>
                <a:moveTo>
                  <a:pt x="472217" y="2177581"/>
                </a:moveTo>
                <a:cubicBezTo>
                  <a:pt x="476490" y="2177581"/>
                  <a:pt x="479954" y="2181045"/>
                  <a:pt x="479954" y="2185318"/>
                </a:cubicBezTo>
                <a:cubicBezTo>
                  <a:pt x="479954" y="2216264"/>
                  <a:pt x="479953" y="2247209"/>
                  <a:pt x="479953" y="2278155"/>
                </a:cubicBezTo>
                <a:lnTo>
                  <a:pt x="472217" y="2285891"/>
                </a:lnTo>
                <a:cubicBezTo>
                  <a:pt x="467944" y="2285891"/>
                  <a:pt x="464480" y="2282427"/>
                  <a:pt x="464480" y="2278154"/>
                </a:cubicBezTo>
                <a:lnTo>
                  <a:pt x="464480" y="2185318"/>
                </a:lnTo>
                <a:cubicBezTo>
                  <a:pt x="464552" y="2181045"/>
                  <a:pt x="467988" y="2177581"/>
                  <a:pt x="472217" y="2177581"/>
                </a:cubicBezTo>
                <a:close/>
                <a:moveTo>
                  <a:pt x="438207" y="2177581"/>
                </a:moveTo>
                <a:cubicBezTo>
                  <a:pt x="442480" y="2177581"/>
                  <a:pt x="445944" y="2181045"/>
                  <a:pt x="445944" y="2185318"/>
                </a:cubicBezTo>
                <a:cubicBezTo>
                  <a:pt x="445944" y="2216264"/>
                  <a:pt x="445943" y="2247209"/>
                  <a:pt x="445943" y="2278155"/>
                </a:cubicBezTo>
                <a:lnTo>
                  <a:pt x="438207" y="2285891"/>
                </a:lnTo>
                <a:cubicBezTo>
                  <a:pt x="433934" y="2285891"/>
                  <a:pt x="430470" y="2282427"/>
                  <a:pt x="430470" y="2278154"/>
                </a:cubicBezTo>
                <a:lnTo>
                  <a:pt x="430470" y="2185318"/>
                </a:lnTo>
                <a:cubicBezTo>
                  <a:pt x="430542" y="2181045"/>
                  <a:pt x="433979" y="2177581"/>
                  <a:pt x="438207" y="2177581"/>
                </a:cubicBezTo>
                <a:close/>
                <a:moveTo>
                  <a:pt x="357778" y="2177581"/>
                </a:moveTo>
                <a:cubicBezTo>
                  <a:pt x="387687" y="2177581"/>
                  <a:pt x="411933" y="2201827"/>
                  <a:pt x="411933" y="2231736"/>
                </a:cubicBezTo>
                <a:cubicBezTo>
                  <a:pt x="411930" y="2261645"/>
                  <a:pt x="387686" y="2285891"/>
                  <a:pt x="357778" y="2285891"/>
                </a:cubicBezTo>
                <a:cubicBezTo>
                  <a:pt x="327869" y="2285891"/>
                  <a:pt x="303623" y="2261645"/>
                  <a:pt x="303623" y="2231736"/>
                </a:cubicBezTo>
                <a:cubicBezTo>
                  <a:pt x="303623" y="2201827"/>
                  <a:pt x="327869" y="2177581"/>
                  <a:pt x="357778" y="2177581"/>
                </a:cubicBezTo>
                <a:close/>
                <a:moveTo>
                  <a:pt x="230932" y="2177581"/>
                </a:moveTo>
                <a:cubicBezTo>
                  <a:pt x="260841" y="2177581"/>
                  <a:pt x="285087" y="2201827"/>
                  <a:pt x="285087" y="2231736"/>
                </a:cubicBezTo>
                <a:cubicBezTo>
                  <a:pt x="285084" y="2261645"/>
                  <a:pt x="260840" y="2285891"/>
                  <a:pt x="230932" y="2285891"/>
                </a:cubicBezTo>
                <a:cubicBezTo>
                  <a:pt x="201023" y="2285891"/>
                  <a:pt x="176777" y="2261645"/>
                  <a:pt x="176777" y="2231736"/>
                </a:cubicBezTo>
                <a:cubicBezTo>
                  <a:pt x="176777" y="2201827"/>
                  <a:pt x="201023" y="2177581"/>
                  <a:pt x="230932" y="2177581"/>
                </a:cubicBezTo>
                <a:close/>
                <a:moveTo>
                  <a:pt x="150504" y="2177581"/>
                </a:moveTo>
                <a:cubicBezTo>
                  <a:pt x="154777" y="2177581"/>
                  <a:pt x="158241" y="2181045"/>
                  <a:pt x="158241" y="2185318"/>
                </a:cubicBezTo>
                <a:cubicBezTo>
                  <a:pt x="158241" y="2216264"/>
                  <a:pt x="158240" y="2247209"/>
                  <a:pt x="158240" y="2278155"/>
                </a:cubicBezTo>
                <a:lnTo>
                  <a:pt x="150504" y="2285891"/>
                </a:lnTo>
                <a:cubicBezTo>
                  <a:pt x="146231" y="2285891"/>
                  <a:pt x="142767" y="2282427"/>
                  <a:pt x="142767" y="2278154"/>
                </a:cubicBezTo>
                <a:lnTo>
                  <a:pt x="142767" y="2185318"/>
                </a:lnTo>
                <a:cubicBezTo>
                  <a:pt x="142826" y="2181045"/>
                  <a:pt x="146267" y="2177581"/>
                  <a:pt x="150504" y="2177581"/>
                </a:cubicBezTo>
                <a:close/>
                <a:moveTo>
                  <a:pt x="70076" y="2177581"/>
                </a:moveTo>
                <a:cubicBezTo>
                  <a:pt x="99985" y="2177581"/>
                  <a:pt x="124231" y="2201827"/>
                  <a:pt x="124231" y="2231736"/>
                </a:cubicBezTo>
                <a:cubicBezTo>
                  <a:pt x="124228" y="2261645"/>
                  <a:pt x="99984" y="2285891"/>
                  <a:pt x="70076" y="2285891"/>
                </a:cubicBezTo>
                <a:cubicBezTo>
                  <a:pt x="40167" y="2285891"/>
                  <a:pt x="15921" y="2261645"/>
                  <a:pt x="15921" y="2231736"/>
                </a:cubicBezTo>
                <a:cubicBezTo>
                  <a:pt x="15921" y="2201827"/>
                  <a:pt x="40167" y="2177581"/>
                  <a:pt x="70076" y="2177581"/>
                </a:cubicBezTo>
                <a:close/>
                <a:moveTo>
                  <a:pt x="7947163" y="2177182"/>
                </a:moveTo>
                <a:cubicBezTo>
                  <a:pt x="7951436" y="2177182"/>
                  <a:pt x="7954900" y="2180646"/>
                  <a:pt x="7954900" y="2184919"/>
                </a:cubicBezTo>
                <a:cubicBezTo>
                  <a:pt x="7954900" y="2215865"/>
                  <a:pt x="7954899" y="2246810"/>
                  <a:pt x="7954899" y="2277756"/>
                </a:cubicBezTo>
                <a:lnTo>
                  <a:pt x="7947163" y="2285492"/>
                </a:lnTo>
                <a:cubicBezTo>
                  <a:pt x="7942890" y="2285492"/>
                  <a:pt x="7939426" y="2282028"/>
                  <a:pt x="7939426" y="2277755"/>
                </a:cubicBezTo>
                <a:lnTo>
                  <a:pt x="7939426" y="2184919"/>
                </a:lnTo>
                <a:cubicBezTo>
                  <a:pt x="7939426" y="2180646"/>
                  <a:pt x="7942890" y="2177182"/>
                  <a:pt x="7947163" y="2177182"/>
                </a:cubicBezTo>
                <a:close/>
                <a:moveTo>
                  <a:pt x="6439519" y="2177182"/>
                </a:moveTo>
                <a:cubicBezTo>
                  <a:pt x="6443792" y="2177182"/>
                  <a:pt x="6447256" y="2180646"/>
                  <a:pt x="6447256" y="2184919"/>
                </a:cubicBezTo>
                <a:lnTo>
                  <a:pt x="6447256" y="2277755"/>
                </a:lnTo>
                <a:cubicBezTo>
                  <a:pt x="6447256" y="2282028"/>
                  <a:pt x="6443792" y="2285492"/>
                  <a:pt x="6439519" y="2285492"/>
                </a:cubicBezTo>
                <a:lnTo>
                  <a:pt x="6431783" y="2277756"/>
                </a:lnTo>
                <a:cubicBezTo>
                  <a:pt x="6431783" y="2246810"/>
                  <a:pt x="6431782" y="2215865"/>
                  <a:pt x="6431782" y="2184919"/>
                </a:cubicBezTo>
                <a:cubicBezTo>
                  <a:pt x="6431782" y="2180646"/>
                  <a:pt x="6435246" y="2177182"/>
                  <a:pt x="6439519" y="2177182"/>
                </a:cubicBezTo>
                <a:close/>
                <a:moveTo>
                  <a:pt x="5220689" y="2177182"/>
                </a:moveTo>
                <a:cubicBezTo>
                  <a:pt x="5224962" y="2177182"/>
                  <a:pt x="5228426" y="2180646"/>
                  <a:pt x="5228426" y="2184919"/>
                </a:cubicBezTo>
                <a:lnTo>
                  <a:pt x="5228426" y="2277755"/>
                </a:lnTo>
                <a:lnTo>
                  <a:pt x="5220689" y="2285492"/>
                </a:lnTo>
                <a:cubicBezTo>
                  <a:pt x="5216416" y="2285493"/>
                  <a:pt x="5212953" y="2282029"/>
                  <a:pt x="5212953" y="2277756"/>
                </a:cubicBezTo>
                <a:cubicBezTo>
                  <a:pt x="5212953" y="2246810"/>
                  <a:pt x="5212952" y="2215865"/>
                  <a:pt x="5212952" y="2184919"/>
                </a:cubicBezTo>
                <a:cubicBezTo>
                  <a:pt x="5212952" y="2180646"/>
                  <a:pt x="5216416" y="2177182"/>
                  <a:pt x="5220689" y="2177182"/>
                </a:cubicBezTo>
                <a:close/>
                <a:moveTo>
                  <a:pt x="4289562" y="2177182"/>
                </a:moveTo>
                <a:cubicBezTo>
                  <a:pt x="4293835" y="2177182"/>
                  <a:pt x="4297299" y="2180646"/>
                  <a:pt x="4297299" y="2184919"/>
                </a:cubicBezTo>
                <a:cubicBezTo>
                  <a:pt x="4297299" y="2215865"/>
                  <a:pt x="4297298" y="2246810"/>
                  <a:pt x="4297298" y="2277756"/>
                </a:cubicBezTo>
                <a:lnTo>
                  <a:pt x="4289562" y="2285492"/>
                </a:lnTo>
                <a:cubicBezTo>
                  <a:pt x="4285289" y="2285492"/>
                  <a:pt x="4281825" y="2282028"/>
                  <a:pt x="4281825" y="2277755"/>
                </a:cubicBezTo>
                <a:lnTo>
                  <a:pt x="4281825" y="2184919"/>
                </a:lnTo>
                <a:cubicBezTo>
                  <a:pt x="4281825" y="2180646"/>
                  <a:pt x="4285289" y="2177182"/>
                  <a:pt x="4289562" y="2177182"/>
                </a:cubicBezTo>
                <a:close/>
                <a:moveTo>
                  <a:pt x="2783029" y="2177182"/>
                </a:moveTo>
                <a:cubicBezTo>
                  <a:pt x="2787302" y="2177182"/>
                  <a:pt x="2790766" y="2180646"/>
                  <a:pt x="2790766" y="2184919"/>
                </a:cubicBezTo>
                <a:lnTo>
                  <a:pt x="2790766" y="2277755"/>
                </a:lnTo>
                <a:lnTo>
                  <a:pt x="2783029" y="2285492"/>
                </a:lnTo>
                <a:cubicBezTo>
                  <a:pt x="2778756" y="2285493"/>
                  <a:pt x="2775293" y="2282029"/>
                  <a:pt x="2775293" y="2277756"/>
                </a:cubicBezTo>
                <a:cubicBezTo>
                  <a:pt x="2775293" y="2246810"/>
                  <a:pt x="2775292" y="2215865"/>
                  <a:pt x="2775292" y="2184919"/>
                </a:cubicBezTo>
                <a:cubicBezTo>
                  <a:pt x="2775292" y="2180646"/>
                  <a:pt x="2778756" y="2177182"/>
                  <a:pt x="2783029" y="2177182"/>
                </a:cubicBezTo>
                <a:close/>
                <a:moveTo>
                  <a:pt x="1851903" y="2177182"/>
                </a:moveTo>
                <a:cubicBezTo>
                  <a:pt x="1856176" y="2177182"/>
                  <a:pt x="1859640" y="2180646"/>
                  <a:pt x="1859640" y="2184919"/>
                </a:cubicBezTo>
                <a:cubicBezTo>
                  <a:pt x="1859640" y="2215865"/>
                  <a:pt x="1859639" y="2246810"/>
                  <a:pt x="1859639" y="2277756"/>
                </a:cubicBezTo>
                <a:lnTo>
                  <a:pt x="1851903" y="2285492"/>
                </a:lnTo>
                <a:cubicBezTo>
                  <a:pt x="1847630" y="2285492"/>
                  <a:pt x="1844166" y="2282028"/>
                  <a:pt x="1844166" y="2277755"/>
                </a:cubicBezTo>
                <a:lnTo>
                  <a:pt x="1844166" y="2184919"/>
                </a:lnTo>
                <a:cubicBezTo>
                  <a:pt x="1844166" y="2180646"/>
                  <a:pt x="1847630" y="2177182"/>
                  <a:pt x="1851903" y="2177182"/>
                </a:cubicBezTo>
                <a:close/>
                <a:moveTo>
                  <a:pt x="633073" y="2177182"/>
                </a:moveTo>
                <a:cubicBezTo>
                  <a:pt x="637346" y="2177182"/>
                  <a:pt x="640810" y="2180646"/>
                  <a:pt x="640810" y="2184919"/>
                </a:cubicBezTo>
                <a:cubicBezTo>
                  <a:pt x="640810" y="2215865"/>
                  <a:pt x="640809" y="2246810"/>
                  <a:pt x="640809" y="2277756"/>
                </a:cubicBezTo>
                <a:lnTo>
                  <a:pt x="633073" y="2285492"/>
                </a:lnTo>
                <a:cubicBezTo>
                  <a:pt x="628800" y="2285492"/>
                  <a:pt x="625336" y="2282028"/>
                  <a:pt x="625336" y="2277755"/>
                </a:cubicBezTo>
                <a:lnTo>
                  <a:pt x="625336" y="2184919"/>
                </a:lnTo>
                <a:cubicBezTo>
                  <a:pt x="625363" y="2180646"/>
                  <a:pt x="628800" y="2177182"/>
                  <a:pt x="633073" y="2177182"/>
                </a:cubicBezTo>
                <a:close/>
                <a:moveTo>
                  <a:pt x="9100848" y="2062874"/>
                </a:moveTo>
                <a:cubicBezTo>
                  <a:pt x="9079390" y="2062874"/>
                  <a:pt x="9061995" y="2080269"/>
                  <a:pt x="9061995" y="2101727"/>
                </a:cubicBezTo>
                <a:cubicBezTo>
                  <a:pt x="9061995" y="2123185"/>
                  <a:pt x="9079390" y="2140580"/>
                  <a:pt x="9100848" y="2140580"/>
                </a:cubicBezTo>
                <a:cubicBezTo>
                  <a:pt x="9122306" y="2140580"/>
                  <a:pt x="9139701" y="2123185"/>
                  <a:pt x="9139701" y="2101727"/>
                </a:cubicBezTo>
                <a:cubicBezTo>
                  <a:pt x="9139701" y="2080269"/>
                  <a:pt x="9122306" y="2062874"/>
                  <a:pt x="9100848" y="2062874"/>
                </a:cubicBezTo>
                <a:close/>
                <a:moveTo>
                  <a:pt x="8944577" y="2062874"/>
                </a:moveTo>
                <a:cubicBezTo>
                  <a:pt x="8923119" y="2062874"/>
                  <a:pt x="8905724" y="2080269"/>
                  <a:pt x="8905724" y="2101727"/>
                </a:cubicBezTo>
                <a:cubicBezTo>
                  <a:pt x="8905724" y="2123185"/>
                  <a:pt x="8923119" y="2140580"/>
                  <a:pt x="8944577" y="2140580"/>
                </a:cubicBezTo>
                <a:cubicBezTo>
                  <a:pt x="8966035" y="2140580"/>
                  <a:pt x="8983430" y="2123185"/>
                  <a:pt x="8983430" y="2101727"/>
                </a:cubicBezTo>
                <a:cubicBezTo>
                  <a:pt x="8983430" y="2080269"/>
                  <a:pt x="8966035" y="2062874"/>
                  <a:pt x="8944577" y="2062874"/>
                </a:cubicBezTo>
                <a:close/>
                <a:moveTo>
                  <a:pt x="8820023" y="2062874"/>
                </a:moveTo>
                <a:cubicBezTo>
                  <a:pt x="8798565" y="2062874"/>
                  <a:pt x="8781170" y="2080269"/>
                  <a:pt x="8781170" y="2101727"/>
                </a:cubicBezTo>
                <a:cubicBezTo>
                  <a:pt x="8781170" y="2123185"/>
                  <a:pt x="8798565" y="2140580"/>
                  <a:pt x="8820023" y="2140580"/>
                </a:cubicBezTo>
                <a:cubicBezTo>
                  <a:pt x="8841481" y="2140580"/>
                  <a:pt x="8858876" y="2123185"/>
                  <a:pt x="8858876" y="2101727"/>
                </a:cubicBezTo>
                <a:cubicBezTo>
                  <a:pt x="8858876" y="2080269"/>
                  <a:pt x="8841481" y="2062874"/>
                  <a:pt x="8820023" y="2062874"/>
                </a:cubicBezTo>
                <a:close/>
                <a:moveTo>
                  <a:pt x="8632036" y="2062874"/>
                </a:moveTo>
                <a:cubicBezTo>
                  <a:pt x="8610578" y="2062874"/>
                  <a:pt x="8593183" y="2080269"/>
                  <a:pt x="8593183" y="2101727"/>
                </a:cubicBezTo>
                <a:cubicBezTo>
                  <a:pt x="8593183" y="2123185"/>
                  <a:pt x="8610578" y="2140580"/>
                  <a:pt x="8632036" y="2140580"/>
                </a:cubicBezTo>
                <a:cubicBezTo>
                  <a:pt x="8653494" y="2140580"/>
                  <a:pt x="8670889" y="2123185"/>
                  <a:pt x="8670889" y="2101727"/>
                </a:cubicBezTo>
                <a:cubicBezTo>
                  <a:pt x="8670889" y="2080269"/>
                  <a:pt x="8653494" y="2062874"/>
                  <a:pt x="8632036" y="2062874"/>
                </a:cubicBezTo>
                <a:close/>
                <a:moveTo>
                  <a:pt x="8475766" y="2062874"/>
                </a:moveTo>
                <a:cubicBezTo>
                  <a:pt x="8454308" y="2062874"/>
                  <a:pt x="8436913" y="2080269"/>
                  <a:pt x="8436913" y="2101727"/>
                </a:cubicBezTo>
                <a:cubicBezTo>
                  <a:pt x="8436913" y="2123185"/>
                  <a:pt x="8454308" y="2140580"/>
                  <a:pt x="8475766" y="2140580"/>
                </a:cubicBezTo>
                <a:cubicBezTo>
                  <a:pt x="8497224" y="2140580"/>
                  <a:pt x="8514619" y="2123185"/>
                  <a:pt x="8514619" y="2101727"/>
                </a:cubicBezTo>
                <a:cubicBezTo>
                  <a:pt x="8514619" y="2080269"/>
                  <a:pt x="8497224" y="2062874"/>
                  <a:pt x="8475766" y="2062874"/>
                </a:cubicBezTo>
                <a:close/>
                <a:moveTo>
                  <a:pt x="8351212" y="2062874"/>
                </a:moveTo>
                <a:cubicBezTo>
                  <a:pt x="8329754" y="2062874"/>
                  <a:pt x="8312359" y="2080269"/>
                  <a:pt x="8312359" y="2101727"/>
                </a:cubicBezTo>
                <a:cubicBezTo>
                  <a:pt x="8312359" y="2123185"/>
                  <a:pt x="8329754" y="2140580"/>
                  <a:pt x="8351212" y="2140580"/>
                </a:cubicBezTo>
                <a:cubicBezTo>
                  <a:pt x="8372670" y="2140580"/>
                  <a:pt x="8390065" y="2123185"/>
                  <a:pt x="8390065" y="2101727"/>
                </a:cubicBezTo>
                <a:cubicBezTo>
                  <a:pt x="8390065" y="2080269"/>
                  <a:pt x="8372670" y="2062874"/>
                  <a:pt x="8351212" y="2062874"/>
                </a:cubicBezTo>
                <a:close/>
                <a:moveTo>
                  <a:pt x="8194942" y="2062874"/>
                </a:moveTo>
                <a:cubicBezTo>
                  <a:pt x="8173484" y="2062874"/>
                  <a:pt x="8156089" y="2080269"/>
                  <a:pt x="8156089" y="2101727"/>
                </a:cubicBezTo>
                <a:cubicBezTo>
                  <a:pt x="8156089" y="2123185"/>
                  <a:pt x="8173484" y="2140580"/>
                  <a:pt x="8194942" y="2140580"/>
                </a:cubicBezTo>
                <a:cubicBezTo>
                  <a:pt x="8216400" y="2140580"/>
                  <a:pt x="8233795" y="2123185"/>
                  <a:pt x="8233795" y="2101727"/>
                </a:cubicBezTo>
                <a:cubicBezTo>
                  <a:pt x="8233795" y="2080269"/>
                  <a:pt x="8216400" y="2062874"/>
                  <a:pt x="8194942" y="2062874"/>
                </a:cubicBezTo>
                <a:close/>
                <a:moveTo>
                  <a:pt x="8006955" y="2062874"/>
                </a:moveTo>
                <a:cubicBezTo>
                  <a:pt x="7985497" y="2062874"/>
                  <a:pt x="7968102" y="2080269"/>
                  <a:pt x="7968102" y="2101727"/>
                </a:cubicBezTo>
                <a:cubicBezTo>
                  <a:pt x="7968102" y="2123185"/>
                  <a:pt x="7985497" y="2140580"/>
                  <a:pt x="8006955" y="2140580"/>
                </a:cubicBezTo>
                <a:cubicBezTo>
                  <a:pt x="8028413" y="2140580"/>
                  <a:pt x="8045808" y="2123185"/>
                  <a:pt x="8045808" y="2101727"/>
                </a:cubicBezTo>
                <a:cubicBezTo>
                  <a:pt x="8045808" y="2080269"/>
                  <a:pt x="8028413" y="2062874"/>
                  <a:pt x="8006955" y="2062874"/>
                </a:cubicBezTo>
                <a:close/>
                <a:moveTo>
                  <a:pt x="7882401" y="2062874"/>
                </a:moveTo>
                <a:cubicBezTo>
                  <a:pt x="7860943" y="2062874"/>
                  <a:pt x="7843548" y="2080269"/>
                  <a:pt x="7843548" y="2101727"/>
                </a:cubicBezTo>
                <a:cubicBezTo>
                  <a:pt x="7843548" y="2123185"/>
                  <a:pt x="7860943" y="2140580"/>
                  <a:pt x="7882401" y="2140580"/>
                </a:cubicBezTo>
                <a:cubicBezTo>
                  <a:pt x="7903859" y="2140580"/>
                  <a:pt x="7921254" y="2123185"/>
                  <a:pt x="7921254" y="2101727"/>
                </a:cubicBezTo>
                <a:cubicBezTo>
                  <a:pt x="7921254" y="2080269"/>
                  <a:pt x="7903859" y="2062874"/>
                  <a:pt x="7882401" y="2062874"/>
                </a:cubicBezTo>
                <a:close/>
                <a:moveTo>
                  <a:pt x="7726130" y="2062874"/>
                </a:moveTo>
                <a:cubicBezTo>
                  <a:pt x="7704672" y="2062874"/>
                  <a:pt x="7687277" y="2080269"/>
                  <a:pt x="7687277" y="2101727"/>
                </a:cubicBezTo>
                <a:cubicBezTo>
                  <a:pt x="7687277" y="2123185"/>
                  <a:pt x="7704672" y="2140580"/>
                  <a:pt x="7726130" y="2140580"/>
                </a:cubicBezTo>
                <a:cubicBezTo>
                  <a:pt x="7747588" y="2140580"/>
                  <a:pt x="7764983" y="2123185"/>
                  <a:pt x="7764983" y="2101727"/>
                </a:cubicBezTo>
                <a:cubicBezTo>
                  <a:pt x="7764983" y="2080269"/>
                  <a:pt x="7747588" y="2062874"/>
                  <a:pt x="7726130" y="2062874"/>
                </a:cubicBezTo>
                <a:close/>
                <a:moveTo>
                  <a:pt x="7601576" y="2062874"/>
                </a:moveTo>
                <a:cubicBezTo>
                  <a:pt x="7580118" y="2062874"/>
                  <a:pt x="7562723" y="2080269"/>
                  <a:pt x="7562723" y="2101727"/>
                </a:cubicBezTo>
                <a:cubicBezTo>
                  <a:pt x="7562723" y="2123185"/>
                  <a:pt x="7580118" y="2140580"/>
                  <a:pt x="7601576" y="2140580"/>
                </a:cubicBezTo>
                <a:cubicBezTo>
                  <a:pt x="7623034" y="2140580"/>
                  <a:pt x="7640429" y="2123185"/>
                  <a:pt x="7640429" y="2101727"/>
                </a:cubicBezTo>
                <a:cubicBezTo>
                  <a:pt x="7640429" y="2080269"/>
                  <a:pt x="7623034" y="2062874"/>
                  <a:pt x="7601576" y="2062874"/>
                </a:cubicBezTo>
                <a:close/>
                <a:moveTo>
                  <a:pt x="7413589" y="2062874"/>
                </a:moveTo>
                <a:cubicBezTo>
                  <a:pt x="7392131" y="2062874"/>
                  <a:pt x="7374736" y="2080269"/>
                  <a:pt x="7374736" y="2101727"/>
                </a:cubicBezTo>
                <a:cubicBezTo>
                  <a:pt x="7374736" y="2123185"/>
                  <a:pt x="7392131" y="2140580"/>
                  <a:pt x="7413589" y="2140580"/>
                </a:cubicBezTo>
                <a:cubicBezTo>
                  <a:pt x="7435047" y="2140580"/>
                  <a:pt x="7452442" y="2123185"/>
                  <a:pt x="7452442" y="2101727"/>
                </a:cubicBezTo>
                <a:cubicBezTo>
                  <a:pt x="7452442" y="2080269"/>
                  <a:pt x="7435047" y="2062874"/>
                  <a:pt x="7413589" y="2062874"/>
                </a:cubicBezTo>
                <a:close/>
                <a:moveTo>
                  <a:pt x="7257319" y="2062874"/>
                </a:moveTo>
                <a:cubicBezTo>
                  <a:pt x="7235861" y="2062874"/>
                  <a:pt x="7218466" y="2080269"/>
                  <a:pt x="7218466" y="2101727"/>
                </a:cubicBezTo>
                <a:cubicBezTo>
                  <a:pt x="7218466" y="2123185"/>
                  <a:pt x="7235861" y="2140580"/>
                  <a:pt x="7257319" y="2140580"/>
                </a:cubicBezTo>
                <a:cubicBezTo>
                  <a:pt x="7278777" y="2140580"/>
                  <a:pt x="7296172" y="2123185"/>
                  <a:pt x="7296172" y="2101727"/>
                </a:cubicBezTo>
                <a:cubicBezTo>
                  <a:pt x="7296172" y="2080269"/>
                  <a:pt x="7278777" y="2062874"/>
                  <a:pt x="7257319" y="2062874"/>
                </a:cubicBezTo>
                <a:close/>
                <a:moveTo>
                  <a:pt x="7129359" y="2062874"/>
                </a:moveTo>
                <a:cubicBezTo>
                  <a:pt x="7107901" y="2062874"/>
                  <a:pt x="7090506" y="2080269"/>
                  <a:pt x="7090506" y="2101727"/>
                </a:cubicBezTo>
                <a:cubicBezTo>
                  <a:pt x="7090506" y="2123185"/>
                  <a:pt x="7107901" y="2140580"/>
                  <a:pt x="7129359" y="2140580"/>
                </a:cubicBezTo>
                <a:cubicBezTo>
                  <a:pt x="7150817" y="2140580"/>
                  <a:pt x="7168212" y="2123185"/>
                  <a:pt x="7168212" y="2101727"/>
                </a:cubicBezTo>
                <a:cubicBezTo>
                  <a:pt x="7168212" y="2080269"/>
                  <a:pt x="7150817" y="2062874"/>
                  <a:pt x="7129359" y="2062874"/>
                </a:cubicBezTo>
                <a:close/>
                <a:moveTo>
                  <a:pt x="6973087" y="2062874"/>
                </a:moveTo>
                <a:cubicBezTo>
                  <a:pt x="6951629" y="2062874"/>
                  <a:pt x="6934234" y="2080269"/>
                  <a:pt x="6934234" y="2101727"/>
                </a:cubicBezTo>
                <a:cubicBezTo>
                  <a:pt x="6934234" y="2123185"/>
                  <a:pt x="6951629" y="2140580"/>
                  <a:pt x="6973087" y="2140580"/>
                </a:cubicBezTo>
                <a:cubicBezTo>
                  <a:pt x="6994545" y="2140580"/>
                  <a:pt x="7011940" y="2123185"/>
                  <a:pt x="7011940" y="2101727"/>
                </a:cubicBezTo>
                <a:cubicBezTo>
                  <a:pt x="7011940" y="2080269"/>
                  <a:pt x="6994545" y="2062874"/>
                  <a:pt x="6973087" y="2062874"/>
                </a:cubicBezTo>
                <a:close/>
                <a:moveTo>
                  <a:pt x="6785100" y="2062874"/>
                </a:moveTo>
                <a:cubicBezTo>
                  <a:pt x="6763642" y="2062874"/>
                  <a:pt x="6746247" y="2080269"/>
                  <a:pt x="6746247" y="2101727"/>
                </a:cubicBezTo>
                <a:cubicBezTo>
                  <a:pt x="6746247" y="2123185"/>
                  <a:pt x="6763642" y="2140580"/>
                  <a:pt x="6785100" y="2140580"/>
                </a:cubicBezTo>
                <a:cubicBezTo>
                  <a:pt x="6806558" y="2140580"/>
                  <a:pt x="6823953" y="2123185"/>
                  <a:pt x="6823953" y="2101727"/>
                </a:cubicBezTo>
                <a:cubicBezTo>
                  <a:pt x="6823953" y="2080269"/>
                  <a:pt x="6806558" y="2062874"/>
                  <a:pt x="6785100" y="2062874"/>
                </a:cubicBezTo>
                <a:close/>
                <a:moveTo>
                  <a:pt x="6660546" y="2062874"/>
                </a:moveTo>
                <a:cubicBezTo>
                  <a:pt x="6639088" y="2062874"/>
                  <a:pt x="6621693" y="2080269"/>
                  <a:pt x="6621693" y="2101727"/>
                </a:cubicBezTo>
                <a:cubicBezTo>
                  <a:pt x="6621693" y="2123185"/>
                  <a:pt x="6639088" y="2140580"/>
                  <a:pt x="6660546" y="2140580"/>
                </a:cubicBezTo>
                <a:cubicBezTo>
                  <a:pt x="6682004" y="2140580"/>
                  <a:pt x="6699399" y="2123185"/>
                  <a:pt x="6699399" y="2101727"/>
                </a:cubicBezTo>
                <a:cubicBezTo>
                  <a:pt x="6699399" y="2080269"/>
                  <a:pt x="6682004" y="2062874"/>
                  <a:pt x="6660546" y="2062874"/>
                </a:cubicBezTo>
                <a:close/>
                <a:moveTo>
                  <a:pt x="6504275" y="2062874"/>
                </a:moveTo>
                <a:cubicBezTo>
                  <a:pt x="6482817" y="2062874"/>
                  <a:pt x="6465422" y="2080269"/>
                  <a:pt x="6465422" y="2101727"/>
                </a:cubicBezTo>
                <a:cubicBezTo>
                  <a:pt x="6465422" y="2123185"/>
                  <a:pt x="6482817" y="2140580"/>
                  <a:pt x="6504275" y="2140580"/>
                </a:cubicBezTo>
                <a:cubicBezTo>
                  <a:pt x="6525733" y="2140580"/>
                  <a:pt x="6543128" y="2123185"/>
                  <a:pt x="6543128" y="2101727"/>
                </a:cubicBezTo>
                <a:cubicBezTo>
                  <a:pt x="6543128" y="2080269"/>
                  <a:pt x="6525733" y="2062874"/>
                  <a:pt x="6504275" y="2062874"/>
                </a:cubicBezTo>
                <a:close/>
                <a:moveTo>
                  <a:pt x="6379721" y="2062874"/>
                </a:moveTo>
                <a:cubicBezTo>
                  <a:pt x="6358263" y="2062874"/>
                  <a:pt x="6340868" y="2080269"/>
                  <a:pt x="6340868" y="2101727"/>
                </a:cubicBezTo>
                <a:cubicBezTo>
                  <a:pt x="6340868" y="2123185"/>
                  <a:pt x="6358263" y="2140580"/>
                  <a:pt x="6379721" y="2140580"/>
                </a:cubicBezTo>
                <a:cubicBezTo>
                  <a:pt x="6401179" y="2140580"/>
                  <a:pt x="6418574" y="2123185"/>
                  <a:pt x="6418574" y="2101727"/>
                </a:cubicBezTo>
                <a:cubicBezTo>
                  <a:pt x="6418574" y="2080269"/>
                  <a:pt x="6401179" y="2062874"/>
                  <a:pt x="6379721" y="2062874"/>
                </a:cubicBezTo>
                <a:close/>
                <a:moveTo>
                  <a:pt x="6191734" y="2062874"/>
                </a:moveTo>
                <a:cubicBezTo>
                  <a:pt x="6170276" y="2062874"/>
                  <a:pt x="6152881" y="2080269"/>
                  <a:pt x="6152881" y="2101727"/>
                </a:cubicBezTo>
                <a:cubicBezTo>
                  <a:pt x="6152881" y="2123185"/>
                  <a:pt x="6170276" y="2140580"/>
                  <a:pt x="6191734" y="2140580"/>
                </a:cubicBezTo>
                <a:cubicBezTo>
                  <a:pt x="6213192" y="2140580"/>
                  <a:pt x="6230587" y="2123185"/>
                  <a:pt x="6230587" y="2101727"/>
                </a:cubicBezTo>
                <a:cubicBezTo>
                  <a:pt x="6230587" y="2080269"/>
                  <a:pt x="6213192" y="2062874"/>
                  <a:pt x="6191734" y="2062874"/>
                </a:cubicBezTo>
                <a:close/>
                <a:moveTo>
                  <a:pt x="6035464" y="2062874"/>
                </a:moveTo>
                <a:cubicBezTo>
                  <a:pt x="6014006" y="2062874"/>
                  <a:pt x="5996611" y="2080269"/>
                  <a:pt x="5996611" y="2101727"/>
                </a:cubicBezTo>
                <a:cubicBezTo>
                  <a:pt x="5996611" y="2123185"/>
                  <a:pt x="6014006" y="2140580"/>
                  <a:pt x="6035464" y="2140580"/>
                </a:cubicBezTo>
                <a:cubicBezTo>
                  <a:pt x="6056922" y="2140580"/>
                  <a:pt x="6074317" y="2123185"/>
                  <a:pt x="6074317" y="2101727"/>
                </a:cubicBezTo>
                <a:cubicBezTo>
                  <a:pt x="6074317" y="2080269"/>
                  <a:pt x="6056922" y="2062874"/>
                  <a:pt x="6035464" y="2062874"/>
                </a:cubicBezTo>
                <a:close/>
                <a:moveTo>
                  <a:pt x="5910910" y="2062874"/>
                </a:moveTo>
                <a:cubicBezTo>
                  <a:pt x="5889452" y="2062874"/>
                  <a:pt x="5872057" y="2080269"/>
                  <a:pt x="5872057" y="2101727"/>
                </a:cubicBezTo>
                <a:cubicBezTo>
                  <a:pt x="5872057" y="2123185"/>
                  <a:pt x="5889452" y="2140580"/>
                  <a:pt x="5910910" y="2140580"/>
                </a:cubicBezTo>
                <a:cubicBezTo>
                  <a:pt x="5932368" y="2140580"/>
                  <a:pt x="5949763" y="2123185"/>
                  <a:pt x="5949763" y="2101727"/>
                </a:cubicBezTo>
                <a:cubicBezTo>
                  <a:pt x="5949763" y="2080269"/>
                  <a:pt x="5932368" y="2062874"/>
                  <a:pt x="5910910" y="2062874"/>
                </a:cubicBezTo>
                <a:close/>
                <a:moveTo>
                  <a:pt x="5754640" y="2062874"/>
                </a:moveTo>
                <a:cubicBezTo>
                  <a:pt x="5733182" y="2062874"/>
                  <a:pt x="5715787" y="2080269"/>
                  <a:pt x="5715787" y="2101727"/>
                </a:cubicBezTo>
                <a:cubicBezTo>
                  <a:pt x="5715787" y="2123185"/>
                  <a:pt x="5733182" y="2140580"/>
                  <a:pt x="5754640" y="2140580"/>
                </a:cubicBezTo>
                <a:cubicBezTo>
                  <a:pt x="5776098" y="2140580"/>
                  <a:pt x="5793493" y="2123185"/>
                  <a:pt x="5793493" y="2101727"/>
                </a:cubicBezTo>
                <a:cubicBezTo>
                  <a:pt x="5793493" y="2080269"/>
                  <a:pt x="5776098" y="2062874"/>
                  <a:pt x="5754640" y="2062874"/>
                </a:cubicBezTo>
                <a:close/>
                <a:moveTo>
                  <a:pt x="5566653" y="2062874"/>
                </a:moveTo>
                <a:cubicBezTo>
                  <a:pt x="5545195" y="2062874"/>
                  <a:pt x="5527800" y="2080269"/>
                  <a:pt x="5527800" y="2101727"/>
                </a:cubicBezTo>
                <a:cubicBezTo>
                  <a:pt x="5527800" y="2123185"/>
                  <a:pt x="5545195" y="2140580"/>
                  <a:pt x="5566653" y="2140580"/>
                </a:cubicBezTo>
                <a:cubicBezTo>
                  <a:pt x="5588111" y="2140580"/>
                  <a:pt x="5605506" y="2123185"/>
                  <a:pt x="5605506" y="2101727"/>
                </a:cubicBezTo>
                <a:cubicBezTo>
                  <a:pt x="5605506" y="2080269"/>
                  <a:pt x="5588111" y="2062874"/>
                  <a:pt x="5566653" y="2062874"/>
                </a:cubicBezTo>
                <a:close/>
                <a:moveTo>
                  <a:pt x="5442099" y="2062874"/>
                </a:moveTo>
                <a:cubicBezTo>
                  <a:pt x="5420641" y="2062874"/>
                  <a:pt x="5403246" y="2080269"/>
                  <a:pt x="5403246" y="2101727"/>
                </a:cubicBezTo>
                <a:cubicBezTo>
                  <a:pt x="5403246" y="2123185"/>
                  <a:pt x="5420641" y="2140580"/>
                  <a:pt x="5442099" y="2140580"/>
                </a:cubicBezTo>
                <a:cubicBezTo>
                  <a:pt x="5463557" y="2140580"/>
                  <a:pt x="5480952" y="2123185"/>
                  <a:pt x="5480952" y="2101727"/>
                </a:cubicBezTo>
                <a:cubicBezTo>
                  <a:pt x="5480952" y="2080269"/>
                  <a:pt x="5463557" y="2062874"/>
                  <a:pt x="5442099" y="2062874"/>
                </a:cubicBezTo>
                <a:close/>
                <a:moveTo>
                  <a:pt x="5285828" y="2062874"/>
                </a:moveTo>
                <a:cubicBezTo>
                  <a:pt x="5264370" y="2062874"/>
                  <a:pt x="5246975" y="2080269"/>
                  <a:pt x="5246975" y="2101727"/>
                </a:cubicBezTo>
                <a:cubicBezTo>
                  <a:pt x="5246975" y="2123185"/>
                  <a:pt x="5264370" y="2140580"/>
                  <a:pt x="5285828" y="2140580"/>
                </a:cubicBezTo>
                <a:cubicBezTo>
                  <a:pt x="5307286" y="2140580"/>
                  <a:pt x="5324681" y="2123185"/>
                  <a:pt x="5324681" y="2101727"/>
                </a:cubicBezTo>
                <a:cubicBezTo>
                  <a:pt x="5324681" y="2080269"/>
                  <a:pt x="5307286" y="2062874"/>
                  <a:pt x="5285828" y="2062874"/>
                </a:cubicBezTo>
                <a:close/>
                <a:moveTo>
                  <a:pt x="5161274" y="2062874"/>
                </a:moveTo>
                <a:cubicBezTo>
                  <a:pt x="5139816" y="2062874"/>
                  <a:pt x="5122421" y="2080269"/>
                  <a:pt x="5122421" y="2101727"/>
                </a:cubicBezTo>
                <a:cubicBezTo>
                  <a:pt x="5122421" y="2123185"/>
                  <a:pt x="5139816" y="2140580"/>
                  <a:pt x="5161274" y="2140580"/>
                </a:cubicBezTo>
                <a:cubicBezTo>
                  <a:pt x="5182732" y="2140580"/>
                  <a:pt x="5200127" y="2123185"/>
                  <a:pt x="5200127" y="2101727"/>
                </a:cubicBezTo>
                <a:cubicBezTo>
                  <a:pt x="5200127" y="2080269"/>
                  <a:pt x="5182732" y="2062874"/>
                  <a:pt x="5161274" y="2062874"/>
                </a:cubicBezTo>
                <a:close/>
                <a:moveTo>
                  <a:pt x="4973287" y="2062874"/>
                </a:moveTo>
                <a:cubicBezTo>
                  <a:pt x="4951829" y="2062874"/>
                  <a:pt x="4934434" y="2080269"/>
                  <a:pt x="4934434" y="2101727"/>
                </a:cubicBezTo>
                <a:cubicBezTo>
                  <a:pt x="4934434" y="2123185"/>
                  <a:pt x="4951829" y="2140580"/>
                  <a:pt x="4973287" y="2140580"/>
                </a:cubicBezTo>
                <a:cubicBezTo>
                  <a:pt x="4994745" y="2140580"/>
                  <a:pt x="5012140" y="2123185"/>
                  <a:pt x="5012140" y="2101727"/>
                </a:cubicBezTo>
                <a:cubicBezTo>
                  <a:pt x="5012140" y="2080269"/>
                  <a:pt x="4994745" y="2062874"/>
                  <a:pt x="4973287" y="2062874"/>
                </a:cubicBezTo>
                <a:close/>
                <a:moveTo>
                  <a:pt x="4817017" y="2062874"/>
                </a:moveTo>
                <a:cubicBezTo>
                  <a:pt x="4795559" y="2062874"/>
                  <a:pt x="4778164" y="2080269"/>
                  <a:pt x="4778164" y="2101727"/>
                </a:cubicBezTo>
                <a:cubicBezTo>
                  <a:pt x="4778164" y="2123185"/>
                  <a:pt x="4795559" y="2140580"/>
                  <a:pt x="4817017" y="2140580"/>
                </a:cubicBezTo>
                <a:cubicBezTo>
                  <a:pt x="4838475" y="2140580"/>
                  <a:pt x="4855870" y="2123185"/>
                  <a:pt x="4855870" y="2101727"/>
                </a:cubicBezTo>
                <a:cubicBezTo>
                  <a:pt x="4855870" y="2080269"/>
                  <a:pt x="4838475" y="2062874"/>
                  <a:pt x="4817017" y="2062874"/>
                </a:cubicBezTo>
                <a:close/>
                <a:moveTo>
                  <a:pt x="4692463" y="2062874"/>
                </a:moveTo>
                <a:cubicBezTo>
                  <a:pt x="4671005" y="2062874"/>
                  <a:pt x="4653610" y="2080269"/>
                  <a:pt x="4653610" y="2101727"/>
                </a:cubicBezTo>
                <a:cubicBezTo>
                  <a:pt x="4653610" y="2123185"/>
                  <a:pt x="4671005" y="2140580"/>
                  <a:pt x="4692463" y="2140580"/>
                </a:cubicBezTo>
                <a:cubicBezTo>
                  <a:pt x="4713921" y="2140580"/>
                  <a:pt x="4731316" y="2123185"/>
                  <a:pt x="4731316" y="2101727"/>
                </a:cubicBezTo>
                <a:cubicBezTo>
                  <a:pt x="4731316" y="2080269"/>
                  <a:pt x="4713921" y="2062874"/>
                  <a:pt x="4692463" y="2062874"/>
                </a:cubicBezTo>
                <a:close/>
                <a:moveTo>
                  <a:pt x="4536193" y="2062874"/>
                </a:moveTo>
                <a:cubicBezTo>
                  <a:pt x="4514735" y="2062874"/>
                  <a:pt x="4497340" y="2080269"/>
                  <a:pt x="4497340" y="2101727"/>
                </a:cubicBezTo>
                <a:cubicBezTo>
                  <a:pt x="4497340" y="2123185"/>
                  <a:pt x="4514735" y="2140580"/>
                  <a:pt x="4536193" y="2140580"/>
                </a:cubicBezTo>
                <a:cubicBezTo>
                  <a:pt x="4557651" y="2140580"/>
                  <a:pt x="4575046" y="2123185"/>
                  <a:pt x="4575046" y="2101727"/>
                </a:cubicBezTo>
                <a:cubicBezTo>
                  <a:pt x="4575046" y="2080269"/>
                  <a:pt x="4557651" y="2062874"/>
                  <a:pt x="4536193" y="2062874"/>
                </a:cubicBezTo>
                <a:close/>
                <a:moveTo>
                  <a:pt x="4379922" y="2062874"/>
                </a:moveTo>
                <a:cubicBezTo>
                  <a:pt x="4358464" y="2062874"/>
                  <a:pt x="4341069" y="2080269"/>
                  <a:pt x="4341069" y="2101727"/>
                </a:cubicBezTo>
                <a:cubicBezTo>
                  <a:pt x="4341069" y="2123185"/>
                  <a:pt x="4358464" y="2140580"/>
                  <a:pt x="4379922" y="2140580"/>
                </a:cubicBezTo>
                <a:cubicBezTo>
                  <a:pt x="4401380" y="2140580"/>
                  <a:pt x="4418775" y="2123185"/>
                  <a:pt x="4418775" y="2101727"/>
                </a:cubicBezTo>
                <a:cubicBezTo>
                  <a:pt x="4418775" y="2080269"/>
                  <a:pt x="4401380" y="2062874"/>
                  <a:pt x="4379922" y="2062874"/>
                </a:cubicBezTo>
                <a:close/>
                <a:moveTo>
                  <a:pt x="4223652" y="2062874"/>
                </a:moveTo>
                <a:cubicBezTo>
                  <a:pt x="4202194" y="2062874"/>
                  <a:pt x="4184799" y="2080269"/>
                  <a:pt x="4184799" y="2101727"/>
                </a:cubicBezTo>
                <a:cubicBezTo>
                  <a:pt x="4184799" y="2123185"/>
                  <a:pt x="4202194" y="2140580"/>
                  <a:pt x="4223652" y="2140580"/>
                </a:cubicBezTo>
                <a:cubicBezTo>
                  <a:pt x="4245110" y="2140580"/>
                  <a:pt x="4262505" y="2123185"/>
                  <a:pt x="4262505" y="2101727"/>
                </a:cubicBezTo>
                <a:cubicBezTo>
                  <a:pt x="4262505" y="2080269"/>
                  <a:pt x="4245110" y="2062874"/>
                  <a:pt x="4223652" y="2062874"/>
                </a:cubicBezTo>
                <a:close/>
                <a:moveTo>
                  <a:pt x="4067381" y="2062874"/>
                </a:moveTo>
                <a:cubicBezTo>
                  <a:pt x="4045923" y="2062874"/>
                  <a:pt x="4028528" y="2080269"/>
                  <a:pt x="4028528" y="2101727"/>
                </a:cubicBezTo>
                <a:cubicBezTo>
                  <a:pt x="4028528" y="2123185"/>
                  <a:pt x="4045923" y="2140580"/>
                  <a:pt x="4067381" y="2140580"/>
                </a:cubicBezTo>
                <a:cubicBezTo>
                  <a:pt x="4088839" y="2140580"/>
                  <a:pt x="4106234" y="2123185"/>
                  <a:pt x="4106234" y="2101727"/>
                </a:cubicBezTo>
                <a:cubicBezTo>
                  <a:pt x="4106234" y="2080269"/>
                  <a:pt x="4088839" y="2062874"/>
                  <a:pt x="4067381" y="2062874"/>
                </a:cubicBezTo>
                <a:close/>
                <a:moveTo>
                  <a:pt x="3942827" y="2062874"/>
                </a:moveTo>
                <a:cubicBezTo>
                  <a:pt x="3921369" y="2062874"/>
                  <a:pt x="3903974" y="2080269"/>
                  <a:pt x="3903974" y="2101727"/>
                </a:cubicBezTo>
                <a:cubicBezTo>
                  <a:pt x="3903974" y="2123185"/>
                  <a:pt x="3921369" y="2140580"/>
                  <a:pt x="3942827" y="2140580"/>
                </a:cubicBezTo>
                <a:cubicBezTo>
                  <a:pt x="3964285" y="2140580"/>
                  <a:pt x="3981680" y="2123185"/>
                  <a:pt x="3981680" y="2101727"/>
                </a:cubicBezTo>
                <a:cubicBezTo>
                  <a:pt x="3981680" y="2080269"/>
                  <a:pt x="3964285" y="2062874"/>
                  <a:pt x="3942827" y="2062874"/>
                </a:cubicBezTo>
                <a:close/>
                <a:moveTo>
                  <a:pt x="3754840" y="2062874"/>
                </a:moveTo>
                <a:cubicBezTo>
                  <a:pt x="3733382" y="2062874"/>
                  <a:pt x="3715987" y="2080269"/>
                  <a:pt x="3715987" y="2101727"/>
                </a:cubicBezTo>
                <a:cubicBezTo>
                  <a:pt x="3715987" y="2123185"/>
                  <a:pt x="3733382" y="2140580"/>
                  <a:pt x="3754840" y="2140580"/>
                </a:cubicBezTo>
                <a:cubicBezTo>
                  <a:pt x="3776298" y="2140580"/>
                  <a:pt x="3793693" y="2123185"/>
                  <a:pt x="3793693" y="2101727"/>
                </a:cubicBezTo>
                <a:cubicBezTo>
                  <a:pt x="3793693" y="2080269"/>
                  <a:pt x="3776298" y="2062874"/>
                  <a:pt x="3754840" y="2062874"/>
                </a:cubicBezTo>
                <a:close/>
                <a:moveTo>
                  <a:pt x="3598570" y="2062874"/>
                </a:moveTo>
                <a:cubicBezTo>
                  <a:pt x="3577112" y="2062874"/>
                  <a:pt x="3559717" y="2080269"/>
                  <a:pt x="3559717" y="2101727"/>
                </a:cubicBezTo>
                <a:cubicBezTo>
                  <a:pt x="3559717" y="2123185"/>
                  <a:pt x="3577112" y="2140580"/>
                  <a:pt x="3598570" y="2140580"/>
                </a:cubicBezTo>
                <a:cubicBezTo>
                  <a:pt x="3620028" y="2140580"/>
                  <a:pt x="3637423" y="2123185"/>
                  <a:pt x="3637423" y="2101727"/>
                </a:cubicBezTo>
                <a:cubicBezTo>
                  <a:pt x="3637423" y="2080269"/>
                  <a:pt x="3620028" y="2062874"/>
                  <a:pt x="3598570" y="2062874"/>
                </a:cubicBezTo>
                <a:close/>
                <a:moveTo>
                  <a:pt x="3474016" y="2062874"/>
                </a:moveTo>
                <a:cubicBezTo>
                  <a:pt x="3452558" y="2062874"/>
                  <a:pt x="3435163" y="2080269"/>
                  <a:pt x="3435163" y="2101727"/>
                </a:cubicBezTo>
                <a:cubicBezTo>
                  <a:pt x="3435163" y="2123185"/>
                  <a:pt x="3452558" y="2140580"/>
                  <a:pt x="3474016" y="2140580"/>
                </a:cubicBezTo>
                <a:cubicBezTo>
                  <a:pt x="3495474" y="2140580"/>
                  <a:pt x="3512869" y="2123185"/>
                  <a:pt x="3512869" y="2101727"/>
                </a:cubicBezTo>
                <a:cubicBezTo>
                  <a:pt x="3512869" y="2080269"/>
                  <a:pt x="3495474" y="2062874"/>
                  <a:pt x="3474016" y="2062874"/>
                </a:cubicBezTo>
                <a:close/>
                <a:moveTo>
                  <a:pt x="3317746" y="2062874"/>
                </a:moveTo>
                <a:cubicBezTo>
                  <a:pt x="3296288" y="2062874"/>
                  <a:pt x="3278893" y="2080269"/>
                  <a:pt x="3278893" y="2101727"/>
                </a:cubicBezTo>
                <a:cubicBezTo>
                  <a:pt x="3278893" y="2123185"/>
                  <a:pt x="3296288" y="2140580"/>
                  <a:pt x="3317746" y="2140580"/>
                </a:cubicBezTo>
                <a:cubicBezTo>
                  <a:pt x="3339204" y="2140580"/>
                  <a:pt x="3356599" y="2123185"/>
                  <a:pt x="3356599" y="2101727"/>
                </a:cubicBezTo>
                <a:cubicBezTo>
                  <a:pt x="3356599" y="2080269"/>
                  <a:pt x="3339204" y="2062874"/>
                  <a:pt x="3317746" y="2062874"/>
                </a:cubicBezTo>
                <a:close/>
                <a:moveTo>
                  <a:pt x="3129759" y="2062874"/>
                </a:moveTo>
                <a:cubicBezTo>
                  <a:pt x="3108301" y="2062874"/>
                  <a:pt x="3090906" y="2080269"/>
                  <a:pt x="3090906" y="2101727"/>
                </a:cubicBezTo>
                <a:cubicBezTo>
                  <a:pt x="3090906" y="2123185"/>
                  <a:pt x="3108301" y="2140580"/>
                  <a:pt x="3129759" y="2140580"/>
                </a:cubicBezTo>
                <a:cubicBezTo>
                  <a:pt x="3151217" y="2140580"/>
                  <a:pt x="3168612" y="2123185"/>
                  <a:pt x="3168612" y="2101727"/>
                </a:cubicBezTo>
                <a:cubicBezTo>
                  <a:pt x="3168612" y="2080269"/>
                  <a:pt x="3151217" y="2062874"/>
                  <a:pt x="3129759" y="2062874"/>
                </a:cubicBezTo>
                <a:close/>
                <a:moveTo>
                  <a:pt x="3005205" y="2062874"/>
                </a:moveTo>
                <a:cubicBezTo>
                  <a:pt x="2983747" y="2062874"/>
                  <a:pt x="2966352" y="2080269"/>
                  <a:pt x="2966352" y="2101727"/>
                </a:cubicBezTo>
                <a:cubicBezTo>
                  <a:pt x="2966352" y="2123185"/>
                  <a:pt x="2983747" y="2140580"/>
                  <a:pt x="3005205" y="2140580"/>
                </a:cubicBezTo>
                <a:cubicBezTo>
                  <a:pt x="3026663" y="2140580"/>
                  <a:pt x="3044058" y="2123185"/>
                  <a:pt x="3044058" y="2101727"/>
                </a:cubicBezTo>
                <a:cubicBezTo>
                  <a:pt x="3044058" y="2080269"/>
                  <a:pt x="3026663" y="2062874"/>
                  <a:pt x="3005205" y="2062874"/>
                </a:cubicBezTo>
                <a:close/>
                <a:moveTo>
                  <a:pt x="2848934" y="2062874"/>
                </a:moveTo>
                <a:cubicBezTo>
                  <a:pt x="2827476" y="2062874"/>
                  <a:pt x="2810081" y="2080269"/>
                  <a:pt x="2810081" y="2101727"/>
                </a:cubicBezTo>
                <a:cubicBezTo>
                  <a:pt x="2810081" y="2123185"/>
                  <a:pt x="2827476" y="2140580"/>
                  <a:pt x="2848934" y="2140580"/>
                </a:cubicBezTo>
                <a:cubicBezTo>
                  <a:pt x="2870392" y="2140580"/>
                  <a:pt x="2887787" y="2123185"/>
                  <a:pt x="2887787" y="2101727"/>
                </a:cubicBezTo>
                <a:cubicBezTo>
                  <a:pt x="2887787" y="2080269"/>
                  <a:pt x="2870392" y="2062874"/>
                  <a:pt x="2848934" y="2062874"/>
                </a:cubicBezTo>
                <a:close/>
                <a:moveTo>
                  <a:pt x="2724380" y="2062874"/>
                </a:moveTo>
                <a:cubicBezTo>
                  <a:pt x="2702922" y="2062874"/>
                  <a:pt x="2685527" y="2080269"/>
                  <a:pt x="2685527" y="2101727"/>
                </a:cubicBezTo>
                <a:cubicBezTo>
                  <a:pt x="2685527" y="2123185"/>
                  <a:pt x="2702922" y="2140580"/>
                  <a:pt x="2724380" y="2140580"/>
                </a:cubicBezTo>
                <a:cubicBezTo>
                  <a:pt x="2745838" y="2140580"/>
                  <a:pt x="2763233" y="2123185"/>
                  <a:pt x="2763233" y="2101727"/>
                </a:cubicBezTo>
                <a:cubicBezTo>
                  <a:pt x="2763233" y="2080269"/>
                  <a:pt x="2745838" y="2062874"/>
                  <a:pt x="2724380" y="2062874"/>
                </a:cubicBezTo>
                <a:close/>
                <a:moveTo>
                  <a:pt x="2536393" y="2062874"/>
                </a:moveTo>
                <a:cubicBezTo>
                  <a:pt x="2514935" y="2062874"/>
                  <a:pt x="2497540" y="2080269"/>
                  <a:pt x="2497540" y="2101727"/>
                </a:cubicBezTo>
                <a:cubicBezTo>
                  <a:pt x="2497540" y="2123185"/>
                  <a:pt x="2514935" y="2140580"/>
                  <a:pt x="2536393" y="2140580"/>
                </a:cubicBezTo>
                <a:cubicBezTo>
                  <a:pt x="2557851" y="2140580"/>
                  <a:pt x="2575246" y="2123185"/>
                  <a:pt x="2575246" y="2101727"/>
                </a:cubicBezTo>
                <a:cubicBezTo>
                  <a:pt x="2575246" y="2080269"/>
                  <a:pt x="2557851" y="2062874"/>
                  <a:pt x="2536393" y="2062874"/>
                </a:cubicBezTo>
                <a:close/>
                <a:moveTo>
                  <a:pt x="2380123" y="2062874"/>
                </a:moveTo>
                <a:cubicBezTo>
                  <a:pt x="2358665" y="2062874"/>
                  <a:pt x="2341270" y="2080269"/>
                  <a:pt x="2341270" y="2101727"/>
                </a:cubicBezTo>
                <a:cubicBezTo>
                  <a:pt x="2341270" y="2123185"/>
                  <a:pt x="2358665" y="2140580"/>
                  <a:pt x="2380123" y="2140580"/>
                </a:cubicBezTo>
                <a:cubicBezTo>
                  <a:pt x="2401581" y="2140580"/>
                  <a:pt x="2418976" y="2123185"/>
                  <a:pt x="2418976" y="2101727"/>
                </a:cubicBezTo>
                <a:cubicBezTo>
                  <a:pt x="2418976" y="2080269"/>
                  <a:pt x="2401581" y="2062874"/>
                  <a:pt x="2380123" y="2062874"/>
                </a:cubicBezTo>
                <a:close/>
                <a:moveTo>
                  <a:pt x="2255569" y="2062874"/>
                </a:moveTo>
                <a:cubicBezTo>
                  <a:pt x="2234111" y="2062874"/>
                  <a:pt x="2216716" y="2080269"/>
                  <a:pt x="2216716" y="2101727"/>
                </a:cubicBezTo>
                <a:cubicBezTo>
                  <a:pt x="2216716" y="2123185"/>
                  <a:pt x="2234111" y="2140580"/>
                  <a:pt x="2255569" y="2140580"/>
                </a:cubicBezTo>
                <a:cubicBezTo>
                  <a:pt x="2277027" y="2140580"/>
                  <a:pt x="2294422" y="2123185"/>
                  <a:pt x="2294422" y="2101727"/>
                </a:cubicBezTo>
                <a:cubicBezTo>
                  <a:pt x="2294422" y="2080269"/>
                  <a:pt x="2277027" y="2062874"/>
                  <a:pt x="2255569" y="2062874"/>
                </a:cubicBezTo>
                <a:close/>
                <a:moveTo>
                  <a:pt x="2099299" y="2062874"/>
                </a:moveTo>
                <a:cubicBezTo>
                  <a:pt x="2077841" y="2062874"/>
                  <a:pt x="2060446" y="2080269"/>
                  <a:pt x="2060446" y="2101727"/>
                </a:cubicBezTo>
                <a:cubicBezTo>
                  <a:pt x="2060446" y="2123185"/>
                  <a:pt x="2077841" y="2140580"/>
                  <a:pt x="2099299" y="2140580"/>
                </a:cubicBezTo>
                <a:cubicBezTo>
                  <a:pt x="2120757" y="2140580"/>
                  <a:pt x="2138152" y="2123185"/>
                  <a:pt x="2138152" y="2101727"/>
                </a:cubicBezTo>
                <a:cubicBezTo>
                  <a:pt x="2138152" y="2080269"/>
                  <a:pt x="2120757" y="2062874"/>
                  <a:pt x="2099299" y="2062874"/>
                </a:cubicBezTo>
                <a:close/>
                <a:moveTo>
                  <a:pt x="1911312" y="2062874"/>
                </a:moveTo>
                <a:cubicBezTo>
                  <a:pt x="1889854" y="2062874"/>
                  <a:pt x="1872459" y="2080269"/>
                  <a:pt x="1872459" y="2101727"/>
                </a:cubicBezTo>
                <a:cubicBezTo>
                  <a:pt x="1872459" y="2123185"/>
                  <a:pt x="1889854" y="2140580"/>
                  <a:pt x="1911312" y="2140580"/>
                </a:cubicBezTo>
                <a:cubicBezTo>
                  <a:pt x="1932770" y="2140580"/>
                  <a:pt x="1950165" y="2123185"/>
                  <a:pt x="1950165" y="2101727"/>
                </a:cubicBezTo>
                <a:cubicBezTo>
                  <a:pt x="1950165" y="2080269"/>
                  <a:pt x="1932770" y="2062874"/>
                  <a:pt x="1911312" y="2062874"/>
                </a:cubicBezTo>
                <a:close/>
                <a:moveTo>
                  <a:pt x="1786758" y="2062874"/>
                </a:moveTo>
                <a:cubicBezTo>
                  <a:pt x="1765300" y="2062874"/>
                  <a:pt x="1747905" y="2080269"/>
                  <a:pt x="1747905" y="2101727"/>
                </a:cubicBezTo>
                <a:cubicBezTo>
                  <a:pt x="1747905" y="2123185"/>
                  <a:pt x="1765300" y="2140580"/>
                  <a:pt x="1786758" y="2140580"/>
                </a:cubicBezTo>
                <a:cubicBezTo>
                  <a:pt x="1808216" y="2140580"/>
                  <a:pt x="1825611" y="2123185"/>
                  <a:pt x="1825611" y="2101727"/>
                </a:cubicBezTo>
                <a:cubicBezTo>
                  <a:pt x="1825611" y="2080269"/>
                  <a:pt x="1808216" y="2062874"/>
                  <a:pt x="1786758" y="2062874"/>
                </a:cubicBezTo>
                <a:close/>
                <a:moveTo>
                  <a:pt x="1630487" y="2062874"/>
                </a:moveTo>
                <a:cubicBezTo>
                  <a:pt x="1609029" y="2062874"/>
                  <a:pt x="1591634" y="2080269"/>
                  <a:pt x="1591634" y="2101727"/>
                </a:cubicBezTo>
                <a:cubicBezTo>
                  <a:pt x="1591634" y="2123185"/>
                  <a:pt x="1609029" y="2140580"/>
                  <a:pt x="1630487" y="2140580"/>
                </a:cubicBezTo>
                <a:cubicBezTo>
                  <a:pt x="1651945" y="2140580"/>
                  <a:pt x="1669340" y="2123185"/>
                  <a:pt x="1669340" y="2101727"/>
                </a:cubicBezTo>
                <a:cubicBezTo>
                  <a:pt x="1669340" y="2080269"/>
                  <a:pt x="1651945" y="2062874"/>
                  <a:pt x="1630487" y="2062874"/>
                </a:cubicBezTo>
                <a:close/>
                <a:moveTo>
                  <a:pt x="1505933" y="2062874"/>
                </a:moveTo>
                <a:cubicBezTo>
                  <a:pt x="1484475" y="2062874"/>
                  <a:pt x="1467080" y="2080269"/>
                  <a:pt x="1467080" y="2101727"/>
                </a:cubicBezTo>
                <a:cubicBezTo>
                  <a:pt x="1467080" y="2123185"/>
                  <a:pt x="1484475" y="2140580"/>
                  <a:pt x="1505933" y="2140580"/>
                </a:cubicBezTo>
                <a:cubicBezTo>
                  <a:pt x="1527391" y="2140580"/>
                  <a:pt x="1544786" y="2123185"/>
                  <a:pt x="1544786" y="2101727"/>
                </a:cubicBezTo>
                <a:cubicBezTo>
                  <a:pt x="1544786" y="2080269"/>
                  <a:pt x="1527391" y="2062874"/>
                  <a:pt x="1505933" y="2062874"/>
                </a:cubicBezTo>
                <a:close/>
                <a:moveTo>
                  <a:pt x="1317946" y="2062874"/>
                </a:moveTo>
                <a:cubicBezTo>
                  <a:pt x="1296488" y="2062874"/>
                  <a:pt x="1279093" y="2080269"/>
                  <a:pt x="1279093" y="2101727"/>
                </a:cubicBezTo>
                <a:cubicBezTo>
                  <a:pt x="1279093" y="2123185"/>
                  <a:pt x="1296488" y="2140580"/>
                  <a:pt x="1317946" y="2140580"/>
                </a:cubicBezTo>
                <a:cubicBezTo>
                  <a:pt x="1339404" y="2140580"/>
                  <a:pt x="1356799" y="2123185"/>
                  <a:pt x="1356799" y="2101727"/>
                </a:cubicBezTo>
                <a:cubicBezTo>
                  <a:pt x="1356799" y="2080269"/>
                  <a:pt x="1339404" y="2062874"/>
                  <a:pt x="1317946" y="2062874"/>
                </a:cubicBezTo>
                <a:close/>
                <a:moveTo>
                  <a:pt x="1161676" y="2062874"/>
                </a:moveTo>
                <a:cubicBezTo>
                  <a:pt x="1140218" y="2062874"/>
                  <a:pt x="1122823" y="2080269"/>
                  <a:pt x="1122823" y="2101727"/>
                </a:cubicBezTo>
                <a:cubicBezTo>
                  <a:pt x="1122823" y="2123185"/>
                  <a:pt x="1140218" y="2140580"/>
                  <a:pt x="1161676" y="2140580"/>
                </a:cubicBezTo>
                <a:cubicBezTo>
                  <a:pt x="1183134" y="2140580"/>
                  <a:pt x="1200529" y="2123185"/>
                  <a:pt x="1200529" y="2101727"/>
                </a:cubicBezTo>
                <a:cubicBezTo>
                  <a:pt x="1200529" y="2080269"/>
                  <a:pt x="1183134" y="2062874"/>
                  <a:pt x="1161676" y="2062874"/>
                </a:cubicBezTo>
                <a:close/>
                <a:moveTo>
                  <a:pt x="1037122" y="2062874"/>
                </a:moveTo>
                <a:cubicBezTo>
                  <a:pt x="1015664" y="2062874"/>
                  <a:pt x="998269" y="2080269"/>
                  <a:pt x="998269" y="2101727"/>
                </a:cubicBezTo>
                <a:cubicBezTo>
                  <a:pt x="998269" y="2123185"/>
                  <a:pt x="1015664" y="2140580"/>
                  <a:pt x="1037122" y="2140580"/>
                </a:cubicBezTo>
                <a:cubicBezTo>
                  <a:pt x="1058580" y="2140580"/>
                  <a:pt x="1075975" y="2123185"/>
                  <a:pt x="1075975" y="2101727"/>
                </a:cubicBezTo>
                <a:cubicBezTo>
                  <a:pt x="1075975" y="2080269"/>
                  <a:pt x="1058580" y="2062874"/>
                  <a:pt x="1037122" y="2062874"/>
                </a:cubicBezTo>
                <a:close/>
                <a:moveTo>
                  <a:pt x="880852" y="2062874"/>
                </a:moveTo>
                <a:cubicBezTo>
                  <a:pt x="859394" y="2062874"/>
                  <a:pt x="841999" y="2080269"/>
                  <a:pt x="841999" y="2101727"/>
                </a:cubicBezTo>
                <a:cubicBezTo>
                  <a:pt x="842000" y="2123185"/>
                  <a:pt x="859395" y="2140580"/>
                  <a:pt x="880852" y="2140580"/>
                </a:cubicBezTo>
                <a:cubicBezTo>
                  <a:pt x="902310" y="2140580"/>
                  <a:pt x="919705" y="2123185"/>
                  <a:pt x="919705" y="2101727"/>
                </a:cubicBezTo>
                <a:cubicBezTo>
                  <a:pt x="919702" y="2080269"/>
                  <a:pt x="902310" y="2062874"/>
                  <a:pt x="880852" y="2062874"/>
                </a:cubicBezTo>
                <a:close/>
                <a:moveTo>
                  <a:pt x="692865" y="2062874"/>
                </a:moveTo>
                <a:cubicBezTo>
                  <a:pt x="671407" y="2062874"/>
                  <a:pt x="654012" y="2080269"/>
                  <a:pt x="654012" y="2101727"/>
                </a:cubicBezTo>
                <a:cubicBezTo>
                  <a:pt x="654013" y="2123185"/>
                  <a:pt x="671408" y="2140580"/>
                  <a:pt x="692865" y="2140580"/>
                </a:cubicBezTo>
                <a:cubicBezTo>
                  <a:pt x="714323" y="2140580"/>
                  <a:pt x="731718" y="2123185"/>
                  <a:pt x="731718" y="2101727"/>
                </a:cubicBezTo>
                <a:cubicBezTo>
                  <a:pt x="731715" y="2080269"/>
                  <a:pt x="714323" y="2062874"/>
                  <a:pt x="692865" y="2062874"/>
                </a:cubicBezTo>
                <a:close/>
                <a:moveTo>
                  <a:pt x="568311" y="2062874"/>
                </a:moveTo>
                <a:cubicBezTo>
                  <a:pt x="546853" y="2062874"/>
                  <a:pt x="529458" y="2080269"/>
                  <a:pt x="529458" y="2101727"/>
                </a:cubicBezTo>
                <a:cubicBezTo>
                  <a:pt x="529459" y="2123185"/>
                  <a:pt x="546854" y="2140580"/>
                  <a:pt x="568311" y="2140580"/>
                </a:cubicBezTo>
                <a:cubicBezTo>
                  <a:pt x="589769" y="2140580"/>
                  <a:pt x="607164" y="2123185"/>
                  <a:pt x="607164" y="2101727"/>
                </a:cubicBezTo>
                <a:cubicBezTo>
                  <a:pt x="607161" y="2080269"/>
                  <a:pt x="589769" y="2062874"/>
                  <a:pt x="568311" y="2062874"/>
                </a:cubicBezTo>
                <a:close/>
                <a:moveTo>
                  <a:pt x="412040" y="2062874"/>
                </a:moveTo>
                <a:cubicBezTo>
                  <a:pt x="390582" y="2062874"/>
                  <a:pt x="373187" y="2080269"/>
                  <a:pt x="373187" y="2101727"/>
                </a:cubicBezTo>
                <a:cubicBezTo>
                  <a:pt x="373188" y="2123185"/>
                  <a:pt x="390583" y="2140580"/>
                  <a:pt x="412040" y="2140580"/>
                </a:cubicBezTo>
                <a:cubicBezTo>
                  <a:pt x="433498" y="2140580"/>
                  <a:pt x="450893" y="2123185"/>
                  <a:pt x="450893" y="2101727"/>
                </a:cubicBezTo>
                <a:cubicBezTo>
                  <a:pt x="450890" y="2080269"/>
                  <a:pt x="433498" y="2062874"/>
                  <a:pt x="412040" y="2062874"/>
                </a:cubicBezTo>
                <a:close/>
                <a:moveTo>
                  <a:pt x="287486" y="2062874"/>
                </a:moveTo>
                <a:cubicBezTo>
                  <a:pt x="266028" y="2062874"/>
                  <a:pt x="248633" y="2080269"/>
                  <a:pt x="248633" y="2101727"/>
                </a:cubicBezTo>
                <a:cubicBezTo>
                  <a:pt x="248634" y="2123185"/>
                  <a:pt x="266029" y="2140580"/>
                  <a:pt x="287486" y="2140580"/>
                </a:cubicBezTo>
                <a:cubicBezTo>
                  <a:pt x="308944" y="2140580"/>
                  <a:pt x="326339" y="2123185"/>
                  <a:pt x="326339" y="2101727"/>
                </a:cubicBezTo>
                <a:cubicBezTo>
                  <a:pt x="326336" y="2080269"/>
                  <a:pt x="308943" y="2062874"/>
                  <a:pt x="287486" y="2062874"/>
                </a:cubicBezTo>
                <a:close/>
                <a:moveTo>
                  <a:pt x="99499" y="2062874"/>
                </a:moveTo>
                <a:cubicBezTo>
                  <a:pt x="78041" y="2062874"/>
                  <a:pt x="60646" y="2080269"/>
                  <a:pt x="60646" y="2101727"/>
                </a:cubicBezTo>
                <a:cubicBezTo>
                  <a:pt x="60647" y="2123185"/>
                  <a:pt x="78042" y="2140580"/>
                  <a:pt x="99499" y="2140580"/>
                </a:cubicBezTo>
                <a:cubicBezTo>
                  <a:pt x="120957" y="2140580"/>
                  <a:pt x="138352" y="2123185"/>
                  <a:pt x="138352" y="2101727"/>
                </a:cubicBezTo>
                <a:cubicBezTo>
                  <a:pt x="138350" y="2080269"/>
                  <a:pt x="120956" y="2062874"/>
                  <a:pt x="99499" y="2062874"/>
                </a:cubicBezTo>
                <a:close/>
                <a:moveTo>
                  <a:pt x="9100848" y="2047572"/>
                </a:moveTo>
                <a:cubicBezTo>
                  <a:pt x="9117372" y="2047572"/>
                  <a:pt x="9132168" y="2054973"/>
                  <a:pt x="9141594" y="2067072"/>
                </a:cubicBezTo>
                <a:lnTo>
                  <a:pt x="9141594" y="2136383"/>
                </a:lnTo>
                <a:cubicBezTo>
                  <a:pt x="9132167" y="2148482"/>
                  <a:pt x="9117372" y="2155882"/>
                  <a:pt x="9100848" y="2155882"/>
                </a:cubicBezTo>
                <a:cubicBezTo>
                  <a:pt x="9070939" y="2155882"/>
                  <a:pt x="9046693" y="2131636"/>
                  <a:pt x="9046693" y="2101727"/>
                </a:cubicBezTo>
                <a:cubicBezTo>
                  <a:pt x="9046693" y="2071818"/>
                  <a:pt x="9070939" y="2047572"/>
                  <a:pt x="9100848" y="2047572"/>
                </a:cubicBezTo>
                <a:close/>
                <a:moveTo>
                  <a:pt x="9022713" y="2047572"/>
                </a:moveTo>
                <a:cubicBezTo>
                  <a:pt x="9026986" y="2047572"/>
                  <a:pt x="9030450" y="2051036"/>
                  <a:pt x="9030450" y="2055309"/>
                </a:cubicBezTo>
                <a:cubicBezTo>
                  <a:pt x="9030450" y="2086255"/>
                  <a:pt x="9030449" y="2117200"/>
                  <a:pt x="9030449" y="2148146"/>
                </a:cubicBezTo>
                <a:lnTo>
                  <a:pt x="9022713" y="2155882"/>
                </a:lnTo>
                <a:cubicBezTo>
                  <a:pt x="9018440" y="2155882"/>
                  <a:pt x="9014976" y="2152418"/>
                  <a:pt x="9014976" y="2148145"/>
                </a:cubicBezTo>
                <a:lnTo>
                  <a:pt x="9014976" y="2055309"/>
                </a:lnTo>
                <a:cubicBezTo>
                  <a:pt x="9014976" y="2051036"/>
                  <a:pt x="9018440" y="2047572"/>
                  <a:pt x="9022713" y="2047572"/>
                </a:cubicBezTo>
                <a:close/>
                <a:moveTo>
                  <a:pt x="8944577" y="2047572"/>
                </a:moveTo>
                <a:cubicBezTo>
                  <a:pt x="8974486" y="2047572"/>
                  <a:pt x="8998732" y="2071818"/>
                  <a:pt x="8998732" y="2101727"/>
                </a:cubicBezTo>
                <a:cubicBezTo>
                  <a:pt x="8998732" y="2131636"/>
                  <a:pt x="8974486" y="2155882"/>
                  <a:pt x="8944577" y="2155882"/>
                </a:cubicBezTo>
                <a:cubicBezTo>
                  <a:pt x="8914668" y="2155882"/>
                  <a:pt x="8890422" y="2131636"/>
                  <a:pt x="8890422" y="2101727"/>
                </a:cubicBezTo>
                <a:cubicBezTo>
                  <a:pt x="8890422" y="2071818"/>
                  <a:pt x="8914668" y="2047572"/>
                  <a:pt x="8944577" y="2047572"/>
                </a:cubicBezTo>
                <a:close/>
                <a:moveTo>
                  <a:pt x="8820023" y="2047572"/>
                </a:moveTo>
                <a:cubicBezTo>
                  <a:pt x="8849932" y="2047572"/>
                  <a:pt x="8874178" y="2071818"/>
                  <a:pt x="8874178" y="2101727"/>
                </a:cubicBezTo>
                <a:cubicBezTo>
                  <a:pt x="8874178" y="2131636"/>
                  <a:pt x="8849932" y="2155882"/>
                  <a:pt x="8820023" y="2155882"/>
                </a:cubicBezTo>
                <a:cubicBezTo>
                  <a:pt x="8790114" y="2155882"/>
                  <a:pt x="8765868" y="2131636"/>
                  <a:pt x="8765868" y="2101727"/>
                </a:cubicBezTo>
                <a:cubicBezTo>
                  <a:pt x="8765868" y="2071818"/>
                  <a:pt x="8790114" y="2047572"/>
                  <a:pt x="8820023" y="2047572"/>
                </a:cubicBezTo>
                <a:close/>
                <a:moveTo>
                  <a:pt x="8741889" y="2047572"/>
                </a:moveTo>
                <a:cubicBezTo>
                  <a:pt x="8746162" y="2047572"/>
                  <a:pt x="8749626" y="2051036"/>
                  <a:pt x="8749626" y="2055309"/>
                </a:cubicBezTo>
                <a:cubicBezTo>
                  <a:pt x="8749626" y="2086255"/>
                  <a:pt x="8749625" y="2117200"/>
                  <a:pt x="8749625" y="2148146"/>
                </a:cubicBezTo>
                <a:lnTo>
                  <a:pt x="8741889" y="2155882"/>
                </a:lnTo>
                <a:cubicBezTo>
                  <a:pt x="8737616" y="2155882"/>
                  <a:pt x="8734152" y="2152418"/>
                  <a:pt x="8734152" y="2148145"/>
                </a:cubicBezTo>
                <a:lnTo>
                  <a:pt x="8734152" y="2055309"/>
                </a:lnTo>
                <a:cubicBezTo>
                  <a:pt x="8734152" y="2051036"/>
                  <a:pt x="8737616" y="2047572"/>
                  <a:pt x="8741889" y="2047572"/>
                </a:cubicBezTo>
                <a:close/>
                <a:moveTo>
                  <a:pt x="8710172" y="2047572"/>
                </a:moveTo>
                <a:cubicBezTo>
                  <a:pt x="8714445" y="2047572"/>
                  <a:pt x="8717909" y="2051036"/>
                  <a:pt x="8717909" y="2055309"/>
                </a:cubicBezTo>
                <a:cubicBezTo>
                  <a:pt x="8717909" y="2086255"/>
                  <a:pt x="8717908" y="2117200"/>
                  <a:pt x="8717908" y="2148146"/>
                </a:cubicBezTo>
                <a:lnTo>
                  <a:pt x="8710172" y="2155882"/>
                </a:lnTo>
                <a:cubicBezTo>
                  <a:pt x="8705899" y="2155882"/>
                  <a:pt x="8702435" y="2152418"/>
                  <a:pt x="8702435" y="2148145"/>
                </a:cubicBezTo>
                <a:lnTo>
                  <a:pt x="8702435" y="2055309"/>
                </a:lnTo>
                <a:cubicBezTo>
                  <a:pt x="8702435" y="2051036"/>
                  <a:pt x="8705899" y="2047572"/>
                  <a:pt x="8710172" y="2047572"/>
                </a:cubicBezTo>
                <a:close/>
                <a:moveTo>
                  <a:pt x="8632036" y="2047572"/>
                </a:moveTo>
                <a:cubicBezTo>
                  <a:pt x="8661945" y="2047572"/>
                  <a:pt x="8686191" y="2071818"/>
                  <a:pt x="8686191" y="2101727"/>
                </a:cubicBezTo>
                <a:cubicBezTo>
                  <a:pt x="8686191" y="2131636"/>
                  <a:pt x="8661945" y="2155882"/>
                  <a:pt x="8632036" y="2155882"/>
                </a:cubicBezTo>
                <a:cubicBezTo>
                  <a:pt x="8602127" y="2155882"/>
                  <a:pt x="8577881" y="2131636"/>
                  <a:pt x="8577881" y="2101727"/>
                </a:cubicBezTo>
                <a:cubicBezTo>
                  <a:pt x="8577881" y="2071818"/>
                  <a:pt x="8602127" y="2047572"/>
                  <a:pt x="8632036" y="2047572"/>
                </a:cubicBezTo>
                <a:close/>
                <a:moveTo>
                  <a:pt x="8553902" y="2047572"/>
                </a:moveTo>
                <a:cubicBezTo>
                  <a:pt x="8558175" y="2047572"/>
                  <a:pt x="8561639" y="2051036"/>
                  <a:pt x="8561639" y="2055309"/>
                </a:cubicBezTo>
                <a:cubicBezTo>
                  <a:pt x="8561639" y="2086255"/>
                  <a:pt x="8561638" y="2117200"/>
                  <a:pt x="8561638" y="2148146"/>
                </a:cubicBezTo>
                <a:lnTo>
                  <a:pt x="8553902" y="2155882"/>
                </a:lnTo>
                <a:cubicBezTo>
                  <a:pt x="8549629" y="2155882"/>
                  <a:pt x="8546165" y="2152418"/>
                  <a:pt x="8546165" y="2148145"/>
                </a:cubicBezTo>
                <a:lnTo>
                  <a:pt x="8546165" y="2055309"/>
                </a:lnTo>
                <a:cubicBezTo>
                  <a:pt x="8546165" y="2051036"/>
                  <a:pt x="8549629" y="2047572"/>
                  <a:pt x="8553902" y="2047572"/>
                </a:cubicBezTo>
                <a:close/>
                <a:moveTo>
                  <a:pt x="8475766" y="2047572"/>
                </a:moveTo>
                <a:cubicBezTo>
                  <a:pt x="8505675" y="2047572"/>
                  <a:pt x="8529921" y="2071818"/>
                  <a:pt x="8529921" y="2101727"/>
                </a:cubicBezTo>
                <a:cubicBezTo>
                  <a:pt x="8529921" y="2131636"/>
                  <a:pt x="8505675" y="2155882"/>
                  <a:pt x="8475766" y="2155882"/>
                </a:cubicBezTo>
                <a:cubicBezTo>
                  <a:pt x="8445857" y="2155882"/>
                  <a:pt x="8421611" y="2131636"/>
                  <a:pt x="8421611" y="2101727"/>
                </a:cubicBezTo>
                <a:cubicBezTo>
                  <a:pt x="8421611" y="2071818"/>
                  <a:pt x="8445857" y="2047572"/>
                  <a:pt x="8475766" y="2047572"/>
                </a:cubicBezTo>
                <a:close/>
                <a:moveTo>
                  <a:pt x="8351212" y="2047572"/>
                </a:moveTo>
                <a:cubicBezTo>
                  <a:pt x="8381121" y="2047572"/>
                  <a:pt x="8405367" y="2071818"/>
                  <a:pt x="8405367" y="2101727"/>
                </a:cubicBezTo>
                <a:cubicBezTo>
                  <a:pt x="8405367" y="2131636"/>
                  <a:pt x="8381121" y="2155882"/>
                  <a:pt x="8351212" y="2155882"/>
                </a:cubicBezTo>
                <a:cubicBezTo>
                  <a:pt x="8321303" y="2155882"/>
                  <a:pt x="8297057" y="2131636"/>
                  <a:pt x="8297057" y="2101727"/>
                </a:cubicBezTo>
                <a:cubicBezTo>
                  <a:pt x="8297057" y="2071818"/>
                  <a:pt x="8321303" y="2047572"/>
                  <a:pt x="8351212" y="2047572"/>
                </a:cubicBezTo>
                <a:close/>
                <a:moveTo>
                  <a:pt x="8273078" y="2047572"/>
                </a:moveTo>
                <a:cubicBezTo>
                  <a:pt x="8277351" y="2047572"/>
                  <a:pt x="8280815" y="2051036"/>
                  <a:pt x="8280815" y="2055309"/>
                </a:cubicBezTo>
                <a:cubicBezTo>
                  <a:pt x="8280815" y="2086255"/>
                  <a:pt x="8280814" y="2117200"/>
                  <a:pt x="8280814" y="2148146"/>
                </a:cubicBezTo>
                <a:lnTo>
                  <a:pt x="8273078" y="2155882"/>
                </a:lnTo>
                <a:cubicBezTo>
                  <a:pt x="8268805" y="2155882"/>
                  <a:pt x="8265341" y="2152418"/>
                  <a:pt x="8265341" y="2148145"/>
                </a:cubicBezTo>
                <a:lnTo>
                  <a:pt x="8265341" y="2055309"/>
                </a:lnTo>
                <a:cubicBezTo>
                  <a:pt x="8265341" y="2051036"/>
                  <a:pt x="8268805" y="2047572"/>
                  <a:pt x="8273078" y="2047572"/>
                </a:cubicBezTo>
                <a:close/>
                <a:moveTo>
                  <a:pt x="8194942" y="2047572"/>
                </a:moveTo>
                <a:cubicBezTo>
                  <a:pt x="8224851" y="2047572"/>
                  <a:pt x="8249097" y="2071818"/>
                  <a:pt x="8249097" y="2101727"/>
                </a:cubicBezTo>
                <a:cubicBezTo>
                  <a:pt x="8249097" y="2131636"/>
                  <a:pt x="8224851" y="2155882"/>
                  <a:pt x="8194942" y="2155882"/>
                </a:cubicBezTo>
                <a:cubicBezTo>
                  <a:pt x="8165033" y="2155882"/>
                  <a:pt x="8140787" y="2131636"/>
                  <a:pt x="8140787" y="2101727"/>
                </a:cubicBezTo>
                <a:cubicBezTo>
                  <a:pt x="8140787" y="2071818"/>
                  <a:pt x="8165033" y="2047572"/>
                  <a:pt x="8194942" y="2047572"/>
                </a:cubicBezTo>
                <a:close/>
                <a:moveTo>
                  <a:pt x="8116807" y="2047572"/>
                </a:moveTo>
                <a:cubicBezTo>
                  <a:pt x="8121080" y="2047572"/>
                  <a:pt x="8124544" y="2051036"/>
                  <a:pt x="8124544" y="2055309"/>
                </a:cubicBezTo>
                <a:cubicBezTo>
                  <a:pt x="8124544" y="2086255"/>
                  <a:pt x="8124543" y="2117200"/>
                  <a:pt x="8124543" y="2148146"/>
                </a:cubicBezTo>
                <a:lnTo>
                  <a:pt x="8116807" y="2155882"/>
                </a:lnTo>
                <a:cubicBezTo>
                  <a:pt x="8112534" y="2155882"/>
                  <a:pt x="8109070" y="2152418"/>
                  <a:pt x="8109070" y="2148145"/>
                </a:cubicBezTo>
                <a:lnTo>
                  <a:pt x="8109070" y="2055309"/>
                </a:lnTo>
                <a:cubicBezTo>
                  <a:pt x="8109070" y="2051036"/>
                  <a:pt x="8112534" y="2047572"/>
                  <a:pt x="8116807" y="2047572"/>
                </a:cubicBezTo>
                <a:close/>
                <a:moveTo>
                  <a:pt x="8085091" y="2047572"/>
                </a:moveTo>
                <a:cubicBezTo>
                  <a:pt x="8089364" y="2047572"/>
                  <a:pt x="8092828" y="2051036"/>
                  <a:pt x="8092828" y="2055309"/>
                </a:cubicBezTo>
                <a:cubicBezTo>
                  <a:pt x="8092828" y="2086255"/>
                  <a:pt x="8092827" y="2117200"/>
                  <a:pt x="8092827" y="2148146"/>
                </a:cubicBezTo>
                <a:lnTo>
                  <a:pt x="8085091" y="2155882"/>
                </a:lnTo>
                <a:cubicBezTo>
                  <a:pt x="8080818" y="2155882"/>
                  <a:pt x="8077354" y="2152418"/>
                  <a:pt x="8077354" y="2148145"/>
                </a:cubicBezTo>
                <a:lnTo>
                  <a:pt x="8077354" y="2055309"/>
                </a:lnTo>
                <a:cubicBezTo>
                  <a:pt x="8077354" y="2051036"/>
                  <a:pt x="8080818" y="2047572"/>
                  <a:pt x="8085091" y="2047572"/>
                </a:cubicBezTo>
                <a:close/>
                <a:moveTo>
                  <a:pt x="8006955" y="2047572"/>
                </a:moveTo>
                <a:cubicBezTo>
                  <a:pt x="8036864" y="2047572"/>
                  <a:pt x="8061110" y="2071818"/>
                  <a:pt x="8061110" y="2101727"/>
                </a:cubicBezTo>
                <a:cubicBezTo>
                  <a:pt x="8061110" y="2131636"/>
                  <a:pt x="8036864" y="2155882"/>
                  <a:pt x="8006955" y="2155882"/>
                </a:cubicBezTo>
                <a:cubicBezTo>
                  <a:pt x="7977046" y="2155882"/>
                  <a:pt x="7952800" y="2131636"/>
                  <a:pt x="7952800" y="2101727"/>
                </a:cubicBezTo>
                <a:cubicBezTo>
                  <a:pt x="7952800" y="2071818"/>
                  <a:pt x="7977046" y="2047572"/>
                  <a:pt x="8006955" y="2047572"/>
                </a:cubicBezTo>
                <a:close/>
                <a:moveTo>
                  <a:pt x="7882401" y="2047572"/>
                </a:moveTo>
                <a:cubicBezTo>
                  <a:pt x="7912310" y="2047572"/>
                  <a:pt x="7936556" y="2071818"/>
                  <a:pt x="7936556" y="2101727"/>
                </a:cubicBezTo>
                <a:cubicBezTo>
                  <a:pt x="7936556" y="2131636"/>
                  <a:pt x="7912310" y="2155882"/>
                  <a:pt x="7882401" y="2155882"/>
                </a:cubicBezTo>
                <a:cubicBezTo>
                  <a:pt x="7852492" y="2155882"/>
                  <a:pt x="7828246" y="2131636"/>
                  <a:pt x="7828246" y="2101727"/>
                </a:cubicBezTo>
                <a:cubicBezTo>
                  <a:pt x="7828246" y="2071818"/>
                  <a:pt x="7852492" y="2047572"/>
                  <a:pt x="7882401" y="2047572"/>
                </a:cubicBezTo>
                <a:close/>
                <a:moveTo>
                  <a:pt x="7804266" y="2047572"/>
                </a:moveTo>
                <a:cubicBezTo>
                  <a:pt x="7808539" y="2047572"/>
                  <a:pt x="7812003" y="2051036"/>
                  <a:pt x="7812003" y="2055309"/>
                </a:cubicBezTo>
                <a:cubicBezTo>
                  <a:pt x="7812003" y="2086255"/>
                  <a:pt x="7812002" y="2117200"/>
                  <a:pt x="7812002" y="2148146"/>
                </a:cubicBezTo>
                <a:lnTo>
                  <a:pt x="7804266" y="2155882"/>
                </a:lnTo>
                <a:cubicBezTo>
                  <a:pt x="7799993" y="2155882"/>
                  <a:pt x="7796529" y="2152418"/>
                  <a:pt x="7796529" y="2148145"/>
                </a:cubicBezTo>
                <a:lnTo>
                  <a:pt x="7796529" y="2055309"/>
                </a:lnTo>
                <a:cubicBezTo>
                  <a:pt x="7796529" y="2051036"/>
                  <a:pt x="7799993" y="2047572"/>
                  <a:pt x="7804266" y="2047572"/>
                </a:cubicBezTo>
                <a:close/>
                <a:moveTo>
                  <a:pt x="7726130" y="2047572"/>
                </a:moveTo>
                <a:cubicBezTo>
                  <a:pt x="7756039" y="2047572"/>
                  <a:pt x="7780285" y="2071818"/>
                  <a:pt x="7780285" y="2101727"/>
                </a:cubicBezTo>
                <a:cubicBezTo>
                  <a:pt x="7780285" y="2131636"/>
                  <a:pt x="7756039" y="2155882"/>
                  <a:pt x="7726130" y="2155882"/>
                </a:cubicBezTo>
                <a:cubicBezTo>
                  <a:pt x="7696221" y="2155882"/>
                  <a:pt x="7671975" y="2131636"/>
                  <a:pt x="7671975" y="2101727"/>
                </a:cubicBezTo>
                <a:cubicBezTo>
                  <a:pt x="7671975" y="2071818"/>
                  <a:pt x="7696221" y="2047572"/>
                  <a:pt x="7726130" y="2047572"/>
                </a:cubicBezTo>
                <a:close/>
                <a:moveTo>
                  <a:pt x="7601576" y="2047572"/>
                </a:moveTo>
                <a:cubicBezTo>
                  <a:pt x="7631485" y="2047572"/>
                  <a:pt x="7655731" y="2071818"/>
                  <a:pt x="7655731" y="2101727"/>
                </a:cubicBezTo>
                <a:cubicBezTo>
                  <a:pt x="7655731" y="2131636"/>
                  <a:pt x="7631485" y="2155882"/>
                  <a:pt x="7601576" y="2155882"/>
                </a:cubicBezTo>
                <a:cubicBezTo>
                  <a:pt x="7571667" y="2155882"/>
                  <a:pt x="7547421" y="2131636"/>
                  <a:pt x="7547421" y="2101727"/>
                </a:cubicBezTo>
                <a:cubicBezTo>
                  <a:pt x="7547421" y="2071818"/>
                  <a:pt x="7571667" y="2047572"/>
                  <a:pt x="7601576" y="2047572"/>
                </a:cubicBezTo>
                <a:close/>
                <a:moveTo>
                  <a:pt x="7523442" y="2047572"/>
                </a:moveTo>
                <a:cubicBezTo>
                  <a:pt x="7527715" y="2047572"/>
                  <a:pt x="7531179" y="2051036"/>
                  <a:pt x="7531179" y="2055309"/>
                </a:cubicBezTo>
                <a:cubicBezTo>
                  <a:pt x="7531179" y="2086255"/>
                  <a:pt x="7531178" y="2117200"/>
                  <a:pt x="7531178" y="2148146"/>
                </a:cubicBezTo>
                <a:lnTo>
                  <a:pt x="7523442" y="2155882"/>
                </a:lnTo>
                <a:cubicBezTo>
                  <a:pt x="7519169" y="2155882"/>
                  <a:pt x="7515705" y="2152418"/>
                  <a:pt x="7515705" y="2148145"/>
                </a:cubicBezTo>
                <a:lnTo>
                  <a:pt x="7515705" y="2055309"/>
                </a:lnTo>
                <a:cubicBezTo>
                  <a:pt x="7515705" y="2051036"/>
                  <a:pt x="7519169" y="2047572"/>
                  <a:pt x="7523442" y="2047572"/>
                </a:cubicBezTo>
                <a:close/>
                <a:moveTo>
                  <a:pt x="7491725" y="2047572"/>
                </a:moveTo>
                <a:cubicBezTo>
                  <a:pt x="7495998" y="2047572"/>
                  <a:pt x="7499462" y="2051036"/>
                  <a:pt x="7499462" y="2055309"/>
                </a:cubicBezTo>
                <a:cubicBezTo>
                  <a:pt x="7499462" y="2086255"/>
                  <a:pt x="7499461" y="2117200"/>
                  <a:pt x="7499461" y="2148146"/>
                </a:cubicBezTo>
                <a:lnTo>
                  <a:pt x="7491725" y="2155882"/>
                </a:lnTo>
                <a:cubicBezTo>
                  <a:pt x="7487452" y="2155882"/>
                  <a:pt x="7483988" y="2152418"/>
                  <a:pt x="7483988" y="2148145"/>
                </a:cubicBezTo>
                <a:lnTo>
                  <a:pt x="7483988" y="2055309"/>
                </a:lnTo>
                <a:cubicBezTo>
                  <a:pt x="7483988" y="2051036"/>
                  <a:pt x="7487452" y="2047572"/>
                  <a:pt x="7491725" y="2047572"/>
                </a:cubicBezTo>
                <a:close/>
                <a:moveTo>
                  <a:pt x="7413589" y="2047572"/>
                </a:moveTo>
                <a:cubicBezTo>
                  <a:pt x="7443498" y="2047572"/>
                  <a:pt x="7467744" y="2071818"/>
                  <a:pt x="7467744" y="2101727"/>
                </a:cubicBezTo>
                <a:cubicBezTo>
                  <a:pt x="7467744" y="2131636"/>
                  <a:pt x="7443498" y="2155882"/>
                  <a:pt x="7413589" y="2155882"/>
                </a:cubicBezTo>
                <a:cubicBezTo>
                  <a:pt x="7383680" y="2155882"/>
                  <a:pt x="7359434" y="2131636"/>
                  <a:pt x="7359434" y="2101727"/>
                </a:cubicBezTo>
                <a:cubicBezTo>
                  <a:pt x="7359434" y="2071818"/>
                  <a:pt x="7383680" y="2047572"/>
                  <a:pt x="7413589" y="2047572"/>
                </a:cubicBezTo>
                <a:close/>
                <a:moveTo>
                  <a:pt x="7335455" y="2047572"/>
                </a:moveTo>
                <a:cubicBezTo>
                  <a:pt x="7339728" y="2047572"/>
                  <a:pt x="7343192" y="2051036"/>
                  <a:pt x="7343192" y="2055309"/>
                </a:cubicBezTo>
                <a:cubicBezTo>
                  <a:pt x="7343192" y="2086255"/>
                  <a:pt x="7343191" y="2117200"/>
                  <a:pt x="7343191" y="2148146"/>
                </a:cubicBezTo>
                <a:lnTo>
                  <a:pt x="7335455" y="2155882"/>
                </a:lnTo>
                <a:cubicBezTo>
                  <a:pt x="7331182" y="2155882"/>
                  <a:pt x="7327718" y="2152418"/>
                  <a:pt x="7327718" y="2148145"/>
                </a:cubicBezTo>
                <a:lnTo>
                  <a:pt x="7327718" y="2055309"/>
                </a:lnTo>
                <a:cubicBezTo>
                  <a:pt x="7327718" y="2051036"/>
                  <a:pt x="7331182" y="2047572"/>
                  <a:pt x="7335455" y="2047572"/>
                </a:cubicBezTo>
                <a:close/>
                <a:moveTo>
                  <a:pt x="7257319" y="2047572"/>
                </a:moveTo>
                <a:cubicBezTo>
                  <a:pt x="7287228" y="2047572"/>
                  <a:pt x="7311474" y="2071818"/>
                  <a:pt x="7311474" y="2101727"/>
                </a:cubicBezTo>
                <a:cubicBezTo>
                  <a:pt x="7311474" y="2131636"/>
                  <a:pt x="7287228" y="2155882"/>
                  <a:pt x="7257319" y="2155882"/>
                </a:cubicBezTo>
                <a:cubicBezTo>
                  <a:pt x="7227410" y="2155882"/>
                  <a:pt x="7203164" y="2131636"/>
                  <a:pt x="7203164" y="2101727"/>
                </a:cubicBezTo>
                <a:cubicBezTo>
                  <a:pt x="7203164" y="2071818"/>
                  <a:pt x="7227410" y="2047572"/>
                  <a:pt x="7257319" y="2047572"/>
                </a:cubicBezTo>
                <a:close/>
                <a:moveTo>
                  <a:pt x="7129359" y="2047572"/>
                </a:moveTo>
                <a:cubicBezTo>
                  <a:pt x="7159268" y="2047572"/>
                  <a:pt x="7183514" y="2071818"/>
                  <a:pt x="7183514" y="2101727"/>
                </a:cubicBezTo>
                <a:cubicBezTo>
                  <a:pt x="7183514" y="2131636"/>
                  <a:pt x="7159268" y="2155882"/>
                  <a:pt x="7129359" y="2155882"/>
                </a:cubicBezTo>
                <a:cubicBezTo>
                  <a:pt x="7099450" y="2155882"/>
                  <a:pt x="7075204" y="2131636"/>
                  <a:pt x="7075204" y="2101727"/>
                </a:cubicBezTo>
                <a:cubicBezTo>
                  <a:pt x="7075204" y="2071818"/>
                  <a:pt x="7099450" y="2047572"/>
                  <a:pt x="7129359" y="2047572"/>
                </a:cubicBezTo>
                <a:close/>
                <a:moveTo>
                  <a:pt x="7051221" y="2047572"/>
                </a:moveTo>
                <a:cubicBezTo>
                  <a:pt x="7055494" y="2047572"/>
                  <a:pt x="7058958" y="2051036"/>
                  <a:pt x="7058958" y="2055309"/>
                </a:cubicBezTo>
                <a:lnTo>
                  <a:pt x="7058958" y="2148145"/>
                </a:lnTo>
                <a:cubicBezTo>
                  <a:pt x="7058958" y="2152418"/>
                  <a:pt x="7055494" y="2155882"/>
                  <a:pt x="7051221" y="2155882"/>
                </a:cubicBezTo>
                <a:lnTo>
                  <a:pt x="7043485" y="2148146"/>
                </a:lnTo>
                <a:cubicBezTo>
                  <a:pt x="7043485" y="2117200"/>
                  <a:pt x="7043484" y="2086255"/>
                  <a:pt x="7043484" y="2055309"/>
                </a:cubicBezTo>
                <a:cubicBezTo>
                  <a:pt x="7043484" y="2051036"/>
                  <a:pt x="7046948" y="2047572"/>
                  <a:pt x="7051221" y="2047572"/>
                </a:cubicBezTo>
                <a:close/>
                <a:moveTo>
                  <a:pt x="6973087" y="2047572"/>
                </a:moveTo>
                <a:cubicBezTo>
                  <a:pt x="7002996" y="2047572"/>
                  <a:pt x="7027242" y="2071818"/>
                  <a:pt x="7027242" y="2101727"/>
                </a:cubicBezTo>
                <a:cubicBezTo>
                  <a:pt x="7027242" y="2131636"/>
                  <a:pt x="7002996" y="2155882"/>
                  <a:pt x="6973087" y="2155882"/>
                </a:cubicBezTo>
                <a:cubicBezTo>
                  <a:pt x="6943178" y="2155882"/>
                  <a:pt x="6918932" y="2131636"/>
                  <a:pt x="6918932" y="2101727"/>
                </a:cubicBezTo>
                <a:cubicBezTo>
                  <a:pt x="6918932" y="2071818"/>
                  <a:pt x="6943178" y="2047572"/>
                  <a:pt x="6973087" y="2047572"/>
                </a:cubicBezTo>
                <a:close/>
                <a:moveTo>
                  <a:pt x="6894951" y="2047572"/>
                </a:moveTo>
                <a:cubicBezTo>
                  <a:pt x="6899224" y="2047572"/>
                  <a:pt x="6902688" y="2051036"/>
                  <a:pt x="6902688" y="2055309"/>
                </a:cubicBezTo>
                <a:lnTo>
                  <a:pt x="6902688" y="2148145"/>
                </a:lnTo>
                <a:cubicBezTo>
                  <a:pt x="6902688" y="2152418"/>
                  <a:pt x="6899224" y="2155882"/>
                  <a:pt x="6894951" y="2155882"/>
                </a:cubicBezTo>
                <a:lnTo>
                  <a:pt x="6887215" y="2148146"/>
                </a:lnTo>
                <a:cubicBezTo>
                  <a:pt x="6887215" y="2117200"/>
                  <a:pt x="6887214" y="2086255"/>
                  <a:pt x="6887214" y="2055309"/>
                </a:cubicBezTo>
                <a:cubicBezTo>
                  <a:pt x="6887214" y="2051036"/>
                  <a:pt x="6890678" y="2047572"/>
                  <a:pt x="6894951" y="2047572"/>
                </a:cubicBezTo>
                <a:close/>
                <a:moveTo>
                  <a:pt x="6863234" y="2047572"/>
                </a:moveTo>
                <a:cubicBezTo>
                  <a:pt x="6867507" y="2047572"/>
                  <a:pt x="6870971" y="2051036"/>
                  <a:pt x="6870971" y="2055309"/>
                </a:cubicBezTo>
                <a:lnTo>
                  <a:pt x="6870971" y="2148145"/>
                </a:lnTo>
                <a:cubicBezTo>
                  <a:pt x="6870971" y="2152418"/>
                  <a:pt x="6867507" y="2155882"/>
                  <a:pt x="6863234" y="2155882"/>
                </a:cubicBezTo>
                <a:lnTo>
                  <a:pt x="6855498" y="2148146"/>
                </a:lnTo>
                <a:cubicBezTo>
                  <a:pt x="6855498" y="2117200"/>
                  <a:pt x="6855497" y="2086255"/>
                  <a:pt x="6855497" y="2055309"/>
                </a:cubicBezTo>
                <a:cubicBezTo>
                  <a:pt x="6855497" y="2051036"/>
                  <a:pt x="6858961" y="2047572"/>
                  <a:pt x="6863234" y="2047572"/>
                </a:cubicBezTo>
                <a:close/>
                <a:moveTo>
                  <a:pt x="6785100" y="2047572"/>
                </a:moveTo>
                <a:cubicBezTo>
                  <a:pt x="6815009" y="2047572"/>
                  <a:pt x="6839255" y="2071818"/>
                  <a:pt x="6839255" y="2101727"/>
                </a:cubicBezTo>
                <a:cubicBezTo>
                  <a:pt x="6839255" y="2131636"/>
                  <a:pt x="6815009" y="2155882"/>
                  <a:pt x="6785100" y="2155882"/>
                </a:cubicBezTo>
                <a:cubicBezTo>
                  <a:pt x="6755191" y="2155882"/>
                  <a:pt x="6730945" y="2131636"/>
                  <a:pt x="6730945" y="2101727"/>
                </a:cubicBezTo>
                <a:cubicBezTo>
                  <a:pt x="6730945" y="2071818"/>
                  <a:pt x="6755191" y="2047572"/>
                  <a:pt x="6785100" y="2047572"/>
                </a:cubicBezTo>
                <a:close/>
                <a:moveTo>
                  <a:pt x="6660546" y="2047572"/>
                </a:moveTo>
                <a:cubicBezTo>
                  <a:pt x="6690455" y="2047572"/>
                  <a:pt x="6714701" y="2071818"/>
                  <a:pt x="6714701" y="2101727"/>
                </a:cubicBezTo>
                <a:cubicBezTo>
                  <a:pt x="6714701" y="2131636"/>
                  <a:pt x="6690455" y="2155882"/>
                  <a:pt x="6660546" y="2155882"/>
                </a:cubicBezTo>
                <a:cubicBezTo>
                  <a:pt x="6630637" y="2155882"/>
                  <a:pt x="6606391" y="2131636"/>
                  <a:pt x="6606391" y="2101727"/>
                </a:cubicBezTo>
                <a:cubicBezTo>
                  <a:pt x="6606391" y="2071818"/>
                  <a:pt x="6630637" y="2047572"/>
                  <a:pt x="6660546" y="2047572"/>
                </a:cubicBezTo>
                <a:close/>
                <a:moveTo>
                  <a:pt x="6582410" y="2047572"/>
                </a:moveTo>
                <a:cubicBezTo>
                  <a:pt x="6586683" y="2047572"/>
                  <a:pt x="6590147" y="2051036"/>
                  <a:pt x="6590147" y="2055309"/>
                </a:cubicBezTo>
                <a:lnTo>
                  <a:pt x="6590147" y="2148145"/>
                </a:lnTo>
                <a:cubicBezTo>
                  <a:pt x="6590147" y="2152418"/>
                  <a:pt x="6586683" y="2155882"/>
                  <a:pt x="6582410" y="2155882"/>
                </a:cubicBezTo>
                <a:lnTo>
                  <a:pt x="6574674" y="2148146"/>
                </a:lnTo>
                <a:cubicBezTo>
                  <a:pt x="6574674" y="2117200"/>
                  <a:pt x="6574673" y="2086255"/>
                  <a:pt x="6574673" y="2055309"/>
                </a:cubicBezTo>
                <a:cubicBezTo>
                  <a:pt x="6574673" y="2051036"/>
                  <a:pt x="6578137" y="2047572"/>
                  <a:pt x="6582410" y="2047572"/>
                </a:cubicBezTo>
                <a:close/>
                <a:moveTo>
                  <a:pt x="6504275" y="2047572"/>
                </a:moveTo>
                <a:cubicBezTo>
                  <a:pt x="6534184" y="2047572"/>
                  <a:pt x="6558430" y="2071818"/>
                  <a:pt x="6558430" y="2101727"/>
                </a:cubicBezTo>
                <a:cubicBezTo>
                  <a:pt x="6558430" y="2131636"/>
                  <a:pt x="6534184" y="2155882"/>
                  <a:pt x="6504275" y="2155882"/>
                </a:cubicBezTo>
                <a:cubicBezTo>
                  <a:pt x="6474366" y="2155882"/>
                  <a:pt x="6450120" y="2131636"/>
                  <a:pt x="6450120" y="2101727"/>
                </a:cubicBezTo>
                <a:cubicBezTo>
                  <a:pt x="6450120" y="2071818"/>
                  <a:pt x="6474366" y="2047572"/>
                  <a:pt x="6504275" y="2047572"/>
                </a:cubicBezTo>
                <a:close/>
                <a:moveTo>
                  <a:pt x="6379721" y="2047572"/>
                </a:moveTo>
                <a:cubicBezTo>
                  <a:pt x="6409630" y="2047572"/>
                  <a:pt x="6433876" y="2071818"/>
                  <a:pt x="6433876" y="2101727"/>
                </a:cubicBezTo>
                <a:cubicBezTo>
                  <a:pt x="6433876" y="2131636"/>
                  <a:pt x="6409630" y="2155882"/>
                  <a:pt x="6379721" y="2155882"/>
                </a:cubicBezTo>
                <a:cubicBezTo>
                  <a:pt x="6349812" y="2155882"/>
                  <a:pt x="6325566" y="2131636"/>
                  <a:pt x="6325566" y="2101727"/>
                </a:cubicBezTo>
                <a:cubicBezTo>
                  <a:pt x="6325566" y="2071818"/>
                  <a:pt x="6349812" y="2047572"/>
                  <a:pt x="6379721" y="2047572"/>
                </a:cubicBezTo>
                <a:close/>
                <a:moveTo>
                  <a:pt x="6301586" y="2047572"/>
                </a:moveTo>
                <a:cubicBezTo>
                  <a:pt x="6305859" y="2047572"/>
                  <a:pt x="6309323" y="2051036"/>
                  <a:pt x="6309323" y="2055309"/>
                </a:cubicBezTo>
                <a:lnTo>
                  <a:pt x="6309323" y="2148145"/>
                </a:lnTo>
                <a:cubicBezTo>
                  <a:pt x="6309323" y="2152418"/>
                  <a:pt x="6305859" y="2155882"/>
                  <a:pt x="6301586" y="2155882"/>
                </a:cubicBezTo>
                <a:lnTo>
                  <a:pt x="6293850" y="2148146"/>
                </a:lnTo>
                <a:cubicBezTo>
                  <a:pt x="6293850" y="2117200"/>
                  <a:pt x="6293849" y="2086255"/>
                  <a:pt x="6293849" y="2055309"/>
                </a:cubicBezTo>
                <a:cubicBezTo>
                  <a:pt x="6293849" y="2051036"/>
                  <a:pt x="6297313" y="2047572"/>
                  <a:pt x="6301586" y="2047572"/>
                </a:cubicBezTo>
                <a:close/>
                <a:moveTo>
                  <a:pt x="6269869" y="2047572"/>
                </a:moveTo>
                <a:cubicBezTo>
                  <a:pt x="6274142" y="2047572"/>
                  <a:pt x="6277606" y="2051036"/>
                  <a:pt x="6277606" y="2055309"/>
                </a:cubicBezTo>
                <a:lnTo>
                  <a:pt x="6277606" y="2148145"/>
                </a:lnTo>
                <a:cubicBezTo>
                  <a:pt x="6277606" y="2152418"/>
                  <a:pt x="6274142" y="2155882"/>
                  <a:pt x="6269869" y="2155882"/>
                </a:cubicBezTo>
                <a:lnTo>
                  <a:pt x="6262133" y="2148146"/>
                </a:lnTo>
                <a:cubicBezTo>
                  <a:pt x="6262133" y="2117200"/>
                  <a:pt x="6262132" y="2086255"/>
                  <a:pt x="6262132" y="2055309"/>
                </a:cubicBezTo>
                <a:cubicBezTo>
                  <a:pt x="6262132" y="2051036"/>
                  <a:pt x="6265596" y="2047572"/>
                  <a:pt x="6269869" y="2047572"/>
                </a:cubicBezTo>
                <a:close/>
                <a:moveTo>
                  <a:pt x="6191734" y="2047572"/>
                </a:moveTo>
                <a:cubicBezTo>
                  <a:pt x="6221643" y="2047572"/>
                  <a:pt x="6245889" y="2071818"/>
                  <a:pt x="6245889" y="2101727"/>
                </a:cubicBezTo>
                <a:cubicBezTo>
                  <a:pt x="6245889" y="2131636"/>
                  <a:pt x="6221643" y="2155882"/>
                  <a:pt x="6191734" y="2155882"/>
                </a:cubicBezTo>
                <a:cubicBezTo>
                  <a:pt x="6161825" y="2155882"/>
                  <a:pt x="6137579" y="2131636"/>
                  <a:pt x="6137579" y="2101727"/>
                </a:cubicBezTo>
                <a:cubicBezTo>
                  <a:pt x="6137579" y="2071818"/>
                  <a:pt x="6161825" y="2047572"/>
                  <a:pt x="6191734" y="2047572"/>
                </a:cubicBezTo>
                <a:close/>
                <a:moveTo>
                  <a:pt x="6113599" y="2047572"/>
                </a:moveTo>
                <a:cubicBezTo>
                  <a:pt x="6117872" y="2047572"/>
                  <a:pt x="6121336" y="2051036"/>
                  <a:pt x="6121336" y="2055309"/>
                </a:cubicBezTo>
                <a:lnTo>
                  <a:pt x="6121336" y="2148145"/>
                </a:lnTo>
                <a:lnTo>
                  <a:pt x="6113599" y="2155882"/>
                </a:lnTo>
                <a:cubicBezTo>
                  <a:pt x="6109326" y="2155883"/>
                  <a:pt x="6105863" y="2152419"/>
                  <a:pt x="6105863" y="2148146"/>
                </a:cubicBezTo>
                <a:cubicBezTo>
                  <a:pt x="6105863" y="2117200"/>
                  <a:pt x="6105862" y="2086255"/>
                  <a:pt x="6105862" y="2055309"/>
                </a:cubicBezTo>
                <a:cubicBezTo>
                  <a:pt x="6105862" y="2051036"/>
                  <a:pt x="6109326" y="2047572"/>
                  <a:pt x="6113599" y="2047572"/>
                </a:cubicBezTo>
                <a:close/>
                <a:moveTo>
                  <a:pt x="6035464" y="2047572"/>
                </a:moveTo>
                <a:cubicBezTo>
                  <a:pt x="6065373" y="2047572"/>
                  <a:pt x="6089619" y="2071818"/>
                  <a:pt x="6089619" y="2101727"/>
                </a:cubicBezTo>
                <a:cubicBezTo>
                  <a:pt x="6089619" y="2131636"/>
                  <a:pt x="6065373" y="2155882"/>
                  <a:pt x="6035464" y="2155882"/>
                </a:cubicBezTo>
                <a:cubicBezTo>
                  <a:pt x="6005555" y="2155882"/>
                  <a:pt x="5981309" y="2131636"/>
                  <a:pt x="5981309" y="2101727"/>
                </a:cubicBezTo>
                <a:cubicBezTo>
                  <a:pt x="5981309" y="2071818"/>
                  <a:pt x="6005555" y="2047572"/>
                  <a:pt x="6035464" y="2047572"/>
                </a:cubicBezTo>
                <a:close/>
                <a:moveTo>
                  <a:pt x="5910910" y="2047572"/>
                </a:moveTo>
                <a:cubicBezTo>
                  <a:pt x="5940819" y="2047572"/>
                  <a:pt x="5965065" y="2071818"/>
                  <a:pt x="5965065" y="2101727"/>
                </a:cubicBezTo>
                <a:cubicBezTo>
                  <a:pt x="5965065" y="2131636"/>
                  <a:pt x="5940819" y="2155882"/>
                  <a:pt x="5910910" y="2155882"/>
                </a:cubicBezTo>
                <a:cubicBezTo>
                  <a:pt x="5881001" y="2155882"/>
                  <a:pt x="5856755" y="2131636"/>
                  <a:pt x="5856755" y="2101727"/>
                </a:cubicBezTo>
                <a:cubicBezTo>
                  <a:pt x="5856755" y="2071818"/>
                  <a:pt x="5881001" y="2047572"/>
                  <a:pt x="5910910" y="2047572"/>
                </a:cubicBezTo>
                <a:close/>
                <a:moveTo>
                  <a:pt x="5832775" y="2047572"/>
                </a:moveTo>
                <a:cubicBezTo>
                  <a:pt x="5837048" y="2047572"/>
                  <a:pt x="5840512" y="2051036"/>
                  <a:pt x="5840512" y="2055309"/>
                </a:cubicBezTo>
                <a:lnTo>
                  <a:pt x="5840512" y="2148145"/>
                </a:lnTo>
                <a:lnTo>
                  <a:pt x="5832775" y="2155882"/>
                </a:lnTo>
                <a:cubicBezTo>
                  <a:pt x="5828502" y="2155883"/>
                  <a:pt x="5825039" y="2152419"/>
                  <a:pt x="5825039" y="2148146"/>
                </a:cubicBezTo>
                <a:cubicBezTo>
                  <a:pt x="5825039" y="2117200"/>
                  <a:pt x="5825038" y="2086255"/>
                  <a:pt x="5825038" y="2055309"/>
                </a:cubicBezTo>
                <a:cubicBezTo>
                  <a:pt x="5825038" y="2051036"/>
                  <a:pt x="5828502" y="2047572"/>
                  <a:pt x="5832775" y="2047572"/>
                </a:cubicBezTo>
                <a:close/>
                <a:moveTo>
                  <a:pt x="5754640" y="2047572"/>
                </a:moveTo>
                <a:cubicBezTo>
                  <a:pt x="5784549" y="2047572"/>
                  <a:pt x="5808795" y="2071818"/>
                  <a:pt x="5808795" y="2101727"/>
                </a:cubicBezTo>
                <a:cubicBezTo>
                  <a:pt x="5808795" y="2131636"/>
                  <a:pt x="5784549" y="2155882"/>
                  <a:pt x="5754640" y="2155882"/>
                </a:cubicBezTo>
                <a:cubicBezTo>
                  <a:pt x="5724731" y="2155882"/>
                  <a:pt x="5700485" y="2131636"/>
                  <a:pt x="5700485" y="2101727"/>
                </a:cubicBezTo>
                <a:cubicBezTo>
                  <a:pt x="5700485" y="2071818"/>
                  <a:pt x="5724731" y="2047572"/>
                  <a:pt x="5754640" y="2047572"/>
                </a:cubicBezTo>
                <a:close/>
                <a:moveTo>
                  <a:pt x="5676504" y="2047572"/>
                </a:moveTo>
                <a:cubicBezTo>
                  <a:pt x="5680777" y="2047572"/>
                  <a:pt x="5684241" y="2051036"/>
                  <a:pt x="5684241" y="2055309"/>
                </a:cubicBezTo>
                <a:lnTo>
                  <a:pt x="5684241" y="2148145"/>
                </a:lnTo>
                <a:lnTo>
                  <a:pt x="5676504" y="2155882"/>
                </a:lnTo>
                <a:cubicBezTo>
                  <a:pt x="5672231" y="2155883"/>
                  <a:pt x="5668768" y="2152419"/>
                  <a:pt x="5668768" y="2148146"/>
                </a:cubicBezTo>
                <a:cubicBezTo>
                  <a:pt x="5668768" y="2117200"/>
                  <a:pt x="5668767" y="2086255"/>
                  <a:pt x="5668767" y="2055309"/>
                </a:cubicBezTo>
                <a:cubicBezTo>
                  <a:pt x="5668767" y="2051036"/>
                  <a:pt x="5672231" y="2047572"/>
                  <a:pt x="5676504" y="2047572"/>
                </a:cubicBezTo>
                <a:close/>
                <a:moveTo>
                  <a:pt x="5644787" y="2047572"/>
                </a:moveTo>
                <a:cubicBezTo>
                  <a:pt x="5649060" y="2047572"/>
                  <a:pt x="5652524" y="2051036"/>
                  <a:pt x="5652524" y="2055309"/>
                </a:cubicBezTo>
                <a:lnTo>
                  <a:pt x="5652524" y="2148145"/>
                </a:lnTo>
                <a:lnTo>
                  <a:pt x="5644787" y="2155882"/>
                </a:lnTo>
                <a:cubicBezTo>
                  <a:pt x="5640514" y="2155883"/>
                  <a:pt x="5637051" y="2152419"/>
                  <a:pt x="5637051" y="2148146"/>
                </a:cubicBezTo>
                <a:cubicBezTo>
                  <a:pt x="5637051" y="2117200"/>
                  <a:pt x="5637050" y="2086255"/>
                  <a:pt x="5637050" y="2055309"/>
                </a:cubicBezTo>
                <a:cubicBezTo>
                  <a:pt x="5637050" y="2051036"/>
                  <a:pt x="5640514" y="2047572"/>
                  <a:pt x="5644787" y="2047572"/>
                </a:cubicBezTo>
                <a:close/>
                <a:moveTo>
                  <a:pt x="5566653" y="2047572"/>
                </a:moveTo>
                <a:cubicBezTo>
                  <a:pt x="5596562" y="2047572"/>
                  <a:pt x="5620808" y="2071818"/>
                  <a:pt x="5620808" y="2101727"/>
                </a:cubicBezTo>
                <a:cubicBezTo>
                  <a:pt x="5620808" y="2131636"/>
                  <a:pt x="5596562" y="2155882"/>
                  <a:pt x="5566653" y="2155882"/>
                </a:cubicBezTo>
                <a:cubicBezTo>
                  <a:pt x="5536744" y="2155882"/>
                  <a:pt x="5512498" y="2131636"/>
                  <a:pt x="5512498" y="2101727"/>
                </a:cubicBezTo>
                <a:cubicBezTo>
                  <a:pt x="5512498" y="2071818"/>
                  <a:pt x="5536744" y="2047572"/>
                  <a:pt x="5566653" y="2047572"/>
                </a:cubicBezTo>
                <a:close/>
                <a:moveTo>
                  <a:pt x="5442099" y="2047572"/>
                </a:moveTo>
                <a:cubicBezTo>
                  <a:pt x="5472008" y="2047572"/>
                  <a:pt x="5496254" y="2071818"/>
                  <a:pt x="5496254" y="2101727"/>
                </a:cubicBezTo>
                <a:cubicBezTo>
                  <a:pt x="5496254" y="2131636"/>
                  <a:pt x="5472008" y="2155882"/>
                  <a:pt x="5442099" y="2155882"/>
                </a:cubicBezTo>
                <a:cubicBezTo>
                  <a:pt x="5412190" y="2155882"/>
                  <a:pt x="5387944" y="2131636"/>
                  <a:pt x="5387944" y="2101727"/>
                </a:cubicBezTo>
                <a:cubicBezTo>
                  <a:pt x="5387944" y="2071818"/>
                  <a:pt x="5412190" y="2047572"/>
                  <a:pt x="5442099" y="2047572"/>
                </a:cubicBezTo>
                <a:close/>
                <a:moveTo>
                  <a:pt x="5363963" y="2047572"/>
                </a:moveTo>
                <a:cubicBezTo>
                  <a:pt x="5368236" y="2047572"/>
                  <a:pt x="5371700" y="2051036"/>
                  <a:pt x="5371700" y="2055309"/>
                </a:cubicBezTo>
                <a:lnTo>
                  <a:pt x="5371700" y="2148145"/>
                </a:lnTo>
                <a:lnTo>
                  <a:pt x="5363963" y="2155882"/>
                </a:lnTo>
                <a:cubicBezTo>
                  <a:pt x="5359690" y="2155883"/>
                  <a:pt x="5356227" y="2152419"/>
                  <a:pt x="5356227" y="2148146"/>
                </a:cubicBezTo>
                <a:cubicBezTo>
                  <a:pt x="5356227" y="2117200"/>
                  <a:pt x="5356226" y="2086255"/>
                  <a:pt x="5356226" y="2055309"/>
                </a:cubicBezTo>
                <a:cubicBezTo>
                  <a:pt x="5356226" y="2051036"/>
                  <a:pt x="5359690" y="2047572"/>
                  <a:pt x="5363963" y="2047572"/>
                </a:cubicBezTo>
                <a:close/>
                <a:moveTo>
                  <a:pt x="5285828" y="2047572"/>
                </a:moveTo>
                <a:cubicBezTo>
                  <a:pt x="5315737" y="2047572"/>
                  <a:pt x="5339983" y="2071818"/>
                  <a:pt x="5339983" y="2101727"/>
                </a:cubicBezTo>
                <a:cubicBezTo>
                  <a:pt x="5339983" y="2131636"/>
                  <a:pt x="5315737" y="2155882"/>
                  <a:pt x="5285828" y="2155882"/>
                </a:cubicBezTo>
                <a:cubicBezTo>
                  <a:pt x="5255919" y="2155882"/>
                  <a:pt x="5231673" y="2131636"/>
                  <a:pt x="5231673" y="2101727"/>
                </a:cubicBezTo>
                <a:cubicBezTo>
                  <a:pt x="5231673" y="2071818"/>
                  <a:pt x="5255919" y="2047572"/>
                  <a:pt x="5285828" y="2047572"/>
                </a:cubicBezTo>
                <a:close/>
                <a:moveTo>
                  <a:pt x="5161274" y="2047572"/>
                </a:moveTo>
                <a:cubicBezTo>
                  <a:pt x="5191183" y="2047572"/>
                  <a:pt x="5215429" y="2071818"/>
                  <a:pt x="5215429" y="2101727"/>
                </a:cubicBezTo>
                <a:cubicBezTo>
                  <a:pt x="5215429" y="2131636"/>
                  <a:pt x="5191183" y="2155882"/>
                  <a:pt x="5161274" y="2155882"/>
                </a:cubicBezTo>
                <a:cubicBezTo>
                  <a:pt x="5131365" y="2155882"/>
                  <a:pt x="5107119" y="2131636"/>
                  <a:pt x="5107119" y="2101727"/>
                </a:cubicBezTo>
                <a:cubicBezTo>
                  <a:pt x="5107119" y="2071818"/>
                  <a:pt x="5131365" y="2047572"/>
                  <a:pt x="5161274" y="2047572"/>
                </a:cubicBezTo>
                <a:close/>
                <a:moveTo>
                  <a:pt x="5083139" y="2047572"/>
                </a:moveTo>
                <a:cubicBezTo>
                  <a:pt x="5087412" y="2047572"/>
                  <a:pt x="5090876" y="2051036"/>
                  <a:pt x="5090876" y="2055309"/>
                </a:cubicBezTo>
                <a:lnTo>
                  <a:pt x="5090876" y="2148145"/>
                </a:lnTo>
                <a:lnTo>
                  <a:pt x="5083139" y="2155882"/>
                </a:lnTo>
                <a:cubicBezTo>
                  <a:pt x="5078866" y="2155883"/>
                  <a:pt x="5075403" y="2152419"/>
                  <a:pt x="5075403" y="2148146"/>
                </a:cubicBezTo>
                <a:cubicBezTo>
                  <a:pt x="5075403" y="2117200"/>
                  <a:pt x="5075402" y="2086255"/>
                  <a:pt x="5075402" y="2055309"/>
                </a:cubicBezTo>
                <a:cubicBezTo>
                  <a:pt x="5075402" y="2051036"/>
                  <a:pt x="5078866" y="2047572"/>
                  <a:pt x="5083139" y="2047572"/>
                </a:cubicBezTo>
                <a:close/>
                <a:moveTo>
                  <a:pt x="5051422" y="2047572"/>
                </a:moveTo>
                <a:cubicBezTo>
                  <a:pt x="5055695" y="2047572"/>
                  <a:pt x="5059159" y="2051036"/>
                  <a:pt x="5059159" y="2055309"/>
                </a:cubicBezTo>
                <a:lnTo>
                  <a:pt x="5059159" y="2148145"/>
                </a:lnTo>
                <a:lnTo>
                  <a:pt x="5051422" y="2155882"/>
                </a:lnTo>
                <a:cubicBezTo>
                  <a:pt x="5047149" y="2155883"/>
                  <a:pt x="5043686" y="2152419"/>
                  <a:pt x="5043686" y="2148146"/>
                </a:cubicBezTo>
                <a:cubicBezTo>
                  <a:pt x="5043686" y="2117200"/>
                  <a:pt x="5043685" y="2086255"/>
                  <a:pt x="5043685" y="2055309"/>
                </a:cubicBezTo>
                <a:cubicBezTo>
                  <a:pt x="5043685" y="2051036"/>
                  <a:pt x="5047149" y="2047572"/>
                  <a:pt x="5051422" y="2047572"/>
                </a:cubicBezTo>
                <a:close/>
                <a:moveTo>
                  <a:pt x="4973287" y="2047572"/>
                </a:moveTo>
                <a:cubicBezTo>
                  <a:pt x="5003196" y="2047572"/>
                  <a:pt x="5027442" y="2071818"/>
                  <a:pt x="5027442" y="2101727"/>
                </a:cubicBezTo>
                <a:cubicBezTo>
                  <a:pt x="5027442" y="2131636"/>
                  <a:pt x="5003196" y="2155882"/>
                  <a:pt x="4973287" y="2155882"/>
                </a:cubicBezTo>
                <a:cubicBezTo>
                  <a:pt x="4943378" y="2155882"/>
                  <a:pt x="4919132" y="2131636"/>
                  <a:pt x="4919132" y="2101727"/>
                </a:cubicBezTo>
                <a:cubicBezTo>
                  <a:pt x="4919132" y="2071818"/>
                  <a:pt x="4943378" y="2047572"/>
                  <a:pt x="4973287" y="2047572"/>
                </a:cubicBezTo>
                <a:close/>
                <a:moveTo>
                  <a:pt x="4895152" y="2047572"/>
                </a:moveTo>
                <a:cubicBezTo>
                  <a:pt x="4899425" y="2047572"/>
                  <a:pt x="4902889" y="2051036"/>
                  <a:pt x="4902889" y="2055309"/>
                </a:cubicBezTo>
                <a:lnTo>
                  <a:pt x="4902889" y="2148145"/>
                </a:lnTo>
                <a:cubicBezTo>
                  <a:pt x="4902889" y="2152418"/>
                  <a:pt x="4899425" y="2155882"/>
                  <a:pt x="4895152" y="2155882"/>
                </a:cubicBezTo>
                <a:lnTo>
                  <a:pt x="4887416" y="2148146"/>
                </a:lnTo>
                <a:cubicBezTo>
                  <a:pt x="4887416" y="2117200"/>
                  <a:pt x="4887415" y="2086255"/>
                  <a:pt x="4887415" y="2055309"/>
                </a:cubicBezTo>
                <a:cubicBezTo>
                  <a:pt x="4887415" y="2051036"/>
                  <a:pt x="4890879" y="2047572"/>
                  <a:pt x="4895152" y="2047572"/>
                </a:cubicBezTo>
                <a:close/>
                <a:moveTo>
                  <a:pt x="4817017" y="2047572"/>
                </a:moveTo>
                <a:cubicBezTo>
                  <a:pt x="4846926" y="2047572"/>
                  <a:pt x="4871172" y="2071818"/>
                  <a:pt x="4871172" y="2101727"/>
                </a:cubicBezTo>
                <a:cubicBezTo>
                  <a:pt x="4871172" y="2131636"/>
                  <a:pt x="4846926" y="2155882"/>
                  <a:pt x="4817017" y="2155882"/>
                </a:cubicBezTo>
                <a:cubicBezTo>
                  <a:pt x="4787108" y="2155882"/>
                  <a:pt x="4762862" y="2131636"/>
                  <a:pt x="4762862" y="2101727"/>
                </a:cubicBezTo>
                <a:cubicBezTo>
                  <a:pt x="4762862" y="2071818"/>
                  <a:pt x="4787108" y="2047572"/>
                  <a:pt x="4817017" y="2047572"/>
                </a:cubicBezTo>
                <a:close/>
                <a:moveTo>
                  <a:pt x="4692463" y="2047572"/>
                </a:moveTo>
                <a:cubicBezTo>
                  <a:pt x="4722372" y="2047572"/>
                  <a:pt x="4746618" y="2071818"/>
                  <a:pt x="4746618" y="2101727"/>
                </a:cubicBezTo>
                <a:cubicBezTo>
                  <a:pt x="4746618" y="2131636"/>
                  <a:pt x="4722372" y="2155882"/>
                  <a:pt x="4692463" y="2155882"/>
                </a:cubicBezTo>
                <a:cubicBezTo>
                  <a:pt x="4662554" y="2155882"/>
                  <a:pt x="4638308" y="2131636"/>
                  <a:pt x="4638308" y="2101727"/>
                </a:cubicBezTo>
                <a:cubicBezTo>
                  <a:pt x="4638308" y="2071818"/>
                  <a:pt x="4662554" y="2047572"/>
                  <a:pt x="4692463" y="2047572"/>
                </a:cubicBezTo>
                <a:close/>
                <a:moveTo>
                  <a:pt x="4614329" y="2047572"/>
                </a:moveTo>
                <a:cubicBezTo>
                  <a:pt x="4618602" y="2047572"/>
                  <a:pt x="4622066" y="2051036"/>
                  <a:pt x="4622066" y="2055309"/>
                </a:cubicBezTo>
                <a:cubicBezTo>
                  <a:pt x="4622066" y="2086255"/>
                  <a:pt x="4622065" y="2117200"/>
                  <a:pt x="4622065" y="2148146"/>
                </a:cubicBezTo>
                <a:lnTo>
                  <a:pt x="4614329" y="2155882"/>
                </a:lnTo>
                <a:cubicBezTo>
                  <a:pt x="4610056" y="2155882"/>
                  <a:pt x="4606592" y="2152418"/>
                  <a:pt x="4606592" y="2148145"/>
                </a:cubicBezTo>
                <a:lnTo>
                  <a:pt x="4606592" y="2055309"/>
                </a:lnTo>
                <a:cubicBezTo>
                  <a:pt x="4606592" y="2051036"/>
                  <a:pt x="4610056" y="2047572"/>
                  <a:pt x="4614329" y="2047572"/>
                </a:cubicBezTo>
                <a:close/>
                <a:moveTo>
                  <a:pt x="4536193" y="2047572"/>
                </a:moveTo>
                <a:cubicBezTo>
                  <a:pt x="4566102" y="2047572"/>
                  <a:pt x="4590348" y="2071818"/>
                  <a:pt x="4590348" y="2101727"/>
                </a:cubicBezTo>
                <a:cubicBezTo>
                  <a:pt x="4590348" y="2131636"/>
                  <a:pt x="4566102" y="2155882"/>
                  <a:pt x="4536193" y="2155882"/>
                </a:cubicBezTo>
                <a:cubicBezTo>
                  <a:pt x="4506284" y="2155882"/>
                  <a:pt x="4482038" y="2131636"/>
                  <a:pt x="4482038" y="2101727"/>
                </a:cubicBezTo>
                <a:cubicBezTo>
                  <a:pt x="4482038" y="2071818"/>
                  <a:pt x="4506284" y="2047572"/>
                  <a:pt x="4536193" y="2047572"/>
                </a:cubicBezTo>
                <a:close/>
                <a:moveTo>
                  <a:pt x="4458058" y="2047572"/>
                </a:moveTo>
                <a:cubicBezTo>
                  <a:pt x="4462331" y="2047572"/>
                  <a:pt x="4465795" y="2051036"/>
                  <a:pt x="4465795" y="2055309"/>
                </a:cubicBezTo>
                <a:cubicBezTo>
                  <a:pt x="4465795" y="2086255"/>
                  <a:pt x="4465794" y="2117200"/>
                  <a:pt x="4465794" y="2148146"/>
                </a:cubicBezTo>
                <a:lnTo>
                  <a:pt x="4458058" y="2155882"/>
                </a:lnTo>
                <a:cubicBezTo>
                  <a:pt x="4453785" y="2155882"/>
                  <a:pt x="4450321" y="2152418"/>
                  <a:pt x="4450321" y="2148145"/>
                </a:cubicBezTo>
                <a:lnTo>
                  <a:pt x="4450321" y="2055309"/>
                </a:lnTo>
                <a:cubicBezTo>
                  <a:pt x="4450321" y="2051036"/>
                  <a:pt x="4453785" y="2047572"/>
                  <a:pt x="4458058" y="2047572"/>
                </a:cubicBezTo>
                <a:close/>
                <a:moveTo>
                  <a:pt x="4379922" y="2047572"/>
                </a:moveTo>
                <a:cubicBezTo>
                  <a:pt x="4409831" y="2047572"/>
                  <a:pt x="4434077" y="2071818"/>
                  <a:pt x="4434077" y="2101727"/>
                </a:cubicBezTo>
                <a:cubicBezTo>
                  <a:pt x="4434077" y="2131636"/>
                  <a:pt x="4409831" y="2155882"/>
                  <a:pt x="4379922" y="2155882"/>
                </a:cubicBezTo>
                <a:cubicBezTo>
                  <a:pt x="4350013" y="2155882"/>
                  <a:pt x="4325767" y="2131636"/>
                  <a:pt x="4325767" y="2101727"/>
                </a:cubicBezTo>
                <a:cubicBezTo>
                  <a:pt x="4325767" y="2071818"/>
                  <a:pt x="4350013" y="2047572"/>
                  <a:pt x="4379922" y="2047572"/>
                </a:cubicBezTo>
                <a:close/>
                <a:moveTo>
                  <a:pt x="4301788" y="2047572"/>
                </a:moveTo>
                <a:cubicBezTo>
                  <a:pt x="4306061" y="2047572"/>
                  <a:pt x="4309525" y="2051036"/>
                  <a:pt x="4309525" y="2055309"/>
                </a:cubicBezTo>
                <a:cubicBezTo>
                  <a:pt x="4309525" y="2086255"/>
                  <a:pt x="4309524" y="2117200"/>
                  <a:pt x="4309524" y="2148146"/>
                </a:cubicBezTo>
                <a:lnTo>
                  <a:pt x="4301788" y="2155882"/>
                </a:lnTo>
                <a:cubicBezTo>
                  <a:pt x="4297515" y="2155882"/>
                  <a:pt x="4294051" y="2152418"/>
                  <a:pt x="4294051" y="2148145"/>
                </a:cubicBezTo>
                <a:lnTo>
                  <a:pt x="4294051" y="2055309"/>
                </a:lnTo>
                <a:cubicBezTo>
                  <a:pt x="4294051" y="2051036"/>
                  <a:pt x="4297515" y="2047572"/>
                  <a:pt x="4301788" y="2047572"/>
                </a:cubicBezTo>
                <a:close/>
                <a:moveTo>
                  <a:pt x="4223652" y="2047572"/>
                </a:moveTo>
                <a:cubicBezTo>
                  <a:pt x="4253561" y="2047572"/>
                  <a:pt x="4277807" y="2071818"/>
                  <a:pt x="4277807" y="2101727"/>
                </a:cubicBezTo>
                <a:cubicBezTo>
                  <a:pt x="4277807" y="2131636"/>
                  <a:pt x="4253561" y="2155882"/>
                  <a:pt x="4223652" y="2155882"/>
                </a:cubicBezTo>
                <a:cubicBezTo>
                  <a:pt x="4193743" y="2155882"/>
                  <a:pt x="4169497" y="2131636"/>
                  <a:pt x="4169497" y="2101727"/>
                </a:cubicBezTo>
                <a:cubicBezTo>
                  <a:pt x="4169497" y="2071818"/>
                  <a:pt x="4193743" y="2047572"/>
                  <a:pt x="4223652" y="2047572"/>
                </a:cubicBezTo>
                <a:close/>
                <a:moveTo>
                  <a:pt x="4145517" y="2047572"/>
                </a:moveTo>
                <a:cubicBezTo>
                  <a:pt x="4149790" y="2047572"/>
                  <a:pt x="4153254" y="2051036"/>
                  <a:pt x="4153254" y="2055309"/>
                </a:cubicBezTo>
                <a:cubicBezTo>
                  <a:pt x="4153254" y="2086255"/>
                  <a:pt x="4153253" y="2117200"/>
                  <a:pt x="4153253" y="2148146"/>
                </a:cubicBezTo>
                <a:lnTo>
                  <a:pt x="4145517" y="2155882"/>
                </a:lnTo>
                <a:cubicBezTo>
                  <a:pt x="4141244" y="2155882"/>
                  <a:pt x="4137780" y="2152418"/>
                  <a:pt x="4137780" y="2148145"/>
                </a:cubicBezTo>
                <a:lnTo>
                  <a:pt x="4137780" y="2055309"/>
                </a:lnTo>
                <a:cubicBezTo>
                  <a:pt x="4137780" y="2051036"/>
                  <a:pt x="4141244" y="2047572"/>
                  <a:pt x="4145517" y="2047572"/>
                </a:cubicBezTo>
                <a:close/>
                <a:moveTo>
                  <a:pt x="4067381" y="2047572"/>
                </a:moveTo>
                <a:cubicBezTo>
                  <a:pt x="4097290" y="2047572"/>
                  <a:pt x="4121536" y="2071818"/>
                  <a:pt x="4121536" y="2101727"/>
                </a:cubicBezTo>
                <a:cubicBezTo>
                  <a:pt x="4121536" y="2131636"/>
                  <a:pt x="4097290" y="2155882"/>
                  <a:pt x="4067381" y="2155882"/>
                </a:cubicBezTo>
                <a:cubicBezTo>
                  <a:pt x="4037472" y="2155882"/>
                  <a:pt x="4013226" y="2131636"/>
                  <a:pt x="4013226" y="2101727"/>
                </a:cubicBezTo>
                <a:cubicBezTo>
                  <a:pt x="4013226" y="2071818"/>
                  <a:pt x="4037472" y="2047572"/>
                  <a:pt x="4067381" y="2047572"/>
                </a:cubicBezTo>
                <a:close/>
                <a:moveTo>
                  <a:pt x="3942827" y="2047572"/>
                </a:moveTo>
                <a:cubicBezTo>
                  <a:pt x="3972736" y="2047572"/>
                  <a:pt x="3996982" y="2071818"/>
                  <a:pt x="3996982" y="2101727"/>
                </a:cubicBezTo>
                <a:cubicBezTo>
                  <a:pt x="3996982" y="2131636"/>
                  <a:pt x="3972736" y="2155882"/>
                  <a:pt x="3942827" y="2155882"/>
                </a:cubicBezTo>
                <a:cubicBezTo>
                  <a:pt x="3912918" y="2155882"/>
                  <a:pt x="3888672" y="2131636"/>
                  <a:pt x="3888672" y="2101727"/>
                </a:cubicBezTo>
                <a:cubicBezTo>
                  <a:pt x="3888672" y="2071818"/>
                  <a:pt x="3912918" y="2047572"/>
                  <a:pt x="3942827" y="2047572"/>
                </a:cubicBezTo>
                <a:close/>
                <a:moveTo>
                  <a:pt x="3864693" y="2047572"/>
                </a:moveTo>
                <a:cubicBezTo>
                  <a:pt x="3868966" y="2047572"/>
                  <a:pt x="3872430" y="2051036"/>
                  <a:pt x="3872430" y="2055309"/>
                </a:cubicBezTo>
                <a:cubicBezTo>
                  <a:pt x="3872430" y="2086255"/>
                  <a:pt x="3872429" y="2117200"/>
                  <a:pt x="3872429" y="2148146"/>
                </a:cubicBezTo>
                <a:lnTo>
                  <a:pt x="3864693" y="2155882"/>
                </a:lnTo>
                <a:cubicBezTo>
                  <a:pt x="3860420" y="2155882"/>
                  <a:pt x="3856956" y="2152418"/>
                  <a:pt x="3856956" y="2148145"/>
                </a:cubicBezTo>
                <a:lnTo>
                  <a:pt x="3856956" y="2055309"/>
                </a:lnTo>
                <a:cubicBezTo>
                  <a:pt x="3856956" y="2051036"/>
                  <a:pt x="3860420" y="2047572"/>
                  <a:pt x="3864693" y="2047572"/>
                </a:cubicBezTo>
                <a:close/>
                <a:moveTo>
                  <a:pt x="3832976" y="2047572"/>
                </a:moveTo>
                <a:cubicBezTo>
                  <a:pt x="3837249" y="2047572"/>
                  <a:pt x="3840713" y="2051036"/>
                  <a:pt x="3840713" y="2055309"/>
                </a:cubicBezTo>
                <a:cubicBezTo>
                  <a:pt x="3840713" y="2086255"/>
                  <a:pt x="3840712" y="2117200"/>
                  <a:pt x="3840712" y="2148146"/>
                </a:cubicBezTo>
                <a:lnTo>
                  <a:pt x="3832976" y="2155882"/>
                </a:lnTo>
                <a:cubicBezTo>
                  <a:pt x="3828703" y="2155882"/>
                  <a:pt x="3825239" y="2152418"/>
                  <a:pt x="3825239" y="2148145"/>
                </a:cubicBezTo>
                <a:lnTo>
                  <a:pt x="3825239" y="2055309"/>
                </a:lnTo>
                <a:cubicBezTo>
                  <a:pt x="3825239" y="2051036"/>
                  <a:pt x="3828703" y="2047572"/>
                  <a:pt x="3832976" y="2047572"/>
                </a:cubicBezTo>
                <a:close/>
                <a:moveTo>
                  <a:pt x="3754840" y="2047572"/>
                </a:moveTo>
                <a:cubicBezTo>
                  <a:pt x="3784749" y="2047572"/>
                  <a:pt x="3808995" y="2071818"/>
                  <a:pt x="3808995" y="2101727"/>
                </a:cubicBezTo>
                <a:cubicBezTo>
                  <a:pt x="3808995" y="2131636"/>
                  <a:pt x="3784749" y="2155882"/>
                  <a:pt x="3754840" y="2155882"/>
                </a:cubicBezTo>
                <a:cubicBezTo>
                  <a:pt x="3724931" y="2155882"/>
                  <a:pt x="3700685" y="2131636"/>
                  <a:pt x="3700685" y="2101727"/>
                </a:cubicBezTo>
                <a:cubicBezTo>
                  <a:pt x="3700685" y="2071818"/>
                  <a:pt x="3724931" y="2047572"/>
                  <a:pt x="3754840" y="2047572"/>
                </a:cubicBezTo>
                <a:close/>
                <a:moveTo>
                  <a:pt x="3676706" y="2047572"/>
                </a:moveTo>
                <a:cubicBezTo>
                  <a:pt x="3680979" y="2047572"/>
                  <a:pt x="3684443" y="2051036"/>
                  <a:pt x="3684443" y="2055309"/>
                </a:cubicBezTo>
                <a:cubicBezTo>
                  <a:pt x="3684443" y="2086255"/>
                  <a:pt x="3684442" y="2117200"/>
                  <a:pt x="3684442" y="2148146"/>
                </a:cubicBezTo>
                <a:lnTo>
                  <a:pt x="3676706" y="2155882"/>
                </a:lnTo>
                <a:cubicBezTo>
                  <a:pt x="3672433" y="2155882"/>
                  <a:pt x="3668969" y="2152418"/>
                  <a:pt x="3668969" y="2148145"/>
                </a:cubicBezTo>
                <a:lnTo>
                  <a:pt x="3668969" y="2055309"/>
                </a:lnTo>
                <a:cubicBezTo>
                  <a:pt x="3668969" y="2051036"/>
                  <a:pt x="3672433" y="2047572"/>
                  <a:pt x="3676706" y="2047572"/>
                </a:cubicBezTo>
                <a:close/>
                <a:moveTo>
                  <a:pt x="3598570" y="2047572"/>
                </a:moveTo>
                <a:cubicBezTo>
                  <a:pt x="3628479" y="2047572"/>
                  <a:pt x="3652725" y="2071818"/>
                  <a:pt x="3652725" y="2101727"/>
                </a:cubicBezTo>
                <a:cubicBezTo>
                  <a:pt x="3652725" y="2131636"/>
                  <a:pt x="3628479" y="2155882"/>
                  <a:pt x="3598570" y="2155882"/>
                </a:cubicBezTo>
                <a:cubicBezTo>
                  <a:pt x="3568661" y="2155882"/>
                  <a:pt x="3544415" y="2131636"/>
                  <a:pt x="3544415" y="2101727"/>
                </a:cubicBezTo>
                <a:cubicBezTo>
                  <a:pt x="3544415" y="2071818"/>
                  <a:pt x="3568661" y="2047572"/>
                  <a:pt x="3598570" y="2047572"/>
                </a:cubicBezTo>
                <a:close/>
                <a:moveTo>
                  <a:pt x="3474016" y="2047572"/>
                </a:moveTo>
                <a:cubicBezTo>
                  <a:pt x="3503925" y="2047572"/>
                  <a:pt x="3528171" y="2071818"/>
                  <a:pt x="3528171" y="2101727"/>
                </a:cubicBezTo>
                <a:cubicBezTo>
                  <a:pt x="3528171" y="2131636"/>
                  <a:pt x="3503925" y="2155882"/>
                  <a:pt x="3474016" y="2155882"/>
                </a:cubicBezTo>
                <a:cubicBezTo>
                  <a:pt x="3444107" y="2155882"/>
                  <a:pt x="3419861" y="2131636"/>
                  <a:pt x="3419861" y="2101727"/>
                </a:cubicBezTo>
                <a:cubicBezTo>
                  <a:pt x="3419861" y="2071818"/>
                  <a:pt x="3444107" y="2047572"/>
                  <a:pt x="3474016" y="2047572"/>
                </a:cubicBezTo>
                <a:close/>
                <a:moveTo>
                  <a:pt x="3395881" y="2047572"/>
                </a:moveTo>
                <a:cubicBezTo>
                  <a:pt x="3400154" y="2047572"/>
                  <a:pt x="3403618" y="2051036"/>
                  <a:pt x="3403618" y="2055309"/>
                </a:cubicBezTo>
                <a:lnTo>
                  <a:pt x="3403618" y="2148145"/>
                </a:lnTo>
                <a:lnTo>
                  <a:pt x="3395881" y="2155882"/>
                </a:lnTo>
                <a:cubicBezTo>
                  <a:pt x="3391608" y="2155883"/>
                  <a:pt x="3388145" y="2152419"/>
                  <a:pt x="3388145" y="2148146"/>
                </a:cubicBezTo>
                <a:cubicBezTo>
                  <a:pt x="3388145" y="2117200"/>
                  <a:pt x="3388144" y="2086255"/>
                  <a:pt x="3388144" y="2055309"/>
                </a:cubicBezTo>
                <a:cubicBezTo>
                  <a:pt x="3388144" y="2051036"/>
                  <a:pt x="3391608" y="2047572"/>
                  <a:pt x="3395881" y="2047572"/>
                </a:cubicBezTo>
                <a:close/>
                <a:moveTo>
                  <a:pt x="3317746" y="2047572"/>
                </a:moveTo>
                <a:cubicBezTo>
                  <a:pt x="3347655" y="2047572"/>
                  <a:pt x="3371901" y="2071818"/>
                  <a:pt x="3371901" y="2101727"/>
                </a:cubicBezTo>
                <a:cubicBezTo>
                  <a:pt x="3371901" y="2131636"/>
                  <a:pt x="3347655" y="2155882"/>
                  <a:pt x="3317746" y="2155882"/>
                </a:cubicBezTo>
                <a:cubicBezTo>
                  <a:pt x="3287837" y="2155882"/>
                  <a:pt x="3263591" y="2131636"/>
                  <a:pt x="3263591" y="2101727"/>
                </a:cubicBezTo>
                <a:cubicBezTo>
                  <a:pt x="3263591" y="2071818"/>
                  <a:pt x="3287837" y="2047572"/>
                  <a:pt x="3317746" y="2047572"/>
                </a:cubicBezTo>
                <a:close/>
                <a:moveTo>
                  <a:pt x="3239610" y="2047572"/>
                </a:moveTo>
                <a:cubicBezTo>
                  <a:pt x="3243883" y="2047572"/>
                  <a:pt x="3247347" y="2051036"/>
                  <a:pt x="3247347" y="2055309"/>
                </a:cubicBezTo>
                <a:lnTo>
                  <a:pt x="3247347" y="2148145"/>
                </a:lnTo>
                <a:lnTo>
                  <a:pt x="3239610" y="2155882"/>
                </a:lnTo>
                <a:cubicBezTo>
                  <a:pt x="3235337" y="2155883"/>
                  <a:pt x="3231874" y="2152419"/>
                  <a:pt x="3231874" y="2148146"/>
                </a:cubicBezTo>
                <a:cubicBezTo>
                  <a:pt x="3231874" y="2117200"/>
                  <a:pt x="3231873" y="2086255"/>
                  <a:pt x="3231873" y="2055309"/>
                </a:cubicBezTo>
                <a:cubicBezTo>
                  <a:pt x="3231873" y="2051036"/>
                  <a:pt x="3235337" y="2047572"/>
                  <a:pt x="3239610" y="2047572"/>
                </a:cubicBezTo>
                <a:close/>
                <a:moveTo>
                  <a:pt x="3207894" y="2047572"/>
                </a:moveTo>
                <a:cubicBezTo>
                  <a:pt x="3212167" y="2047572"/>
                  <a:pt x="3215631" y="2051036"/>
                  <a:pt x="3215631" y="2055309"/>
                </a:cubicBezTo>
                <a:lnTo>
                  <a:pt x="3215631" y="2148145"/>
                </a:lnTo>
                <a:cubicBezTo>
                  <a:pt x="3215631" y="2152418"/>
                  <a:pt x="3212167" y="2155882"/>
                  <a:pt x="3207894" y="2155882"/>
                </a:cubicBezTo>
                <a:lnTo>
                  <a:pt x="3200158" y="2148146"/>
                </a:lnTo>
                <a:cubicBezTo>
                  <a:pt x="3200158" y="2117200"/>
                  <a:pt x="3200157" y="2086255"/>
                  <a:pt x="3200157" y="2055309"/>
                </a:cubicBezTo>
                <a:cubicBezTo>
                  <a:pt x="3200157" y="2051036"/>
                  <a:pt x="3203621" y="2047572"/>
                  <a:pt x="3207894" y="2047572"/>
                </a:cubicBezTo>
                <a:close/>
                <a:moveTo>
                  <a:pt x="3129759" y="2047572"/>
                </a:moveTo>
                <a:cubicBezTo>
                  <a:pt x="3159668" y="2047572"/>
                  <a:pt x="3183914" y="2071818"/>
                  <a:pt x="3183914" y="2101727"/>
                </a:cubicBezTo>
                <a:cubicBezTo>
                  <a:pt x="3183914" y="2131636"/>
                  <a:pt x="3159668" y="2155882"/>
                  <a:pt x="3129759" y="2155882"/>
                </a:cubicBezTo>
                <a:cubicBezTo>
                  <a:pt x="3099850" y="2155882"/>
                  <a:pt x="3075604" y="2131636"/>
                  <a:pt x="3075604" y="2101727"/>
                </a:cubicBezTo>
                <a:cubicBezTo>
                  <a:pt x="3075604" y="2071818"/>
                  <a:pt x="3099850" y="2047572"/>
                  <a:pt x="3129759" y="2047572"/>
                </a:cubicBezTo>
                <a:close/>
                <a:moveTo>
                  <a:pt x="3005205" y="2047572"/>
                </a:moveTo>
                <a:cubicBezTo>
                  <a:pt x="3035114" y="2047572"/>
                  <a:pt x="3059360" y="2071818"/>
                  <a:pt x="3059360" y="2101727"/>
                </a:cubicBezTo>
                <a:cubicBezTo>
                  <a:pt x="3059360" y="2131636"/>
                  <a:pt x="3035114" y="2155882"/>
                  <a:pt x="3005205" y="2155882"/>
                </a:cubicBezTo>
                <a:cubicBezTo>
                  <a:pt x="2975296" y="2155882"/>
                  <a:pt x="2951050" y="2131636"/>
                  <a:pt x="2951050" y="2101727"/>
                </a:cubicBezTo>
                <a:cubicBezTo>
                  <a:pt x="2951050" y="2071818"/>
                  <a:pt x="2975296" y="2047572"/>
                  <a:pt x="3005205" y="2047572"/>
                </a:cubicBezTo>
                <a:close/>
                <a:moveTo>
                  <a:pt x="2927069" y="2047572"/>
                </a:moveTo>
                <a:cubicBezTo>
                  <a:pt x="2931342" y="2047572"/>
                  <a:pt x="2934806" y="2051036"/>
                  <a:pt x="2934806" y="2055309"/>
                </a:cubicBezTo>
                <a:lnTo>
                  <a:pt x="2934806" y="2148145"/>
                </a:lnTo>
                <a:lnTo>
                  <a:pt x="2927069" y="2155882"/>
                </a:lnTo>
                <a:cubicBezTo>
                  <a:pt x="2922796" y="2155883"/>
                  <a:pt x="2919333" y="2152419"/>
                  <a:pt x="2919333" y="2148146"/>
                </a:cubicBezTo>
                <a:cubicBezTo>
                  <a:pt x="2919333" y="2117200"/>
                  <a:pt x="2919332" y="2086255"/>
                  <a:pt x="2919332" y="2055309"/>
                </a:cubicBezTo>
                <a:cubicBezTo>
                  <a:pt x="2919332" y="2051036"/>
                  <a:pt x="2922796" y="2047572"/>
                  <a:pt x="2927069" y="2047572"/>
                </a:cubicBezTo>
                <a:close/>
                <a:moveTo>
                  <a:pt x="2848934" y="2047572"/>
                </a:moveTo>
                <a:cubicBezTo>
                  <a:pt x="2878843" y="2047572"/>
                  <a:pt x="2903089" y="2071818"/>
                  <a:pt x="2903089" y="2101727"/>
                </a:cubicBezTo>
                <a:cubicBezTo>
                  <a:pt x="2903089" y="2131636"/>
                  <a:pt x="2878843" y="2155882"/>
                  <a:pt x="2848934" y="2155882"/>
                </a:cubicBezTo>
                <a:cubicBezTo>
                  <a:pt x="2819025" y="2155882"/>
                  <a:pt x="2794779" y="2131636"/>
                  <a:pt x="2794779" y="2101727"/>
                </a:cubicBezTo>
                <a:cubicBezTo>
                  <a:pt x="2794779" y="2071818"/>
                  <a:pt x="2819025" y="2047572"/>
                  <a:pt x="2848934" y="2047572"/>
                </a:cubicBezTo>
                <a:close/>
                <a:moveTo>
                  <a:pt x="2724380" y="2047572"/>
                </a:moveTo>
                <a:cubicBezTo>
                  <a:pt x="2754289" y="2047572"/>
                  <a:pt x="2778535" y="2071818"/>
                  <a:pt x="2778535" y="2101727"/>
                </a:cubicBezTo>
                <a:cubicBezTo>
                  <a:pt x="2778535" y="2131636"/>
                  <a:pt x="2754289" y="2155882"/>
                  <a:pt x="2724380" y="2155882"/>
                </a:cubicBezTo>
                <a:cubicBezTo>
                  <a:pt x="2694471" y="2155882"/>
                  <a:pt x="2670225" y="2131636"/>
                  <a:pt x="2670225" y="2101727"/>
                </a:cubicBezTo>
                <a:cubicBezTo>
                  <a:pt x="2670225" y="2071818"/>
                  <a:pt x="2694471" y="2047572"/>
                  <a:pt x="2724380" y="2047572"/>
                </a:cubicBezTo>
                <a:close/>
                <a:moveTo>
                  <a:pt x="2646245" y="2047572"/>
                </a:moveTo>
                <a:cubicBezTo>
                  <a:pt x="2650518" y="2047572"/>
                  <a:pt x="2653982" y="2051036"/>
                  <a:pt x="2653982" y="2055309"/>
                </a:cubicBezTo>
                <a:lnTo>
                  <a:pt x="2653982" y="2148145"/>
                </a:lnTo>
                <a:lnTo>
                  <a:pt x="2646245" y="2155882"/>
                </a:lnTo>
                <a:cubicBezTo>
                  <a:pt x="2641972" y="2155883"/>
                  <a:pt x="2638509" y="2152419"/>
                  <a:pt x="2638509" y="2148146"/>
                </a:cubicBezTo>
                <a:cubicBezTo>
                  <a:pt x="2638509" y="2117200"/>
                  <a:pt x="2638508" y="2086255"/>
                  <a:pt x="2638508" y="2055309"/>
                </a:cubicBezTo>
                <a:cubicBezTo>
                  <a:pt x="2638508" y="2051036"/>
                  <a:pt x="2641972" y="2047572"/>
                  <a:pt x="2646245" y="2047572"/>
                </a:cubicBezTo>
                <a:close/>
                <a:moveTo>
                  <a:pt x="2614528" y="2047572"/>
                </a:moveTo>
                <a:cubicBezTo>
                  <a:pt x="2618801" y="2047572"/>
                  <a:pt x="2622265" y="2051036"/>
                  <a:pt x="2622265" y="2055309"/>
                </a:cubicBezTo>
                <a:lnTo>
                  <a:pt x="2622265" y="2148145"/>
                </a:lnTo>
                <a:lnTo>
                  <a:pt x="2614528" y="2155882"/>
                </a:lnTo>
                <a:cubicBezTo>
                  <a:pt x="2610255" y="2155883"/>
                  <a:pt x="2606792" y="2152419"/>
                  <a:pt x="2606792" y="2148146"/>
                </a:cubicBezTo>
                <a:cubicBezTo>
                  <a:pt x="2606792" y="2117200"/>
                  <a:pt x="2606791" y="2086255"/>
                  <a:pt x="2606791" y="2055309"/>
                </a:cubicBezTo>
                <a:cubicBezTo>
                  <a:pt x="2606791" y="2051036"/>
                  <a:pt x="2610255" y="2047572"/>
                  <a:pt x="2614528" y="2047572"/>
                </a:cubicBezTo>
                <a:close/>
                <a:moveTo>
                  <a:pt x="2536393" y="2047572"/>
                </a:moveTo>
                <a:cubicBezTo>
                  <a:pt x="2566302" y="2047572"/>
                  <a:pt x="2590548" y="2071818"/>
                  <a:pt x="2590548" y="2101727"/>
                </a:cubicBezTo>
                <a:cubicBezTo>
                  <a:pt x="2590548" y="2131636"/>
                  <a:pt x="2566302" y="2155882"/>
                  <a:pt x="2536393" y="2155882"/>
                </a:cubicBezTo>
                <a:cubicBezTo>
                  <a:pt x="2506484" y="2155882"/>
                  <a:pt x="2482238" y="2131636"/>
                  <a:pt x="2482238" y="2101727"/>
                </a:cubicBezTo>
                <a:cubicBezTo>
                  <a:pt x="2482238" y="2071818"/>
                  <a:pt x="2506484" y="2047572"/>
                  <a:pt x="2536393" y="2047572"/>
                </a:cubicBezTo>
                <a:close/>
                <a:moveTo>
                  <a:pt x="2458258" y="2047572"/>
                </a:moveTo>
                <a:cubicBezTo>
                  <a:pt x="2462531" y="2047572"/>
                  <a:pt x="2465995" y="2051036"/>
                  <a:pt x="2465995" y="2055309"/>
                </a:cubicBezTo>
                <a:lnTo>
                  <a:pt x="2465995" y="2148145"/>
                </a:lnTo>
                <a:cubicBezTo>
                  <a:pt x="2465995" y="2152418"/>
                  <a:pt x="2462531" y="2155882"/>
                  <a:pt x="2458258" y="2155882"/>
                </a:cubicBezTo>
                <a:lnTo>
                  <a:pt x="2450522" y="2148146"/>
                </a:lnTo>
                <a:cubicBezTo>
                  <a:pt x="2450522" y="2117200"/>
                  <a:pt x="2450521" y="2086255"/>
                  <a:pt x="2450521" y="2055309"/>
                </a:cubicBezTo>
                <a:cubicBezTo>
                  <a:pt x="2450521" y="2051036"/>
                  <a:pt x="2453985" y="2047572"/>
                  <a:pt x="2458258" y="2047572"/>
                </a:cubicBezTo>
                <a:close/>
                <a:moveTo>
                  <a:pt x="2380123" y="2047572"/>
                </a:moveTo>
                <a:cubicBezTo>
                  <a:pt x="2410032" y="2047572"/>
                  <a:pt x="2434278" y="2071818"/>
                  <a:pt x="2434278" y="2101727"/>
                </a:cubicBezTo>
                <a:cubicBezTo>
                  <a:pt x="2434278" y="2131636"/>
                  <a:pt x="2410032" y="2155882"/>
                  <a:pt x="2380123" y="2155882"/>
                </a:cubicBezTo>
                <a:cubicBezTo>
                  <a:pt x="2350214" y="2155882"/>
                  <a:pt x="2325968" y="2131636"/>
                  <a:pt x="2325968" y="2101727"/>
                </a:cubicBezTo>
                <a:cubicBezTo>
                  <a:pt x="2325968" y="2071818"/>
                  <a:pt x="2350214" y="2047572"/>
                  <a:pt x="2380123" y="2047572"/>
                </a:cubicBezTo>
                <a:close/>
                <a:moveTo>
                  <a:pt x="2255569" y="2047572"/>
                </a:moveTo>
                <a:cubicBezTo>
                  <a:pt x="2285478" y="2047572"/>
                  <a:pt x="2309724" y="2071818"/>
                  <a:pt x="2309724" y="2101727"/>
                </a:cubicBezTo>
                <a:cubicBezTo>
                  <a:pt x="2309724" y="2131636"/>
                  <a:pt x="2285478" y="2155882"/>
                  <a:pt x="2255569" y="2155882"/>
                </a:cubicBezTo>
                <a:cubicBezTo>
                  <a:pt x="2225660" y="2155882"/>
                  <a:pt x="2201414" y="2131636"/>
                  <a:pt x="2201414" y="2101727"/>
                </a:cubicBezTo>
                <a:cubicBezTo>
                  <a:pt x="2201414" y="2071818"/>
                  <a:pt x="2225660" y="2047572"/>
                  <a:pt x="2255569" y="2047572"/>
                </a:cubicBezTo>
                <a:close/>
                <a:moveTo>
                  <a:pt x="2177435" y="2047572"/>
                </a:moveTo>
                <a:cubicBezTo>
                  <a:pt x="2181708" y="2047572"/>
                  <a:pt x="2185172" y="2051036"/>
                  <a:pt x="2185172" y="2055309"/>
                </a:cubicBezTo>
                <a:cubicBezTo>
                  <a:pt x="2185172" y="2086255"/>
                  <a:pt x="2185171" y="2117200"/>
                  <a:pt x="2185171" y="2148146"/>
                </a:cubicBezTo>
                <a:lnTo>
                  <a:pt x="2177435" y="2155882"/>
                </a:lnTo>
                <a:cubicBezTo>
                  <a:pt x="2173162" y="2155882"/>
                  <a:pt x="2169698" y="2152418"/>
                  <a:pt x="2169698" y="2148145"/>
                </a:cubicBezTo>
                <a:lnTo>
                  <a:pt x="2169698" y="2055309"/>
                </a:lnTo>
                <a:cubicBezTo>
                  <a:pt x="2169698" y="2051036"/>
                  <a:pt x="2173162" y="2047572"/>
                  <a:pt x="2177435" y="2047572"/>
                </a:cubicBezTo>
                <a:close/>
                <a:moveTo>
                  <a:pt x="2099299" y="2047572"/>
                </a:moveTo>
                <a:cubicBezTo>
                  <a:pt x="2129208" y="2047572"/>
                  <a:pt x="2153454" y="2071818"/>
                  <a:pt x="2153454" y="2101727"/>
                </a:cubicBezTo>
                <a:cubicBezTo>
                  <a:pt x="2153454" y="2131636"/>
                  <a:pt x="2129208" y="2155882"/>
                  <a:pt x="2099299" y="2155882"/>
                </a:cubicBezTo>
                <a:cubicBezTo>
                  <a:pt x="2069390" y="2155882"/>
                  <a:pt x="2045144" y="2131636"/>
                  <a:pt x="2045144" y="2101727"/>
                </a:cubicBezTo>
                <a:cubicBezTo>
                  <a:pt x="2045144" y="2071818"/>
                  <a:pt x="2069390" y="2047572"/>
                  <a:pt x="2099299" y="2047572"/>
                </a:cubicBezTo>
                <a:close/>
                <a:moveTo>
                  <a:pt x="2021164" y="2047572"/>
                </a:moveTo>
                <a:cubicBezTo>
                  <a:pt x="2025437" y="2047572"/>
                  <a:pt x="2028901" y="2051036"/>
                  <a:pt x="2028901" y="2055309"/>
                </a:cubicBezTo>
                <a:cubicBezTo>
                  <a:pt x="2028901" y="2086255"/>
                  <a:pt x="2028900" y="2117200"/>
                  <a:pt x="2028900" y="2148146"/>
                </a:cubicBezTo>
                <a:lnTo>
                  <a:pt x="2021164" y="2155882"/>
                </a:lnTo>
                <a:cubicBezTo>
                  <a:pt x="2016891" y="2155882"/>
                  <a:pt x="2013427" y="2152418"/>
                  <a:pt x="2013427" y="2148145"/>
                </a:cubicBezTo>
                <a:lnTo>
                  <a:pt x="2013427" y="2055309"/>
                </a:lnTo>
                <a:cubicBezTo>
                  <a:pt x="2013427" y="2051036"/>
                  <a:pt x="2016891" y="2047572"/>
                  <a:pt x="2021164" y="2047572"/>
                </a:cubicBezTo>
                <a:close/>
                <a:moveTo>
                  <a:pt x="1989448" y="2047572"/>
                </a:moveTo>
                <a:cubicBezTo>
                  <a:pt x="1993721" y="2047572"/>
                  <a:pt x="1997185" y="2051036"/>
                  <a:pt x="1997185" y="2055309"/>
                </a:cubicBezTo>
                <a:cubicBezTo>
                  <a:pt x="1997185" y="2086255"/>
                  <a:pt x="1997184" y="2117200"/>
                  <a:pt x="1997184" y="2148146"/>
                </a:cubicBezTo>
                <a:lnTo>
                  <a:pt x="1989448" y="2155882"/>
                </a:lnTo>
                <a:cubicBezTo>
                  <a:pt x="1985175" y="2155882"/>
                  <a:pt x="1981711" y="2152418"/>
                  <a:pt x="1981711" y="2148145"/>
                </a:cubicBezTo>
                <a:lnTo>
                  <a:pt x="1981711" y="2055309"/>
                </a:lnTo>
                <a:cubicBezTo>
                  <a:pt x="1981711" y="2051036"/>
                  <a:pt x="1985175" y="2047572"/>
                  <a:pt x="1989448" y="2047572"/>
                </a:cubicBezTo>
                <a:close/>
                <a:moveTo>
                  <a:pt x="1911312" y="2047572"/>
                </a:moveTo>
                <a:cubicBezTo>
                  <a:pt x="1941221" y="2047572"/>
                  <a:pt x="1965467" y="2071818"/>
                  <a:pt x="1965467" y="2101727"/>
                </a:cubicBezTo>
                <a:cubicBezTo>
                  <a:pt x="1965467" y="2131636"/>
                  <a:pt x="1941221" y="2155882"/>
                  <a:pt x="1911312" y="2155882"/>
                </a:cubicBezTo>
                <a:cubicBezTo>
                  <a:pt x="1881403" y="2155882"/>
                  <a:pt x="1857157" y="2131636"/>
                  <a:pt x="1857157" y="2101727"/>
                </a:cubicBezTo>
                <a:cubicBezTo>
                  <a:pt x="1857157" y="2071818"/>
                  <a:pt x="1881403" y="2047572"/>
                  <a:pt x="1911312" y="2047572"/>
                </a:cubicBezTo>
                <a:close/>
                <a:moveTo>
                  <a:pt x="1786758" y="2047572"/>
                </a:moveTo>
                <a:cubicBezTo>
                  <a:pt x="1816667" y="2047572"/>
                  <a:pt x="1840913" y="2071818"/>
                  <a:pt x="1840913" y="2101727"/>
                </a:cubicBezTo>
                <a:cubicBezTo>
                  <a:pt x="1840913" y="2131636"/>
                  <a:pt x="1816667" y="2155882"/>
                  <a:pt x="1786758" y="2155882"/>
                </a:cubicBezTo>
                <a:cubicBezTo>
                  <a:pt x="1756849" y="2155882"/>
                  <a:pt x="1732603" y="2131636"/>
                  <a:pt x="1732603" y="2101727"/>
                </a:cubicBezTo>
                <a:cubicBezTo>
                  <a:pt x="1732603" y="2071818"/>
                  <a:pt x="1756849" y="2047572"/>
                  <a:pt x="1786758" y="2047572"/>
                </a:cubicBezTo>
                <a:close/>
                <a:moveTo>
                  <a:pt x="1708623" y="2047572"/>
                </a:moveTo>
                <a:cubicBezTo>
                  <a:pt x="1712896" y="2047572"/>
                  <a:pt x="1716360" y="2051036"/>
                  <a:pt x="1716360" y="2055309"/>
                </a:cubicBezTo>
                <a:cubicBezTo>
                  <a:pt x="1716360" y="2086255"/>
                  <a:pt x="1716359" y="2117200"/>
                  <a:pt x="1716359" y="2148146"/>
                </a:cubicBezTo>
                <a:lnTo>
                  <a:pt x="1708623" y="2155882"/>
                </a:lnTo>
                <a:cubicBezTo>
                  <a:pt x="1704350" y="2155882"/>
                  <a:pt x="1700886" y="2152418"/>
                  <a:pt x="1700886" y="2148145"/>
                </a:cubicBezTo>
                <a:lnTo>
                  <a:pt x="1700886" y="2055309"/>
                </a:lnTo>
                <a:cubicBezTo>
                  <a:pt x="1700886" y="2051036"/>
                  <a:pt x="1704350" y="2047572"/>
                  <a:pt x="1708623" y="2047572"/>
                </a:cubicBezTo>
                <a:close/>
                <a:moveTo>
                  <a:pt x="1630487" y="2047572"/>
                </a:moveTo>
                <a:cubicBezTo>
                  <a:pt x="1660396" y="2047572"/>
                  <a:pt x="1684642" y="2071818"/>
                  <a:pt x="1684642" y="2101727"/>
                </a:cubicBezTo>
                <a:cubicBezTo>
                  <a:pt x="1684642" y="2131636"/>
                  <a:pt x="1660396" y="2155882"/>
                  <a:pt x="1630487" y="2155882"/>
                </a:cubicBezTo>
                <a:cubicBezTo>
                  <a:pt x="1600578" y="2155882"/>
                  <a:pt x="1576332" y="2131636"/>
                  <a:pt x="1576332" y="2101727"/>
                </a:cubicBezTo>
                <a:cubicBezTo>
                  <a:pt x="1576332" y="2071818"/>
                  <a:pt x="1600578" y="2047572"/>
                  <a:pt x="1630487" y="2047572"/>
                </a:cubicBezTo>
                <a:close/>
                <a:moveTo>
                  <a:pt x="1505933" y="2047572"/>
                </a:moveTo>
                <a:cubicBezTo>
                  <a:pt x="1535842" y="2047572"/>
                  <a:pt x="1560088" y="2071818"/>
                  <a:pt x="1560088" y="2101727"/>
                </a:cubicBezTo>
                <a:cubicBezTo>
                  <a:pt x="1560088" y="2131636"/>
                  <a:pt x="1535842" y="2155882"/>
                  <a:pt x="1505933" y="2155882"/>
                </a:cubicBezTo>
                <a:cubicBezTo>
                  <a:pt x="1476024" y="2155882"/>
                  <a:pt x="1451778" y="2131636"/>
                  <a:pt x="1451778" y="2101727"/>
                </a:cubicBezTo>
                <a:cubicBezTo>
                  <a:pt x="1451778" y="2071818"/>
                  <a:pt x="1476024" y="2047572"/>
                  <a:pt x="1505933" y="2047572"/>
                </a:cubicBezTo>
                <a:close/>
                <a:moveTo>
                  <a:pt x="1427799" y="2047572"/>
                </a:moveTo>
                <a:cubicBezTo>
                  <a:pt x="1432072" y="2047572"/>
                  <a:pt x="1435536" y="2051036"/>
                  <a:pt x="1435536" y="2055309"/>
                </a:cubicBezTo>
                <a:cubicBezTo>
                  <a:pt x="1435536" y="2086255"/>
                  <a:pt x="1435535" y="2117200"/>
                  <a:pt x="1435535" y="2148146"/>
                </a:cubicBezTo>
                <a:lnTo>
                  <a:pt x="1427799" y="2155882"/>
                </a:lnTo>
                <a:cubicBezTo>
                  <a:pt x="1423526" y="2155882"/>
                  <a:pt x="1420062" y="2152418"/>
                  <a:pt x="1420062" y="2148145"/>
                </a:cubicBezTo>
                <a:lnTo>
                  <a:pt x="1420062" y="2055309"/>
                </a:lnTo>
                <a:cubicBezTo>
                  <a:pt x="1420062" y="2051036"/>
                  <a:pt x="1423526" y="2047572"/>
                  <a:pt x="1427799" y="2047572"/>
                </a:cubicBezTo>
                <a:close/>
                <a:moveTo>
                  <a:pt x="1396082" y="2047572"/>
                </a:moveTo>
                <a:cubicBezTo>
                  <a:pt x="1400355" y="2047572"/>
                  <a:pt x="1403819" y="2051036"/>
                  <a:pt x="1403819" y="2055309"/>
                </a:cubicBezTo>
                <a:cubicBezTo>
                  <a:pt x="1403819" y="2086255"/>
                  <a:pt x="1403818" y="2117200"/>
                  <a:pt x="1403818" y="2148146"/>
                </a:cubicBezTo>
                <a:lnTo>
                  <a:pt x="1396082" y="2155882"/>
                </a:lnTo>
                <a:cubicBezTo>
                  <a:pt x="1391809" y="2155882"/>
                  <a:pt x="1388345" y="2152418"/>
                  <a:pt x="1388345" y="2148145"/>
                </a:cubicBezTo>
                <a:lnTo>
                  <a:pt x="1388345" y="2055309"/>
                </a:lnTo>
                <a:cubicBezTo>
                  <a:pt x="1388345" y="2051036"/>
                  <a:pt x="1391809" y="2047572"/>
                  <a:pt x="1396082" y="2047572"/>
                </a:cubicBezTo>
                <a:close/>
                <a:moveTo>
                  <a:pt x="1317946" y="2047572"/>
                </a:moveTo>
                <a:cubicBezTo>
                  <a:pt x="1347855" y="2047572"/>
                  <a:pt x="1372101" y="2071818"/>
                  <a:pt x="1372101" y="2101727"/>
                </a:cubicBezTo>
                <a:cubicBezTo>
                  <a:pt x="1372101" y="2131636"/>
                  <a:pt x="1347855" y="2155882"/>
                  <a:pt x="1317946" y="2155882"/>
                </a:cubicBezTo>
                <a:cubicBezTo>
                  <a:pt x="1288037" y="2155882"/>
                  <a:pt x="1263791" y="2131636"/>
                  <a:pt x="1263791" y="2101727"/>
                </a:cubicBezTo>
                <a:cubicBezTo>
                  <a:pt x="1263791" y="2071818"/>
                  <a:pt x="1288037" y="2047572"/>
                  <a:pt x="1317946" y="2047572"/>
                </a:cubicBezTo>
                <a:close/>
                <a:moveTo>
                  <a:pt x="1239812" y="2047572"/>
                </a:moveTo>
                <a:cubicBezTo>
                  <a:pt x="1244085" y="2047572"/>
                  <a:pt x="1247549" y="2051036"/>
                  <a:pt x="1247549" y="2055309"/>
                </a:cubicBezTo>
                <a:cubicBezTo>
                  <a:pt x="1247549" y="2086255"/>
                  <a:pt x="1247548" y="2117200"/>
                  <a:pt x="1247548" y="2148146"/>
                </a:cubicBezTo>
                <a:lnTo>
                  <a:pt x="1239812" y="2155882"/>
                </a:lnTo>
                <a:cubicBezTo>
                  <a:pt x="1235539" y="2155882"/>
                  <a:pt x="1232075" y="2152418"/>
                  <a:pt x="1232075" y="2148145"/>
                </a:cubicBezTo>
                <a:lnTo>
                  <a:pt x="1232075" y="2055309"/>
                </a:lnTo>
                <a:cubicBezTo>
                  <a:pt x="1232075" y="2051036"/>
                  <a:pt x="1235539" y="2047572"/>
                  <a:pt x="1239812" y="2047572"/>
                </a:cubicBezTo>
                <a:close/>
                <a:moveTo>
                  <a:pt x="1161676" y="2047572"/>
                </a:moveTo>
                <a:cubicBezTo>
                  <a:pt x="1191585" y="2047572"/>
                  <a:pt x="1215831" y="2071818"/>
                  <a:pt x="1215831" y="2101727"/>
                </a:cubicBezTo>
                <a:cubicBezTo>
                  <a:pt x="1215831" y="2131636"/>
                  <a:pt x="1191585" y="2155882"/>
                  <a:pt x="1161676" y="2155882"/>
                </a:cubicBezTo>
                <a:cubicBezTo>
                  <a:pt x="1131767" y="2155882"/>
                  <a:pt x="1107521" y="2131636"/>
                  <a:pt x="1107521" y="2101727"/>
                </a:cubicBezTo>
                <a:cubicBezTo>
                  <a:pt x="1107521" y="2071818"/>
                  <a:pt x="1131767" y="2047572"/>
                  <a:pt x="1161676" y="2047572"/>
                </a:cubicBezTo>
                <a:close/>
                <a:moveTo>
                  <a:pt x="1037122" y="2047572"/>
                </a:moveTo>
                <a:cubicBezTo>
                  <a:pt x="1067031" y="2047572"/>
                  <a:pt x="1091277" y="2071818"/>
                  <a:pt x="1091277" y="2101727"/>
                </a:cubicBezTo>
                <a:cubicBezTo>
                  <a:pt x="1091277" y="2131636"/>
                  <a:pt x="1067031" y="2155882"/>
                  <a:pt x="1037122" y="2155882"/>
                </a:cubicBezTo>
                <a:cubicBezTo>
                  <a:pt x="1007213" y="2155882"/>
                  <a:pt x="982967" y="2131636"/>
                  <a:pt x="982967" y="2101727"/>
                </a:cubicBezTo>
                <a:cubicBezTo>
                  <a:pt x="982967" y="2071818"/>
                  <a:pt x="1007213" y="2047572"/>
                  <a:pt x="1037122" y="2047572"/>
                </a:cubicBezTo>
                <a:close/>
                <a:moveTo>
                  <a:pt x="958988" y="2047572"/>
                </a:moveTo>
                <a:cubicBezTo>
                  <a:pt x="963261" y="2047572"/>
                  <a:pt x="966725" y="2051036"/>
                  <a:pt x="966725" y="2055309"/>
                </a:cubicBezTo>
                <a:cubicBezTo>
                  <a:pt x="966725" y="2086255"/>
                  <a:pt x="966724" y="2117200"/>
                  <a:pt x="966724" y="2148146"/>
                </a:cubicBezTo>
                <a:lnTo>
                  <a:pt x="958988" y="2155882"/>
                </a:lnTo>
                <a:cubicBezTo>
                  <a:pt x="954715" y="2155882"/>
                  <a:pt x="951251" y="2152418"/>
                  <a:pt x="951251" y="2148145"/>
                </a:cubicBezTo>
                <a:lnTo>
                  <a:pt x="951251" y="2055309"/>
                </a:lnTo>
                <a:cubicBezTo>
                  <a:pt x="951251" y="2051036"/>
                  <a:pt x="954715" y="2047572"/>
                  <a:pt x="958988" y="2047572"/>
                </a:cubicBezTo>
                <a:close/>
                <a:moveTo>
                  <a:pt x="880852" y="2047572"/>
                </a:moveTo>
                <a:cubicBezTo>
                  <a:pt x="910761" y="2047572"/>
                  <a:pt x="935007" y="2071818"/>
                  <a:pt x="935007" y="2101727"/>
                </a:cubicBezTo>
                <a:cubicBezTo>
                  <a:pt x="935007" y="2131636"/>
                  <a:pt x="910759" y="2155882"/>
                  <a:pt x="880852" y="2155882"/>
                </a:cubicBezTo>
                <a:cubicBezTo>
                  <a:pt x="850943" y="2155882"/>
                  <a:pt x="826697" y="2131636"/>
                  <a:pt x="826697" y="2101727"/>
                </a:cubicBezTo>
                <a:cubicBezTo>
                  <a:pt x="826697" y="2071818"/>
                  <a:pt x="850943" y="2047572"/>
                  <a:pt x="880852" y="2047572"/>
                </a:cubicBezTo>
                <a:close/>
                <a:moveTo>
                  <a:pt x="802717" y="2047572"/>
                </a:moveTo>
                <a:cubicBezTo>
                  <a:pt x="806990" y="2047572"/>
                  <a:pt x="810454" y="2051036"/>
                  <a:pt x="810454" y="2055309"/>
                </a:cubicBezTo>
                <a:cubicBezTo>
                  <a:pt x="810454" y="2086255"/>
                  <a:pt x="810453" y="2117200"/>
                  <a:pt x="810453" y="2148146"/>
                </a:cubicBezTo>
                <a:lnTo>
                  <a:pt x="802717" y="2155882"/>
                </a:lnTo>
                <a:cubicBezTo>
                  <a:pt x="798444" y="2155882"/>
                  <a:pt x="794980" y="2152418"/>
                  <a:pt x="794980" y="2148145"/>
                </a:cubicBezTo>
                <a:lnTo>
                  <a:pt x="794980" y="2055309"/>
                </a:lnTo>
                <a:cubicBezTo>
                  <a:pt x="795071" y="2051036"/>
                  <a:pt x="798444" y="2047572"/>
                  <a:pt x="802717" y="2047572"/>
                </a:cubicBezTo>
                <a:close/>
                <a:moveTo>
                  <a:pt x="771001" y="2047572"/>
                </a:moveTo>
                <a:cubicBezTo>
                  <a:pt x="775274" y="2047572"/>
                  <a:pt x="778738" y="2051036"/>
                  <a:pt x="778738" y="2055309"/>
                </a:cubicBezTo>
                <a:cubicBezTo>
                  <a:pt x="778738" y="2086255"/>
                  <a:pt x="778737" y="2117200"/>
                  <a:pt x="778737" y="2148146"/>
                </a:cubicBezTo>
                <a:lnTo>
                  <a:pt x="771001" y="2155882"/>
                </a:lnTo>
                <a:cubicBezTo>
                  <a:pt x="766728" y="2155882"/>
                  <a:pt x="763264" y="2152418"/>
                  <a:pt x="763264" y="2148145"/>
                </a:cubicBezTo>
                <a:lnTo>
                  <a:pt x="763264" y="2055309"/>
                </a:lnTo>
                <a:cubicBezTo>
                  <a:pt x="763356" y="2051036"/>
                  <a:pt x="766728" y="2047572"/>
                  <a:pt x="771001" y="2047572"/>
                </a:cubicBezTo>
                <a:close/>
                <a:moveTo>
                  <a:pt x="692865" y="2047572"/>
                </a:moveTo>
                <a:cubicBezTo>
                  <a:pt x="722774" y="2047572"/>
                  <a:pt x="747020" y="2071818"/>
                  <a:pt x="747020" y="2101727"/>
                </a:cubicBezTo>
                <a:cubicBezTo>
                  <a:pt x="747018" y="2131636"/>
                  <a:pt x="722772" y="2155882"/>
                  <a:pt x="692865" y="2155882"/>
                </a:cubicBezTo>
                <a:cubicBezTo>
                  <a:pt x="662956" y="2155882"/>
                  <a:pt x="638710" y="2131636"/>
                  <a:pt x="638710" y="2101727"/>
                </a:cubicBezTo>
                <a:cubicBezTo>
                  <a:pt x="638710" y="2071818"/>
                  <a:pt x="662956" y="2047572"/>
                  <a:pt x="692865" y="2047572"/>
                </a:cubicBezTo>
                <a:close/>
                <a:moveTo>
                  <a:pt x="568311" y="2047572"/>
                </a:moveTo>
                <a:cubicBezTo>
                  <a:pt x="598220" y="2047572"/>
                  <a:pt x="622466" y="2071818"/>
                  <a:pt x="622466" y="2101727"/>
                </a:cubicBezTo>
                <a:cubicBezTo>
                  <a:pt x="622464" y="2131636"/>
                  <a:pt x="598218" y="2155882"/>
                  <a:pt x="568311" y="2155882"/>
                </a:cubicBezTo>
                <a:cubicBezTo>
                  <a:pt x="538402" y="2155882"/>
                  <a:pt x="514156" y="2131636"/>
                  <a:pt x="514156" y="2101727"/>
                </a:cubicBezTo>
                <a:cubicBezTo>
                  <a:pt x="514156" y="2071818"/>
                  <a:pt x="538402" y="2047572"/>
                  <a:pt x="568311" y="2047572"/>
                </a:cubicBezTo>
                <a:close/>
                <a:moveTo>
                  <a:pt x="490176" y="2047572"/>
                </a:moveTo>
                <a:cubicBezTo>
                  <a:pt x="494449" y="2047572"/>
                  <a:pt x="497913" y="2051036"/>
                  <a:pt x="497913" y="2055309"/>
                </a:cubicBezTo>
                <a:cubicBezTo>
                  <a:pt x="497913" y="2086255"/>
                  <a:pt x="497912" y="2117200"/>
                  <a:pt x="497912" y="2148146"/>
                </a:cubicBezTo>
                <a:lnTo>
                  <a:pt x="490176" y="2155882"/>
                </a:lnTo>
                <a:cubicBezTo>
                  <a:pt x="485903" y="2155882"/>
                  <a:pt x="482439" y="2152418"/>
                  <a:pt x="482439" y="2148145"/>
                </a:cubicBezTo>
                <a:lnTo>
                  <a:pt x="482439" y="2055309"/>
                </a:lnTo>
                <a:cubicBezTo>
                  <a:pt x="482527" y="2051036"/>
                  <a:pt x="485903" y="2047572"/>
                  <a:pt x="490176" y="2047572"/>
                </a:cubicBezTo>
                <a:close/>
                <a:moveTo>
                  <a:pt x="412040" y="2047572"/>
                </a:moveTo>
                <a:cubicBezTo>
                  <a:pt x="441949" y="2047572"/>
                  <a:pt x="466195" y="2071818"/>
                  <a:pt x="466195" y="2101727"/>
                </a:cubicBezTo>
                <a:cubicBezTo>
                  <a:pt x="466193" y="2131636"/>
                  <a:pt x="441947" y="2155882"/>
                  <a:pt x="412040" y="2155882"/>
                </a:cubicBezTo>
                <a:cubicBezTo>
                  <a:pt x="382131" y="2155882"/>
                  <a:pt x="357885" y="2131636"/>
                  <a:pt x="357885" y="2101727"/>
                </a:cubicBezTo>
                <a:cubicBezTo>
                  <a:pt x="357885" y="2071818"/>
                  <a:pt x="382131" y="2047572"/>
                  <a:pt x="412040" y="2047572"/>
                </a:cubicBezTo>
                <a:close/>
                <a:moveTo>
                  <a:pt x="287486" y="2047572"/>
                </a:moveTo>
                <a:cubicBezTo>
                  <a:pt x="317395" y="2047572"/>
                  <a:pt x="341641" y="2071818"/>
                  <a:pt x="341641" y="2101727"/>
                </a:cubicBezTo>
                <a:cubicBezTo>
                  <a:pt x="341639" y="2131636"/>
                  <a:pt x="317394" y="2155882"/>
                  <a:pt x="287486" y="2155882"/>
                </a:cubicBezTo>
                <a:cubicBezTo>
                  <a:pt x="257577" y="2155882"/>
                  <a:pt x="233331" y="2131636"/>
                  <a:pt x="233331" y="2101727"/>
                </a:cubicBezTo>
                <a:cubicBezTo>
                  <a:pt x="233331" y="2071818"/>
                  <a:pt x="257577" y="2047572"/>
                  <a:pt x="287486" y="2047572"/>
                </a:cubicBezTo>
                <a:close/>
                <a:moveTo>
                  <a:pt x="209352" y="2047572"/>
                </a:moveTo>
                <a:cubicBezTo>
                  <a:pt x="213625" y="2047572"/>
                  <a:pt x="217089" y="2051036"/>
                  <a:pt x="217089" y="2055309"/>
                </a:cubicBezTo>
                <a:cubicBezTo>
                  <a:pt x="217089" y="2086255"/>
                  <a:pt x="217088" y="2117200"/>
                  <a:pt x="217088" y="2148146"/>
                </a:cubicBezTo>
                <a:lnTo>
                  <a:pt x="209352" y="2155882"/>
                </a:lnTo>
                <a:cubicBezTo>
                  <a:pt x="205079" y="2155882"/>
                  <a:pt x="201615" y="2152418"/>
                  <a:pt x="201615" y="2148145"/>
                </a:cubicBezTo>
                <a:lnTo>
                  <a:pt x="201615" y="2055309"/>
                </a:lnTo>
                <a:cubicBezTo>
                  <a:pt x="201673" y="2051036"/>
                  <a:pt x="205123" y="2047572"/>
                  <a:pt x="209352" y="2047572"/>
                </a:cubicBezTo>
                <a:close/>
                <a:moveTo>
                  <a:pt x="177635" y="2047572"/>
                </a:moveTo>
                <a:cubicBezTo>
                  <a:pt x="181908" y="2047572"/>
                  <a:pt x="185372" y="2051036"/>
                  <a:pt x="185372" y="2055309"/>
                </a:cubicBezTo>
                <a:cubicBezTo>
                  <a:pt x="185372" y="2086255"/>
                  <a:pt x="185371" y="2117200"/>
                  <a:pt x="185371" y="2148146"/>
                </a:cubicBezTo>
                <a:lnTo>
                  <a:pt x="177635" y="2155882"/>
                </a:lnTo>
                <a:cubicBezTo>
                  <a:pt x="173362" y="2155882"/>
                  <a:pt x="169898" y="2152418"/>
                  <a:pt x="169898" y="2148145"/>
                </a:cubicBezTo>
                <a:lnTo>
                  <a:pt x="169898" y="2055309"/>
                </a:lnTo>
                <a:cubicBezTo>
                  <a:pt x="169956" y="2051036"/>
                  <a:pt x="173406" y="2047572"/>
                  <a:pt x="177635" y="2047572"/>
                </a:cubicBezTo>
                <a:close/>
                <a:moveTo>
                  <a:pt x="99499" y="2047572"/>
                </a:moveTo>
                <a:cubicBezTo>
                  <a:pt x="129408" y="2047572"/>
                  <a:pt x="153654" y="2071818"/>
                  <a:pt x="153654" y="2101727"/>
                </a:cubicBezTo>
                <a:cubicBezTo>
                  <a:pt x="153652" y="2131636"/>
                  <a:pt x="129407" y="2155882"/>
                  <a:pt x="99499" y="2155882"/>
                </a:cubicBezTo>
                <a:cubicBezTo>
                  <a:pt x="69590" y="2155882"/>
                  <a:pt x="45344" y="2131636"/>
                  <a:pt x="45344" y="2101727"/>
                </a:cubicBezTo>
                <a:cubicBezTo>
                  <a:pt x="45344" y="2071818"/>
                  <a:pt x="69590" y="2047572"/>
                  <a:pt x="99499" y="2047572"/>
                </a:cubicBezTo>
                <a:close/>
                <a:moveTo>
                  <a:pt x="21365" y="2047572"/>
                </a:moveTo>
                <a:cubicBezTo>
                  <a:pt x="25638" y="2047572"/>
                  <a:pt x="29102" y="2051036"/>
                  <a:pt x="29102" y="2055309"/>
                </a:cubicBezTo>
                <a:cubicBezTo>
                  <a:pt x="29102" y="2086255"/>
                  <a:pt x="29101" y="2117200"/>
                  <a:pt x="29101" y="2148146"/>
                </a:cubicBezTo>
                <a:lnTo>
                  <a:pt x="21365" y="2155882"/>
                </a:lnTo>
                <a:cubicBezTo>
                  <a:pt x="17092" y="2155882"/>
                  <a:pt x="13628" y="2152418"/>
                  <a:pt x="13628" y="2148145"/>
                </a:cubicBezTo>
                <a:lnTo>
                  <a:pt x="13628" y="2055309"/>
                </a:lnTo>
                <a:cubicBezTo>
                  <a:pt x="13708" y="2051036"/>
                  <a:pt x="17143" y="2047572"/>
                  <a:pt x="21365" y="2047572"/>
                </a:cubicBezTo>
                <a:close/>
                <a:moveTo>
                  <a:pt x="9075117" y="1926522"/>
                </a:moveTo>
                <a:cubicBezTo>
                  <a:pt x="9053659" y="1926522"/>
                  <a:pt x="9036264" y="1943917"/>
                  <a:pt x="9036264" y="1965375"/>
                </a:cubicBezTo>
                <a:cubicBezTo>
                  <a:pt x="9036264" y="1986833"/>
                  <a:pt x="9053659" y="2004228"/>
                  <a:pt x="9075117" y="2004228"/>
                </a:cubicBezTo>
                <a:cubicBezTo>
                  <a:pt x="9096575" y="2004228"/>
                  <a:pt x="9113970" y="1986833"/>
                  <a:pt x="9113970" y="1965375"/>
                </a:cubicBezTo>
                <a:cubicBezTo>
                  <a:pt x="9113970" y="1943917"/>
                  <a:pt x="9096575" y="1926522"/>
                  <a:pt x="9075117" y="1926522"/>
                </a:cubicBezTo>
                <a:close/>
                <a:moveTo>
                  <a:pt x="8911126" y="1926522"/>
                </a:moveTo>
                <a:cubicBezTo>
                  <a:pt x="8889668" y="1926522"/>
                  <a:pt x="8872273" y="1943917"/>
                  <a:pt x="8872273" y="1965375"/>
                </a:cubicBezTo>
                <a:cubicBezTo>
                  <a:pt x="8872273" y="1986833"/>
                  <a:pt x="8889668" y="2004228"/>
                  <a:pt x="8911126" y="2004228"/>
                </a:cubicBezTo>
                <a:cubicBezTo>
                  <a:pt x="8932584" y="2004228"/>
                  <a:pt x="8949979" y="1986833"/>
                  <a:pt x="8949979" y="1965375"/>
                </a:cubicBezTo>
                <a:cubicBezTo>
                  <a:pt x="8949979" y="1943917"/>
                  <a:pt x="8932584" y="1926522"/>
                  <a:pt x="8911126" y="1926522"/>
                </a:cubicBezTo>
                <a:close/>
                <a:moveTo>
                  <a:pt x="8711557" y="1926522"/>
                </a:moveTo>
                <a:cubicBezTo>
                  <a:pt x="8690099" y="1926522"/>
                  <a:pt x="8672704" y="1943917"/>
                  <a:pt x="8672704" y="1965375"/>
                </a:cubicBezTo>
                <a:cubicBezTo>
                  <a:pt x="8672704" y="1986833"/>
                  <a:pt x="8690099" y="2004228"/>
                  <a:pt x="8711557" y="2004228"/>
                </a:cubicBezTo>
                <a:cubicBezTo>
                  <a:pt x="8733015" y="2004228"/>
                  <a:pt x="8750410" y="1986833"/>
                  <a:pt x="8750410" y="1965375"/>
                </a:cubicBezTo>
                <a:cubicBezTo>
                  <a:pt x="8750410" y="1943917"/>
                  <a:pt x="8733015" y="1926522"/>
                  <a:pt x="8711557" y="1926522"/>
                </a:cubicBezTo>
                <a:close/>
                <a:moveTo>
                  <a:pt x="8547565" y="1926522"/>
                </a:moveTo>
                <a:cubicBezTo>
                  <a:pt x="8526107" y="1926522"/>
                  <a:pt x="8508712" y="1943917"/>
                  <a:pt x="8508712" y="1965375"/>
                </a:cubicBezTo>
                <a:cubicBezTo>
                  <a:pt x="8508712" y="1986833"/>
                  <a:pt x="8526107" y="2004228"/>
                  <a:pt x="8547565" y="2004228"/>
                </a:cubicBezTo>
                <a:cubicBezTo>
                  <a:pt x="8569023" y="2004228"/>
                  <a:pt x="8586418" y="1986833"/>
                  <a:pt x="8586418" y="1965375"/>
                </a:cubicBezTo>
                <a:cubicBezTo>
                  <a:pt x="8586418" y="1943917"/>
                  <a:pt x="8569023" y="1926522"/>
                  <a:pt x="8547565" y="1926522"/>
                </a:cubicBezTo>
                <a:close/>
                <a:moveTo>
                  <a:pt x="8347998" y="1926522"/>
                </a:moveTo>
                <a:cubicBezTo>
                  <a:pt x="8326540" y="1926522"/>
                  <a:pt x="8309145" y="1943917"/>
                  <a:pt x="8309145" y="1965375"/>
                </a:cubicBezTo>
                <a:cubicBezTo>
                  <a:pt x="8309145" y="1986833"/>
                  <a:pt x="8326540" y="2004228"/>
                  <a:pt x="8347998" y="2004228"/>
                </a:cubicBezTo>
                <a:cubicBezTo>
                  <a:pt x="8369456" y="2004228"/>
                  <a:pt x="8386851" y="1986833"/>
                  <a:pt x="8386851" y="1965375"/>
                </a:cubicBezTo>
                <a:cubicBezTo>
                  <a:pt x="8386851" y="1943917"/>
                  <a:pt x="8369456" y="1926522"/>
                  <a:pt x="8347998" y="1926522"/>
                </a:cubicBezTo>
                <a:close/>
                <a:moveTo>
                  <a:pt x="8219583" y="1926522"/>
                </a:moveTo>
                <a:cubicBezTo>
                  <a:pt x="8198125" y="1926522"/>
                  <a:pt x="8180730" y="1943917"/>
                  <a:pt x="8180730" y="1965375"/>
                </a:cubicBezTo>
                <a:cubicBezTo>
                  <a:pt x="8180730" y="1986833"/>
                  <a:pt x="8198125" y="2004228"/>
                  <a:pt x="8219583" y="2004228"/>
                </a:cubicBezTo>
                <a:cubicBezTo>
                  <a:pt x="8241041" y="2004228"/>
                  <a:pt x="8258436" y="1986833"/>
                  <a:pt x="8258436" y="1965375"/>
                </a:cubicBezTo>
                <a:cubicBezTo>
                  <a:pt x="8258436" y="1943917"/>
                  <a:pt x="8241041" y="1926522"/>
                  <a:pt x="8219583" y="1926522"/>
                </a:cubicBezTo>
                <a:close/>
                <a:moveTo>
                  <a:pt x="8020016" y="1926522"/>
                </a:moveTo>
                <a:cubicBezTo>
                  <a:pt x="7998558" y="1926522"/>
                  <a:pt x="7981163" y="1943917"/>
                  <a:pt x="7981163" y="1965375"/>
                </a:cubicBezTo>
                <a:cubicBezTo>
                  <a:pt x="7981163" y="1986833"/>
                  <a:pt x="7998558" y="2004228"/>
                  <a:pt x="8020016" y="2004228"/>
                </a:cubicBezTo>
                <a:cubicBezTo>
                  <a:pt x="8041474" y="2004228"/>
                  <a:pt x="8058869" y="1986833"/>
                  <a:pt x="8058869" y="1965375"/>
                </a:cubicBezTo>
                <a:cubicBezTo>
                  <a:pt x="8058869" y="1943917"/>
                  <a:pt x="8041474" y="1926522"/>
                  <a:pt x="8020016" y="1926522"/>
                </a:cubicBezTo>
                <a:close/>
                <a:moveTo>
                  <a:pt x="7856025" y="1926522"/>
                </a:moveTo>
                <a:cubicBezTo>
                  <a:pt x="7834567" y="1926522"/>
                  <a:pt x="7817172" y="1943917"/>
                  <a:pt x="7817172" y="1965375"/>
                </a:cubicBezTo>
                <a:cubicBezTo>
                  <a:pt x="7817172" y="1986833"/>
                  <a:pt x="7834567" y="2004228"/>
                  <a:pt x="7856025" y="2004228"/>
                </a:cubicBezTo>
                <a:cubicBezTo>
                  <a:pt x="7877483" y="2004228"/>
                  <a:pt x="7894878" y="1986833"/>
                  <a:pt x="7894878" y="1965375"/>
                </a:cubicBezTo>
                <a:cubicBezTo>
                  <a:pt x="7894878" y="1943917"/>
                  <a:pt x="7877483" y="1926522"/>
                  <a:pt x="7856025" y="1926522"/>
                </a:cubicBezTo>
                <a:close/>
                <a:moveTo>
                  <a:pt x="7656456" y="1926522"/>
                </a:moveTo>
                <a:cubicBezTo>
                  <a:pt x="7634998" y="1926522"/>
                  <a:pt x="7617603" y="1943917"/>
                  <a:pt x="7617603" y="1965375"/>
                </a:cubicBezTo>
                <a:cubicBezTo>
                  <a:pt x="7617603" y="1986833"/>
                  <a:pt x="7634998" y="2004228"/>
                  <a:pt x="7656456" y="2004228"/>
                </a:cubicBezTo>
                <a:cubicBezTo>
                  <a:pt x="7677914" y="2004228"/>
                  <a:pt x="7695309" y="1986833"/>
                  <a:pt x="7695309" y="1965375"/>
                </a:cubicBezTo>
                <a:cubicBezTo>
                  <a:pt x="7695309" y="1943917"/>
                  <a:pt x="7677914" y="1926522"/>
                  <a:pt x="7656456" y="1926522"/>
                </a:cubicBezTo>
                <a:close/>
                <a:moveTo>
                  <a:pt x="7492464" y="1926522"/>
                </a:moveTo>
                <a:cubicBezTo>
                  <a:pt x="7471006" y="1926522"/>
                  <a:pt x="7453611" y="1943917"/>
                  <a:pt x="7453611" y="1965375"/>
                </a:cubicBezTo>
                <a:cubicBezTo>
                  <a:pt x="7453611" y="1986833"/>
                  <a:pt x="7471006" y="2004228"/>
                  <a:pt x="7492464" y="2004228"/>
                </a:cubicBezTo>
                <a:cubicBezTo>
                  <a:pt x="7513922" y="2004228"/>
                  <a:pt x="7531317" y="1986833"/>
                  <a:pt x="7531317" y="1965375"/>
                </a:cubicBezTo>
                <a:cubicBezTo>
                  <a:pt x="7531317" y="1943917"/>
                  <a:pt x="7513922" y="1926522"/>
                  <a:pt x="7492464" y="1926522"/>
                </a:cubicBezTo>
                <a:close/>
                <a:moveTo>
                  <a:pt x="7328473" y="1926522"/>
                </a:moveTo>
                <a:cubicBezTo>
                  <a:pt x="7307015" y="1926522"/>
                  <a:pt x="7289620" y="1943917"/>
                  <a:pt x="7289620" y="1965375"/>
                </a:cubicBezTo>
                <a:cubicBezTo>
                  <a:pt x="7289620" y="1986833"/>
                  <a:pt x="7307015" y="2004228"/>
                  <a:pt x="7328473" y="2004228"/>
                </a:cubicBezTo>
                <a:cubicBezTo>
                  <a:pt x="7349931" y="2004228"/>
                  <a:pt x="7367326" y="1986833"/>
                  <a:pt x="7367326" y="1965375"/>
                </a:cubicBezTo>
                <a:cubicBezTo>
                  <a:pt x="7367326" y="1943917"/>
                  <a:pt x="7349931" y="1926522"/>
                  <a:pt x="7328473" y="1926522"/>
                </a:cubicBezTo>
                <a:close/>
                <a:moveTo>
                  <a:pt x="7058218" y="1926522"/>
                </a:moveTo>
                <a:cubicBezTo>
                  <a:pt x="7036760" y="1926522"/>
                  <a:pt x="7019365" y="1943917"/>
                  <a:pt x="7019365" y="1965375"/>
                </a:cubicBezTo>
                <a:cubicBezTo>
                  <a:pt x="7019365" y="1986833"/>
                  <a:pt x="7036760" y="2004228"/>
                  <a:pt x="7058218" y="2004228"/>
                </a:cubicBezTo>
                <a:cubicBezTo>
                  <a:pt x="7079676" y="2004228"/>
                  <a:pt x="7097071" y="1986833"/>
                  <a:pt x="7097071" y="1965375"/>
                </a:cubicBezTo>
                <a:cubicBezTo>
                  <a:pt x="7097071" y="1943917"/>
                  <a:pt x="7079676" y="1926522"/>
                  <a:pt x="7058218" y="1926522"/>
                </a:cubicBezTo>
                <a:close/>
                <a:moveTo>
                  <a:pt x="6894226" y="1926522"/>
                </a:moveTo>
                <a:cubicBezTo>
                  <a:pt x="6872768" y="1926522"/>
                  <a:pt x="6855373" y="1943917"/>
                  <a:pt x="6855373" y="1965375"/>
                </a:cubicBezTo>
                <a:cubicBezTo>
                  <a:pt x="6855373" y="1986833"/>
                  <a:pt x="6872768" y="2004228"/>
                  <a:pt x="6894226" y="2004228"/>
                </a:cubicBezTo>
                <a:cubicBezTo>
                  <a:pt x="6915684" y="2004228"/>
                  <a:pt x="6933079" y="1986833"/>
                  <a:pt x="6933079" y="1965375"/>
                </a:cubicBezTo>
                <a:cubicBezTo>
                  <a:pt x="6933079" y="1943917"/>
                  <a:pt x="6915684" y="1926522"/>
                  <a:pt x="6894226" y="1926522"/>
                </a:cubicBezTo>
                <a:close/>
                <a:moveTo>
                  <a:pt x="6694657" y="1926522"/>
                </a:moveTo>
                <a:cubicBezTo>
                  <a:pt x="6673199" y="1926522"/>
                  <a:pt x="6655804" y="1943917"/>
                  <a:pt x="6655804" y="1965375"/>
                </a:cubicBezTo>
                <a:cubicBezTo>
                  <a:pt x="6655804" y="1986833"/>
                  <a:pt x="6673199" y="2004228"/>
                  <a:pt x="6694657" y="2004228"/>
                </a:cubicBezTo>
                <a:cubicBezTo>
                  <a:pt x="6716115" y="2004228"/>
                  <a:pt x="6733510" y="1986833"/>
                  <a:pt x="6733510" y="1965375"/>
                </a:cubicBezTo>
                <a:cubicBezTo>
                  <a:pt x="6733510" y="1943917"/>
                  <a:pt x="6716115" y="1926522"/>
                  <a:pt x="6694657" y="1926522"/>
                </a:cubicBezTo>
                <a:close/>
                <a:moveTo>
                  <a:pt x="6530665" y="1926522"/>
                </a:moveTo>
                <a:cubicBezTo>
                  <a:pt x="6509207" y="1926522"/>
                  <a:pt x="6491812" y="1943917"/>
                  <a:pt x="6491812" y="1965375"/>
                </a:cubicBezTo>
                <a:cubicBezTo>
                  <a:pt x="6491812" y="1986833"/>
                  <a:pt x="6509207" y="2004228"/>
                  <a:pt x="6530665" y="2004228"/>
                </a:cubicBezTo>
                <a:cubicBezTo>
                  <a:pt x="6552123" y="2004228"/>
                  <a:pt x="6569518" y="1986833"/>
                  <a:pt x="6569518" y="1965375"/>
                </a:cubicBezTo>
                <a:cubicBezTo>
                  <a:pt x="6569518" y="1943917"/>
                  <a:pt x="6552123" y="1926522"/>
                  <a:pt x="6530665" y="1926522"/>
                </a:cubicBezTo>
                <a:close/>
                <a:moveTo>
                  <a:pt x="6366674" y="1926522"/>
                </a:moveTo>
                <a:cubicBezTo>
                  <a:pt x="6345216" y="1926522"/>
                  <a:pt x="6327821" y="1943917"/>
                  <a:pt x="6327821" y="1965375"/>
                </a:cubicBezTo>
                <a:cubicBezTo>
                  <a:pt x="6327821" y="1986833"/>
                  <a:pt x="6345216" y="2004228"/>
                  <a:pt x="6366674" y="2004228"/>
                </a:cubicBezTo>
                <a:cubicBezTo>
                  <a:pt x="6388132" y="2004228"/>
                  <a:pt x="6405527" y="1986833"/>
                  <a:pt x="6405527" y="1965375"/>
                </a:cubicBezTo>
                <a:cubicBezTo>
                  <a:pt x="6405527" y="1943917"/>
                  <a:pt x="6388132" y="1926522"/>
                  <a:pt x="6366674" y="1926522"/>
                </a:cubicBezTo>
                <a:close/>
                <a:moveTo>
                  <a:pt x="6167107" y="1926522"/>
                </a:moveTo>
                <a:cubicBezTo>
                  <a:pt x="6145649" y="1926522"/>
                  <a:pt x="6128254" y="1943917"/>
                  <a:pt x="6128254" y="1965375"/>
                </a:cubicBezTo>
                <a:cubicBezTo>
                  <a:pt x="6128254" y="1986833"/>
                  <a:pt x="6145649" y="2004228"/>
                  <a:pt x="6167107" y="2004228"/>
                </a:cubicBezTo>
                <a:cubicBezTo>
                  <a:pt x="6188565" y="2004228"/>
                  <a:pt x="6205960" y="1986833"/>
                  <a:pt x="6205960" y="1965375"/>
                </a:cubicBezTo>
                <a:cubicBezTo>
                  <a:pt x="6205960" y="1943917"/>
                  <a:pt x="6188565" y="1926522"/>
                  <a:pt x="6167107" y="1926522"/>
                </a:cubicBezTo>
                <a:close/>
                <a:moveTo>
                  <a:pt x="6038692" y="1926522"/>
                </a:moveTo>
                <a:cubicBezTo>
                  <a:pt x="6017234" y="1926522"/>
                  <a:pt x="5999839" y="1943917"/>
                  <a:pt x="5999839" y="1965375"/>
                </a:cubicBezTo>
                <a:cubicBezTo>
                  <a:pt x="5999839" y="1986833"/>
                  <a:pt x="6017234" y="2004228"/>
                  <a:pt x="6038692" y="2004228"/>
                </a:cubicBezTo>
                <a:cubicBezTo>
                  <a:pt x="6060150" y="2004228"/>
                  <a:pt x="6077545" y="1986833"/>
                  <a:pt x="6077545" y="1965375"/>
                </a:cubicBezTo>
                <a:cubicBezTo>
                  <a:pt x="6077545" y="1943917"/>
                  <a:pt x="6060150" y="1926522"/>
                  <a:pt x="6038692" y="1926522"/>
                </a:cubicBezTo>
                <a:close/>
                <a:moveTo>
                  <a:pt x="5839125" y="1926522"/>
                </a:moveTo>
                <a:cubicBezTo>
                  <a:pt x="5817667" y="1926522"/>
                  <a:pt x="5800272" y="1943917"/>
                  <a:pt x="5800272" y="1965375"/>
                </a:cubicBezTo>
                <a:cubicBezTo>
                  <a:pt x="5800272" y="1986833"/>
                  <a:pt x="5817667" y="2004228"/>
                  <a:pt x="5839125" y="2004228"/>
                </a:cubicBezTo>
                <a:cubicBezTo>
                  <a:pt x="5860583" y="2004228"/>
                  <a:pt x="5877978" y="1986833"/>
                  <a:pt x="5877978" y="1965375"/>
                </a:cubicBezTo>
                <a:cubicBezTo>
                  <a:pt x="5877978" y="1943917"/>
                  <a:pt x="5860583" y="1926522"/>
                  <a:pt x="5839125" y="1926522"/>
                </a:cubicBezTo>
                <a:close/>
                <a:moveTo>
                  <a:pt x="5675133" y="1926522"/>
                </a:moveTo>
                <a:cubicBezTo>
                  <a:pt x="5653675" y="1926522"/>
                  <a:pt x="5636280" y="1943917"/>
                  <a:pt x="5636280" y="1965375"/>
                </a:cubicBezTo>
                <a:cubicBezTo>
                  <a:pt x="5636280" y="1986833"/>
                  <a:pt x="5653675" y="2004228"/>
                  <a:pt x="5675133" y="2004228"/>
                </a:cubicBezTo>
                <a:cubicBezTo>
                  <a:pt x="5696591" y="2004228"/>
                  <a:pt x="5713986" y="1986833"/>
                  <a:pt x="5713986" y="1965375"/>
                </a:cubicBezTo>
                <a:cubicBezTo>
                  <a:pt x="5713986" y="1943917"/>
                  <a:pt x="5696591" y="1926522"/>
                  <a:pt x="5675133" y="1926522"/>
                </a:cubicBezTo>
                <a:close/>
                <a:moveTo>
                  <a:pt x="5475565" y="1926522"/>
                </a:moveTo>
                <a:cubicBezTo>
                  <a:pt x="5454107" y="1926522"/>
                  <a:pt x="5436712" y="1943917"/>
                  <a:pt x="5436712" y="1965375"/>
                </a:cubicBezTo>
                <a:cubicBezTo>
                  <a:pt x="5436712" y="1986833"/>
                  <a:pt x="5454107" y="2004228"/>
                  <a:pt x="5475565" y="2004228"/>
                </a:cubicBezTo>
                <a:cubicBezTo>
                  <a:pt x="5497023" y="2004228"/>
                  <a:pt x="5514418" y="1986833"/>
                  <a:pt x="5514418" y="1965375"/>
                </a:cubicBezTo>
                <a:cubicBezTo>
                  <a:pt x="5514418" y="1943917"/>
                  <a:pt x="5497023" y="1926522"/>
                  <a:pt x="5475565" y="1926522"/>
                </a:cubicBezTo>
                <a:close/>
                <a:moveTo>
                  <a:pt x="5311573" y="1926522"/>
                </a:moveTo>
                <a:cubicBezTo>
                  <a:pt x="5290115" y="1926522"/>
                  <a:pt x="5272720" y="1943917"/>
                  <a:pt x="5272720" y="1965375"/>
                </a:cubicBezTo>
                <a:cubicBezTo>
                  <a:pt x="5272720" y="1986833"/>
                  <a:pt x="5290115" y="2004228"/>
                  <a:pt x="5311573" y="2004228"/>
                </a:cubicBezTo>
                <a:cubicBezTo>
                  <a:pt x="5333031" y="2004228"/>
                  <a:pt x="5350426" y="1986833"/>
                  <a:pt x="5350426" y="1965375"/>
                </a:cubicBezTo>
                <a:cubicBezTo>
                  <a:pt x="5350426" y="1943917"/>
                  <a:pt x="5333031" y="1926522"/>
                  <a:pt x="5311573" y="1926522"/>
                </a:cubicBezTo>
                <a:close/>
                <a:moveTo>
                  <a:pt x="5147582" y="1926522"/>
                </a:moveTo>
                <a:cubicBezTo>
                  <a:pt x="5126124" y="1926522"/>
                  <a:pt x="5108729" y="1943917"/>
                  <a:pt x="5108729" y="1965375"/>
                </a:cubicBezTo>
                <a:cubicBezTo>
                  <a:pt x="5108729" y="1986833"/>
                  <a:pt x="5126124" y="2004228"/>
                  <a:pt x="5147582" y="2004228"/>
                </a:cubicBezTo>
                <a:cubicBezTo>
                  <a:pt x="5169040" y="2004228"/>
                  <a:pt x="5186435" y="1986833"/>
                  <a:pt x="5186435" y="1965375"/>
                </a:cubicBezTo>
                <a:cubicBezTo>
                  <a:pt x="5186435" y="1943917"/>
                  <a:pt x="5169040" y="1926522"/>
                  <a:pt x="5147582" y="1926522"/>
                </a:cubicBezTo>
                <a:close/>
                <a:moveTo>
                  <a:pt x="4948014" y="1926522"/>
                </a:moveTo>
                <a:cubicBezTo>
                  <a:pt x="4926556" y="1926522"/>
                  <a:pt x="4909161" y="1943917"/>
                  <a:pt x="4909161" y="1965375"/>
                </a:cubicBezTo>
                <a:cubicBezTo>
                  <a:pt x="4909161" y="1986833"/>
                  <a:pt x="4926556" y="2004228"/>
                  <a:pt x="4948014" y="2004228"/>
                </a:cubicBezTo>
                <a:cubicBezTo>
                  <a:pt x="4969472" y="2004228"/>
                  <a:pt x="4986867" y="1986833"/>
                  <a:pt x="4986867" y="1965375"/>
                </a:cubicBezTo>
                <a:cubicBezTo>
                  <a:pt x="4986867" y="1943917"/>
                  <a:pt x="4969472" y="1926522"/>
                  <a:pt x="4948014" y="1926522"/>
                </a:cubicBezTo>
                <a:close/>
                <a:moveTo>
                  <a:pt x="4819600" y="1926522"/>
                </a:moveTo>
                <a:cubicBezTo>
                  <a:pt x="4798142" y="1926522"/>
                  <a:pt x="4780747" y="1943917"/>
                  <a:pt x="4780747" y="1965375"/>
                </a:cubicBezTo>
                <a:cubicBezTo>
                  <a:pt x="4780747" y="1986833"/>
                  <a:pt x="4798142" y="2004228"/>
                  <a:pt x="4819600" y="2004228"/>
                </a:cubicBezTo>
                <a:cubicBezTo>
                  <a:pt x="4841058" y="2004228"/>
                  <a:pt x="4858453" y="1986833"/>
                  <a:pt x="4858453" y="1965375"/>
                </a:cubicBezTo>
                <a:cubicBezTo>
                  <a:pt x="4858453" y="1943917"/>
                  <a:pt x="4841058" y="1926522"/>
                  <a:pt x="4819600" y="1926522"/>
                </a:cubicBezTo>
                <a:close/>
                <a:moveTo>
                  <a:pt x="4691186" y="1926522"/>
                </a:moveTo>
                <a:cubicBezTo>
                  <a:pt x="4669728" y="1926522"/>
                  <a:pt x="4652333" y="1943917"/>
                  <a:pt x="4652333" y="1965375"/>
                </a:cubicBezTo>
                <a:cubicBezTo>
                  <a:pt x="4652333" y="1986833"/>
                  <a:pt x="4669728" y="2004228"/>
                  <a:pt x="4691186" y="2004228"/>
                </a:cubicBezTo>
                <a:cubicBezTo>
                  <a:pt x="4712644" y="2004228"/>
                  <a:pt x="4730039" y="1986833"/>
                  <a:pt x="4730039" y="1965375"/>
                </a:cubicBezTo>
                <a:cubicBezTo>
                  <a:pt x="4730039" y="1943917"/>
                  <a:pt x="4712644" y="1926522"/>
                  <a:pt x="4691186" y="1926522"/>
                </a:cubicBezTo>
                <a:close/>
                <a:moveTo>
                  <a:pt x="4562771" y="1926522"/>
                </a:moveTo>
                <a:cubicBezTo>
                  <a:pt x="4541313" y="1926522"/>
                  <a:pt x="4523918" y="1943917"/>
                  <a:pt x="4523918" y="1965375"/>
                </a:cubicBezTo>
                <a:cubicBezTo>
                  <a:pt x="4523918" y="1986833"/>
                  <a:pt x="4541313" y="2004228"/>
                  <a:pt x="4562771" y="2004228"/>
                </a:cubicBezTo>
                <a:cubicBezTo>
                  <a:pt x="4584229" y="2004228"/>
                  <a:pt x="4601624" y="1986833"/>
                  <a:pt x="4601624" y="1965375"/>
                </a:cubicBezTo>
                <a:cubicBezTo>
                  <a:pt x="4601624" y="1943917"/>
                  <a:pt x="4584229" y="1926522"/>
                  <a:pt x="4562771" y="1926522"/>
                </a:cubicBezTo>
                <a:close/>
                <a:moveTo>
                  <a:pt x="4363204" y="1926522"/>
                </a:moveTo>
                <a:cubicBezTo>
                  <a:pt x="4341746" y="1926522"/>
                  <a:pt x="4324351" y="1943917"/>
                  <a:pt x="4324351" y="1965375"/>
                </a:cubicBezTo>
                <a:cubicBezTo>
                  <a:pt x="4324351" y="1986833"/>
                  <a:pt x="4341746" y="2004228"/>
                  <a:pt x="4363204" y="2004228"/>
                </a:cubicBezTo>
                <a:cubicBezTo>
                  <a:pt x="4384662" y="2004228"/>
                  <a:pt x="4402057" y="1986833"/>
                  <a:pt x="4402057" y="1965375"/>
                </a:cubicBezTo>
                <a:cubicBezTo>
                  <a:pt x="4402057" y="1943917"/>
                  <a:pt x="4384662" y="1926522"/>
                  <a:pt x="4363204" y="1926522"/>
                </a:cubicBezTo>
                <a:close/>
                <a:moveTo>
                  <a:pt x="4199213" y="1926522"/>
                </a:moveTo>
                <a:cubicBezTo>
                  <a:pt x="4177755" y="1926522"/>
                  <a:pt x="4160360" y="1943917"/>
                  <a:pt x="4160360" y="1965375"/>
                </a:cubicBezTo>
                <a:cubicBezTo>
                  <a:pt x="4160360" y="1986833"/>
                  <a:pt x="4177755" y="2004228"/>
                  <a:pt x="4199213" y="2004228"/>
                </a:cubicBezTo>
                <a:cubicBezTo>
                  <a:pt x="4220671" y="2004228"/>
                  <a:pt x="4238066" y="1986833"/>
                  <a:pt x="4238066" y="1965375"/>
                </a:cubicBezTo>
                <a:cubicBezTo>
                  <a:pt x="4238066" y="1943917"/>
                  <a:pt x="4220671" y="1926522"/>
                  <a:pt x="4199213" y="1926522"/>
                </a:cubicBezTo>
                <a:close/>
                <a:moveTo>
                  <a:pt x="4035221" y="1926522"/>
                </a:moveTo>
                <a:cubicBezTo>
                  <a:pt x="4013763" y="1926522"/>
                  <a:pt x="3996368" y="1943917"/>
                  <a:pt x="3996368" y="1965375"/>
                </a:cubicBezTo>
                <a:cubicBezTo>
                  <a:pt x="3996368" y="1986833"/>
                  <a:pt x="4013763" y="2004228"/>
                  <a:pt x="4035221" y="2004228"/>
                </a:cubicBezTo>
                <a:cubicBezTo>
                  <a:pt x="4056679" y="2004228"/>
                  <a:pt x="4074074" y="1986833"/>
                  <a:pt x="4074074" y="1965375"/>
                </a:cubicBezTo>
                <a:cubicBezTo>
                  <a:pt x="4074074" y="1943917"/>
                  <a:pt x="4056679" y="1926522"/>
                  <a:pt x="4035221" y="1926522"/>
                </a:cubicBezTo>
                <a:close/>
                <a:moveTo>
                  <a:pt x="3835652" y="1926522"/>
                </a:moveTo>
                <a:cubicBezTo>
                  <a:pt x="3814194" y="1926522"/>
                  <a:pt x="3796799" y="1943917"/>
                  <a:pt x="3796799" y="1965375"/>
                </a:cubicBezTo>
                <a:cubicBezTo>
                  <a:pt x="3796799" y="1986833"/>
                  <a:pt x="3814194" y="2004228"/>
                  <a:pt x="3835652" y="2004228"/>
                </a:cubicBezTo>
                <a:cubicBezTo>
                  <a:pt x="3857110" y="2004228"/>
                  <a:pt x="3874505" y="1986833"/>
                  <a:pt x="3874505" y="1965375"/>
                </a:cubicBezTo>
                <a:cubicBezTo>
                  <a:pt x="3874505" y="1943917"/>
                  <a:pt x="3857110" y="1926522"/>
                  <a:pt x="3835652" y="1926522"/>
                </a:cubicBezTo>
                <a:close/>
                <a:moveTo>
                  <a:pt x="3671661" y="1926522"/>
                </a:moveTo>
                <a:cubicBezTo>
                  <a:pt x="3650203" y="1926522"/>
                  <a:pt x="3632808" y="1943917"/>
                  <a:pt x="3632808" y="1965375"/>
                </a:cubicBezTo>
                <a:cubicBezTo>
                  <a:pt x="3632808" y="1986833"/>
                  <a:pt x="3650203" y="2004228"/>
                  <a:pt x="3671661" y="2004228"/>
                </a:cubicBezTo>
                <a:cubicBezTo>
                  <a:pt x="3693119" y="2004228"/>
                  <a:pt x="3710514" y="1986833"/>
                  <a:pt x="3710514" y="1965375"/>
                </a:cubicBezTo>
                <a:cubicBezTo>
                  <a:pt x="3710514" y="1943917"/>
                  <a:pt x="3693119" y="1926522"/>
                  <a:pt x="3671661" y="1926522"/>
                </a:cubicBezTo>
                <a:close/>
                <a:moveTo>
                  <a:pt x="3436516" y="1926522"/>
                </a:moveTo>
                <a:cubicBezTo>
                  <a:pt x="3415058" y="1926522"/>
                  <a:pt x="3397663" y="1943917"/>
                  <a:pt x="3397663" y="1965375"/>
                </a:cubicBezTo>
                <a:cubicBezTo>
                  <a:pt x="3397663" y="1986833"/>
                  <a:pt x="3415058" y="2004228"/>
                  <a:pt x="3436516" y="2004228"/>
                </a:cubicBezTo>
                <a:cubicBezTo>
                  <a:pt x="3457974" y="2004228"/>
                  <a:pt x="3475369" y="1986833"/>
                  <a:pt x="3475369" y="1965375"/>
                </a:cubicBezTo>
                <a:cubicBezTo>
                  <a:pt x="3475369" y="1943917"/>
                  <a:pt x="3457974" y="1926522"/>
                  <a:pt x="3436516" y="1926522"/>
                </a:cubicBezTo>
                <a:close/>
                <a:moveTo>
                  <a:pt x="3236948" y="1926522"/>
                </a:moveTo>
                <a:cubicBezTo>
                  <a:pt x="3215490" y="1926522"/>
                  <a:pt x="3198095" y="1943917"/>
                  <a:pt x="3198095" y="1965375"/>
                </a:cubicBezTo>
                <a:cubicBezTo>
                  <a:pt x="3198095" y="1986833"/>
                  <a:pt x="3215490" y="2004228"/>
                  <a:pt x="3236948" y="2004228"/>
                </a:cubicBezTo>
                <a:cubicBezTo>
                  <a:pt x="3258406" y="2004228"/>
                  <a:pt x="3275801" y="1986833"/>
                  <a:pt x="3275801" y="1965375"/>
                </a:cubicBezTo>
                <a:cubicBezTo>
                  <a:pt x="3275801" y="1943917"/>
                  <a:pt x="3258406" y="1926522"/>
                  <a:pt x="3236948" y="1926522"/>
                </a:cubicBezTo>
                <a:close/>
                <a:moveTo>
                  <a:pt x="3037379" y="1926522"/>
                </a:moveTo>
                <a:cubicBezTo>
                  <a:pt x="3015921" y="1926522"/>
                  <a:pt x="2998526" y="1943917"/>
                  <a:pt x="2998526" y="1965375"/>
                </a:cubicBezTo>
                <a:cubicBezTo>
                  <a:pt x="2998526" y="1986833"/>
                  <a:pt x="3015921" y="2004228"/>
                  <a:pt x="3037379" y="2004228"/>
                </a:cubicBezTo>
                <a:cubicBezTo>
                  <a:pt x="3058837" y="2004228"/>
                  <a:pt x="3076232" y="1986833"/>
                  <a:pt x="3076232" y="1965375"/>
                </a:cubicBezTo>
                <a:cubicBezTo>
                  <a:pt x="3076232" y="1943917"/>
                  <a:pt x="3058837" y="1926522"/>
                  <a:pt x="3037379" y="1926522"/>
                </a:cubicBezTo>
                <a:close/>
                <a:moveTo>
                  <a:pt x="2873387" y="1926522"/>
                </a:moveTo>
                <a:cubicBezTo>
                  <a:pt x="2851929" y="1926522"/>
                  <a:pt x="2834534" y="1943917"/>
                  <a:pt x="2834534" y="1965375"/>
                </a:cubicBezTo>
                <a:cubicBezTo>
                  <a:pt x="2834534" y="1986833"/>
                  <a:pt x="2851929" y="2004228"/>
                  <a:pt x="2873387" y="2004228"/>
                </a:cubicBezTo>
                <a:cubicBezTo>
                  <a:pt x="2894845" y="2004228"/>
                  <a:pt x="2912240" y="1986833"/>
                  <a:pt x="2912240" y="1965375"/>
                </a:cubicBezTo>
                <a:cubicBezTo>
                  <a:pt x="2912240" y="1943917"/>
                  <a:pt x="2894845" y="1926522"/>
                  <a:pt x="2873387" y="1926522"/>
                </a:cubicBezTo>
                <a:close/>
                <a:moveTo>
                  <a:pt x="2709396" y="1926522"/>
                </a:moveTo>
                <a:cubicBezTo>
                  <a:pt x="2687938" y="1926522"/>
                  <a:pt x="2670543" y="1943917"/>
                  <a:pt x="2670543" y="1965375"/>
                </a:cubicBezTo>
                <a:cubicBezTo>
                  <a:pt x="2670543" y="1986833"/>
                  <a:pt x="2687938" y="2004228"/>
                  <a:pt x="2709396" y="2004228"/>
                </a:cubicBezTo>
                <a:cubicBezTo>
                  <a:pt x="2730854" y="2004228"/>
                  <a:pt x="2748249" y="1986833"/>
                  <a:pt x="2748249" y="1965375"/>
                </a:cubicBezTo>
                <a:cubicBezTo>
                  <a:pt x="2748249" y="1943917"/>
                  <a:pt x="2730854" y="1926522"/>
                  <a:pt x="2709396" y="1926522"/>
                </a:cubicBezTo>
                <a:close/>
                <a:moveTo>
                  <a:pt x="2509829" y="1926522"/>
                </a:moveTo>
                <a:cubicBezTo>
                  <a:pt x="2488371" y="1926522"/>
                  <a:pt x="2470976" y="1943917"/>
                  <a:pt x="2470976" y="1965375"/>
                </a:cubicBezTo>
                <a:cubicBezTo>
                  <a:pt x="2470976" y="1986833"/>
                  <a:pt x="2488371" y="2004228"/>
                  <a:pt x="2509829" y="2004228"/>
                </a:cubicBezTo>
                <a:cubicBezTo>
                  <a:pt x="2531287" y="2004228"/>
                  <a:pt x="2548682" y="1986833"/>
                  <a:pt x="2548682" y="1965375"/>
                </a:cubicBezTo>
                <a:cubicBezTo>
                  <a:pt x="2548682" y="1943917"/>
                  <a:pt x="2531287" y="1926522"/>
                  <a:pt x="2509829" y="1926522"/>
                </a:cubicBezTo>
                <a:close/>
                <a:moveTo>
                  <a:pt x="2381414" y="1926522"/>
                </a:moveTo>
                <a:cubicBezTo>
                  <a:pt x="2359956" y="1926522"/>
                  <a:pt x="2342561" y="1943917"/>
                  <a:pt x="2342561" y="1965375"/>
                </a:cubicBezTo>
                <a:cubicBezTo>
                  <a:pt x="2342561" y="1986833"/>
                  <a:pt x="2359956" y="2004228"/>
                  <a:pt x="2381414" y="2004228"/>
                </a:cubicBezTo>
                <a:cubicBezTo>
                  <a:pt x="2402872" y="2004228"/>
                  <a:pt x="2420267" y="1986833"/>
                  <a:pt x="2420267" y="1965375"/>
                </a:cubicBezTo>
                <a:cubicBezTo>
                  <a:pt x="2420267" y="1943917"/>
                  <a:pt x="2402872" y="1926522"/>
                  <a:pt x="2381414" y="1926522"/>
                </a:cubicBezTo>
                <a:close/>
                <a:moveTo>
                  <a:pt x="2217423" y="1926522"/>
                </a:moveTo>
                <a:cubicBezTo>
                  <a:pt x="2195965" y="1926522"/>
                  <a:pt x="2178570" y="1943917"/>
                  <a:pt x="2178570" y="1965375"/>
                </a:cubicBezTo>
                <a:cubicBezTo>
                  <a:pt x="2178570" y="1986833"/>
                  <a:pt x="2195965" y="2004228"/>
                  <a:pt x="2217423" y="2004228"/>
                </a:cubicBezTo>
                <a:cubicBezTo>
                  <a:pt x="2238881" y="2004228"/>
                  <a:pt x="2256276" y="1986833"/>
                  <a:pt x="2256276" y="1965375"/>
                </a:cubicBezTo>
                <a:cubicBezTo>
                  <a:pt x="2256276" y="1943917"/>
                  <a:pt x="2238881" y="1926522"/>
                  <a:pt x="2217423" y="1926522"/>
                </a:cubicBezTo>
                <a:close/>
                <a:moveTo>
                  <a:pt x="2089009" y="1926522"/>
                </a:moveTo>
                <a:cubicBezTo>
                  <a:pt x="2067551" y="1926522"/>
                  <a:pt x="2050156" y="1943917"/>
                  <a:pt x="2050156" y="1965375"/>
                </a:cubicBezTo>
                <a:cubicBezTo>
                  <a:pt x="2050156" y="1986833"/>
                  <a:pt x="2067551" y="2004228"/>
                  <a:pt x="2089009" y="2004228"/>
                </a:cubicBezTo>
                <a:cubicBezTo>
                  <a:pt x="2110467" y="2004228"/>
                  <a:pt x="2127862" y="1986833"/>
                  <a:pt x="2127862" y="1965375"/>
                </a:cubicBezTo>
                <a:cubicBezTo>
                  <a:pt x="2127862" y="1943917"/>
                  <a:pt x="2110467" y="1926522"/>
                  <a:pt x="2089009" y="1926522"/>
                </a:cubicBezTo>
                <a:close/>
                <a:moveTo>
                  <a:pt x="1925018" y="1926522"/>
                </a:moveTo>
                <a:cubicBezTo>
                  <a:pt x="1903560" y="1926522"/>
                  <a:pt x="1886165" y="1943917"/>
                  <a:pt x="1886165" y="1965375"/>
                </a:cubicBezTo>
                <a:cubicBezTo>
                  <a:pt x="1886165" y="1986833"/>
                  <a:pt x="1903560" y="2004228"/>
                  <a:pt x="1925018" y="2004228"/>
                </a:cubicBezTo>
                <a:cubicBezTo>
                  <a:pt x="1946476" y="2004228"/>
                  <a:pt x="1963871" y="1986833"/>
                  <a:pt x="1963871" y="1965375"/>
                </a:cubicBezTo>
                <a:cubicBezTo>
                  <a:pt x="1963871" y="1943917"/>
                  <a:pt x="1946476" y="1926522"/>
                  <a:pt x="1925018" y="1926522"/>
                </a:cubicBezTo>
                <a:close/>
                <a:moveTo>
                  <a:pt x="1761027" y="1926522"/>
                </a:moveTo>
                <a:cubicBezTo>
                  <a:pt x="1739569" y="1926522"/>
                  <a:pt x="1722174" y="1943917"/>
                  <a:pt x="1722174" y="1965375"/>
                </a:cubicBezTo>
                <a:cubicBezTo>
                  <a:pt x="1722174" y="1986833"/>
                  <a:pt x="1739569" y="2004228"/>
                  <a:pt x="1761027" y="2004228"/>
                </a:cubicBezTo>
                <a:cubicBezTo>
                  <a:pt x="1782485" y="2004228"/>
                  <a:pt x="1799880" y="1986833"/>
                  <a:pt x="1799880" y="1965375"/>
                </a:cubicBezTo>
                <a:cubicBezTo>
                  <a:pt x="1799880" y="1943917"/>
                  <a:pt x="1782485" y="1926522"/>
                  <a:pt x="1761027" y="1926522"/>
                </a:cubicBezTo>
                <a:close/>
                <a:moveTo>
                  <a:pt x="1597036" y="1926522"/>
                </a:moveTo>
                <a:cubicBezTo>
                  <a:pt x="1575578" y="1926522"/>
                  <a:pt x="1558183" y="1943917"/>
                  <a:pt x="1558183" y="1965375"/>
                </a:cubicBezTo>
                <a:cubicBezTo>
                  <a:pt x="1558183" y="1986833"/>
                  <a:pt x="1575578" y="2004228"/>
                  <a:pt x="1597036" y="2004228"/>
                </a:cubicBezTo>
                <a:cubicBezTo>
                  <a:pt x="1618494" y="2004228"/>
                  <a:pt x="1635889" y="1986833"/>
                  <a:pt x="1635889" y="1965375"/>
                </a:cubicBezTo>
                <a:cubicBezTo>
                  <a:pt x="1635889" y="1943917"/>
                  <a:pt x="1618494" y="1926522"/>
                  <a:pt x="1597036" y="1926522"/>
                </a:cubicBezTo>
                <a:close/>
                <a:moveTo>
                  <a:pt x="1397467" y="1926522"/>
                </a:moveTo>
                <a:cubicBezTo>
                  <a:pt x="1376009" y="1926522"/>
                  <a:pt x="1358614" y="1943917"/>
                  <a:pt x="1358614" y="1965375"/>
                </a:cubicBezTo>
                <a:cubicBezTo>
                  <a:pt x="1358614" y="1986833"/>
                  <a:pt x="1376009" y="2004228"/>
                  <a:pt x="1397467" y="2004228"/>
                </a:cubicBezTo>
                <a:cubicBezTo>
                  <a:pt x="1418925" y="2004228"/>
                  <a:pt x="1436320" y="1986833"/>
                  <a:pt x="1436320" y="1965375"/>
                </a:cubicBezTo>
                <a:cubicBezTo>
                  <a:pt x="1436320" y="1943917"/>
                  <a:pt x="1418925" y="1926522"/>
                  <a:pt x="1397467" y="1926522"/>
                </a:cubicBezTo>
                <a:close/>
                <a:moveTo>
                  <a:pt x="1233475" y="1926522"/>
                </a:moveTo>
                <a:cubicBezTo>
                  <a:pt x="1212017" y="1926522"/>
                  <a:pt x="1194622" y="1943917"/>
                  <a:pt x="1194622" y="1965375"/>
                </a:cubicBezTo>
                <a:cubicBezTo>
                  <a:pt x="1194622" y="1986833"/>
                  <a:pt x="1212017" y="2004228"/>
                  <a:pt x="1233475" y="2004228"/>
                </a:cubicBezTo>
                <a:cubicBezTo>
                  <a:pt x="1254933" y="2004228"/>
                  <a:pt x="1272328" y="1986833"/>
                  <a:pt x="1272328" y="1965375"/>
                </a:cubicBezTo>
                <a:cubicBezTo>
                  <a:pt x="1272328" y="1943917"/>
                  <a:pt x="1254933" y="1926522"/>
                  <a:pt x="1233475" y="1926522"/>
                </a:cubicBezTo>
                <a:close/>
                <a:moveTo>
                  <a:pt x="1033908" y="1926522"/>
                </a:moveTo>
                <a:cubicBezTo>
                  <a:pt x="1012450" y="1926522"/>
                  <a:pt x="995055" y="1943917"/>
                  <a:pt x="995055" y="1965375"/>
                </a:cubicBezTo>
                <a:cubicBezTo>
                  <a:pt x="995055" y="1986833"/>
                  <a:pt x="1012450" y="2004228"/>
                  <a:pt x="1033908" y="2004228"/>
                </a:cubicBezTo>
                <a:cubicBezTo>
                  <a:pt x="1055366" y="2004228"/>
                  <a:pt x="1072761" y="1986833"/>
                  <a:pt x="1072761" y="1965375"/>
                </a:cubicBezTo>
                <a:cubicBezTo>
                  <a:pt x="1072761" y="1943917"/>
                  <a:pt x="1055366" y="1926522"/>
                  <a:pt x="1033908" y="1926522"/>
                </a:cubicBezTo>
                <a:close/>
                <a:moveTo>
                  <a:pt x="905493" y="1926522"/>
                </a:moveTo>
                <a:cubicBezTo>
                  <a:pt x="884035" y="1926522"/>
                  <a:pt x="866640" y="1943917"/>
                  <a:pt x="866640" y="1965375"/>
                </a:cubicBezTo>
                <a:cubicBezTo>
                  <a:pt x="866640" y="1986833"/>
                  <a:pt x="884035" y="2004228"/>
                  <a:pt x="905493" y="2004228"/>
                </a:cubicBezTo>
                <a:cubicBezTo>
                  <a:pt x="926951" y="2004228"/>
                  <a:pt x="944346" y="1986833"/>
                  <a:pt x="944346" y="1965375"/>
                </a:cubicBezTo>
                <a:cubicBezTo>
                  <a:pt x="944346" y="1943917"/>
                  <a:pt x="926951" y="1926522"/>
                  <a:pt x="905493" y="1926522"/>
                </a:cubicBezTo>
                <a:close/>
                <a:moveTo>
                  <a:pt x="705926" y="1926522"/>
                </a:moveTo>
                <a:cubicBezTo>
                  <a:pt x="684468" y="1926522"/>
                  <a:pt x="667073" y="1943917"/>
                  <a:pt x="667073" y="1965375"/>
                </a:cubicBezTo>
                <a:cubicBezTo>
                  <a:pt x="667073" y="1986833"/>
                  <a:pt x="684468" y="2004228"/>
                  <a:pt x="705926" y="2004228"/>
                </a:cubicBezTo>
                <a:cubicBezTo>
                  <a:pt x="727384" y="2004228"/>
                  <a:pt x="744779" y="1986833"/>
                  <a:pt x="744779" y="1965375"/>
                </a:cubicBezTo>
                <a:cubicBezTo>
                  <a:pt x="744687" y="1943917"/>
                  <a:pt x="727384" y="1926522"/>
                  <a:pt x="705926" y="1926522"/>
                </a:cubicBezTo>
                <a:close/>
                <a:moveTo>
                  <a:pt x="541935" y="1926522"/>
                </a:moveTo>
                <a:cubicBezTo>
                  <a:pt x="520477" y="1926522"/>
                  <a:pt x="503082" y="1943917"/>
                  <a:pt x="503082" y="1965375"/>
                </a:cubicBezTo>
                <a:cubicBezTo>
                  <a:pt x="503082" y="1986833"/>
                  <a:pt x="520477" y="2004228"/>
                  <a:pt x="541935" y="2004228"/>
                </a:cubicBezTo>
                <a:cubicBezTo>
                  <a:pt x="563393" y="2004228"/>
                  <a:pt x="580788" y="1986833"/>
                  <a:pt x="580788" y="1965375"/>
                </a:cubicBezTo>
                <a:cubicBezTo>
                  <a:pt x="580695" y="1943917"/>
                  <a:pt x="563393" y="1926522"/>
                  <a:pt x="541935" y="1926522"/>
                </a:cubicBezTo>
                <a:close/>
                <a:moveTo>
                  <a:pt x="342366" y="1926522"/>
                </a:moveTo>
                <a:cubicBezTo>
                  <a:pt x="320908" y="1926522"/>
                  <a:pt x="303513" y="1943917"/>
                  <a:pt x="303513" y="1965375"/>
                </a:cubicBezTo>
                <a:cubicBezTo>
                  <a:pt x="303513" y="1986833"/>
                  <a:pt x="320908" y="2004228"/>
                  <a:pt x="342366" y="2004228"/>
                </a:cubicBezTo>
                <a:cubicBezTo>
                  <a:pt x="363824" y="2004228"/>
                  <a:pt x="381219" y="1986833"/>
                  <a:pt x="381219" y="1965375"/>
                </a:cubicBezTo>
                <a:cubicBezTo>
                  <a:pt x="381174" y="1943917"/>
                  <a:pt x="363779" y="1926522"/>
                  <a:pt x="342366" y="1926522"/>
                </a:cubicBezTo>
                <a:close/>
                <a:moveTo>
                  <a:pt x="178374" y="1926522"/>
                </a:moveTo>
                <a:cubicBezTo>
                  <a:pt x="156916" y="1926522"/>
                  <a:pt x="139521" y="1943917"/>
                  <a:pt x="139521" y="1965375"/>
                </a:cubicBezTo>
                <a:cubicBezTo>
                  <a:pt x="139521" y="1986833"/>
                  <a:pt x="156916" y="2004228"/>
                  <a:pt x="178374" y="2004228"/>
                </a:cubicBezTo>
                <a:cubicBezTo>
                  <a:pt x="199832" y="2004228"/>
                  <a:pt x="217227" y="1986833"/>
                  <a:pt x="217227" y="1965375"/>
                </a:cubicBezTo>
                <a:cubicBezTo>
                  <a:pt x="217182" y="1943917"/>
                  <a:pt x="199787" y="1926522"/>
                  <a:pt x="178374" y="1926522"/>
                </a:cubicBezTo>
                <a:close/>
                <a:moveTo>
                  <a:pt x="9075117" y="1911220"/>
                </a:moveTo>
                <a:cubicBezTo>
                  <a:pt x="9105026" y="1911220"/>
                  <a:pt x="9129272" y="1935466"/>
                  <a:pt x="9129272" y="1965375"/>
                </a:cubicBezTo>
                <a:cubicBezTo>
                  <a:pt x="9129272" y="1995284"/>
                  <a:pt x="9105026" y="2019530"/>
                  <a:pt x="9075117" y="2019530"/>
                </a:cubicBezTo>
                <a:cubicBezTo>
                  <a:pt x="9045208" y="2019530"/>
                  <a:pt x="9020962" y="1995284"/>
                  <a:pt x="9020962" y="1965375"/>
                </a:cubicBezTo>
                <a:cubicBezTo>
                  <a:pt x="9020962" y="1935466"/>
                  <a:pt x="9045208" y="1911220"/>
                  <a:pt x="9075117" y="1911220"/>
                </a:cubicBezTo>
                <a:close/>
                <a:moveTo>
                  <a:pt x="8993122" y="1911220"/>
                </a:moveTo>
                <a:cubicBezTo>
                  <a:pt x="8997395" y="1911220"/>
                  <a:pt x="9000859" y="1914684"/>
                  <a:pt x="9000859" y="1918957"/>
                </a:cubicBezTo>
                <a:cubicBezTo>
                  <a:pt x="9000859" y="1949903"/>
                  <a:pt x="9000858" y="1980848"/>
                  <a:pt x="9000858" y="2011794"/>
                </a:cubicBezTo>
                <a:lnTo>
                  <a:pt x="8993122" y="2019530"/>
                </a:lnTo>
                <a:cubicBezTo>
                  <a:pt x="8988849" y="2019530"/>
                  <a:pt x="8985385" y="2016066"/>
                  <a:pt x="8985385" y="2011793"/>
                </a:cubicBezTo>
                <a:lnTo>
                  <a:pt x="8985385" y="1918957"/>
                </a:lnTo>
                <a:cubicBezTo>
                  <a:pt x="8985385" y="1914684"/>
                  <a:pt x="8988849" y="1911220"/>
                  <a:pt x="8993122" y="1911220"/>
                </a:cubicBezTo>
                <a:close/>
                <a:moveTo>
                  <a:pt x="8911127" y="1911220"/>
                </a:moveTo>
                <a:cubicBezTo>
                  <a:pt x="8941037" y="1911220"/>
                  <a:pt x="8965283" y="1935466"/>
                  <a:pt x="8965283" y="1965375"/>
                </a:cubicBezTo>
                <a:cubicBezTo>
                  <a:pt x="8965283" y="1995284"/>
                  <a:pt x="8941037" y="2019530"/>
                  <a:pt x="8911127" y="2019530"/>
                </a:cubicBezTo>
                <a:cubicBezTo>
                  <a:pt x="8881217" y="2019530"/>
                  <a:pt x="8856971" y="1995284"/>
                  <a:pt x="8856971" y="1965375"/>
                </a:cubicBezTo>
                <a:cubicBezTo>
                  <a:pt x="8856971" y="1935466"/>
                  <a:pt x="8881217" y="1911220"/>
                  <a:pt x="8911127" y="1911220"/>
                </a:cubicBezTo>
                <a:close/>
                <a:moveTo>
                  <a:pt x="8829131" y="1911220"/>
                </a:moveTo>
                <a:cubicBezTo>
                  <a:pt x="8833404" y="1911220"/>
                  <a:pt x="8836868" y="1914684"/>
                  <a:pt x="8836868" y="1918957"/>
                </a:cubicBezTo>
                <a:cubicBezTo>
                  <a:pt x="8836868" y="1949903"/>
                  <a:pt x="8836867" y="1980848"/>
                  <a:pt x="8836867" y="2011794"/>
                </a:cubicBezTo>
                <a:lnTo>
                  <a:pt x="8829131" y="2019530"/>
                </a:lnTo>
                <a:cubicBezTo>
                  <a:pt x="8824858" y="2019530"/>
                  <a:pt x="8821394" y="2016066"/>
                  <a:pt x="8821394" y="2011793"/>
                </a:cubicBezTo>
                <a:lnTo>
                  <a:pt x="8821394" y="1918957"/>
                </a:lnTo>
                <a:cubicBezTo>
                  <a:pt x="8821394" y="1914684"/>
                  <a:pt x="8824858" y="1911220"/>
                  <a:pt x="8829131" y="1911220"/>
                </a:cubicBezTo>
                <a:close/>
                <a:moveTo>
                  <a:pt x="8793554" y="1911220"/>
                </a:moveTo>
                <a:cubicBezTo>
                  <a:pt x="8797827" y="1911220"/>
                  <a:pt x="8801291" y="1914684"/>
                  <a:pt x="8801291" y="1918957"/>
                </a:cubicBezTo>
                <a:cubicBezTo>
                  <a:pt x="8801291" y="1949903"/>
                  <a:pt x="8801290" y="1980848"/>
                  <a:pt x="8801290" y="2011794"/>
                </a:cubicBezTo>
                <a:lnTo>
                  <a:pt x="8793554" y="2019530"/>
                </a:lnTo>
                <a:cubicBezTo>
                  <a:pt x="8789281" y="2019530"/>
                  <a:pt x="8785817" y="2016066"/>
                  <a:pt x="8785817" y="2011793"/>
                </a:cubicBezTo>
                <a:lnTo>
                  <a:pt x="8785817" y="1918957"/>
                </a:lnTo>
                <a:cubicBezTo>
                  <a:pt x="8785817" y="1914684"/>
                  <a:pt x="8789281" y="1911220"/>
                  <a:pt x="8793554" y="1911220"/>
                </a:cubicBezTo>
                <a:close/>
                <a:moveTo>
                  <a:pt x="8711558" y="1911220"/>
                </a:moveTo>
                <a:cubicBezTo>
                  <a:pt x="8741468" y="1911220"/>
                  <a:pt x="8765714" y="1935466"/>
                  <a:pt x="8765714" y="1965375"/>
                </a:cubicBezTo>
                <a:cubicBezTo>
                  <a:pt x="8765714" y="1995284"/>
                  <a:pt x="8741468" y="2019530"/>
                  <a:pt x="8711558" y="2019530"/>
                </a:cubicBezTo>
                <a:cubicBezTo>
                  <a:pt x="8681648" y="2019530"/>
                  <a:pt x="8657402" y="1995284"/>
                  <a:pt x="8657402" y="1965375"/>
                </a:cubicBezTo>
                <a:cubicBezTo>
                  <a:pt x="8657402" y="1935466"/>
                  <a:pt x="8681648" y="1911220"/>
                  <a:pt x="8711558" y="1911220"/>
                </a:cubicBezTo>
                <a:close/>
                <a:moveTo>
                  <a:pt x="8629562" y="1911220"/>
                </a:moveTo>
                <a:cubicBezTo>
                  <a:pt x="8633835" y="1911220"/>
                  <a:pt x="8637299" y="1914684"/>
                  <a:pt x="8637299" y="1918957"/>
                </a:cubicBezTo>
                <a:cubicBezTo>
                  <a:pt x="8637299" y="1949903"/>
                  <a:pt x="8637298" y="1980848"/>
                  <a:pt x="8637298" y="2011794"/>
                </a:cubicBezTo>
                <a:lnTo>
                  <a:pt x="8629562" y="2019530"/>
                </a:lnTo>
                <a:cubicBezTo>
                  <a:pt x="8625289" y="2019530"/>
                  <a:pt x="8621825" y="2016066"/>
                  <a:pt x="8621825" y="2011793"/>
                </a:cubicBezTo>
                <a:lnTo>
                  <a:pt x="8621825" y="1918957"/>
                </a:lnTo>
                <a:cubicBezTo>
                  <a:pt x="8621825" y="1914684"/>
                  <a:pt x="8625289" y="1911220"/>
                  <a:pt x="8629562" y="1911220"/>
                </a:cubicBezTo>
                <a:close/>
                <a:moveTo>
                  <a:pt x="8547566" y="1911220"/>
                </a:moveTo>
                <a:cubicBezTo>
                  <a:pt x="8577476" y="1911220"/>
                  <a:pt x="8601722" y="1935466"/>
                  <a:pt x="8601722" y="1965375"/>
                </a:cubicBezTo>
                <a:cubicBezTo>
                  <a:pt x="8601722" y="1995284"/>
                  <a:pt x="8577476" y="2019530"/>
                  <a:pt x="8547566" y="2019530"/>
                </a:cubicBezTo>
                <a:cubicBezTo>
                  <a:pt x="8517656" y="2019530"/>
                  <a:pt x="8493410" y="1995284"/>
                  <a:pt x="8493410" y="1965375"/>
                </a:cubicBezTo>
                <a:cubicBezTo>
                  <a:pt x="8493410" y="1935466"/>
                  <a:pt x="8517656" y="1911220"/>
                  <a:pt x="8547566" y="1911220"/>
                </a:cubicBezTo>
                <a:close/>
                <a:moveTo>
                  <a:pt x="8465571" y="1911220"/>
                </a:moveTo>
                <a:cubicBezTo>
                  <a:pt x="8469844" y="1911220"/>
                  <a:pt x="8473308" y="1914684"/>
                  <a:pt x="8473308" y="1918957"/>
                </a:cubicBezTo>
                <a:cubicBezTo>
                  <a:pt x="8473308" y="1949903"/>
                  <a:pt x="8473307" y="1980848"/>
                  <a:pt x="8473307" y="2011794"/>
                </a:cubicBezTo>
                <a:lnTo>
                  <a:pt x="8465571" y="2019530"/>
                </a:lnTo>
                <a:cubicBezTo>
                  <a:pt x="8461298" y="2019530"/>
                  <a:pt x="8457834" y="2016066"/>
                  <a:pt x="8457834" y="2011793"/>
                </a:cubicBezTo>
                <a:lnTo>
                  <a:pt x="8457834" y="1918957"/>
                </a:lnTo>
                <a:cubicBezTo>
                  <a:pt x="8457834" y="1914684"/>
                  <a:pt x="8461298" y="1911220"/>
                  <a:pt x="8465571" y="1911220"/>
                </a:cubicBezTo>
                <a:close/>
                <a:moveTo>
                  <a:pt x="8429994" y="1911220"/>
                </a:moveTo>
                <a:cubicBezTo>
                  <a:pt x="8434267" y="1911220"/>
                  <a:pt x="8437731" y="1914684"/>
                  <a:pt x="8437731" y="1918957"/>
                </a:cubicBezTo>
                <a:cubicBezTo>
                  <a:pt x="8437731" y="1949903"/>
                  <a:pt x="8437730" y="1980848"/>
                  <a:pt x="8437730" y="2011794"/>
                </a:cubicBezTo>
                <a:lnTo>
                  <a:pt x="8429994" y="2019530"/>
                </a:lnTo>
                <a:cubicBezTo>
                  <a:pt x="8425721" y="2019530"/>
                  <a:pt x="8422257" y="2016066"/>
                  <a:pt x="8422257" y="2011793"/>
                </a:cubicBezTo>
                <a:lnTo>
                  <a:pt x="8422257" y="1918957"/>
                </a:lnTo>
                <a:cubicBezTo>
                  <a:pt x="8422257" y="1914684"/>
                  <a:pt x="8425721" y="1911220"/>
                  <a:pt x="8429994" y="1911220"/>
                </a:cubicBezTo>
                <a:close/>
                <a:moveTo>
                  <a:pt x="8347998" y="1911220"/>
                </a:moveTo>
                <a:cubicBezTo>
                  <a:pt x="8377907" y="1911220"/>
                  <a:pt x="8402153" y="1935466"/>
                  <a:pt x="8402153" y="1965375"/>
                </a:cubicBezTo>
                <a:cubicBezTo>
                  <a:pt x="8402153" y="1995284"/>
                  <a:pt x="8377907" y="2019530"/>
                  <a:pt x="8347998" y="2019530"/>
                </a:cubicBezTo>
                <a:cubicBezTo>
                  <a:pt x="8318089" y="2019530"/>
                  <a:pt x="8293843" y="1995284"/>
                  <a:pt x="8293843" y="1965375"/>
                </a:cubicBezTo>
                <a:cubicBezTo>
                  <a:pt x="8293843" y="1935466"/>
                  <a:pt x="8318089" y="1911220"/>
                  <a:pt x="8347998" y="1911220"/>
                </a:cubicBezTo>
                <a:close/>
                <a:moveTo>
                  <a:pt x="8219583" y="1911220"/>
                </a:moveTo>
                <a:cubicBezTo>
                  <a:pt x="8249492" y="1911220"/>
                  <a:pt x="8273738" y="1935466"/>
                  <a:pt x="8273738" y="1965375"/>
                </a:cubicBezTo>
                <a:cubicBezTo>
                  <a:pt x="8273738" y="1995284"/>
                  <a:pt x="8249492" y="2019530"/>
                  <a:pt x="8219583" y="2019530"/>
                </a:cubicBezTo>
                <a:cubicBezTo>
                  <a:pt x="8189674" y="2019530"/>
                  <a:pt x="8165428" y="1995284"/>
                  <a:pt x="8165428" y="1965375"/>
                </a:cubicBezTo>
                <a:cubicBezTo>
                  <a:pt x="8165428" y="1935466"/>
                  <a:pt x="8189674" y="1911220"/>
                  <a:pt x="8219583" y="1911220"/>
                </a:cubicBezTo>
                <a:close/>
                <a:moveTo>
                  <a:pt x="8137589" y="1911220"/>
                </a:moveTo>
                <a:cubicBezTo>
                  <a:pt x="8141862" y="1911220"/>
                  <a:pt x="8145326" y="1914684"/>
                  <a:pt x="8145326" y="1918957"/>
                </a:cubicBezTo>
                <a:cubicBezTo>
                  <a:pt x="8145326" y="1949903"/>
                  <a:pt x="8145325" y="1980848"/>
                  <a:pt x="8145325" y="2011794"/>
                </a:cubicBezTo>
                <a:lnTo>
                  <a:pt x="8137589" y="2019530"/>
                </a:lnTo>
                <a:cubicBezTo>
                  <a:pt x="8133316" y="2019530"/>
                  <a:pt x="8129852" y="2016066"/>
                  <a:pt x="8129852" y="2011793"/>
                </a:cubicBezTo>
                <a:lnTo>
                  <a:pt x="8129852" y="1918957"/>
                </a:lnTo>
                <a:cubicBezTo>
                  <a:pt x="8129852" y="1914684"/>
                  <a:pt x="8133316" y="1911220"/>
                  <a:pt x="8137589" y="1911220"/>
                </a:cubicBezTo>
                <a:close/>
                <a:moveTo>
                  <a:pt x="8102012" y="1911220"/>
                </a:moveTo>
                <a:cubicBezTo>
                  <a:pt x="8106285" y="1911220"/>
                  <a:pt x="8109749" y="1914684"/>
                  <a:pt x="8109749" y="1918957"/>
                </a:cubicBezTo>
                <a:cubicBezTo>
                  <a:pt x="8109749" y="1949903"/>
                  <a:pt x="8109748" y="1980848"/>
                  <a:pt x="8109748" y="2011794"/>
                </a:cubicBezTo>
                <a:lnTo>
                  <a:pt x="8102012" y="2019530"/>
                </a:lnTo>
                <a:cubicBezTo>
                  <a:pt x="8097739" y="2019530"/>
                  <a:pt x="8094275" y="2016066"/>
                  <a:pt x="8094275" y="2011793"/>
                </a:cubicBezTo>
                <a:lnTo>
                  <a:pt x="8094275" y="1918957"/>
                </a:lnTo>
                <a:cubicBezTo>
                  <a:pt x="8094275" y="1914684"/>
                  <a:pt x="8097739" y="1911220"/>
                  <a:pt x="8102012" y="1911220"/>
                </a:cubicBezTo>
                <a:close/>
                <a:moveTo>
                  <a:pt x="8020016" y="1911220"/>
                </a:moveTo>
                <a:cubicBezTo>
                  <a:pt x="8049925" y="1911220"/>
                  <a:pt x="8074171" y="1935466"/>
                  <a:pt x="8074171" y="1965375"/>
                </a:cubicBezTo>
                <a:cubicBezTo>
                  <a:pt x="8074171" y="1995284"/>
                  <a:pt x="8049925" y="2019530"/>
                  <a:pt x="8020016" y="2019530"/>
                </a:cubicBezTo>
                <a:cubicBezTo>
                  <a:pt x="7990107" y="2019530"/>
                  <a:pt x="7965861" y="1995284"/>
                  <a:pt x="7965861" y="1965375"/>
                </a:cubicBezTo>
                <a:cubicBezTo>
                  <a:pt x="7965861" y="1935466"/>
                  <a:pt x="7990107" y="1911220"/>
                  <a:pt x="8020016" y="1911220"/>
                </a:cubicBezTo>
                <a:close/>
                <a:moveTo>
                  <a:pt x="7938021" y="1911220"/>
                </a:moveTo>
                <a:cubicBezTo>
                  <a:pt x="7942294" y="1911220"/>
                  <a:pt x="7945758" y="1914684"/>
                  <a:pt x="7945758" y="1918957"/>
                </a:cubicBezTo>
                <a:cubicBezTo>
                  <a:pt x="7945758" y="1949903"/>
                  <a:pt x="7945757" y="1980848"/>
                  <a:pt x="7945757" y="2011794"/>
                </a:cubicBezTo>
                <a:lnTo>
                  <a:pt x="7938021" y="2019530"/>
                </a:lnTo>
                <a:cubicBezTo>
                  <a:pt x="7933748" y="2019530"/>
                  <a:pt x="7930284" y="2016066"/>
                  <a:pt x="7930284" y="2011793"/>
                </a:cubicBezTo>
                <a:lnTo>
                  <a:pt x="7930284" y="1918957"/>
                </a:lnTo>
                <a:cubicBezTo>
                  <a:pt x="7930284" y="1914684"/>
                  <a:pt x="7933748" y="1911220"/>
                  <a:pt x="7938021" y="1911220"/>
                </a:cubicBezTo>
                <a:close/>
                <a:moveTo>
                  <a:pt x="7856025" y="1911220"/>
                </a:moveTo>
                <a:cubicBezTo>
                  <a:pt x="7885934" y="1911220"/>
                  <a:pt x="7910180" y="1935466"/>
                  <a:pt x="7910180" y="1965375"/>
                </a:cubicBezTo>
                <a:cubicBezTo>
                  <a:pt x="7910180" y="1995284"/>
                  <a:pt x="7885934" y="2019530"/>
                  <a:pt x="7856025" y="2019530"/>
                </a:cubicBezTo>
                <a:cubicBezTo>
                  <a:pt x="7826116" y="2019530"/>
                  <a:pt x="7801870" y="1995284"/>
                  <a:pt x="7801870" y="1965375"/>
                </a:cubicBezTo>
                <a:cubicBezTo>
                  <a:pt x="7801870" y="1935466"/>
                  <a:pt x="7826116" y="1911220"/>
                  <a:pt x="7856025" y="1911220"/>
                </a:cubicBezTo>
                <a:close/>
                <a:moveTo>
                  <a:pt x="7774030" y="1911220"/>
                </a:moveTo>
                <a:cubicBezTo>
                  <a:pt x="7778303" y="1911220"/>
                  <a:pt x="7781767" y="1914684"/>
                  <a:pt x="7781767" y="1918957"/>
                </a:cubicBezTo>
                <a:cubicBezTo>
                  <a:pt x="7781767" y="1949903"/>
                  <a:pt x="7781766" y="1980848"/>
                  <a:pt x="7781766" y="2011794"/>
                </a:cubicBezTo>
                <a:lnTo>
                  <a:pt x="7774030" y="2019530"/>
                </a:lnTo>
                <a:cubicBezTo>
                  <a:pt x="7769757" y="2019530"/>
                  <a:pt x="7766293" y="2016066"/>
                  <a:pt x="7766293" y="2011793"/>
                </a:cubicBezTo>
                <a:lnTo>
                  <a:pt x="7766293" y="1918957"/>
                </a:lnTo>
                <a:cubicBezTo>
                  <a:pt x="7766293" y="1914684"/>
                  <a:pt x="7769757" y="1911220"/>
                  <a:pt x="7774030" y="1911220"/>
                </a:cubicBezTo>
                <a:close/>
                <a:moveTo>
                  <a:pt x="7738453" y="1911220"/>
                </a:moveTo>
                <a:cubicBezTo>
                  <a:pt x="7742726" y="1911220"/>
                  <a:pt x="7746190" y="1914684"/>
                  <a:pt x="7746190" y="1918957"/>
                </a:cubicBezTo>
                <a:cubicBezTo>
                  <a:pt x="7746190" y="1949903"/>
                  <a:pt x="7746189" y="1980848"/>
                  <a:pt x="7746189" y="2011794"/>
                </a:cubicBezTo>
                <a:lnTo>
                  <a:pt x="7738453" y="2019530"/>
                </a:lnTo>
                <a:cubicBezTo>
                  <a:pt x="7734180" y="2019530"/>
                  <a:pt x="7730716" y="2016066"/>
                  <a:pt x="7730716" y="2011793"/>
                </a:cubicBezTo>
                <a:lnTo>
                  <a:pt x="7730716" y="1918957"/>
                </a:lnTo>
                <a:cubicBezTo>
                  <a:pt x="7730716" y="1914684"/>
                  <a:pt x="7734180" y="1911220"/>
                  <a:pt x="7738453" y="1911220"/>
                </a:cubicBezTo>
                <a:close/>
                <a:moveTo>
                  <a:pt x="7656457" y="1911220"/>
                </a:moveTo>
                <a:cubicBezTo>
                  <a:pt x="7686367" y="1911220"/>
                  <a:pt x="7710613" y="1935466"/>
                  <a:pt x="7710613" y="1965375"/>
                </a:cubicBezTo>
                <a:cubicBezTo>
                  <a:pt x="7710613" y="1995284"/>
                  <a:pt x="7686367" y="2019530"/>
                  <a:pt x="7656457" y="2019530"/>
                </a:cubicBezTo>
                <a:cubicBezTo>
                  <a:pt x="7626547" y="2019530"/>
                  <a:pt x="7602301" y="1995284"/>
                  <a:pt x="7602301" y="1965375"/>
                </a:cubicBezTo>
                <a:cubicBezTo>
                  <a:pt x="7602301" y="1935466"/>
                  <a:pt x="7626547" y="1911220"/>
                  <a:pt x="7656457" y="1911220"/>
                </a:cubicBezTo>
                <a:close/>
                <a:moveTo>
                  <a:pt x="7574461" y="1911220"/>
                </a:moveTo>
                <a:cubicBezTo>
                  <a:pt x="7578734" y="1911220"/>
                  <a:pt x="7582198" y="1914684"/>
                  <a:pt x="7582198" y="1918957"/>
                </a:cubicBezTo>
                <a:cubicBezTo>
                  <a:pt x="7582198" y="1949903"/>
                  <a:pt x="7582197" y="1980848"/>
                  <a:pt x="7582197" y="2011794"/>
                </a:cubicBezTo>
                <a:lnTo>
                  <a:pt x="7574461" y="2019530"/>
                </a:lnTo>
                <a:cubicBezTo>
                  <a:pt x="7570188" y="2019530"/>
                  <a:pt x="7566724" y="2016066"/>
                  <a:pt x="7566724" y="2011793"/>
                </a:cubicBezTo>
                <a:lnTo>
                  <a:pt x="7566724" y="1918957"/>
                </a:lnTo>
                <a:cubicBezTo>
                  <a:pt x="7566724" y="1914684"/>
                  <a:pt x="7570188" y="1911220"/>
                  <a:pt x="7574461" y="1911220"/>
                </a:cubicBezTo>
                <a:close/>
                <a:moveTo>
                  <a:pt x="7492465" y="1911220"/>
                </a:moveTo>
                <a:cubicBezTo>
                  <a:pt x="7522375" y="1911220"/>
                  <a:pt x="7546621" y="1935466"/>
                  <a:pt x="7546621" y="1965375"/>
                </a:cubicBezTo>
                <a:cubicBezTo>
                  <a:pt x="7546621" y="1995284"/>
                  <a:pt x="7522375" y="2019530"/>
                  <a:pt x="7492465" y="2019530"/>
                </a:cubicBezTo>
                <a:cubicBezTo>
                  <a:pt x="7462555" y="2019530"/>
                  <a:pt x="7438309" y="1995284"/>
                  <a:pt x="7438309" y="1965375"/>
                </a:cubicBezTo>
                <a:cubicBezTo>
                  <a:pt x="7438309" y="1935466"/>
                  <a:pt x="7462555" y="1911220"/>
                  <a:pt x="7492465" y="1911220"/>
                </a:cubicBezTo>
                <a:close/>
                <a:moveTo>
                  <a:pt x="7410470" y="1911220"/>
                </a:moveTo>
                <a:cubicBezTo>
                  <a:pt x="7414743" y="1911220"/>
                  <a:pt x="7418207" y="1914684"/>
                  <a:pt x="7418207" y="1918957"/>
                </a:cubicBezTo>
                <a:cubicBezTo>
                  <a:pt x="7418207" y="1949903"/>
                  <a:pt x="7418206" y="1980848"/>
                  <a:pt x="7418206" y="2011794"/>
                </a:cubicBezTo>
                <a:lnTo>
                  <a:pt x="7410470" y="2019530"/>
                </a:lnTo>
                <a:cubicBezTo>
                  <a:pt x="7406197" y="2019530"/>
                  <a:pt x="7402733" y="2016066"/>
                  <a:pt x="7402733" y="2011793"/>
                </a:cubicBezTo>
                <a:lnTo>
                  <a:pt x="7402733" y="1918957"/>
                </a:lnTo>
                <a:cubicBezTo>
                  <a:pt x="7402733" y="1914684"/>
                  <a:pt x="7406197" y="1911220"/>
                  <a:pt x="7410470" y="1911220"/>
                </a:cubicBezTo>
                <a:close/>
                <a:moveTo>
                  <a:pt x="7328474" y="1911220"/>
                </a:moveTo>
                <a:cubicBezTo>
                  <a:pt x="7358384" y="1911220"/>
                  <a:pt x="7382630" y="1935466"/>
                  <a:pt x="7382630" y="1965375"/>
                </a:cubicBezTo>
                <a:cubicBezTo>
                  <a:pt x="7382630" y="1995284"/>
                  <a:pt x="7358384" y="2019530"/>
                  <a:pt x="7328474" y="2019530"/>
                </a:cubicBezTo>
                <a:cubicBezTo>
                  <a:pt x="7298564" y="2019530"/>
                  <a:pt x="7274318" y="1995284"/>
                  <a:pt x="7274318" y="1965375"/>
                </a:cubicBezTo>
                <a:cubicBezTo>
                  <a:pt x="7274318" y="1935466"/>
                  <a:pt x="7298564" y="1911220"/>
                  <a:pt x="7328474" y="1911220"/>
                </a:cubicBezTo>
                <a:close/>
                <a:moveTo>
                  <a:pt x="7246478" y="1911220"/>
                </a:moveTo>
                <a:cubicBezTo>
                  <a:pt x="7250751" y="1911220"/>
                  <a:pt x="7254215" y="1914684"/>
                  <a:pt x="7254215" y="1918957"/>
                </a:cubicBezTo>
                <a:cubicBezTo>
                  <a:pt x="7254215" y="1949903"/>
                  <a:pt x="7254214" y="1980848"/>
                  <a:pt x="7254214" y="2011794"/>
                </a:cubicBezTo>
                <a:lnTo>
                  <a:pt x="7246478" y="2019530"/>
                </a:lnTo>
                <a:cubicBezTo>
                  <a:pt x="7242205" y="2019530"/>
                  <a:pt x="7238741" y="2016066"/>
                  <a:pt x="7238741" y="2011793"/>
                </a:cubicBezTo>
                <a:lnTo>
                  <a:pt x="7238741" y="1918957"/>
                </a:lnTo>
                <a:cubicBezTo>
                  <a:pt x="7238741" y="1914684"/>
                  <a:pt x="7242205" y="1911220"/>
                  <a:pt x="7246478" y="1911220"/>
                </a:cubicBezTo>
                <a:close/>
                <a:moveTo>
                  <a:pt x="7210901" y="1911220"/>
                </a:moveTo>
                <a:cubicBezTo>
                  <a:pt x="7215174" y="1911220"/>
                  <a:pt x="7218638" y="1914684"/>
                  <a:pt x="7218638" y="1918957"/>
                </a:cubicBezTo>
                <a:cubicBezTo>
                  <a:pt x="7218638" y="1949903"/>
                  <a:pt x="7218637" y="1980848"/>
                  <a:pt x="7218637" y="2011794"/>
                </a:cubicBezTo>
                <a:lnTo>
                  <a:pt x="7210901" y="2019530"/>
                </a:lnTo>
                <a:cubicBezTo>
                  <a:pt x="7206628" y="2019530"/>
                  <a:pt x="7203164" y="2016066"/>
                  <a:pt x="7203164" y="2011793"/>
                </a:cubicBezTo>
                <a:lnTo>
                  <a:pt x="7203164" y="1918957"/>
                </a:lnTo>
                <a:cubicBezTo>
                  <a:pt x="7203164" y="1914684"/>
                  <a:pt x="7206628" y="1911220"/>
                  <a:pt x="7210901" y="1911220"/>
                </a:cubicBezTo>
                <a:close/>
                <a:moveTo>
                  <a:pt x="7175777" y="1911220"/>
                </a:moveTo>
                <a:cubicBezTo>
                  <a:pt x="7180050" y="1911220"/>
                  <a:pt x="7183514" y="1914684"/>
                  <a:pt x="7183514" y="1918957"/>
                </a:cubicBezTo>
                <a:lnTo>
                  <a:pt x="7183514" y="2011793"/>
                </a:lnTo>
                <a:cubicBezTo>
                  <a:pt x="7183514" y="2016066"/>
                  <a:pt x="7180050" y="2019530"/>
                  <a:pt x="7175777" y="2019530"/>
                </a:cubicBezTo>
                <a:lnTo>
                  <a:pt x="7168041" y="2011794"/>
                </a:lnTo>
                <a:cubicBezTo>
                  <a:pt x="7168041" y="1980848"/>
                  <a:pt x="7168040" y="1949903"/>
                  <a:pt x="7168040" y="1918957"/>
                </a:cubicBezTo>
                <a:cubicBezTo>
                  <a:pt x="7168040" y="1914684"/>
                  <a:pt x="7171504" y="1911220"/>
                  <a:pt x="7175777" y="1911220"/>
                </a:cubicBezTo>
                <a:close/>
                <a:moveTo>
                  <a:pt x="7140213" y="1911220"/>
                </a:moveTo>
                <a:cubicBezTo>
                  <a:pt x="7144486" y="1911220"/>
                  <a:pt x="7147950" y="1914684"/>
                  <a:pt x="7147950" y="1918957"/>
                </a:cubicBezTo>
                <a:lnTo>
                  <a:pt x="7147950" y="2011793"/>
                </a:lnTo>
                <a:lnTo>
                  <a:pt x="7140213" y="2019530"/>
                </a:lnTo>
                <a:cubicBezTo>
                  <a:pt x="7135940" y="2019531"/>
                  <a:pt x="7132477" y="2016067"/>
                  <a:pt x="7132477" y="2011794"/>
                </a:cubicBezTo>
                <a:cubicBezTo>
                  <a:pt x="7132477" y="1980848"/>
                  <a:pt x="7132476" y="1949903"/>
                  <a:pt x="7132476" y="1918957"/>
                </a:cubicBezTo>
                <a:cubicBezTo>
                  <a:pt x="7132476" y="1914684"/>
                  <a:pt x="7135940" y="1911220"/>
                  <a:pt x="7140213" y="1911220"/>
                </a:cubicBezTo>
                <a:close/>
                <a:moveTo>
                  <a:pt x="7058217" y="1911220"/>
                </a:moveTo>
                <a:cubicBezTo>
                  <a:pt x="7088127" y="1911220"/>
                  <a:pt x="7112373" y="1935466"/>
                  <a:pt x="7112373" y="1965375"/>
                </a:cubicBezTo>
                <a:cubicBezTo>
                  <a:pt x="7112373" y="1995284"/>
                  <a:pt x="7088127" y="2019530"/>
                  <a:pt x="7058217" y="2019530"/>
                </a:cubicBezTo>
                <a:cubicBezTo>
                  <a:pt x="7028307" y="2019530"/>
                  <a:pt x="7004061" y="1995284"/>
                  <a:pt x="7004061" y="1965375"/>
                </a:cubicBezTo>
                <a:cubicBezTo>
                  <a:pt x="7004061" y="1935466"/>
                  <a:pt x="7028307" y="1911220"/>
                  <a:pt x="7058217" y="1911220"/>
                </a:cubicBezTo>
                <a:close/>
                <a:moveTo>
                  <a:pt x="6976221" y="1911220"/>
                </a:moveTo>
                <a:cubicBezTo>
                  <a:pt x="6980494" y="1911220"/>
                  <a:pt x="6983958" y="1914684"/>
                  <a:pt x="6983958" y="1918957"/>
                </a:cubicBezTo>
                <a:lnTo>
                  <a:pt x="6983958" y="2011793"/>
                </a:lnTo>
                <a:cubicBezTo>
                  <a:pt x="6983958" y="2016066"/>
                  <a:pt x="6980494" y="2019530"/>
                  <a:pt x="6976221" y="2019530"/>
                </a:cubicBezTo>
                <a:lnTo>
                  <a:pt x="6968485" y="2011794"/>
                </a:lnTo>
                <a:cubicBezTo>
                  <a:pt x="6968485" y="1980848"/>
                  <a:pt x="6968484" y="1949903"/>
                  <a:pt x="6968484" y="1918957"/>
                </a:cubicBezTo>
                <a:cubicBezTo>
                  <a:pt x="6968484" y="1914684"/>
                  <a:pt x="6971948" y="1911220"/>
                  <a:pt x="6976221" y="1911220"/>
                </a:cubicBezTo>
                <a:close/>
                <a:moveTo>
                  <a:pt x="6894225" y="1911220"/>
                </a:moveTo>
                <a:cubicBezTo>
                  <a:pt x="6924135" y="1911220"/>
                  <a:pt x="6948381" y="1935466"/>
                  <a:pt x="6948381" y="1965375"/>
                </a:cubicBezTo>
                <a:cubicBezTo>
                  <a:pt x="6948381" y="1995284"/>
                  <a:pt x="6924135" y="2019530"/>
                  <a:pt x="6894225" y="2019530"/>
                </a:cubicBezTo>
                <a:cubicBezTo>
                  <a:pt x="6864315" y="2019530"/>
                  <a:pt x="6840069" y="1995284"/>
                  <a:pt x="6840069" y="1965375"/>
                </a:cubicBezTo>
                <a:cubicBezTo>
                  <a:pt x="6840069" y="1935466"/>
                  <a:pt x="6864315" y="1911220"/>
                  <a:pt x="6894225" y="1911220"/>
                </a:cubicBezTo>
                <a:close/>
                <a:moveTo>
                  <a:pt x="6812229" y="1911220"/>
                </a:moveTo>
                <a:cubicBezTo>
                  <a:pt x="6816502" y="1911220"/>
                  <a:pt x="6819966" y="1914684"/>
                  <a:pt x="6819966" y="1918957"/>
                </a:cubicBezTo>
                <a:lnTo>
                  <a:pt x="6819966" y="2011793"/>
                </a:lnTo>
                <a:lnTo>
                  <a:pt x="6812229" y="2019530"/>
                </a:lnTo>
                <a:cubicBezTo>
                  <a:pt x="6807956" y="2019531"/>
                  <a:pt x="6804493" y="2016067"/>
                  <a:pt x="6804493" y="2011794"/>
                </a:cubicBezTo>
                <a:cubicBezTo>
                  <a:pt x="6804493" y="1980848"/>
                  <a:pt x="6804492" y="1949903"/>
                  <a:pt x="6804492" y="1918957"/>
                </a:cubicBezTo>
                <a:cubicBezTo>
                  <a:pt x="6804492" y="1914684"/>
                  <a:pt x="6807956" y="1911220"/>
                  <a:pt x="6812229" y="1911220"/>
                </a:cubicBezTo>
                <a:close/>
                <a:moveTo>
                  <a:pt x="6776652" y="1911220"/>
                </a:moveTo>
                <a:cubicBezTo>
                  <a:pt x="6780925" y="1911220"/>
                  <a:pt x="6784389" y="1914684"/>
                  <a:pt x="6784389" y="1918957"/>
                </a:cubicBezTo>
                <a:lnTo>
                  <a:pt x="6784389" y="2011793"/>
                </a:lnTo>
                <a:lnTo>
                  <a:pt x="6776652" y="2019530"/>
                </a:lnTo>
                <a:cubicBezTo>
                  <a:pt x="6772379" y="2019531"/>
                  <a:pt x="6768916" y="2016067"/>
                  <a:pt x="6768916" y="2011794"/>
                </a:cubicBezTo>
                <a:cubicBezTo>
                  <a:pt x="6768916" y="1980848"/>
                  <a:pt x="6768915" y="1949903"/>
                  <a:pt x="6768915" y="1918957"/>
                </a:cubicBezTo>
                <a:cubicBezTo>
                  <a:pt x="6768915" y="1914684"/>
                  <a:pt x="6772379" y="1911220"/>
                  <a:pt x="6776652" y="1911220"/>
                </a:cubicBezTo>
                <a:close/>
                <a:moveTo>
                  <a:pt x="6694656" y="1911220"/>
                </a:moveTo>
                <a:cubicBezTo>
                  <a:pt x="6724566" y="1911220"/>
                  <a:pt x="6748812" y="1935466"/>
                  <a:pt x="6748812" y="1965375"/>
                </a:cubicBezTo>
                <a:cubicBezTo>
                  <a:pt x="6748812" y="1995284"/>
                  <a:pt x="6724566" y="2019530"/>
                  <a:pt x="6694656" y="2019530"/>
                </a:cubicBezTo>
                <a:cubicBezTo>
                  <a:pt x="6664746" y="2019530"/>
                  <a:pt x="6640500" y="1995284"/>
                  <a:pt x="6640500" y="1965375"/>
                </a:cubicBezTo>
                <a:cubicBezTo>
                  <a:pt x="6640500" y="1935466"/>
                  <a:pt x="6664746" y="1911220"/>
                  <a:pt x="6694656" y="1911220"/>
                </a:cubicBezTo>
                <a:close/>
                <a:moveTo>
                  <a:pt x="6612661" y="1911220"/>
                </a:moveTo>
                <a:cubicBezTo>
                  <a:pt x="6616934" y="1911220"/>
                  <a:pt x="6620398" y="1914684"/>
                  <a:pt x="6620398" y="1918957"/>
                </a:cubicBezTo>
                <a:lnTo>
                  <a:pt x="6620398" y="2011793"/>
                </a:lnTo>
                <a:cubicBezTo>
                  <a:pt x="6620398" y="2016066"/>
                  <a:pt x="6616934" y="2019530"/>
                  <a:pt x="6612661" y="2019530"/>
                </a:cubicBezTo>
                <a:lnTo>
                  <a:pt x="6604925" y="2011794"/>
                </a:lnTo>
                <a:cubicBezTo>
                  <a:pt x="6604925" y="1980848"/>
                  <a:pt x="6604924" y="1949903"/>
                  <a:pt x="6604924" y="1918957"/>
                </a:cubicBezTo>
                <a:cubicBezTo>
                  <a:pt x="6604924" y="1914684"/>
                  <a:pt x="6608388" y="1911220"/>
                  <a:pt x="6612661" y="1911220"/>
                </a:cubicBezTo>
                <a:close/>
                <a:moveTo>
                  <a:pt x="6530665" y="1911220"/>
                </a:moveTo>
                <a:cubicBezTo>
                  <a:pt x="6560574" y="1911220"/>
                  <a:pt x="6584820" y="1935466"/>
                  <a:pt x="6584820" y="1965375"/>
                </a:cubicBezTo>
                <a:cubicBezTo>
                  <a:pt x="6584820" y="1995284"/>
                  <a:pt x="6560574" y="2019530"/>
                  <a:pt x="6530665" y="2019530"/>
                </a:cubicBezTo>
                <a:cubicBezTo>
                  <a:pt x="6500756" y="2019530"/>
                  <a:pt x="6476510" y="1995284"/>
                  <a:pt x="6476510" y="1965375"/>
                </a:cubicBezTo>
                <a:cubicBezTo>
                  <a:pt x="6476510" y="1935466"/>
                  <a:pt x="6500756" y="1911220"/>
                  <a:pt x="6530665" y="1911220"/>
                </a:cubicBezTo>
                <a:close/>
                <a:moveTo>
                  <a:pt x="6448670" y="1911220"/>
                </a:moveTo>
                <a:cubicBezTo>
                  <a:pt x="6452943" y="1911220"/>
                  <a:pt x="6456407" y="1914684"/>
                  <a:pt x="6456407" y="1918957"/>
                </a:cubicBezTo>
                <a:lnTo>
                  <a:pt x="6456407" y="2011793"/>
                </a:lnTo>
                <a:cubicBezTo>
                  <a:pt x="6456407" y="2016066"/>
                  <a:pt x="6452943" y="2019530"/>
                  <a:pt x="6448670" y="2019530"/>
                </a:cubicBezTo>
                <a:lnTo>
                  <a:pt x="6440934" y="2011794"/>
                </a:lnTo>
                <a:cubicBezTo>
                  <a:pt x="6440934" y="1980848"/>
                  <a:pt x="6440933" y="1949903"/>
                  <a:pt x="6440933" y="1918957"/>
                </a:cubicBezTo>
                <a:cubicBezTo>
                  <a:pt x="6440933" y="1914684"/>
                  <a:pt x="6444397" y="1911220"/>
                  <a:pt x="6448670" y="1911220"/>
                </a:cubicBezTo>
                <a:close/>
                <a:moveTo>
                  <a:pt x="6366674" y="1911220"/>
                </a:moveTo>
                <a:cubicBezTo>
                  <a:pt x="6396583" y="1911220"/>
                  <a:pt x="6420829" y="1935466"/>
                  <a:pt x="6420829" y="1965375"/>
                </a:cubicBezTo>
                <a:cubicBezTo>
                  <a:pt x="6420829" y="1995284"/>
                  <a:pt x="6396583" y="2019530"/>
                  <a:pt x="6366674" y="2019530"/>
                </a:cubicBezTo>
                <a:cubicBezTo>
                  <a:pt x="6336765" y="2019530"/>
                  <a:pt x="6312519" y="1995284"/>
                  <a:pt x="6312519" y="1965375"/>
                </a:cubicBezTo>
                <a:cubicBezTo>
                  <a:pt x="6312519" y="1935466"/>
                  <a:pt x="6336765" y="1911220"/>
                  <a:pt x="6366674" y="1911220"/>
                </a:cubicBezTo>
                <a:close/>
                <a:moveTo>
                  <a:pt x="6284679" y="1911220"/>
                </a:moveTo>
                <a:cubicBezTo>
                  <a:pt x="6288952" y="1911220"/>
                  <a:pt x="6292416" y="1914684"/>
                  <a:pt x="6292416" y="1918957"/>
                </a:cubicBezTo>
                <a:lnTo>
                  <a:pt x="6292416" y="2011793"/>
                </a:lnTo>
                <a:cubicBezTo>
                  <a:pt x="6292416" y="2016066"/>
                  <a:pt x="6288952" y="2019530"/>
                  <a:pt x="6284679" y="2019530"/>
                </a:cubicBezTo>
                <a:lnTo>
                  <a:pt x="6276943" y="2011794"/>
                </a:lnTo>
                <a:cubicBezTo>
                  <a:pt x="6276943" y="1980848"/>
                  <a:pt x="6276942" y="1949903"/>
                  <a:pt x="6276942" y="1918957"/>
                </a:cubicBezTo>
                <a:cubicBezTo>
                  <a:pt x="6276942" y="1914684"/>
                  <a:pt x="6280406" y="1911220"/>
                  <a:pt x="6284679" y="1911220"/>
                </a:cubicBezTo>
                <a:close/>
                <a:moveTo>
                  <a:pt x="6249102" y="1911220"/>
                </a:moveTo>
                <a:cubicBezTo>
                  <a:pt x="6253375" y="1911220"/>
                  <a:pt x="6256839" y="1914684"/>
                  <a:pt x="6256839" y="1918957"/>
                </a:cubicBezTo>
                <a:lnTo>
                  <a:pt x="6256839" y="2011793"/>
                </a:lnTo>
                <a:lnTo>
                  <a:pt x="6249102" y="2019530"/>
                </a:lnTo>
                <a:cubicBezTo>
                  <a:pt x="6244829" y="2019531"/>
                  <a:pt x="6241366" y="2016067"/>
                  <a:pt x="6241366" y="2011794"/>
                </a:cubicBezTo>
                <a:cubicBezTo>
                  <a:pt x="6241366" y="1980848"/>
                  <a:pt x="6241365" y="1949903"/>
                  <a:pt x="6241365" y="1918957"/>
                </a:cubicBezTo>
                <a:cubicBezTo>
                  <a:pt x="6241365" y="1914684"/>
                  <a:pt x="6244829" y="1911220"/>
                  <a:pt x="6249102" y="1911220"/>
                </a:cubicBezTo>
                <a:close/>
                <a:moveTo>
                  <a:pt x="6167107" y="1911220"/>
                </a:moveTo>
                <a:cubicBezTo>
                  <a:pt x="6197016" y="1911220"/>
                  <a:pt x="6221262" y="1935466"/>
                  <a:pt x="6221262" y="1965375"/>
                </a:cubicBezTo>
                <a:cubicBezTo>
                  <a:pt x="6221262" y="1995284"/>
                  <a:pt x="6197016" y="2019530"/>
                  <a:pt x="6167107" y="2019530"/>
                </a:cubicBezTo>
                <a:cubicBezTo>
                  <a:pt x="6137198" y="2019530"/>
                  <a:pt x="6112952" y="1995284"/>
                  <a:pt x="6112952" y="1965375"/>
                </a:cubicBezTo>
                <a:cubicBezTo>
                  <a:pt x="6112952" y="1935466"/>
                  <a:pt x="6137198" y="1911220"/>
                  <a:pt x="6167107" y="1911220"/>
                </a:cubicBezTo>
                <a:close/>
                <a:moveTo>
                  <a:pt x="6038692" y="1911220"/>
                </a:moveTo>
                <a:cubicBezTo>
                  <a:pt x="6068601" y="1911220"/>
                  <a:pt x="6092847" y="1935466"/>
                  <a:pt x="6092847" y="1965375"/>
                </a:cubicBezTo>
                <a:cubicBezTo>
                  <a:pt x="6092847" y="1995284"/>
                  <a:pt x="6068601" y="2019530"/>
                  <a:pt x="6038692" y="2019530"/>
                </a:cubicBezTo>
                <a:cubicBezTo>
                  <a:pt x="6008783" y="2019530"/>
                  <a:pt x="5984537" y="1995284"/>
                  <a:pt x="5984537" y="1965375"/>
                </a:cubicBezTo>
                <a:cubicBezTo>
                  <a:pt x="5984537" y="1935466"/>
                  <a:pt x="6008783" y="1911220"/>
                  <a:pt x="6038692" y="1911220"/>
                </a:cubicBezTo>
                <a:close/>
                <a:moveTo>
                  <a:pt x="5956697" y="1911220"/>
                </a:moveTo>
                <a:cubicBezTo>
                  <a:pt x="5960970" y="1911220"/>
                  <a:pt x="5964434" y="1914684"/>
                  <a:pt x="5964434" y="1918957"/>
                </a:cubicBezTo>
                <a:lnTo>
                  <a:pt x="5964434" y="2011793"/>
                </a:lnTo>
                <a:lnTo>
                  <a:pt x="5956697" y="2019530"/>
                </a:lnTo>
                <a:cubicBezTo>
                  <a:pt x="5952424" y="2019531"/>
                  <a:pt x="5948961" y="2016067"/>
                  <a:pt x="5948961" y="2011794"/>
                </a:cubicBezTo>
                <a:cubicBezTo>
                  <a:pt x="5948961" y="1980848"/>
                  <a:pt x="5948960" y="1949903"/>
                  <a:pt x="5948960" y="1918957"/>
                </a:cubicBezTo>
                <a:cubicBezTo>
                  <a:pt x="5948960" y="1914684"/>
                  <a:pt x="5952424" y="1911220"/>
                  <a:pt x="5956697" y="1911220"/>
                </a:cubicBezTo>
                <a:close/>
                <a:moveTo>
                  <a:pt x="5921120" y="1911220"/>
                </a:moveTo>
                <a:cubicBezTo>
                  <a:pt x="5925393" y="1911220"/>
                  <a:pt x="5928857" y="1914684"/>
                  <a:pt x="5928857" y="1918957"/>
                </a:cubicBezTo>
                <a:lnTo>
                  <a:pt x="5928857" y="2011793"/>
                </a:lnTo>
                <a:lnTo>
                  <a:pt x="5921120" y="2019530"/>
                </a:lnTo>
                <a:cubicBezTo>
                  <a:pt x="5916847" y="2019531"/>
                  <a:pt x="5913384" y="2016067"/>
                  <a:pt x="5913384" y="2011794"/>
                </a:cubicBezTo>
                <a:cubicBezTo>
                  <a:pt x="5913384" y="1980848"/>
                  <a:pt x="5913383" y="1949903"/>
                  <a:pt x="5913383" y="1918957"/>
                </a:cubicBezTo>
                <a:cubicBezTo>
                  <a:pt x="5913383" y="1914684"/>
                  <a:pt x="5916847" y="1911220"/>
                  <a:pt x="5921120" y="1911220"/>
                </a:cubicBezTo>
                <a:close/>
                <a:moveTo>
                  <a:pt x="5839124" y="1911220"/>
                </a:moveTo>
                <a:cubicBezTo>
                  <a:pt x="5869034" y="1911220"/>
                  <a:pt x="5893280" y="1935466"/>
                  <a:pt x="5893280" y="1965375"/>
                </a:cubicBezTo>
                <a:cubicBezTo>
                  <a:pt x="5893280" y="1995284"/>
                  <a:pt x="5869034" y="2019530"/>
                  <a:pt x="5839124" y="2019530"/>
                </a:cubicBezTo>
                <a:cubicBezTo>
                  <a:pt x="5809214" y="2019530"/>
                  <a:pt x="5784968" y="1995284"/>
                  <a:pt x="5784968" y="1965375"/>
                </a:cubicBezTo>
                <a:cubicBezTo>
                  <a:pt x="5784968" y="1935466"/>
                  <a:pt x="5809214" y="1911220"/>
                  <a:pt x="5839124" y="1911220"/>
                </a:cubicBezTo>
                <a:close/>
                <a:moveTo>
                  <a:pt x="5757128" y="1911220"/>
                </a:moveTo>
                <a:cubicBezTo>
                  <a:pt x="5761401" y="1911220"/>
                  <a:pt x="5764865" y="1914684"/>
                  <a:pt x="5764865" y="1918957"/>
                </a:cubicBezTo>
                <a:lnTo>
                  <a:pt x="5764865" y="2011793"/>
                </a:lnTo>
                <a:cubicBezTo>
                  <a:pt x="5764865" y="2016066"/>
                  <a:pt x="5761401" y="2019530"/>
                  <a:pt x="5757128" y="2019530"/>
                </a:cubicBezTo>
                <a:lnTo>
                  <a:pt x="5749392" y="2011794"/>
                </a:lnTo>
                <a:cubicBezTo>
                  <a:pt x="5749392" y="1980848"/>
                  <a:pt x="5749391" y="1949903"/>
                  <a:pt x="5749391" y="1918957"/>
                </a:cubicBezTo>
                <a:cubicBezTo>
                  <a:pt x="5749391" y="1914684"/>
                  <a:pt x="5752855" y="1911220"/>
                  <a:pt x="5757128" y="1911220"/>
                </a:cubicBezTo>
                <a:close/>
                <a:moveTo>
                  <a:pt x="5675132" y="1911220"/>
                </a:moveTo>
                <a:cubicBezTo>
                  <a:pt x="5705042" y="1911220"/>
                  <a:pt x="5729288" y="1935466"/>
                  <a:pt x="5729288" y="1965375"/>
                </a:cubicBezTo>
                <a:cubicBezTo>
                  <a:pt x="5729288" y="1995284"/>
                  <a:pt x="5705042" y="2019530"/>
                  <a:pt x="5675132" y="2019530"/>
                </a:cubicBezTo>
                <a:cubicBezTo>
                  <a:pt x="5645222" y="2019530"/>
                  <a:pt x="5620976" y="1995284"/>
                  <a:pt x="5620976" y="1965375"/>
                </a:cubicBezTo>
                <a:cubicBezTo>
                  <a:pt x="5620976" y="1935466"/>
                  <a:pt x="5645222" y="1911220"/>
                  <a:pt x="5675132" y="1911220"/>
                </a:cubicBezTo>
                <a:close/>
                <a:moveTo>
                  <a:pt x="5593136" y="1911220"/>
                </a:moveTo>
                <a:cubicBezTo>
                  <a:pt x="5597409" y="1911220"/>
                  <a:pt x="5600873" y="1914684"/>
                  <a:pt x="5600873" y="1918957"/>
                </a:cubicBezTo>
                <a:lnTo>
                  <a:pt x="5600873" y="2011793"/>
                </a:lnTo>
                <a:lnTo>
                  <a:pt x="5593136" y="2019530"/>
                </a:lnTo>
                <a:cubicBezTo>
                  <a:pt x="5588863" y="2019531"/>
                  <a:pt x="5585400" y="2016067"/>
                  <a:pt x="5585400" y="2011794"/>
                </a:cubicBezTo>
                <a:cubicBezTo>
                  <a:pt x="5585400" y="1980848"/>
                  <a:pt x="5585399" y="1949903"/>
                  <a:pt x="5585399" y="1918957"/>
                </a:cubicBezTo>
                <a:cubicBezTo>
                  <a:pt x="5585399" y="1914684"/>
                  <a:pt x="5588863" y="1911220"/>
                  <a:pt x="5593136" y="1911220"/>
                </a:cubicBezTo>
                <a:close/>
                <a:moveTo>
                  <a:pt x="5557560" y="1911220"/>
                </a:moveTo>
                <a:cubicBezTo>
                  <a:pt x="5561833" y="1911220"/>
                  <a:pt x="5565297" y="1914684"/>
                  <a:pt x="5565297" y="1918957"/>
                </a:cubicBezTo>
                <a:lnTo>
                  <a:pt x="5565297" y="2011793"/>
                </a:lnTo>
                <a:lnTo>
                  <a:pt x="5557560" y="2019530"/>
                </a:lnTo>
                <a:cubicBezTo>
                  <a:pt x="5553287" y="2019531"/>
                  <a:pt x="5549824" y="2016067"/>
                  <a:pt x="5549824" y="2011794"/>
                </a:cubicBezTo>
                <a:cubicBezTo>
                  <a:pt x="5549824" y="1980848"/>
                  <a:pt x="5549823" y="1949903"/>
                  <a:pt x="5549823" y="1918957"/>
                </a:cubicBezTo>
                <a:cubicBezTo>
                  <a:pt x="5549823" y="1914684"/>
                  <a:pt x="5553287" y="1911220"/>
                  <a:pt x="5557560" y="1911220"/>
                </a:cubicBezTo>
                <a:close/>
                <a:moveTo>
                  <a:pt x="5475564" y="1911220"/>
                </a:moveTo>
                <a:cubicBezTo>
                  <a:pt x="5505474" y="1911220"/>
                  <a:pt x="5529720" y="1935466"/>
                  <a:pt x="5529720" y="1965375"/>
                </a:cubicBezTo>
                <a:cubicBezTo>
                  <a:pt x="5529720" y="1995284"/>
                  <a:pt x="5505474" y="2019530"/>
                  <a:pt x="5475564" y="2019530"/>
                </a:cubicBezTo>
                <a:cubicBezTo>
                  <a:pt x="5445654" y="2019530"/>
                  <a:pt x="5421408" y="1995284"/>
                  <a:pt x="5421408" y="1965375"/>
                </a:cubicBezTo>
                <a:cubicBezTo>
                  <a:pt x="5421408" y="1935466"/>
                  <a:pt x="5445654" y="1911220"/>
                  <a:pt x="5475564" y="1911220"/>
                </a:cubicBezTo>
                <a:close/>
                <a:moveTo>
                  <a:pt x="5393568" y="1911220"/>
                </a:moveTo>
                <a:cubicBezTo>
                  <a:pt x="5397841" y="1911220"/>
                  <a:pt x="5401305" y="1914684"/>
                  <a:pt x="5401305" y="1918957"/>
                </a:cubicBezTo>
                <a:lnTo>
                  <a:pt x="5401305" y="2011793"/>
                </a:lnTo>
                <a:cubicBezTo>
                  <a:pt x="5401305" y="2016066"/>
                  <a:pt x="5397841" y="2019530"/>
                  <a:pt x="5393568" y="2019530"/>
                </a:cubicBezTo>
                <a:lnTo>
                  <a:pt x="5385832" y="2011794"/>
                </a:lnTo>
                <a:cubicBezTo>
                  <a:pt x="5385832" y="1980848"/>
                  <a:pt x="5385831" y="1949903"/>
                  <a:pt x="5385831" y="1918957"/>
                </a:cubicBezTo>
                <a:cubicBezTo>
                  <a:pt x="5385831" y="1914684"/>
                  <a:pt x="5389295" y="1911220"/>
                  <a:pt x="5393568" y="1911220"/>
                </a:cubicBezTo>
                <a:close/>
                <a:moveTo>
                  <a:pt x="5311573" y="1911220"/>
                </a:moveTo>
                <a:cubicBezTo>
                  <a:pt x="5341482" y="1911220"/>
                  <a:pt x="5365728" y="1935466"/>
                  <a:pt x="5365728" y="1965375"/>
                </a:cubicBezTo>
                <a:cubicBezTo>
                  <a:pt x="5365728" y="1995284"/>
                  <a:pt x="5341482" y="2019530"/>
                  <a:pt x="5311573" y="2019530"/>
                </a:cubicBezTo>
                <a:cubicBezTo>
                  <a:pt x="5281664" y="2019530"/>
                  <a:pt x="5257418" y="1995284"/>
                  <a:pt x="5257418" y="1965375"/>
                </a:cubicBezTo>
                <a:cubicBezTo>
                  <a:pt x="5257418" y="1935466"/>
                  <a:pt x="5281664" y="1911220"/>
                  <a:pt x="5311573" y="1911220"/>
                </a:cubicBezTo>
                <a:close/>
                <a:moveTo>
                  <a:pt x="5229577" y="1911220"/>
                </a:moveTo>
                <a:cubicBezTo>
                  <a:pt x="5233850" y="1911220"/>
                  <a:pt x="5237314" y="1914684"/>
                  <a:pt x="5237314" y="1918957"/>
                </a:cubicBezTo>
                <a:lnTo>
                  <a:pt x="5237314" y="2011793"/>
                </a:lnTo>
                <a:cubicBezTo>
                  <a:pt x="5237314" y="2016066"/>
                  <a:pt x="5233850" y="2019530"/>
                  <a:pt x="5229577" y="2019530"/>
                </a:cubicBezTo>
                <a:lnTo>
                  <a:pt x="5221841" y="2011794"/>
                </a:lnTo>
                <a:cubicBezTo>
                  <a:pt x="5221841" y="1980848"/>
                  <a:pt x="5221840" y="1949903"/>
                  <a:pt x="5221840" y="1918957"/>
                </a:cubicBezTo>
                <a:cubicBezTo>
                  <a:pt x="5221840" y="1914684"/>
                  <a:pt x="5225304" y="1911220"/>
                  <a:pt x="5229577" y="1911220"/>
                </a:cubicBezTo>
                <a:close/>
                <a:moveTo>
                  <a:pt x="5147582" y="1911220"/>
                </a:moveTo>
                <a:cubicBezTo>
                  <a:pt x="5177491" y="1911220"/>
                  <a:pt x="5201737" y="1935466"/>
                  <a:pt x="5201737" y="1965375"/>
                </a:cubicBezTo>
                <a:cubicBezTo>
                  <a:pt x="5201737" y="1995284"/>
                  <a:pt x="5177491" y="2019530"/>
                  <a:pt x="5147582" y="2019530"/>
                </a:cubicBezTo>
                <a:cubicBezTo>
                  <a:pt x="5117673" y="2019530"/>
                  <a:pt x="5093427" y="1995284"/>
                  <a:pt x="5093427" y="1965375"/>
                </a:cubicBezTo>
                <a:cubicBezTo>
                  <a:pt x="5093427" y="1935466"/>
                  <a:pt x="5117673" y="1911220"/>
                  <a:pt x="5147582" y="1911220"/>
                </a:cubicBezTo>
                <a:close/>
                <a:moveTo>
                  <a:pt x="5065586" y="1911220"/>
                </a:moveTo>
                <a:cubicBezTo>
                  <a:pt x="5069859" y="1911220"/>
                  <a:pt x="5073323" y="1914684"/>
                  <a:pt x="5073323" y="1918957"/>
                </a:cubicBezTo>
                <a:lnTo>
                  <a:pt x="5073323" y="2011793"/>
                </a:lnTo>
                <a:cubicBezTo>
                  <a:pt x="5073323" y="2016066"/>
                  <a:pt x="5069859" y="2019530"/>
                  <a:pt x="5065586" y="2019530"/>
                </a:cubicBezTo>
                <a:lnTo>
                  <a:pt x="5057850" y="2011794"/>
                </a:lnTo>
                <a:cubicBezTo>
                  <a:pt x="5057850" y="1980848"/>
                  <a:pt x="5057849" y="1949903"/>
                  <a:pt x="5057849" y="1918957"/>
                </a:cubicBezTo>
                <a:cubicBezTo>
                  <a:pt x="5057849" y="1914684"/>
                  <a:pt x="5061313" y="1911220"/>
                  <a:pt x="5065586" y="1911220"/>
                </a:cubicBezTo>
                <a:close/>
                <a:moveTo>
                  <a:pt x="5030009" y="1911220"/>
                </a:moveTo>
                <a:cubicBezTo>
                  <a:pt x="5034282" y="1911220"/>
                  <a:pt x="5037746" y="1914684"/>
                  <a:pt x="5037746" y="1918957"/>
                </a:cubicBezTo>
                <a:lnTo>
                  <a:pt x="5037746" y="2011793"/>
                </a:lnTo>
                <a:lnTo>
                  <a:pt x="5030009" y="2019530"/>
                </a:lnTo>
                <a:cubicBezTo>
                  <a:pt x="5025736" y="2019531"/>
                  <a:pt x="5022273" y="2016067"/>
                  <a:pt x="5022273" y="2011794"/>
                </a:cubicBezTo>
                <a:cubicBezTo>
                  <a:pt x="5022273" y="1980848"/>
                  <a:pt x="5022272" y="1949903"/>
                  <a:pt x="5022272" y="1918957"/>
                </a:cubicBezTo>
                <a:cubicBezTo>
                  <a:pt x="5022272" y="1914684"/>
                  <a:pt x="5025736" y="1911220"/>
                  <a:pt x="5030009" y="1911220"/>
                </a:cubicBezTo>
                <a:close/>
                <a:moveTo>
                  <a:pt x="4948014" y="1911220"/>
                </a:moveTo>
                <a:cubicBezTo>
                  <a:pt x="4977923" y="1911220"/>
                  <a:pt x="5002169" y="1935466"/>
                  <a:pt x="5002169" y="1965375"/>
                </a:cubicBezTo>
                <a:cubicBezTo>
                  <a:pt x="5002169" y="1995284"/>
                  <a:pt x="4977923" y="2019530"/>
                  <a:pt x="4948014" y="2019530"/>
                </a:cubicBezTo>
                <a:cubicBezTo>
                  <a:pt x="4918105" y="2019530"/>
                  <a:pt x="4893859" y="1995284"/>
                  <a:pt x="4893859" y="1965375"/>
                </a:cubicBezTo>
                <a:cubicBezTo>
                  <a:pt x="4893859" y="1935466"/>
                  <a:pt x="4918105" y="1911220"/>
                  <a:pt x="4948014" y="1911220"/>
                </a:cubicBezTo>
                <a:close/>
                <a:moveTo>
                  <a:pt x="4819600" y="1911220"/>
                </a:moveTo>
                <a:cubicBezTo>
                  <a:pt x="4849509" y="1911220"/>
                  <a:pt x="4873755" y="1935466"/>
                  <a:pt x="4873755" y="1965375"/>
                </a:cubicBezTo>
                <a:cubicBezTo>
                  <a:pt x="4873755" y="1995284"/>
                  <a:pt x="4849509" y="2019530"/>
                  <a:pt x="4819600" y="2019530"/>
                </a:cubicBezTo>
                <a:cubicBezTo>
                  <a:pt x="4789691" y="2019530"/>
                  <a:pt x="4765445" y="1995284"/>
                  <a:pt x="4765445" y="1965375"/>
                </a:cubicBezTo>
                <a:cubicBezTo>
                  <a:pt x="4765445" y="1935466"/>
                  <a:pt x="4789691" y="1911220"/>
                  <a:pt x="4819600" y="1911220"/>
                </a:cubicBezTo>
                <a:close/>
                <a:moveTo>
                  <a:pt x="4691186" y="1911220"/>
                </a:moveTo>
                <a:cubicBezTo>
                  <a:pt x="4721095" y="1911220"/>
                  <a:pt x="4745341" y="1935466"/>
                  <a:pt x="4745341" y="1965375"/>
                </a:cubicBezTo>
                <a:cubicBezTo>
                  <a:pt x="4745341" y="1995284"/>
                  <a:pt x="4721095" y="2019530"/>
                  <a:pt x="4691186" y="2019530"/>
                </a:cubicBezTo>
                <a:cubicBezTo>
                  <a:pt x="4661277" y="2019530"/>
                  <a:pt x="4637031" y="1995284"/>
                  <a:pt x="4637031" y="1965375"/>
                </a:cubicBezTo>
                <a:cubicBezTo>
                  <a:pt x="4637031" y="1935466"/>
                  <a:pt x="4661277" y="1911220"/>
                  <a:pt x="4691186" y="1911220"/>
                </a:cubicBezTo>
                <a:close/>
                <a:moveTo>
                  <a:pt x="4562771" y="1911220"/>
                </a:moveTo>
                <a:cubicBezTo>
                  <a:pt x="4592680" y="1911220"/>
                  <a:pt x="4616926" y="1935466"/>
                  <a:pt x="4616926" y="1965375"/>
                </a:cubicBezTo>
                <a:cubicBezTo>
                  <a:pt x="4616926" y="1995284"/>
                  <a:pt x="4592680" y="2019530"/>
                  <a:pt x="4562771" y="2019530"/>
                </a:cubicBezTo>
                <a:cubicBezTo>
                  <a:pt x="4532862" y="2019530"/>
                  <a:pt x="4508616" y="1995284"/>
                  <a:pt x="4508616" y="1965375"/>
                </a:cubicBezTo>
                <a:cubicBezTo>
                  <a:pt x="4508616" y="1935466"/>
                  <a:pt x="4532862" y="1911220"/>
                  <a:pt x="4562771" y="1911220"/>
                </a:cubicBezTo>
                <a:close/>
                <a:moveTo>
                  <a:pt x="4480777" y="1911220"/>
                </a:moveTo>
                <a:cubicBezTo>
                  <a:pt x="4485050" y="1911220"/>
                  <a:pt x="4488514" y="1914684"/>
                  <a:pt x="4488514" y="1918957"/>
                </a:cubicBezTo>
                <a:cubicBezTo>
                  <a:pt x="4488514" y="1949903"/>
                  <a:pt x="4488513" y="1980848"/>
                  <a:pt x="4488513" y="2011794"/>
                </a:cubicBezTo>
                <a:lnTo>
                  <a:pt x="4480777" y="2019530"/>
                </a:lnTo>
                <a:cubicBezTo>
                  <a:pt x="4476504" y="2019530"/>
                  <a:pt x="4473040" y="2016066"/>
                  <a:pt x="4473040" y="2011793"/>
                </a:cubicBezTo>
                <a:lnTo>
                  <a:pt x="4473040" y="1918957"/>
                </a:lnTo>
                <a:cubicBezTo>
                  <a:pt x="4473040" y="1914684"/>
                  <a:pt x="4476504" y="1911220"/>
                  <a:pt x="4480777" y="1911220"/>
                </a:cubicBezTo>
                <a:close/>
                <a:moveTo>
                  <a:pt x="4445200" y="1911220"/>
                </a:moveTo>
                <a:cubicBezTo>
                  <a:pt x="4449473" y="1911220"/>
                  <a:pt x="4452937" y="1914684"/>
                  <a:pt x="4452937" y="1918957"/>
                </a:cubicBezTo>
                <a:cubicBezTo>
                  <a:pt x="4452937" y="1949903"/>
                  <a:pt x="4452936" y="1980848"/>
                  <a:pt x="4452936" y="2011794"/>
                </a:cubicBezTo>
                <a:lnTo>
                  <a:pt x="4445200" y="2019530"/>
                </a:lnTo>
                <a:cubicBezTo>
                  <a:pt x="4440927" y="2019530"/>
                  <a:pt x="4437463" y="2016066"/>
                  <a:pt x="4437463" y="2011793"/>
                </a:cubicBezTo>
                <a:lnTo>
                  <a:pt x="4437463" y="1918957"/>
                </a:lnTo>
                <a:cubicBezTo>
                  <a:pt x="4437463" y="1914684"/>
                  <a:pt x="4440927" y="1911220"/>
                  <a:pt x="4445200" y="1911220"/>
                </a:cubicBezTo>
                <a:close/>
                <a:moveTo>
                  <a:pt x="4363204" y="1911220"/>
                </a:moveTo>
                <a:cubicBezTo>
                  <a:pt x="4393113" y="1911220"/>
                  <a:pt x="4417359" y="1935466"/>
                  <a:pt x="4417359" y="1965375"/>
                </a:cubicBezTo>
                <a:cubicBezTo>
                  <a:pt x="4417359" y="1995284"/>
                  <a:pt x="4393113" y="2019530"/>
                  <a:pt x="4363204" y="2019530"/>
                </a:cubicBezTo>
                <a:cubicBezTo>
                  <a:pt x="4333295" y="2019530"/>
                  <a:pt x="4309049" y="1995284"/>
                  <a:pt x="4309049" y="1965375"/>
                </a:cubicBezTo>
                <a:cubicBezTo>
                  <a:pt x="4309049" y="1935466"/>
                  <a:pt x="4333295" y="1911220"/>
                  <a:pt x="4363204" y="1911220"/>
                </a:cubicBezTo>
                <a:close/>
                <a:moveTo>
                  <a:pt x="4281209" y="1911220"/>
                </a:moveTo>
                <a:cubicBezTo>
                  <a:pt x="4285482" y="1911220"/>
                  <a:pt x="4288946" y="1914684"/>
                  <a:pt x="4288946" y="1918957"/>
                </a:cubicBezTo>
                <a:cubicBezTo>
                  <a:pt x="4288946" y="1949903"/>
                  <a:pt x="4288945" y="1980848"/>
                  <a:pt x="4288945" y="2011794"/>
                </a:cubicBezTo>
                <a:lnTo>
                  <a:pt x="4281209" y="2019530"/>
                </a:lnTo>
                <a:cubicBezTo>
                  <a:pt x="4276936" y="2019530"/>
                  <a:pt x="4273472" y="2016066"/>
                  <a:pt x="4273472" y="2011793"/>
                </a:cubicBezTo>
                <a:lnTo>
                  <a:pt x="4273472" y="1918957"/>
                </a:lnTo>
                <a:cubicBezTo>
                  <a:pt x="4273472" y="1914684"/>
                  <a:pt x="4276936" y="1911220"/>
                  <a:pt x="4281209" y="1911220"/>
                </a:cubicBezTo>
                <a:close/>
                <a:moveTo>
                  <a:pt x="4199213" y="1911220"/>
                </a:moveTo>
                <a:cubicBezTo>
                  <a:pt x="4229122" y="1911220"/>
                  <a:pt x="4253368" y="1935466"/>
                  <a:pt x="4253368" y="1965375"/>
                </a:cubicBezTo>
                <a:cubicBezTo>
                  <a:pt x="4253368" y="1995284"/>
                  <a:pt x="4229122" y="2019530"/>
                  <a:pt x="4199213" y="2019530"/>
                </a:cubicBezTo>
                <a:cubicBezTo>
                  <a:pt x="4169304" y="2019530"/>
                  <a:pt x="4145058" y="1995284"/>
                  <a:pt x="4145058" y="1965375"/>
                </a:cubicBezTo>
                <a:cubicBezTo>
                  <a:pt x="4145058" y="1935466"/>
                  <a:pt x="4169304" y="1911220"/>
                  <a:pt x="4199213" y="1911220"/>
                </a:cubicBezTo>
                <a:close/>
                <a:moveTo>
                  <a:pt x="4117218" y="1911220"/>
                </a:moveTo>
                <a:cubicBezTo>
                  <a:pt x="4121491" y="1911220"/>
                  <a:pt x="4124955" y="1914684"/>
                  <a:pt x="4124955" y="1918957"/>
                </a:cubicBezTo>
                <a:cubicBezTo>
                  <a:pt x="4124955" y="1949903"/>
                  <a:pt x="4124954" y="1980848"/>
                  <a:pt x="4124954" y="2011794"/>
                </a:cubicBezTo>
                <a:lnTo>
                  <a:pt x="4117218" y="2019530"/>
                </a:lnTo>
                <a:cubicBezTo>
                  <a:pt x="4112945" y="2019530"/>
                  <a:pt x="4109481" y="2016066"/>
                  <a:pt x="4109481" y="2011793"/>
                </a:cubicBezTo>
                <a:lnTo>
                  <a:pt x="4109481" y="1918957"/>
                </a:lnTo>
                <a:cubicBezTo>
                  <a:pt x="4109481" y="1914684"/>
                  <a:pt x="4112945" y="1911220"/>
                  <a:pt x="4117218" y="1911220"/>
                </a:cubicBezTo>
                <a:close/>
                <a:moveTo>
                  <a:pt x="4035222" y="1911220"/>
                </a:moveTo>
                <a:cubicBezTo>
                  <a:pt x="4065132" y="1911220"/>
                  <a:pt x="4089378" y="1935466"/>
                  <a:pt x="4089378" y="1965375"/>
                </a:cubicBezTo>
                <a:cubicBezTo>
                  <a:pt x="4089378" y="1995284"/>
                  <a:pt x="4065132" y="2019530"/>
                  <a:pt x="4035222" y="2019530"/>
                </a:cubicBezTo>
                <a:cubicBezTo>
                  <a:pt x="4005312" y="2019530"/>
                  <a:pt x="3981066" y="1995284"/>
                  <a:pt x="3981066" y="1965375"/>
                </a:cubicBezTo>
                <a:cubicBezTo>
                  <a:pt x="3981066" y="1935466"/>
                  <a:pt x="4005312" y="1911220"/>
                  <a:pt x="4035222" y="1911220"/>
                </a:cubicBezTo>
                <a:close/>
                <a:moveTo>
                  <a:pt x="3953226" y="1911220"/>
                </a:moveTo>
                <a:cubicBezTo>
                  <a:pt x="3957499" y="1911220"/>
                  <a:pt x="3960963" y="1914684"/>
                  <a:pt x="3960963" y="1918957"/>
                </a:cubicBezTo>
                <a:cubicBezTo>
                  <a:pt x="3960963" y="1949903"/>
                  <a:pt x="3960962" y="1980848"/>
                  <a:pt x="3960962" y="2011794"/>
                </a:cubicBezTo>
                <a:lnTo>
                  <a:pt x="3953226" y="2019530"/>
                </a:lnTo>
                <a:cubicBezTo>
                  <a:pt x="3948953" y="2019530"/>
                  <a:pt x="3945489" y="2016066"/>
                  <a:pt x="3945489" y="2011793"/>
                </a:cubicBezTo>
                <a:lnTo>
                  <a:pt x="3945489" y="1918957"/>
                </a:lnTo>
                <a:cubicBezTo>
                  <a:pt x="3945489" y="1914684"/>
                  <a:pt x="3948953" y="1911220"/>
                  <a:pt x="3953226" y="1911220"/>
                </a:cubicBezTo>
                <a:close/>
                <a:moveTo>
                  <a:pt x="3917649" y="1911220"/>
                </a:moveTo>
                <a:cubicBezTo>
                  <a:pt x="3921922" y="1911220"/>
                  <a:pt x="3925386" y="1914684"/>
                  <a:pt x="3925386" y="1918957"/>
                </a:cubicBezTo>
                <a:cubicBezTo>
                  <a:pt x="3925386" y="1949903"/>
                  <a:pt x="3925385" y="1980848"/>
                  <a:pt x="3925385" y="2011794"/>
                </a:cubicBezTo>
                <a:lnTo>
                  <a:pt x="3917649" y="2019530"/>
                </a:lnTo>
                <a:cubicBezTo>
                  <a:pt x="3913376" y="2019530"/>
                  <a:pt x="3909912" y="2016066"/>
                  <a:pt x="3909912" y="2011793"/>
                </a:cubicBezTo>
                <a:lnTo>
                  <a:pt x="3909912" y="1918957"/>
                </a:lnTo>
                <a:cubicBezTo>
                  <a:pt x="3909912" y="1914684"/>
                  <a:pt x="3913376" y="1911220"/>
                  <a:pt x="3917649" y="1911220"/>
                </a:cubicBezTo>
                <a:close/>
                <a:moveTo>
                  <a:pt x="3835653" y="1911220"/>
                </a:moveTo>
                <a:cubicBezTo>
                  <a:pt x="3865563" y="1911220"/>
                  <a:pt x="3889809" y="1935466"/>
                  <a:pt x="3889809" y="1965375"/>
                </a:cubicBezTo>
                <a:cubicBezTo>
                  <a:pt x="3889809" y="1995284"/>
                  <a:pt x="3865563" y="2019530"/>
                  <a:pt x="3835653" y="2019530"/>
                </a:cubicBezTo>
                <a:cubicBezTo>
                  <a:pt x="3805743" y="2019530"/>
                  <a:pt x="3781497" y="1995284"/>
                  <a:pt x="3781497" y="1965375"/>
                </a:cubicBezTo>
                <a:cubicBezTo>
                  <a:pt x="3781497" y="1935466"/>
                  <a:pt x="3805743" y="1911220"/>
                  <a:pt x="3835653" y="1911220"/>
                </a:cubicBezTo>
                <a:close/>
                <a:moveTo>
                  <a:pt x="3753658" y="1911220"/>
                </a:moveTo>
                <a:cubicBezTo>
                  <a:pt x="3757931" y="1911220"/>
                  <a:pt x="3761395" y="1914684"/>
                  <a:pt x="3761395" y="1918957"/>
                </a:cubicBezTo>
                <a:cubicBezTo>
                  <a:pt x="3761395" y="1949903"/>
                  <a:pt x="3761394" y="1980848"/>
                  <a:pt x="3761394" y="2011794"/>
                </a:cubicBezTo>
                <a:lnTo>
                  <a:pt x="3753658" y="2019530"/>
                </a:lnTo>
                <a:cubicBezTo>
                  <a:pt x="3749385" y="2019530"/>
                  <a:pt x="3745921" y="2016066"/>
                  <a:pt x="3745921" y="2011793"/>
                </a:cubicBezTo>
                <a:lnTo>
                  <a:pt x="3745921" y="1918957"/>
                </a:lnTo>
                <a:cubicBezTo>
                  <a:pt x="3745921" y="1914684"/>
                  <a:pt x="3749385" y="1911220"/>
                  <a:pt x="3753658" y="1911220"/>
                </a:cubicBezTo>
                <a:close/>
                <a:moveTo>
                  <a:pt x="3671662" y="1911220"/>
                </a:moveTo>
                <a:cubicBezTo>
                  <a:pt x="3701572" y="1911220"/>
                  <a:pt x="3725818" y="1935466"/>
                  <a:pt x="3725818" y="1965375"/>
                </a:cubicBezTo>
                <a:cubicBezTo>
                  <a:pt x="3725818" y="1995284"/>
                  <a:pt x="3701572" y="2019530"/>
                  <a:pt x="3671662" y="2019530"/>
                </a:cubicBezTo>
                <a:cubicBezTo>
                  <a:pt x="3641752" y="2019530"/>
                  <a:pt x="3617506" y="1995284"/>
                  <a:pt x="3617506" y="1965375"/>
                </a:cubicBezTo>
                <a:cubicBezTo>
                  <a:pt x="3617506" y="1935466"/>
                  <a:pt x="3641752" y="1911220"/>
                  <a:pt x="3671662" y="1911220"/>
                </a:cubicBezTo>
                <a:close/>
                <a:moveTo>
                  <a:pt x="3589666" y="1911220"/>
                </a:moveTo>
                <a:cubicBezTo>
                  <a:pt x="3593939" y="1911220"/>
                  <a:pt x="3597403" y="1914684"/>
                  <a:pt x="3597403" y="1918957"/>
                </a:cubicBezTo>
                <a:cubicBezTo>
                  <a:pt x="3597403" y="1949903"/>
                  <a:pt x="3597402" y="1980848"/>
                  <a:pt x="3597402" y="2011794"/>
                </a:cubicBezTo>
                <a:lnTo>
                  <a:pt x="3589666" y="2019530"/>
                </a:lnTo>
                <a:cubicBezTo>
                  <a:pt x="3585393" y="2019530"/>
                  <a:pt x="3581929" y="2016066"/>
                  <a:pt x="3581929" y="2011793"/>
                </a:cubicBezTo>
                <a:lnTo>
                  <a:pt x="3581929" y="1918957"/>
                </a:lnTo>
                <a:cubicBezTo>
                  <a:pt x="3581929" y="1914684"/>
                  <a:pt x="3585393" y="1911220"/>
                  <a:pt x="3589666" y="1911220"/>
                </a:cubicBezTo>
                <a:close/>
                <a:moveTo>
                  <a:pt x="3554089" y="1911220"/>
                </a:moveTo>
                <a:cubicBezTo>
                  <a:pt x="3558362" y="1911220"/>
                  <a:pt x="3561826" y="1914684"/>
                  <a:pt x="3561826" y="1918957"/>
                </a:cubicBezTo>
                <a:cubicBezTo>
                  <a:pt x="3561826" y="1949903"/>
                  <a:pt x="3561825" y="1980848"/>
                  <a:pt x="3561825" y="2011794"/>
                </a:cubicBezTo>
                <a:lnTo>
                  <a:pt x="3554089" y="2019530"/>
                </a:lnTo>
                <a:cubicBezTo>
                  <a:pt x="3549816" y="2019530"/>
                  <a:pt x="3546352" y="2016066"/>
                  <a:pt x="3546352" y="2011793"/>
                </a:cubicBezTo>
                <a:lnTo>
                  <a:pt x="3546352" y="1918957"/>
                </a:lnTo>
                <a:cubicBezTo>
                  <a:pt x="3546352" y="1914684"/>
                  <a:pt x="3549816" y="1911220"/>
                  <a:pt x="3554089" y="1911220"/>
                </a:cubicBezTo>
                <a:close/>
                <a:moveTo>
                  <a:pt x="3518511" y="1911220"/>
                </a:moveTo>
                <a:cubicBezTo>
                  <a:pt x="3522784" y="1911220"/>
                  <a:pt x="3526248" y="1914684"/>
                  <a:pt x="3526248" y="1918957"/>
                </a:cubicBezTo>
                <a:lnTo>
                  <a:pt x="3526248" y="2011793"/>
                </a:lnTo>
                <a:lnTo>
                  <a:pt x="3518511" y="2019530"/>
                </a:lnTo>
                <a:cubicBezTo>
                  <a:pt x="3514238" y="2019531"/>
                  <a:pt x="3510775" y="2016067"/>
                  <a:pt x="3510775" y="2011794"/>
                </a:cubicBezTo>
                <a:cubicBezTo>
                  <a:pt x="3510775" y="1980848"/>
                  <a:pt x="3510774" y="1949903"/>
                  <a:pt x="3510774" y="1918957"/>
                </a:cubicBezTo>
                <a:cubicBezTo>
                  <a:pt x="3510774" y="1914684"/>
                  <a:pt x="3514238" y="1911220"/>
                  <a:pt x="3518511" y="1911220"/>
                </a:cubicBezTo>
                <a:close/>
                <a:moveTo>
                  <a:pt x="3436515" y="1911220"/>
                </a:moveTo>
                <a:cubicBezTo>
                  <a:pt x="3466425" y="1911220"/>
                  <a:pt x="3490671" y="1935466"/>
                  <a:pt x="3490671" y="1965375"/>
                </a:cubicBezTo>
                <a:cubicBezTo>
                  <a:pt x="3490671" y="1995284"/>
                  <a:pt x="3466425" y="2019530"/>
                  <a:pt x="3436515" y="2019530"/>
                </a:cubicBezTo>
                <a:cubicBezTo>
                  <a:pt x="3406605" y="2019530"/>
                  <a:pt x="3382359" y="1995284"/>
                  <a:pt x="3382359" y="1965375"/>
                </a:cubicBezTo>
                <a:cubicBezTo>
                  <a:pt x="3382359" y="1935466"/>
                  <a:pt x="3406605" y="1911220"/>
                  <a:pt x="3436515" y="1911220"/>
                </a:cubicBezTo>
                <a:close/>
                <a:moveTo>
                  <a:pt x="3354520" y="1911220"/>
                </a:moveTo>
                <a:cubicBezTo>
                  <a:pt x="3358793" y="1911220"/>
                  <a:pt x="3362257" y="1914684"/>
                  <a:pt x="3362257" y="1918957"/>
                </a:cubicBezTo>
                <a:lnTo>
                  <a:pt x="3362257" y="2011793"/>
                </a:lnTo>
                <a:lnTo>
                  <a:pt x="3354520" y="2019530"/>
                </a:lnTo>
                <a:cubicBezTo>
                  <a:pt x="3350247" y="2019531"/>
                  <a:pt x="3346784" y="2016067"/>
                  <a:pt x="3346784" y="2011794"/>
                </a:cubicBezTo>
                <a:cubicBezTo>
                  <a:pt x="3346784" y="1980848"/>
                  <a:pt x="3346783" y="1949903"/>
                  <a:pt x="3346783" y="1918957"/>
                </a:cubicBezTo>
                <a:cubicBezTo>
                  <a:pt x="3346783" y="1914684"/>
                  <a:pt x="3350247" y="1911220"/>
                  <a:pt x="3354520" y="1911220"/>
                </a:cubicBezTo>
                <a:close/>
                <a:moveTo>
                  <a:pt x="3318943" y="1911220"/>
                </a:moveTo>
                <a:cubicBezTo>
                  <a:pt x="3323216" y="1911220"/>
                  <a:pt x="3326680" y="1914684"/>
                  <a:pt x="3326680" y="1918957"/>
                </a:cubicBezTo>
                <a:lnTo>
                  <a:pt x="3326680" y="2011793"/>
                </a:lnTo>
                <a:lnTo>
                  <a:pt x="3318943" y="2019530"/>
                </a:lnTo>
                <a:cubicBezTo>
                  <a:pt x="3314670" y="2019531"/>
                  <a:pt x="3311207" y="2016067"/>
                  <a:pt x="3311207" y="2011794"/>
                </a:cubicBezTo>
                <a:cubicBezTo>
                  <a:pt x="3311207" y="1980848"/>
                  <a:pt x="3311206" y="1949903"/>
                  <a:pt x="3311206" y="1918957"/>
                </a:cubicBezTo>
                <a:cubicBezTo>
                  <a:pt x="3311206" y="1914684"/>
                  <a:pt x="3314670" y="1911220"/>
                  <a:pt x="3318943" y="1911220"/>
                </a:cubicBezTo>
                <a:close/>
                <a:moveTo>
                  <a:pt x="3236947" y="1911220"/>
                </a:moveTo>
                <a:cubicBezTo>
                  <a:pt x="3266857" y="1911220"/>
                  <a:pt x="3291103" y="1935466"/>
                  <a:pt x="3291103" y="1965375"/>
                </a:cubicBezTo>
                <a:cubicBezTo>
                  <a:pt x="3291103" y="1995284"/>
                  <a:pt x="3266857" y="2019530"/>
                  <a:pt x="3236947" y="2019530"/>
                </a:cubicBezTo>
                <a:cubicBezTo>
                  <a:pt x="3207037" y="2019530"/>
                  <a:pt x="3182791" y="1995284"/>
                  <a:pt x="3182791" y="1965375"/>
                </a:cubicBezTo>
                <a:cubicBezTo>
                  <a:pt x="3182791" y="1935466"/>
                  <a:pt x="3207037" y="1911220"/>
                  <a:pt x="3236947" y="1911220"/>
                </a:cubicBezTo>
                <a:close/>
                <a:moveTo>
                  <a:pt x="3154951" y="1911220"/>
                </a:moveTo>
                <a:cubicBezTo>
                  <a:pt x="3159224" y="1911220"/>
                  <a:pt x="3162688" y="1914684"/>
                  <a:pt x="3162688" y="1918957"/>
                </a:cubicBezTo>
                <a:lnTo>
                  <a:pt x="3162688" y="2011793"/>
                </a:lnTo>
                <a:lnTo>
                  <a:pt x="3154951" y="2019530"/>
                </a:lnTo>
                <a:cubicBezTo>
                  <a:pt x="3150678" y="2019531"/>
                  <a:pt x="3147215" y="2016067"/>
                  <a:pt x="3147215" y="2011794"/>
                </a:cubicBezTo>
                <a:cubicBezTo>
                  <a:pt x="3147215" y="1980848"/>
                  <a:pt x="3147214" y="1949903"/>
                  <a:pt x="3147214" y="1918957"/>
                </a:cubicBezTo>
                <a:cubicBezTo>
                  <a:pt x="3147214" y="1914684"/>
                  <a:pt x="3150678" y="1911220"/>
                  <a:pt x="3154951" y="1911220"/>
                </a:cubicBezTo>
                <a:close/>
                <a:moveTo>
                  <a:pt x="3119374" y="1911220"/>
                </a:moveTo>
                <a:cubicBezTo>
                  <a:pt x="3123647" y="1911220"/>
                  <a:pt x="3127111" y="1914684"/>
                  <a:pt x="3127111" y="1918957"/>
                </a:cubicBezTo>
                <a:lnTo>
                  <a:pt x="3127111" y="2011793"/>
                </a:lnTo>
                <a:lnTo>
                  <a:pt x="3119374" y="2019530"/>
                </a:lnTo>
                <a:cubicBezTo>
                  <a:pt x="3115101" y="2019531"/>
                  <a:pt x="3111638" y="2016067"/>
                  <a:pt x="3111638" y="2011794"/>
                </a:cubicBezTo>
                <a:cubicBezTo>
                  <a:pt x="3111638" y="1980848"/>
                  <a:pt x="3111637" y="1949903"/>
                  <a:pt x="3111637" y="1918957"/>
                </a:cubicBezTo>
                <a:cubicBezTo>
                  <a:pt x="3111637" y="1914684"/>
                  <a:pt x="3115101" y="1911220"/>
                  <a:pt x="3119374" y="1911220"/>
                </a:cubicBezTo>
                <a:close/>
                <a:moveTo>
                  <a:pt x="3037378" y="1911220"/>
                </a:moveTo>
                <a:cubicBezTo>
                  <a:pt x="3067288" y="1911220"/>
                  <a:pt x="3091534" y="1935466"/>
                  <a:pt x="3091534" y="1965375"/>
                </a:cubicBezTo>
                <a:cubicBezTo>
                  <a:pt x="3091534" y="1995284"/>
                  <a:pt x="3067288" y="2019530"/>
                  <a:pt x="3037378" y="2019530"/>
                </a:cubicBezTo>
                <a:cubicBezTo>
                  <a:pt x="3007468" y="2019530"/>
                  <a:pt x="2983222" y="1995284"/>
                  <a:pt x="2983222" y="1965375"/>
                </a:cubicBezTo>
                <a:cubicBezTo>
                  <a:pt x="2983222" y="1935466"/>
                  <a:pt x="3007468" y="1911220"/>
                  <a:pt x="3037378" y="1911220"/>
                </a:cubicBezTo>
                <a:close/>
                <a:moveTo>
                  <a:pt x="2955383" y="1911220"/>
                </a:moveTo>
                <a:cubicBezTo>
                  <a:pt x="2959656" y="1911220"/>
                  <a:pt x="2963120" y="1914684"/>
                  <a:pt x="2963120" y="1918957"/>
                </a:cubicBezTo>
                <a:lnTo>
                  <a:pt x="2963120" y="2011793"/>
                </a:lnTo>
                <a:lnTo>
                  <a:pt x="2955383" y="2019530"/>
                </a:lnTo>
                <a:cubicBezTo>
                  <a:pt x="2951110" y="2019531"/>
                  <a:pt x="2947647" y="2016067"/>
                  <a:pt x="2947647" y="2011794"/>
                </a:cubicBezTo>
                <a:cubicBezTo>
                  <a:pt x="2947647" y="1980848"/>
                  <a:pt x="2947646" y="1949903"/>
                  <a:pt x="2947646" y="1918957"/>
                </a:cubicBezTo>
                <a:cubicBezTo>
                  <a:pt x="2947646" y="1914684"/>
                  <a:pt x="2951110" y="1911220"/>
                  <a:pt x="2955383" y="1911220"/>
                </a:cubicBezTo>
                <a:close/>
                <a:moveTo>
                  <a:pt x="2873387" y="1911220"/>
                </a:moveTo>
                <a:cubicBezTo>
                  <a:pt x="2903296" y="1911220"/>
                  <a:pt x="2927542" y="1935466"/>
                  <a:pt x="2927542" y="1965375"/>
                </a:cubicBezTo>
                <a:cubicBezTo>
                  <a:pt x="2927542" y="1995284"/>
                  <a:pt x="2903296" y="2019530"/>
                  <a:pt x="2873387" y="2019530"/>
                </a:cubicBezTo>
                <a:cubicBezTo>
                  <a:pt x="2843478" y="2019530"/>
                  <a:pt x="2819232" y="1995284"/>
                  <a:pt x="2819232" y="1965375"/>
                </a:cubicBezTo>
                <a:cubicBezTo>
                  <a:pt x="2819232" y="1935466"/>
                  <a:pt x="2843478" y="1911220"/>
                  <a:pt x="2873387" y="1911220"/>
                </a:cubicBezTo>
                <a:close/>
                <a:moveTo>
                  <a:pt x="2791392" y="1911220"/>
                </a:moveTo>
                <a:cubicBezTo>
                  <a:pt x="2795665" y="1911220"/>
                  <a:pt x="2799129" y="1914684"/>
                  <a:pt x="2799129" y="1918957"/>
                </a:cubicBezTo>
                <a:lnTo>
                  <a:pt x="2799129" y="2011793"/>
                </a:lnTo>
                <a:lnTo>
                  <a:pt x="2791392" y="2019530"/>
                </a:lnTo>
                <a:cubicBezTo>
                  <a:pt x="2787119" y="2019531"/>
                  <a:pt x="2783656" y="2016067"/>
                  <a:pt x="2783656" y="2011794"/>
                </a:cubicBezTo>
                <a:cubicBezTo>
                  <a:pt x="2783656" y="1980848"/>
                  <a:pt x="2783655" y="1949903"/>
                  <a:pt x="2783655" y="1918957"/>
                </a:cubicBezTo>
                <a:cubicBezTo>
                  <a:pt x="2783655" y="1914684"/>
                  <a:pt x="2787119" y="1911220"/>
                  <a:pt x="2791392" y="1911220"/>
                </a:cubicBezTo>
                <a:close/>
                <a:moveTo>
                  <a:pt x="2709396" y="1911220"/>
                </a:moveTo>
                <a:cubicBezTo>
                  <a:pt x="2739305" y="1911220"/>
                  <a:pt x="2763551" y="1935466"/>
                  <a:pt x="2763551" y="1965375"/>
                </a:cubicBezTo>
                <a:cubicBezTo>
                  <a:pt x="2763551" y="1995284"/>
                  <a:pt x="2739305" y="2019530"/>
                  <a:pt x="2709396" y="2019530"/>
                </a:cubicBezTo>
                <a:cubicBezTo>
                  <a:pt x="2679487" y="2019530"/>
                  <a:pt x="2655241" y="1995284"/>
                  <a:pt x="2655241" y="1965375"/>
                </a:cubicBezTo>
                <a:cubicBezTo>
                  <a:pt x="2655241" y="1935466"/>
                  <a:pt x="2679487" y="1911220"/>
                  <a:pt x="2709396" y="1911220"/>
                </a:cubicBezTo>
                <a:close/>
                <a:moveTo>
                  <a:pt x="2627401" y="1911220"/>
                </a:moveTo>
                <a:cubicBezTo>
                  <a:pt x="2631674" y="1911220"/>
                  <a:pt x="2635138" y="1914684"/>
                  <a:pt x="2635138" y="1918957"/>
                </a:cubicBezTo>
                <a:lnTo>
                  <a:pt x="2635138" y="2011793"/>
                </a:lnTo>
                <a:lnTo>
                  <a:pt x="2627401" y="2019530"/>
                </a:lnTo>
                <a:cubicBezTo>
                  <a:pt x="2623128" y="2019531"/>
                  <a:pt x="2619665" y="2016067"/>
                  <a:pt x="2619665" y="2011794"/>
                </a:cubicBezTo>
                <a:cubicBezTo>
                  <a:pt x="2619665" y="1980848"/>
                  <a:pt x="2619664" y="1949903"/>
                  <a:pt x="2619664" y="1918957"/>
                </a:cubicBezTo>
                <a:cubicBezTo>
                  <a:pt x="2619664" y="1914684"/>
                  <a:pt x="2623128" y="1911220"/>
                  <a:pt x="2627401" y="1911220"/>
                </a:cubicBezTo>
                <a:close/>
                <a:moveTo>
                  <a:pt x="2591824" y="1911220"/>
                </a:moveTo>
                <a:cubicBezTo>
                  <a:pt x="2596097" y="1911220"/>
                  <a:pt x="2599561" y="1914684"/>
                  <a:pt x="2599561" y="1918957"/>
                </a:cubicBezTo>
                <a:lnTo>
                  <a:pt x="2599561" y="2011793"/>
                </a:lnTo>
                <a:lnTo>
                  <a:pt x="2591824" y="2019530"/>
                </a:lnTo>
                <a:cubicBezTo>
                  <a:pt x="2587551" y="2019531"/>
                  <a:pt x="2584088" y="2016067"/>
                  <a:pt x="2584088" y="2011794"/>
                </a:cubicBezTo>
                <a:cubicBezTo>
                  <a:pt x="2584088" y="1980848"/>
                  <a:pt x="2584087" y="1949903"/>
                  <a:pt x="2584087" y="1918957"/>
                </a:cubicBezTo>
                <a:cubicBezTo>
                  <a:pt x="2584087" y="1914684"/>
                  <a:pt x="2587551" y="1911220"/>
                  <a:pt x="2591824" y="1911220"/>
                </a:cubicBezTo>
                <a:close/>
                <a:moveTo>
                  <a:pt x="2509829" y="1911220"/>
                </a:moveTo>
                <a:cubicBezTo>
                  <a:pt x="2539738" y="1911220"/>
                  <a:pt x="2563984" y="1935466"/>
                  <a:pt x="2563984" y="1965375"/>
                </a:cubicBezTo>
                <a:cubicBezTo>
                  <a:pt x="2563984" y="1995284"/>
                  <a:pt x="2539738" y="2019530"/>
                  <a:pt x="2509829" y="2019530"/>
                </a:cubicBezTo>
                <a:cubicBezTo>
                  <a:pt x="2479920" y="2019530"/>
                  <a:pt x="2455674" y="1995284"/>
                  <a:pt x="2455674" y="1965375"/>
                </a:cubicBezTo>
                <a:cubicBezTo>
                  <a:pt x="2455674" y="1935466"/>
                  <a:pt x="2479920" y="1911220"/>
                  <a:pt x="2509829" y="1911220"/>
                </a:cubicBezTo>
                <a:close/>
                <a:moveTo>
                  <a:pt x="2381414" y="1911220"/>
                </a:moveTo>
                <a:cubicBezTo>
                  <a:pt x="2411323" y="1911220"/>
                  <a:pt x="2435569" y="1935466"/>
                  <a:pt x="2435569" y="1965375"/>
                </a:cubicBezTo>
                <a:cubicBezTo>
                  <a:pt x="2435569" y="1995284"/>
                  <a:pt x="2411323" y="2019530"/>
                  <a:pt x="2381414" y="2019530"/>
                </a:cubicBezTo>
                <a:cubicBezTo>
                  <a:pt x="2351505" y="2019530"/>
                  <a:pt x="2327259" y="1995284"/>
                  <a:pt x="2327259" y="1965375"/>
                </a:cubicBezTo>
                <a:cubicBezTo>
                  <a:pt x="2327259" y="1935466"/>
                  <a:pt x="2351505" y="1911220"/>
                  <a:pt x="2381414" y="1911220"/>
                </a:cubicBezTo>
                <a:close/>
                <a:moveTo>
                  <a:pt x="2299420" y="1911220"/>
                </a:moveTo>
                <a:cubicBezTo>
                  <a:pt x="2303693" y="1911220"/>
                  <a:pt x="2307157" y="1914684"/>
                  <a:pt x="2307157" y="1918957"/>
                </a:cubicBezTo>
                <a:cubicBezTo>
                  <a:pt x="2307157" y="1949903"/>
                  <a:pt x="2307156" y="1980848"/>
                  <a:pt x="2307156" y="2011794"/>
                </a:cubicBezTo>
                <a:lnTo>
                  <a:pt x="2299420" y="2019530"/>
                </a:lnTo>
                <a:cubicBezTo>
                  <a:pt x="2295147" y="2019530"/>
                  <a:pt x="2291683" y="2016066"/>
                  <a:pt x="2291683" y="2011793"/>
                </a:cubicBezTo>
                <a:lnTo>
                  <a:pt x="2291683" y="1918957"/>
                </a:lnTo>
                <a:cubicBezTo>
                  <a:pt x="2291683" y="1914684"/>
                  <a:pt x="2295147" y="1911220"/>
                  <a:pt x="2299420" y="1911220"/>
                </a:cubicBezTo>
                <a:close/>
                <a:moveTo>
                  <a:pt x="2217423" y="1911220"/>
                </a:moveTo>
                <a:cubicBezTo>
                  <a:pt x="2247332" y="1911220"/>
                  <a:pt x="2271578" y="1935466"/>
                  <a:pt x="2271578" y="1965375"/>
                </a:cubicBezTo>
                <a:cubicBezTo>
                  <a:pt x="2271578" y="1995284"/>
                  <a:pt x="2247332" y="2019530"/>
                  <a:pt x="2217423" y="2019530"/>
                </a:cubicBezTo>
                <a:cubicBezTo>
                  <a:pt x="2187514" y="2019530"/>
                  <a:pt x="2163268" y="1995284"/>
                  <a:pt x="2163268" y="1965375"/>
                </a:cubicBezTo>
                <a:cubicBezTo>
                  <a:pt x="2163268" y="1935466"/>
                  <a:pt x="2187514" y="1911220"/>
                  <a:pt x="2217423" y="1911220"/>
                </a:cubicBezTo>
                <a:close/>
                <a:moveTo>
                  <a:pt x="2089009" y="1911220"/>
                </a:moveTo>
                <a:cubicBezTo>
                  <a:pt x="2118918" y="1911220"/>
                  <a:pt x="2143164" y="1935466"/>
                  <a:pt x="2143164" y="1965375"/>
                </a:cubicBezTo>
                <a:cubicBezTo>
                  <a:pt x="2143164" y="1995284"/>
                  <a:pt x="2118918" y="2019530"/>
                  <a:pt x="2089009" y="2019530"/>
                </a:cubicBezTo>
                <a:cubicBezTo>
                  <a:pt x="2059100" y="2019530"/>
                  <a:pt x="2034854" y="1995284"/>
                  <a:pt x="2034854" y="1965375"/>
                </a:cubicBezTo>
                <a:cubicBezTo>
                  <a:pt x="2034854" y="1935466"/>
                  <a:pt x="2059100" y="1911220"/>
                  <a:pt x="2089009" y="1911220"/>
                </a:cubicBezTo>
                <a:close/>
                <a:moveTo>
                  <a:pt x="2007014" y="1911220"/>
                </a:moveTo>
                <a:cubicBezTo>
                  <a:pt x="2011287" y="1911220"/>
                  <a:pt x="2014751" y="1914684"/>
                  <a:pt x="2014751" y="1918957"/>
                </a:cubicBezTo>
                <a:cubicBezTo>
                  <a:pt x="2014751" y="1949903"/>
                  <a:pt x="2014750" y="1980848"/>
                  <a:pt x="2014750" y="2011794"/>
                </a:cubicBezTo>
                <a:lnTo>
                  <a:pt x="2007014" y="2019530"/>
                </a:lnTo>
                <a:cubicBezTo>
                  <a:pt x="2002741" y="2019530"/>
                  <a:pt x="1999277" y="2016066"/>
                  <a:pt x="1999277" y="2011793"/>
                </a:cubicBezTo>
                <a:lnTo>
                  <a:pt x="1999277" y="1918957"/>
                </a:lnTo>
                <a:cubicBezTo>
                  <a:pt x="1999277" y="1914684"/>
                  <a:pt x="2002741" y="1911220"/>
                  <a:pt x="2007014" y="1911220"/>
                </a:cubicBezTo>
                <a:close/>
                <a:moveTo>
                  <a:pt x="1925018" y="1911220"/>
                </a:moveTo>
                <a:cubicBezTo>
                  <a:pt x="1954927" y="1911220"/>
                  <a:pt x="1979173" y="1935466"/>
                  <a:pt x="1979173" y="1965375"/>
                </a:cubicBezTo>
                <a:cubicBezTo>
                  <a:pt x="1979173" y="1995284"/>
                  <a:pt x="1954927" y="2019530"/>
                  <a:pt x="1925018" y="2019530"/>
                </a:cubicBezTo>
                <a:cubicBezTo>
                  <a:pt x="1895109" y="2019530"/>
                  <a:pt x="1870863" y="1995284"/>
                  <a:pt x="1870863" y="1965375"/>
                </a:cubicBezTo>
                <a:cubicBezTo>
                  <a:pt x="1870863" y="1935466"/>
                  <a:pt x="1895109" y="1911220"/>
                  <a:pt x="1925018" y="1911220"/>
                </a:cubicBezTo>
                <a:close/>
                <a:moveTo>
                  <a:pt x="1843023" y="1911220"/>
                </a:moveTo>
                <a:cubicBezTo>
                  <a:pt x="1847296" y="1911220"/>
                  <a:pt x="1850760" y="1914684"/>
                  <a:pt x="1850760" y="1918957"/>
                </a:cubicBezTo>
                <a:cubicBezTo>
                  <a:pt x="1850760" y="1949903"/>
                  <a:pt x="1850759" y="1980848"/>
                  <a:pt x="1850759" y="2011794"/>
                </a:cubicBezTo>
                <a:lnTo>
                  <a:pt x="1843023" y="2019530"/>
                </a:lnTo>
                <a:cubicBezTo>
                  <a:pt x="1838750" y="2019530"/>
                  <a:pt x="1835286" y="2016066"/>
                  <a:pt x="1835286" y="2011793"/>
                </a:cubicBezTo>
                <a:lnTo>
                  <a:pt x="1835286" y="1918957"/>
                </a:lnTo>
                <a:cubicBezTo>
                  <a:pt x="1835286" y="1914684"/>
                  <a:pt x="1838750" y="1911220"/>
                  <a:pt x="1843023" y="1911220"/>
                </a:cubicBezTo>
                <a:close/>
                <a:moveTo>
                  <a:pt x="1761027" y="1911220"/>
                </a:moveTo>
                <a:cubicBezTo>
                  <a:pt x="1790936" y="1911220"/>
                  <a:pt x="1815182" y="1935466"/>
                  <a:pt x="1815182" y="1965375"/>
                </a:cubicBezTo>
                <a:cubicBezTo>
                  <a:pt x="1815182" y="1995284"/>
                  <a:pt x="1790936" y="2019530"/>
                  <a:pt x="1761027" y="2019530"/>
                </a:cubicBezTo>
                <a:cubicBezTo>
                  <a:pt x="1731118" y="2019530"/>
                  <a:pt x="1706872" y="1995284"/>
                  <a:pt x="1706872" y="1965375"/>
                </a:cubicBezTo>
                <a:cubicBezTo>
                  <a:pt x="1706872" y="1935466"/>
                  <a:pt x="1731118" y="1911220"/>
                  <a:pt x="1761027" y="1911220"/>
                </a:cubicBezTo>
                <a:close/>
                <a:moveTo>
                  <a:pt x="1679032" y="1911220"/>
                </a:moveTo>
                <a:cubicBezTo>
                  <a:pt x="1683305" y="1911220"/>
                  <a:pt x="1686769" y="1914684"/>
                  <a:pt x="1686769" y="1918957"/>
                </a:cubicBezTo>
                <a:cubicBezTo>
                  <a:pt x="1686769" y="1949903"/>
                  <a:pt x="1686768" y="1980848"/>
                  <a:pt x="1686768" y="2011794"/>
                </a:cubicBezTo>
                <a:lnTo>
                  <a:pt x="1679032" y="2019530"/>
                </a:lnTo>
                <a:cubicBezTo>
                  <a:pt x="1674759" y="2019530"/>
                  <a:pt x="1671295" y="2016066"/>
                  <a:pt x="1671295" y="2011793"/>
                </a:cubicBezTo>
                <a:lnTo>
                  <a:pt x="1671295" y="1918957"/>
                </a:lnTo>
                <a:cubicBezTo>
                  <a:pt x="1671295" y="1914684"/>
                  <a:pt x="1674759" y="1911220"/>
                  <a:pt x="1679032" y="1911220"/>
                </a:cubicBezTo>
                <a:close/>
                <a:moveTo>
                  <a:pt x="1597037" y="1911220"/>
                </a:moveTo>
                <a:cubicBezTo>
                  <a:pt x="1626947" y="1911220"/>
                  <a:pt x="1651193" y="1935466"/>
                  <a:pt x="1651193" y="1965375"/>
                </a:cubicBezTo>
                <a:cubicBezTo>
                  <a:pt x="1651193" y="1995284"/>
                  <a:pt x="1626947" y="2019530"/>
                  <a:pt x="1597037" y="2019530"/>
                </a:cubicBezTo>
                <a:cubicBezTo>
                  <a:pt x="1567127" y="2019530"/>
                  <a:pt x="1542881" y="1995284"/>
                  <a:pt x="1542881" y="1965375"/>
                </a:cubicBezTo>
                <a:cubicBezTo>
                  <a:pt x="1542881" y="1935466"/>
                  <a:pt x="1567127" y="1911220"/>
                  <a:pt x="1597037" y="1911220"/>
                </a:cubicBezTo>
                <a:close/>
                <a:moveTo>
                  <a:pt x="1515041" y="1911220"/>
                </a:moveTo>
                <a:cubicBezTo>
                  <a:pt x="1519314" y="1911220"/>
                  <a:pt x="1522778" y="1914684"/>
                  <a:pt x="1522778" y="1918957"/>
                </a:cubicBezTo>
                <a:cubicBezTo>
                  <a:pt x="1522778" y="1949903"/>
                  <a:pt x="1522777" y="1980848"/>
                  <a:pt x="1522777" y="2011794"/>
                </a:cubicBezTo>
                <a:lnTo>
                  <a:pt x="1515041" y="2019530"/>
                </a:lnTo>
                <a:cubicBezTo>
                  <a:pt x="1510768" y="2019530"/>
                  <a:pt x="1507304" y="2016066"/>
                  <a:pt x="1507304" y="2011793"/>
                </a:cubicBezTo>
                <a:lnTo>
                  <a:pt x="1507304" y="1918957"/>
                </a:lnTo>
                <a:cubicBezTo>
                  <a:pt x="1507304" y="1914684"/>
                  <a:pt x="1510768" y="1911220"/>
                  <a:pt x="1515041" y="1911220"/>
                </a:cubicBezTo>
                <a:close/>
                <a:moveTo>
                  <a:pt x="1479464" y="1911220"/>
                </a:moveTo>
                <a:cubicBezTo>
                  <a:pt x="1483737" y="1911220"/>
                  <a:pt x="1487201" y="1914684"/>
                  <a:pt x="1487201" y="1918957"/>
                </a:cubicBezTo>
                <a:cubicBezTo>
                  <a:pt x="1487201" y="1949903"/>
                  <a:pt x="1487200" y="1980848"/>
                  <a:pt x="1487200" y="2011794"/>
                </a:cubicBezTo>
                <a:lnTo>
                  <a:pt x="1479464" y="2019530"/>
                </a:lnTo>
                <a:cubicBezTo>
                  <a:pt x="1475191" y="2019530"/>
                  <a:pt x="1471727" y="2016066"/>
                  <a:pt x="1471727" y="2011793"/>
                </a:cubicBezTo>
                <a:lnTo>
                  <a:pt x="1471727" y="1918957"/>
                </a:lnTo>
                <a:cubicBezTo>
                  <a:pt x="1471727" y="1914684"/>
                  <a:pt x="1475191" y="1911220"/>
                  <a:pt x="1479464" y="1911220"/>
                </a:cubicBezTo>
                <a:close/>
                <a:moveTo>
                  <a:pt x="1397468" y="1911220"/>
                </a:moveTo>
                <a:cubicBezTo>
                  <a:pt x="1427378" y="1911220"/>
                  <a:pt x="1451624" y="1935466"/>
                  <a:pt x="1451624" y="1965375"/>
                </a:cubicBezTo>
                <a:cubicBezTo>
                  <a:pt x="1451624" y="1995284"/>
                  <a:pt x="1427378" y="2019530"/>
                  <a:pt x="1397468" y="2019530"/>
                </a:cubicBezTo>
                <a:cubicBezTo>
                  <a:pt x="1367558" y="2019530"/>
                  <a:pt x="1343312" y="1995284"/>
                  <a:pt x="1343312" y="1965375"/>
                </a:cubicBezTo>
                <a:cubicBezTo>
                  <a:pt x="1343312" y="1935466"/>
                  <a:pt x="1367558" y="1911220"/>
                  <a:pt x="1397468" y="1911220"/>
                </a:cubicBezTo>
                <a:close/>
                <a:moveTo>
                  <a:pt x="1315472" y="1911220"/>
                </a:moveTo>
                <a:cubicBezTo>
                  <a:pt x="1319745" y="1911220"/>
                  <a:pt x="1323209" y="1914684"/>
                  <a:pt x="1323209" y="1918957"/>
                </a:cubicBezTo>
                <a:cubicBezTo>
                  <a:pt x="1323209" y="1949903"/>
                  <a:pt x="1323208" y="1980848"/>
                  <a:pt x="1323208" y="2011794"/>
                </a:cubicBezTo>
                <a:lnTo>
                  <a:pt x="1315472" y="2019530"/>
                </a:lnTo>
                <a:cubicBezTo>
                  <a:pt x="1311199" y="2019530"/>
                  <a:pt x="1307735" y="2016066"/>
                  <a:pt x="1307735" y="2011793"/>
                </a:cubicBezTo>
                <a:lnTo>
                  <a:pt x="1307735" y="1918957"/>
                </a:lnTo>
                <a:cubicBezTo>
                  <a:pt x="1307735" y="1914684"/>
                  <a:pt x="1311199" y="1911220"/>
                  <a:pt x="1315472" y="1911220"/>
                </a:cubicBezTo>
                <a:close/>
                <a:moveTo>
                  <a:pt x="1233476" y="1911220"/>
                </a:moveTo>
                <a:cubicBezTo>
                  <a:pt x="1263386" y="1911220"/>
                  <a:pt x="1287632" y="1935466"/>
                  <a:pt x="1287632" y="1965375"/>
                </a:cubicBezTo>
                <a:cubicBezTo>
                  <a:pt x="1287632" y="1995284"/>
                  <a:pt x="1263386" y="2019530"/>
                  <a:pt x="1233476" y="2019530"/>
                </a:cubicBezTo>
                <a:cubicBezTo>
                  <a:pt x="1203566" y="2019530"/>
                  <a:pt x="1179320" y="1995284"/>
                  <a:pt x="1179320" y="1965375"/>
                </a:cubicBezTo>
                <a:cubicBezTo>
                  <a:pt x="1179320" y="1935466"/>
                  <a:pt x="1203566" y="1911220"/>
                  <a:pt x="1233476" y="1911220"/>
                </a:cubicBezTo>
                <a:close/>
                <a:moveTo>
                  <a:pt x="1151481" y="1911220"/>
                </a:moveTo>
                <a:cubicBezTo>
                  <a:pt x="1155754" y="1911220"/>
                  <a:pt x="1159218" y="1914684"/>
                  <a:pt x="1159218" y="1918957"/>
                </a:cubicBezTo>
                <a:cubicBezTo>
                  <a:pt x="1159218" y="1949903"/>
                  <a:pt x="1159217" y="1980848"/>
                  <a:pt x="1159217" y="2011794"/>
                </a:cubicBezTo>
                <a:lnTo>
                  <a:pt x="1151481" y="2019530"/>
                </a:lnTo>
                <a:cubicBezTo>
                  <a:pt x="1147208" y="2019530"/>
                  <a:pt x="1143744" y="2016066"/>
                  <a:pt x="1143744" y="2011793"/>
                </a:cubicBezTo>
                <a:lnTo>
                  <a:pt x="1143744" y="1918957"/>
                </a:lnTo>
                <a:cubicBezTo>
                  <a:pt x="1143744" y="1914684"/>
                  <a:pt x="1147208" y="1911220"/>
                  <a:pt x="1151481" y="1911220"/>
                </a:cubicBezTo>
                <a:close/>
                <a:moveTo>
                  <a:pt x="1115904" y="1911220"/>
                </a:moveTo>
                <a:cubicBezTo>
                  <a:pt x="1120177" y="1911220"/>
                  <a:pt x="1123641" y="1914684"/>
                  <a:pt x="1123641" y="1918957"/>
                </a:cubicBezTo>
                <a:cubicBezTo>
                  <a:pt x="1123641" y="1949903"/>
                  <a:pt x="1123640" y="1980848"/>
                  <a:pt x="1123640" y="2011794"/>
                </a:cubicBezTo>
                <a:lnTo>
                  <a:pt x="1115904" y="2019530"/>
                </a:lnTo>
                <a:cubicBezTo>
                  <a:pt x="1111631" y="2019530"/>
                  <a:pt x="1108167" y="2016066"/>
                  <a:pt x="1108167" y="2011793"/>
                </a:cubicBezTo>
                <a:lnTo>
                  <a:pt x="1108167" y="1918957"/>
                </a:lnTo>
                <a:cubicBezTo>
                  <a:pt x="1108167" y="1914684"/>
                  <a:pt x="1111631" y="1911220"/>
                  <a:pt x="1115904" y="1911220"/>
                </a:cubicBezTo>
                <a:close/>
                <a:moveTo>
                  <a:pt x="1033908" y="1911220"/>
                </a:moveTo>
                <a:cubicBezTo>
                  <a:pt x="1063817" y="1911220"/>
                  <a:pt x="1088063" y="1935466"/>
                  <a:pt x="1088063" y="1965375"/>
                </a:cubicBezTo>
                <a:cubicBezTo>
                  <a:pt x="1088063" y="1995284"/>
                  <a:pt x="1063817" y="2019530"/>
                  <a:pt x="1033908" y="2019530"/>
                </a:cubicBezTo>
                <a:cubicBezTo>
                  <a:pt x="1003999" y="2019530"/>
                  <a:pt x="979753" y="1995284"/>
                  <a:pt x="979753" y="1965375"/>
                </a:cubicBezTo>
                <a:cubicBezTo>
                  <a:pt x="979753" y="1935466"/>
                  <a:pt x="1003999" y="1911220"/>
                  <a:pt x="1033908" y="1911220"/>
                </a:cubicBezTo>
                <a:close/>
                <a:moveTo>
                  <a:pt x="905493" y="1911220"/>
                </a:moveTo>
                <a:cubicBezTo>
                  <a:pt x="935402" y="1911220"/>
                  <a:pt x="959648" y="1935466"/>
                  <a:pt x="959648" y="1965375"/>
                </a:cubicBezTo>
                <a:cubicBezTo>
                  <a:pt x="959648" y="1995284"/>
                  <a:pt x="935402" y="2019530"/>
                  <a:pt x="905493" y="2019530"/>
                </a:cubicBezTo>
                <a:cubicBezTo>
                  <a:pt x="875584" y="2019530"/>
                  <a:pt x="851338" y="1995284"/>
                  <a:pt x="851338" y="1965375"/>
                </a:cubicBezTo>
                <a:cubicBezTo>
                  <a:pt x="851338" y="1935466"/>
                  <a:pt x="875584" y="1911220"/>
                  <a:pt x="905493" y="1911220"/>
                </a:cubicBezTo>
                <a:close/>
                <a:moveTo>
                  <a:pt x="823499" y="1911220"/>
                </a:moveTo>
                <a:cubicBezTo>
                  <a:pt x="827772" y="1911220"/>
                  <a:pt x="831236" y="1914684"/>
                  <a:pt x="831236" y="1918957"/>
                </a:cubicBezTo>
                <a:cubicBezTo>
                  <a:pt x="831236" y="1949903"/>
                  <a:pt x="831235" y="1980848"/>
                  <a:pt x="831235" y="2011794"/>
                </a:cubicBezTo>
                <a:lnTo>
                  <a:pt x="823499" y="2019530"/>
                </a:lnTo>
                <a:cubicBezTo>
                  <a:pt x="819226" y="2019530"/>
                  <a:pt x="815762" y="2016066"/>
                  <a:pt x="815762" y="2011793"/>
                </a:cubicBezTo>
                <a:lnTo>
                  <a:pt x="815762" y="1918957"/>
                </a:lnTo>
                <a:cubicBezTo>
                  <a:pt x="815763" y="1914684"/>
                  <a:pt x="819226" y="1911220"/>
                  <a:pt x="823499" y="1911220"/>
                </a:cubicBezTo>
                <a:close/>
                <a:moveTo>
                  <a:pt x="787922" y="1911220"/>
                </a:moveTo>
                <a:cubicBezTo>
                  <a:pt x="792195" y="1911220"/>
                  <a:pt x="795659" y="1914684"/>
                  <a:pt x="795659" y="1918957"/>
                </a:cubicBezTo>
                <a:cubicBezTo>
                  <a:pt x="795659" y="1949903"/>
                  <a:pt x="795658" y="1980848"/>
                  <a:pt x="795658" y="2011794"/>
                </a:cubicBezTo>
                <a:lnTo>
                  <a:pt x="787922" y="2019530"/>
                </a:lnTo>
                <a:cubicBezTo>
                  <a:pt x="783649" y="2019530"/>
                  <a:pt x="780185" y="2016066"/>
                  <a:pt x="780185" y="2011793"/>
                </a:cubicBezTo>
                <a:lnTo>
                  <a:pt x="780185" y="1918957"/>
                </a:lnTo>
                <a:cubicBezTo>
                  <a:pt x="780186" y="1914684"/>
                  <a:pt x="783649" y="1911220"/>
                  <a:pt x="787922" y="1911220"/>
                </a:cubicBezTo>
                <a:close/>
                <a:moveTo>
                  <a:pt x="705926" y="1911220"/>
                </a:moveTo>
                <a:cubicBezTo>
                  <a:pt x="735835" y="1911220"/>
                  <a:pt x="760081" y="1935466"/>
                  <a:pt x="760081" y="1965375"/>
                </a:cubicBezTo>
                <a:cubicBezTo>
                  <a:pt x="760081" y="1995284"/>
                  <a:pt x="735835" y="2019530"/>
                  <a:pt x="705926" y="2019530"/>
                </a:cubicBezTo>
                <a:cubicBezTo>
                  <a:pt x="676017" y="2019530"/>
                  <a:pt x="651771" y="1995284"/>
                  <a:pt x="651771" y="1965375"/>
                </a:cubicBezTo>
                <a:cubicBezTo>
                  <a:pt x="651771" y="1935466"/>
                  <a:pt x="676017" y="1911220"/>
                  <a:pt x="705926" y="1911220"/>
                </a:cubicBezTo>
                <a:close/>
                <a:moveTo>
                  <a:pt x="623931" y="1911220"/>
                </a:moveTo>
                <a:cubicBezTo>
                  <a:pt x="628204" y="1911220"/>
                  <a:pt x="631668" y="1914684"/>
                  <a:pt x="631668" y="1918957"/>
                </a:cubicBezTo>
                <a:cubicBezTo>
                  <a:pt x="631668" y="1949903"/>
                  <a:pt x="631667" y="1980848"/>
                  <a:pt x="631667" y="2011794"/>
                </a:cubicBezTo>
                <a:lnTo>
                  <a:pt x="623931" y="2019530"/>
                </a:lnTo>
                <a:cubicBezTo>
                  <a:pt x="619658" y="2019530"/>
                  <a:pt x="616194" y="2016066"/>
                  <a:pt x="616194" y="2011793"/>
                </a:cubicBezTo>
                <a:lnTo>
                  <a:pt x="616194" y="1918957"/>
                </a:lnTo>
                <a:cubicBezTo>
                  <a:pt x="616195" y="1914684"/>
                  <a:pt x="619658" y="1911220"/>
                  <a:pt x="623931" y="1911220"/>
                </a:cubicBezTo>
                <a:close/>
                <a:moveTo>
                  <a:pt x="541935" y="1911220"/>
                </a:moveTo>
                <a:cubicBezTo>
                  <a:pt x="571844" y="1911220"/>
                  <a:pt x="596090" y="1935466"/>
                  <a:pt x="596090" y="1965375"/>
                </a:cubicBezTo>
                <a:cubicBezTo>
                  <a:pt x="596090" y="1995284"/>
                  <a:pt x="571844" y="2019530"/>
                  <a:pt x="541935" y="2019530"/>
                </a:cubicBezTo>
                <a:cubicBezTo>
                  <a:pt x="512026" y="2019530"/>
                  <a:pt x="487780" y="1995284"/>
                  <a:pt x="487780" y="1965375"/>
                </a:cubicBezTo>
                <a:cubicBezTo>
                  <a:pt x="487780" y="1935466"/>
                  <a:pt x="512026" y="1911220"/>
                  <a:pt x="541935" y="1911220"/>
                </a:cubicBezTo>
                <a:close/>
                <a:moveTo>
                  <a:pt x="459940" y="1911220"/>
                </a:moveTo>
                <a:cubicBezTo>
                  <a:pt x="464213" y="1911220"/>
                  <a:pt x="467677" y="1914684"/>
                  <a:pt x="467677" y="1918957"/>
                </a:cubicBezTo>
                <a:cubicBezTo>
                  <a:pt x="467677" y="1949903"/>
                  <a:pt x="467676" y="1980848"/>
                  <a:pt x="467676" y="2011794"/>
                </a:cubicBezTo>
                <a:lnTo>
                  <a:pt x="459940" y="2019530"/>
                </a:lnTo>
                <a:cubicBezTo>
                  <a:pt x="455667" y="2019530"/>
                  <a:pt x="452203" y="2016066"/>
                  <a:pt x="452203" y="2011793"/>
                </a:cubicBezTo>
                <a:lnTo>
                  <a:pt x="452203" y="1918957"/>
                </a:lnTo>
                <a:cubicBezTo>
                  <a:pt x="452204" y="1914684"/>
                  <a:pt x="455667" y="1911220"/>
                  <a:pt x="459940" y="1911220"/>
                </a:cubicBezTo>
                <a:close/>
                <a:moveTo>
                  <a:pt x="424363" y="1911220"/>
                </a:moveTo>
                <a:cubicBezTo>
                  <a:pt x="428636" y="1911220"/>
                  <a:pt x="432100" y="1914684"/>
                  <a:pt x="432100" y="1918957"/>
                </a:cubicBezTo>
                <a:cubicBezTo>
                  <a:pt x="432100" y="1949903"/>
                  <a:pt x="432099" y="1980848"/>
                  <a:pt x="432099" y="2011794"/>
                </a:cubicBezTo>
                <a:lnTo>
                  <a:pt x="424363" y="2019530"/>
                </a:lnTo>
                <a:cubicBezTo>
                  <a:pt x="420090" y="2019530"/>
                  <a:pt x="416626" y="2016066"/>
                  <a:pt x="416626" y="2011793"/>
                </a:cubicBezTo>
                <a:lnTo>
                  <a:pt x="416626" y="1918957"/>
                </a:lnTo>
                <a:cubicBezTo>
                  <a:pt x="416627" y="1914684"/>
                  <a:pt x="420090" y="1911220"/>
                  <a:pt x="424363" y="1911220"/>
                </a:cubicBezTo>
                <a:close/>
                <a:moveTo>
                  <a:pt x="342367" y="1911220"/>
                </a:moveTo>
                <a:cubicBezTo>
                  <a:pt x="372277" y="1911220"/>
                  <a:pt x="396523" y="1935466"/>
                  <a:pt x="396523" y="1965375"/>
                </a:cubicBezTo>
                <a:cubicBezTo>
                  <a:pt x="396523" y="1995284"/>
                  <a:pt x="372277" y="2019530"/>
                  <a:pt x="342367" y="2019530"/>
                </a:cubicBezTo>
                <a:cubicBezTo>
                  <a:pt x="312457" y="2019530"/>
                  <a:pt x="288211" y="1995284"/>
                  <a:pt x="288211" y="1965375"/>
                </a:cubicBezTo>
                <a:cubicBezTo>
                  <a:pt x="288211" y="1935466"/>
                  <a:pt x="312457" y="1911220"/>
                  <a:pt x="342367" y="1911220"/>
                </a:cubicBezTo>
                <a:close/>
                <a:moveTo>
                  <a:pt x="260371" y="1911220"/>
                </a:moveTo>
                <a:cubicBezTo>
                  <a:pt x="264644" y="1911220"/>
                  <a:pt x="268108" y="1914684"/>
                  <a:pt x="268108" y="1918957"/>
                </a:cubicBezTo>
                <a:cubicBezTo>
                  <a:pt x="268108" y="1949903"/>
                  <a:pt x="268107" y="1980848"/>
                  <a:pt x="268107" y="2011794"/>
                </a:cubicBezTo>
                <a:lnTo>
                  <a:pt x="260371" y="2019530"/>
                </a:lnTo>
                <a:cubicBezTo>
                  <a:pt x="256098" y="2019530"/>
                  <a:pt x="252634" y="2016066"/>
                  <a:pt x="252634" y="2011793"/>
                </a:cubicBezTo>
                <a:lnTo>
                  <a:pt x="252634" y="1918957"/>
                </a:lnTo>
                <a:cubicBezTo>
                  <a:pt x="252635" y="1914684"/>
                  <a:pt x="256099" y="1911220"/>
                  <a:pt x="260371" y="1911220"/>
                </a:cubicBezTo>
                <a:close/>
                <a:moveTo>
                  <a:pt x="178375" y="1911220"/>
                </a:moveTo>
                <a:cubicBezTo>
                  <a:pt x="208285" y="1911220"/>
                  <a:pt x="232531" y="1935466"/>
                  <a:pt x="232531" y="1965375"/>
                </a:cubicBezTo>
                <a:cubicBezTo>
                  <a:pt x="232531" y="1995284"/>
                  <a:pt x="208285" y="2019530"/>
                  <a:pt x="178375" y="2019530"/>
                </a:cubicBezTo>
                <a:cubicBezTo>
                  <a:pt x="148465" y="2019530"/>
                  <a:pt x="124219" y="1995284"/>
                  <a:pt x="124219" y="1965375"/>
                </a:cubicBezTo>
                <a:cubicBezTo>
                  <a:pt x="124219" y="1935466"/>
                  <a:pt x="148465" y="1911220"/>
                  <a:pt x="178375" y="1911220"/>
                </a:cubicBezTo>
                <a:close/>
                <a:moveTo>
                  <a:pt x="96380" y="1911220"/>
                </a:moveTo>
                <a:cubicBezTo>
                  <a:pt x="100653" y="1911220"/>
                  <a:pt x="104117" y="1914684"/>
                  <a:pt x="104117" y="1918957"/>
                </a:cubicBezTo>
                <a:cubicBezTo>
                  <a:pt x="104117" y="1949903"/>
                  <a:pt x="104116" y="1980848"/>
                  <a:pt x="104116" y="2011794"/>
                </a:cubicBezTo>
                <a:lnTo>
                  <a:pt x="96380" y="2019530"/>
                </a:lnTo>
                <a:cubicBezTo>
                  <a:pt x="92107" y="2019530"/>
                  <a:pt x="88643" y="2016066"/>
                  <a:pt x="88643" y="2011793"/>
                </a:cubicBezTo>
                <a:lnTo>
                  <a:pt x="88643" y="1918957"/>
                </a:lnTo>
                <a:cubicBezTo>
                  <a:pt x="88645" y="1914684"/>
                  <a:pt x="92108" y="1911220"/>
                  <a:pt x="96380" y="1911220"/>
                </a:cubicBezTo>
                <a:close/>
                <a:moveTo>
                  <a:pt x="14384" y="1911220"/>
                </a:moveTo>
                <a:cubicBezTo>
                  <a:pt x="44294" y="1911220"/>
                  <a:pt x="68540" y="1935466"/>
                  <a:pt x="68540" y="1965375"/>
                </a:cubicBezTo>
                <a:cubicBezTo>
                  <a:pt x="68540" y="1995284"/>
                  <a:pt x="44294" y="2019530"/>
                  <a:pt x="14384" y="2019530"/>
                </a:cubicBezTo>
                <a:lnTo>
                  <a:pt x="0" y="2016626"/>
                </a:lnTo>
                <a:lnTo>
                  <a:pt x="0" y="1998270"/>
                </a:lnTo>
                <a:cubicBezTo>
                  <a:pt x="3579" y="2003070"/>
                  <a:pt x="8846" y="2004228"/>
                  <a:pt x="14383" y="2004228"/>
                </a:cubicBezTo>
                <a:cubicBezTo>
                  <a:pt x="35841" y="2004228"/>
                  <a:pt x="53236" y="1986833"/>
                  <a:pt x="53236" y="1965375"/>
                </a:cubicBezTo>
                <a:cubicBezTo>
                  <a:pt x="53191" y="1943917"/>
                  <a:pt x="35818" y="1926522"/>
                  <a:pt x="14383" y="1926522"/>
                </a:cubicBezTo>
                <a:lnTo>
                  <a:pt x="0" y="1932480"/>
                </a:lnTo>
                <a:lnTo>
                  <a:pt x="0" y="1914124"/>
                </a:lnTo>
                <a:cubicBezTo>
                  <a:pt x="4403" y="1911917"/>
                  <a:pt x="9312" y="1911220"/>
                  <a:pt x="14384" y="1911220"/>
                </a:cubicBezTo>
                <a:close/>
                <a:moveTo>
                  <a:pt x="9141594" y="1793911"/>
                </a:moveTo>
                <a:lnTo>
                  <a:pt x="9141594" y="1864133"/>
                </a:lnTo>
                <a:cubicBezTo>
                  <a:pt x="9132879" y="1855021"/>
                  <a:pt x="9127878" y="1842606"/>
                  <a:pt x="9127878" y="1829022"/>
                </a:cubicBezTo>
                <a:cubicBezTo>
                  <a:pt x="9127878" y="1815439"/>
                  <a:pt x="9132879" y="1803023"/>
                  <a:pt x="9141594" y="1793911"/>
                </a:cubicBezTo>
                <a:close/>
                <a:moveTo>
                  <a:pt x="8988806" y="1790169"/>
                </a:moveTo>
                <a:cubicBezTo>
                  <a:pt x="8967348" y="1790169"/>
                  <a:pt x="8949953" y="1807564"/>
                  <a:pt x="8949953" y="1829022"/>
                </a:cubicBezTo>
                <a:cubicBezTo>
                  <a:pt x="8949953" y="1850480"/>
                  <a:pt x="8967348" y="1867875"/>
                  <a:pt x="8988806" y="1867875"/>
                </a:cubicBezTo>
                <a:cubicBezTo>
                  <a:pt x="9010264" y="1867875"/>
                  <a:pt x="9027659" y="1850480"/>
                  <a:pt x="9027659" y="1829022"/>
                </a:cubicBezTo>
                <a:cubicBezTo>
                  <a:pt x="9027659" y="1807564"/>
                  <a:pt x="9010264" y="1790169"/>
                  <a:pt x="8988806" y="1790169"/>
                </a:cubicBezTo>
                <a:close/>
                <a:moveTo>
                  <a:pt x="8476053" y="1790169"/>
                </a:moveTo>
                <a:cubicBezTo>
                  <a:pt x="8454595" y="1790169"/>
                  <a:pt x="8437200" y="1807564"/>
                  <a:pt x="8437200" y="1829022"/>
                </a:cubicBezTo>
                <a:cubicBezTo>
                  <a:pt x="8437200" y="1850480"/>
                  <a:pt x="8454595" y="1867875"/>
                  <a:pt x="8476053" y="1867875"/>
                </a:cubicBezTo>
                <a:cubicBezTo>
                  <a:pt x="8497511" y="1867875"/>
                  <a:pt x="8514906" y="1850480"/>
                  <a:pt x="8514906" y="1829022"/>
                </a:cubicBezTo>
                <a:cubicBezTo>
                  <a:pt x="8514906" y="1807564"/>
                  <a:pt x="8497511" y="1790169"/>
                  <a:pt x="8476053" y="1790169"/>
                </a:cubicBezTo>
                <a:close/>
                <a:moveTo>
                  <a:pt x="8282826" y="1790169"/>
                </a:moveTo>
                <a:cubicBezTo>
                  <a:pt x="8261368" y="1790169"/>
                  <a:pt x="8243973" y="1807564"/>
                  <a:pt x="8243973" y="1829022"/>
                </a:cubicBezTo>
                <a:cubicBezTo>
                  <a:pt x="8243973" y="1850480"/>
                  <a:pt x="8261368" y="1867875"/>
                  <a:pt x="8282826" y="1867875"/>
                </a:cubicBezTo>
                <a:cubicBezTo>
                  <a:pt x="8304284" y="1867875"/>
                  <a:pt x="8321679" y="1850480"/>
                  <a:pt x="8321679" y="1829022"/>
                </a:cubicBezTo>
                <a:cubicBezTo>
                  <a:pt x="8321679" y="1807564"/>
                  <a:pt x="8304284" y="1790169"/>
                  <a:pt x="8282826" y="1790169"/>
                </a:cubicBezTo>
                <a:close/>
                <a:moveTo>
                  <a:pt x="8123063" y="1790169"/>
                </a:moveTo>
                <a:cubicBezTo>
                  <a:pt x="8101605" y="1790169"/>
                  <a:pt x="8084210" y="1807564"/>
                  <a:pt x="8084210" y="1829022"/>
                </a:cubicBezTo>
                <a:cubicBezTo>
                  <a:pt x="8084210" y="1850480"/>
                  <a:pt x="8101605" y="1867875"/>
                  <a:pt x="8123063" y="1867875"/>
                </a:cubicBezTo>
                <a:cubicBezTo>
                  <a:pt x="8144521" y="1867875"/>
                  <a:pt x="8161916" y="1850480"/>
                  <a:pt x="8161916" y="1829022"/>
                </a:cubicBezTo>
                <a:cubicBezTo>
                  <a:pt x="8161916" y="1807564"/>
                  <a:pt x="8144521" y="1790169"/>
                  <a:pt x="8123063" y="1790169"/>
                </a:cubicBezTo>
                <a:close/>
                <a:moveTo>
                  <a:pt x="7963299" y="1790169"/>
                </a:moveTo>
                <a:cubicBezTo>
                  <a:pt x="7941841" y="1790169"/>
                  <a:pt x="7924446" y="1807564"/>
                  <a:pt x="7924446" y="1829022"/>
                </a:cubicBezTo>
                <a:cubicBezTo>
                  <a:pt x="7924446" y="1850480"/>
                  <a:pt x="7941841" y="1867875"/>
                  <a:pt x="7963299" y="1867875"/>
                </a:cubicBezTo>
                <a:cubicBezTo>
                  <a:pt x="7984757" y="1867875"/>
                  <a:pt x="8002152" y="1850480"/>
                  <a:pt x="8002152" y="1829022"/>
                </a:cubicBezTo>
                <a:cubicBezTo>
                  <a:pt x="8002152" y="1807564"/>
                  <a:pt x="7984757" y="1790169"/>
                  <a:pt x="7963299" y="1790169"/>
                </a:cubicBezTo>
                <a:close/>
                <a:moveTo>
                  <a:pt x="7770072" y="1790169"/>
                </a:moveTo>
                <a:cubicBezTo>
                  <a:pt x="7748614" y="1790169"/>
                  <a:pt x="7731219" y="1807564"/>
                  <a:pt x="7731219" y="1829022"/>
                </a:cubicBezTo>
                <a:cubicBezTo>
                  <a:pt x="7731219" y="1850480"/>
                  <a:pt x="7748614" y="1867875"/>
                  <a:pt x="7770072" y="1867875"/>
                </a:cubicBezTo>
                <a:cubicBezTo>
                  <a:pt x="7791530" y="1867875"/>
                  <a:pt x="7808925" y="1850480"/>
                  <a:pt x="7808925" y="1829022"/>
                </a:cubicBezTo>
                <a:cubicBezTo>
                  <a:pt x="7808925" y="1807564"/>
                  <a:pt x="7791530" y="1790169"/>
                  <a:pt x="7770072" y="1790169"/>
                </a:cubicBezTo>
                <a:close/>
                <a:moveTo>
                  <a:pt x="7257319" y="1790169"/>
                </a:moveTo>
                <a:cubicBezTo>
                  <a:pt x="7235861" y="1790169"/>
                  <a:pt x="7218466" y="1807564"/>
                  <a:pt x="7218466" y="1829022"/>
                </a:cubicBezTo>
                <a:cubicBezTo>
                  <a:pt x="7218466" y="1850480"/>
                  <a:pt x="7235861" y="1867875"/>
                  <a:pt x="7257319" y="1867875"/>
                </a:cubicBezTo>
                <a:cubicBezTo>
                  <a:pt x="7278777" y="1867875"/>
                  <a:pt x="7296172" y="1850480"/>
                  <a:pt x="7296172" y="1829022"/>
                </a:cubicBezTo>
                <a:cubicBezTo>
                  <a:pt x="7296172" y="1807564"/>
                  <a:pt x="7278777" y="1790169"/>
                  <a:pt x="7257319" y="1790169"/>
                </a:cubicBezTo>
                <a:close/>
                <a:moveTo>
                  <a:pt x="7129359" y="1790169"/>
                </a:moveTo>
                <a:cubicBezTo>
                  <a:pt x="7107901" y="1790169"/>
                  <a:pt x="7090506" y="1807564"/>
                  <a:pt x="7090506" y="1829022"/>
                </a:cubicBezTo>
                <a:cubicBezTo>
                  <a:pt x="7090506" y="1850480"/>
                  <a:pt x="7107901" y="1867875"/>
                  <a:pt x="7129359" y="1867875"/>
                </a:cubicBezTo>
                <a:cubicBezTo>
                  <a:pt x="7150817" y="1867875"/>
                  <a:pt x="7168212" y="1850480"/>
                  <a:pt x="7168212" y="1829022"/>
                </a:cubicBezTo>
                <a:cubicBezTo>
                  <a:pt x="7168212" y="1807564"/>
                  <a:pt x="7150817" y="1790169"/>
                  <a:pt x="7129359" y="1790169"/>
                </a:cubicBezTo>
                <a:close/>
                <a:moveTo>
                  <a:pt x="6616581" y="1790169"/>
                </a:moveTo>
                <a:cubicBezTo>
                  <a:pt x="6595123" y="1790169"/>
                  <a:pt x="6577728" y="1807564"/>
                  <a:pt x="6577728" y="1829022"/>
                </a:cubicBezTo>
                <a:cubicBezTo>
                  <a:pt x="6577728" y="1850480"/>
                  <a:pt x="6595123" y="1867875"/>
                  <a:pt x="6616581" y="1867875"/>
                </a:cubicBezTo>
                <a:cubicBezTo>
                  <a:pt x="6638039" y="1867875"/>
                  <a:pt x="6655434" y="1850480"/>
                  <a:pt x="6655434" y="1829022"/>
                </a:cubicBezTo>
                <a:cubicBezTo>
                  <a:pt x="6655434" y="1807564"/>
                  <a:pt x="6638039" y="1790169"/>
                  <a:pt x="6616581" y="1790169"/>
                </a:cubicBezTo>
                <a:close/>
                <a:moveTo>
                  <a:pt x="6423355" y="1790169"/>
                </a:moveTo>
                <a:cubicBezTo>
                  <a:pt x="6401897" y="1790169"/>
                  <a:pt x="6384502" y="1807564"/>
                  <a:pt x="6384502" y="1829022"/>
                </a:cubicBezTo>
                <a:cubicBezTo>
                  <a:pt x="6384502" y="1850480"/>
                  <a:pt x="6401897" y="1867875"/>
                  <a:pt x="6423355" y="1867875"/>
                </a:cubicBezTo>
                <a:cubicBezTo>
                  <a:pt x="6444813" y="1867875"/>
                  <a:pt x="6462208" y="1850480"/>
                  <a:pt x="6462208" y="1829022"/>
                </a:cubicBezTo>
                <a:cubicBezTo>
                  <a:pt x="6462208" y="1807564"/>
                  <a:pt x="6444813" y="1790169"/>
                  <a:pt x="6423355" y="1790169"/>
                </a:cubicBezTo>
                <a:close/>
                <a:moveTo>
                  <a:pt x="6263591" y="1790169"/>
                </a:moveTo>
                <a:cubicBezTo>
                  <a:pt x="6242133" y="1790169"/>
                  <a:pt x="6224738" y="1807564"/>
                  <a:pt x="6224738" y="1829022"/>
                </a:cubicBezTo>
                <a:cubicBezTo>
                  <a:pt x="6224738" y="1850480"/>
                  <a:pt x="6242133" y="1867875"/>
                  <a:pt x="6263591" y="1867875"/>
                </a:cubicBezTo>
                <a:cubicBezTo>
                  <a:pt x="6285049" y="1867875"/>
                  <a:pt x="6302444" y="1850480"/>
                  <a:pt x="6302444" y="1829022"/>
                </a:cubicBezTo>
                <a:cubicBezTo>
                  <a:pt x="6302444" y="1807564"/>
                  <a:pt x="6285049" y="1790169"/>
                  <a:pt x="6263591" y="1790169"/>
                </a:cubicBezTo>
                <a:close/>
                <a:moveTo>
                  <a:pt x="6103827" y="1790169"/>
                </a:moveTo>
                <a:cubicBezTo>
                  <a:pt x="6082369" y="1790169"/>
                  <a:pt x="6064974" y="1807564"/>
                  <a:pt x="6064974" y="1829022"/>
                </a:cubicBezTo>
                <a:cubicBezTo>
                  <a:pt x="6064974" y="1850480"/>
                  <a:pt x="6082369" y="1867875"/>
                  <a:pt x="6103827" y="1867875"/>
                </a:cubicBezTo>
                <a:cubicBezTo>
                  <a:pt x="6125285" y="1867875"/>
                  <a:pt x="6142680" y="1850480"/>
                  <a:pt x="6142680" y="1829022"/>
                </a:cubicBezTo>
                <a:cubicBezTo>
                  <a:pt x="6142680" y="1807564"/>
                  <a:pt x="6125285" y="1790169"/>
                  <a:pt x="6103827" y="1790169"/>
                </a:cubicBezTo>
                <a:close/>
                <a:moveTo>
                  <a:pt x="5910600" y="1790169"/>
                </a:moveTo>
                <a:cubicBezTo>
                  <a:pt x="5889142" y="1790169"/>
                  <a:pt x="5871747" y="1807564"/>
                  <a:pt x="5871747" y="1829022"/>
                </a:cubicBezTo>
                <a:cubicBezTo>
                  <a:pt x="5871747" y="1850480"/>
                  <a:pt x="5889142" y="1867875"/>
                  <a:pt x="5910600" y="1867875"/>
                </a:cubicBezTo>
                <a:cubicBezTo>
                  <a:pt x="5932058" y="1867875"/>
                  <a:pt x="5949453" y="1850480"/>
                  <a:pt x="5949453" y="1829022"/>
                </a:cubicBezTo>
                <a:cubicBezTo>
                  <a:pt x="5949453" y="1807564"/>
                  <a:pt x="5932058" y="1790169"/>
                  <a:pt x="5910600" y="1790169"/>
                </a:cubicBezTo>
                <a:close/>
                <a:moveTo>
                  <a:pt x="5397847" y="1790169"/>
                </a:moveTo>
                <a:cubicBezTo>
                  <a:pt x="5376389" y="1790169"/>
                  <a:pt x="5358994" y="1807564"/>
                  <a:pt x="5358994" y="1829022"/>
                </a:cubicBezTo>
                <a:cubicBezTo>
                  <a:pt x="5358994" y="1850480"/>
                  <a:pt x="5376389" y="1867875"/>
                  <a:pt x="5397847" y="1867875"/>
                </a:cubicBezTo>
                <a:cubicBezTo>
                  <a:pt x="5419305" y="1867875"/>
                  <a:pt x="5436700" y="1850480"/>
                  <a:pt x="5436700" y="1829022"/>
                </a:cubicBezTo>
                <a:cubicBezTo>
                  <a:pt x="5436700" y="1807564"/>
                  <a:pt x="5419305" y="1790169"/>
                  <a:pt x="5397847" y="1790169"/>
                </a:cubicBezTo>
                <a:close/>
                <a:moveTo>
                  <a:pt x="5204620" y="1790169"/>
                </a:moveTo>
                <a:cubicBezTo>
                  <a:pt x="5183162" y="1790169"/>
                  <a:pt x="5165767" y="1807564"/>
                  <a:pt x="5165767" y="1829022"/>
                </a:cubicBezTo>
                <a:cubicBezTo>
                  <a:pt x="5165767" y="1850480"/>
                  <a:pt x="5183162" y="1867875"/>
                  <a:pt x="5204620" y="1867875"/>
                </a:cubicBezTo>
                <a:cubicBezTo>
                  <a:pt x="5226078" y="1867875"/>
                  <a:pt x="5243473" y="1850480"/>
                  <a:pt x="5243473" y="1829022"/>
                </a:cubicBezTo>
                <a:cubicBezTo>
                  <a:pt x="5243473" y="1807564"/>
                  <a:pt x="5226078" y="1790169"/>
                  <a:pt x="5204620" y="1790169"/>
                </a:cubicBezTo>
                <a:close/>
                <a:moveTo>
                  <a:pt x="5044856" y="1790169"/>
                </a:moveTo>
                <a:cubicBezTo>
                  <a:pt x="5023398" y="1790169"/>
                  <a:pt x="5006003" y="1807564"/>
                  <a:pt x="5006003" y="1829022"/>
                </a:cubicBezTo>
                <a:cubicBezTo>
                  <a:pt x="5006003" y="1850480"/>
                  <a:pt x="5023398" y="1867875"/>
                  <a:pt x="5044856" y="1867875"/>
                </a:cubicBezTo>
                <a:cubicBezTo>
                  <a:pt x="5066314" y="1867875"/>
                  <a:pt x="5083709" y="1850480"/>
                  <a:pt x="5083709" y="1829022"/>
                </a:cubicBezTo>
                <a:cubicBezTo>
                  <a:pt x="5083709" y="1807564"/>
                  <a:pt x="5066314" y="1790169"/>
                  <a:pt x="5044856" y="1790169"/>
                </a:cubicBezTo>
                <a:close/>
                <a:moveTo>
                  <a:pt x="4885093" y="1790169"/>
                </a:moveTo>
                <a:cubicBezTo>
                  <a:pt x="4863635" y="1790169"/>
                  <a:pt x="4846240" y="1807564"/>
                  <a:pt x="4846240" y="1829022"/>
                </a:cubicBezTo>
                <a:cubicBezTo>
                  <a:pt x="4846240" y="1850480"/>
                  <a:pt x="4863635" y="1867875"/>
                  <a:pt x="4885093" y="1867875"/>
                </a:cubicBezTo>
                <a:cubicBezTo>
                  <a:pt x="4906551" y="1867875"/>
                  <a:pt x="4923946" y="1850480"/>
                  <a:pt x="4923946" y="1829022"/>
                </a:cubicBezTo>
                <a:cubicBezTo>
                  <a:pt x="4923946" y="1807564"/>
                  <a:pt x="4906551" y="1790169"/>
                  <a:pt x="4885093" y="1790169"/>
                </a:cubicBezTo>
                <a:close/>
                <a:moveTo>
                  <a:pt x="4691865" y="1790169"/>
                </a:moveTo>
                <a:cubicBezTo>
                  <a:pt x="4670407" y="1790169"/>
                  <a:pt x="4653012" y="1807564"/>
                  <a:pt x="4653012" y="1829022"/>
                </a:cubicBezTo>
                <a:cubicBezTo>
                  <a:pt x="4653012" y="1850480"/>
                  <a:pt x="4670407" y="1867875"/>
                  <a:pt x="4691865" y="1867875"/>
                </a:cubicBezTo>
                <a:cubicBezTo>
                  <a:pt x="4713323" y="1867875"/>
                  <a:pt x="4730718" y="1850480"/>
                  <a:pt x="4730718" y="1829022"/>
                </a:cubicBezTo>
                <a:cubicBezTo>
                  <a:pt x="4730718" y="1807564"/>
                  <a:pt x="4713323" y="1790169"/>
                  <a:pt x="4691865" y="1790169"/>
                </a:cubicBezTo>
                <a:close/>
                <a:moveTo>
                  <a:pt x="4498638" y="1790169"/>
                </a:moveTo>
                <a:cubicBezTo>
                  <a:pt x="4477180" y="1790169"/>
                  <a:pt x="4459785" y="1807564"/>
                  <a:pt x="4459785" y="1829022"/>
                </a:cubicBezTo>
                <a:cubicBezTo>
                  <a:pt x="4459785" y="1850480"/>
                  <a:pt x="4477180" y="1867875"/>
                  <a:pt x="4498638" y="1867875"/>
                </a:cubicBezTo>
                <a:cubicBezTo>
                  <a:pt x="4520096" y="1867875"/>
                  <a:pt x="4537491" y="1850480"/>
                  <a:pt x="4537491" y="1829022"/>
                </a:cubicBezTo>
                <a:cubicBezTo>
                  <a:pt x="4537491" y="1807564"/>
                  <a:pt x="4520096" y="1790169"/>
                  <a:pt x="4498638" y="1790169"/>
                </a:cubicBezTo>
                <a:close/>
                <a:moveTo>
                  <a:pt x="4338874" y="1790169"/>
                </a:moveTo>
                <a:cubicBezTo>
                  <a:pt x="4317416" y="1790169"/>
                  <a:pt x="4300021" y="1807564"/>
                  <a:pt x="4300021" y="1829022"/>
                </a:cubicBezTo>
                <a:cubicBezTo>
                  <a:pt x="4300021" y="1850480"/>
                  <a:pt x="4317416" y="1867875"/>
                  <a:pt x="4338874" y="1867875"/>
                </a:cubicBezTo>
                <a:cubicBezTo>
                  <a:pt x="4360332" y="1867875"/>
                  <a:pt x="4377727" y="1850480"/>
                  <a:pt x="4377727" y="1829022"/>
                </a:cubicBezTo>
                <a:cubicBezTo>
                  <a:pt x="4377727" y="1807564"/>
                  <a:pt x="4360332" y="1790169"/>
                  <a:pt x="4338874" y="1790169"/>
                </a:cubicBezTo>
                <a:close/>
                <a:moveTo>
                  <a:pt x="4145648" y="1790169"/>
                </a:moveTo>
                <a:cubicBezTo>
                  <a:pt x="4124190" y="1790169"/>
                  <a:pt x="4106795" y="1807564"/>
                  <a:pt x="4106795" y="1829022"/>
                </a:cubicBezTo>
                <a:cubicBezTo>
                  <a:pt x="4106795" y="1850480"/>
                  <a:pt x="4124190" y="1867875"/>
                  <a:pt x="4145648" y="1867875"/>
                </a:cubicBezTo>
                <a:cubicBezTo>
                  <a:pt x="4167106" y="1867875"/>
                  <a:pt x="4184501" y="1850480"/>
                  <a:pt x="4184501" y="1829022"/>
                </a:cubicBezTo>
                <a:cubicBezTo>
                  <a:pt x="4184501" y="1807564"/>
                  <a:pt x="4167106" y="1790169"/>
                  <a:pt x="4145648" y="1790169"/>
                </a:cubicBezTo>
                <a:close/>
                <a:moveTo>
                  <a:pt x="3599432" y="1790169"/>
                </a:moveTo>
                <a:cubicBezTo>
                  <a:pt x="3577974" y="1790169"/>
                  <a:pt x="3560579" y="1807564"/>
                  <a:pt x="3560579" y="1829022"/>
                </a:cubicBezTo>
                <a:cubicBezTo>
                  <a:pt x="3560579" y="1850480"/>
                  <a:pt x="3577974" y="1867875"/>
                  <a:pt x="3599432" y="1867875"/>
                </a:cubicBezTo>
                <a:cubicBezTo>
                  <a:pt x="3620890" y="1867875"/>
                  <a:pt x="3638285" y="1850480"/>
                  <a:pt x="3638285" y="1829022"/>
                </a:cubicBezTo>
                <a:cubicBezTo>
                  <a:pt x="3638285" y="1807564"/>
                  <a:pt x="3620890" y="1790169"/>
                  <a:pt x="3599432" y="1790169"/>
                </a:cubicBezTo>
                <a:close/>
                <a:moveTo>
                  <a:pt x="3473132" y="1790169"/>
                </a:moveTo>
                <a:cubicBezTo>
                  <a:pt x="3451674" y="1790169"/>
                  <a:pt x="3434279" y="1807564"/>
                  <a:pt x="3434279" y="1829022"/>
                </a:cubicBezTo>
                <a:cubicBezTo>
                  <a:pt x="3434279" y="1850480"/>
                  <a:pt x="3451674" y="1867875"/>
                  <a:pt x="3473132" y="1867875"/>
                </a:cubicBezTo>
                <a:cubicBezTo>
                  <a:pt x="3494590" y="1867875"/>
                  <a:pt x="3511985" y="1850480"/>
                  <a:pt x="3511985" y="1829022"/>
                </a:cubicBezTo>
                <a:cubicBezTo>
                  <a:pt x="3511985" y="1807564"/>
                  <a:pt x="3494590" y="1790169"/>
                  <a:pt x="3473132" y="1790169"/>
                </a:cubicBezTo>
                <a:close/>
                <a:moveTo>
                  <a:pt x="2960379" y="1790169"/>
                </a:moveTo>
                <a:cubicBezTo>
                  <a:pt x="2938921" y="1790169"/>
                  <a:pt x="2921526" y="1807564"/>
                  <a:pt x="2921526" y="1829022"/>
                </a:cubicBezTo>
                <a:cubicBezTo>
                  <a:pt x="2921526" y="1850480"/>
                  <a:pt x="2938921" y="1867875"/>
                  <a:pt x="2960379" y="1867875"/>
                </a:cubicBezTo>
                <a:cubicBezTo>
                  <a:pt x="2981837" y="1867875"/>
                  <a:pt x="2999232" y="1850480"/>
                  <a:pt x="2999232" y="1829022"/>
                </a:cubicBezTo>
                <a:cubicBezTo>
                  <a:pt x="2999232" y="1807564"/>
                  <a:pt x="2981837" y="1790169"/>
                  <a:pt x="2960379" y="1790169"/>
                </a:cubicBezTo>
                <a:close/>
                <a:moveTo>
                  <a:pt x="2767152" y="1790169"/>
                </a:moveTo>
                <a:cubicBezTo>
                  <a:pt x="2745694" y="1790169"/>
                  <a:pt x="2728299" y="1807564"/>
                  <a:pt x="2728299" y="1829022"/>
                </a:cubicBezTo>
                <a:cubicBezTo>
                  <a:pt x="2728299" y="1850480"/>
                  <a:pt x="2745694" y="1867875"/>
                  <a:pt x="2767152" y="1867875"/>
                </a:cubicBezTo>
                <a:cubicBezTo>
                  <a:pt x="2788610" y="1867875"/>
                  <a:pt x="2806005" y="1850480"/>
                  <a:pt x="2806005" y="1829022"/>
                </a:cubicBezTo>
                <a:cubicBezTo>
                  <a:pt x="2806005" y="1807564"/>
                  <a:pt x="2788610" y="1790169"/>
                  <a:pt x="2767152" y="1790169"/>
                </a:cubicBezTo>
                <a:close/>
                <a:moveTo>
                  <a:pt x="2607388" y="1790169"/>
                </a:moveTo>
                <a:cubicBezTo>
                  <a:pt x="2585930" y="1790169"/>
                  <a:pt x="2568535" y="1807564"/>
                  <a:pt x="2568535" y="1829022"/>
                </a:cubicBezTo>
                <a:cubicBezTo>
                  <a:pt x="2568535" y="1850480"/>
                  <a:pt x="2585930" y="1867875"/>
                  <a:pt x="2607388" y="1867875"/>
                </a:cubicBezTo>
                <a:cubicBezTo>
                  <a:pt x="2628846" y="1867875"/>
                  <a:pt x="2646241" y="1850480"/>
                  <a:pt x="2646241" y="1829022"/>
                </a:cubicBezTo>
                <a:cubicBezTo>
                  <a:pt x="2646241" y="1807564"/>
                  <a:pt x="2628846" y="1790169"/>
                  <a:pt x="2607388" y="1790169"/>
                </a:cubicBezTo>
                <a:close/>
                <a:moveTo>
                  <a:pt x="2414161" y="1790169"/>
                </a:moveTo>
                <a:cubicBezTo>
                  <a:pt x="2392703" y="1790169"/>
                  <a:pt x="2375308" y="1807564"/>
                  <a:pt x="2375308" y="1829022"/>
                </a:cubicBezTo>
                <a:cubicBezTo>
                  <a:pt x="2375308" y="1850480"/>
                  <a:pt x="2392703" y="1867875"/>
                  <a:pt x="2414161" y="1867875"/>
                </a:cubicBezTo>
                <a:cubicBezTo>
                  <a:pt x="2435619" y="1867875"/>
                  <a:pt x="2453014" y="1850480"/>
                  <a:pt x="2453014" y="1829022"/>
                </a:cubicBezTo>
                <a:cubicBezTo>
                  <a:pt x="2453014" y="1807564"/>
                  <a:pt x="2435619" y="1790169"/>
                  <a:pt x="2414161" y="1790169"/>
                </a:cubicBezTo>
                <a:close/>
                <a:moveTo>
                  <a:pt x="2220934" y="1790169"/>
                </a:moveTo>
                <a:cubicBezTo>
                  <a:pt x="2199476" y="1790169"/>
                  <a:pt x="2182081" y="1807564"/>
                  <a:pt x="2182081" y="1829022"/>
                </a:cubicBezTo>
                <a:cubicBezTo>
                  <a:pt x="2182081" y="1850480"/>
                  <a:pt x="2199476" y="1867875"/>
                  <a:pt x="2220934" y="1867875"/>
                </a:cubicBezTo>
                <a:cubicBezTo>
                  <a:pt x="2242392" y="1867875"/>
                  <a:pt x="2259787" y="1850480"/>
                  <a:pt x="2259787" y="1829022"/>
                </a:cubicBezTo>
                <a:cubicBezTo>
                  <a:pt x="2259787" y="1807564"/>
                  <a:pt x="2242392" y="1790169"/>
                  <a:pt x="2220934" y="1790169"/>
                </a:cubicBezTo>
                <a:close/>
                <a:moveTo>
                  <a:pt x="2027707" y="1790169"/>
                </a:moveTo>
                <a:cubicBezTo>
                  <a:pt x="2006249" y="1790169"/>
                  <a:pt x="1988854" y="1807564"/>
                  <a:pt x="1988854" y="1829022"/>
                </a:cubicBezTo>
                <a:cubicBezTo>
                  <a:pt x="1988854" y="1850480"/>
                  <a:pt x="2006249" y="1867875"/>
                  <a:pt x="2027707" y="1867875"/>
                </a:cubicBezTo>
                <a:cubicBezTo>
                  <a:pt x="2049165" y="1867875"/>
                  <a:pt x="2066560" y="1850480"/>
                  <a:pt x="2066560" y="1829022"/>
                </a:cubicBezTo>
                <a:cubicBezTo>
                  <a:pt x="2066560" y="1807564"/>
                  <a:pt x="2049165" y="1790169"/>
                  <a:pt x="2027707" y="1790169"/>
                </a:cubicBezTo>
                <a:close/>
                <a:moveTo>
                  <a:pt x="1867943" y="1790169"/>
                </a:moveTo>
                <a:cubicBezTo>
                  <a:pt x="1846485" y="1790169"/>
                  <a:pt x="1829090" y="1807564"/>
                  <a:pt x="1829090" y="1829022"/>
                </a:cubicBezTo>
                <a:cubicBezTo>
                  <a:pt x="1829090" y="1850480"/>
                  <a:pt x="1846485" y="1867875"/>
                  <a:pt x="1867943" y="1867875"/>
                </a:cubicBezTo>
                <a:cubicBezTo>
                  <a:pt x="1889401" y="1867875"/>
                  <a:pt x="1906796" y="1850480"/>
                  <a:pt x="1906796" y="1829022"/>
                </a:cubicBezTo>
                <a:cubicBezTo>
                  <a:pt x="1906796" y="1807564"/>
                  <a:pt x="1889401" y="1790169"/>
                  <a:pt x="1867943" y="1790169"/>
                </a:cubicBezTo>
                <a:close/>
                <a:moveTo>
                  <a:pt x="1674716" y="1790169"/>
                </a:moveTo>
                <a:cubicBezTo>
                  <a:pt x="1653258" y="1790169"/>
                  <a:pt x="1635863" y="1807564"/>
                  <a:pt x="1635863" y="1829022"/>
                </a:cubicBezTo>
                <a:cubicBezTo>
                  <a:pt x="1635863" y="1850480"/>
                  <a:pt x="1653258" y="1867875"/>
                  <a:pt x="1674716" y="1867875"/>
                </a:cubicBezTo>
                <a:cubicBezTo>
                  <a:pt x="1696174" y="1867875"/>
                  <a:pt x="1713569" y="1850480"/>
                  <a:pt x="1713569" y="1829022"/>
                </a:cubicBezTo>
                <a:cubicBezTo>
                  <a:pt x="1713569" y="1807564"/>
                  <a:pt x="1696174" y="1790169"/>
                  <a:pt x="1674716" y="1790169"/>
                </a:cubicBezTo>
                <a:close/>
                <a:moveTo>
                  <a:pt x="1161963" y="1790169"/>
                </a:moveTo>
                <a:cubicBezTo>
                  <a:pt x="1140505" y="1790169"/>
                  <a:pt x="1123110" y="1807564"/>
                  <a:pt x="1123110" y="1829022"/>
                </a:cubicBezTo>
                <a:cubicBezTo>
                  <a:pt x="1123110" y="1850480"/>
                  <a:pt x="1140505" y="1867875"/>
                  <a:pt x="1161963" y="1867875"/>
                </a:cubicBezTo>
                <a:cubicBezTo>
                  <a:pt x="1183421" y="1867875"/>
                  <a:pt x="1200816" y="1850480"/>
                  <a:pt x="1200816" y="1829022"/>
                </a:cubicBezTo>
                <a:cubicBezTo>
                  <a:pt x="1200816" y="1807564"/>
                  <a:pt x="1183421" y="1790169"/>
                  <a:pt x="1161963" y="1790169"/>
                </a:cubicBezTo>
                <a:close/>
                <a:moveTo>
                  <a:pt x="968736" y="1790169"/>
                </a:moveTo>
                <a:cubicBezTo>
                  <a:pt x="947278" y="1790169"/>
                  <a:pt x="929883" y="1807564"/>
                  <a:pt x="929883" y="1829022"/>
                </a:cubicBezTo>
                <a:cubicBezTo>
                  <a:pt x="929883" y="1850480"/>
                  <a:pt x="947278" y="1867875"/>
                  <a:pt x="968736" y="1867875"/>
                </a:cubicBezTo>
                <a:cubicBezTo>
                  <a:pt x="990194" y="1867875"/>
                  <a:pt x="1007589" y="1850480"/>
                  <a:pt x="1007589" y="1829022"/>
                </a:cubicBezTo>
                <a:cubicBezTo>
                  <a:pt x="1007589" y="1807564"/>
                  <a:pt x="990194" y="1790169"/>
                  <a:pt x="968736" y="1790169"/>
                </a:cubicBezTo>
                <a:close/>
                <a:moveTo>
                  <a:pt x="808973" y="1790169"/>
                </a:moveTo>
                <a:cubicBezTo>
                  <a:pt x="787515" y="1790169"/>
                  <a:pt x="770120" y="1807564"/>
                  <a:pt x="770120" y="1829022"/>
                </a:cubicBezTo>
                <a:cubicBezTo>
                  <a:pt x="770121" y="1850480"/>
                  <a:pt x="787515" y="1867875"/>
                  <a:pt x="808973" y="1867875"/>
                </a:cubicBezTo>
                <a:cubicBezTo>
                  <a:pt x="830431" y="1867875"/>
                  <a:pt x="847826" y="1850480"/>
                  <a:pt x="847826" y="1829022"/>
                </a:cubicBezTo>
                <a:cubicBezTo>
                  <a:pt x="847823" y="1807564"/>
                  <a:pt x="830428" y="1790169"/>
                  <a:pt x="808973" y="1790169"/>
                </a:cubicBezTo>
                <a:close/>
                <a:moveTo>
                  <a:pt x="649209" y="1790169"/>
                </a:moveTo>
                <a:cubicBezTo>
                  <a:pt x="627751" y="1790169"/>
                  <a:pt x="610356" y="1807564"/>
                  <a:pt x="610356" y="1829022"/>
                </a:cubicBezTo>
                <a:cubicBezTo>
                  <a:pt x="610357" y="1850480"/>
                  <a:pt x="627751" y="1867875"/>
                  <a:pt x="649209" y="1867875"/>
                </a:cubicBezTo>
                <a:cubicBezTo>
                  <a:pt x="670667" y="1867875"/>
                  <a:pt x="688062" y="1850480"/>
                  <a:pt x="688062" y="1829022"/>
                </a:cubicBezTo>
                <a:cubicBezTo>
                  <a:pt x="688059" y="1807564"/>
                  <a:pt x="670664" y="1790169"/>
                  <a:pt x="649209" y="1790169"/>
                </a:cubicBezTo>
                <a:close/>
                <a:moveTo>
                  <a:pt x="455982" y="1790169"/>
                </a:moveTo>
                <a:cubicBezTo>
                  <a:pt x="434524" y="1790169"/>
                  <a:pt x="417129" y="1807564"/>
                  <a:pt x="417129" y="1829022"/>
                </a:cubicBezTo>
                <a:cubicBezTo>
                  <a:pt x="417130" y="1850480"/>
                  <a:pt x="434524" y="1867875"/>
                  <a:pt x="455982" y="1867875"/>
                </a:cubicBezTo>
                <a:cubicBezTo>
                  <a:pt x="477440" y="1867875"/>
                  <a:pt x="494835" y="1850480"/>
                  <a:pt x="494835" y="1829022"/>
                </a:cubicBezTo>
                <a:cubicBezTo>
                  <a:pt x="494832" y="1807564"/>
                  <a:pt x="477437" y="1790169"/>
                  <a:pt x="455982" y="1790169"/>
                </a:cubicBezTo>
                <a:close/>
                <a:moveTo>
                  <a:pt x="8829043" y="1788653"/>
                </a:moveTo>
                <a:cubicBezTo>
                  <a:pt x="8807585" y="1788653"/>
                  <a:pt x="8790190" y="1806048"/>
                  <a:pt x="8790190" y="1827506"/>
                </a:cubicBezTo>
                <a:cubicBezTo>
                  <a:pt x="8790190" y="1848964"/>
                  <a:pt x="8807585" y="1866359"/>
                  <a:pt x="8829043" y="1866359"/>
                </a:cubicBezTo>
                <a:cubicBezTo>
                  <a:pt x="8850501" y="1866359"/>
                  <a:pt x="8867896" y="1848964"/>
                  <a:pt x="8867896" y="1827506"/>
                </a:cubicBezTo>
                <a:cubicBezTo>
                  <a:pt x="8867896" y="1806048"/>
                  <a:pt x="8850501" y="1788653"/>
                  <a:pt x="8829043" y="1788653"/>
                </a:cubicBezTo>
                <a:close/>
                <a:moveTo>
                  <a:pt x="8669280" y="1788653"/>
                </a:moveTo>
                <a:cubicBezTo>
                  <a:pt x="8647822" y="1788653"/>
                  <a:pt x="8630427" y="1806048"/>
                  <a:pt x="8630427" y="1827506"/>
                </a:cubicBezTo>
                <a:cubicBezTo>
                  <a:pt x="8630427" y="1848964"/>
                  <a:pt x="8647822" y="1866359"/>
                  <a:pt x="8669280" y="1866359"/>
                </a:cubicBezTo>
                <a:cubicBezTo>
                  <a:pt x="8690738" y="1866359"/>
                  <a:pt x="8708133" y="1848964"/>
                  <a:pt x="8708133" y="1827506"/>
                </a:cubicBezTo>
                <a:cubicBezTo>
                  <a:pt x="8708133" y="1806048"/>
                  <a:pt x="8690738" y="1788653"/>
                  <a:pt x="8669280" y="1788653"/>
                </a:cubicBezTo>
                <a:close/>
                <a:moveTo>
                  <a:pt x="7610309" y="1788653"/>
                </a:moveTo>
                <a:cubicBezTo>
                  <a:pt x="7588851" y="1788653"/>
                  <a:pt x="7571456" y="1806048"/>
                  <a:pt x="7571456" y="1827506"/>
                </a:cubicBezTo>
                <a:cubicBezTo>
                  <a:pt x="7571456" y="1848964"/>
                  <a:pt x="7588851" y="1866359"/>
                  <a:pt x="7610309" y="1866359"/>
                </a:cubicBezTo>
                <a:cubicBezTo>
                  <a:pt x="7631767" y="1866359"/>
                  <a:pt x="7649162" y="1848964"/>
                  <a:pt x="7649162" y="1827506"/>
                </a:cubicBezTo>
                <a:cubicBezTo>
                  <a:pt x="7649162" y="1806048"/>
                  <a:pt x="7631767" y="1788653"/>
                  <a:pt x="7610309" y="1788653"/>
                </a:cubicBezTo>
                <a:close/>
                <a:moveTo>
                  <a:pt x="7450546" y="1788653"/>
                </a:moveTo>
                <a:cubicBezTo>
                  <a:pt x="7429088" y="1788653"/>
                  <a:pt x="7411693" y="1806048"/>
                  <a:pt x="7411693" y="1827506"/>
                </a:cubicBezTo>
                <a:cubicBezTo>
                  <a:pt x="7411693" y="1848964"/>
                  <a:pt x="7429088" y="1866359"/>
                  <a:pt x="7450546" y="1866359"/>
                </a:cubicBezTo>
                <a:cubicBezTo>
                  <a:pt x="7472004" y="1866359"/>
                  <a:pt x="7489399" y="1848964"/>
                  <a:pt x="7489399" y="1827506"/>
                </a:cubicBezTo>
                <a:cubicBezTo>
                  <a:pt x="7489399" y="1806048"/>
                  <a:pt x="7472004" y="1788653"/>
                  <a:pt x="7450546" y="1788653"/>
                </a:cubicBezTo>
                <a:close/>
                <a:moveTo>
                  <a:pt x="6936107" y="1788653"/>
                </a:moveTo>
                <a:cubicBezTo>
                  <a:pt x="6914649" y="1788653"/>
                  <a:pt x="6897254" y="1806048"/>
                  <a:pt x="6897254" y="1827506"/>
                </a:cubicBezTo>
                <a:cubicBezTo>
                  <a:pt x="6897254" y="1848964"/>
                  <a:pt x="6914649" y="1866359"/>
                  <a:pt x="6936107" y="1866359"/>
                </a:cubicBezTo>
                <a:cubicBezTo>
                  <a:pt x="6957565" y="1866359"/>
                  <a:pt x="6974960" y="1848964"/>
                  <a:pt x="6974960" y="1827506"/>
                </a:cubicBezTo>
                <a:cubicBezTo>
                  <a:pt x="6974960" y="1806048"/>
                  <a:pt x="6957565" y="1788653"/>
                  <a:pt x="6936107" y="1788653"/>
                </a:cubicBezTo>
                <a:close/>
                <a:moveTo>
                  <a:pt x="6776344" y="1788653"/>
                </a:moveTo>
                <a:cubicBezTo>
                  <a:pt x="6754886" y="1788653"/>
                  <a:pt x="6737491" y="1806048"/>
                  <a:pt x="6737491" y="1827506"/>
                </a:cubicBezTo>
                <a:cubicBezTo>
                  <a:pt x="6737491" y="1848964"/>
                  <a:pt x="6754886" y="1866359"/>
                  <a:pt x="6776344" y="1866359"/>
                </a:cubicBezTo>
                <a:cubicBezTo>
                  <a:pt x="6797802" y="1866359"/>
                  <a:pt x="6815197" y="1848964"/>
                  <a:pt x="6815197" y="1827506"/>
                </a:cubicBezTo>
                <a:cubicBezTo>
                  <a:pt x="6815197" y="1806048"/>
                  <a:pt x="6797802" y="1788653"/>
                  <a:pt x="6776344" y="1788653"/>
                </a:cubicBezTo>
                <a:close/>
                <a:moveTo>
                  <a:pt x="5717373" y="1788653"/>
                </a:moveTo>
                <a:cubicBezTo>
                  <a:pt x="5695915" y="1788653"/>
                  <a:pt x="5678520" y="1806048"/>
                  <a:pt x="5678520" y="1827506"/>
                </a:cubicBezTo>
                <a:cubicBezTo>
                  <a:pt x="5678520" y="1848964"/>
                  <a:pt x="5695915" y="1866359"/>
                  <a:pt x="5717373" y="1866359"/>
                </a:cubicBezTo>
                <a:cubicBezTo>
                  <a:pt x="5738831" y="1866359"/>
                  <a:pt x="5756226" y="1848964"/>
                  <a:pt x="5756226" y="1827506"/>
                </a:cubicBezTo>
                <a:cubicBezTo>
                  <a:pt x="5756226" y="1806048"/>
                  <a:pt x="5738831" y="1788653"/>
                  <a:pt x="5717373" y="1788653"/>
                </a:cubicBezTo>
                <a:close/>
                <a:moveTo>
                  <a:pt x="5557610" y="1788653"/>
                </a:moveTo>
                <a:cubicBezTo>
                  <a:pt x="5536152" y="1788653"/>
                  <a:pt x="5518757" y="1806048"/>
                  <a:pt x="5518757" y="1827506"/>
                </a:cubicBezTo>
                <a:cubicBezTo>
                  <a:pt x="5518757" y="1848964"/>
                  <a:pt x="5536152" y="1866359"/>
                  <a:pt x="5557610" y="1866359"/>
                </a:cubicBezTo>
                <a:cubicBezTo>
                  <a:pt x="5579068" y="1866359"/>
                  <a:pt x="5596463" y="1848964"/>
                  <a:pt x="5596463" y="1827506"/>
                </a:cubicBezTo>
                <a:cubicBezTo>
                  <a:pt x="5596463" y="1806048"/>
                  <a:pt x="5579068" y="1788653"/>
                  <a:pt x="5557610" y="1788653"/>
                </a:cubicBezTo>
                <a:close/>
                <a:moveTo>
                  <a:pt x="3952421" y="1788653"/>
                </a:moveTo>
                <a:cubicBezTo>
                  <a:pt x="3930963" y="1788653"/>
                  <a:pt x="3913568" y="1806048"/>
                  <a:pt x="3913568" y="1827506"/>
                </a:cubicBezTo>
                <a:cubicBezTo>
                  <a:pt x="3913568" y="1848964"/>
                  <a:pt x="3930963" y="1866359"/>
                  <a:pt x="3952421" y="1866359"/>
                </a:cubicBezTo>
                <a:cubicBezTo>
                  <a:pt x="3973879" y="1866359"/>
                  <a:pt x="3991274" y="1848964"/>
                  <a:pt x="3991274" y="1827506"/>
                </a:cubicBezTo>
                <a:cubicBezTo>
                  <a:pt x="3991274" y="1806048"/>
                  <a:pt x="3973879" y="1788653"/>
                  <a:pt x="3952421" y="1788653"/>
                </a:cubicBezTo>
                <a:close/>
                <a:moveTo>
                  <a:pt x="3792658" y="1788653"/>
                </a:moveTo>
                <a:cubicBezTo>
                  <a:pt x="3771200" y="1788653"/>
                  <a:pt x="3753805" y="1806048"/>
                  <a:pt x="3753805" y="1827506"/>
                </a:cubicBezTo>
                <a:cubicBezTo>
                  <a:pt x="3753805" y="1848964"/>
                  <a:pt x="3771200" y="1866359"/>
                  <a:pt x="3792658" y="1866359"/>
                </a:cubicBezTo>
                <a:cubicBezTo>
                  <a:pt x="3814116" y="1866359"/>
                  <a:pt x="3831511" y="1848964"/>
                  <a:pt x="3831511" y="1827506"/>
                </a:cubicBezTo>
                <a:cubicBezTo>
                  <a:pt x="3831511" y="1806048"/>
                  <a:pt x="3814116" y="1788653"/>
                  <a:pt x="3792658" y="1788653"/>
                </a:cubicBezTo>
                <a:close/>
                <a:moveTo>
                  <a:pt x="3279905" y="1788653"/>
                </a:moveTo>
                <a:cubicBezTo>
                  <a:pt x="3258447" y="1788653"/>
                  <a:pt x="3241052" y="1806048"/>
                  <a:pt x="3241052" y="1827506"/>
                </a:cubicBezTo>
                <a:cubicBezTo>
                  <a:pt x="3241052" y="1848964"/>
                  <a:pt x="3258447" y="1866359"/>
                  <a:pt x="3279905" y="1866359"/>
                </a:cubicBezTo>
                <a:cubicBezTo>
                  <a:pt x="3301363" y="1866359"/>
                  <a:pt x="3318758" y="1848964"/>
                  <a:pt x="3318758" y="1827506"/>
                </a:cubicBezTo>
                <a:cubicBezTo>
                  <a:pt x="3318758" y="1806048"/>
                  <a:pt x="3301363" y="1788653"/>
                  <a:pt x="3279905" y="1788653"/>
                </a:cubicBezTo>
                <a:close/>
                <a:moveTo>
                  <a:pt x="3120141" y="1788653"/>
                </a:moveTo>
                <a:cubicBezTo>
                  <a:pt x="3098683" y="1788653"/>
                  <a:pt x="3081288" y="1806048"/>
                  <a:pt x="3081288" y="1827506"/>
                </a:cubicBezTo>
                <a:cubicBezTo>
                  <a:pt x="3081288" y="1848964"/>
                  <a:pt x="3098683" y="1866359"/>
                  <a:pt x="3120141" y="1866359"/>
                </a:cubicBezTo>
                <a:cubicBezTo>
                  <a:pt x="3141599" y="1866359"/>
                  <a:pt x="3158994" y="1848964"/>
                  <a:pt x="3158994" y="1827506"/>
                </a:cubicBezTo>
                <a:cubicBezTo>
                  <a:pt x="3158994" y="1806048"/>
                  <a:pt x="3141599" y="1788653"/>
                  <a:pt x="3120141" y="1788653"/>
                </a:cubicBezTo>
                <a:close/>
                <a:moveTo>
                  <a:pt x="1514953" y="1788653"/>
                </a:moveTo>
                <a:cubicBezTo>
                  <a:pt x="1493495" y="1788653"/>
                  <a:pt x="1476100" y="1806048"/>
                  <a:pt x="1476100" y="1827506"/>
                </a:cubicBezTo>
                <a:cubicBezTo>
                  <a:pt x="1476100" y="1848964"/>
                  <a:pt x="1493495" y="1866359"/>
                  <a:pt x="1514953" y="1866359"/>
                </a:cubicBezTo>
                <a:cubicBezTo>
                  <a:pt x="1536411" y="1866359"/>
                  <a:pt x="1553806" y="1848964"/>
                  <a:pt x="1553806" y="1827506"/>
                </a:cubicBezTo>
                <a:cubicBezTo>
                  <a:pt x="1553806" y="1806048"/>
                  <a:pt x="1536411" y="1788653"/>
                  <a:pt x="1514953" y="1788653"/>
                </a:cubicBezTo>
                <a:close/>
                <a:moveTo>
                  <a:pt x="1355190" y="1788653"/>
                </a:moveTo>
                <a:cubicBezTo>
                  <a:pt x="1333732" y="1788653"/>
                  <a:pt x="1316337" y="1806048"/>
                  <a:pt x="1316337" y="1827506"/>
                </a:cubicBezTo>
                <a:cubicBezTo>
                  <a:pt x="1316337" y="1848964"/>
                  <a:pt x="1333732" y="1866359"/>
                  <a:pt x="1355190" y="1866359"/>
                </a:cubicBezTo>
                <a:cubicBezTo>
                  <a:pt x="1376648" y="1866359"/>
                  <a:pt x="1394043" y="1848964"/>
                  <a:pt x="1394043" y="1827506"/>
                </a:cubicBezTo>
                <a:cubicBezTo>
                  <a:pt x="1394043" y="1806048"/>
                  <a:pt x="1376648" y="1788653"/>
                  <a:pt x="1355190" y="1788653"/>
                </a:cubicBezTo>
                <a:close/>
                <a:moveTo>
                  <a:pt x="296219" y="1788653"/>
                </a:moveTo>
                <a:cubicBezTo>
                  <a:pt x="274761" y="1788653"/>
                  <a:pt x="257366" y="1806048"/>
                  <a:pt x="257366" y="1827506"/>
                </a:cubicBezTo>
                <a:cubicBezTo>
                  <a:pt x="257381" y="1848964"/>
                  <a:pt x="274775" y="1866359"/>
                  <a:pt x="296219" y="1866359"/>
                </a:cubicBezTo>
                <a:cubicBezTo>
                  <a:pt x="317677" y="1866359"/>
                  <a:pt x="335072" y="1848964"/>
                  <a:pt x="335072" y="1827506"/>
                </a:cubicBezTo>
                <a:cubicBezTo>
                  <a:pt x="335071" y="1806048"/>
                  <a:pt x="317676" y="1788653"/>
                  <a:pt x="296219" y="1788653"/>
                </a:cubicBezTo>
                <a:close/>
                <a:moveTo>
                  <a:pt x="136456" y="1788653"/>
                </a:moveTo>
                <a:cubicBezTo>
                  <a:pt x="114998" y="1788653"/>
                  <a:pt x="97603" y="1806048"/>
                  <a:pt x="97603" y="1827506"/>
                </a:cubicBezTo>
                <a:cubicBezTo>
                  <a:pt x="97618" y="1848964"/>
                  <a:pt x="115005" y="1866359"/>
                  <a:pt x="136456" y="1866359"/>
                </a:cubicBezTo>
                <a:cubicBezTo>
                  <a:pt x="157914" y="1866359"/>
                  <a:pt x="175309" y="1848964"/>
                  <a:pt x="175309" y="1827506"/>
                </a:cubicBezTo>
                <a:cubicBezTo>
                  <a:pt x="175308" y="1806048"/>
                  <a:pt x="157913" y="1788653"/>
                  <a:pt x="136456" y="1788653"/>
                </a:cubicBezTo>
                <a:close/>
                <a:moveTo>
                  <a:pt x="9102152" y="1774867"/>
                </a:moveTo>
                <a:cubicBezTo>
                  <a:pt x="9106425" y="1774867"/>
                  <a:pt x="9109889" y="1778331"/>
                  <a:pt x="9109889" y="1782604"/>
                </a:cubicBezTo>
                <a:cubicBezTo>
                  <a:pt x="9109889" y="1813550"/>
                  <a:pt x="9109888" y="1844495"/>
                  <a:pt x="9109888" y="1875441"/>
                </a:cubicBezTo>
                <a:lnTo>
                  <a:pt x="9102152" y="1883177"/>
                </a:lnTo>
                <a:cubicBezTo>
                  <a:pt x="9097879" y="1883177"/>
                  <a:pt x="9094415" y="1879713"/>
                  <a:pt x="9094415" y="1875440"/>
                </a:cubicBezTo>
                <a:lnTo>
                  <a:pt x="9094415" y="1782604"/>
                </a:lnTo>
                <a:cubicBezTo>
                  <a:pt x="9094415" y="1778331"/>
                  <a:pt x="9097879" y="1774867"/>
                  <a:pt x="9102152" y="1774867"/>
                </a:cubicBezTo>
                <a:close/>
                <a:moveTo>
                  <a:pt x="9068689" y="1774867"/>
                </a:moveTo>
                <a:cubicBezTo>
                  <a:pt x="9072962" y="1774867"/>
                  <a:pt x="9076426" y="1778331"/>
                  <a:pt x="9076426" y="1782604"/>
                </a:cubicBezTo>
                <a:cubicBezTo>
                  <a:pt x="9076426" y="1813550"/>
                  <a:pt x="9076425" y="1844495"/>
                  <a:pt x="9076425" y="1875441"/>
                </a:cubicBezTo>
                <a:lnTo>
                  <a:pt x="9068689" y="1883177"/>
                </a:lnTo>
                <a:cubicBezTo>
                  <a:pt x="9064416" y="1883177"/>
                  <a:pt x="9060952" y="1879713"/>
                  <a:pt x="9060952" y="1875440"/>
                </a:cubicBezTo>
                <a:lnTo>
                  <a:pt x="9060952" y="1782604"/>
                </a:lnTo>
                <a:cubicBezTo>
                  <a:pt x="9060952" y="1778331"/>
                  <a:pt x="9064416" y="1774867"/>
                  <a:pt x="9068689" y="1774867"/>
                </a:cubicBezTo>
                <a:close/>
                <a:moveTo>
                  <a:pt x="8988807" y="1774867"/>
                </a:moveTo>
                <a:cubicBezTo>
                  <a:pt x="9018717" y="1774867"/>
                  <a:pt x="9042963" y="1799113"/>
                  <a:pt x="9042963" y="1829022"/>
                </a:cubicBezTo>
                <a:cubicBezTo>
                  <a:pt x="9042963" y="1858931"/>
                  <a:pt x="9018717" y="1883177"/>
                  <a:pt x="8988807" y="1883177"/>
                </a:cubicBezTo>
                <a:cubicBezTo>
                  <a:pt x="8958897" y="1883177"/>
                  <a:pt x="8934651" y="1858931"/>
                  <a:pt x="8934651" y="1829022"/>
                </a:cubicBezTo>
                <a:cubicBezTo>
                  <a:pt x="8934651" y="1799113"/>
                  <a:pt x="8958897" y="1774867"/>
                  <a:pt x="8988807" y="1774867"/>
                </a:cubicBezTo>
                <a:close/>
                <a:moveTo>
                  <a:pt x="8589399" y="1774867"/>
                </a:moveTo>
                <a:cubicBezTo>
                  <a:pt x="8593672" y="1774867"/>
                  <a:pt x="8597136" y="1778331"/>
                  <a:pt x="8597136" y="1782604"/>
                </a:cubicBezTo>
                <a:cubicBezTo>
                  <a:pt x="8597136" y="1813550"/>
                  <a:pt x="8597135" y="1844495"/>
                  <a:pt x="8597135" y="1875441"/>
                </a:cubicBezTo>
                <a:lnTo>
                  <a:pt x="8589399" y="1883177"/>
                </a:lnTo>
                <a:cubicBezTo>
                  <a:pt x="8585126" y="1883177"/>
                  <a:pt x="8581662" y="1879713"/>
                  <a:pt x="8581662" y="1875440"/>
                </a:cubicBezTo>
                <a:lnTo>
                  <a:pt x="8581662" y="1782604"/>
                </a:lnTo>
                <a:cubicBezTo>
                  <a:pt x="8581662" y="1778331"/>
                  <a:pt x="8585126" y="1774867"/>
                  <a:pt x="8589399" y="1774867"/>
                </a:cubicBezTo>
                <a:close/>
                <a:moveTo>
                  <a:pt x="8555936" y="1774867"/>
                </a:moveTo>
                <a:cubicBezTo>
                  <a:pt x="8560209" y="1774867"/>
                  <a:pt x="8563673" y="1778331"/>
                  <a:pt x="8563673" y="1782604"/>
                </a:cubicBezTo>
                <a:cubicBezTo>
                  <a:pt x="8563673" y="1813550"/>
                  <a:pt x="8563672" y="1844495"/>
                  <a:pt x="8563672" y="1875441"/>
                </a:cubicBezTo>
                <a:lnTo>
                  <a:pt x="8555936" y="1883177"/>
                </a:lnTo>
                <a:cubicBezTo>
                  <a:pt x="8551663" y="1883177"/>
                  <a:pt x="8548199" y="1879713"/>
                  <a:pt x="8548199" y="1875440"/>
                </a:cubicBezTo>
                <a:lnTo>
                  <a:pt x="8548199" y="1782604"/>
                </a:lnTo>
                <a:cubicBezTo>
                  <a:pt x="8548199" y="1778331"/>
                  <a:pt x="8551663" y="1774867"/>
                  <a:pt x="8555936" y="1774867"/>
                </a:cubicBezTo>
                <a:close/>
                <a:moveTo>
                  <a:pt x="8476054" y="1774867"/>
                </a:moveTo>
                <a:cubicBezTo>
                  <a:pt x="8505964" y="1774867"/>
                  <a:pt x="8530210" y="1799113"/>
                  <a:pt x="8530210" y="1829022"/>
                </a:cubicBezTo>
                <a:cubicBezTo>
                  <a:pt x="8530210" y="1858931"/>
                  <a:pt x="8505964" y="1883177"/>
                  <a:pt x="8476054" y="1883177"/>
                </a:cubicBezTo>
                <a:cubicBezTo>
                  <a:pt x="8446144" y="1883177"/>
                  <a:pt x="8421898" y="1858931"/>
                  <a:pt x="8421898" y="1829022"/>
                </a:cubicBezTo>
                <a:cubicBezTo>
                  <a:pt x="8421898" y="1799113"/>
                  <a:pt x="8446144" y="1774867"/>
                  <a:pt x="8476054" y="1774867"/>
                </a:cubicBezTo>
                <a:close/>
                <a:moveTo>
                  <a:pt x="8396172" y="1774867"/>
                </a:moveTo>
                <a:cubicBezTo>
                  <a:pt x="8400445" y="1774867"/>
                  <a:pt x="8403909" y="1778331"/>
                  <a:pt x="8403909" y="1782604"/>
                </a:cubicBezTo>
                <a:cubicBezTo>
                  <a:pt x="8403909" y="1813550"/>
                  <a:pt x="8403908" y="1844495"/>
                  <a:pt x="8403908" y="1875441"/>
                </a:cubicBezTo>
                <a:lnTo>
                  <a:pt x="8396172" y="1883177"/>
                </a:lnTo>
                <a:cubicBezTo>
                  <a:pt x="8391899" y="1883177"/>
                  <a:pt x="8388435" y="1879713"/>
                  <a:pt x="8388435" y="1875440"/>
                </a:cubicBezTo>
                <a:lnTo>
                  <a:pt x="8388435" y="1782604"/>
                </a:lnTo>
                <a:cubicBezTo>
                  <a:pt x="8388435" y="1778331"/>
                  <a:pt x="8391899" y="1774867"/>
                  <a:pt x="8396172" y="1774867"/>
                </a:cubicBezTo>
                <a:close/>
                <a:moveTo>
                  <a:pt x="8362709" y="1774867"/>
                </a:moveTo>
                <a:cubicBezTo>
                  <a:pt x="8366982" y="1774867"/>
                  <a:pt x="8370446" y="1778331"/>
                  <a:pt x="8370446" y="1782604"/>
                </a:cubicBezTo>
                <a:cubicBezTo>
                  <a:pt x="8370446" y="1813550"/>
                  <a:pt x="8370445" y="1844495"/>
                  <a:pt x="8370445" y="1875441"/>
                </a:cubicBezTo>
                <a:lnTo>
                  <a:pt x="8362709" y="1883177"/>
                </a:lnTo>
                <a:cubicBezTo>
                  <a:pt x="8358436" y="1883177"/>
                  <a:pt x="8354972" y="1879713"/>
                  <a:pt x="8354972" y="1875440"/>
                </a:cubicBezTo>
                <a:lnTo>
                  <a:pt x="8354972" y="1782604"/>
                </a:lnTo>
                <a:cubicBezTo>
                  <a:pt x="8354972" y="1778331"/>
                  <a:pt x="8358436" y="1774867"/>
                  <a:pt x="8362709" y="1774867"/>
                </a:cubicBezTo>
                <a:close/>
                <a:moveTo>
                  <a:pt x="8282827" y="1774867"/>
                </a:moveTo>
                <a:cubicBezTo>
                  <a:pt x="8312737" y="1774867"/>
                  <a:pt x="8336983" y="1799113"/>
                  <a:pt x="8336983" y="1829022"/>
                </a:cubicBezTo>
                <a:cubicBezTo>
                  <a:pt x="8336983" y="1858931"/>
                  <a:pt x="8312737" y="1883177"/>
                  <a:pt x="8282827" y="1883177"/>
                </a:cubicBezTo>
                <a:cubicBezTo>
                  <a:pt x="8252917" y="1883177"/>
                  <a:pt x="8228671" y="1858931"/>
                  <a:pt x="8228671" y="1829022"/>
                </a:cubicBezTo>
                <a:cubicBezTo>
                  <a:pt x="8228671" y="1799113"/>
                  <a:pt x="8252917" y="1774867"/>
                  <a:pt x="8282827" y="1774867"/>
                </a:cubicBezTo>
                <a:close/>
                <a:moveTo>
                  <a:pt x="8202946" y="1774867"/>
                </a:moveTo>
                <a:cubicBezTo>
                  <a:pt x="8207219" y="1774867"/>
                  <a:pt x="8210683" y="1778331"/>
                  <a:pt x="8210683" y="1782604"/>
                </a:cubicBezTo>
                <a:cubicBezTo>
                  <a:pt x="8210683" y="1813550"/>
                  <a:pt x="8210682" y="1844495"/>
                  <a:pt x="8210682" y="1875441"/>
                </a:cubicBezTo>
                <a:lnTo>
                  <a:pt x="8202946" y="1883177"/>
                </a:lnTo>
                <a:cubicBezTo>
                  <a:pt x="8198673" y="1883177"/>
                  <a:pt x="8195209" y="1879713"/>
                  <a:pt x="8195209" y="1875440"/>
                </a:cubicBezTo>
                <a:lnTo>
                  <a:pt x="8195209" y="1782604"/>
                </a:lnTo>
                <a:cubicBezTo>
                  <a:pt x="8195209" y="1778331"/>
                  <a:pt x="8198673" y="1774867"/>
                  <a:pt x="8202946" y="1774867"/>
                </a:cubicBezTo>
                <a:close/>
                <a:moveTo>
                  <a:pt x="8123064" y="1774867"/>
                </a:moveTo>
                <a:cubicBezTo>
                  <a:pt x="8152974" y="1774867"/>
                  <a:pt x="8177220" y="1799113"/>
                  <a:pt x="8177220" y="1829022"/>
                </a:cubicBezTo>
                <a:cubicBezTo>
                  <a:pt x="8177220" y="1858931"/>
                  <a:pt x="8152974" y="1883177"/>
                  <a:pt x="8123064" y="1883177"/>
                </a:cubicBezTo>
                <a:cubicBezTo>
                  <a:pt x="8093154" y="1883177"/>
                  <a:pt x="8068908" y="1858931"/>
                  <a:pt x="8068908" y="1829022"/>
                </a:cubicBezTo>
                <a:cubicBezTo>
                  <a:pt x="8068908" y="1799113"/>
                  <a:pt x="8093154" y="1774867"/>
                  <a:pt x="8123064" y="1774867"/>
                </a:cubicBezTo>
                <a:close/>
                <a:moveTo>
                  <a:pt x="8043182" y="1774867"/>
                </a:moveTo>
                <a:cubicBezTo>
                  <a:pt x="8047455" y="1774867"/>
                  <a:pt x="8050919" y="1778331"/>
                  <a:pt x="8050919" y="1782604"/>
                </a:cubicBezTo>
                <a:cubicBezTo>
                  <a:pt x="8050919" y="1813550"/>
                  <a:pt x="8050918" y="1844495"/>
                  <a:pt x="8050918" y="1875441"/>
                </a:cubicBezTo>
                <a:lnTo>
                  <a:pt x="8043182" y="1883177"/>
                </a:lnTo>
                <a:cubicBezTo>
                  <a:pt x="8038909" y="1883177"/>
                  <a:pt x="8035445" y="1879713"/>
                  <a:pt x="8035445" y="1875440"/>
                </a:cubicBezTo>
                <a:lnTo>
                  <a:pt x="8035445" y="1782604"/>
                </a:lnTo>
                <a:cubicBezTo>
                  <a:pt x="8035445" y="1778331"/>
                  <a:pt x="8038909" y="1774867"/>
                  <a:pt x="8043182" y="1774867"/>
                </a:cubicBezTo>
                <a:close/>
                <a:moveTo>
                  <a:pt x="7963300" y="1774867"/>
                </a:moveTo>
                <a:cubicBezTo>
                  <a:pt x="7993210" y="1774867"/>
                  <a:pt x="8017456" y="1799113"/>
                  <a:pt x="8017456" y="1829022"/>
                </a:cubicBezTo>
                <a:cubicBezTo>
                  <a:pt x="8017456" y="1858931"/>
                  <a:pt x="7993210" y="1883177"/>
                  <a:pt x="7963300" y="1883177"/>
                </a:cubicBezTo>
                <a:cubicBezTo>
                  <a:pt x="7933390" y="1883177"/>
                  <a:pt x="7909144" y="1858931"/>
                  <a:pt x="7909144" y="1829022"/>
                </a:cubicBezTo>
                <a:cubicBezTo>
                  <a:pt x="7909144" y="1799113"/>
                  <a:pt x="7933390" y="1774867"/>
                  <a:pt x="7963300" y="1774867"/>
                </a:cubicBezTo>
                <a:close/>
                <a:moveTo>
                  <a:pt x="7883418" y="1774867"/>
                </a:moveTo>
                <a:cubicBezTo>
                  <a:pt x="7887691" y="1774867"/>
                  <a:pt x="7891155" y="1778331"/>
                  <a:pt x="7891155" y="1782604"/>
                </a:cubicBezTo>
                <a:cubicBezTo>
                  <a:pt x="7891155" y="1813550"/>
                  <a:pt x="7891154" y="1844495"/>
                  <a:pt x="7891154" y="1875441"/>
                </a:cubicBezTo>
                <a:lnTo>
                  <a:pt x="7883418" y="1883177"/>
                </a:lnTo>
                <a:cubicBezTo>
                  <a:pt x="7879145" y="1883177"/>
                  <a:pt x="7875681" y="1879713"/>
                  <a:pt x="7875681" y="1875440"/>
                </a:cubicBezTo>
                <a:lnTo>
                  <a:pt x="7875681" y="1782604"/>
                </a:lnTo>
                <a:cubicBezTo>
                  <a:pt x="7875681" y="1778331"/>
                  <a:pt x="7879145" y="1774867"/>
                  <a:pt x="7883418" y="1774867"/>
                </a:cubicBezTo>
                <a:close/>
                <a:moveTo>
                  <a:pt x="7849955" y="1774867"/>
                </a:moveTo>
                <a:cubicBezTo>
                  <a:pt x="7854228" y="1774867"/>
                  <a:pt x="7857692" y="1778331"/>
                  <a:pt x="7857692" y="1782604"/>
                </a:cubicBezTo>
                <a:cubicBezTo>
                  <a:pt x="7857692" y="1813550"/>
                  <a:pt x="7857691" y="1844495"/>
                  <a:pt x="7857691" y="1875441"/>
                </a:cubicBezTo>
                <a:lnTo>
                  <a:pt x="7849955" y="1883177"/>
                </a:lnTo>
                <a:cubicBezTo>
                  <a:pt x="7845682" y="1883177"/>
                  <a:pt x="7842218" y="1879713"/>
                  <a:pt x="7842218" y="1875440"/>
                </a:cubicBezTo>
                <a:lnTo>
                  <a:pt x="7842218" y="1782604"/>
                </a:lnTo>
                <a:cubicBezTo>
                  <a:pt x="7842218" y="1778331"/>
                  <a:pt x="7845682" y="1774867"/>
                  <a:pt x="7849955" y="1774867"/>
                </a:cubicBezTo>
                <a:close/>
                <a:moveTo>
                  <a:pt x="7770073" y="1774867"/>
                </a:moveTo>
                <a:cubicBezTo>
                  <a:pt x="7799983" y="1774867"/>
                  <a:pt x="7824229" y="1799113"/>
                  <a:pt x="7824229" y="1829022"/>
                </a:cubicBezTo>
                <a:cubicBezTo>
                  <a:pt x="7824229" y="1858931"/>
                  <a:pt x="7799983" y="1883177"/>
                  <a:pt x="7770073" y="1883177"/>
                </a:cubicBezTo>
                <a:cubicBezTo>
                  <a:pt x="7740163" y="1883177"/>
                  <a:pt x="7715917" y="1858931"/>
                  <a:pt x="7715917" y="1829022"/>
                </a:cubicBezTo>
                <a:cubicBezTo>
                  <a:pt x="7715917" y="1799113"/>
                  <a:pt x="7740163" y="1774867"/>
                  <a:pt x="7770073" y="1774867"/>
                </a:cubicBezTo>
                <a:close/>
                <a:moveTo>
                  <a:pt x="7370665" y="1774867"/>
                </a:moveTo>
                <a:cubicBezTo>
                  <a:pt x="7374938" y="1774867"/>
                  <a:pt x="7378402" y="1778331"/>
                  <a:pt x="7378402" y="1782604"/>
                </a:cubicBezTo>
                <a:cubicBezTo>
                  <a:pt x="7378402" y="1813550"/>
                  <a:pt x="7378401" y="1844495"/>
                  <a:pt x="7378401" y="1875441"/>
                </a:cubicBezTo>
                <a:lnTo>
                  <a:pt x="7370665" y="1883177"/>
                </a:lnTo>
                <a:cubicBezTo>
                  <a:pt x="7366392" y="1883177"/>
                  <a:pt x="7362928" y="1879713"/>
                  <a:pt x="7362928" y="1875440"/>
                </a:cubicBezTo>
                <a:lnTo>
                  <a:pt x="7362928" y="1782604"/>
                </a:lnTo>
                <a:cubicBezTo>
                  <a:pt x="7362928" y="1778331"/>
                  <a:pt x="7366392" y="1774867"/>
                  <a:pt x="7370665" y="1774867"/>
                </a:cubicBezTo>
                <a:close/>
                <a:moveTo>
                  <a:pt x="7337202" y="1774867"/>
                </a:moveTo>
                <a:cubicBezTo>
                  <a:pt x="7341475" y="1774867"/>
                  <a:pt x="7344939" y="1778331"/>
                  <a:pt x="7344939" y="1782604"/>
                </a:cubicBezTo>
                <a:cubicBezTo>
                  <a:pt x="7344939" y="1813550"/>
                  <a:pt x="7344938" y="1844495"/>
                  <a:pt x="7344938" y="1875441"/>
                </a:cubicBezTo>
                <a:lnTo>
                  <a:pt x="7337202" y="1883177"/>
                </a:lnTo>
                <a:cubicBezTo>
                  <a:pt x="7332929" y="1883177"/>
                  <a:pt x="7329465" y="1879713"/>
                  <a:pt x="7329465" y="1875440"/>
                </a:cubicBezTo>
                <a:lnTo>
                  <a:pt x="7329465" y="1782604"/>
                </a:lnTo>
                <a:cubicBezTo>
                  <a:pt x="7329465" y="1778331"/>
                  <a:pt x="7332929" y="1774867"/>
                  <a:pt x="7337202" y="1774867"/>
                </a:cubicBezTo>
                <a:close/>
                <a:moveTo>
                  <a:pt x="7257320" y="1774867"/>
                </a:moveTo>
                <a:cubicBezTo>
                  <a:pt x="7287230" y="1774867"/>
                  <a:pt x="7311476" y="1799113"/>
                  <a:pt x="7311476" y="1829022"/>
                </a:cubicBezTo>
                <a:cubicBezTo>
                  <a:pt x="7311476" y="1858931"/>
                  <a:pt x="7287230" y="1883177"/>
                  <a:pt x="7257320" y="1883177"/>
                </a:cubicBezTo>
                <a:cubicBezTo>
                  <a:pt x="7227410" y="1883177"/>
                  <a:pt x="7203164" y="1858931"/>
                  <a:pt x="7203164" y="1829022"/>
                </a:cubicBezTo>
                <a:cubicBezTo>
                  <a:pt x="7203164" y="1799113"/>
                  <a:pt x="7227410" y="1774867"/>
                  <a:pt x="7257320" y="1774867"/>
                </a:cubicBezTo>
                <a:close/>
                <a:moveTo>
                  <a:pt x="7129358" y="1774867"/>
                </a:moveTo>
                <a:cubicBezTo>
                  <a:pt x="7159268" y="1774867"/>
                  <a:pt x="7183514" y="1799113"/>
                  <a:pt x="7183514" y="1829022"/>
                </a:cubicBezTo>
                <a:cubicBezTo>
                  <a:pt x="7183514" y="1858931"/>
                  <a:pt x="7159268" y="1883177"/>
                  <a:pt x="7129358" y="1883177"/>
                </a:cubicBezTo>
                <a:cubicBezTo>
                  <a:pt x="7099448" y="1883177"/>
                  <a:pt x="7075202" y="1858931"/>
                  <a:pt x="7075202" y="1829022"/>
                </a:cubicBezTo>
                <a:cubicBezTo>
                  <a:pt x="7075202" y="1799113"/>
                  <a:pt x="7099448" y="1774867"/>
                  <a:pt x="7129358" y="1774867"/>
                </a:cubicBezTo>
                <a:close/>
                <a:moveTo>
                  <a:pt x="7049451" y="1774867"/>
                </a:moveTo>
                <a:cubicBezTo>
                  <a:pt x="7053724" y="1774867"/>
                  <a:pt x="7057188" y="1778331"/>
                  <a:pt x="7057188" y="1782604"/>
                </a:cubicBezTo>
                <a:lnTo>
                  <a:pt x="7057188" y="1875440"/>
                </a:lnTo>
                <a:cubicBezTo>
                  <a:pt x="7057188" y="1879713"/>
                  <a:pt x="7053724" y="1883177"/>
                  <a:pt x="7049451" y="1883177"/>
                </a:cubicBezTo>
                <a:lnTo>
                  <a:pt x="7041715" y="1875441"/>
                </a:lnTo>
                <a:cubicBezTo>
                  <a:pt x="7041715" y="1844495"/>
                  <a:pt x="7041714" y="1813550"/>
                  <a:pt x="7041714" y="1782604"/>
                </a:cubicBezTo>
                <a:cubicBezTo>
                  <a:pt x="7041714" y="1778331"/>
                  <a:pt x="7045178" y="1774867"/>
                  <a:pt x="7049451" y="1774867"/>
                </a:cubicBezTo>
                <a:close/>
                <a:moveTo>
                  <a:pt x="7015988" y="1774867"/>
                </a:moveTo>
                <a:cubicBezTo>
                  <a:pt x="7020261" y="1774867"/>
                  <a:pt x="7023725" y="1778331"/>
                  <a:pt x="7023725" y="1782604"/>
                </a:cubicBezTo>
                <a:lnTo>
                  <a:pt x="7023725" y="1875440"/>
                </a:lnTo>
                <a:lnTo>
                  <a:pt x="7015988" y="1883177"/>
                </a:lnTo>
                <a:cubicBezTo>
                  <a:pt x="7011715" y="1883178"/>
                  <a:pt x="7008252" y="1879714"/>
                  <a:pt x="7008252" y="1875441"/>
                </a:cubicBezTo>
                <a:cubicBezTo>
                  <a:pt x="7008252" y="1844495"/>
                  <a:pt x="7008251" y="1813550"/>
                  <a:pt x="7008251" y="1782604"/>
                </a:cubicBezTo>
                <a:cubicBezTo>
                  <a:pt x="7008251" y="1778331"/>
                  <a:pt x="7011715" y="1774867"/>
                  <a:pt x="7015988" y="1774867"/>
                </a:cubicBezTo>
                <a:close/>
                <a:moveTo>
                  <a:pt x="6616580" y="1774867"/>
                </a:moveTo>
                <a:cubicBezTo>
                  <a:pt x="6646490" y="1774867"/>
                  <a:pt x="6670736" y="1799113"/>
                  <a:pt x="6670736" y="1829022"/>
                </a:cubicBezTo>
                <a:cubicBezTo>
                  <a:pt x="6670736" y="1858931"/>
                  <a:pt x="6646490" y="1883177"/>
                  <a:pt x="6616580" y="1883177"/>
                </a:cubicBezTo>
                <a:cubicBezTo>
                  <a:pt x="6586670" y="1883177"/>
                  <a:pt x="6562424" y="1858931"/>
                  <a:pt x="6562424" y="1829022"/>
                </a:cubicBezTo>
                <a:cubicBezTo>
                  <a:pt x="6562424" y="1799113"/>
                  <a:pt x="6586670" y="1774867"/>
                  <a:pt x="6616580" y="1774867"/>
                </a:cubicBezTo>
                <a:close/>
                <a:moveTo>
                  <a:pt x="6536698" y="1774867"/>
                </a:moveTo>
                <a:cubicBezTo>
                  <a:pt x="6540971" y="1774867"/>
                  <a:pt x="6544435" y="1778331"/>
                  <a:pt x="6544435" y="1782604"/>
                </a:cubicBezTo>
                <a:lnTo>
                  <a:pt x="6544435" y="1875440"/>
                </a:lnTo>
                <a:lnTo>
                  <a:pt x="6536698" y="1883177"/>
                </a:lnTo>
                <a:cubicBezTo>
                  <a:pt x="6532425" y="1883178"/>
                  <a:pt x="6528962" y="1879714"/>
                  <a:pt x="6528962" y="1875441"/>
                </a:cubicBezTo>
                <a:cubicBezTo>
                  <a:pt x="6528962" y="1844495"/>
                  <a:pt x="6528961" y="1813550"/>
                  <a:pt x="6528961" y="1782604"/>
                </a:cubicBezTo>
                <a:cubicBezTo>
                  <a:pt x="6528961" y="1778331"/>
                  <a:pt x="6532425" y="1774867"/>
                  <a:pt x="6536698" y="1774867"/>
                </a:cubicBezTo>
                <a:close/>
                <a:moveTo>
                  <a:pt x="6503235" y="1774867"/>
                </a:moveTo>
                <a:cubicBezTo>
                  <a:pt x="6507508" y="1774867"/>
                  <a:pt x="6510972" y="1778331"/>
                  <a:pt x="6510972" y="1782604"/>
                </a:cubicBezTo>
                <a:lnTo>
                  <a:pt x="6510972" y="1875440"/>
                </a:lnTo>
                <a:lnTo>
                  <a:pt x="6503235" y="1883177"/>
                </a:lnTo>
                <a:cubicBezTo>
                  <a:pt x="6498962" y="1883178"/>
                  <a:pt x="6495499" y="1879714"/>
                  <a:pt x="6495499" y="1875441"/>
                </a:cubicBezTo>
                <a:cubicBezTo>
                  <a:pt x="6495499" y="1844495"/>
                  <a:pt x="6495498" y="1813550"/>
                  <a:pt x="6495498" y="1782604"/>
                </a:cubicBezTo>
                <a:cubicBezTo>
                  <a:pt x="6495498" y="1778331"/>
                  <a:pt x="6498962" y="1774867"/>
                  <a:pt x="6503235" y="1774867"/>
                </a:cubicBezTo>
                <a:close/>
                <a:moveTo>
                  <a:pt x="6423354" y="1774867"/>
                </a:moveTo>
                <a:cubicBezTo>
                  <a:pt x="6453264" y="1774867"/>
                  <a:pt x="6477510" y="1799113"/>
                  <a:pt x="6477510" y="1829022"/>
                </a:cubicBezTo>
                <a:cubicBezTo>
                  <a:pt x="6477510" y="1858931"/>
                  <a:pt x="6453264" y="1883177"/>
                  <a:pt x="6423354" y="1883177"/>
                </a:cubicBezTo>
                <a:cubicBezTo>
                  <a:pt x="6393444" y="1883177"/>
                  <a:pt x="6369198" y="1858931"/>
                  <a:pt x="6369198" y="1829022"/>
                </a:cubicBezTo>
                <a:cubicBezTo>
                  <a:pt x="6369198" y="1799113"/>
                  <a:pt x="6393444" y="1774867"/>
                  <a:pt x="6423354" y="1774867"/>
                </a:cubicBezTo>
                <a:close/>
                <a:moveTo>
                  <a:pt x="6343472" y="1774867"/>
                </a:moveTo>
                <a:cubicBezTo>
                  <a:pt x="6347745" y="1774867"/>
                  <a:pt x="6351209" y="1778331"/>
                  <a:pt x="6351209" y="1782604"/>
                </a:cubicBezTo>
                <a:lnTo>
                  <a:pt x="6351209" y="1875440"/>
                </a:lnTo>
                <a:cubicBezTo>
                  <a:pt x="6351209" y="1879713"/>
                  <a:pt x="6347745" y="1883177"/>
                  <a:pt x="6343472" y="1883177"/>
                </a:cubicBezTo>
                <a:lnTo>
                  <a:pt x="6335736" y="1875441"/>
                </a:lnTo>
                <a:cubicBezTo>
                  <a:pt x="6335736" y="1844495"/>
                  <a:pt x="6335735" y="1813550"/>
                  <a:pt x="6335735" y="1782604"/>
                </a:cubicBezTo>
                <a:cubicBezTo>
                  <a:pt x="6335735" y="1778331"/>
                  <a:pt x="6339199" y="1774867"/>
                  <a:pt x="6343472" y="1774867"/>
                </a:cubicBezTo>
                <a:close/>
                <a:moveTo>
                  <a:pt x="6263590" y="1774867"/>
                </a:moveTo>
                <a:cubicBezTo>
                  <a:pt x="6293500" y="1774867"/>
                  <a:pt x="6317746" y="1799113"/>
                  <a:pt x="6317746" y="1829022"/>
                </a:cubicBezTo>
                <a:cubicBezTo>
                  <a:pt x="6317746" y="1858931"/>
                  <a:pt x="6293500" y="1883177"/>
                  <a:pt x="6263590" y="1883177"/>
                </a:cubicBezTo>
                <a:cubicBezTo>
                  <a:pt x="6233680" y="1883177"/>
                  <a:pt x="6209434" y="1858931"/>
                  <a:pt x="6209434" y="1829022"/>
                </a:cubicBezTo>
                <a:cubicBezTo>
                  <a:pt x="6209434" y="1799113"/>
                  <a:pt x="6233680" y="1774867"/>
                  <a:pt x="6263590" y="1774867"/>
                </a:cubicBezTo>
                <a:close/>
                <a:moveTo>
                  <a:pt x="6183708" y="1774867"/>
                </a:moveTo>
                <a:cubicBezTo>
                  <a:pt x="6187981" y="1774867"/>
                  <a:pt x="6191445" y="1778331"/>
                  <a:pt x="6191445" y="1782604"/>
                </a:cubicBezTo>
                <a:lnTo>
                  <a:pt x="6191445" y="1875440"/>
                </a:lnTo>
                <a:cubicBezTo>
                  <a:pt x="6191445" y="1879713"/>
                  <a:pt x="6187981" y="1883177"/>
                  <a:pt x="6183708" y="1883177"/>
                </a:cubicBezTo>
                <a:lnTo>
                  <a:pt x="6175972" y="1875441"/>
                </a:lnTo>
                <a:cubicBezTo>
                  <a:pt x="6175972" y="1844495"/>
                  <a:pt x="6175971" y="1813550"/>
                  <a:pt x="6175971" y="1782604"/>
                </a:cubicBezTo>
                <a:cubicBezTo>
                  <a:pt x="6175971" y="1778331"/>
                  <a:pt x="6179435" y="1774867"/>
                  <a:pt x="6183708" y="1774867"/>
                </a:cubicBezTo>
                <a:close/>
                <a:moveTo>
                  <a:pt x="6103826" y="1774867"/>
                </a:moveTo>
                <a:cubicBezTo>
                  <a:pt x="6133736" y="1774867"/>
                  <a:pt x="6157982" y="1799113"/>
                  <a:pt x="6157982" y="1829022"/>
                </a:cubicBezTo>
                <a:cubicBezTo>
                  <a:pt x="6157982" y="1858931"/>
                  <a:pt x="6133736" y="1883177"/>
                  <a:pt x="6103826" y="1883177"/>
                </a:cubicBezTo>
                <a:cubicBezTo>
                  <a:pt x="6073916" y="1883177"/>
                  <a:pt x="6049670" y="1858931"/>
                  <a:pt x="6049670" y="1829022"/>
                </a:cubicBezTo>
                <a:cubicBezTo>
                  <a:pt x="6049670" y="1799113"/>
                  <a:pt x="6073916" y="1774867"/>
                  <a:pt x="6103826" y="1774867"/>
                </a:cubicBezTo>
                <a:close/>
                <a:moveTo>
                  <a:pt x="6023944" y="1774867"/>
                </a:moveTo>
                <a:cubicBezTo>
                  <a:pt x="6028217" y="1774867"/>
                  <a:pt x="6031681" y="1778331"/>
                  <a:pt x="6031681" y="1782604"/>
                </a:cubicBezTo>
                <a:lnTo>
                  <a:pt x="6031681" y="1875440"/>
                </a:lnTo>
                <a:cubicBezTo>
                  <a:pt x="6031681" y="1879713"/>
                  <a:pt x="6028217" y="1883177"/>
                  <a:pt x="6023944" y="1883177"/>
                </a:cubicBezTo>
                <a:lnTo>
                  <a:pt x="6016208" y="1875441"/>
                </a:lnTo>
                <a:cubicBezTo>
                  <a:pt x="6016208" y="1844495"/>
                  <a:pt x="6016207" y="1813550"/>
                  <a:pt x="6016207" y="1782604"/>
                </a:cubicBezTo>
                <a:cubicBezTo>
                  <a:pt x="6016207" y="1778331"/>
                  <a:pt x="6019671" y="1774867"/>
                  <a:pt x="6023944" y="1774867"/>
                </a:cubicBezTo>
                <a:close/>
                <a:moveTo>
                  <a:pt x="5990481" y="1774867"/>
                </a:moveTo>
                <a:cubicBezTo>
                  <a:pt x="5994754" y="1774867"/>
                  <a:pt x="5998218" y="1778331"/>
                  <a:pt x="5998218" y="1782604"/>
                </a:cubicBezTo>
                <a:lnTo>
                  <a:pt x="5998218" y="1875440"/>
                </a:lnTo>
                <a:lnTo>
                  <a:pt x="5990481" y="1883177"/>
                </a:lnTo>
                <a:cubicBezTo>
                  <a:pt x="5986208" y="1883178"/>
                  <a:pt x="5982745" y="1879714"/>
                  <a:pt x="5982745" y="1875441"/>
                </a:cubicBezTo>
                <a:cubicBezTo>
                  <a:pt x="5982745" y="1844495"/>
                  <a:pt x="5982744" y="1813550"/>
                  <a:pt x="5982744" y="1782604"/>
                </a:cubicBezTo>
                <a:cubicBezTo>
                  <a:pt x="5982744" y="1778331"/>
                  <a:pt x="5986208" y="1774867"/>
                  <a:pt x="5990481" y="1774867"/>
                </a:cubicBezTo>
                <a:close/>
                <a:moveTo>
                  <a:pt x="5910599" y="1774867"/>
                </a:moveTo>
                <a:cubicBezTo>
                  <a:pt x="5940509" y="1774867"/>
                  <a:pt x="5964755" y="1799113"/>
                  <a:pt x="5964755" y="1829022"/>
                </a:cubicBezTo>
                <a:cubicBezTo>
                  <a:pt x="5964755" y="1858931"/>
                  <a:pt x="5940509" y="1883177"/>
                  <a:pt x="5910599" y="1883177"/>
                </a:cubicBezTo>
                <a:cubicBezTo>
                  <a:pt x="5880689" y="1883177"/>
                  <a:pt x="5856443" y="1858931"/>
                  <a:pt x="5856443" y="1829022"/>
                </a:cubicBezTo>
                <a:cubicBezTo>
                  <a:pt x="5856443" y="1799113"/>
                  <a:pt x="5880689" y="1774867"/>
                  <a:pt x="5910599" y="1774867"/>
                </a:cubicBezTo>
                <a:close/>
                <a:moveTo>
                  <a:pt x="5830717" y="1774867"/>
                </a:moveTo>
                <a:cubicBezTo>
                  <a:pt x="5834990" y="1774867"/>
                  <a:pt x="5838454" y="1778331"/>
                  <a:pt x="5838454" y="1782604"/>
                </a:cubicBezTo>
                <a:lnTo>
                  <a:pt x="5838454" y="1875440"/>
                </a:lnTo>
                <a:lnTo>
                  <a:pt x="5830717" y="1883177"/>
                </a:lnTo>
                <a:cubicBezTo>
                  <a:pt x="5826444" y="1883178"/>
                  <a:pt x="5822981" y="1879714"/>
                  <a:pt x="5822981" y="1875441"/>
                </a:cubicBezTo>
                <a:cubicBezTo>
                  <a:pt x="5822981" y="1844495"/>
                  <a:pt x="5822980" y="1813550"/>
                  <a:pt x="5822980" y="1782604"/>
                </a:cubicBezTo>
                <a:cubicBezTo>
                  <a:pt x="5822980" y="1778331"/>
                  <a:pt x="5826444" y="1774867"/>
                  <a:pt x="5830717" y="1774867"/>
                </a:cubicBezTo>
                <a:close/>
                <a:moveTo>
                  <a:pt x="5797254" y="1774867"/>
                </a:moveTo>
                <a:cubicBezTo>
                  <a:pt x="5801527" y="1774867"/>
                  <a:pt x="5804991" y="1778331"/>
                  <a:pt x="5804991" y="1782604"/>
                </a:cubicBezTo>
                <a:lnTo>
                  <a:pt x="5804991" y="1875440"/>
                </a:lnTo>
                <a:lnTo>
                  <a:pt x="5797254" y="1883177"/>
                </a:lnTo>
                <a:cubicBezTo>
                  <a:pt x="5792981" y="1883178"/>
                  <a:pt x="5789518" y="1879714"/>
                  <a:pt x="5789518" y="1875441"/>
                </a:cubicBezTo>
                <a:cubicBezTo>
                  <a:pt x="5789518" y="1844495"/>
                  <a:pt x="5789517" y="1813550"/>
                  <a:pt x="5789517" y="1782604"/>
                </a:cubicBezTo>
                <a:cubicBezTo>
                  <a:pt x="5789517" y="1778331"/>
                  <a:pt x="5792981" y="1774867"/>
                  <a:pt x="5797254" y="1774867"/>
                </a:cubicBezTo>
                <a:close/>
                <a:moveTo>
                  <a:pt x="5397846" y="1774867"/>
                </a:moveTo>
                <a:cubicBezTo>
                  <a:pt x="5427756" y="1774867"/>
                  <a:pt x="5452002" y="1799113"/>
                  <a:pt x="5452002" y="1829022"/>
                </a:cubicBezTo>
                <a:cubicBezTo>
                  <a:pt x="5452002" y="1858931"/>
                  <a:pt x="5427756" y="1883177"/>
                  <a:pt x="5397846" y="1883177"/>
                </a:cubicBezTo>
                <a:cubicBezTo>
                  <a:pt x="5367936" y="1883177"/>
                  <a:pt x="5343690" y="1858931"/>
                  <a:pt x="5343690" y="1829022"/>
                </a:cubicBezTo>
                <a:cubicBezTo>
                  <a:pt x="5343690" y="1799113"/>
                  <a:pt x="5367936" y="1774867"/>
                  <a:pt x="5397846" y="1774867"/>
                </a:cubicBezTo>
                <a:close/>
                <a:moveTo>
                  <a:pt x="5317964" y="1774867"/>
                </a:moveTo>
                <a:cubicBezTo>
                  <a:pt x="5322237" y="1774867"/>
                  <a:pt x="5325701" y="1778331"/>
                  <a:pt x="5325701" y="1782604"/>
                </a:cubicBezTo>
                <a:lnTo>
                  <a:pt x="5325701" y="1875440"/>
                </a:lnTo>
                <a:lnTo>
                  <a:pt x="5317964" y="1883177"/>
                </a:lnTo>
                <a:cubicBezTo>
                  <a:pt x="5313691" y="1883178"/>
                  <a:pt x="5310228" y="1879714"/>
                  <a:pt x="5310228" y="1875441"/>
                </a:cubicBezTo>
                <a:cubicBezTo>
                  <a:pt x="5310228" y="1844495"/>
                  <a:pt x="5310227" y="1813550"/>
                  <a:pt x="5310227" y="1782604"/>
                </a:cubicBezTo>
                <a:cubicBezTo>
                  <a:pt x="5310227" y="1778331"/>
                  <a:pt x="5313691" y="1774867"/>
                  <a:pt x="5317964" y="1774867"/>
                </a:cubicBezTo>
                <a:close/>
                <a:moveTo>
                  <a:pt x="5284501" y="1774867"/>
                </a:moveTo>
                <a:cubicBezTo>
                  <a:pt x="5288774" y="1774867"/>
                  <a:pt x="5292238" y="1778331"/>
                  <a:pt x="5292238" y="1782604"/>
                </a:cubicBezTo>
                <a:lnTo>
                  <a:pt x="5292238" y="1875440"/>
                </a:lnTo>
                <a:cubicBezTo>
                  <a:pt x="5292238" y="1879713"/>
                  <a:pt x="5288774" y="1883177"/>
                  <a:pt x="5284501" y="1883177"/>
                </a:cubicBezTo>
                <a:lnTo>
                  <a:pt x="5276765" y="1875441"/>
                </a:lnTo>
                <a:cubicBezTo>
                  <a:pt x="5276765" y="1844495"/>
                  <a:pt x="5276764" y="1813550"/>
                  <a:pt x="5276764" y="1782604"/>
                </a:cubicBezTo>
                <a:cubicBezTo>
                  <a:pt x="5276764" y="1778331"/>
                  <a:pt x="5280228" y="1774867"/>
                  <a:pt x="5284501" y="1774867"/>
                </a:cubicBezTo>
                <a:close/>
                <a:moveTo>
                  <a:pt x="5204619" y="1774867"/>
                </a:moveTo>
                <a:cubicBezTo>
                  <a:pt x="5234529" y="1774867"/>
                  <a:pt x="5258775" y="1799113"/>
                  <a:pt x="5258775" y="1829022"/>
                </a:cubicBezTo>
                <a:cubicBezTo>
                  <a:pt x="5258775" y="1858931"/>
                  <a:pt x="5234529" y="1883177"/>
                  <a:pt x="5204619" y="1883177"/>
                </a:cubicBezTo>
                <a:cubicBezTo>
                  <a:pt x="5174709" y="1883177"/>
                  <a:pt x="5150463" y="1858931"/>
                  <a:pt x="5150463" y="1829022"/>
                </a:cubicBezTo>
                <a:cubicBezTo>
                  <a:pt x="5150463" y="1799113"/>
                  <a:pt x="5174709" y="1774867"/>
                  <a:pt x="5204619" y="1774867"/>
                </a:cubicBezTo>
                <a:close/>
                <a:moveTo>
                  <a:pt x="5124737" y="1774867"/>
                </a:moveTo>
                <a:cubicBezTo>
                  <a:pt x="5129010" y="1774867"/>
                  <a:pt x="5132474" y="1778331"/>
                  <a:pt x="5132474" y="1782604"/>
                </a:cubicBezTo>
                <a:lnTo>
                  <a:pt x="5132474" y="1875440"/>
                </a:lnTo>
                <a:cubicBezTo>
                  <a:pt x="5132474" y="1879713"/>
                  <a:pt x="5129010" y="1883177"/>
                  <a:pt x="5124737" y="1883177"/>
                </a:cubicBezTo>
                <a:lnTo>
                  <a:pt x="5117001" y="1875441"/>
                </a:lnTo>
                <a:cubicBezTo>
                  <a:pt x="5117001" y="1844495"/>
                  <a:pt x="5117000" y="1813550"/>
                  <a:pt x="5117000" y="1782604"/>
                </a:cubicBezTo>
                <a:cubicBezTo>
                  <a:pt x="5117000" y="1778331"/>
                  <a:pt x="5120464" y="1774867"/>
                  <a:pt x="5124737" y="1774867"/>
                </a:cubicBezTo>
                <a:close/>
                <a:moveTo>
                  <a:pt x="5044855" y="1774867"/>
                </a:moveTo>
                <a:cubicBezTo>
                  <a:pt x="5074765" y="1774867"/>
                  <a:pt x="5099011" y="1799113"/>
                  <a:pt x="5099011" y="1829022"/>
                </a:cubicBezTo>
                <a:cubicBezTo>
                  <a:pt x="5099011" y="1858931"/>
                  <a:pt x="5074765" y="1883177"/>
                  <a:pt x="5044855" y="1883177"/>
                </a:cubicBezTo>
                <a:cubicBezTo>
                  <a:pt x="5014945" y="1883177"/>
                  <a:pt x="4990699" y="1858931"/>
                  <a:pt x="4990699" y="1829022"/>
                </a:cubicBezTo>
                <a:cubicBezTo>
                  <a:pt x="4990699" y="1799113"/>
                  <a:pt x="5014945" y="1774867"/>
                  <a:pt x="5044855" y="1774867"/>
                </a:cubicBezTo>
                <a:close/>
                <a:moveTo>
                  <a:pt x="4964974" y="1774867"/>
                </a:moveTo>
                <a:cubicBezTo>
                  <a:pt x="4969247" y="1774867"/>
                  <a:pt x="4972711" y="1778331"/>
                  <a:pt x="4972711" y="1782604"/>
                </a:cubicBezTo>
                <a:lnTo>
                  <a:pt x="4972711" y="1875440"/>
                </a:lnTo>
                <a:lnTo>
                  <a:pt x="4964974" y="1883177"/>
                </a:lnTo>
                <a:cubicBezTo>
                  <a:pt x="4960701" y="1883178"/>
                  <a:pt x="4957238" y="1879714"/>
                  <a:pt x="4957238" y="1875441"/>
                </a:cubicBezTo>
                <a:cubicBezTo>
                  <a:pt x="4957238" y="1844495"/>
                  <a:pt x="4957237" y="1813550"/>
                  <a:pt x="4957237" y="1782604"/>
                </a:cubicBezTo>
                <a:cubicBezTo>
                  <a:pt x="4957237" y="1778331"/>
                  <a:pt x="4960701" y="1774867"/>
                  <a:pt x="4964974" y="1774867"/>
                </a:cubicBezTo>
                <a:close/>
                <a:moveTo>
                  <a:pt x="4885092" y="1774867"/>
                </a:moveTo>
                <a:cubicBezTo>
                  <a:pt x="4915002" y="1774867"/>
                  <a:pt x="4939248" y="1799113"/>
                  <a:pt x="4939248" y="1829022"/>
                </a:cubicBezTo>
                <a:cubicBezTo>
                  <a:pt x="4939248" y="1858931"/>
                  <a:pt x="4915002" y="1883177"/>
                  <a:pt x="4885092" y="1883177"/>
                </a:cubicBezTo>
                <a:cubicBezTo>
                  <a:pt x="4855182" y="1883177"/>
                  <a:pt x="4830936" y="1858931"/>
                  <a:pt x="4830936" y="1829022"/>
                </a:cubicBezTo>
                <a:cubicBezTo>
                  <a:pt x="4830936" y="1799113"/>
                  <a:pt x="4855182" y="1774867"/>
                  <a:pt x="4885092" y="1774867"/>
                </a:cubicBezTo>
                <a:close/>
                <a:moveTo>
                  <a:pt x="4805210" y="1774867"/>
                </a:moveTo>
                <a:cubicBezTo>
                  <a:pt x="4809483" y="1774867"/>
                  <a:pt x="4812947" y="1778331"/>
                  <a:pt x="4812947" y="1782604"/>
                </a:cubicBezTo>
                <a:lnTo>
                  <a:pt x="4812947" y="1875440"/>
                </a:lnTo>
                <a:cubicBezTo>
                  <a:pt x="4812947" y="1879713"/>
                  <a:pt x="4809483" y="1883177"/>
                  <a:pt x="4805210" y="1883177"/>
                </a:cubicBezTo>
                <a:lnTo>
                  <a:pt x="4797474" y="1875441"/>
                </a:lnTo>
                <a:cubicBezTo>
                  <a:pt x="4797474" y="1844495"/>
                  <a:pt x="4797473" y="1813550"/>
                  <a:pt x="4797473" y="1782604"/>
                </a:cubicBezTo>
                <a:cubicBezTo>
                  <a:pt x="4797473" y="1778331"/>
                  <a:pt x="4800937" y="1774867"/>
                  <a:pt x="4805210" y="1774867"/>
                </a:cubicBezTo>
                <a:close/>
                <a:moveTo>
                  <a:pt x="4771748" y="1774867"/>
                </a:moveTo>
                <a:cubicBezTo>
                  <a:pt x="4776021" y="1774867"/>
                  <a:pt x="4779485" y="1778331"/>
                  <a:pt x="4779485" y="1782604"/>
                </a:cubicBezTo>
                <a:cubicBezTo>
                  <a:pt x="4779485" y="1813550"/>
                  <a:pt x="4779484" y="1844495"/>
                  <a:pt x="4779484" y="1875441"/>
                </a:cubicBezTo>
                <a:lnTo>
                  <a:pt x="4771748" y="1883177"/>
                </a:lnTo>
                <a:cubicBezTo>
                  <a:pt x="4767475" y="1883177"/>
                  <a:pt x="4764011" y="1879713"/>
                  <a:pt x="4764011" y="1875440"/>
                </a:cubicBezTo>
                <a:lnTo>
                  <a:pt x="4764011" y="1782604"/>
                </a:lnTo>
                <a:cubicBezTo>
                  <a:pt x="4764011" y="1778331"/>
                  <a:pt x="4767475" y="1774867"/>
                  <a:pt x="4771748" y="1774867"/>
                </a:cubicBezTo>
                <a:close/>
                <a:moveTo>
                  <a:pt x="4691866" y="1774867"/>
                </a:moveTo>
                <a:cubicBezTo>
                  <a:pt x="4721776" y="1774867"/>
                  <a:pt x="4746022" y="1799113"/>
                  <a:pt x="4746022" y="1829022"/>
                </a:cubicBezTo>
                <a:cubicBezTo>
                  <a:pt x="4746022" y="1858931"/>
                  <a:pt x="4721776" y="1883177"/>
                  <a:pt x="4691866" y="1883177"/>
                </a:cubicBezTo>
                <a:cubicBezTo>
                  <a:pt x="4661956" y="1883177"/>
                  <a:pt x="4637710" y="1858931"/>
                  <a:pt x="4637710" y="1829022"/>
                </a:cubicBezTo>
                <a:cubicBezTo>
                  <a:pt x="4637710" y="1799113"/>
                  <a:pt x="4661956" y="1774867"/>
                  <a:pt x="4691866" y="1774867"/>
                </a:cubicBezTo>
                <a:close/>
                <a:moveTo>
                  <a:pt x="4611983" y="1774867"/>
                </a:moveTo>
                <a:cubicBezTo>
                  <a:pt x="4616256" y="1774867"/>
                  <a:pt x="4619720" y="1778331"/>
                  <a:pt x="4619720" y="1782604"/>
                </a:cubicBezTo>
                <a:lnTo>
                  <a:pt x="4619720" y="1875440"/>
                </a:lnTo>
                <a:lnTo>
                  <a:pt x="4611983" y="1883177"/>
                </a:lnTo>
                <a:cubicBezTo>
                  <a:pt x="4607710" y="1883178"/>
                  <a:pt x="4604247" y="1879714"/>
                  <a:pt x="4604247" y="1875441"/>
                </a:cubicBezTo>
                <a:cubicBezTo>
                  <a:pt x="4604247" y="1844495"/>
                  <a:pt x="4604246" y="1813550"/>
                  <a:pt x="4604246" y="1782604"/>
                </a:cubicBezTo>
                <a:cubicBezTo>
                  <a:pt x="4604246" y="1778331"/>
                  <a:pt x="4607710" y="1774867"/>
                  <a:pt x="4611983" y="1774867"/>
                </a:cubicBezTo>
                <a:close/>
                <a:moveTo>
                  <a:pt x="4578521" y="1774867"/>
                </a:moveTo>
                <a:cubicBezTo>
                  <a:pt x="4582794" y="1774867"/>
                  <a:pt x="4586258" y="1778331"/>
                  <a:pt x="4586258" y="1782604"/>
                </a:cubicBezTo>
                <a:cubicBezTo>
                  <a:pt x="4586258" y="1813550"/>
                  <a:pt x="4586257" y="1844495"/>
                  <a:pt x="4586257" y="1875441"/>
                </a:cubicBezTo>
                <a:lnTo>
                  <a:pt x="4578521" y="1883177"/>
                </a:lnTo>
                <a:cubicBezTo>
                  <a:pt x="4574248" y="1883177"/>
                  <a:pt x="4570784" y="1879713"/>
                  <a:pt x="4570784" y="1875440"/>
                </a:cubicBezTo>
                <a:lnTo>
                  <a:pt x="4570784" y="1782604"/>
                </a:lnTo>
                <a:cubicBezTo>
                  <a:pt x="4570784" y="1778331"/>
                  <a:pt x="4574248" y="1774867"/>
                  <a:pt x="4578521" y="1774867"/>
                </a:cubicBezTo>
                <a:close/>
                <a:moveTo>
                  <a:pt x="4498639" y="1774867"/>
                </a:moveTo>
                <a:cubicBezTo>
                  <a:pt x="4528549" y="1774867"/>
                  <a:pt x="4552795" y="1799113"/>
                  <a:pt x="4552795" y="1829022"/>
                </a:cubicBezTo>
                <a:cubicBezTo>
                  <a:pt x="4552795" y="1858931"/>
                  <a:pt x="4528549" y="1883177"/>
                  <a:pt x="4498639" y="1883177"/>
                </a:cubicBezTo>
                <a:cubicBezTo>
                  <a:pt x="4468729" y="1883177"/>
                  <a:pt x="4444483" y="1858931"/>
                  <a:pt x="4444483" y="1829022"/>
                </a:cubicBezTo>
                <a:cubicBezTo>
                  <a:pt x="4444483" y="1799113"/>
                  <a:pt x="4468729" y="1774867"/>
                  <a:pt x="4498639" y="1774867"/>
                </a:cubicBezTo>
                <a:close/>
                <a:moveTo>
                  <a:pt x="4418757" y="1774867"/>
                </a:moveTo>
                <a:cubicBezTo>
                  <a:pt x="4423030" y="1774867"/>
                  <a:pt x="4426494" y="1778331"/>
                  <a:pt x="4426494" y="1782604"/>
                </a:cubicBezTo>
                <a:cubicBezTo>
                  <a:pt x="4426494" y="1813550"/>
                  <a:pt x="4426493" y="1844495"/>
                  <a:pt x="4426493" y="1875441"/>
                </a:cubicBezTo>
                <a:lnTo>
                  <a:pt x="4418757" y="1883177"/>
                </a:lnTo>
                <a:cubicBezTo>
                  <a:pt x="4414484" y="1883177"/>
                  <a:pt x="4411020" y="1879713"/>
                  <a:pt x="4411020" y="1875440"/>
                </a:cubicBezTo>
                <a:lnTo>
                  <a:pt x="4411020" y="1782604"/>
                </a:lnTo>
                <a:cubicBezTo>
                  <a:pt x="4411020" y="1778331"/>
                  <a:pt x="4414484" y="1774867"/>
                  <a:pt x="4418757" y="1774867"/>
                </a:cubicBezTo>
                <a:close/>
                <a:moveTo>
                  <a:pt x="4338875" y="1774867"/>
                </a:moveTo>
                <a:cubicBezTo>
                  <a:pt x="4368785" y="1774867"/>
                  <a:pt x="4393031" y="1799113"/>
                  <a:pt x="4393031" y="1829022"/>
                </a:cubicBezTo>
                <a:cubicBezTo>
                  <a:pt x="4393031" y="1858931"/>
                  <a:pt x="4368785" y="1883177"/>
                  <a:pt x="4338875" y="1883177"/>
                </a:cubicBezTo>
                <a:cubicBezTo>
                  <a:pt x="4308965" y="1883177"/>
                  <a:pt x="4284719" y="1858931"/>
                  <a:pt x="4284719" y="1829022"/>
                </a:cubicBezTo>
                <a:cubicBezTo>
                  <a:pt x="4284719" y="1799113"/>
                  <a:pt x="4308965" y="1774867"/>
                  <a:pt x="4338875" y="1774867"/>
                </a:cubicBezTo>
                <a:close/>
                <a:moveTo>
                  <a:pt x="4258993" y="1774867"/>
                </a:moveTo>
                <a:cubicBezTo>
                  <a:pt x="4263266" y="1774867"/>
                  <a:pt x="4266730" y="1778331"/>
                  <a:pt x="4266730" y="1782604"/>
                </a:cubicBezTo>
                <a:cubicBezTo>
                  <a:pt x="4266730" y="1813550"/>
                  <a:pt x="4266729" y="1844495"/>
                  <a:pt x="4266729" y="1875441"/>
                </a:cubicBezTo>
                <a:lnTo>
                  <a:pt x="4258993" y="1883177"/>
                </a:lnTo>
                <a:cubicBezTo>
                  <a:pt x="4254720" y="1883177"/>
                  <a:pt x="4251256" y="1879713"/>
                  <a:pt x="4251256" y="1875440"/>
                </a:cubicBezTo>
                <a:lnTo>
                  <a:pt x="4251256" y="1782604"/>
                </a:lnTo>
                <a:cubicBezTo>
                  <a:pt x="4251256" y="1778331"/>
                  <a:pt x="4254720" y="1774867"/>
                  <a:pt x="4258993" y="1774867"/>
                </a:cubicBezTo>
                <a:close/>
                <a:moveTo>
                  <a:pt x="4225530" y="1774867"/>
                </a:moveTo>
                <a:cubicBezTo>
                  <a:pt x="4229803" y="1774867"/>
                  <a:pt x="4233267" y="1778331"/>
                  <a:pt x="4233267" y="1782604"/>
                </a:cubicBezTo>
                <a:cubicBezTo>
                  <a:pt x="4233267" y="1813550"/>
                  <a:pt x="4233266" y="1844495"/>
                  <a:pt x="4233266" y="1875441"/>
                </a:cubicBezTo>
                <a:lnTo>
                  <a:pt x="4225530" y="1883177"/>
                </a:lnTo>
                <a:cubicBezTo>
                  <a:pt x="4221257" y="1883177"/>
                  <a:pt x="4217793" y="1879713"/>
                  <a:pt x="4217793" y="1875440"/>
                </a:cubicBezTo>
                <a:lnTo>
                  <a:pt x="4217793" y="1782604"/>
                </a:lnTo>
                <a:cubicBezTo>
                  <a:pt x="4217793" y="1778331"/>
                  <a:pt x="4221257" y="1774867"/>
                  <a:pt x="4225530" y="1774867"/>
                </a:cubicBezTo>
                <a:close/>
                <a:moveTo>
                  <a:pt x="4145649" y="1774867"/>
                </a:moveTo>
                <a:cubicBezTo>
                  <a:pt x="4175559" y="1774867"/>
                  <a:pt x="4199805" y="1799113"/>
                  <a:pt x="4199805" y="1829022"/>
                </a:cubicBezTo>
                <a:cubicBezTo>
                  <a:pt x="4199805" y="1858931"/>
                  <a:pt x="4175559" y="1883177"/>
                  <a:pt x="4145649" y="1883177"/>
                </a:cubicBezTo>
                <a:cubicBezTo>
                  <a:pt x="4115739" y="1883177"/>
                  <a:pt x="4091493" y="1858931"/>
                  <a:pt x="4091493" y="1829022"/>
                </a:cubicBezTo>
                <a:cubicBezTo>
                  <a:pt x="4091493" y="1799113"/>
                  <a:pt x="4115739" y="1774867"/>
                  <a:pt x="4145649" y="1774867"/>
                </a:cubicBezTo>
                <a:close/>
                <a:moveTo>
                  <a:pt x="4032304" y="1774867"/>
                </a:moveTo>
                <a:cubicBezTo>
                  <a:pt x="4036577" y="1774867"/>
                  <a:pt x="4040041" y="1778331"/>
                  <a:pt x="4040041" y="1782604"/>
                </a:cubicBezTo>
                <a:cubicBezTo>
                  <a:pt x="4040041" y="1813550"/>
                  <a:pt x="4040040" y="1844495"/>
                  <a:pt x="4040040" y="1875441"/>
                </a:cubicBezTo>
                <a:lnTo>
                  <a:pt x="4032304" y="1883177"/>
                </a:lnTo>
                <a:cubicBezTo>
                  <a:pt x="4028031" y="1883177"/>
                  <a:pt x="4024567" y="1879713"/>
                  <a:pt x="4024567" y="1875440"/>
                </a:cubicBezTo>
                <a:lnTo>
                  <a:pt x="4024567" y="1782604"/>
                </a:lnTo>
                <a:cubicBezTo>
                  <a:pt x="4024567" y="1778331"/>
                  <a:pt x="4028031" y="1774867"/>
                  <a:pt x="4032304" y="1774867"/>
                </a:cubicBezTo>
                <a:close/>
                <a:moveTo>
                  <a:pt x="3712777" y="1774867"/>
                </a:moveTo>
                <a:cubicBezTo>
                  <a:pt x="3717050" y="1774867"/>
                  <a:pt x="3720514" y="1778331"/>
                  <a:pt x="3720514" y="1782604"/>
                </a:cubicBezTo>
                <a:cubicBezTo>
                  <a:pt x="3720514" y="1813550"/>
                  <a:pt x="3720513" y="1844495"/>
                  <a:pt x="3720513" y="1875441"/>
                </a:cubicBezTo>
                <a:lnTo>
                  <a:pt x="3712777" y="1883177"/>
                </a:lnTo>
                <a:cubicBezTo>
                  <a:pt x="3708504" y="1883177"/>
                  <a:pt x="3705040" y="1879713"/>
                  <a:pt x="3705040" y="1875440"/>
                </a:cubicBezTo>
                <a:lnTo>
                  <a:pt x="3705040" y="1782604"/>
                </a:lnTo>
                <a:cubicBezTo>
                  <a:pt x="3705040" y="1778331"/>
                  <a:pt x="3708504" y="1774867"/>
                  <a:pt x="3712777" y="1774867"/>
                </a:cubicBezTo>
                <a:close/>
                <a:moveTo>
                  <a:pt x="3679315" y="1774867"/>
                </a:moveTo>
                <a:cubicBezTo>
                  <a:pt x="3683588" y="1774867"/>
                  <a:pt x="3687052" y="1778331"/>
                  <a:pt x="3687052" y="1782604"/>
                </a:cubicBezTo>
                <a:cubicBezTo>
                  <a:pt x="3687052" y="1813550"/>
                  <a:pt x="3687051" y="1844495"/>
                  <a:pt x="3687051" y="1875441"/>
                </a:cubicBezTo>
                <a:lnTo>
                  <a:pt x="3679315" y="1883177"/>
                </a:lnTo>
                <a:cubicBezTo>
                  <a:pt x="3675042" y="1883177"/>
                  <a:pt x="3671578" y="1879713"/>
                  <a:pt x="3671578" y="1875440"/>
                </a:cubicBezTo>
                <a:lnTo>
                  <a:pt x="3671578" y="1782604"/>
                </a:lnTo>
                <a:cubicBezTo>
                  <a:pt x="3671578" y="1778331"/>
                  <a:pt x="3675042" y="1774867"/>
                  <a:pt x="3679315" y="1774867"/>
                </a:cubicBezTo>
                <a:close/>
                <a:moveTo>
                  <a:pt x="3599433" y="1774867"/>
                </a:moveTo>
                <a:cubicBezTo>
                  <a:pt x="3629343" y="1774867"/>
                  <a:pt x="3653589" y="1799113"/>
                  <a:pt x="3653589" y="1829022"/>
                </a:cubicBezTo>
                <a:cubicBezTo>
                  <a:pt x="3653589" y="1858931"/>
                  <a:pt x="3629343" y="1883177"/>
                  <a:pt x="3599433" y="1883177"/>
                </a:cubicBezTo>
                <a:cubicBezTo>
                  <a:pt x="3569523" y="1883177"/>
                  <a:pt x="3545277" y="1858931"/>
                  <a:pt x="3545277" y="1829022"/>
                </a:cubicBezTo>
                <a:cubicBezTo>
                  <a:pt x="3545277" y="1799113"/>
                  <a:pt x="3569523" y="1774867"/>
                  <a:pt x="3599433" y="1774867"/>
                </a:cubicBezTo>
                <a:close/>
                <a:moveTo>
                  <a:pt x="3473131" y="1774867"/>
                </a:moveTo>
                <a:cubicBezTo>
                  <a:pt x="3503041" y="1774867"/>
                  <a:pt x="3527287" y="1799113"/>
                  <a:pt x="3527287" y="1829022"/>
                </a:cubicBezTo>
                <a:cubicBezTo>
                  <a:pt x="3527287" y="1858931"/>
                  <a:pt x="3503041" y="1883177"/>
                  <a:pt x="3473131" y="1883177"/>
                </a:cubicBezTo>
                <a:cubicBezTo>
                  <a:pt x="3443221" y="1883177"/>
                  <a:pt x="3418975" y="1858931"/>
                  <a:pt x="3418975" y="1829022"/>
                </a:cubicBezTo>
                <a:cubicBezTo>
                  <a:pt x="3418975" y="1799113"/>
                  <a:pt x="3443221" y="1774867"/>
                  <a:pt x="3473131" y="1774867"/>
                </a:cubicBezTo>
                <a:close/>
                <a:moveTo>
                  <a:pt x="3393249" y="1774867"/>
                </a:moveTo>
                <a:cubicBezTo>
                  <a:pt x="3397522" y="1774867"/>
                  <a:pt x="3400986" y="1778331"/>
                  <a:pt x="3400986" y="1782604"/>
                </a:cubicBezTo>
                <a:lnTo>
                  <a:pt x="3400986" y="1875440"/>
                </a:lnTo>
                <a:lnTo>
                  <a:pt x="3393249" y="1883177"/>
                </a:lnTo>
                <a:cubicBezTo>
                  <a:pt x="3388976" y="1883178"/>
                  <a:pt x="3385513" y="1879714"/>
                  <a:pt x="3385513" y="1875441"/>
                </a:cubicBezTo>
                <a:cubicBezTo>
                  <a:pt x="3385513" y="1844495"/>
                  <a:pt x="3385512" y="1813550"/>
                  <a:pt x="3385512" y="1782604"/>
                </a:cubicBezTo>
                <a:cubicBezTo>
                  <a:pt x="3385512" y="1778331"/>
                  <a:pt x="3388976" y="1774867"/>
                  <a:pt x="3393249" y="1774867"/>
                </a:cubicBezTo>
                <a:close/>
                <a:moveTo>
                  <a:pt x="3359786" y="1774867"/>
                </a:moveTo>
                <a:cubicBezTo>
                  <a:pt x="3364059" y="1774867"/>
                  <a:pt x="3367523" y="1778331"/>
                  <a:pt x="3367523" y="1782604"/>
                </a:cubicBezTo>
                <a:lnTo>
                  <a:pt x="3367523" y="1875440"/>
                </a:lnTo>
                <a:cubicBezTo>
                  <a:pt x="3367523" y="1879713"/>
                  <a:pt x="3364059" y="1883177"/>
                  <a:pt x="3359786" y="1883177"/>
                </a:cubicBezTo>
                <a:lnTo>
                  <a:pt x="3352050" y="1875441"/>
                </a:lnTo>
                <a:cubicBezTo>
                  <a:pt x="3352050" y="1844495"/>
                  <a:pt x="3352049" y="1813550"/>
                  <a:pt x="3352049" y="1782604"/>
                </a:cubicBezTo>
                <a:cubicBezTo>
                  <a:pt x="3352049" y="1778331"/>
                  <a:pt x="3355513" y="1774867"/>
                  <a:pt x="3359786" y="1774867"/>
                </a:cubicBezTo>
                <a:close/>
                <a:moveTo>
                  <a:pt x="2960378" y="1774867"/>
                </a:moveTo>
                <a:cubicBezTo>
                  <a:pt x="2990288" y="1774867"/>
                  <a:pt x="3014534" y="1799113"/>
                  <a:pt x="3014534" y="1829022"/>
                </a:cubicBezTo>
                <a:cubicBezTo>
                  <a:pt x="3014534" y="1858931"/>
                  <a:pt x="2990288" y="1883177"/>
                  <a:pt x="2960378" y="1883177"/>
                </a:cubicBezTo>
                <a:cubicBezTo>
                  <a:pt x="2930468" y="1883177"/>
                  <a:pt x="2906222" y="1858931"/>
                  <a:pt x="2906222" y="1829022"/>
                </a:cubicBezTo>
                <a:cubicBezTo>
                  <a:pt x="2906222" y="1799113"/>
                  <a:pt x="2930468" y="1774867"/>
                  <a:pt x="2960378" y="1774867"/>
                </a:cubicBezTo>
                <a:close/>
                <a:moveTo>
                  <a:pt x="2880496" y="1774867"/>
                </a:moveTo>
                <a:cubicBezTo>
                  <a:pt x="2884769" y="1774867"/>
                  <a:pt x="2888233" y="1778331"/>
                  <a:pt x="2888233" y="1782604"/>
                </a:cubicBezTo>
                <a:lnTo>
                  <a:pt x="2888233" y="1875440"/>
                </a:lnTo>
                <a:cubicBezTo>
                  <a:pt x="2888233" y="1879713"/>
                  <a:pt x="2884769" y="1883177"/>
                  <a:pt x="2880496" y="1883177"/>
                </a:cubicBezTo>
                <a:lnTo>
                  <a:pt x="2872760" y="1875441"/>
                </a:lnTo>
                <a:cubicBezTo>
                  <a:pt x="2872760" y="1844495"/>
                  <a:pt x="2872759" y="1813550"/>
                  <a:pt x="2872759" y="1782604"/>
                </a:cubicBezTo>
                <a:cubicBezTo>
                  <a:pt x="2872759" y="1778331"/>
                  <a:pt x="2876223" y="1774867"/>
                  <a:pt x="2880496" y="1774867"/>
                </a:cubicBezTo>
                <a:close/>
                <a:moveTo>
                  <a:pt x="2847033" y="1774867"/>
                </a:moveTo>
                <a:cubicBezTo>
                  <a:pt x="2851306" y="1774867"/>
                  <a:pt x="2854770" y="1778331"/>
                  <a:pt x="2854770" y="1782604"/>
                </a:cubicBezTo>
                <a:lnTo>
                  <a:pt x="2854770" y="1875440"/>
                </a:lnTo>
                <a:cubicBezTo>
                  <a:pt x="2854770" y="1879713"/>
                  <a:pt x="2851306" y="1883177"/>
                  <a:pt x="2847033" y="1883177"/>
                </a:cubicBezTo>
                <a:lnTo>
                  <a:pt x="2839297" y="1875441"/>
                </a:lnTo>
                <a:cubicBezTo>
                  <a:pt x="2839297" y="1844495"/>
                  <a:pt x="2839296" y="1813550"/>
                  <a:pt x="2839296" y="1782604"/>
                </a:cubicBezTo>
                <a:cubicBezTo>
                  <a:pt x="2839296" y="1778331"/>
                  <a:pt x="2842760" y="1774867"/>
                  <a:pt x="2847033" y="1774867"/>
                </a:cubicBezTo>
                <a:close/>
                <a:moveTo>
                  <a:pt x="2767151" y="1774867"/>
                </a:moveTo>
                <a:cubicBezTo>
                  <a:pt x="2797061" y="1774867"/>
                  <a:pt x="2821307" y="1799113"/>
                  <a:pt x="2821307" y="1829022"/>
                </a:cubicBezTo>
                <a:cubicBezTo>
                  <a:pt x="2821307" y="1858931"/>
                  <a:pt x="2797061" y="1883177"/>
                  <a:pt x="2767151" y="1883177"/>
                </a:cubicBezTo>
                <a:cubicBezTo>
                  <a:pt x="2737241" y="1883177"/>
                  <a:pt x="2712995" y="1858931"/>
                  <a:pt x="2712995" y="1829022"/>
                </a:cubicBezTo>
                <a:cubicBezTo>
                  <a:pt x="2712995" y="1799113"/>
                  <a:pt x="2737241" y="1774867"/>
                  <a:pt x="2767151" y="1774867"/>
                </a:cubicBezTo>
                <a:close/>
                <a:moveTo>
                  <a:pt x="2687269" y="1774867"/>
                </a:moveTo>
                <a:cubicBezTo>
                  <a:pt x="2691542" y="1774867"/>
                  <a:pt x="2695006" y="1778331"/>
                  <a:pt x="2695006" y="1782604"/>
                </a:cubicBezTo>
                <a:lnTo>
                  <a:pt x="2695006" y="1875440"/>
                </a:lnTo>
                <a:cubicBezTo>
                  <a:pt x="2695006" y="1879713"/>
                  <a:pt x="2691542" y="1883177"/>
                  <a:pt x="2687269" y="1883177"/>
                </a:cubicBezTo>
                <a:lnTo>
                  <a:pt x="2679533" y="1875441"/>
                </a:lnTo>
                <a:cubicBezTo>
                  <a:pt x="2679533" y="1844495"/>
                  <a:pt x="2679532" y="1813550"/>
                  <a:pt x="2679532" y="1782604"/>
                </a:cubicBezTo>
                <a:cubicBezTo>
                  <a:pt x="2679532" y="1778331"/>
                  <a:pt x="2682996" y="1774867"/>
                  <a:pt x="2687269" y="1774867"/>
                </a:cubicBezTo>
                <a:close/>
                <a:moveTo>
                  <a:pt x="2607387" y="1774867"/>
                </a:moveTo>
                <a:cubicBezTo>
                  <a:pt x="2637297" y="1774867"/>
                  <a:pt x="2661543" y="1799113"/>
                  <a:pt x="2661543" y="1829022"/>
                </a:cubicBezTo>
                <a:cubicBezTo>
                  <a:pt x="2661543" y="1858931"/>
                  <a:pt x="2637297" y="1883177"/>
                  <a:pt x="2607387" y="1883177"/>
                </a:cubicBezTo>
                <a:cubicBezTo>
                  <a:pt x="2577477" y="1883177"/>
                  <a:pt x="2553231" y="1858931"/>
                  <a:pt x="2553231" y="1829022"/>
                </a:cubicBezTo>
                <a:cubicBezTo>
                  <a:pt x="2553231" y="1799113"/>
                  <a:pt x="2577477" y="1774867"/>
                  <a:pt x="2607387" y="1774867"/>
                </a:cubicBezTo>
                <a:close/>
                <a:moveTo>
                  <a:pt x="2527505" y="1774867"/>
                </a:moveTo>
                <a:cubicBezTo>
                  <a:pt x="2531778" y="1774867"/>
                  <a:pt x="2535242" y="1778331"/>
                  <a:pt x="2535242" y="1782604"/>
                </a:cubicBezTo>
                <a:lnTo>
                  <a:pt x="2535242" y="1875440"/>
                </a:lnTo>
                <a:cubicBezTo>
                  <a:pt x="2535242" y="1879713"/>
                  <a:pt x="2531778" y="1883177"/>
                  <a:pt x="2527505" y="1883177"/>
                </a:cubicBezTo>
                <a:lnTo>
                  <a:pt x="2519769" y="1875441"/>
                </a:lnTo>
                <a:cubicBezTo>
                  <a:pt x="2519769" y="1844495"/>
                  <a:pt x="2519768" y="1813550"/>
                  <a:pt x="2519768" y="1782604"/>
                </a:cubicBezTo>
                <a:cubicBezTo>
                  <a:pt x="2519768" y="1778331"/>
                  <a:pt x="2523232" y="1774867"/>
                  <a:pt x="2527505" y="1774867"/>
                </a:cubicBezTo>
                <a:close/>
                <a:moveTo>
                  <a:pt x="2494042" y="1774867"/>
                </a:moveTo>
                <a:cubicBezTo>
                  <a:pt x="2498315" y="1774867"/>
                  <a:pt x="2501779" y="1778331"/>
                  <a:pt x="2501779" y="1782604"/>
                </a:cubicBezTo>
                <a:lnTo>
                  <a:pt x="2501779" y="1875440"/>
                </a:lnTo>
                <a:cubicBezTo>
                  <a:pt x="2501779" y="1879713"/>
                  <a:pt x="2498315" y="1883177"/>
                  <a:pt x="2494042" y="1883177"/>
                </a:cubicBezTo>
                <a:lnTo>
                  <a:pt x="2486306" y="1875441"/>
                </a:lnTo>
                <a:cubicBezTo>
                  <a:pt x="2486306" y="1844495"/>
                  <a:pt x="2486305" y="1813550"/>
                  <a:pt x="2486305" y="1782604"/>
                </a:cubicBezTo>
                <a:cubicBezTo>
                  <a:pt x="2486305" y="1778331"/>
                  <a:pt x="2489769" y="1774867"/>
                  <a:pt x="2494042" y="1774867"/>
                </a:cubicBezTo>
                <a:close/>
                <a:moveTo>
                  <a:pt x="2414160" y="1774867"/>
                </a:moveTo>
                <a:cubicBezTo>
                  <a:pt x="2444070" y="1774867"/>
                  <a:pt x="2468316" y="1799113"/>
                  <a:pt x="2468316" y="1829022"/>
                </a:cubicBezTo>
                <a:cubicBezTo>
                  <a:pt x="2468316" y="1858931"/>
                  <a:pt x="2444070" y="1883177"/>
                  <a:pt x="2414160" y="1883177"/>
                </a:cubicBezTo>
                <a:cubicBezTo>
                  <a:pt x="2384250" y="1883177"/>
                  <a:pt x="2360004" y="1858931"/>
                  <a:pt x="2360004" y="1829022"/>
                </a:cubicBezTo>
                <a:cubicBezTo>
                  <a:pt x="2360004" y="1799113"/>
                  <a:pt x="2384250" y="1774867"/>
                  <a:pt x="2414160" y="1774867"/>
                </a:cubicBezTo>
                <a:close/>
                <a:moveTo>
                  <a:pt x="2334278" y="1774867"/>
                </a:moveTo>
                <a:cubicBezTo>
                  <a:pt x="2338551" y="1774867"/>
                  <a:pt x="2342015" y="1778331"/>
                  <a:pt x="2342015" y="1782604"/>
                </a:cubicBezTo>
                <a:lnTo>
                  <a:pt x="2342015" y="1875440"/>
                </a:lnTo>
                <a:cubicBezTo>
                  <a:pt x="2342015" y="1879713"/>
                  <a:pt x="2338551" y="1883177"/>
                  <a:pt x="2334278" y="1883177"/>
                </a:cubicBezTo>
                <a:lnTo>
                  <a:pt x="2326542" y="1875441"/>
                </a:lnTo>
                <a:cubicBezTo>
                  <a:pt x="2326542" y="1844495"/>
                  <a:pt x="2326541" y="1813550"/>
                  <a:pt x="2326541" y="1782604"/>
                </a:cubicBezTo>
                <a:cubicBezTo>
                  <a:pt x="2326541" y="1778331"/>
                  <a:pt x="2330005" y="1774867"/>
                  <a:pt x="2334278" y="1774867"/>
                </a:cubicBezTo>
                <a:close/>
                <a:moveTo>
                  <a:pt x="2300816" y="1774867"/>
                </a:moveTo>
                <a:cubicBezTo>
                  <a:pt x="2305089" y="1774867"/>
                  <a:pt x="2308553" y="1778331"/>
                  <a:pt x="2308553" y="1782604"/>
                </a:cubicBezTo>
                <a:cubicBezTo>
                  <a:pt x="2308553" y="1813550"/>
                  <a:pt x="2308552" y="1844495"/>
                  <a:pt x="2308552" y="1875441"/>
                </a:cubicBezTo>
                <a:lnTo>
                  <a:pt x="2300816" y="1883177"/>
                </a:lnTo>
                <a:cubicBezTo>
                  <a:pt x="2296543" y="1883177"/>
                  <a:pt x="2293079" y="1879713"/>
                  <a:pt x="2293079" y="1875440"/>
                </a:cubicBezTo>
                <a:lnTo>
                  <a:pt x="2293079" y="1782604"/>
                </a:lnTo>
                <a:cubicBezTo>
                  <a:pt x="2293079" y="1778331"/>
                  <a:pt x="2296543" y="1774867"/>
                  <a:pt x="2300816" y="1774867"/>
                </a:cubicBezTo>
                <a:close/>
                <a:moveTo>
                  <a:pt x="2220935" y="1774867"/>
                </a:moveTo>
                <a:cubicBezTo>
                  <a:pt x="2250845" y="1774867"/>
                  <a:pt x="2275091" y="1799113"/>
                  <a:pt x="2275091" y="1829022"/>
                </a:cubicBezTo>
                <a:cubicBezTo>
                  <a:pt x="2275091" y="1858931"/>
                  <a:pt x="2250845" y="1883177"/>
                  <a:pt x="2220935" y="1883177"/>
                </a:cubicBezTo>
                <a:cubicBezTo>
                  <a:pt x="2191025" y="1883177"/>
                  <a:pt x="2166779" y="1858931"/>
                  <a:pt x="2166779" y="1829022"/>
                </a:cubicBezTo>
                <a:cubicBezTo>
                  <a:pt x="2166779" y="1799113"/>
                  <a:pt x="2191025" y="1774867"/>
                  <a:pt x="2220935" y="1774867"/>
                </a:cubicBezTo>
                <a:close/>
                <a:moveTo>
                  <a:pt x="2141053" y="1774867"/>
                </a:moveTo>
                <a:cubicBezTo>
                  <a:pt x="2145326" y="1774867"/>
                  <a:pt x="2148790" y="1778331"/>
                  <a:pt x="2148790" y="1782604"/>
                </a:cubicBezTo>
                <a:cubicBezTo>
                  <a:pt x="2148790" y="1813550"/>
                  <a:pt x="2148789" y="1844495"/>
                  <a:pt x="2148789" y="1875441"/>
                </a:cubicBezTo>
                <a:lnTo>
                  <a:pt x="2141053" y="1883177"/>
                </a:lnTo>
                <a:cubicBezTo>
                  <a:pt x="2136780" y="1883177"/>
                  <a:pt x="2133316" y="1879713"/>
                  <a:pt x="2133316" y="1875440"/>
                </a:cubicBezTo>
                <a:lnTo>
                  <a:pt x="2133316" y="1782604"/>
                </a:lnTo>
                <a:cubicBezTo>
                  <a:pt x="2133316" y="1778331"/>
                  <a:pt x="2136780" y="1774867"/>
                  <a:pt x="2141053" y="1774867"/>
                </a:cubicBezTo>
                <a:close/>
                <a:moveTo>
                  <a:pt x="2107590" y="1774867"/>
                </a:moveTo>
                <a:cubicBezTo>
                  <a:pt x="2111863" y="1774867"/>
                  <a:pt x="2115327" y="1778331"/>
                  <a:pt x="2115327" y="1782604"/>
                </a:cubicBezTo>
                <a:cubicBezTo>
                  <a:pt x="2115327" y="1813550"/>
                  <a:pt x="2115326" y="1844495"/>
                  <a:pt x="2115326" y="1875441"/>
                </a:cubicBezTo>
                <a:lnTo>
                  <a:pt x="2107590" y="1883177"/>
                </a:lnTo>
                <a:cubicBezTo>
                  <a:pt x="2103317" y="1883177"/>
                  <a:pt x="2099853" y="1879713"/>
                  <a:pt x="2099853" y="1875440"/>
                </a:cubicBezTo>
                <a:lnTo>
                  <a:pt x="2099853" y="1782604"/>
                </a:lnTo>
                <a:cubicBezTo>
                  <a:pt x="2099853" y="1778331"/>
                  <a:pt x="2103317" y="1774867"/>
                  <a:pt x="2107590" y="1774867"/>
                </a:cubicBezTo>
                <a:close/>
                <a:moveTo>
                  <a:pt x="2027708" y="1774867"/>
                </a:moveTo>
                <a:cubicBezTo>
                  <a:pt x="2057618" y="1774867"/>
                  <a:pt x="2081864" y="1799113"/>
                  <a:pt x="2081864" y="1829022"/>
                </a:cubicBezTo>
                <a:cubicBezTo>
                  <a:pt x="2081864" y="1858931"/>
                  <a:pt x="2057618" y="1883177"/>
                  <a:pt x="2027708" y="1883177"/>
                </a:cubicBezTo>
                <a:cubicBezTo>
                  <a:pt x="1997798" y="1883177"/>
                  <a:pt x="1973552" y="1858931"/>
                  <a:pt x="1973552" y="1829022"/>
                </a:cubicBezTo>
                <a:cubicBezTo>
                  <a:pt x="1973552" y="1799113"/>
                  <a:pt x="1997798" y="1774867"/>
                  <a:pt x="2027708" y="1774867"/>
                </a:cubicBezTo>
                <a:close/>
                <a:moveTo>
                  <a:pt x="1947826" y="1774867"/>
                </a:moveTo>
                <a:cubicBezTo>
                  <a:pt x="1952099" y="1774867"/>
                  <a:pt x="1955563" y="1778331"/>
                  <a:pt x="1955563" y="1782604"/>
                </a:cubicBezTo>
                <a:cubicBezTo>
                  <a:pt x="1955563" y="1813550"/>
                  <a:pt x="1955562" y="1844495"/>
                  <a:pt x="1955562" y="1875441"/>
                </a:cubicBezTo>
                <a:lnTo>
                  <a:pt x="1947826" y="1883177"/>
                </a:lnTo>
                <a:cubicBezTo>
                  <a:pt x="1943553" y="1883177"/>
                  <a:pt x="1940089" y="1879713"/>
                  <a:pt x="1940089" y="1875440"/>
                </a:cubicBezTo>
                <a:lnTo>
                  <a:pt x="1940089" y="1782604"/>
                </a:lnTo>
                <a:cubicBezTo>
                  <a:pt x="1940089" y="1778331"/>
                  <a:pt x="1943553" y="1774867"/>
                  <a:pt x="1947826" y="1774867"/>
                </a:cubicBezTo>
                <a:close/>
                <a:moveTo>
                  <a:pt x="1867944" y="1774867"/>
                </a:moveTo>
                <a:cubicBezTo>
                  <a:pt x="1897854" y="1774867"/>
                  <a:pt x="1922100" y="1799113"/>
                  <a:pt x="1922100" y="1829022"/>
                </a:cubicBezTo>
                <a:cubicBezTo>
                  <a:pt x="1922100" y="1858931"/>
                  <a:pt x="1897854" y="1883177"/>
                  <a:pt x="1867944" y="1883177"/>
                </a:cubicBezTo>
                <a:cubicBezTo>
                  <a:pt x="1838034" y="1883177"/>
                  <a:pt x="1813788" y="1858931"/>
                  <a:pt x="1813788" y="1829022"/>
                </a:cubicBezTo>
                <a:cubicBezTo>
                  <a:pt x="1813788" y="1799113"/>
                  <a:pt x="1838034" y="1774867"/>
                  <a:pt x="1867944" y="1774867"/>
                </a:cubicBezTo>
                <a:close/>
                <a:moveTo>
                  <a:pt x="1788062" y="1774867"/>
                </a:moveTo>
                <a:cubicBezTo>
                  <a:pt x="1792335" y="1774867"/>
                  <a:pt x="1795799" y="1778331"/>
                  <a:pt x="1795799" y="1782604"/>
                </a:cubicBezTo>
                <a:cubicBezTo>
                  <a:pt x="1795799" y="1813550"/>
                  <a:pt x="1795798" y="1844495"/>
                  <a:pt x="1795798" y="1875441"/>
                </a:cubicBezTo>
                <a:lnTo>
                  <a:pt x="1788062" y="1883177"/>
                </a:lnTo>
                <a:cubicBezTo>
                  <a:pt x="1783789" y="1883177"/>
                  <a:pt x="1780325" y="1879713"/>
                  <a:pt x="1780325" y="1875440"/>
                </a:cubicBezTo>
                <a:lnTo>
                  <a:pt x="1780325" y="1782604"/>
                </a:lnTo>
                <a:cubicBezTo>
                  <a:pt x="1780325" y="1778331"/>
                  <a:pt x="1783789" y="1774867"/>
                  <a:pt x="1788062" y="1774867"/>
                </a:cubicBezTo>
                <a:close/>
                <a:moveTo>
                  <a:pt x="1754599" y="1774867"/>
                </a:moveTo>
                <a:cubicBezTo>
                  <a:pt x="1758872" y="1774867"/>
                  <a:pt x="1762336" y="1778331"/>
                  <a:pt x="1762336" y="1782604"/>
                </a:cubicBezTo>
                <a:cubicBezTo>
                  <a:pt x="1762336" y="1813550"/>
                  <a:pt x="1762335" y="1844495"/>
                  <a:pt x="1762335" y="1875441"/>
                </a:cubicBezTo>
                <a:lnTo>
                  <a:pt x="1754599" y="1883177"/>
                </a:lnTo>
                <a:cubicBezTo>
                  <a:pt x="1750326" y="1883177"/>
                  <a:pt x="1746862" y="1879713"/>
                  <a:pt x="1746862" y="1875440"/>
                </a:cubicBezTo>
                <a:lnTo>
                  <a:pt x="1746862" y="1782604"/>
                </a:lnTo>
                <a:cubicBezTo>
                  <a:pt x="1746862" y="1778331"/>
                  <a:pt x="1750326" y="1774867"/>
                  <a:pt x="1754599" y="1774867"/>
                </a:cubicBezTo>
                <a:close/>
                <a:moveTo>
                  <a:pt x="1674717" y="1774867"/>
                </a:moveTo>
                <a:cubicBezTo>
                  <a:pt x="1704627" y="1774867"/>
                  <a:pt x="1728873" y="1799113"/>
                  <a:pt x="1728873" y="1829022"/>
                </a:cubicBezTo>
                <a:cubicBezTo>
                  <a:pt x="1728873" y="1858931"/>
                  <a:pt x="1704627" y="1883177"/>
                  <a:pt x="1674717" y="1883177"/>
                </a:cubicBezTo>
                <a:cubicBezTo>
                  <a:pt x="1644807" y="1883177"/>
                  <a:pt x="1620561" y="1858931"/>
                  <a:pt x="1620561" y="1829022"/>
                </a:cubicBezTo>
                <a:cubicBezTo>
                  <a:pt x="1620561" y="1799113"/>
                  <a:pt x="1644807" y="1774867"/>
                  <a:pt x="1674717" y="1774867"/>
                </a:cubicBezTo>
                <a:close/>
                <a:moveTo>
                  <a:pt x="1275309" y="1774867"/>
                </a:moveTo>
                <a:cubicBezTo>
                  <a:pt x="1279582" y="1774867"/>
                  <a:pt x="1283046" y="1778331"/>
                  <a:pt x="1283046" y="1782604"/>
                </a:cubicBezTo>
                <a:cubicBezTo>
                  <a:pt x="1283046" y="1813550"/>
                  <a:pt x="1283045" y="1844495"/>
                  <a:pt x="1283045" y="1875441"/>
                </a:cubicBezTo>
                <a:lnTo>
                  <a:pt x="1275309" y="1883177"/>
                </a:lnTo>
                <a:cubicBezTo>
                  <a:pt x="1271036" y="1883177"/>
                  <a:pt x="1267572" y="1879713"/>
                  <a:pt x="1267572" y="1875440"/>
                </a:cubicBezTo>
                <a:lnTo>
                  <a:pt x="1267572" y="1782604"/>
                </a:lnTo>
                <a:cubicBezTo>
                  <a:pt x="1267572" y="1778331"/>
                  <a:pt x="1271036" y="1774867"/>
                  <a:pt x="1275309" y="1774867"/>
                </a:cubicBezTo>
                <a:close/>
                <a:moveTo>
                  <a:pt x="1241846" y="1774867"/>
                </a:moveTo>
                <a:cubicBezTo>
                  <a:pt x="1246119" y="1774867"/>
                  <a:pt x="1249583" y="1778331"/>
                  <a:pt x="1249583" y="1782604"/>
                </a:cubicBezTo>
                <a:cubicBezTo>
                  <a:pt x="1249583" y="1813550"/>
                  <a:pt x="1249582" y="1844495"/>
                  <a:pt x="1249582" y="1875441"/>
                </a:cubicBezTo>
                <a:lnTo>
                  <a:pt x="1241846" y="1883177"/>
                </a:lnTo>
                <a:cubicBezTo>
                  <a:pt x="1237573" y="1883177"/>
                  <a:pt x="1234109" y="1879713"/>
                  <a:pt x="1234109" y="1875440"/>
                </a:cubicBezTo>
                <a:lnTo>
                  <a:pt x="1234109" y="1782604"/>
                </a:lnTo>
                <a:cubicBezTo>
                  <a:pt x="1234109" y="1778331"/>
                  <a:pt x="1237573" y="1774867"/>
                  <a:pt x="1241846" y="1774867"/>
                </a:cubicBezTo>
                <a:close/>
                <a:moveTo>
                  <a:pt x="1161964" y="1774867"/>
                </a:moveTo>
                <a:cubicBezTo>
                  <a:pt x="1191874" y="1774867"/>
                  <a:pt x="1216120" y="1799113"/>
                  <a:pt x="1216120" y="1829022"/>
                </a:cubicBezTo>
                <a:cubicBezTo>
                  <a:pt x="1216120" y="1858931"/>
                  <a:pt x="1191874" y="1883177"/>
                  <a:pt x="1161964" y="1883177"/>
                </a:cubicBezTo>
                <a:cubicBezTo>
                  <a:pt x="1132054" y="1883177"/>
                  <a:pt x="1107808" y="1858931"/>
                  <a:pt x="1107808" y="1829022"/>
                </a:cubicBezTo>
                <a:cubicBezTo>
                  <a:pt x="1107808" y="1799113"/>
                  <a:pt x="1132054" y="1774867"/>
                  <a:pt x="1161964" y="1774867"/>
                </a:cubicBezTo>
                <a:close/>
                <a:moveTo>
                  <a:pt x="1082082" y="1774867"/>
                </a:moveTo>
                <a:cubicBezTo>
                  <a:pt x="1086355" y="1774867"/>
                  <a:pt x="1089819" y="1778331"/>
                  <a:pt x="1089819" y="1782604"/>
                </a:cubicBezTo>
                <a:cubicBezTo>
                  <a:pt x="1089819" y="1813550"/>
                  <a:pt x="1089818" y="1844495"/>
                  <a:pt x="1089818" y="1875441"/>
                </a:cubicBezTo>
                <a:lnTo>
                  <a:pt x="1082082" y="1883177"/>
                </a:lnTo>
                <a:cubicBezTo>
                  <a:pt x="1077809" y="1883177"/>
                  <a:pt x="1074345" y="1879713"/>
                  <a:pt x="1074345" y="1875440"/>
                </a:cubicBezTo>
                <a:lnTo>
                  <a:pt x="1074345" y="1782604"/>
                </a:lnTo>
                <a:cubicBezTo>
                  <a:pt x="1074345" y="1778331"/>
                  <a:pt x="1077809" y="1774867"/>
                  <a:pt x="1082082" y="1774867"/>
                </a:cubicBezTo>
                <a:close/>
                <a:moveTo>
                  <a:pt x="1048619" y="1774867"/>
                </a:moveTo>
                <a:cubicBezTo>
                  <a:pt x="1052892" y="1774867"/>
                  <a:pt x="1056356" y="1778331"/>
                  <a:pt x="1056356" y="1782604"/>
                </a:cubicBezTo>
                <a:cubicBezTo>
                  <a:pt x="1056356" y="1813550"/>
                  <a:pt x="1056355" y="1844495"/>
                  <a:pt x="1056355" y="1875441"/>
                </a:cubicBezTo>
                <a:lnTo>
                  <a:pt x="1048619" y="1883177"/>
                </a:lnTo>
                <a:cubicBezTo>
                  <a:pt x="1044346" y="1883177"/>
                  <a:pt x="1040882" y="1879713"/>
                  <a:pt x="1040882" y="1875440"/>
                </a:cubicBezTo>
                <a:lnTo>
                  <a:pt x="1040882" y="1782604"/>
                </a:lnTo>
                <a:cubicBezTo>
                  <a:pt x="1040882" y="1778331"/>
                  <a:pt x="1044346" y="1774867"/>
                  <a:pt x="1048619" y="1774867"/>
                </a:cubicBezTo>
                <a:close/>
                <a:moveTo>
                  <a:pt x="968737" y="1774867"/>
                </a:moveTo>
                <a:cubicBezTo>
                  <a:pt x="998647" y="1774867"/>
                  <a:pt x="1022893" y="1799113"/>
                  <a:pt x="1022893" y="1829022"/>
                </a:cubicBezTo>
                <a:cubicBezTo>
                  <a:pt x="1022893" y="1858931"/>
                  <a:pt x="998647" y="1883177"/>
                  <a:pt x="968737" y="1883177"/>
                </a:cubicBezTo>
                <a:cubicBezTo>
                  <a:pt x="938827" y="1883177"/>
                  <a:pt x="914581" y="1858931"/>
                  <a:pt x="914581" y="1829022"/>
                </a:cubicBezTo>
                <a:cubicBezTo>
                  <a:pt x="914583" y="1799113"/>
                  <a:pt x="938827" y="1774867"/>
                  <a:pt x="968737" y="1774867"/>
                </a:cubicBezTo>
                <a:close/>
                <a:moveTo>
                  <a:pt x="888856" y="1774867"/>
                </a:moveTo>
                <a:cubicBezTo>
                  <a:pt x="893129" y="1774867"/>
                  <a:pt x="896593" y="1778331"/>
                  <a:pt x="896593" y="1782604"/>
                </a:cubicBezTo>
                <a:cubicBezTo>
                  <a:pt x="896593" y="1813550"/>
                  <a:pt x="896592" y="1844495"/>
                  <a:pt x="896592" y="1875441"/>
                </a:cubicBezTo>
                <a:lnTo>
                  <a:pt x="888856" y="1883177"/>
                </a:lnTo>
                <a:cubicBezTo>
                  <a:pt x="884583" y="1883177"/>
                  <a:pt x="881119" y="1879713"/>
                  <a:pt x="881119" y="1875440"/>
                </a:cubicBezTo>
                <a:lnTo>
                  <a:pt x="881119" y="1782604"/>
                </a:lnTo>
                <a:cubicBezTo>
                  <a:pt x="881212" y="1778331"/>
                  <a:pt x="884583" y="1774867"/>
                  <a:pt x="888856" y="1774867"/>
                </a:cubicBezTo>
                <a:close/>
                <a:moveTo>
                  <a:pt x="808974" y="1774867"/>
                </a:moveTo>
                <a:cubicBezTo>
                  <a:pt x="838884" y="1774867"/>
                  <a:pt x="863130" y="1799113"/>
                  <a:pt x="863130" y="1829022"/>
                </a:cubicBezTo>
                <a:cubicBezTo>
                  <a:pt x="863130" y="1858931"/>
                  <a:pt x="838884" y="1883177"/>
                  <a:pt x="808974" y="1883177"/>
                </a:cubicBezTo>
                <a:cubicBezTo>
                  <a:pt x="779064" y="1883177"/>
                  <a:pt x="754818" y="1858931"/>
                  <a:pt x="754818" y="1829022"/>
                </a:cubicBezTo>
                <a:cubicBezTo>
                  <a:pt x="754820" y="1799113"/>
                  <a:pt x="779066" y="1774867"/>
                  <a:pt x="808974" y="1774867"/>
                </a:cubicBezTo>
                <a:close/>
                <a:moveTo>
                  <a:pt x="729092" y="1774867"/>
                </a:moveTo>
                <a:cubicBezTo>
                  <a:pt x="733365" y="1774867"/>
                  <a:pt x="736829" y="1778331"/>
                  <a:pt x="736829" y="1782604"/>
                </a:cubicBezTo>
                <a:cubicBezTo>
                  <a:pt x="736829" y="1813550"/>
                  <a:pt x="736828" y="1844495"/>
                  <a:pt x="736828" y="1875441"/>
                </a:cubicBezTo>
                <a:lnTo>
                  <a:pt x="729092" y="1883177"/>
                </a:lnTo>
                <a:cubicBezTo>
                  <a:pt x="724819" y="1883177"/>
                  <a:pt x="721355" y="1879713"/>
                  <a:pt x="721355" y="1875440"/>
                </a:cubicBezTo>
                <a:lnTo>
                  <a:pt x="721355" y="1782604"/>
                </a:lnTo>
                <a:cubicBezTo>
                  <a:pt x="721447" y="1778331"/>
                  <a:pt x="724819" y="1774867"/>
                  <a:pt x="729092" y="1774867"/>
                </a:cubicBezTo>
                <a:close/>
                <a:moveTo>
                  <a:pt x="649210" y="1774867"/>
                </a:moveTo>
                <a:cubicBezTo>
                  <a:pt x="679120" y="1774867"/>
                  <a:pt x="703366" y="1799113"/>
                  <a:pt x="703366" y="1829022"/>
                </a:cubicBezTo>
                <a:cubicBezTo>
                  <a:pt x="703366" y="1858931"/>
                  <a:pt x="679120" y="1883177"/>
                  <a:pt x="649210" y="1883177"/>
                </a:cubicBezTo>
                <a:cubicBezTo>
                  <a:pt x="619300" y="1883177"/>
                  <a:pt x="595054" y="1858931"/>
                  <a:pt x="595054" y="1829022"/>
                </a:cubicBezTo>
                <a:cubicBezTo>
                  <a:pt x="595056" y="1799113"/>
                  <a:pt x="619302" y="1774867"/>
                  <a:pt x="649210" y="1774867"/>
                </a:cubicBezTo>
                <a:close/>
                <a:moveTo>
                  <a:pt x="569328" y="1774867"/>
                </a:moveTo>
                <a:cubicBezTo>
                  <a:pt x="573601" y="1774867"/>
                  <a:pt x="577065" y="1778331"/>
                  <a:pt x="577065" y="1782604"/>
                </a:cubicBezTo>
                <a:cubicBezTo>
                  <a:pt x="577065" y="1813550"/>
                  <a:pt x="577064" y="1844495"/>
                  <a:pt x="577064" y="1875441"/>
                </a:cubicBezTo>
                <a:lnTo>
                  <a:pt x="569328" y="1883177"/>
                </a:lnTo>
                <a:cubicBezTo>
                  <a:pt x="565055" y="1883177"/>
                  <a:pt x="561591" y="1879713"/>
                  <a:pt x="561591" y="1875440"/>
                </a:cubicBezTo>
                <a:lnTo>
                  <a:pt x="561591" y="1782604"/>
                </a:lnTo>
                <a:cubicBezTo>
                  <a:pt x="561683" y="1778331"/>
                  <a:pt x="565055" y="1774867"/>
                  <a:pt x="569328" y="1774867"/>
                </a:cubicBezTo>
                <a:close/>
                <a:moveTo>
                  <a:pt x="535865" y="1774867"/>
                </a:moveTo>
                <a:cubicBezTo>
                  <a:pt x="540138" y="1774867"/>
                  <a:pt x="543602" y="1778331"/>
                  <a:pt x="543602" y="1782604"/>
                </a:cubicBezTo>
                <a:cubicBezTo>
                  <a:pt x="543602" y="1813550"/>
                  <a:pt x="543601" y="1844495"/>
                  <a:pt x="543601" y="1875441"/>
                </a:cubicBezTo>
                <a:lnTo>
                  <a:pt x="535865" y="1883177"/>
                </a:lnTo>
                <a:cubicBezTo>
                  <a:pt x="531592" y="1883177"/>
                  <a:pt x="528128" y="1879713"/>
                  <a:pt x="528128" y="1875440"/>
                </a:cubicBezTo>
                <a:lnTo>
                  <a:pt x="528128" y="1782604"/>
                </a:lnTo>
                <a:cubicBezTo>
                  <a:pt x="528220" y="1778331"/>
                  <a:pt x="531592" y="1774867"/>
                  <a:pt x="535865" y="1774867"/>
                </a:cubicBezTo>
                <a:close/>
                <a:moveTo>
                  <a:pt x="455983" y="1774867"/>
                </a:moveTo>
                <a:cubicBezTo>
                  <a:pt x="485893" y="1774867"/>
                  <a:pt x="510139" y="1799113"/>
                  <a:pt x="510139" y="1829022"/>
                </a:cubicBezTo>
                <a:cubicBezTo>
                  <a:pt x="510139" y="1858931"/>
                  <a:pt x="485893" y="1883177"/>
                  <a:pt x="455983" y="1883177"/>
                </a:cubicBezTo>
                <a:cubicBezTo>
                  <a:pt x="426073" y="1883177"/>
                  <a:pt x="401827" y="1858931"/>
                  <a:pt x="401827" y="1829022"/>
                </a:cubicBezTo>
                <a:cubicBezTo>
                  <a:pt x="401829" y="1799113"/>
                  <a:pt x="426075" y="1774867"/>
                  <a:pt x="455983" y="1774867"/>
                </a:cubicBezTo>
                <a:close/>
                <a:moveTo>
                  <a:pt x="56575" y="1774867"/>
                </a:moveTo>
                <a:cubicBezTo>
                  <a:pt x="60848" y="1774867"/>
                  <a:pt x="64312" y="1778331"/>
                  <a:pt x="64312" y="1782604"/>
                </a:cubicBezTo>
                <a:cubicBezTo>
                  <a:pt x="64312" y="1813550"/>
                  <a:pt x="64311" y="1844495"/>
                  <a:pt x="64311" y="1875441"/>
                </a:cubicBezTo>
                <a:lnTo>
                  <a:pt x="56575" y="1883177"/>
                </a:lnTo>
                <a:cubicBezTo>
                  <a:pt x="52302" y="1883177"/>
                  <a:pt x="48838" y="1879713"/>
                  <a:pt x="48838" y="1875440"/>
                </a:cubicBezTo>
                <a:lnTo>
                  <a:pt x="48838" y="1782604"/>
                </a:lnTo>
                <a:cubicBezTo>
                  <a:pt x="48918" y="1778331"/>
                  <a:pt x="52353" y="1774867"/>
                  <a:pt x="56575" y="1774867"/>
                </a:cubicBezTo>
                <a:close/>
                <a:moveTo>
                  <a:pt x="23112" y="1774867"/>
                </a:moveTo>
                <a:cubicBezTo>
                  <a:pt x="27385" y="1774867"/>
                  <a:pt x="30849" y="1778331"/>
                  <a:pt x="30849" y="1782604"/>
                </a:cubicBezTo>
                <a:cubicBezTo>
                  <a:pt x="30849" y="1813550"/>
                  <a:pt x="30848" y="1844495"/>
                  <a:pt x="30848" y="1875441"/>
                </a:cubicBezTo>
                <a:lnTo>
                  <a:pt x="23112" y="1883177"/>
                </a:lnTo>
                <a:cubicBezTo>
                  <a:pt x="18839" y="1883177"/>
                  <a:pt x="15375" y="1879713"/>
                  <a:pt x="15375" y="1875440"/>
                </a:cubicBezTo>
                <a:lnTo>
                  <a:pt x="15375" y="1782604"/>
                </a:lnTo>
                <a:cubicBezTo>
                  <a:pt x="15455" y="1778331"/>
                  <a:pt x="18890" y="1774867"/>
                  <a:pt x="23112" y="1774867"/>
                </a:cubicBezTo>
                <a:close/>
                <a:moveTo>
                  <a:pt x="8908925" y="1773351"/>
                </a:moveTo>
                <a:cubicBezTo>
                  <a:pt x="8913198" y="1773351"/>
                  <a:pt x="8916662" y="1776815"/>
                  <a:pt x="8916662" y="1781088"/>
                </a:cubicBezTo>
                <a:cubicBezTo>
                  <a:pt x="8916662" y="1812034"/>
                  <a:pt x="8916661" y="1842979"/>
                  <a:pt x="8916661" y="1873925"/>
                </a:cubicBezTo>
                <a:lnTo>
                  <a:pt x="8908925" y="1881661"/>
                </a:lnTo>
                <a:cubicBezTo>
                  <a:pt x="8904652" y="1881661"/>
                  <a:pt x="8901188" y="1878197"/>
                  <a:pt x="8901188" y="1873924"/>
                </a:cubicBezTo>
                <a:lnTo>
                  <a:pt x="8901188" y="1781088"/>
                </a:lnTo>
                <a:cubicBezTo>
                  <a:pt x="8901188" y="1776815"/>
                  <a:pt x="8904652" y="1773351"/>
                  <a:pt x="8908925" y="1773351"/>
                </a:cubicBezTo>
                <a:close/>
                <a:moveTo>
                  <a:pt x="8829043" y="1773351"/>
                </a:moveTo>
                <a:cubicBezTo>
                  <a:pt x="8858952" y="1773351"/>
                  <a:pt x="8883198" y="1797597"/>
                  <a:pt x="8883198" y="1827506"/>
                </a:cubicBezTo>
                <a:cubicBezTo>
                  <a:pt x="8883198" y="1857415"/>
                  <a:pt x="8858952" y="1881661"/>
                  <a:pt x="8829043" y="1881661"/>
                </a:cubicBezTo>
                <a:cubicBezTo>
                  <a:pt x="8799134" y="1881661"/>
                  <a:pt x="8774888" y="1857415"/>
                  <a:pt x="8774888" y="1827506"/>
                </a:cubicBezTo>
                <a:cubicBezTo>
                  <a:pt x="8774888" y="1797597"/>
                  <a:pt x="8799134" y="1773351"/>
                  <a:pt x="8829043" y="1773351"/>
                </a:cubicBezTo>
                <a:close/>
                <a:moveTo>
                  <a:pt x="8749162" y="1773351"/>
                </a:moveTo>
                <a:cubicBezTo>
                  <a:pt x="8753435" y="1773351"/>
                  <a:pt x="8756899" y="1776815"/>
                  <a:pt x="8756899" y="1781088"/>
                </a:cubicBezTo>
                <a:cubicBezTo>
                  <a:pt x="8756899" y="1812034"/>
                  <a:pt x="8756898" y="1842979"/>
                  <a:pt x="8756898" y="1873925"/>
                </a:cubicBezTo>
                <a:lnTo>
                  <a:pt x="8749162" y="1881661"/>
                </a:lnTo>
                <a:cubicBezTo>
                  <a:pt x="8744889" y="1881661"/>
                  <a:pt x="8741425" y="1878197"/>
                  <a:pt x="8741425" y="1873924"/>
                </a:cubicBezTo>
                <a:lnTo>
                  <a:pt x="8741425" y="1781088"/>
                </a:lnTo>
                <a:cubicBezTo>
                  <a:pt x="8741425" y="1776815"/>
                  <a:pt x="8744889" y="1773351"/>
                  <a:pt x="8749162" y="1773351"/>
                </a:cubicBezTo>
                <a:close/>
                <a:moveTo>
                  <a:pt x="8669280" y="1773351"/>
                </a:moveTo>
                <a:cubicBezTo>
                  <a:pt x="8699189" y="1773351"/>
                  <a:pt x="8723435" y="1797597"/>
                  <a:pt x="8723435" y="1827506"/>
                </a:cubicBezTo>
                <a:cubicBezTo>
                  <a:pt x="8723435" y="1857415"/>
                  <a:pt x="8699189" y="1881661"/>
                  <a:pt x="8669280" y="1881661"/>
                </a:cubicBezTo>
                <a:cubicBezTo>
                  <a:pt x="8639371" y="1881661"/>
                  <a:pt x="8615125" y="1857415"/>
                  <a:pt x="8615125" y="1827506"/>
                </a:cubicBezTo>
                <a:cubicBezTo>
                  <a:pt x="8615125" y="1797597"/>
                  <a:pt x="8639371" y="1773351"/>
                  <a:pt x="8669280" y="1773351"/>
                </a:cubicBezTo>
                <a:close/>
                <a:moveTo>
                  <a:pt x="7690191" y="1773351"/>
                </a:moveTo>
                <a:cubicBezTo>
                  <a:pt x="7694464" y="1773351"/>
                  <a:pt x="7697928" y="1776815"/>
                  <a:pt x="7697928" y="1781088"/>
                </a:cubicBezTo>
                <a:cubicBezTo>
                  <a:pt x="7697928" y="1812034"/>
                  <a:pt x="7697927" y="1842979"/>
                  <a:pt x="7697927" y="1873925"/>
                </a:cubicBezTo>
                <a:lnTo>
                  <a:pt x="7690191" y="1881661"/>
                </a:lnTo>
                <a:cubicBezTo>
                  <a:pt x="7685918" y="1881661"/>
                  <a:pt x="7682454" y="1878197"/>
                  <a:pt x="7682454" y="1873924"/>
                </a:cubicBezTo>
                <a:lnTo>
                  <a:pt x="7682454" y="1781088"/>
                </a:lnTo>
                <a:cubicBezTo>
                  <a:pt x="7682454" y="1776815"/>
                  <a:pt x="7685918" y="1773351"/>
                  <a:pt x="7690191" y="1773351"/>
                </a:cubicBezTo>
                <a:close/>
                <a:moveTo>
                  <a:pt x="7610309" y="1773351"/>
                </a:moveTo>
                <a:cubicBezTo>
                  <a:pt x="7640218" y="1773351"/>
                  <a:pt x="7664464" y="1797597"/>
                  <a:pt x="7664464" y="1827506"/>
                </a:cubicBezTo>
                <a:cubicBezTo>
                  <a:pt x="7664464" y="1857415"/>
                  <a:pt x="7640218" y="1881661"/>
                  <a:pt x="7610309" y="1881661"/>
                </a:cubicBezTo>
                <a:cubicBezTo>
                  <a:pt x="7580400" y="1881661"/>
                  <a:pt x="7556154" y="1857415"/>
                  <a:pt x="7556154" y="1827506"/>
                </a:cubicBezTo>
                <a:cubicBezTo>
                  <a:pt x="7556154" y="1797597"/>
                  <a:pt x="7580400" y="1773351"/>
                  <a:pt x="7610309" y="1773351"/>
                </a:cubicBezTo>
                <a:close/>
                <a:moveTo>
                  <a:pt x="7530428" y="1773351"/>
                </a:moveTo>
                <a:cubicBezTo>
                  <a:pt x="7534701" y="1773351"/>
                  <a:pt x="7538165" y="1776815"/>
                  <a:pt x="7538165" y="1781088"/>
                </a:cubicBezTo>
                <a:cubicBezTo>
                  <a:pt x="7538165" y="1812034"/>
                  <a:pt x="7538164" y="1842979"/>
                  <a:pt x="7538164" y="1873925"/>
                </a:cubicBezTo>
                <a:lnTo>
                  <a:pt x="7530428" y="1881661"/>
                </a:lnTo>
                <a:cubicBezTo>
                  <a:pt x="7526155" y="1881661"/>
                  <a:pt x="7522691" y="1878197"/>
                  <a:pt x="7522691" y="1873924"/>
                </a:cubicBezTo>
                <a:lnTo>
                  <a:pt x="7522691" y="1781088"/>
                </a:lnTo>
                <a:cubicBezTo>
                  <a:pt x="7522691" y="1776815"/>
                  <a:pt x="7526155" y="1773351"/>
                  <a:pt x="7530428" y="1773351"/>
                </a:cubicBezTo>
                <a:close/>
                <a:moveTo>
                  <a:pt x="7450546" y="1773351"/>
                </a:moveTo>
                <a:cubicBezTo>
                  <a:pt x="7480455" y="1773351"/>
                  <a:pt x="7504701" y="1797597"/>
                  <a:pt x="7504701" y="1827506"/>
                </a:cubicBezTo>
                <a:cubicBezTo>
                  <a:pt x="7504701" y="1857415"/>
                  <a:pt x="7480455" y="1881661"/>
                  <a:pt x="7450546" y="1881661"/>
                </a:cubicBezTo>
                <a:cubicBezTo>
                  <a:pt x="7420637" y="1881661"/>
                  <a:pt x="7396391" y="1857415"/>
                  <a:pt x="7396391" y="1827506"/>
                </a:cubicBezTo>
                <a:cubicBezTo>
                  <a:pt x="7396391" y="1797597"/>
                  <a:pt x="7420637" y="1773351"/>
                  <a:pt x="7450546" y="1773351"/>
                </a:cubicBezTo>
                <a:close/>
                <a:moveTo>
                  <a:pt x="6936107" y="1773351"/>
                </a:moveTo>
                <a:cubicBezTo>
                  <a:pt x="6966016" y="1773351"/>
                  <a:pt x="6990262" y="1797597"/>
                  <a:pt x="6990262" y="1827506"/>
                </a:cubicBezTo>
                <a:cubicBezTo>
                  <a:pt x="6990262" y="1857415"/>
                  <a:pt x="6966016" y="1881661"/>
                  <a:pt x="6936107" y="1881661"/>
                </a:cubicBezTo>
                <a:cubicBezTo>
                  <a:pt x="6906198" y="1881661"/>
                  <a:pt x="6881952" y="1857415"/>
                  <a:pt x="6881952" y="1827506"/>
                </a:cubicBezTo>
                <a:cubicBezTo>
                  <a:pt x="6881952" y="1797597"/>
                  <a:pt x="6906198" y="1773351"/>
                  <a:pt x="6936107" y="1773351"/>
                </a:cubicBezTo>
                <a:close/>
                <a:moveTo>
                  <a:pt x="6856225" y="1773351"/>
                </a:moveTo>
                <a:cubicBezTo>
                  <a:pt x="6860498" y="1773351"/>
                  <a:pt x="6863962" y="1776815"/>
                  <a:pt x="6863962" y="1781088"/>
                </a:cubicBezTo>
                <a:lnTo>
                  <a:pt x="6863962" y="1873924"/>
                </a:lnTo>
                <a:cubicBezTo>
                  <a:pt x="6863962" y="1878197"/>
                  <a:pt x="6860498" y="1881661"/>
                  <a:pt x="6856225" y="1881661"/>
                </a:cubicBezTo>
                <a:lnTo>
                  <a:pt x="6848489" y="1873925"/>
                </a:lnTo>
                <a:cubicBezTo>
                  <a:pt x="6848489" y="1842979"/>
                  <a:pt x="6848488" y="1812034"/>
                  <a:pt x="6848488" y="1781088"/>
                </a:cubicBezTo>
                <a:cubicBezTo>
                  <a:pt x="6848488" y="1776815"/>
                  <a:pt x="6851952" y="1773351"/>
                  <a:pt x="6856225" y="1773351"/>
                </a:cubicBezTo>
                <a:close/>
                <a:moveTo>
                  <a:pt x="6776344" y="1773351"/>
                </a:moveTo>
                <a:cubicBezTo>
                  <a:pt x="6806253" y="1773351"/>
                  <a:pt x="6830499" y="1797597"/>
                  <a:pt x="6830499" y="1827506"/>
                </a:cubicBezTo>
                <a:cubicBezTo>
                  <a:pt x="6830499" y="1857415"/>
                  <a:pt x="6806253" y="1881661"/>
                  <a:pt x="6776344" y="1881661"/>
                </a:cubicBezTo>
                <a:cubicBezTo>
                  <a:pt x="6746435" y="1881661"/>
                  <a:pt x="6722189" y="1857415"/>
                  <a:pt x="6722189" y="1827506"/>
                </a:cubicBezTo>
                <a:cubicBezTo>
                  <a:pt x="6722189" y="1797597"/>
                  <a:pt x="6746435" y="1773351"/>
                  <a:pt x="6776344" y="1773351"/>
                </a:cubicBezTo>
                <a:close/>
                <a:moveTo>
                  <a:pt x="6696462" y="1773351"/>
                </a:moveTo>
                <a:cubicBezTo>
                  <a:pt x="6700735" y="1773351"/>
                  <a:pt x="6704199" y="1776815"/>
                  <a:pt x="6704199" y="1781088"/>
                </a:cubicBezTo>
                <a:lnTo>
                  <a:pt x="6704199" y="1873924"/>
                </a:lnTo>
                <a:cubicBezTo>
                  <a:pt x="6704199" y="1878197"/>
                  <a:pt x="6700735" y="1881661"/>
                  <a:pt x="6696462" y="1881661"/>
                </a:cubicBezTo>
                <a:lnTo>
                  <a:pt x="6688726" y="1873925"/>
                </a:lnTo>
                <a:cubicBezTo>
                  <a:pt x="6688726" y="1842979"/>
                  <a:pt x="6688725" y="1812034"/>
                  <a:pt x="6688725" y="1781088"/>
                </a:cubicBezTo>
                <a:cubicBezTo>
                  <a:pt x="6688725" y="1776815"/>
                  <a:pt x="6692189" y="1773351"/>
                  <a:pt x="6696462" y="1773351"/>
                </a:cubicBezTo>
                <a:close/>
                <a:moveTo>
                  <a:pt x="5717373" y="1773351"/>
                </a:moveTo>
                <a:cubicBezTo>
                  <a:pt x="5747282" y="1773351"/>
                  <a:pt x="5771528" y="1797597"/>
                  <a:pt x="5771528" y="1827506"/>
                </a:cubicBezTo>
                <a:cubicBezTo>
                  <a:pt x="5771528" y="1857415"/>
                  <a:pt x="5747282" y="1881661"/>
                  <a:pt x="5717373" y="1881661"/>
                </a:cubicBezTo>
                <a:cubicBezTo>
                  <a:pt x="5687464" y="1881661"/>
                  <a:pt x="5663218" y="1857415"/>
                  <a:pt x="5663218" y="1827506"/>
                </a:cubicBezTo>
                <a:cubicBezTo>
                  <a:pt x="5663218" y="1797597"/>
                  <a:pt x="5687464" y="1773351"/>
                  <a:pt x="5717373" y="1773351"/>
                </a:cubicBezTo>
                <a:close/>
                <a:moveTo>
                  <a:pt x="5637491" y="1773351"/>
                </a:moveTo>
                <a:cubicBezTo>
                  <a:pt x="5641764" y="1773351"/>
                  <a:pt x="5645228" y="1776815"/>
                  <a:pt x="5645228" y="1781088"/>
                </a:cubicBezTo>
                <a:lnTo>
                  <a:pt x="5645228" y="1873924"/>
                </a:lnTo>
                <a:cubicBezTo>
                  <a:pt x="5645228" y="1878197"/>
                  <a:pt x="5641764" y="1881661"/>
                  <a:pt x="5637491" y="1881661"/>
                </a:cubicBezTo>
                <a:lnTo>
                  <a:pt x="5629755" y="1873925"/>
                </a:lnTo>
                <a:cubicBezTo>
                  <a:pt x="5629755" y="1842979"/>
                  <a:pt x="5629754" y="1812034"/>
                  <a:pt x="5629754" y="1781088"/>
                </a:cubicBezTo>
                <a:cubicBezTo>
                  <a:pt x="5629754" y="1776815"/>
                  <a:pt x="5633218" y="1773351"/>
                  <a:pt x="5637491" y="1773351"/>
                </a:cubicBezTo>
                <a:close/>
                <a:moveTo>
                  <a:pt x="5557610" y="1773351"/>
                </a:moveTo>
                <a:cubicBezTo>
                  <a:pt x="5587519" y="1773351"/>
                  <a:pt x="5611765" y="1797597"/>
                  <a:pt x="5611765" y="1827506"/>
                </a:cubicBezTo>
                <a:cubicBezTo>
                  <a:pt x="5611765" y="1857415"/>
                  <a:pt x="5587519" y="1881661"/>
                  <a:pt x="5557610" y="1881661"/>
                </a:cubicBezTo>
                <a:cubicBezTo>
                  <a:pt x="5527701" y="1881661"/>
                  <a:pt x="5503455" y="1857415"/>
                  <a:pt x="5503455" y="1827506"/>
                </a:cubicBezTo>
                <a:cubicBezTo>
                  <a:pt x="5503455" y="1797597"/>
                  <a:pt x="5527701" y="1773351"/>
                  <a:pt x="5557610" y="1773351"/>
                </a:cubicBezTo>
                <a:close/>
                <a:moveTo>
                  <a:pt x="5477728" y="1773351"/>
                </a:moveTo>
                <a:cubicBezTo>
                  <a:pt x="5482001" y="1773351"/>
                  <a:pt x="5485465" y="1776815"/>
                  <a:pt x="5485465" y="1781088"/>
                </a:cubicBezTo>
                <a:lnTo>
                  <a:pt x="5485465" y="1873924"/>
                </a:lnTo>
                <a:cubicBezTo>
                  <a:pt x="5485465" y="1878197"/>
                  <a:pt x="5482001" y="1881661"/>
                  <a:pt x="5477728" y="1881661"/>
                </a:cubicBezTo>
                <a:lnTo>
                  <a:pt x="5469992" y="1873925"/>
                </a:lnTo>
                <a:cubicBezTo>
                  <a:pt x="5469992" y="1842979"/>
                  <a:pt x="5469991" y="1812034"/>
                  <a:pt x="5469991" y="1781088"/>
                </a:cubicBezTo>
                <a:cubicBezTo>
                  <a:pt x="5469991" y="1776815"/>
                  <a:pt x="5473455" y="1773351"/>
                  <a:pt x="5477728" y="1773351"/>
                </a:cubicBezTo>
                <a:close/>
                <a:moveTo>
                  <a:pt x="4065767" y="1773351"/>
                </a:moveTo>
                <a:cubicBezTo>
                  <a:pt x="4070040" y="1773351"/>
                  <a:pt x="4073504" y="1776815"/>
                  <a:pt x="4073504" y="1781088"/>
                </a:cubicBezTo>
                <a:cubicBezTo>
                  <a:pt x="4073504" y="1812034"/>
                  <a:pt x="4073503" y="1842979"/>
                  <a:pt x="4073503" y="1873925"/>
                </a:cubicBezTo>
                <a:lnTo>
                  <a:pt x="4065767" y="1881661"/>
                </a:lnTo>
                <a:cubicBezTo>
                  <a:pt x="4061494" y="1881661"/>
                  <a:pt x="4058030" y="1878197"/>
                  <a:pt x="4058030" y="1873924"/>
                </a:cubicBezTo>
                <a:lnTo>
                  <a:pt x="4058030" y="1781088"/>
                </a:lnTo>
                <a:cubicBezTo>
                  <a:pt x="4058030" y="1776815"/>
                  <a:pt x="4061494" y="1773351"/>
                  <a:pt x="4065767" y="1773351"/>
                </a:cubicBezTo>
                <a:close/>
                <a:moveTo>
                  <a:pt x="3952421" y="1773351"/>
                </a:moveTo>
                <a:cubicBezTo>
                  <a:pt x="3982330" y="1773351"/>
                  <a:pt x="4006576" y="1797597"/>
                  <a:pt x="4006576" y="1827506"/>
                </a:cubicBezTo>
                <a:cubicBezTo>
                  <a:pt x="4006576" y="1857415"/>
                  <a:pt x="3982330" y="1881661"/>
                  <a:pt x="3952421" y="1881661"/>
                </a:cubicBezTo>
                <a:cubicBezTo>
                  <a:pt x="3922512" y="1881661"/>
                  <a:pt x="3898266" y="1857415"/>
                  <a:pt x="3898266" y="1827506"/>
                </a:cubicBezTo>
                <a:cubicBezTo>
                  <a:pt x="3898266" y="1797597"/>
                  <a:pt x="3922512" y="1773351"/>
                  <a:pt x="3952421" y="1773351"/>
                </a:cubicBezTo>
                <a:close/>
                <a:moveTo>
                  <a:pt x="3872541" y="1773351"/>
                </a:moveTo>
                <a:cubicBezTo>
                  <a:pt x="3876814" y="1773351"/>
                  <a:pt x="3880278" y="1776815"/>
                  <a:pt x="3880278" y="1781088"/>
                </a:cubicBezTo>
                <a:cubicBezTo>
                  <a:pt x="3880278" y="1812034"/>
                  <a:pt x="3880277" y="1842979"/>
                  <a:pt x="3880277" y="1873925"/>
                </a:cubicBezTo>
                <a:lnTo>
                  <a:pt x="3872541" y="1881661"/>
                </a:lnTo>
                <a:cubicBezTo>
                  <a:pt x="3868268" y="1881661"/>
                  <a:pt x="3864804" y="1878197"/>
                  <a:pt x="3864804" y="1873924"/>
                </a:cubicBezTo>
                <a:lnTo>
                  <a:pt x="3864804" y="1781088"/>
                </a:lnTo>
                <a:cubicBezTo>
                  <a:pt x="3864804" y="1776815"/>
                  <a:pt x="3868268" y="1773351"/>
                  <a:pt x="3872541" y="1773351"/>
                </a:cubicBezTo>
                <a:close/>
                <a:moveTo>
                  <a:pt x="3792658" y="1773351"/>
                </a:moveTo>
                <a:cubicBezTo>
                  <a:pt x="3822567" y="1773351"/>
                  <a:pt x="3846813" y="1797597"/>
                  <a:pt x="3846813" y="1827506"/>
                </a:cubicBezTo>
                <a:cubicBezTo>
                  <a:pt x="3846813" y="1857415"/>
                  <a:pt x="3822567" y="1881661"/>
                  <a:pt x="3792658" y="1881661"/>
                </a:cubicBezTo>
                <a:cubicBezTo>
                  <a:pt x="3762749" y="1881661"/>
                  <a:pt x="3738503" y="1857415"/>
                  <a:pt x="3738503" y="1827506"/>
                </a:cubicBezTo>
                <a:cubicBezTo>
                  <a:pt x="3738503" y="1797597"/>
                  <a:pt x="3762749" y="1773351"/>
                  <a:pt x="3792658" y="1773351"/>
                </a:cubicBezTo>
                <a:close/>
                <a:moveTo>
                  <a:pt x="3279905" y="1773351"/>
                </a:moveTo>
                <a:cubicBezTo>
                  <a:pt x="3309814" y="1773351"/>
                  <a:pt x="3334060" y="1797597"/>
                  <a:pt x="3334060" y="1827506"/>
                </a:cubicBezTo>
                <a:cubicBezTo>
                  <a:pt x="3334060" y="1857415"/>
                  <a:pt x="3309814" y="1881661"/>
                  <a:pt x="3279905" y="1881661"/>
                </a:cubicBezTo>
                <a:cubicBezTo>
                  <a:pt x="3249996" y="1881661"/>
                  <a:pt x="3225750" y="1857415"/>
                  <a:pt x="3225750" y="1827506"/>
                </a:cubicBezTo>
                <a:cubicBezTo>
                  <a:pt x="3225750" y="1797597"/>
                  <a:pt x="3249996" y="1773351"/>
                  <a:pt x="3279905" y="1773351"/>
                </a:cubicBezTo>
                <a:close/>
                <a:moveTo>
                  <a:pt x="3200023" y="1773351"/>
                </a:moveTo>
                <a:cubicBezTo>
                  <a:pt x="3204296" y="1773351"/>
                  <a:pt x="3207760" y="1776815"/>
                  <a:pt x="3207760" y="1781088"/>
                </a:cubicBezTo>
                <a:lnTo>
                  <a:pt x="3207760" y="1873924"/>
                </a:lnTo>
                <a:cubicBezTo>
                  <a:pt x="3207760" y="1878197"/>
                  <a:pt x="3204296" y="1881661"/>
                  <a:pt x="3200023" y="1881661"/>
                </a:cubicBezTo>
                <a:lnTo>
                  <a:pt x="3192287" y="1873925"/>
                </a:lnTo>
                <a:cubicBezTo>
                  <a:pt x="3192287" y="1842979"/>
                  <a:pt x="3192286" y="1812034"/>
                  <a:pt x="3192286" y="1781088"/>
                </a:cubicBezTo>
                <a:cubicBezTo>
                  <a:pt x="3192286" y="1776815"/>
                  <a:pt x="3195750" y="1773351"/>
                  <a:pt x="3200023" y="1773351"/>
                </a:cubicBezTo>
                <a:close/>
                <a:moveTo>
                  <a:pt x="3120141" y="1773351"/>
                </a:moveTo>
                <a:cubicBezTo>
                  <a:pt x="3150050" y="1773351"/>
                  <a:pt x="3174296" y="1797597"/>
                  <a:pt x="3174296" y="1827506"/>
                </a:cubicBezTo>
                <a:cubicBezTo>
                  <a:pt x="3174296" y="1857415"/>
                  <a:pt x="3150050" y="1881661"/>
                  <a:pt x="3120141" y="1881661"/>
                </a:cubicBezTo>
                <a:cubicBezTo>
                  <a:pt x="3090232" y="1881661"/>
                  <a:pt x="3065986" y="1857415"/>
                  <a:pt x="3065986" y="1827506"/>
                </a:cubicBezTo>
                <a:cubicBezTo>
                  <a:pt x="3065986" y="1797597"/>
                  <a:pt x="3090232" y="1773351"/>
                  <a:pt x="3120141" y="1773351"/>
                </a:cubicBezTo>
                <a:close/>
                <a:moveTo>
                  <a:pt x="3040260" y="1773351"/>
                </a:moveTo>
                <a:cubicBezTo>
                  <a:pt x="3044533" y="1773351"/>
                  <a:pt x="3047997" y="1776815"/>
                  <a:pt x="3047997" y="1781088"/>
                </a:cubicBezTo>
                <a:lnTo>
                  <a:pt x="3047997" y="1873924"/>
                </a:lnTo>
                <a:cubicBezTo>
                  <a:pt x="3047997" y="1878197"/>
                  <a:pt x="3044533" y="1881661"/>
                  <a:pt x="3040260" y="1881661"/>
                </a:cubicBezTo>
                <a:lnTo>
                  <a:pt x="3032524" y="1873925"/>
                </a:lnTo>
                <a:cubicBezTo>
                  <a:pt x="3032524" y="1842979"/>
                  <a:pt x="3032523" y="1812034"/>
                  <a:pt x="3032523" y="1781088"/>
                </a:cubicBezTo>
                <a:cubicBezTo>
                  <a:pt x="3032523" y="1776815"/>
                  <a:pt x="3035987" y="1773351"/>
                  <a:pt x="3040260" y="1773351"/>
                </a:cubicBezTo>
                <a:close/>
                <a:moveTo>
                  <a:pt x="1594835" y="1773351"/>
                </a:moveTo>
                <a:cubicBezTo>
                  <a:pt x="1599108" y="1773351"/>
                  <a:pt x="1602572" y="1776815"/>
                  <a:pt x="1602572" y="1781088"/>
                </a:cubicBezTo>
                <a:cubicBezTo>
                  <a:pt x="1602572" y="1812034"/>
                  <a:pt x="1602571" y="1842979"/>
                  <a:pt x="1602571" y="1873925"/>
                </a:cubicBezTo>
                <a:lnTo>
                  <a:pt x="1594835" y="1881661"/>
                </a:lnTo>
                <a:cubicBezTo>
                  <a:pt x="1590562" y="1881661"/>
                  <a:pt x="1587098" y="1878197"/>
                  <a:pt x="1587098" y="1873924"/>
                </a:cubicBezTo>
                <a:lnTo>
                  <a:pt x="1587098" y="1781088"/>
                </a:lnTo>
                <a:cubicBezTo>
                  <a:pt x="1587098" y="1776815"/>
                  <a:pt x="1590562" y="1773351"/>
                  <a:pt x="1594835" y="1773351"/>
                </a:cubicBezTo>
                <a:close/>
                <a:moveTo>
                  <a:pt x="1514953" y="1773351"/>
                </a:moveTo>
                <a:cubicBezTo>
                  <a:pt x="1544862" y="1773351"/>
                  <a:pt x="1569108" y="1797597"/>
                  <a:pt x="1569108" y="1827506"/>
                </a:cubicBezTo>
                <a:cubicBezTo>
                  <a:pt x="1569108" y="1857415"/>
                  <a:pt x="1544862" y="1881661"/>
                  <a:pt x="1514953" y="1881661"/>
                </a:cubicBezTo>
                <a:cubicBezTo>
                  <a:pt x="1485044" y="1881661"/>
                  <a:pt x="1460798" y="1857415"/>
                  <a:pt x="1460798" y="1827506"/>
                </a:cubicBezTo>
                <a:cubicBezTo>
                  <a:pt x="1460798" y="1797597"/>
                  <a:pt x="1485044" y="1773351"/>
                  <a:pt x="1514953" y="1773351"/>
                </a:cubicBezTo>
                <a:close/>
                <a:moveTo>
                  <a:pt x="1435072" y="1773351"/>
                </a:moveTo>
                <a:cubicBezTo>
                  <a:pt x="1439345" y="1773351"/>
                  <a:pt x="1442809" y="1776815"/>
                  <a:pt x="1442809" y="1781088"/>
                </a:cubicBezTo>
                <a:cubicBezTo>
                  <a:pt x="1442809" y="1812034"/>
                  <a:pt x="1442808" y="1842979"/>
                  <a:pt x="1442808" y="1873925"/>
                </a:cubicBezTo>
                <a:lnTo>
                  <a:pt x="1435072" y="1881661"/>
                </a:lnTo>
                <a:cubicBezTo>
                  <a:pt x="1430799" y="1881661"/>
                  <a:pt x="1427335" y="1878197"/>
                  <a:pt x="1427335" y="1873924"/>
                </a:cubicBezTo>
                <a:lnTo>
                  <a:pt x="1427335" y="1781088"/>
                </a:lnTo>
                <a:cubicBezTo>
                  <a:pt x="1427335" y="1776815"/>
                  <a:pt x="1430799" y="1773351"/>
                  <a:pt x="1435072" y="1773351"/>
                </a:cubicBezTo>
                <a:close/>
                <a:moveTo>
                  <a:pt x="1355190" y="1773351"/>
                </a:moveTo>
                <a:cubicBezTo>
                  <a:pt x="1385099" y="1773351"/>
                  <a:pt x="1409345" y="1797597"/>
                  <a:pt x="1409345" y="1827506"/>
                </a:cubicBezTo>
                <a:cubicBezTo>
                  <a:pt x="1409345" y="1857415"/>
                  <a:pt x="1385099" y="1881661"/>
                  <a:pt x="1355190" y="1881661"/>
                </a:cubicBezTo>
                <a:cubicBezTo>
                  <a:pt x="1325281" y="1881661"/>
                  <a:pt x="1301035" y="1857415"/>
                  <a:pt x="1301035" y="1827506"/>
                </a:cubicBezTo>
                <a:cubicBezTo>
                  <a:pt x="1301035" y="1797597"/>
                  <a:pt x="1325281" y="1773351"/>
                  <a:pt x="1355190" y="1773351"/>
                </a:cubicBezTo>
                <a:close/>
                <a:moveTo>
                  <a:pt x="376101" y="1773351"/>
                </a:moveTo>
                <a:cubicBezTo>
                  <a:pt x="380374" y="1773351"/>
                  <a:pt x="383838" y="1776815"/>
                  <a:pt x="383838" y="1781088"/>
                </a:cubicBezTo>
                <a:cubicBezTo>
                  <a:pt x="383838" y="1812034"/>
                  <a:pt x="383837" y="1842979"/>
                  <a:pt x="383837" y="1873925"/>
                </a:cubicBezTo>
                <a:lnTo>
                  <a:pt x="376101" y="1881661"/>
                </a:lnTo>
                <a:cubicBezTo>
                  <a:pt x="371828" y="1881661"/>
                  <a:pt x="368364" y="1878197"/>
                  <a:pt x="368364" y="1873924"/>
                </a:cubicBezTo>
                <a:lnTo>
                  <a:pt x="368364" y="1781088"/>
                </a:lnTo>
                <a:cubicBezTo>
                  <a:pt x="368409" y="1776815"/>
                  <a:pt x="371828" y="1773351"/>
                  <a:pt x="376101" y="1773351"/>
                </a:cubicBezTo>
                <a:close/>
                <a:moveTo>
                  <a:pt x="296219" y="1773351"/>
                </a:moveTo>
                <a:cubicBezTo>
                  <a:pt x="326128" y="1773351"/>
                  <a:pt x="350374" y="1797597"/>
                  <a:pt x="350374" y="1827506"/>
                </a:cubicBezTo>
                <a:cubicBezTo>
                  <a:pt x="350372" y="1857415"/>
                  <a:pt x="326127" y="1881661"/>
                  <a:pt x="296219" y="1881661"/>
                </a:cubicBezTo>
                <a:cubicBezTo>
                  <a:pt x="266310" y="1881661"/>
                  <a:pt x="242064" y="1857415"/>
                  <a:pt x="242064" y="1827506"/>
                </a:cubicBezTo>
                <a:cubicBezTo>
                  <a:pt x="242064" y="1797597"/>
                  <a:pt x="266310" y="1773351"/>
                  <a:pt x="296219" y="1773351"/>
                </a:cubicBezTo>
                <a:close/>
                <a:moveTo>
                  <a:pt x="216338" y="1773351"/>
                </a:moveTo>
                <a:cubicBezTo>
                  <a:pt x="220611" y="1773351"/>
                  <a:pt x="224075" y="1776815"/>
                  <a:pt x="224075" y="1781088"/>
                </a:cubicBezTo>
                <a:cubicBezTo>
                  <a:pt x="224075" y="1812034"/>
                  <a:pt x="224074" y="1842979"/>
                  <a:pt x="224074" y="1873925"/>
                </a:cubicBezTo>
                <a:lnTo>
                  <a:pt x="216338" y="1881661"/>
                </a:lnTo>
                <a:cubicBezTo>
                  <a:pt x="212065" y="1881661"/>
                  <a:pt x="208601" y="1878197"/>
                  <a:pt x="208601" y="1873924"/>
                </a:cubicBezTo>
                <a:lnTo>
                  <a:pt x="208601" y="1781088"/>
                </a:lnTo>
                <a:cubicBezTo>
                  <a:pt x="208646" y="1776815"/>
                  <a:pt x="212065" y="1773351"/>
                  <a:pt x="216338" y="1773351"/>
                </a:cubicBezTo>
                <a:close/>
                <a:moveTo>
                  <a:pt x="136456" y="1773351"/>
                </a:moveTo>
                <a:cubicBezTo>
                  <a:pt x="166365" y="1773351"/>
                  <a:pt x="190611" y="1797597"/>
                  <a:pt x="190611" y="1827506"/>
                </a:cubicBezTo>
                <a:cubicBezTo>
                  <a:pt x="190609" y="1857415"/>
                  <a:pt x="166364" y="1881661"/>
                  <a:pt x="136456" y="1881661"/>
                </a:cubicBezTo>
                <a:cubicBezTo>
                  <a:pt x="106547" y="1881661"/>
                  <a:pt x="82301" y="1857415"/>
                  <a:pt x="82301" y="1827506"/>
                </a:cubicBezTo>
                <a:cubicBezTo>
                  <a:pt x="82301" y="1797597"/>
                  <a:pt x="106547" y="1773351"/>
                  <a:pt x="136456" y="1773351"/>
                </a:cubicBezTo>
                <a:close/>
                <a:moveTo>
                  <a:pt x="9069131" y="1653816"/>
                </a:moveTo>
                <a:cubicBezTo>
                  <a:pt x="9047673" y="1653816"/>
                  <a:pt x="9030278" y="1671211"/>
                  <a:pt x="9030278" y="1692669"/>
                </a:cubicBezTo>
                <a:cubicBezTo>
                  <a:pt x="9030278" y="1714127"/>
                  <a:pt x="9047673" y="1731522"/>
                  <a:pt x="9069131" y="1731522"/>
                </a:cubicBezTo>
                <a:cubicBezTo>
                  <a:pt x="9090589" y="1731522"/>
                  <a:pt x="9107984" y="1714127"/>
                  <a:pt x="9107984" y="1692669"/>
                </a:cubicBezTo>
                <a:cubicBezTo>
                  <a:pt x="9107984" y="1671211"/>
                  <a:pt x="9090589" y="1653816"/>
                  <a:pt x="9069131" y="1653816"/>
                </a:cubicBezTo>
                <a:close/>
                <a:moveTo>
                  <a:pt x="8912861" y="1653816"/>
                </a:moveTo>
                <a:cubicBezTo>
                  <a:pt x="8891403" y="1653816"/>
                  <a:pt x="8874008" y="1671211"/>
                  <a:pt x="8874008" y="1692669"/>
                </a:cubicBezTo>
                <a:cubicBezTo>
                  <a:pt x="8874008" y="1714127"/>
                  <a:pt x="8891403" y="1731522"/>
                  <a:pt x="8912861" y="1731522"/>
                </a:cubicBezTo>
                <a:cubicBezTo>
                  <a:pt x="8934319" y="1731522"/>
                  <a:pt x="8951714" y="1714127"/>
                  <a:pt x="8951714" y="1692669"/>
                </a:cubicBezTo>
                <a:cubicBezTo>
                  <a:pt x="8951714" y="1671211"/>
                  <a:pt x="8934319" y="1653816"/>
                  <a:pt x="8912861" y="1653816"/>
                </a:cubicBezTo>
                <a:close/>
                <a:moveTo>
                  <a:pt x="8756590" y="1653816"/>
                </a:moveTo>
                <a:cubicBezTo>
                  <a:pt x="8735132" y="1653816"/>
                  <a:pt x="8717737" y="1671211"/>
                  <a:pt x="8717737" y="1692669"/>
                </a:cubicBezTo>
                <a:cubicBezTo>
                  <a:pt x="8717737" y="1714127"/>
                  <a:pt x="8735132" y="1731522"/>
                  <a:pt x="8756590" y="1731522"/>
                </a:cubicBezTo>
                <a:cubicBezTo>
                  <a:pt x="8778048" y="1731522"/>
                  <a:pt x="8795443" y="1714127"/>
                  <a:pt x="8795443" y="1692669"/>
                </a:cubicBezTo>
                <a:cubicBezTo>
                  <a:pt x="8795443" y="1671211"/>
                  <a:pt x="8778048" y="1653816"/>
                  <a:pt x="8756590" y="1653816"/>
                </a:cubicBezTo>
                <a:close/>
                <a:moveTo>
                  <a:pt x="8632036" y="1653816"/>
                </a:moveTo>
                <a:cubicBezTo>
                  <a:pt x="8610578" y="1653816"/>
                  <a:pt x="8593183" y="1671211"/>
                  <a:pt x="8593183" y="1692669"/>
                </a:cubicBezTo>
                <a:cubicBezTo>
                  <a:pt x="8593183" y="1714127"/>
                  <a:pt x="8610578" y="1731522"/>
                  <a:pt x="8632036" y="1731522"/>
                </a:cubicBezTo>
                <a:cubicBezTo>
                  <a:pt x="8653494" y="1731522"/>
                  <a:pt x="8670889" y="1714127"/>
                  <a:pt x="8670889" y="1692669"/>
                </a:cubicBezTo>
                <a:cubicBezTo>
                  <a:pt x="8670889" y="1671211"/>
                  <a:pt x="8653494" y="1653816"/>
                  <a:pt x="8632036" y="1653816"/>
                </a:cubicBezTo>
                <a:close/>
                <a:moveTo>
                  <a:pt x="8475766" y="1653816"/>
                </a:moveTo>
                <a:cubicBezTo>
                  <a:pt x="8454308" y="1653816"/>
                  <a:pt x="8436913" y="1671211"/>
                  <a:pt x="8436913" y="1692669"/>
                </a:cubicBezTo>
                <a:cubicBezTo>
                  <a:pt x="8436913" y="1714127"/>
                  <a:pt x="8454308" y="1731522"/>
                  <a:pt x="8475766" y="1731522"/>
                </a:cubicBezTo>
                <a:cubicBezTo>
                  <a:pt x="8497224" y="1731522"/>
                  <a:pt x="8514619" y="1714127"/>
                  <a:pt x="8514619" y="1692669"/>
                </a:cubicBezTo>
                <a:cubicBezTo>
                  <a:pt x="8514619" y="1671211"/>
                  <a:pt x="8497224" y="1653816"/>
                  <a:pt x="8475766" y="1653816"/>
                </a:cubicBezTo>
                <a:close/>
                <a:moveTo>
                  <a:pt x="8351212" y="1653816"/>
                </a:moveTo>
                <a:cubicBezTo>
                  <a:pt x="8329754" y="1653816"/>
                  <a:pt x="8312359" y="1671211"/>
                  <a:pt x="8312359" y="1692669"/>
                </a:cubicBezTo>
                <a:cubicBezTo>
                  <a:pt x="8312359" y="1714127"/>
                  <a:pt x="8329754" y="1731522"/>
                  <a:pt x="8351212" y="1731522"/>
                </a:cubicBezTo>
                <a:cubicBezTo>
                  <a:pt x="8372670" y="1731522"/>
                  <a:pt x="8390065" y="1714127"/>
                  <a:pt x="8390065" y="1692669"/>
                </a:cubicBezTo>
                <a:cubicBezTo>
                  <a:pt x="8390065" y="1671211"/>
                  <a:pt x="8372670" y="1653816"/>
                  <a:pt x="8351212" y="1653816"/>
                </a:cubicBezTo>
                <a:close/>
                <a:moveTo>
                  <a:pt x="8226658" y="1653816"/>
                </a:moveTo>
                <a:cubicBezTo>
                  <a:pt x="8205200" y="1653816"/>
                  <a:pt x="8187805" y="1671211"/>
                  <a:pt x="8187805" y="1692669"/>
                </a:cubicBezTo>
                <a:cubicBezTo>
                  <a:pt x="8187805" y="1714127"/>
                  <a:pt x="8205200" y="1731522"/>
                  <a:pt x="8226658" y="1731522"/>
                </a:cubicBezTo>
                <a:cubicBezTo>
                  <a:pt x="8248116" y="1731522"/>
                  <a:pt x="8265511" y="1714127"/>
                  <a:pt x="8265511" y="1692669"/>
                </a:cubicBezTo>
                <a:cubicBezTo>
                  <a:pt x="8265511" y="1671211"/>
                  <a:pt x="8248116" y="1653816"/>
                  <a:pt x="8226658" y="1653816"/>
                </a:cubicBezTo>
                <a:close/>
                <a:moveTo>
                  <a:pt x="8038671" y="1653816"/>
                </a:moveTo>
                <a:cubicBezTo>
                  <a:pt x="8017213" y="1653816"/>
                  <a:pt x="7999818" y="1671211"/>
                  <a:pt x="7999818" y="1692669"/>
                </a:cubicBezTo>
                <a:cubicBezTo>
                  <a:pt x="7999818" y="1714127"/>
                  <a:pt x="8017213" y="1731522"/>
                  <a:pt x="8038671" y="1731522"/>
                </a:cubicBezTo>
                <a:cubicBezTo>
                  <a:pt x="8060129" y="1731522"/>
                  <a:pt x="8077524" y="1714127"/>
                  <a:pt x="8077524" y="1692669"/>
                </a:cubicBezTo>
                <a:cubicBezTo>
                  <a:pt x="8077524" y="1671211"/>
                  <a:pt x="8060129" y="1653816"/>
                  <a:pt x="8038671" y="1653816"/>
                </a:cubicBezTo>
                <a:close/>
                <a:moveTo>
                  <a:pt x="7850684" y="1653816"/>
                </a:moveTo>
                <a:cubicBezTo>
                  <a:pt x="7829226" y="1653816"/>
                  <a:pt x="7811831" y="1671211"/>
                  <a:pt x="7811831" y="1692669"/>
                </a:cubicBezTo>
                <a:cubicBezTo>
                  <a:pt x="7811831" y="1714127"/>
                  <a:pt x="7829226" y="1731522"/>
                  <a:pt x="7850684" y="1731522"/>
                </a:cubicBezTo>
                <a:cubicBezTo>
                  <a:pt x="7872142" y="1731522"/>
                  <a:pt x="7889537" y="1714127"/>
                  <a:pt x="7889537" y="1692669"/>
                </a:cubicBezTo>
                <a:cubicBezTo>
                  <a:pt x="7889537" y="1671211"/>
                  <a:pt x="7872142" y="1653816"/>
                  <a:pt x="7850684" y="1653816"/>
                </a:cubicBezTo>
                <a:close/>
                <a:moveTo>
                  <a:pt x="7694414" y="1653816"/>
                </a:moveTo>
                <a:cubicBezTo>
                  <a:pt x="7672956" y="1653816"/>
                  <a:pt x="7655561" y="1671211"/>
                  <a:pt x="7655561" y="1692669"/>
                </a:cubicBezTo>
                <a:cubicBezTo>
                  <a:pt x="7655561" y="1714127"/>
                  <a:pt x="7672956" y="1731522"/>
                  <a:pt x="7694414" y="1731522"/>
                </a:cubicBezTo>
                <a:cubicBezTo>
                  <a:pt x="7715872" y="1731522"/>
                  <a:pt x="7733267" y="1714127"/>
                  <a:pt x="7733267" y="1692669"/>
                </a:cubicBezTo>
                <a:cubicBezTo>
                  <a:pt x="7733267" y="1671211"/>
                  <a:pt x="7715872" y="1653816"/>
                  <a:pt x="7694414" y="1653816"/>
                </a:cubicBezTo>
                <a:close/>
                <a:moveTo>
                  <a:pt x="7538143" y="1653816"/>
                </a:moveTo>
                <a:cubicBezTo>
                  <a:pt x="7516685" y="1653816"/>
                  <a:pt x="7499290" y="1671211"/>
                  <a:pt x="7499290" y="1692669"/>
                </a:cubicBezTo>
                <a:cubicBezTo>
                  <a:pt x="7499290" y="1714127"/>
                  <a:pt x="7516685" y="1731522"/>
                  <a:pt x="7538143" y="1731522"/>
                </a:cubicBezTo>
                <a:cubicBezTo>
                  <a:pt x="7559601" y="1731522"/>
                  <a:pt x="7576996" y="1714127"/>
                  <a:pt x="7576996" y="1692669"/>
                </a:cubicBezTo>
                <a:cubicBezTo>
                  <a:pt x="7576996" y="1671211"/>
                  <a:pt x="7559601" y="1653816"/>
                  <a:pt x="7538143" y="1653816"/>
                </a:cubicBezTo>
                <a:close/>
                <a:moveTo>
                  <a:pt x="7413589" y="1653816"/>
                </a:moveTo>
                <a:cubicBezTo>
                  <a:pt x="7392131" y="1653816"/>
                  <a:pt x="7374736" y="1671211"/>
                  <a:pt x="7374736" y="1692669"/>
                </a:cubicBezTo>
                <a:cubicBezTo>
                  <a:pt x="7374736" y="1714127"/>
                  <a:pt x="7392131" y="1731522"/>
                  <a:pt x="7413589" y="1731522"/>
                </a:cubicBezTo>
                <a:cubicBezTo>
                  <a:pt x="7435047" y="1731522"/>
                  <a:pt x="7452442" y="1714127"/>
                  <a:pt x="7452442" y="1692669"/>
                </a:cubicBezTo>
                <a:cubicBezTo>
                  <a:pt x="7452442" y="1671211"/>
                  <a:pt x="7435047" y="1653816"/>
                  <a:pt x="7413589" y="1653816"/>
                </a:cubicBezTo>
                <a:close/>
                <a:moveTo>
                  <a:pt x="7257319" y="1653816"/>
                </a:moveTo>
                <a:cubicBezTo>
                  <a:pt x="7235861" y="1653816"/>
                  <a:pt x="7218466" y="1671211"/>
                  <a:pt x="7218466" y="1692669"/>
                </a:cubicBezTo>
                <a:cubicBezTo>
                  <a:pt x="7218466" y="1714127"/>
                  <a:pt x="7235861" y="1731522"/>
                  <a:pt x="7257319" y="1731522"/>
                </a:cubicBezTo>
                <a:cubicBezTo>
                  <a:pt x="7278777" y="1731522"/>
                  <a:pt x="7296172" y="1714127"/>
                  <a:pt x="7296172" y="1692669"/>
                </a:cubicBezTo>
                <a:cubicBezTo>
                  <a:pt x="7296172" y="1671211"/>
                  <a:pt x="7278777" y="1653816"/>
                  <a:pt x="7257319" y="1653816"/>
                </a:cubicBezTo>
                <a:close/>
                <a:moveTo>
                  <a:pt x="7129359" y="1653816"/>
                </a:moveTo>
                <a:cubicBezTo>
                  <a:pt x="7107901" y="1653816"/>
                  <a:pt x="7090506" y="1671211"/>
                  <a:pt x="7090506" y="1692669"/>
                </a:cubicBezTo>
                <a:cubicBezTo>
                  <a:pt x="7090506" y="1714127"/>
                  <a:pt x="7107901" y="1731522"/>
                  <a:pt x="7129359" y="1731522"/>
                </a:cubicBezTo>
                <a:cubicBezTo>
                  <a:pt x="7150817" y="1731522"/>
                  <a:pt x="7168212" y="1714127"/>
                  <a:pt x="7168212" y="1692669"/>
                </a:cubicBezTo>
                <a:cubicBezTo>
                  <a:pt x="7168212" y="1671211"/>
                  <a:pt x="7150817" y="1653816"/>
                  <a:pt x="7129359" y="1653816"/>
                </a:cubicBezTo>
                <a:close/>
                <a:moveTo>
                  <a:pt x="6973087" y="1653816"/>
                </a:moveTo>
                <a:cubicBezTo>
                  <a:pt x="6951629" y="1653816"/>
                  <a:pt x="6934234" y="1671211"/>
                  <a:pt x="6934234" y="1692669"/>
                </a:cubicBezTo>
                <a:cubicBezTo>
                  <a:pt x="6934234" y="1714127"/>
                  <a:pt x="6951629" y="1731522"/>
                  <a:pt x="6973087" y="1731522"/>
                </a:cubicBezTo>
                <a:cubicBezTo>
                  <a:pt x="6994545" y="1731522"/>
                  <a:pt x="7011940" y="1714127"/>
                  <a:pt x="7011940" y="1692669"/>
                </a:cubicBezTo>
                <a:cubicBezTo>
                  <a:pt x="7011940" y="1671211"/>
                  <a:pt x="6994545" y="1653816"/>
                  <a:pt x="6973087" y="1653816"/>
                </a:cubicBezTo>
                <a:close/>
                <a:moveTo>
                  <a:pt x="6848533" y="1653816"/>
                </a:moveTo>
                <a:cubicBezTo>
                  <a:pt x="6827075" y="1653816"/>
                  <a:pt x="6809680" y="1671211"/>
                  <a:pt x="6809680" y="1692669"/>
                </a:cubicBezTo>
                <a:cubicBezTo>
                  <a:pt x="6809680" y="1714127"/>
                  <a:pt x="6827075" y="1731522"/>
                  <a:pt x="6848533" y="1731522"/>
                </a:cubicBezTo>
                <a:cubicBezTo>
                  <a:pt x="6869991" y="1731522"/>
                  <a:pt x="6887386" y="1714127"/>
                  <a:pt x="6887386" y="1692669"/>
                </a:cubicBezTo>
                <a:cubicBezTo>
                  <a:pt x="6887386" y="1671211"/>
                  <a:pt x="6869991" y="1653816"/>
                  <a:pt x="6848533" y="1653816"/>
                </a:cubicBezTo>
                <a:close/>
                <a:moveTo>
                  <a:pt x="6692262" y="1653816"/>
                </a:moveTo>
                <a:cubicBezTo>
                  <a:pt x="6670804" y="1653816"/>
                  <a:pt x="6653409" y="1671211"/>
                  <a:pt x="6653409" y="1692669"/>
                </a:cubicBezTo>
                <a:cubicBezTo>
                  <a:pt x="6653409" y="1714127"/>
                  <a:pt x="6670804" y="1731522"/>
                  <a:pt x="6692262" y="1731522"/>
                </a:cubicBezTo>
                <a:cubicBezTo>
                  <a:pt x="6713720" y="1731522"/>
                  <a:pt x="6731115" y="1714127"/>
                  <a:pt x="6731115" y="1692669"/>
                </a:cubicBezTo>
                <a:cubicBezTo>
                  <a:pt x="6731115" y="1671211"/>
                  <a:pt x="6713720" y="1653816"/>
                  <a:pt x="6692262" y="1653816"/>
                </a:cubicBezTo>
                <a:close/>
                <a:moveTo>
                  <a:pt x="6504275" y="1653816"/>
                </a:moveTo>
                <a:cubicBezTo>
                  <a:pt x="6482817" y="1653816"/>
                  <a:pt x="6465422" y="1671211"/>
                  <a:pt x="6465422" y="1692669"/>
                </a:cubicBezTo>
                <a:cubicBezTo>
                  <a:pt x="6465422" y="1714127"/>
                  <a:pt x="6482817" y="1731522"/>
                  <a:pt x="6504275" y="1731522"/>
                </a:cubicBezTo>
                <a:cubicBezTo>
                  <a:pt x="6525733" y="1731522"/>
                  <a:pt x="6543128" y="1714127"/>
                  <a:pt x="6543128" y="1692669"/>
                </a:cubicBezTo>
                <a:cubicBezTo>
                  <a:pt x="6543128" y="1671211"/>
                  <a:pt x="6525733" y="1653816"/>
                  <a:pt x="6504275" y="1653816"/>
                </a:cubicBezTo>
                <a:close/>
                <a:moveTo>
                  <a:pt x="6348005" y="1653816"/>
                </a:moveTo>
                <a:cubicBezTo>
                  <a:pt x="6326547" y="1653816"/>
                  <a:pt x="6309152" y="1671211"/>
                  <a:pt x="6309152" y="1692669"/>
                </a:cubicBezTo>
                <a:cubicBezTo>
                  <a:pt x="6309152" y="1714127"/>
                  <a:pt x="6326547" y="1731522"/>
                  <a:pt x="6348005" y="1731522"/>
                </a:cubicBezTo>
                <a:cubicBezTo>
                  <a:pt x="6369463" y="1731522"/>
                  <a:pt x="6386858" y="1714127"/>
                  <a:pt x="6386858" y="1692669"/>
                </a:cubicBezTo>
                <a:cubicBezTo>
                  <a:pt x="6386858" y="1671211"/>
                  <a:pt x="6369463" y="1653816"/>
                  <a:pt x="6348005" y="1653816"/>
                </a:cubicBezTo>
                <a:close/>
                <a:moveTo>
                  <a:pt x="6160018" y="1653816"/>
                </a:moveTo>
                <a:cubicBezTo>
                  <a:pt x="6138560" y="1653816"/>
                  <a:pt x="6121165" y="1671211"/>
                  <a:pt x="6121165" y="1692669"/>
                </a:cubicBezTo>
                <a:cubicBezTo>
                  <a:pt x="6121165" y="1714127"/>
                  <a:pt x="6138560" y="1731522"/>
                  <a:pt x="6160018" y="1731522"/>
                </a:cubicBezTo>
                <a:cubicBezTo>
                  <a:pt x="6181476" y="1731522"/>
                  <a:pt x="6198871" y="1714127"/>
                  <a:pt x="6198871" y="1692669"/>
                </a:cubicBezTo>
                <a:cubicBezTo>
                  <a:pt x="6198871" y="1671211"/>
                  <a:pt x="6181476" y="1653816"/>
                  <a:pt x="6160018" y="1653816"/>
                </a:cubicBezTo>
                <a:close/>
                <a:moveTo>
                  <a:pt x="6035464" y="1653816"/>
                </a:moveTo>
                <a:cubicBezTo>
                  <a:pt x="6014006" y="1653816"/>
                  <a:pt x="5996611" y="1671211"/>
                  <a:pt x="5996611" y="1692669"/>
                </a:cubicBezTo>
                <a:cubicBezTo>
                  <a:pt x="5996611" y="1714127"/>
                  <a:pt x="6014006" y="1731522"/>
                  <a:pt x="6035464" y="1731522"/>
                </a:cubicBezTo>
                <a:cubicBezTo>
                  <a:pt x="6056922" y="1731522"/>
                  <a:pt x="6074317" y="1714127"/>
                  <a:pt x="6074317" y="1692669"/>
                </a:cubicBezTo>
                <a:cubicBezTo>
                  <a:pt x="6074317" y="1671211"/>
                  <a:pt x="6056922" y="1653816"/>
                  <a:pt x="6035464" y="1653816"/>
                </a:cubicBezTo>
                <a:close/>
                <a:moveTo>
                  <a:pt x="5910910" y="1653816"/>
                </a:moveTo>
                <a:cubicBezTo>
                  <a:pt x="5889452" y="1653816"/>
                  <a:pt x="5872057" y="1671211"/>
                  <a:pt x="5872057" y="1692669"/>
                </a:cubicBezTo>
                <a:cubicBezTo>
                  <a:pt x="5872057" y="1714127"/>
                  <a:pt x="5889452" y="1731522"/>
                  <a:pt x="5910910" y="1731522"/>
                </a:cubicBezTo>
                <a:cubicBezTo>
                  <a:pt x="5932368" y="1731522"/>
                  <a:pt x="5949763" y="1714127"/>
                  <a:pt x="5949763" y="1692669"/>
                </a:cubicBezTo>
                <a:cubicBezTo>
                  <a:pt x="5949763" y="1671211"/>
                  <a:pt x="5932368" y="1653816"/>
                  <a:pt x="5910910" y="1653816"/>
                </a:cubicBezTo>
                <a:close/>
                <a:moveTo>
                  <a:pt x="5754640" y="1653816"/>
                </a:moveTo>
                <a:cubicBezTo>
                  <a:pt x="5733182" y="1653816"/>
                  <a:pt x="5715787" y="1671211"/>
                  <a:pt x="5715787" y="1692669"/>
                </a:cubicBezTo>
                <a:cubicBezTo>
                  <a:pt x="5715787" y="1714127"/>
                  <a:pt x="5733182" y="1731522"/>
                  <a:pt x="5754640" y="1731522"/>
                </a:cubicBezTo>
                <a:cubicBezTo>
                  <a:pt x="5776098" y="1731522"/>
                  <a:pt x="5793493" y="1714127"/>
                  <a:pt x="5793493" y="1692669"/>
                </a:cubicBezTo>
                <a:cubicBezTo>
                  <a:pt x="5793493" y="1671211"/>
                  <a:pt x="5776098" y="1653816"/>
                  <a:pt x="5754640" y="1653816"/>
                </a:cubicBezTo>
                <a:close/>
                <a:moveTo>
                  <a:pt x="5630086" y="1653816"/>
                </a:moveTo>
                <a:cubicBezTo>
                  <a:pt x="5608628" y="1653816"/>
                  <a:pt x="5591233" y="1671211"/>
                  <a:pt x="5591233" y="1692669"/>
                </a:cubicBezTo>
                <a:cubicBezTo>
                  <a:pt x="5591233" y="1714127"/>
                  <a:pt x="5608628" y="1731522"/>
                  <a:pt x="5630086" y="1731522"/>
                </a:cubicBezTo>
                <a:cubicBezTo>
                  <a:pt x="5651544" y="1731522"/>
                  <a:pt x="5668939" y="1714127"/>
                  <a:pt x="5668939" y="1692669"/>
                </a:cubicBezTo>
                <a:cubicBezTo>
                  <a:pt x="5668939" y="1671211"/>
                  <a:pt x="5651544" y="1653816"/>
                  <a:pt x="5630086" y="1653816"/>
                </a:cubicBezTo>
                <a:close/>
                <a:moveTo>
                  <a:pt x="5473815" y="1653816"/>
                </a:moveTo>
                <a:cubicBezTo>
                  <a:pt x="5452357" y="1653816"/>
                  <a:pt x="5434962" y="1671211"/>
                  <a:pt x="5434962" y="1692669"/>
                </a:cubicBezTo>
                <a:cubicBezTo>
                  <a:pt x="5434962" y="1714127"/>
                  <a:pt x="5452357" y="1731522"/>
                  <a:pt x="5473815" y="1731522"/>
                </a:cubicBezTo>
                <a:cubicBezTo>
                  <a:pt x="5495273" y="1731522"/>
                  <a:pt x="5512668" y="1714127"/>
                  <a:pt x="5512668" y="1692669"/>
                </a:cubicBezTo>
                <a:cubicBezTo>
                  <a:pt x="5512668" y="1671211"/>
                  <a:pt x="5495273" y="1653816"/>
                  <a:pt x="5473815" y="1653816"/>
                </a:cubicBezTo>
                <a:close/>
                <a:moveTo>
                  <a:pt x="5317545" y="1653816"/>
                </a:moveTo>
                <a:cubicBezTo>
                  <a:pt x="5296087" y="1653816"/>
                  <a:pt x="5278692" y="1671211"/>
                  <a:pt x="5278692" y="1692669"/>
                </a:cubicBezTo>
                <a:cubicBezTo>
                  <a:pt x="5278692" y="1714127"/>
                  <a:pt x="5296087" y="1731522"/>
                  <a:pt x="5317545" y="1731522"/>
                </a:cubicBezTo>
                <a:cubicBezTo>
                  <a:pt x="5339003" y="1731522"/>
                  <a:pt x="5356398" y="1714127"/>
                  <a:pt x="5356398" y="1692669"/>
                </a:cubicBezTo>
                <a:cubicBezTo>
                  <a:pt x="5356398" y="1671211"/>
                  <a:pt x="5339003" y="1653816"/>
                  <a:pt x="5317545" y="1653816"/>
                </a:cubicBezTo>
                <a:close/>
                <a:moveTo>
                  <a:pt x="5129558" y="1653816"/>
                </a:moveTo>
                <a:cubicBezTo>
                  <a:pt x="5108100" y="1653816"/>
                  <a:pt x="5090705" y="1671211"/>
                  <a:pt x="5090705" y="1692669"/>
                </a:cubicBezTo>
                <a:cubicBezTo>
                  <a:pt x="5090705" y="1714127"/>
                  <a:pt x="5108100" y="1731522"/>
                  <a:pt x="5129558" y="1731522"/>
                </a:cubicBezTo>
                <a:cubicBezTo>
                  <a:pt x="5151016" y="1731522"/>
                  <a:pt x="5168411" y="1714127"/>
                  <a:pt x="5168411" y="1692669"/>
                </a:cubicBezTo>
                <a:cubicBezTo>
                  <a:pt x="5168411" y="1671211"/>
                  <a:pt x="5151016" y="1653816"/>
                  <a:pt x="5129558" y="1653816"/>
                </a:cubicBezTo>
                <a:close/>
                <a:moveTo>
                  <a:pt x="4941571" y="1653816"/>
                </a:moveTo>
                <a:cubicBezTo>
                  <a:pt x="4920113" y="1653816"/>
                  <a:pt x="4902718" y="1671211"/>
                  <a:pt x="4902718" y="1692669"/>
                </a:cubicBezTo>
                <a:cubicBezTo>
                  <a:pt x="4902718" y="1714127"/>
                  <a:pt x="4920113" y="1731522"/>
                  <a:pt x="4941571" y="1731522"/>
                </a:cubicBezTo>
                <a:cubicBezTo>
                  <a:pt x="4963029" y="1731522"/>
                  <a:pt x="4980424" y="1714127"/>
                  <a:pt x="4980424" y="1692669"/>
                </a:cubicBezTo>
                <a:cubicBezTo>
                  <a:pt x="4980424" y="1671211"/>
                  <a:pt x="4963029" y="1653816"/>
                  <a:pt x="4941571" y="1653816"/>
                </a:cubicBezTo>
                <a:close/>
                <a:moveTo>
                  <a:pt x="4817017" y="1653816"/>
                </a:moveTo>
                <a:cubicBezTo>
                  <a:pt x="4795559" y="1653816"/>
                  <a:pt x="4778164" y="1671211"/>
                  <a:pt x="4778164" y="1692669"/>
                </a:cubicBezTo>
                <a:cubicBezTo>
                  <a:pt x="4778164" y="1714127"/>
                  <a:pt x="4795559" y="1731522"/>
                  <a:pt x="4817017" y="1731522"/>
                </a:cubicBezTo>
                <a:cubicBezTo>
                  <a:pt x="4838475" y="1731522"/>
                  <a:pt x="4855870" y="1714127"/>
                  <a:pt x="4855870" y="1692669"/>
                </a:cubicBezTo>
                <a:cubicBezTo>
                  <a:pt x="4855870" y="1671211"/>
                  <a:pt x="4838475" y="1653816"/>
                  <a:pt x="4817017" y="1653816"/>
                </a:cubicBezTo>
                <a:close/>
                <a:moveTo>
                  <a:pt x="4692463" y="1653816"/>
                </a:moveTo>
                <a:cubicBezTo>
                  <a:pt x="4671005" y="1653816"/>
                  <a:pt x="4653610" y="1671211"/>
                  <a:pt x="4653610" y="1692669"/>
                </a:cubicBezTo>
                <a:cubicBezTo>
                  <a:pt x="4653610" y="1714127"/>
                  <a:pt x="4671005" y="1731522"/>
                  <a:pt x="4692463" y="1731522"/>
                </a:cubicBezTo>
                <a:cubicBezTo>
                  <a:pt x="4713921" y="1731522"/>
                  <a:pt x="4731316" y="1714127"/>
                  <a:pt x="4731316" y="1692669"/>
                </a:cubicBezTo>
                <a:cubicBezTo>
                  <a:pt x="4731316" y="1671211"/>
                  <a:pt x="4713921" y="1653816"/>
                  <a:pt x="4692463" y="1653816"/>
                </a:cubicBezTo>
                <a:close/>
                <a:moveTo>
                  <a:pt x="4567909" y="1653816"/>
                </a:moveTo>
                <a:cubicBezTo>
                  <a:pt x="4546451" y="1653816"/>
                  <a:pt x="4529056" y="1671211"/>
                  <a:pt x="4529056" y="1692669"/>
                </a:cubicBezTo>
                <a:cubicBezTo>
                  <a:pt x="4529056" y="1714127"/>
                  <a:pt x="4546451" y="1731522"/>
                  <a:pt x="4567909" y="1731522"/>
                </a:cubicBezTo>
                <a:cubicBezTo>
                  <a:pt x="4589367" y="1731522"/>
                  <a:pt x="4606762" y="1714127"/>
                  <a:pt x="4606762" y="1692669"/>
                </a:cubicBezTo>
                <a:cubicBezTo>
                  <a:pt x="4606762" y="1671211"/>
                  <a:pt x="4589367" y="1653816"/>
                  <a:pt x="4567909" y="1653816"/>
                </a:cubicBezTo>
                <a:close/>
                <a:moveTo>
                  <a:pt x="4379922" y="1653816"/>
                </a:moveTo>
                <a:cubicBezTo>
                  <a:pt x="4358464" y="1653816"/>
                  <a:pt x="4341069" y="1671211"/>
                  <a:pt x="4341069" y="1692669"/>
                </a:cubicBezTo>
                <a:cubicBezTo>
                  <a:pt x="4341069" y="1714127"/>
                  <a:pt x="4358464" y="1731522"/>
                  <a:pt x="4379922" y="1731522"/>
                </a:cubicBezTo>
                <a:cubicBezTo>
                  <a:pt x="4401380" y="1731522"/>
                  <a:pt x="4418775" y="1714127"/>
                  <a:pt x="4418775" y="1692669"/>
                </a:cubicBezTo>
                <a:cubicBezTo>
                  <a:pt x="4418775" y="1671211"/>
                  <a:pt x="4401380" y="1653816"/>
                  <a:pt x="4379922" y="1653816"/>
                </a:cubicBezTo>
                <a:close/>
                <a:moveTo>
                  <a:pt x="4191935" y="1653816"/>
                </a:moveTo>
                <a:cubicBezTo>
                  <a:pt x="4170477" y="1653816"/>
                  <a:pt x="4153082" y="1671211"/>
                  <a:pt x="4153082" y="1692669"/>
                </a:cubicBezTo>
                <a:cubicBezTo>
                  <a:pt x="4153082" y="1714127"/>
                  <a:pt x="4170477" y="1731522"/>
                  <a:pt x="4191935" y="1731522"/>
                </a:cubicBezTo>
                <a:cubicBezTo>
                  <a:pt x="4213393" y="1731522"/>
                  <a:pt x="4230788" y="1714127"/>
                  <a:pt x="4230788" y="1692669"/>
                </a:cubicBezTo>
                <a:cubicBezTo>
                  <a:pt x="4230788" y="1671211"/>
                  <a:pt x="4213393" y="1653816"/>
                  <a:pt x="4191935" y="1653816"/>
                </a:cubicBezTo>
                <a:close/>
                <a:moveTo>
                  <a:pt x="4035665" y="1653816"/>
                </a:moveTo>
                <a:cubicBezTo>
                  <a:pt x="4014207" y="1653816"/>
                  <a:pt x="3996812" y="1671211"/>
                  <a:pt x="3996812" y="1692669"/>
                </a:cubicBezTo>
                <a:cubicBezTo>
                  <a:pt x="3996812" y="1714127"/>
                  <a:pt x="4014207" y="1731522"/>
                  <a:pt x="4035665" y="1731522"/>
                </a:cubicBezTo>
                <a:cubicBezTo>
                  <a:pt x="4057123" y="1731522"/>
                  <a:pt x="4074518" y="1714127"/>
                  <a:pt x="4074518" y="1692669"/>
                </a:cubicBezTo>
                <a:cubicBezTo>
                  <a:pt x="4074518" y="1671211"/>
                  <a:pt x="4057123" y="1653816"/>
                  <a:pt x="4035665" y="1653816"/>
                </a:cubicBezTo>
                <a:close/>
                <a:moveTo>
                  <a:pt x="3879394" y="1653816"/>
                </a:moveTo>
                <a:cubicBezTo>
                  <a:pt x="3857936" y="1653816"/>
                  <a:pt x="3840541" y="1671211"/>
                  <a:pt x="3840541" y="1692669"/>
                </a:cubicBezTo>
                <a:cubicBezTo>
                  <a:pt x="3840541" y="1714127"/>
                  <a:pt x="3857936" y="1731522"/>
                  <a:pt x="3879394" y="1731522"/>
                </a:cubicBezTo>
                <a:cubicBezTo>
                  <a:pt x="3900852" y="1731522"/>
                  <a:pt x="3918247" y="1714127"/>
                  <a:pt x="3918247" y="1692669"/>
                </a:cubicBezTo>
                <a:cubicBezTo>
                  <a:pt x="3918247" y="1671211"/>
                  <a:pt x="3900852" y="1653816"/>
                  <a:pt x="3879394" y="1653816"/>
                </a:cubicBezTo>
                <a:close/>
                <a:moveTo>
                  <a:pt x="3754840" y="1653816"/>
                </a:moveTo>
                <a:cubicBezTo>
                  <a:pt x="3733382" y="1653816"/>
                  <a:pt x="3715987" y="1671211"/>
                  <a:pt x="3715987" y="1692669"/>
                </a:cubicBezTo>
                <a:cubicBezTo>
                  <a:pt x="3715987" y="1714127"/>
                  <a:pt x="3733382" y="1731522"/>
                  <a:pt x="3754840" y="1731522"/>
                </a:cubicBezTo>
                <a:cubicBezTo>
                  <a:pt x="3776298" y="1731522"/>
                  <a:pt x="3793693" y="1714127"/>
                  <a:pt x="3793693" y="1692669"/>
                </a:cubicBezTo>
                <a:cubicBezTo>
                  <a:pt x="3793693" y="1671211"/>
                  <a:pt x="3776298" y="1653816"/>
                  <a:pt x="3754840" y="1653816"/>
                </a:cubicBezTo>
                <a:close/>
                <a:moveTo>
                  <a:pt x="3598570" y="1653816"/>
                </a:moveTo>
                <a:cubicBezTo>
                  <a:pt x="3577112" y="1653816"/>
                  <a:pt x="3559717" y="1671211"/>
                  <a:pt x="3559717" y="1692669"/>
                </a:cubicBezTo>
                <a:cubicBezTo>
                  <a:pt x="3559717" y="1714127"/>
                  <a:pt x="3577112" y="1731522"/>
                  <a:pt x="3598570" y="1731522"/>
                </a:cubicBezTo>
                <a:cubicBezTo>
                  <a:pt x="3620028" y="1731522"/>
                  <a:pt x="3637423" y="1714127"/>
                  <a:pt x="3637423" y="1692669"/>
                </a:cubicBezTo>
                <a:cubicBezTo>
                  <a:pt x="3637423" y="1671211"/>
                  <a:pt x="3620028" y="1653816"/>
                  <a:pt x="3598570" y="1653816"/>
                </a:cubicBezTo>
                <a:close/>
                <a:moveTo>
                  <a:pt x="3474016" y="1653816"/>
                </a:moveTo>
                <a:cubicBezTo>
                  <a:pt x="3452558" y="1653816"/>
                  <a:pt x="3435163" y="1671211"/>
                  <a:pt x="3435163" y="1692669"/>
                </a:cubicBezTo>
                <a:cubicBezTo>
                  <a:pt x="3435163" y="1714127"/>
                  <a:pt x="3452558" y="1731522"/>
                  <a:pt x="3474016" y="1731522"/>
                </a:cubicBezTo>
                <a:cubicBezTo>
                  <a:pt x="3495474" y="1731522"/>
                  <a:pt x="3512869" y="1714127"/>
                  <a:pt x="3512869" y="1692669"/>
                </a:cubicBezTo>
                <a:cubicBezTo>
                  <a:pt x="3512869" y="1671211"/>
                  <a:pt x="3495474" y="1653816"/>
                  <a:pt x="3474016" y="1653816"/>
                </a:cubicBezTo>
                <a:close/>
                <a:moveTo>
                  <a:pt x="3317746" y="1653816"/>
                </a:moveTo>
                <a:cubicBezTo>
                  <a:pt x="3296288" y="1653816"/>
                  <a:pt x="3278893" y="1671211"/>
                  <a:pt x="3278893" y="1692669"/>
                </a:cubicBezTo>
                <a:cubicBezTo>
                  <a:pt x="3278893" y="1714127"/>
                  <a:pt x="3296288" y="1731522"/>
                  <a:pt x="3317746" y="1731522"/>
                </a:cubicBezTo>
                <a:cubicBezTo>
                  <a:pt x="3339204" y="1731522"/>
                  <a:pt x="3356599" y="1714127"/>
                  <a:pt x="3356599" y="1692669"/>
                </a:cubicBezTo>
                <a:cubicBezTo>
                  <a:pt x="3356599" y="1671211"/>
                  <a:pt x="3339204" y="1653816"/>
                  <a:pt x="3317746" y="1653816"/>
                </a:cubicBezTo>
                <a:close/>
                <a:moveTo>
                  <a:pt x="3193192" y="1653816"/>
                </a:moveTo>
                <a:cubicBezTo>
                  <a:pt x="3171734" y="1653816"/>
                  <a:pt x="3154339" y="1671211"/>
                  <a:pt x="3154339" y="1692669"/>
                </a:cubicBezTo>
                <a:cubicBezTo>
                  <a:pt x="3154339" y="1714127"/>
                  <a:pt x="3171734" y="1731522"/>
                  <a:pt x="3193192" y="1731522"/>
                </a:cubicBezTo>
                <a:cubicBezTo>
                  <a:pt x="3214650" y="1731522"/>
                  <a:pt x="3232045" y="1714127"/>
                  <a:pt x="3232045" y="1692669"/>
                </a:cubicBezTo>
                <a:cubicBezTo>
                  <a:pt x="3232045" y="1671211"/>
                  <a:pt x="3214650" y="1653816"/>
                  <a:pt x="3193192" y="1653816"/>
                </a:cubicBezTo>
                <a:close/>
                <a:moveTo>
                  <a:pt x="3036921" y="1653816"/>
                </a:moveTo>
                <a:cubicBezTo>
                  <a:pt x="3015463" y="1653816"/>
                  <a:pt x="2998068" y="1671211"/>
                  <a:pt x="2998068" y="1692669"/>
                </a:cubicBezTo>
                <a:cubicBezTo>
                  <a:pt x="2998068" y="1714127"/>
                  <a:pt x="3015463" y="1731522"/>
                  <a:pt x="3036921" y="1731522"/>
                </a:cubicBezTo>
                <a:cubicBezTo>
                  <a:pt x="3058379" y="1731522"/>
                  <a:pt x="3075774" y="1714127"/>
                  <a:pt x="3075774" y="1692669"/>
                </a:cubicBezTo>
                <a:cubicBezTo>
                  <a:pt x="3075774" y="1671211"/>
                  <a:pt x="3058379" y="1653816"/>
                  <a:pt x="3036921" y="1653816"/>
                </a:cubicBezTo>
                <a:close/>
                <a:moveTo>
                  <a:pt x="2880651" y="1653816"/>
                </a:moveTo>
                <a:cubicBezTo>
                  <a:pt x="2859193" y="1653816"/>
                  <a:pt x="2841798" y="1671211"/>
                  <a:pt x="2841798" y="1692669"/>
                </a:cubicBezTo>
                <a:cubicBezTo>
                  <a:pt x="2841798" y="1714127"/>
                  <a:pt x="2859193" y="1731522"/>
                  <a:pt x="2880651" y="1731522"/>
                </a:cubicBezTo>
                <a:cubicBezTo>
                  <a:pt x="2902109" y="1731522"/>
                  <a:pt x="2919504" y="1714127"/>
                  <a:pt x="2919504" y="1692669"/>
                </a:cubicBezTo>
                <a:cubicBezTo>
                  <a:pt x="2919504" y="1671211"/>
                  <a:pt x="2902109" y="1653816"/>
                  <a:pt x="2880651" y="1653816"/>
                </a:cubicBezTo>
                <a:close/>
                <a:moveTo>
                  <a:pt x="2692664" y="1653816"/>
                </a:moveTo>
                <a:cubicBezTo>
                  <a:pt x="2671206" y="1653816"/>
                  <a:pt x="2653811" y="1671211"/>
                  <a:pt x="2653811" y="1692669"/>
                </a:cubicBezTo>
                <a:cubicBezTo>
                  <a:pt x="2653811" y="1714127"/>
                  <a:pt x="2671206" y="1731522"/>
                  <a:pt x="2692664" y="1731522"/>
                </a:cubicBezTo>
                <a:cubicBezTo>
                  <a:pt x="2714122" y="1731522"/>
                  <a:pt x="2731517" y="1714127"/>
                  <a:pt x="2731517" y="1692669"/>
                </a:cubicBezTo>
                <a:cubicBezTo>
                  <a:pt x="2731517" y="1671211"/>
                  <a:pt x="2714122" y="1653816"/>
                  <a:pt x="2692664" y="1653816"/>
                </a:cubicBezTo>
                <a:close/>
                <a:moveTo>
                  <a:pt x="2504677" y="1653816"/>
                </a:moveTo>
                <a:cubicBezTo>
                  <a:pt x="2483219" y="1653816"/>
                  <a:pt x="2465824" y="1671211"/>
                  <a:pt x="2465824" y="1692669"/>
                </a:cubicBezTo>
                <a:cubicBezTo>
                  <a:pt x="2465824" y="1714127"/>
                  <a:pt x="2483219" y="1731522"/>
                  <a:pt x="2504677" y="1731522"/>
                </a:cubicBezTo>
                <a:cubicBezTo>
                  <a:pt x="2526135" y="1731522"/>
                  <a:pt x="2543530" y="1714127"/>
                  <a:pt x="2543530" y="1692669"/>
                </a:cubicBezTo>
                <a:cubicBezTo>
                  <a:pt x="2543530" y="1671211"/>
                  <a:pt x="2526135" y="1653816"/>
                  <a:pt x="2504677" y="1653816"/>
                </a:cubicBezTo>
                <a:close/>
                <a:moveTo>
                  <a:pt x="2380123" y="1653816"/>
                </a:moveTo>
                <a:cubicBezTo>
                  <a:pt x="2358665" y="1653816"/>
                  <a:pt x="2341270" y="1671211"/>
                  <a:pt x="2341270" y="1692669"/>
                </a:cubicBezTo>
                <a:cubicBezTo>
                  <a:pt x="2341270" y="1714127"/>
                  <a:pt x="2358665" y="1731522"/>
                  <a:pt x="2380123" y="1731522"/>
                </a:cubicBezTo>
                <a:cubicBezTo>
                  <a:pt x="2401581" y="1731522"/>
                  <a:pt x="2418976" y="1714127"/>
                  <a:pt x="2418976" y="1692669"/>
                </a:cubicBezTo>
                <a:cubicBezTo>
                  <a:pt x="2418976" y="1671211"/>
                  <a:pt x="2401581" y="1653816"/>
                  <a:pt x="2380123" y="1653816"/>
                </a:cubicBezTo>
                <a:close/>
                <a:moveTo>
                  <a:pt x="2255569" y="1653816"/>
                </a:moveTo>
                <a:cubicBezTo>
                  <a:pt x="2234111" y="1653816"/>
                  <a:pt x="2216716" y="1671211"/>
                  <a:pt x="2216716" y="1692669"/>
                </a:cubicBezTo>
                <a:cubicBezTo>
                  <a:pt x="2216716" y="1714127"/>
                  <a:pt x="2234111" y="1731522"/>
                  <a:pt x="2255569" y="1731522"/>
                </a:cubicBezTo>
                <a:cubicBezTo>
                  <a:pt x="2277027" y="1731522"/>
                  <a:pt x="2294422" y="1714127"/>
                  <a:pt x="2294422" y="1692669"/>
                </a:cubicBezTo>
                <a:cubicBezTo>
                  <a:pt x="2294422" y="1671211"/>
                  <a:pt x="2277027" y="1653816"/>
                  <a:pt x="2255569" y="1653816"/>
                </a:cubicBezTo>
                <a:close/>
                <a:moveTo>
                  <a:pt x="2131015" y="1653816"/>
                </a:moveTo>
                <a:cubicBezTo>
                  <a:pt x="2109557" y="1653816"/>
                  <a:pt x="2092162" y="1671211"/>
                  <a:pt x="2092162" y="1692669"/>
                </a:cubicBezTo>
                <a:cubicBezTo>
                  <a:pt x="2092162" y="1714127"/>
                  <a:pt x="2109557" y="1731522"/>
                  <a:pt x="2131015" y="1731522"/>
                </a:cubicBezTo>
                <a:cubicBezTo>
                  <a:pt x="2152473" y="1731522"/>
                  <a:pt x="2169868" y="1714127"/>
                  <a:pt x="2169868" y="1692669"/>
                </a:cubicBezTo>
                <a:cubicBezTo>
                  <a:pt x="2169868" y="1671211"/>
                  <a:pt x="2152473" y="1653816"/>
                  <a:pt x="2131015" y="1653816"/>
                </a:cubicBezTo>
                <a:close/>
                <a:moveTo>
                  <a:pt x="1943028" y="1653816"/>
                </a:moveTo>
                <a:cubicBezTo>
                  <a:pt x="1921570" y="1653816"/>
                  <a:pt x="1904175" y="1671211"/>
                  <a:pt x="1904175" y="1692669"/>
                </a:cubicBezTo>
                <a:cubicBezTo>
                  <a:pt x="1904175" y="1714127"/>
                  <a:pt x="1921570" y="1731522"/>
                  <a:pt x="1943028" y="1731522"/>
                </a:cubicBezTo>
                <a:cubicBezTo>
                  <a:pt x="1964486" y="1731522"/>
                  <a:pt x="1981881" y="1714127"/>
                  <a:pt x="1981881" y="1692669"/>
                </a:cubicBezTo>
                <a:cubicBezTo>
                  <a:pt x="1981881" y="1671211"/>
                  <a:pt x="1964486" y="1653816"/>
                  <a:pt x="1943028" y="1653816"/>
                </a:cubicBezTo>
                <a:close/>
                <a:moveTo>
                  <a:pt x="1755041" y="1653816"/>
                </a:moveTo>
                <a:cubicBezTo>
                  <a:pt x="1733583" y="1653816"/>
                  <a:pt x="1716188" y="1671211"/>
                  <a:pt x="1716188" y="1692669"/>
                </a:cubicBezTo>
                <a:cubicBezTo>
                  <a:pt x="1716188" y="1714127"/>
                  <a:pt x="1733583" y="1731522"/>
                  <a:pt x="1755041" y="1731522"/>
                </a:cubicBezTo>
                <a:cubicBezTo>
                  <a:pt x="1776499" y="1731522"/>
                  <a:pt x="1793894" y="1714127"/>
                  <a:pt x="1793894" y="1692669"/>
                </a:cubicBezTo>
                <a:cubicBezTo>
                  <a:pt x="1793894" y="1671211"/>
                  <a:pt x="1776499" y="1653816"/>
                  <a:pt x="1755041" y="1653816"/>
                </a:cubicBezTo>
                <a:close/>
                <a:moveTo>
                  <a:pt x="1598771" y="1653816"/>
                </a:moveTo>
                <a:cubicBezTo>
                  <a:pt x="1577313" y="1653816"/>
                  <a:pt x="1559918" y="1671211"/>
                  <a:pt x="1559918" y="1692669"/>
                </a:cubicBezTo>
                <a:cubicBezTo>
                  <a:pt x="1559918" y="1714127"/>
                  <a:pt x="1577313" y="1731522"/>
                  <a:pt x="1598771" y="1731522"/>
                </a:cubicBezTo>
                <a:cubicBezTo>
                  <a:pt x="1620229" y="1731522"/>
                  <a:pt x="1637624" y="1714127"/>
                  <a:pt x="1637624" y="1692669"/>
                </a:cubicBezTo>
                <a:cubicBezTo>
                  <a:pt x="1637624" y="1671211"/>
                  <a:pt x="1620229" y="1653816"/>
                  <a:pt x="1598771" y="1653816"/>
                </a:cubicBezTo>
                <a:close/>
                <a:moveTo>
                  <a:pt x="1442500" y="1653816"/>
                </a:moveTo>
                <a:cubicBezTo>
                  <a:pt x="1421042" y="1653816"/>
                  <a:pt x="1403647" y="1671211"/>
                  <a:pt x="1403647" y="1692669"/>
                </a:cubicBezTo>
                <a:cubicBezTo>
                  <a:pt x="1403647" y="1714127"/>
                  <a:pt x="1421042" y="1731522"/>
                  <a:pt x="1442500" y="1731522"/>
                </a:cubicBezTo>
                <a:cubicBezTo>
                  <a:pt x="1463958" y="1731522"/>
                  <a:pt x="1481353" y="1714127"/>
                  <a:pt x="1481353" y="1692669"/>
                </a:cubicBezTo>
                <a:cubicBezTo>
                  <a:pt x="1481353" y="1671211"/>
                  <a:pt x="1463958" y="1653816"/>
                  <a:pt x="1442500" y="1653816"/>
                </a:cubicBezTo>
                <a:close/>
                <a:moveTo>
                  <a:pt x="1317946" y="1653816"/>
                </a:moveTo>
                <a:cubicBezTo>
                  <a:pt x="1296488" y="1653816"/>
                  <a:pt x="1279093" y="1671211"/>
                  <a:pt x="1279093" y="1692669"/>
                </a:cubicBezTo>
                <a:cubicBezTo>
                  <a:pt x="1279093" y="1714127"/>
                  <a:pt x="1296488" y="1731522"/>
                  <a:pt x="1317946" y="1731522"/>
                </a:cubicBezTo>
                <a:cubicBezTo>
                  <a:pt x="1339404" y="1731522"/>
                  <a:pt x="1356799" y="1714127"/>
                  <a:pt x="1356799" y="1692669"/>
                </a:cubicBezTo>
                <a:cubicBezTo>
                  <a:pt x="1356799" y="1671211"/>
                  <a:pt x="1339404" y="1653816"/>
                  <a:pt x="1317946" y="1653816"/>
                </a:cubicBezTo>
                <a:close/>
                <a:moveTo>
                  <a:pt x="1161676" y="1653816"/>
                </a:moveTo>
                <a:cubicBezTo>
                  <a:pt x="1140218" y="1653816"/>
                  <a:pt x="1122823" y="1671211"/>
                  <a:pt x="1122823" y="1692669"/>
                </a:cubicBezTo>
                <a:cubicBezTo>
                  <a:pt x="1122823" y="1714127"/>
                  <a:pt x="1140218" y="1731522"/>
                  <a:pt x="1161676" y="1731522"/>
                </a:cubicBezTo>
                <a:cubicBezTo>
                  <a:pt x="1183134" y="1731522"/>
                  <a:pt x="1200529" y="1714127"/>
                  <a:pt x="1200529" y="1692669"/>
                </a:cubicBezTo>
                <a:cubicBezTo>
                  <a:pt x="1200529" y="1671211"/>
                  <a:pt x="1183134" y="1653816"/>
                  <a:pt x="1161676" y="1653816"/>
                </a:cubicBezTo>
                <a:close/>
                <a:moveTo>
                  <a:pt x="1037122" y="1653816"/>
                </a:moveTo>
                <a:cubicBezTo>
                  <a:pt x="1015664" y="1653816"/>
                  <a:pt x="998269" y="1671211"/>
                  <a:pt x="998269" y="1692669"/>
                </a:cubicBezTo>
                <a:cubicBezTo>
                  <a:pt x="998269" y="1714127"/>
                  <a:pt x="1015664" y="1731522"/>
                  <a:pt x="1037122" y="1731522"/>
                </a:cubicBezTo>
                <a:cubicBezTo>
                  <a:pt x="1058580" y="1731522"/>
                  <a:pt x="1075975" y="1714127"/>
                  <a:pt x="1075975" y="1692669"/>
                </a:cubicBezTo>
                <a:cubicBezTo>
                  <a:pt x="1075975" y="1671211"/>
                  <a:pt x="1058580" y="1653816"/>
                  <a:pt x="1037122" y="1653816"/>
                </a:cubicBezTo>
                <a:close/>
                <a:moveTo>
                  <a:pt x="912568" y="1653816"/>
                </a:moveTo>
                <a:cubicBezTo>
                  <a:pt x="891110" y="1653816"/>
                  <a:pt x="873715" y="1671211"/>
                  <a:pt x="873715" y="1692669"/>
                </a:cubicBezTo>
                <a:cubicBezTo>
                  <a:pt x="873742" y="1714127"/>
                  <a:pt x="891110" y="1731522"/>
                  <a:pt x="912568" y="1731522"/>
                </a:cubicBezTo>
                <a:cubicBezTo>
                  <a:pt x="934026" y="1731522"/>
                  <a:pt x="951421" y="1714127"/>
                  <a:pt x="951421" y="1692669"/>
                </a:cubicBezTo>
                <a:cubicBezTo>
                  <a:pt x="951421" y="1671211"/>
                  <a:pt x="934026" y="1653816"/>
                  <a:pt x="912568" y="1653816"/>
                </a:cubicBezTo>
                <a:close/>
                <a:moveTo>
                  <a:pt x="724581" y="1653816"/>
                </a:moveTo>
                <a:cubicBezTo>
                  <a:pt x="703123" y="1653816"/>
                  <a:pt x="685728" y="1671211"/>
                  <a:pt x="685728" y="1692669"/>
                </a:cubicBezTo>
                <a:cubicBezTo>
                  <a:pt x="685755" y="1714127"/>
                  <a:pt x="703123" y="1731522"/>
                  <a:pt x="724581" y="1731522"/>
                </a:cubicBezTo>
                <a:cubicBezTo>
                  <a:pt x="746039" y="1731522"/>
                  <a:pt x="763434" y="1714127"/>
                  <a:pt x="763434" y="1692669"/>
                </a:cubicBezTo>
                <a:cubicBezTo>
                  <a:pt x="763431" y="1671211"/>
                  <a:pt x="746037" y="1653816"/>
                  <a:pt x="724581" y="1653816"/>
                </a:cubicBezTo>
                <a:close/>
                <a:moveTo>
                  <a:pt x="536594" y="1653816"/>
                </a:moveTo>
                <a:cubicBezTo>
                  <a:pt x="515136" y="1653816"/>
                  <a:pt x="497741" y="1671211"/>
                  <a:pt x="497741" y="1692669"/>
                </a:cubicBezTo>
                <a:cubicBezTo>
                  <a:pt x="497768" y="1714127"/>
                  <a:pt x="515136" y="1731522"/>
                  <a:pt x="536594" y="1731522"/>
                </a:cubicBezTo>
                <a:cubicBezTo>
                  <a:pt x="558052" y="1731522"/>
                  <a:pt x="575447" y="1714127"/>
                  <a:pt x="575447" y="1692669"/>
                </a:cubicBezTo>
                <a:cubicBezTo>
                  <a:pt x="575444" y="1671211"/>
                  <a:pt x="558050" y="1653816"/>
                  <a:pt x="536594" y="1653816"/>
                </a:cubicBezTo>
                <a:close/>
                <a:moveTo>
                  <a:pt x="380324" y="1653816"/>
                </a:moveTo>
                <a:cubicBezTo>
                  <a:pt x="358866" y="1653816"/>
                  <a:pt x="341471" y="1671211"/>
                  <a:pt x="341471" y="1692669"/>
                </a:cubicBezTo>
                <a:cubicBezTo>
                  <a:pt x="341484" y="1714127"/>
                  <a:pt x="358879" y="1731522"/>
                  <a:pt x="380324" y="1731522"/>
                </a:cubicBezTo>
                <a:cubicBezTo>
                  <a:pt x="401782" y="1731522"/>
                  <a:pt x="419177" y="1714127"/>
                  <a:pt x="419177" y="1692669"/>
                </a:cubicBezTo>
                <a:cubicBezTo>
                  <a:pt x="419174" y="1671211"/>
                  <a:pt x="401780" y="1653816"/>
                  <a:pt x="380324" y="1653816"/>
                </a:cubicBezTo>
                <a:close/>
                <a:moveTo>
                  <a:pt x="224053" y="1653816"/>
                </a:moveTo>
                <a:cubicBezTo>
                  <a:pt x="202595" y="1653816"/>
                  <a:pt x="185200" y="1671211"/>
                  <a:pt x="185200" y="1692669"/>
                </a:cubicBezTo>
                <a:cubicBezTo>
                  <a:pt x="185213" y="1714127"/>
                  <a:pt x="202608" y="1731522"/>
                  <a:pt x="224053" y="1731522"/>
                </a:cubicBezTo>
                <a:cubicBezTo>
                  <a:pt x="245511" y="1731522"/>
                  <a:pt x="262906" y="1714127"/>
                  <a:pt x="262906" y="1692669"/>
                </a:cubicBezTo>
                <a:cubicBezTo>
                  <a:pt x="262903" y="1671211"/>
                  <a:pt x="245509" y="1653816"/>
                  <a:pt x="224053" y="1653816"/>
                </a:cubicBezTo>
                <a:close/>
                <a:moveTo>
                  <a:pt x="99499" y="1653816"/>
                </a:moveTo>
                <a:cubicBezTo>
                  <a:pt x="78041" y="1653816"/>
                  <a:pt x="60646" y="1671211"/>
                  <a:pt x="60646" y="1692669"/>
                </a:cubicBezTo>
                <a:cubicBezTo>
                  <a:pt x="60666" y="1714127"/>
                  <a:pt x="78054" y="1731522"/>
                  <a:pt x="99499" y="1731522"/>
                </a:cubicBezTo>
                <a:cubicBezTo>
                  <a:pt x="120957" y="1731522"/>
                  <a:pt x="138352" y="1714127"/>
                  <a:pt x="138352" y="1692669"/>
                </a:cubicBezTo>
                <a:cubicBezTo>
                  <a:pt x="138349" y="1671211"/>
                  <a:pt x="120955" y="1653816"/>
                  <a:pt x="99499" y="1653816"/>
                </a:cubicBezTo>
                <a:close/>
                <a:moveTo>
                  <a:pt x="9141594" y="1644187"/>
                </a:moveTo>
                <a:lnTo>
                  <a:pt x="9141594" y="1741151"/>
                </a:lnTo>
                <a:cubicBezTo>
                  <a:pt x="9139694" y="1740908"/>
                  <a:pt x="9139530" y="1740017"/>
                  <a:pt x="9139530" y="1739087"/>
                </a:cubicBezTo>
                <a:lnTo>
                  <a:pt x="9139530" y="1646251"/>
                </a:lnTo>
                <a:close/>
                <a:moveTo>
                  <a:pt x="9069131" y="1638514"/>
                </a:moveTo>
                <a:cubicBezTo>
                  <a:pt x="9099040" y="1638514"/>
                  <a:pt x="9123286" y="1662760"/>
                  <a:pt x="9123286" y="1692669"/>
                </a:cubicBezTo>
                <a:cubicBezTo>
                  <a:pt x="9123286" y="1722578"/>
                  <a:pt x="9099040" y="1746824"/>
                  <a:pt x="9069131" y="1746824"/>
                </a:cubicBezTo>
                <a:cubicBezTo>
                  <a:pt x="9039222" y="1746824"/>
                  <a:pt x="9014976" y="1722578"/>
                  <a:pt x="9014976" y="1692669"/>
                </a:cubicBezTo>
                <a:cubicBezTo>
                  <a:pt x="9014976" y="1662760"/>
                  <a:pt x="9039222" y="1638514"/>
                  <a:pt x="9069131" y="1638514"/>
                </a:cubicBezTo>
                <a:close/>
                <a:moveTo>
                  <a:pt x="8990997" y="1638514"/>
                </a:moveTo>
                <a:cubicBezTo>
                  <a:pt x="8995270" y="1638514"/>
                  <a:pt x="8998734" y="1641978"/>
                  <a:pt x="8998734" y="1646251"/>
                </a:cubicBezTo>
                <a:cubicBezTo>
                  <a:pt x="8998734" y="1677197"/>
                  <a:pt x="8998733" y="1708142"/>
                  <a:pt x="8998733" y="1739088"/>
                </a:cubicBezTo>
                <a:lnTo>
                  <a:pt x="8990997" y="1746824"/>
                </a:lnTo>
                <a:cubicBezTo>
                  <a:pt x="8986724" y="1746824"/>
                  <a:pt x="8983260" y="1743360"/>
                  <a:pt x="8983260" y="1739087"/>
                </a:cubicBezTo>
                <a:lnTo>
                  <a:pt x="8983260" y="1646251"/>
                </a:lnTo>
                <a:cubicBezTo>
                  <a:pt x="8983260" y="1641978"/>
                  <a:pt x="8986724" y="1638514"/>
                  <a:pt x="8990997" y="1638514"/>
                </a:cubicBezTo>
                <a:close/>
                <a:moveTo>
                  <a:pt x="8912861" y="1638514"/>
                </a:moveTo>
                <a:cubicBezTo>
                  <a:pt x="8942770" y="1638514"/>
                  <a:pt x="8967016" y="1662760"/>
                  <a:pt x="8967016" y="1692669"/>
                </a:cubicBezTo>
                <a:cubicBezTo>
                  <a:pt x="8967016" y="1722578"/>
                  <a:pt x="8942770" y="1746824"/>
                  <a:pt x="8912861" y="1746824"/>
                </a:cubicBezTo>
                <a:cubicBezTo>
                  <a:pt x="8882952" y="1746824"/>
                  <a:pt x="8858706" y="1722578"/>
                  <a:pt x="8858706" y="1692669"/>
                </a:cubicBezTo>
                <a:cubicBezTo>
                  <a:pt x="8858706" y="1662760"/>
                  <a:pt x="8882952" y="1638514"/>
                  <a:pt x="8912861" y="1638514"/>
                </a:cubicBezTo>
                <a:close/>
                <a:moveTo>
                  <a:pt x="8834725" y="1638514"/>
                </a:moveTo>
                <a:cubicBezTo>
                  <a:pt x="8838998" y="1638514"/>
                  <a:pt x="8842462" y="1641978"/>
                  <a:pt x="8842462" y="1646251"/>
                </a:cubicBezTo>
                <a:lnTo>
                  <a:pt x="8842462" y="1739087"/>
                </a:lnTo>
                <a:lnTo>
                  <a:pt x="8834725" y="1746824"/>
                </a:lnTo>
                <a:cubicBezTo>
                  <a:pt x="8830452" y="1746825"/>
                  <a:pt x="8826989" y="1743361"/>
                  <a:pt x="8826989" y="1739088"/>
                </a:cubicBezTo>
                <a:cubicBezTo>
                  <a:pt x="8826989" y="1708142"/>
                  <a:pt x="8826988" y="1677197"/>
                  <a:pt x="8826988" y="1646251"/>
                </a:cubicBezTo>
                <a:cubicBezTo>
                  <a:pt x="8826988" y="1641978"/>
                  <a:pt x="8830452" y="1638514"/>
                  <a:pt x="8834725" y="1638514"/>
                </a:cubicBezTo>
                <a:close/>
                <a:moveTo>
                  <a:pt x="8756590" y="1638514"/>
                </a:moveTo>
                <a:cubicBezTo>
                  <a:pt x="8786499" y="1638514"/>
                  <a:pt x="8810745" y="1662760"/>
                  <a:pt x="8810745" y="1692669"/>
                </a:cubicBezTo>
                <a:cubicBezTo>
                  <a:pt x="8810745" y="1722578"/>
                  <a:pt x="8786499" y="1746824"/>
                  <a:pt x="8756590" y="1746824"/>
                </a:cubicBezTo>
                <a:cubicBezTo>
                  <a:pt x="8726681" y="1746824"/>
                  <a:pt x="8702435" y="1722578"/>
                  <a:pt x="8702435" y="1692669"/>
                </a:cubicBezTo>
                <a:cubicBezTo>
                  <a:pt x="8702435" y="1662760"/>
                  <a:pt x="8726681" y="1638514"/>
                  <a:pt x="8756590" y="1638514"/>
                </a:cubicBezTo>
                <a:close/>
                <a:moveTo>
                  <a:pt x="8632036" y="1638514"/>
                </a:moveTo>
                <a:cubicBezTo>
                  <a:pt x="8661945" y="1638514"/>
                  <a:pt x="8686191" y="1662760"/>
                  <a:pt x="8686191" y="1692669"/>
                </a:cubicBezTo>
                <a:cubicBezTo>
                  <a:pt x="8686191" y="1722578"/>
                  <a:pt x="8661945" y="1746824"/>
                  <a:pt x="8632036" y="1746824"/>
                </a:cubicBezTo>
                <a:cubicBezTo>
                  <a:pt x="8602127" y="1746824"/>
                  <a:pt x="8577881" y="1722578"/>
                  <a:pt x="8577881" y="1692669"/>
                </a:cubicBezTo>
                <a:cubicBezTo>
                  <a:pt x="8577881" y="1662760"/>
                  <a:pt x="8602127" y="1638514"/>
                  <a:pt x="8632036" y="1638514"/>
                </a:cubicBezTo>
                <a:close/>
                <a:moveTo>
                  <a:pt x="8553901" y="1638514"/>
                </a:moveTo>
                <a:cubicBezTo>
                  <a:pt x="8558174" y="1638514"/>
                  <a:pt x="8561638" y="1641978"/>
                  <a:pt x="8561638" y="1646251"/>
                </a:cubicBezTo>
                <a:lnTo>
                  <a:pt x="8561638" y="1739087"/>
                </a:lnTo>
                <a:cubicBezTo>
                  <a:pt x="8561638" y="1743360"/>
                  <a:pt x="8558174" y="1746824"/>
                  <a:pt x="8553901" y="1746824"/>
                </a:cubicBezTo>
                <a:lnTo>
                  <a:pt x="8546165" y="1739088"/>
                </a:lnTo>
                <a:cubicBezTo>
                  <a:pt x="8546165" y="1708142"/>
                  <a:pt x="8546164" y="1677197"/>
                  <a:pt x="8546164" y="1646251"/>
                </a:cubicBezTo>
                <a:cubicBezTo>
                  <a:pt x="8546164" y="1641978"/>
                  <a:pt x="8549628" y="1638514"/>
                  <a:pt x="8553901" y="1638514"/>
                </a:cubicBezTo>
                <a:close/>
                <a:moveTo>
                  <a:pt x="8475766" y="1638514"/>
                </a:moveTo>
                <a:cubicBezTo>
                  <a:pt x="8505675" y="1638514"/>
                  <a:pt x="8529921" y="1662760"/>
                  <a:pt x="8529921" y="1692669"/>
                </a:cubicBezTo>
                <a:cubicBezTo>
                  <a:pt x="8529921" y="1722578"/>
                  <a:pt x="8505675" y="1746824"/>
                  <a:pt x="8475766" y="1746824"/>
                </a:cubicBezTo>
                <a:cubicBezTo>
                  <a:pt x="8445857" y="1746824"/>
                  <a:pt x="8421611" y="1722578"/>
                  <a:pt x="8421611" y="1692669"/>
                </a:cubicBezTo>
                <a:cubicBezTo>
                  <a:pt x="8421611" y="1662760"/>
                  <a:pt x="8445857" y="1638514"/>
                  <a:pt x="8475766" y="1638514"/>
                </a:cubicBezTo>
                <a:close/>
                <a:moveTo>
                  <a:pt x="8351212" y="1638514"/>
                </a:moveTo>
                <a:cubicBezTo>
                  <a:pt x="8381121" y="1638514"/>
                  <a:pt x="8405367" y="1662760"/>
                  <a:pt x="8405367" y="1692669"/>
                </a:cubicBezTo>
                <a:cubicBezTo>
                  <a:pt x="8405367" y="1722578"/>
                  <a:pt x="8381121" y="1746824"/>
                  <a:pt x="8351212" y="1746824"/>
                </a:cubicBezTo>
                <a:cubicBezTo>
                  <a:pt x="8321303" y="1746824"/>
                  <a:pt x="8297057" y="1722578"/>
                  <a:pt x="8297057" y="1692669"/>
                </a:cubicBezTo>
                <a:cubicBezTo>
                  <a:pt x="8297057" y="1662760"/>
                  <a:pt x="8321303" y="1638514"/>
                  <a:pt x="8351212" y="1638514"/>
                </a:cubicBezTo>
                <a:close/>
                <a:moveTo>
                  <a:pt x="8226658" y="1638514"/>
                </a:moveTo>
                <a:cubicBezTo>
                  <a:pt x="8256567" y="1638514"/>
                  <a:pt x="8280813" y="1662760"/>
                  <a:pt x="8280813" y="1692669"/>
                </a:cubicBezTo>
                <a:cubicBezTo>
                  <a:pt x="8280813" y="1722578"/>
                  <a:pt x="8256567" y="1746824"/>
                  <a:pt x="8226658" y="1746824"/>
                </a:cubicBezTo>
                <a:cubicBezTo>
                  <a:pt x="8196749" y="1746824"/>
                  <a:pt x="8172503" y="1722578"/>
                  <a:pt x="8172503" y="1692669"/>
                </a:cubicBezTo>
                <a:cubicBezTo>
                  <a:pt x="8172503" y="1662760"/>
                  <a:pt x="8196749" y="1638514"/>
                  <a:pt x="8226658" y="1638514"/>
                </a:cubicBezTo>
                <a:close/>
                <a:moveTo>
                  <a:pt x="8148524" y="1638514"/>
                </a:moveTo>
                <a:cubicBezTo>
                  <a:pt x="8152797" y="1638514"/>
                  <a:pt x="8156261" y="1641978"/>
                  <a:pt x="8156261" y="1646251"/>
                </a:cubicBezTo>
                <a:cubicBezTo>
                  <a:pt x="8156261" y="1677197"/>
                  <a:pt x="8156260" y="1708142"/>
                  <a:pt x="8156260" y="1739088"/>
                </a:cubicBezTo>
                <a:lnTo>
                  <a:pt x="8148524" y="1746824"/>
                </a:lnTo>
                <a:cubicBezTo>
                  <a:pt x="8144251" y="1746824"/>
                  <a:pt x="8140787" y="1743360"/>
                  <a:pt x="8140787" y="1739087"/>
                </a:cubicBezTo>
                <a:lnTo>
                  <a:pt x="8140787" y="1646251"/>
                </a:lnTo>
                <a:cubicBezTo>
                  <a:pt x="8140787" y="1641978"/>
                  <a:pt x="8144251" y="1638514"/>
                  <a:pt x="8148524" y="1638514"/>
                </a:cubicBezTo>
                <a:close/>
                <a:moveTo>
                  <a:pt x="8116807" y="1638514"/>
                </a:moveTo>
                <a:cubicBezTo>
                  <a:pt x="8121080" y="1638514"/>
                  <a:pt x="8124544" y="1641978"/>
                  <a:pt x="8124544" y="1646251"/>
                </a:cubicBezTo>
                <a:cubicBezTo>
                  <a:pt x="8124544" y="1677197"/>
                  <a:pt x="8124543" y="1708142"/>
                  <a:pt x="8124543" y="1739088"/>
                </a:cubicBezTo>
                <a:lnTo>
                  <a:pt x="8116807" y="1746824"/>
                </a:lnTo>
                <a:cubicBezTo>
                  <a:pt x="8112534" y="1746824"/>
                  <a:pt x="8109070" y="1743360"/>
                  <a:pt x="8109070" y="1739087"/>
                </a:cubicBezTo>
                <a:lnTo>
                  <a:pt x="8109070" y="1646251"/>
                </a:lnTo>
                <a:cubicBezTo>
                  <a:pt x="8109070" y="1641978"/>
                  <a:pt x="8112534" y="1638514"/>
                  <a:pt x="8116807" y="1638514"/>
                </a:cubicBezTo>
                <a:close/>
                <a:moveTo>
                  <a:pt x="8038671" y="1638514"/>
                </a:moveTo>
                <a:cubicBezTo>
                  <a:pt x="8068580" y="1638514"/>
                  <a:pt x="8092826" y="1662760"/>
                  <a:pt x="8092826" y="1692669"/>
                </a:cubicBezTo>
                <a:cubicBezTo>
                  <a:pt x="8092826" y="1722578"/>
                  <a:pt x="8068580" y="1746824"/>
                  <a:pt x="8038671" y="1746824"/>
                </a:cubicBezTo>
                <a:cubicBezTo>
                  <a:pt x="8008762" y="1746824"/>
                  <a:pt x="7984516" y="1722578"/>
                  <a:pt x="7984516" y="1692669"/>
                </a:cubicBezTo>
                <a:cubicBezTo>
                  <a:pt x="7984516" y="1662760"/>
                  <a:pt x="8008762" y="1638514"/>
                  <a:pt x="8038671" y="1638514"/>
                </a:cubicBezTo>
                <a:close/>
                <a:moveTo>
                  <a:pt x="7960537" y="1638514"/>
                </a:moveTo>
                <a:cubicBezTo>
                  <a:pt x="7964810" y="1638514"/>
                  <a:pt x="7968274" y="1641978"/>
                  <a:pt x="7968274" y="1646251"/>
                </a:cubicBezTo>
                <a:cubicBezTo>
                  <a:pt x="7968274" y="1677197"/>
                  <a:pt x="7968273" y="1708142"/>
                  <a:pt x="7968273" y="1739088"/>
                </a:cubicBezTo>
                <a:lnTo>
                  <a:pt x="7960537" y="1746824"/>
                </a:lnTo>
                <a:cubicBezTo>
                  <a:pt x="7956264" y="1746824"/>
                  <a:pt x="7952800" y="1743360"/>
                  <a:pt x="7952800" y="1739087"/>
                </a:cubicBezTo>
                <a:lnTo>
                  <a:pt x="7952800" y="1646251"/>
                </a:lnTo>
                <a:cubicBezTo>
                  <a:pt x="7952800" y="1641978"/>
                  <a:pt x="7956264" y="1638514"/>
                  <a:pt x="7960537" y="1638514"/>
                </a:cubicBezTo>
                <a:close/>
                <a:moveTo>
                  <a:pt x="7928820" y="1638514"/>
                </a:moveTo>
                <a:cubicBezTo>
                  <a:pt x="7933093" y="1638514"/>
                  <a:pt x="7936557" y="1641978"/>
                  <a:pt x="7936557" y="1646251"/>
                </a:cubicBezTo>
                <a:cubicBezTo>
                  <a:pt x="7936557" y="1677197"/>
                  <a:pt x="7936556" y="1708142"/>
                  <a:pt x="7936556" y="1739088"/>
                </a:cubicBezTo>
                <a:lnTo>
                  <a:pt x="7928820" y="1746824"/>
                </a:lnTo>
                <a:cubicBezTo>
                  <a:pt x="7924547" y="1746824"/>
                  <a:pt x="7921083" y="1743360"/>
                  <a:pt x="7921083" y="1739087"/>
                </a:cubicBezTo>
                <a:lnTo>
                  <a:pt x="7921083" y="1646251"/>
                </a:lnTo>
                <a:cubicBezTo>
                  <a:pt x="7921083" y="1641978"/>
                  <a:pt x="7924547" y="1638514"/>
                  <a:pt x="7928820" y="1638514"/>
                </a:cubicBezTo>
                <a:close/>
                <a:moveTo>
                  <a:pt x="7850684" y="1638514"/>
                </a:moveTo>
                <a:cubicBezTo>
                  <a:pt x="7880593" y="1638514"/>
                  <a:pt x="7904839" y="1662760"/>
                  <a:pt x="7904839" y="1692669"/>
                </a:cubicBezTo>
                <a:cubicBezTo>
                  <a:pt x="7904839" y="1722578"/>
                  <a:pt x="7880593" y="1746824"/>
                  <a:pt x="7850684" y="1746824"/>
                </a:cubicBezTo>
                <a:cubicBezTo>
                  <a:pt x="7820775" y="1746824"/>
                  <a:pt x="7796529" y="1722578"/>
                  <a:pt x="7796529" y="1692669"/>
                </a:cubicBezTo>
                <a:cubicBezTo>
                  <a:pt x="7796529" y="1662760"/>
                  <a:pt x="7820775" y="1638514"/>
                  <a:pt x="7850684" y="1638514"/>
                </a:cubicBezTo>
                <a:close/>
                <a:moveTo>
                  <a:pt x="7772550" y="1638514"/>
                </a:moveTo>
                <a:cubicBezTo>
                  <a:pt x="7776823" y="1638514"/>
                  <a:pt x="7780287" y="1641978"/>
                  <a:pt x="7780287" y="1646251"/>
                </a:cubicBezTo>
                <a:cubicBezTo>
                  <a:pt x="7780287" y="1677197"/>
                  <a:pt x="7780286" y="1708142"/>
                  <a:pt x="7780286" y="1739088"/>
                </a:cubicBezTo>
                <a:lnTo>
                  <a:pt x="7772550" y="1746824"/>
                </a:lnTo>
                <a:cubicBezTo>
                  <a:pt x="7768277" y="1746824"/>
                  <a:pt x="7764813" y="1743360"/>
                  <a:pt x="7764813" y="1739087"/>
                </a:cubicBezTo>
                <a:lnTo>
                  <a:pt x="7764813" y="1646251"/>
                </a:lnTo>
                <a:cubicBezTo>
                  <a:pt x="7764813" y="1641978"/>
                  <a:pt x="7768277" y="1638514"/>
                  <a:pt x="7772550" y="1638514"/>
                </a:cubicBezTo>
                <a:close/>
                <a:moveTo>
                  <a:pt x="7694414" y="1638514"/>
                </a:moveTo>
                <a:cubicBezTo>
                  <a:pt x="7724323" y="1638514"/>
                  <a:pt x="7748569" y="1662760"/>
                  <a:pt x="7748569" y="1692669"/>
                </a:cubicBezTo>
                <a:cubicBezTo>
                  <a:pt x="7748569" y="1722578"/>
                  <a:pt x="7724323" y="1746824"/>
                  <a:pt x="7694414" y="1746824"/>
                </a:cubicBezTo>
                <a:cubicBezTo>
                  <a:pt x="7664505" y="1746824"/>
                  <a:pt x="7640259" y="1722578"/>
                  <a:pt x="7640259" y="1692669"/>
                </a:cubicBezTo>
                <a:cubicBezTo>
                  <a:pt x="7640259" y="1662760"/>
                  <a:pt x="7664505" y="1638514"/>
                  <a:pt x="7694414" y="1638514"/>
                </a:cubicBezTo>
                <a:close/>
                <a:moveTo>
                  <a:pt x="7616278" y="1638514"/>
                </a:moveTo>
                <a:cubicBezTo>
                  <a:pt x="7620551" y="1638514"/>
                  <a:pt x="7624015" y="1641978"/>
                  <a:pt x="7624015" y="1646251"/>
                </a:cubicBezTo>
                <a:lnTo>
                  <a:pt x="7624015" y="1739087"/>
                </a:lnTo>
                <a:lnTo>
                  <a:pt x="7616278" y="1746824"/>
                </a:lnTo>
                <a:cubicBezTo>
                  <a:pt x="7612005" y="1746825"/>
                  <a:pt x="7608542" y="1743361"/>
                  <a:pt x="7608542" y="1739088"/>
                </a:cubicBezTo>
                <a:cubicBezTo>
                  <a:pt x="7608542" y="1708142"/>
                  <a:pt x="7608541" y="1677197"/>
                  <a:pt x="7608541" y="1646251"/>
                </a:cubicBezTo>
                <a:cubicBezTo>
                  <a:pt x="7608541" y="1641978"/>
                  <a:pt x="7612005" y="1638514"/>
                  <a:pt x="7616278" y="1638514"/>
                </a:cubicBezTo>
                <a:close/>
                <a:moveTo>
                  <a:pt x="7538143" y="1638514"/>
                </a:moveTo>
                <a:cubicBezTo>
                  <a:pt x="7568052" y="1638514"/>
                  <a:pt x="7592298" y="1662760"/>
                  <a:pt x="7592298" y="1692669"/>
                </a:cubicBezTo>
                <a:cubicBezTo>
                  <a:pt x="7592298" y="1722578"/>
                  <a:pt x="7568052" y="1746824"/>
                  <a:pt x="7538143" y="1746824"/>
                </a:cubicBezTo>
                <a:cubicBezTo>
                  <a:pt x="7508234" y="1746824"/>
                  <a:pt x="7483988" y="1722578"/>
                  <a:pt x="7483988" y="1692669"/>
                </a:cubicBezTo>
                <a:cubicBezTo>
                  <a:pt x="7483988" y="1662760"/>
                  <a:pt x="7508234" y="1638514"/>
                  <a:pt x="7538143" y="1638514"/>
                </a:cubicBezTo>
                <a:close/>
                <a:moveTo>
                  <a:pt x="7413589" y="1638514"/>
                </a:moveTo>
                <a:cubicBezTo>
                  <a:pt x="7443498" y="1638514"/>
                  <a:pt x="7467744" y="1662760"/>
                  <a:pt x="7467744" y="1692669"/>
                </a:cubicBezTo>
                <a:cubicBezTo>
                  <a:pt x="7467744" y="1722578"/>
                  <a:pt x="7443498" y="1746824"/>
                  <a:pt x="7413589" y="1746824"/>
                </a:cubicBezTo>
                <a:cubicBezTo>
                  <a:pt x="7383680" y="1746824"/>
                  <a:pt x="7359434" y="1722578"/>
                  <a:pt x="7359434" y="1692669"/>
                </a:cubicBezTo>
                <a:cubicBezTo>
                  <a:pt x="7359434" y="1662760"/>
                  <a:pt x="7383680" y="1638514"/>
                  <a:pt x="7413589" y="1638514"/>
                </a:cubicBezTo>
                <a:close/>
                <a:moveTo>
                  <a:pt x="7335454" y="1638514"/>
                </a:moveTo>
                <a:cubicBezTo>
                  <a:pt x="7339727" y="1638514"/>
                  <a:pt x="7343191" y="1641978"/>
                  <a:pt x="7343191" y="1646251"/>
                </a:cubicBezTo>
                <a:lnTo>
                  <a:pt x="7343191" y="1739087"/>
                </a:lnTo>
                <a:lnTo>
                  <a:pt x="7335454" y="1746824"/>
                </a:lnTo>
                <a:cubicBezTo>
                  <a:pt x="7331181" y="1746825"/>
                  <a:pt x="7327718" y="1743361"/>
                  <a:pt x="7327718" y="1739088"/>
                </a:cubicBezTo>
                <a:cubicBezTo>
                  <a:pt x="7327718" y="1708142"/>
                  <a:pt x="7327717" y="1677197"/>
                  <a:pt x="7327717" y="1646251"/>
                </a:cubicBezTo>
                <a:cubicBezTo>
                  <a:pt x="7327717" y="1641978"/>
                  <a:pt x="7331181" y="1638514"/>
                  <a:pt x="7335454" y="1638514"/>
                </a:cubicBezTo>
                <a:close/>
                <a:moveTo>
                  <a:pt x="7257319" y="1638514"/>
                </a:moveTo>
                <a:cubicBezTo>
                  <a:pt x="7287228" y="1638514"/>
                  <a:pt x="7311474" y="1662760"/>
                  <a:pt x="7311474" y="1692669"/>
                </a:cubicBezTo>
                <a:cubicBezTo>
                  <a:pt x="7311474" y="1722578"/>
                  <a:pt x="7287228" y="1746824"/>
                  <a:pt x="7257319" y="1746824"/>
                </a:cubicBezTo>
                <a:cubicBezTo>
                  <a:pt x="7227410" y="1746824"/>
                  <a:pt x="7203164" y="1722578"/>
                  <a:pt x="7203164" y="1692669"/>
                </a:cubicBezTo>
                <a:cubicBezTo>
                  <a:pt x="7203164" y="1662760"/>
                  <a:pt x="7227410" y="1638514"/>
                  <a:pt x="7257319" y="1638514"/>
                </a:cubicBezTo>
                <a:close/>
                <a:moveTo>
                  <a:pt x="7129359" y="1638514"/>
                </a:moveTo>
                <a:cubicBezTo>
                  <a:pt x="7159268" y="1638514"/>
                  <a:pt x="7183514" y="1662760"/>
                  <a:pt x="7183514" y="1692669"/>
                </a:cubicBezTo>
                <a:cubicBezTo>
                  <a:pt x="7183514" y="1722578"/>
                  <a:pt x="7159268" y="1746824"/>
                  <a:pt x="7129359" y="1746824"/>
                </a:cubicBezTo>
                <a:cubicBezTo>
                  <a:pt x="7099450" y="1746824"/>
                  <a:pt x="7075204" y="1722578"/>
                  <a:pt x="7075204" y="1692669"/>
                </a:cubicBezTo>
                <a:cubicBezTo>
                  <a:pt x="7075204" y="1662760"/>
                  <a:pt x="7099450" y="1638514"/>
                  <a:pt x="7129359" y="1638514"/>
                </a:cubicBezTo>
                <a:close/>
                <a:moveTo>
                  <a:pt x="7051222" y="1638514"/>
                </a:moveTo>
                <a:cubicBezTo>
                  <a:pt x="7055495" y="1638514"/>
                  <a:pt x="7058959" y="1641978"/>
                  <a:pt x="7058959" y="1646251"/>
                </a:cubicBezTo>
                <a:cubicBezTo>
                  <a:pt x="7058959" y="1677197"/>
                  <a:pt x="7058958" y="1708142"/>
                  <a:pt x="7058958" y="1739088"/>
                </a:cubicBezTo>
                <a:lnTo>
                  <a:pt x="7051222" y="1746824"/>
                </a:lnTo>
                <a:cubicBezTo>
                  <a:pt x="7046949" y="1746824"/>
                  <a:pt x="7043485" y="1743360"/>
                  <a:pt x="7043485" y="1739087"/>
                </a:cubicBezTo>
                <a:lnTo>
                  <a:pt x="7043485" y="1646251"/>
                </a:lnTo>
                <a:cubicBezTo>
                  <a:pt x="7043485" y="1641978"/>
                  <a:pt x="7046949" y="1638514"/>
                  <a:pt x="7051222" y="1638514"/>
                </a:cubicBezTo>
                <a:close/>
                <a:moveTo>
                  <a:pt x="6973087" y="1638514"/>
                </a:moveTo>
                <a:cubicBezTo>
                  <a:pt x="7002996" y="1638514"/>
                  <a:pt x="7027242" y="1662760"/>
                  <a:pt x="7027242" y="1692669"/>
                </a:cubicBezTo>
                <a:cubicBezTo>
                  <a:pt x="7027242" y="1722578"/>
                  <a:pt x="7002996" y="1746824"/>
                  <a:pt x="6973087" y="1746824"/>
                </a:cubicBezTo>
                <a:cubicBezTo>
                  <a:pt x="6943178" y="1746824"/>
                  <a:pt x="6918932" y="1722578"/>
                  <a:pt x="6918932" y="1692669"/>
                </a:cubicBezTo>
                <a:cubicBezTo>
                  <a:pt x="6918932" y="1662760"/>
                  <a:pt x="6943178" y="1638514"/>
                  <a:pt x="6973087" y="1638514"/>
                </a:cubicBezTo>
                <a:close/>
                <a:moveTo>
                  <a:pt x="6848533" y="1638514"/>
                </a:moveTo>
                <a:cubicBezTo>
                  <a:pt x="6878442" y="1638514"/>
                  <a:pt x="6902688" y="1662760"/>
                  <a:pt x="6902688" y="1692669"/>
                </a:cubicBezTo>
                <a:cubicBezTo>
                  <a:pt x="6902688" y="1722578"/>
                  <a:pt x="6878442" y="1746824"/>
                  <a:pt x="6848533" y="1746824"/>
                </a:cubicBezTo>
                <a:cubicBezTo>
                  <a:pt x="6818624" y="1746824"/>
                  <a:pt x="6794378" y="1722578"/>
                  <a:pt x="6794378" y="1692669"/>
                </a:cubicBezTo>
                <a:cubicBezTo>
                  <a:pt x="6794378" y="1662760"/>
                  <a:pt x="6818624" y="1638514"/>
                  <a:pt x="6848533" y="1638514"/>
                </a:cubicBezTo>
                <a:close/>
                <a:moveTo>
                  <a:pt x="6770398" y="1638514"/>
                </a:moveTo>
                <a:cubicBezTo>
                  <a:pt x="6774671" y="1638514"/>
                  <a:pt x="6778135" y="1641978"/>
                  <a:pt x="6778135" y="1646251"/>
                </a:cubicBezTo>
                <a:cubicBezTo>
                  <a:pt x="6778135" y="1677197"/>
                  <a:pt x="6778134" y="1708142"/>
                  <a:pt x="6778134" y="1739088"/>
                </a:cubicBezTo>
                <a:lnTo>
                  <a:pt x="6770398" y="1746824"/>
                </a:lnTo>
                <a:cubicBezTo>
                  <a:pt x="6766125" y="1746824"/>
                  <a:pt x="6762661" y="1743360"/>
                  <a:pt x="6762661" y="1739087"/>
                </a:cubicBezTo>
                <a:lnTo>
                  <a:pt x="6762661" y="1646251"/>
                </a:lnTo>
                <a:cubicBezTo>
                  <a:pt x="6762661" y="1641978"/>
                  <a:pt x="6766125" y="1638514"/>
                  <a:pt x="6770398" y="1638514"/>
                </a:cubicBezTo>
                <a:close/>
                <a:moveTo>
                  <a:pt x="6692262" y="1638514"/>
                </a:moveTo>
                <a:cubicBezTo>
                  <a:pt x="6722171" y="1638514"/>
                  <a:pt x="6746417" y="1662760"/>
                  <a:pt x="6746417" y="1692669"/>
                </a:cubicBezTo>
                <a:cubicBezTo>
                  <a:pt x="6746417" y="1722578"/>
                  <a:pt x="6722171" y="1746824"/>
                  <a:pt x="6692262" y="1746824"/>
                </a:cubicBezTo>
                <a:cubicBezTo>
                  <a:pt x="6662353" y="1746824"/>
                  <a:pt x="6638107" y="1722578"/>
                  <a:pt x="6638107" y="1692669"/>
                </a:cubicBezTo>
                <a:cubicBezTo>
                  <a:pt x="6638107" y="1662760"/>
                  <a:pt x="6662353" y="1638514"/>
                  <a:pt x="6692262" y="1638514"/>
                </a:cubicBezTo>
                <a:close/>
                <a:moveTo>
                  <a:pt x="6614127" y="1638514"/>
                </a:moveTo>
                <a:cubicBezTo>
                  <a:pt x="6618400" y="1638514"/>
                  <a:pt x="6621864" y="1641978"/>
                  <a:pt x="6621864" y="1646251"/>
                </a:cubicBezTo>
                <a:lnTo>
                  <a:pt x="6621864" y="1739087"/>
                </a:lnTo>
                <a:cubicBezTo>
                  <a:pt x="6621864" y="1743360"/>
                  <a:pt x="6618400" y="1746824"/>
                  <a:pt x="6614127" y="1746824"/>
                </a:cubicBezTo>
                <a:lnTo>
                  <a:pt x="6606391" y="1739088"/>
                </a:lnTo>
                <a:cubicBezTo>
                  <a:pt x="6606391" y="1708142"/>
                  <a:pt x="6606390" y="1677197"/>
                  <a:pt x="6606390" y="1646251"/>
                </a:cubicBezTo>
                <a:cubicBezTo>
                  <a:pt x="6606390" y="1641978"/>
                  <a:pt x="6609854" y="1638514"/>
                  <a:pt x="6614127" y="1638514"/>
                </a:cubicBezTo>
                <a:close/>
                <a:moveTo>
                  <a:pt x="6582410" y="1638514"/>
                </a:moveTo>
                <a:cubicBezTo>
                  <a:pt x="6586683" y="1638514"/>
                  <a:pt x="6590147" y="1641978"/>
                  <a:pt x="6590147" y="1646251"/>
                </a:cubicBezTo>
                <a:lnTo>
                  <a:pt x="6590147" y="1739087"/>
                </a:lnTo>
                <a:cubicBezTo>
                  <a:pt x="6590147" y="1743360"/>
                  <a:pt x="6586683" y="1746824"/>
                  <a:pt x="6582410" y="1746824"/>
                </a:cubicBezTo>
                <a:lnTo>
                  <a:pt x="6574674" y="1739088"/>
                </a:lnTo>
                <a:cubicBezTo>
                  <a:pt x="6574674" y="1708142"/>
                  <a:pt x="6574673" y="1677197"/>
                  <a:pt x="6574673" y="1646251"/>
                </a:cubicBezTo>
                <a:cubicBezTo>
                  <a:pt x="6574673" y="1641978"/>
                  <a:pt x="6578137" y="1638514"/>
                  <a:pt x="6582410" y="1638514"/>
                </a:cubicBezTo>
                <a:close/>
                <a:moveTo>
                  <a:pt x="6504275" y="1638514"/>
                </a:moveTo>
                <a:cubicBezTo>
                  <a:pt x="6534184" y="1638514"/>
                  <a:pt x="6558430" y="1662760"/>
                  <a:pt x="6558430" y="1692669"/>
                </a:cubicBezTo>
                <a:cubicBezTo>
                  <a:pt x="6558430" y="1722578"/>
                  <a:pt x="6534184" y="1746824"/>
                  <a:pt x="6504275" y="1746824"/>
                </a:cubicBezTo>
                <a:cubicBezTo>
                  <a:pt x="6474366" y="1746824"/>
                  <a:pt x="6450120" y="1722578"/>
                  <a:pt x="6450120" y="1692669"/>
                </a:cubicBezTo>
                <a:cubicBezTo>
                  <a:pt x="6450120" y="1662760"/>
                  <a:pt x="6474366" y="1638514"/>
                  <a:pt x="6504275" y="1638514"/>
                </a:cubicBezTo>
                <a:close/>
                <a:moveTo>
                  <a:pt x="6426140" y="1638514"/>
                </a:moveTo>
                <a:cubicBezTo>
                  <a:pt x="6430413" y="1638514"/>
                  <a:pt x="6433877" y="1641978"/>
                  <a:pt x="6433877" y="1646251"/>
                </a:cubicBezTo>
                <a:lnTo>
                  <a:pt x="6433877" y="1739087"/>
                </a:lnTo>
                <a:cubicBezTo>
                  <a:pt x="6433877" y="1743360"/>
                  <a:pt x="6430413" y="1746824"/>
                  <a:pt x="6426140" y="1746824"/>
                </a:cubicBezTo>
                <a:lnTo>
                  <a:pt x="6418404" y="1739088"/>
                </a:lnTo>
                <a:cubicBezTo>
                  <a:pt x="6418404" y="1708142"/>
                  <a:pt x="6418403" y="1677197"/>
                  <a:pt x="6418403" y="1646251"/>
                </a:cubicBezTo>
                <a:cubicBezTo>
                  <a:pt x="6418403" y="1641978"/>
                  <a:pt x="6421867" y="1638514"/>
                  <a:pt x="6426140" y="1638514"/>
                </a:cubicBezTo>
                <a:close/>
                <a:moveTo>
                  <a:pt x="6348005" y="1638514"/>
                </a:moveTo>
                <a:cubicBezTo>
                  <a:pt x="6377914" y="1638514"/>
                  <a:pt x="6402160" y="1662760"/>
                  <a:pt x="6402160" y="1692669"/>
                </a:cubicBezTo>
                <a:cubicBezTo>
                  <a:pt x="6402160" y="1722578"/>
                  <a:pt x="6377914" y="1746824"/>
                  <a:pt x="6348005" y="1746824"/>
                </a:cubicBezTo>
                <a:cubicBezTo>
                  <a:pt x="6318096" y="1746824"/>
                  <a:pt x="6293850" y="1722578"/>
                  <a:pt x="6293850" y="1692669"/>
                </a:cubicBezTo>
                <a:cubicBezTo>
                  <a:pt x="6293850" y="1662760"/>
                  <a:pt x="6318096" y="1638514"/>
                  <a:pt x="6348005" y="1638514"/>
                </a:cubicBezTo>
                <a:close/>
                <a:moveTo>
                  <a:pt x="6269869" y="1638514"/>
                </a:moveTo>
                <a:cubicBezTo>
                  <a:pt x="6274142" y="1638514"/>
                  <a:pt x="6277606" y="1641978"/>
                  <a:pt x="6277606" y="1646251"/>
                </a:cubicBezTo>
                <a:lnTo>
                  <a:pt x="6277606" y="1739087"/>
                </a:lnTo>
                <a:cubicBezTo>
                  <a:pt x="6277606" y="1743360"/>
                  <a:pt x="6274142" y="1746824"/>
                  <a:pt x="6269869" y="1746824"/>
                </a:cubicBezTo>
                <a:lnTo>
                  <a:pt x="6262133" y="1739088"/>
                </a:lnTo>
                <a:cubicBezTo>
                  <a:pt x="6262133" y="1708142"/>
                  <a:pt x="6262132" y="1677197"/>
                  <a:pt x="6262132" y="1646251"/>
                </a:cubicBezTo>
                <a:cubicBezTo>
                  <a:pt x="6262132" y="1641978"/>
                  <a:pt x="6265596" y="1638514"/>
                  <a:pt x="6269869" y="1638514"/>
                </a:cubicBezTo>
                <a:close/>
                <a:moveTo>
                  <a:pt x="6238153" y="1638514"/>
                </a:moveTo>
                <a:cubicBezTo>
                  <a:pt x="6242426" y="1638514"/>
                  <a:pt x="6245890" y="1641978"/>
                  <a:pt x="6245890" y="1646251"/>
                </a:cubicBezTo>
                <a:lnTo>
                  <a:pt x="6245890" y="1739087"/>
                </a:lnTo>
                <a:cubicBezTo>
                  <a:pt x="6245890" y="1743360"/>
                  <a:pt x="6242426" y="1746824"/>
                  <a:pt x="6238153" y="1746824"/>
                </a:cubicBezTo>
                <a:lnTo>
                  <a:pt x="6230417" y="1739088"/>
                </a:lnTo>
                <a:cubicBezTo>
                  <a:pt x="6230417" y="1708142"/>
                  <a:pt x="6230416" y="1677197"/>
                  <a:pt x="6230416" y="1646251"/>
                </a:cubicBezTo>
                <a:cubicBezTo>
                  <a:pt x="6230416" y="1641978"/>
                  <a:pt x="6233880" y="1638514"/>
                  <a:pt x="6238153" y="1638514"/>
                </a:cubicBezTo>
                <a:close/>
                <a:moveTo>
                  <a:pt x="6160018" y="1638514"/>
                </a:moveTo>
                <a:cubicBezTo>
                  <a:pt x="6189927" y="1638514"/>
                  <a:pt x="6214173" y="1662760"/>
                  <a:pt x="6214173" y="1692669"/>
                </a:cubicBezTo>
                <a:cubicBezTo>
                  <a:pt x="6214173" y="1722578"/>
                  <a:pt x="6189927" y="1746824"/>
                  <a:pt x="6160018" y="1746824"/>
                </a:cubicBezTo>
                <a:cubicBezTo>
                  <a:pt x="6130109" y="1746824"/>
                  <a:pt x="6105863" y="1722578"/>
                  <a:pt x="6105863" y="1692669"/>
                </a:cubicBezTo>
                <a:cubicBezTo>
                  <a:pt x="6105863" y="1662760"/>
                  <a:pt x="6130109" y="1638514"/>
                  <a:pt x="6160018" y="1638514"/>
                </a:cubicBezTo>
                <a:close/>
                <a:moveTo>
                  <a:pt x="6035464" y="1638514"/>
                </a:moveTo>
                <a:cubicBezTo>
                  <a:pt x="6065373" y="1638514"/>
                  <a:pt x="6089619" y="1662760"/>
                  <a:pt x="6089619" y="1692669"/>
                </a:cubicBezTo>
                <a:cubicBezTo>
                  <a:pt x="6089619" y="1722578"/>
                  <a:pt x="6065373" y="1746824"/>
                  <a:pt x="6035464" y="1746824"/>
                </a:cubicBezTo>
                <a:cubicBezTo>
                  <a:pt x="6005555" y="1746824"/>
                  <a:pt x="5981309" y="1722578"/>
                  <a:pt x="5981309" y="1692669"/>
                </a:cubicBezTo>
                <a:cubicBezTo>
                  <a:pt x="5981309" y="1662760"/>
                  <a:pt x="6005555" y="1638514"/>
                  <a:pt x="6035464" y="1638514"/>
                </a:cubicBezTo>
                <a:close/>
                <a:moveTo>
                  <a:pt x="5910910" y="1638514"/>
                </a:moveTo>
                <a:cubicBezTo>
                  <a:pt x="5940819" y="1638514"/>
                  <a:pt x="5965065" y="1662760"/>
                  <a:pt x="5965065" y="1692669"/>
                </a:cubicBezTo>
                <a:cubicBezTo>
                  <a:pt x="5965065" y="1722578"/>
                  <a:pt x="5940819" y="1746824"/>
                  <a:pt x="5910910" y="1746824"/>
                </a:cubicBezTo>
                <a:cubicBezTo>
                  <a:pt x="5881001" y="1746824"/>
                  <a:pt x="5856755" y="1722578"/>
                  <a:pt x="5856755" y="1692669"/>
                </a:cubicBezTo>
                <a:cubicBezTo>
                  <a:pt x="5856755" y="1662760"/>
                  <a:pt x="5881001" y="1638514"/>
                  <a:pt x="5910910" y="1638514"/>
                </a:cubicBezTo>
                <a:close/>
                <a:moveTo>
                  <a:pt x="5832776" y="1638514"/>
                </a:moveTo>
                <a:cubicBezTo>
                  <a:pt x="5837049" y="1638514"/>
                  <a:pt x="5840513" y="1641978"/>
                  <a:pt x="5840513" y="1646251"/>
                </a:cubicBezTo>
                <a:cubicBezTo>
                  <a:pt x="5840513" y="1677197"/>
                  <a:pt x="5840512" y="1708142"/>
                  <a:pt x="5840512" y="1739088"/>
                </a:cubicBezTo>
                <a:lnTo>
                  <a:pt x="5832776" y="1746824"/>
                </a:lnTo>
                <a:cubicBezTo>
                  <a:pt x="5828503" y="1746824"/>
                  <a:pt x="5825039" y="1743360"/>
                  <a:pt x="5825039" y="1739087"/>
                </a:cubicBezTo>
                <a:lnTo>
                  <a:pt x="5825039" y="1646251"/>
                </a:lnTo>
                <a:cubicBezTo>
                  <a:pt x="5825039" y="1641978"/>
                  <a:pt x="5828503" y="1638514"/>
                  <a:pt x="5832776" y="1638514"/>
                </a:cubicBezTo>
                <a:close/>
                <a:moveTo>
                  <a:pt x="5754640" y="1638514"/>
                </a:moveTo>
                <a:cubicBezTo>
                  <a:pt x="5784549" y="1638514"/>
                  <a:pt x="5808795" y="1662760"/>
                  <a:pt x="5808795" y="1692669"/>
                </a:cubicBezTo>
                <a:cubicBezTo>
                  <a:pt x="5808795" y="1722578"/>
                  <a:pt x="5784549" y="1746824"/>
                  <a:pt x="5754640" y="1746824"/>
                </a:cubicBezTo>
                <a:cubicBezTo>
                  <a:pt x="5724731" y="1746824"/>
                  <a:pt x="5700485" y="1722578"/>
                  <a:pt x="5700485" y="1692669"/>
                </a:cubicBezTo>
                <a:cubicBezTo>
                  <a:pt x="5700485" y="1662760"/>
                  <a:pt x="5724731" y="1638514"/>
                  <a:pt x="5754640" y="1638514"/>
                </a:cubicBezTo>
                <a:close/>
                <a:moveTo>
                  <a:pt x="5630086" y="1638514"/>
                </a:moveTo>
                <a:cubicBezTo>
                  <a:pt x="5659995" y="1638514"/>
                  <a:pt x="5684241" y="1662760"/>
                  <a:pt x="5684241" y="1692669"/>
                </a:cubicBezTo>
                <a:cubicBezTo>
                  <a:pt x="5684241" y="1722578"/>
                  <a:pt x="5659995" y="1746824"/>
                  <a:pt x="5630086" y="1746824"/>
                </a:cubicBezTo>
                <a:cubicBezTo>
                  <a:pt x="5600177" y="1746824"/>
                  <a:pt x="5575931" y="1722578"/>
                  <a:pt x="5575931" y="1692669"/>
                </a:cubicBezTo>
                <a:cubicBezTo>
                  <a:pt x="5575931" y="1662760"/>
                  <a:pt x="5600177" y="1638514"/>
                  <a:pt x="5630086" y="1638514"/>
                </a:cubicBezTo>
                <a:close/>
                <a:moveTo>
                  <a:pt x="5551951" y="1638514"/>
                </a:moveTo>
                <a:cubicBezTo>
                  <a:pt x="5556224" y="1638514"/>
                  <a:pt x="5559688" y="1641978"/>
                  <a:pt x="5559688" y="1646251"/>
                </a:cubicBezTo>
                <a:cubicBezTo>
                  <a:pt x="5559688" y="1677197"/>
                  <a:pt x="5559687" y="1708142"/>
                  <a:pt x="5559687" y="1739088"/>
                </a:cubicBezTo>
                <a:lnTo>
                  <a:pt x="5551951" y="1746824"/>
                </a:lnTo>
                <a:cubicBezTo>
                  <a:pt x="5547678" y="1746824"/>
                  <a:pt x="5544214" y="1743360"/>
                  <a:pt x="5544214" y="1739087"/>
                </a:cubicBezTo>
                <a:lnTo>
                  <a:pt x="5544214" y="1646251"/>
                </a:lnTo>
                <a:cubicBezTo>
                  <a:pt x="5544214" y="1641978"/>
                  <a:pt x="5547678" y="1638514"/>
                  <a:pt x="5551951" y="1638514"/>
                </a:cubicBezTo>
                <a:close/>
                <a:moveTo>
                  <a:pt x="5473815" y="1638514"/>
                </a:moveTo>
                <a:cubicBezTo>
                  <a:pt x="5503724" y="1638514"/>
                  <a:pt x="5527970" y="1662760"/>
                  <a:pt x="5527970" y="1692669"/>
                </a:cubicBezTo>
                <a:cubicBezTo>
                  <a:pt x="5527970" y="1722578"/>
                  <a:pt x="5503724" y="1746824"/>
                  <a:pt x="5473815" y="1746824"/>
                </a:cubicBezTo>
                <a:cubicBezTo>
                  <a:pt x="5443906" y="1746824"/>
                  <a:pt x="5419660" y="1722578"/>
                  <a:pt x="5419660" y="1692669"/>
                </a:cubicBezTo>
                <a:cubicBezTo>
                  <a:pt x="5419660" y="1662760"/>
                  <a:pt x="5443906" y="1638514"/>
                  <a:pt x="5473815" y="1638514"/>
                </a:cubicBezTo>
                <a:close/>
                <a:moveTo>
                  <a:pt x="5395680" y="1638514"/>
                </a:moveTo>
                <a:cubicBezTo>
                  <a:pt x="5399953" y="1638514"/>
                  <a:pt x="5403417" y="1641978"/>
                  <a:pt x="5403417" y="1646251"/>
                </a:cubicBezTo>
                <a:lnTo>
                  <a:pt x="5403417" y="1739087"/>
                </a:lnTo>
                <a:cubicBezTo>
                  <a:pt x="5403417" y="1743360"/>
                  <a:pt x="5399953" y="1746824"/>
                  <a:pt x="5395680" y="1746824"/>
                </a:cubicBezTo>
                <a:lnTo>
                  <a:pt x="5387944" y="1739088"/>
                </a:lnTo>
                <a:cubicBezTo>
                  <a:pt x="5387944" y="1708142"/>
                  <a:pt x="5387943" y="1677197"/>
                  <a:pt x="5387943" y="1646251"/>
                </a:cubicBezTo>
                <a:cubicBezTo>
                  <a:pt x="5387943" y="1641978"/>
                  <a:pt x="5391407" y="1638514"/>
                  <a:pt x="5395680" y="1638514"/>
                </a:cubicBezTo>
                <a:close/>
                <a:moveTo>
                  <a:pt x="5317545" y="1638514"/>
                </a:moveTo>
                <a:cubicBezTo>
                  <a:pt x="5347454" y="1638514"/>
                  <a:pt x="5371700" y="1662760"/>
                  <a:pt x="5371700" y="1692669"/>
                </a:cubicBezTo>
                <a:cubicBezTo>
                  <a:pt x="5371700" y="1722578"/>
                  <a:pt x="5347454" y="1746824"/>
                  <a:pt x="5317545" y="1746824"/>
                </a:cubicBezTo>
                <a:cubicBezTo>
                  <a:pt x="5287636" y="1746824"/>
                  <a:pt x="5263390" y="1722578"/>
                  <a:pt x="5263390" y="1692669"/>
                </a:cubicBezTo>
                <a:cubicBezTo>
                  <a:pt x="5263390" y="1662760"/>
                  <a:pt x="5287636" y="1638514"/>
                  <a:pt x="5317545" y="1638514"/>
                </a:cubicBezTo>
                <a:close/>
                <a:moveTo>
                  <a:pt x="5239409" y="1638514"/>
                </a:moveTo>
                <a:cubicBezTo>
                  <a:pt x="5243682" y="1638514"/>
                  <a:pt x="5247146" y="1641978"/>
                  <a:pt x="5247146" y="1646251"/>
                </a:cubicBezTo>
                <a:lnTo>
                  <a:pt x="5247146" y="1739087"/>
                </a:lnTo>
                <a:cubicBezTo>
                  <a:pt x="5247146" y="1743360"/>
                  <a:pt x="5243682" y="1746824"/>
                  <a:pt x="5239409" y="1746824"/>
                </a:cubicBezTo>
                <a:lnTo>
                  <a:pt x="5231673" y="1739088"/>
                </a:lnTo>
                <a:cubicBezTo>
                  <a:pt x="5231673" y="1708142"/>
                  <a:pt x="5231672" y="1677197"/>
                  <a:pt x="5231672" y="1646251"/>
                </a:cubicBezTo>
                <a:cubicBezTo>
                  <a:pt x="5231672" y="1641978"/>
                  <a:pt x="5235136" y="1638514"/>
                  <a:pt x="5239409" y="1638514"/>
                </a:cubicBezTo>
                <a:close/>
                <a:moveTo>
                  <a:pt x="5207693" y="1638514"/>
                </a:moveTo>
                <a:cubicBezTo>
                  <a:pt x="5211966" y="1638514"/>
                  <a:pt x="5215430" y="1641978"/>
                  <a:pt x="5215430" y="1646251"/>
                </a:cubicBezTo>
                <a:lnTo>
                  <a:pt x="5215430" y="1739087"/>
                </a:lnTo>
                <a:cubicBezTo>
                  <a:pt x="5215430" y="1743360"/>
                  <a:pt x="5211966" y="1746824"/>
                  <a:pt x="5207693" y="1746824"/>
                </a:cubicBezTo>
                <a:lnTo>
                  <a:pt x="5199957" y="1739088"/>
                </a:lnTo>
                <a:cubicBezTo>
                  <a:pt x="5199957" y="1708142"/>
                  <a:pt x="5199956" y="1677197"/>
                  <a:pt x="5199956" y="1646251"/>
                </a:cubicBezTo>
                <a:cubicBezTo>
                  <a:pt x="5199956" y="1641978"/>
                  <a:pt x="5203420" y="1638514"/>
                  <a:pt x="5207693" y="1638514"/>
                </a:cubicBezTo>
                <a:close/>
                <a:moveTo>
                  <a:pt x="5129558" y="1638514"/>
                </a:moveTo>
                <a:cubicBezTo>
                  <a:pt x="5159467" y="1638514"/>
                  <a:pt x="5183713" y="1662760"/>
                  <a:pt x="5183713" y="1692669"/>
                </a:cubicBezTo>
                <a:cubicBezTo>
                  <a:pt x="5183713" y="1722578"/>
                  <a:pt x="5159467" y="1746824"/>
                  <a:pt x="5129558" y="1746824"/>
                </a:cubicBezTo>
                <a:cubicBezTo>
                  <a:pt x="5099649" y="1746824"/>
                  <a:pt x="5075403" y="1722578"/>
                  <a:pt x="5075403" y="1692669"/>
                </a:cubicBezTo>
                <a:cubicBezTo>
                  <a:pt x="5075403" y="1662760"/>
                  <a:pt x="5099649" y="1638514"/>
                  <a:pt x="5129558" y="1638514"/>
                </a:cubicBezTo>
                <a:close/>
                <a:moveTo>
                  <a:pt x="5051422" y="1638514"/>
                </a:moveTo>
                <a:cubicBezTo>
                  <a:pt x="5055695" y="1638514"/>
                  <a:pt x="5059159" y="1641978"/>
                  <a:pt x="5059159" y="1646251"/>
                </a:cubicBezTo>
                <a:lnTo>
                  <a:pt x="5059159" y="1739087"/>
                </a:lnTo>
                <a:cubicBezTo>
                  <a:pt x="5059159" y="1743360"/>
                  <a:pt x="5055695" y="1746824"/>
                  <a:pt x="5051422" y="1746824"/>
                </a:cubicBezTo>
                <a:lnTo>
                  <a:pt x="5043686" y="1739088"/>
                </a:lnTo>
                <a:cubicBezTo>
                  <a:pt x="5043686" y="1708142"/>
                  <a:pt x="5043685" y="1677197"/>
                  <a:pt x="5043685" y="1646251"/>
                </a:cubicBezTo>
                <a:cubicBezTo>
                  <a:pt x="5043685" y="1641978"/>
                  <a:pt x="5047149" y="1638514"/>
                  <a:pt x="5051422" y="1638514"/>
                </a:cubicBezTo>
                <a:close/>
                <a:moveTo>
                  <a:pt x="5019706" y="1638514"/>
                </a:moveTo>
                <a:cubicBezTo>
                  <a:pt x="5023979" y="1638514"/>
                  <a:pt x="5027443" y="1641978"/>
                  <a:pt x="5027443" y="1646251"/>
                </a:cubicBezTo>
                <a:lnTo>
                  <a:pt x="5027443" y="1739087"/>
                </a:lnTo>
                <a:cubicBezTo>
                  <a:pt x="5027443" y="1743360"/>
                  <a:pt x="5023979" y="1746824"/>
                  <a:pt x="5019706" y="1746824"/>
                </a:cubicBezTo>
                <a:lnTo>
                  <a:pt x="5011970" y="1739088"/>
                </a:lnTo>
                <a:cubicBezTo>
                  <a:pt x="5011970" y="1708142"/>
                  <a:pt x="5011969" y="1677197"/>
                  <a:pt x="5011969" y="1646251"/>
                </a:cubicBezTo>
                <a:cubicBezTo>
                  <a:pt x="5011969" y="1641978"/>
                  <a:pt x="5015433" y="1638514"/>
                  <a:pt x="5019706" y="1638514"/>
                </a:cubicBezTo>
                <a:close/>
                <a:moveTo>
                  <a:pt x="4941571" y="1638514"/>
                </a:moveTo>
                <a:cubicBezTo>
                  <a:pt x="4971480" y="1638514"/>
                  <a:pt x="4995726" y="1662760"/>
                  <a:pt x="4995726" y="1692669"/>
                </a:cubicBezTo>
                <a:cubicBezTo>
                  <a:pt x="4995726" y="1722578"/>
                  <a:pt x="4971480" y="1746824"/>
                  <a:pt x="4941571" y="1746824"/>
                </a:cubicBezTo>
                <a:cubicBezTo>
                  <a:pt x="4911662" y="1746824"/>
                  <a:pt x="4887416" y="1722578"/>
                  <a:pt x="4887416" y="1692669"/>
                </a:cubicBezTo>
                <a:cubicBezTo>
                  <a:pt x="4887416" y="1662760"/>
                  <a:pt x="4911662" y="1638514"/>
                  <a:pt x="4941571" y="1638514"/>
                </a:cubicBezTo>
                <a:close/>
                <a:moveTo>
                  <a:pt x="4817017" y="1638514"/>
                </a:moveTo>
                <a:cubicBezTo>
                  <a:pt x="4846926" y="1638514"/>
                  <a:pt x="4871172" y="1662760"/>
                  <a:pt x="4871172" y="1692669"/>
                </a:cubicBezTo>
                <a:cubicBezTo>
                  <a:pt x="4871172" y="1722578"/>
                  <a:pt x="4846926" y="1746824"/>
                  <a:pt x="4817017" y="1746824"/>
                </a:cubicBezTo>
                <a:cubicBezTo>
                  <a:pt x="4787108" y="1746824"/>
                  <a:pt x="4762862" y="1722578"/>
                  <a:pt x="4762862" y="1692669"/>
                </a:cubicBezTo>
                <a:cubicBezTo>
                  <a:pt x="4762862" y="1662760"/>
                  <a:pt x="4787108" y="1638514"/>
                  <a:pt x="4817017" y="1638514"/>
                </a:cubicBezTo>
                <a:close/>
                <a:moveTo>
                  <a:pt x="4692463" y="1638514"/>
                </a:moveTo>
                <a:cubicBezTo>
                  <a:pt x="4722372" y="1638514"/>
                  <a:pt x="4746618" y="1662760"/>
                  <a:pt x="4746618" y="1692669"/>
                </a:cubicBezTo>
                <a:cubicBezTo>
                  <a:pt x="4746618" y="1722578"/>
                  <a:pt x="4722372" y="1746824"/>
                  <a:pt x="4692463" y="1746824"/>
                </a:cubicBezTo>
                <a:cubicBezTo>
                  <a:pt x="4662554" y="1746824"/>
                  <a:pt x="4638308" y="1722578"/>
                  <a:pt x="4638308" y="1692669"/>
                </a:cubicBezTo>
                <a:cubicBezTo>
                  <a:pt x="4638308" y="1662760"/>
                  <a:pt x="4662554" y="1638514"/>
                  <a:pt x="4692463" y="1638514"/>
                </a:cubicBezTo>
                <a:close/>
                <a:moveTo>
                  <a:pt x="4567909" y="1638514"/>
                </a:moveTo>
                <a:cubicBezTo>
                  <a:pt x="4597818" y="1638514"/>
                  <a:pt x="4622064" y="1662760"/>
                  <a:pt x="4622064" y="1692669"/>
                </a:cubicBezTo>
                <a:cubicBezTo>
                  <a:pt x="4622064" y="1722578"/>
                  <a:pt x="4597818" y="1746824"/>
                  <a:pt x="4567909" y="1746824"/>
                </a:cubicBezTo>
                <a:cubicBezTo>
                  <a:pt x="4538000" y="1746824"/>
                  <a:pt x="4513754" y="1722578"/>
                  <a:pt x="4513754" y="1692669"/>
                </a:cubicBezTo>
                <a:cubicBezTo>
                  <a:pt x="4513754" y="1662760"/>
                  <a:pt x="4538000" y="1638514"/>
                  <a:pt x="4567909" y="1638514"/>
                </a:cubicBezTo>
                <a:close/>
                <a:moveTo>
                  <a:pt x="4489775" y="1638514"/>
                </a:moveTo>
                <a:cubicBezTo>
                  <a:pt x="4494048" y="1638514"/>
                  <a:pt x="4497512" y="1641978"/>
                  <a:pt x="4497512" y="1646251"/>
                </a:cubicBezTo>
                <a:cubicBezTo>
                  <a:pt x="4497512" y="1677197"/>
                  <a:pt x="4497511" y="1708142"/>
                  <a:pt x="4497511" y="1739088"/>
                </a:cubicBezTo>
                <a:lnTo>
                  <a:pt x="4489775" y="1746824"/>
                </a:lnTo>
                <a:cubicBezTo>
                  <a:pt x="4485502" y="1746824"/>
                  <a:pt x="4482038" y="1743360"/>
                  <a:pt x="4482038" y="1739087"/>
                </a:cubicBezTo>
                <a:lnTo>
                  <a:pt x="4482038" y="1646251"/>
                </a:lnTo>
                <a:cubicBezTo>
                  <a:pt x="4482038" y="1641978"/>
                  <a:pt x="4485502" y="1638514"/>
                  <a:pt x="4489775" y="1638514"/>
                </a:cubicBezTo>
                <a:close/>
                <a:moveTo>
                  <a:pt x="4458058" y="1638514"/>
                </a:moveTo>
                <a:cubicBezTo>
                  <a:pt x="4462331" y="1638514"/>
                  <a:pt x="4465795" y="1641978"/>
                  <a:pt x="4465795" y="1646251"/>
                </a:cubicBezTo>
                <a:cubicBezTo>
                  <a:pt x="4465795" y="1677197"/>
                  <a:pt x="4465794" y="1708142"/>
                  <a:pt x="4465794" y="1739088"/>
                </a:cubicBezTo>
                <a:lnTo>
                  <a:pt x="4458058" y="1746824"/>
                </a:lnTo>
                <a:cubicBezTo>
                  <a:pt x="4453785" y="1746824"/>
                  <a:pt x="4450321" y="1743360"/>
                  <a:pt x="4450321" y="1739087"/>
                </a:cubicBezTo>
                <a:lnTo>
                  <a:pt x="4450321" y="1646251"/>
                </a:lnTo>
                <a:cubicBezTo>
                  <a:pt x="4450321" y="1641978"/>
                  <a:pt x="4453785" y="1638514"/>
                  <a:pt x="4458058" y="1638514"/>
                </a:cubicBezTo>
                <a:close/>
                <a:moveTo>
                  <a:pt x="4379922" y="1638514"/>
                </a:moveTo>
                <a:cubicBezTo>
                  <a:pt x="4409831" y="1638514"/>
                  <a:pt x="4434077" y="1662760"/>
                  <a:pt x="4434077" y="1692669"/>
                </a:cubicBezTo>
                <a:cubicBezTo>
                  <a:pt x="4434077" y="1722578"/>
                  <a:pt x="4409831" y="1746824"/>
                  <a:pt x="4379922" y="1746824"/>
                </a:cubicBezTo>
                <a:cubicBezTo>
                  <a:pt x="4350013" y="1746824"/>
                  <a:pt x="4325767" y="1722578"/>
                  <a:pt x="4325767" y="1692669"/>
                </a:cubicBezTo>
                <a:cubicBezTo>
                  <a:pt x="4325767" y="1662760"/>
                  <a:pt x="4350013" y="1638514"/>
                  <a:pt x="4379922" y="1638514"/>
                </a:cubicBezTo>
                <a:close/>
                <a:moveTo>
                  <a:pt x="4301788" y="1638514"/>
                </a:moveTo>
                <a:cubicBezTo>
                  <a:pt x="4306061" y="1638514"/>
                  <a:pt x="4309525" y="1641978"/>
                  <a:pt x="4309525" y="1646251"/>
                </a:cubicBezTo>
                <a:cubicBezTo>
                  <a:pt x="4309525" y="1677197"/>
                  <a:pt x="4309524" y="1708142"/>
                  <a:pt x="4309524" y="1739088"/>
                </a:cubicBezTo>
                <a:lnTo>
                  <a:pt x="4301788" y="1746824"/>
                </a:lnTo>
                <a:cubicBezTo>
                  <a:pt x="4297515" y="1746824"/>
                  <a:pt x="4294051" y="1743360"/>
                  <a:pt x="4294051" y="1739087"/>
                </a:cubicBezTo>
                <a:lnTo>
                  <a:pt x="4294051" y="1646251"/>
                </a:lnTo>
                <a:cubicBezTo>
                  <a:pt x="4294051" y="1641978"/>
                  <a:pt x="4297515" y="1638514"/>
                  <a:pt x="4301788" y="1638514"/>
                </a:cubicBezTo>
                <a:close/>
                <a:moveTo>
                  <a:pt x="4270071" y="1638514"/>
                </a:moveTo>
                <a:cubicBezTo>
                  <a:pt x="4274344" y="1638514"/>
                  <a:pt x="4277808" y="1641978"/>
                  <a:pt x="4277808" y="1646251"/>
                </a:cubicBezTo>
                <a:cubicBezTo>
                  <a:pt x="4277808" y="1677197"/>
                  <a:pt x="4277807" y="1708142"/>
                  <a:pt x="4277807" y="1739088"/>
                </a:cubicBezTo>
                <a:lnTo>
                  <a:pt x="4270071" y="1746824"/>
                </a:lnTo>
                <a:cubicBezTo>
                  <a:pt x="4265798" y="1746824"/>
                  <a:pt x="4262334" y="1743360"/>
                  <a:pt x="4262334" y="1739087"/>
                </a:cubicBezTo>
                <a:lnTo>
                  <a:pt x="4262334" y="1646251"/>
                </a:lnTo>
                <a:cubicBezTo>
                  <a:pt x="4262334" y="1641978"/>
                  <a:pt x="4265798" y="1638514"/>
                  <a:pt x="4270071" y="1638514"/>
                </a:cubicBezTo>
                <a:close/>
                <a:moveTo>
                  <a:pt x="4191935" y="1638514"/>
                </a:moveTo>
                <a:cubicBezTo>
                  <a:pt x="4221844" y="1638514"/>
                  <a:pt x="4246090" y="1662760"/>
                  <a:pt x="4246090" y="1692669"/>
                </a:cubicBezTo>
                <a:cubicBezTo>
                  <a:pt x="4246090" y="1722578"/>
                  <a:pt x="4221844" y="1746824"/>
                  <a:pt x="4191935" y="1746824"/>
                </a:cubicBezTo>
                <a:cubicBezTo>
                  <a:pt x="4162026" y="1746824"/>
                  <a:pt x="4137780" y="1722578"/>
                  <a:pt x="4137780" y="1692669"/>
                </a:cubicBezTo>
                <a:cubicBezTo>
                  <a:pt x="4137780" y="1662760"/>
                  <a:pt x="4162026" y="1638514"/>
                  <a:pt x="4191935" y="1638514"/>
                </a:cubicBezTo>
                <a:close/>
                <a:moveTo>
                  <a:pt x="4113801" y="1638514"/>
                </a:moveTo>
                <a:cubicBezTo>
                  <a:pt x="4118074" y="1638514"/>
                  <a:pt x="4121538" y="1641978"/>
                  <a:pt x="4121538" y="1646251"/>
                </a:cubicBezTo>
                <a:cubicBezTo>
                  <a:pt x="4121538" y="1677197"/>
                  <a:pt x="4121537" y="1708142"/>
                  <a:pt x="4121537" y="1739088"/>
                </a:cubicBezTo>
                <a:lnTo>
                  <a:pt x="4113801" y="1746824"/>
                </a:lnTo>
                <a:cubicBezTo>
                  <a:pt x="4109528" y="1746824"/>
                  <a:pt x="4106064" y="1743360"/>
                  <a:pt x="4106064" y="1739087"/>
                </a:cubicBezTo>
                <a:lnTo>
                  <a:pt x="4106064" y="1646251"/>
                </a:lnTo>
                <a:cubicBezTo>
                  <a:pt x="4106064" y="1641978"/>
                  <a:pt x="4109528" y="1638514"/>
                  <a:pt x="4113801" y="1638514"/>
                </a:cubicBezTo>
                <a:close/>
                <a:moveTo>
                  <a:pt x="4035665" y="1638514"/>
                </a:moveTo>
                <a:cubicBezTo>
                  <a:pt x="4065574" y="1638514"/>
                  <a:pt x="4089820" y="1662760"/>
                  <a:pt x="4089820" y="1692669"/>
                </a:cubicBezTo>
                <a:cubicBezTo>
                  <a:pt x="4089820" y="1722578"/>
                  <a:pt x="4065574" y="1746824"/>
                  <a:pt x="4035665" y="1746824"/>
                </a:cubicBezTo>
                <a:cubicBezTo>
                  <a:pt x="4005756" y="1746824"/>
                  <a:pt x="3981510" y="1722578"/>
                  <a:pt x="3981510" y="1692669"/>
                </a:cubicBezTo>
                <a:cubicBezTo>
                  <a:pt x="3981510" y="1662760"/>
                  <a:pt x="4005756" y="1638514"/>
                  <a:pt x="4035665" y="1638514"/>
                </a:cubicBezTo>
                <a:close/>
                <a:moveTo>
                  <a:pt x="3957529" y="1638514"/>
                </a:moveTo>
                <a:cubicBezTo>
                  <a:pt x="3961802" y="1638514"/>
                  <a:pt x="3965266" y="1641978"/>
                  <a:pt x="3965266" y="1646251"/>
                </a:cubicBezTo>
                <a:lnTo>
                  <a:pt x="3965266" y="1739087"/>
                </a:lnTo>
                <a:cubicBezTo>
                  <a:pt x="3965266" y="1743360"/>
                  <a:pt x="3961802" y="1746824"/>
                  <a:pt x="3957529" y="1746824"/>
                </a:cubicBezTo>
                <a:lnTo>
                  <a:pt x="3949793" y="1739088"/>
                </a:lnTo>
                <a:cubicBezTo>
                  <a:pt x="3949793" y="1708142"/>
                  <a:pt x="3949792" y="1677197"/>
                  <a:pt x="3949792" y="1646251"/>
                </a:cubicBezTo>
                <a:cubicBezTo>
                  <a:pt x="3949792" y="1641978"/>
                  <a:pt x="3953256" y="1638514"/>
                  <a:pt x="3957529" y="1638514"/>
                </a:cubicBezTo>
                <a:close/>
                <a:moveTo>
                  <a:pt x="3879394" y="1638514"/>
                </a:moveTo>
                <a:cubicBezTo>
                  <a:pt x="3909303" y="1638514"/>
                  <a:pt x="3933549" y="1662760"/>
                  <a:pt x="3933549" y="1692669"/>
                </a:cubicBezTo>
                <a:cubicBezTo>
                  <a:pt x="3933549" y="1722578"/>
                  <a:pt x="3909303" y="1746824"/>
                  <a:pt x="3879394" y="1746824"/>
                </a:cubicBezTo>
                <a:cubicBezTo>
                  <a:pt x="3849485" y="1746824"/>
                  <a:pt x="3825239" y="1722578"/>
                  <a:pt x="3825239" y="1692669"/>
                </a:cubicBezTo>
                <a:cubicBezTo>
                  <a:pt x="3825239" y="1662760"/>
                  <a:pt x="3849485" y="1638514"/>
                  <a:pt x="3879394" y="1638514"/>
                </a:cubicBezTo>
                <a:close/>
                <a:moveTo>
                  <a:pt x="3754840" y="1638514"/>
                </a:moveTo>
                <a:cubicBezTo>
                  <a:pt x="3784749" y="1638514"/>
                  <a:pt x="3808995" y="1662760"/>
                  <a:pt x="3808995" y="1692669"/>
                </a:cubicBezTo>
                <a:cubicBezTo>
                  <a:pt x="3808995" y="1722578"/>
                  <a:pt x="3784749" y="1746824"/>
                  <a:pt x="3754840" y="1746824"/>
                </a:cubicBezTo>
                <a:cubicBezTo>
                  <a:pt x="3724931" y="1746824"/>
                  <a:pt x="3700685" y="1722578"/>
                  <a:pt x="3700685" y="1692669"/>
                </a:cubicBezTo>
                <a:cubicBezTo>
                  <a:pt x="3700685" y="1662760"/>
                  <a:pt x="3724931" y="1638514"/>
                  <a:pt x="3754840" y="1638514"/>
                </a:cubicBezTo>
                <a:close/>
                <a:moveTo>
                  <a:pt x="3676705" y="1638514"/>
                </a:moveTo>
                <a:cubicBezTo>
                  <a:pt x="3680978" y="1638514"/>
                  <a:pt x="3684442" y="1641978"/>
                  <a:pt x="3684442" y="1646251"/>
                </a:cubicBezTo>
                <a:lnTo>
                  <a:pt x="3684442" y="1739087"/>
                </a:lnTo>
                <a:cubicBezTo>
                  <a:pt x="3684442" y="1743360"/>
                  <a:pt x="3680978" y="1746824"/>
                  <a:pt x="3676705" y="1746824"/>
                </a:cubicBezTo>
                <a:lnTo>
                  <a:pt x="3668969" y="1739088"/>
                </a:lnTo>
                <a:cubicBezTo>
                  <a:pt x="3668969" y="1708142"/>
                  <a:pt x="3668968" y="1677197"/>
                  <a:pt x="3668968" y="1646251"/>
                </a:cubicBezTo>
                <a:cubicBezTo>
                  <a:pt x="3668968" y="1641978"/>
                  <a:pt x="3672432" y="1638514"/>
                  <a:pt x="3676705" y="1638514"/>
                </a:cubicBezTo>
                <a:close/>
                <a:moveTo>
                  <a:pt x="3598570" y="1638514"/>
                </a:moveTo>
                <a:cubicBezTo>
                  <a:pt x="3628479" y="1638514"/>
                  <a:pt x="3652725" y="1662760"/>
                  <a:pt x="3652725" y="1692669"/>
                </a:cubicBezTo>
                <a:cubicBezTo>
                  <a:pt x="3652725" y="1722578"/>
                  <a:pt x="3628479" y="1746824"/>
                  <a:pt x="3598570" y="1746824"/>
                </a:cubicBezTo>
                <a:cubicBezTo>
                  <a:pt x="3568661" y="1746824"/>
                  <a:pt x="3544415" y="1722578"/>
                  <a:pt x="3544415" y="1692669"/>
                </a:cubicBezTo>
                <a:cubicBezTo>
                  <a:pt x="3544415" y="1662760"/>
                  <a:pt x="3568661" y="1638514"/>
                  <a:pt x="3598570" y="1638514"/>
                </a:cubicBezTo>
                <a:close/>
                <a:moveTo>
                  <a:pt x="3474016" y="1638514"/>
                </a:moveTo>
                <a:cubicBezTo>
                  <a:pt x="3503925" y="1638514"/>
                  <a:pt x="3528171" y="1662760"/>
                  <a:pt x="3528171" y="1692669"/>
                </a:cubicBezTo>
                <a:cubicBezTo>
                  <a:pt x="3528171" y="1722578"/>
                  <a:pt x="3503925" y="1746824"/>
                  <a:pt x="3474016" y="1746824"/>
                </a:cubicBezTo>
                <a:cubicBezTo>
                  <a:pt x="3444107" y="1746824"/>
                  <a:pt x="3419861" y="1722578"/>
                  <a:pt x="3419861" y="1692669"/>
                </a:cubicBezTo>
                <a:cubicBezTo>
                  <a:pt x="3419861" y="1662760"/>
                  <a:pt x="3444107" y="1638514"/>
                  <a:pt x="3474016" y="1638514"/>
                </a:cubicBezTo>
                <a:close/>
                <a:moveTo>
                  <a:pt x="3395882" y="1638514"/>
                </a:moveTo>
                <a:cubicBezTo>
                  <a:pt x="3400155" y="1638514"/>
                  <a:pt x="3403619" y="1641978"/>
                  <a:pt x="3403619" y="1646251"/>
                </a:cubicBezTo>
                <a:cubicBezTo>
                  <a:pt x="3403619" y="1677197"/>
                  <a:pt x="3403618" y="1708142"/>
                  <a:pt x="3403618" y="1739088"/>
                </a:cubicBezTo>
                <a:lnTo>
                  <a:pt x="3395882" y="1746824"/>
                </a:lnTo>
                <a:cubicBezTo>
                  <a:pt x="3391609" y="1746824"/>
                  <a:pt x="3388145" y="1743360"/>
                  <a:pt x="3388145" y="1739087"/>
                </a:cubicBezTo>
                <a:lnTo>
                  <a:pt x="3388145" y="1646251"/>
                </a:lnTo>
                <a:cubicBezTo>
                  <a:pt x="3388145" y="1641978"/>
                  <a:pt x="3391609" y="1638514"/>
                  <a:pt x="3395882" y="1638514"/>
                </a:cubicBezTo>
                <a:close/>
                <a:moveTo>
                  <a:pt x="3317746" y="1638514"/>
                </a:moveTo>
                <a:cubicBezTo>
                  <a:pt x="3347655" y="1638514"/>
                  <a:pt x="3371901" y="1662760"/>
                  <a:pt x="3371901" y="1692669"/>
                </a:cubicBezTo>
                <a:cubicBezTo>
                  <a:pt x="3371901" y="1722578"/>
                  <a:pt x="3347655" y="1746824"/>
                  <a:pt x="3317746" y="1746824"/>
                </a:cubicBezTo>
                <a:cubicBezTo>
                  <a:pt x="3287837" y="1746824"/>
                  <a:pt x="3263591" y="1722578"/>
                  <a:pt x="3263591" y="1692669"/>
                </a:cubicBezTo>
                <a:cubicBezTo>
                  <a:pt x="3263591" y="1662760"/>
                  <a:pt x="3287837" y="1638514"/>
                  <a:pt x="3317746" y="1638514"/>
                </a:cubicBezTo>
                <a:close/>
                <a:moveTo>
                  <a:pt x="3193192" y="1638514"/>
                </a:moveTo>
                <a:cubicBezTo>
                  <a:pt x="3223101" y="1638514"/>
                  <a:pt x="3247347" y="1662760"/>
                  <a:pt x="3247347" y="1692669"/>
                </a:cubicBezTo>
                <a:cubicBezTo>
                  <a:pt x="3247347" y="1722578"/>
                  <a:pt x="3223101" y="1746824"/>
                  <a:pt x="3193192" y="1746824"/>
                </a:cubicBezTo>
                <a:cubicBezTo>
                  <a:pt x="3163283" y="1746824"/>
                  <a:pt x="3139037" y="1722578"/>
                  <a:pt x="3139037" y="1692669"/>
                </a:cubicBezTo>
                <a:cubicBezTo>
                  <a:pt x="3139037" y="1662760"/>
                  <a:pt x="3163283" y="1638514"/>
                  <a:pt x="3193192" y="1638514"/>
                </a:cubicBezTo>
                <a:close/>
                <a:moveTo>
                  <a:pt x="3115057" y="1638514"/>
                </a:moveTo>
                <a:cubicBezTo>
                  <a:pt x="3119330" y="1638514"/>
                  <a:pt x="3122794" y="1641978"/>
                  <a:pt x="3122794" y="1646251"/>
                </a:cubicBezTo>
                <a:cubicBezTo>
                  <a:pt x="3122794" y="1677197"/>
                  <a:pt x="3122793" y="1708142"/>
                  <a:pt x="3122793" y="1739088"/>
                </a:cubicBezTo>
                <a:lnTo>
                  <a:pt x="3115057" y="1746824"/>
                </a:lnTo>
                <a:cubicBezTo>
                  <a:pt x="3110784" y="1746824"/>
                  <a:pt x="3107320" y="1743360"/>
                  <a:pt x="3107320" y="1739087"/>
                </a:cubicBezTo>
                <a:lnTo>
                  <a:pt x="3107320" y="1646251"/>
                </a:lnTo>
                <a:cubicBezTo>
                  <a:pt x="3107320" y="1641978"/>
                  <a:pt x="3110784" y="1638514"/>
                  <a:pt x="3115057" y="1638514"/>
                </a:cubicBezTo>
                <a:close/>
                <a:moveTo>
                  <a:pt x="3036921" y="1638514"/>
                </a:moveTo>
                <a:cubicBezTo>
                  <a:pt x="3066830" y="1638514"/>
                  <a:pt x="3091076" y="1662760"/>
                  <a:pt x="3091076" y="1692669"/>
                </a:cubicBezTo>
                <a:cubicBezTo>
                  <a:pt x="3091076" y="1722578"/>
                  <a:pt x="3066830" y="1746824"/>
                  <a:pt x="3036921" y="1746824"/>
                </a:cubicBezTo>
                <a:cubicBezTo>
                  <a:pt x="3007012" y="1746824"/>
                  <a:pt x="2982766" y="1722578"/>
                  <a:pt x="2982766" y="1692669"/>
                </a:cubicBezTo>
                <a:cubicBezTo>
                  <a:pt x="2982766" y="1662760"/>
                  <a:pt x="3007012" y="1638514"/>
                  <a:pt x="3036921" y="1638514"/>
                </a:cubicBezTo>
                <a:close/>
                <a:moveTo>
                  <a:pt x="2958786" y="1638514"/>
                </a:moveTo>
                <a:cubicBezTo>
                  <a:pt x="2963059" y="1638514"/>
                  <a:pt x="2966523" y="1641978"/>
                  <a:pt x="2966523" y="1646251"/>
                </a:cubicBezTo>
                <a:lnTo>
                  <a:pt x="2966523" y="1739087"/>
                </a:lnTo>
                <a:cubicBezTo>
                  <a:pt x="2966523" y="1743360"/>
                  <a:pt x="2963059" y="1746824"/>
                  <a:pt x="2958786" y="1746824"/>
                </a:cubicBezTo>
                <a:lnTo>
                  <a:pt x="2951050" y="1739088"/>
                </a:lnTo>
                <a:cubicBezTo>
                  <a:pt x="2951050" y="1708142"/>
                  <a:pt x="2951049" y="1677197"/>
                  <a:pt x="2951049" y="1646251"/>
                </a:cubicBezTo>
                <a:cubicBezTo>
                  <a:pt x="2951049" y="1641978"/>
                  <a:pt x="2954513" y="1638514"/>
                  <a:pt x="2958786" y="1638514"/>
                </a:cubicBezTo>
                <a:close/>
                <a:moveTo>
                  <a:pt x="2880651" y="1638514"/>
                </a:moveTo>
                <a:cubicBezTo>
                  <a:pt x="2910560" y="1638514"/>
                  <a:pt x="2934806" y="1662760"/>
                  <a:pt x="2934806" y="1692669"/>
                </a:cubicBezTo>
                <a:cubicBezTo>
                  <a:pt x="2934806" y="1722578"/>
                  <a:pt x="2910560" y="1746824"/>
                  <a:pt x="2880651" y="1746824"/>
                </a:cubicBezTo>
                <a:cubicBezTo>
                  <a:pt x="2850742" y="1746824"/>
                  <a:pt x="2826496" y="1722578"/>
                  <a:pt x="2826496" y="1692669"/>
                </a:cubicBezTo>
                <a:cubicBezTo>
                  <a:pt x="2826496" y="1662760"/>
                  <a:pt x="2850742" y="1638514"/>
                  <a:pt x="2880651" y="1638514"/>
                </a:cubicBezTo>
                <a:close/>
                <a:moveTo>
                  <a:pt x="2802515" y="1638514"/>
                </a:moveTo>
                <a:cubicBezTo>
                  <a:pt x="2806788" y="1638514"/>
                  <a:pt x="2810252" y="1641978"/>
                  <a:pt x="2810252" y="1646251"/>
                </a:cubicBezTo>
                <a:lnTo>
                  <a:pt x="2810252" y="1739087"/>
                </a:lnTo>
                <a:cubicBezTo>
                  <a:pt x="2810252" y="1743360"/>
                  <a:pt x="2806788" y="1746824"/>
                  <a:pt x="2802515" y="1746824"/>
                </a:cubicBezTo>
                <a:lnTo>
                  <a:pt x="2794779" y="1739088"/>
                </a:lnTo>
                <a:cubicBezTo>
                  <a:pt x="2794779" y="1708142"/>
                  <a:pt x="2794778" y="1677197"/>
                  <a:pt x="2794778" y="1646251"/>
                </a:cubicBezTo>
                <a:cubicBezTo>
                  <a:pt x="2794778" y="1641978"/>
                  <a:pt x="2798242" y="1638514"/>
                  <a:pt x="2802515" y="1638514"/>
                </a:cubicBezTo>
                <a:close/>
                <a:moveTo>
                  <a:pt x="2770799" y="1638514"/>
                </a:moveTo>
                <a:cubicBezTo>
                  <a:pt x="2775072" y="1638514"/>
                  <a:pt x="2778536" y="1641978"/>
                  <a:pt x="2778536" y="1646251"/>
                </a:cubicBezTo>
                <a:lnTo>
                  <a:pt x="2778536" y="1739087"/>
                </a:lnTo>
                <a:cubicBezTo>
                  <a:pt x="2778536" y="1743360"/>
                  <a:pt x="2775072" y="1746824"/>
                  <a:pt x="2770799" y="1746824"/>
                </a:cubicBezTo>
                <a:lnTo>
                  <a:pt x="2763063" y="1739088"/>
                </a:lnTo>
                <a:cubicBezTo>
                  <a:pt x="2763063" y="1708142"/>
                  <a:pt x="2763062" y="1677197"/>
                  <a:pt x="2763062" y="1646251"/>
                </a:cubicBezTo>
                <a:cubicBezTo>
                  <a:pt x="2763062" y="1641978"/>
                  <a:pt x="2766526" y="1638514"/>
                  <a:pt x="2770799" y="1638514"/>
                </a:cubicBezTo>
                <a:close/>
                <a:moveTo>
                  <a:pt x="2692664" y="1638514"/>
                </a:moveTo>
                <a:cubicBezTo>
                  <a:pt x="2722573" y="1638514"/>
                  <a:pt x="2746819" y="1662760"/>
                  <a:pt x="2746819" y="1692669"/>
                </a:cubicBezTo>
                <a:cubicBezTo>
                  <a:pt x="2746819" y="1722578"/>
                  <a:pt x="2722573" y="1746824"/>
                  <a:pt x="2692664" y="1746824"/>
                </a:cubicBezTo>
                <a:cubicBezTo>
                  <a:pt x="2662755" y="1746824"/>
                  <a:pt x="2638509" y="1722578"/>
                  <a:pt x="2638509" y="1692669"/>
                </a:cubicBezTo>
                <a:cubicBezTo>
                  <a:pt x="2638509" y="1662760"/>
                  <a:pt x="2662755" y="1638514"/>
                  <a:pt x="2692664" y="1638514"/>
                </a:cubicBezTo>
                <a:close/>
                <a:moveTo>
                  <a:pt x="2614528" y="1638514"/>
                </a:moveTo>
                <a:cubicBezTo>
                  <a:pt x="2618801" y="1638514"/>
                  <a:pt x="2622265" y="1641978"/>
                  <a:pt x="2622265" y="1646251"/>
                </a:cubicBezTo>
                <a:lnTo>
                  <a:pt x="2622265" y="1739087"/>
                </a:lnTo>
                <a:cubicBezTo>
                  <a:pt x="2622265" y="1743360"/>
                  <a:pt x="2618801" y="1746824"/>
                  <a:pt x="2614528" y="1746824"/>
                </a:cubicBezTo>
                <a:lnTo>
                  <a:pt x="2606792" y="1739088"/>
                </a:lnTo>
                <a:cubicBezTo>
                  <a:pt x="2606792" y="1708142"/>
                  <a:pt x="2606791" y="1677197"/>
                  <a:pt x="2606791" y="1646251"/>
                </a:cubicBezTo>
                <a:cubicBezTo>
                  <a:pt x="2606791" y="1641978"/>
                  <a:pt x="2610255" y="1638514"/>
                  <a:pt x="2614528" y="1638514"/>
                </a:cubicBezTo>
                <a:close/>
                <a:moveTo>
                  <a:pt x="2582812" y="1638514"/>
                </a:moveTo>
                <a:cubicBezTo>
                  <a:pt x="2587085" y="1638514"/>
                  <a:pt x="2590549" y="1641978"/>
                  <a:pt x="2590549" y="1646251"/>
                </a:cubicBezTo>
                <a:lnTo>
                  <a:pt x="2590549" y="1739087"/>
                </a:lnTo>
                <a:cubicBezTo>
                  <a:pt x="2590549" y="1743360"/>
                  <a:pt x="2587085" y="1746824"/>
                  <a:pt x="2582812" y="1746824"/>
                </a:cubicBezTo>
                <a:lnTo>
                  <a:pt x="2575076" y="1739088"/>
                </a:lnTo>
                <a:cubicBezTo>
                  <a:pt x="2575076" y="1708142"/>
                  <a:pt x="2575075" y="1677197"/>
                  <a:pt x="2575075" y="1646251"/>
                </a:cubicBezTo>
                <a:cubicBezTo>
                  <a:pt x="2575075" y="1641978"/>
                  <a:pt x="2578539" y="1638514"/>
                  <a:pt x="2582812" y="1638514"/>
                </a:cubicBezTo>
                <a:close/>
                <a:moveTo>
                  <a:pt x="2504677" y="1638514"/>
                </a:moveTo>
                <a:cubicBezTo>
                  <a:pt x="2534586" y="1638514"/>
                  <a:pt x="2558832" y="1662760"/>
                  <a:pt x="2558832" y="1692669"/>
                </a:cubicBezTo>
                <a:cubicBezTo>
                  <a:pt x="2558832" y="1722578"/>
                  <a:pt x="2534586" y="1746824"/>
                  <a:pt x="2504677" y="1746824"/>
                </a:cubicBezTo>
                <a:cubicBezTo>
                  <a:pt x="2474768" y="1746824"/>
                  <a:pt x="2450522" y="1722578"/>
                  <a:pt x="2450522" y="1692669"/>
                </a:cubicBezTo>
                <a:cubicBezTo>
                  <a:pt x="2450522" y="1662760"/>
                  <a:pt x="2474768" y="1638514"/>
                  <a:pt x="2504677" y="1638514"/>
                </a:cubicBezTo>
                <a:close/>
                <a:moveTo>
                  <a:pt x="2380123" y="1638514"/>
                </a:moveTo>
                <a:cubicBezTo>
                  <a:pt x="2410032" y="1638514"/>
                  <a:pt x="2434278" y="1662760"/>
                  <a:pt x="2434278" y="1692669"/>
                </a:cubicBezTo>
                <a:cubicBezTo>
                  <a:pt x="2434278" y="1722578"/>
                  <a:pt x="2410032" y="1746824"/>
                  <a:pt x="2380123" y="1746824"/>
                </a:cubicBezTo>
                <a:cubicBezTo>
                  <a:pt x="2350214" y="1746824"/>
                  <a:pt x="2325968" y="1722578"/>
                  <a:pt x="2325968" y="1692669"/>
                </a:cubicBezTo>
                <a:cubicBezTo>
                  <a:pt x="2325968" y="1662760"/>
                  <a:pt x="2350214" y="1638514"/>
                  <a:pt x="2380123" y="1638514"/>
                </a:cubicBezTo>
                <a:close/>
                <a:moveTo>
                  <a:pt x="2255569" y="1638514"/>
                </a:moveTo>
                <a:cubicBezTo>
                  <a:pt x="2285478" y="1638514"/>
                  <a:pt x="2309724" y="1662760"/>
                  <a:pt x="2309724" y="1692669"/>
                </a:cubicBezTo>
                <a:cubicBezTo>
                  <a:pt x="2309724" y="1722578"/>
                  <a:pt x="2285478" y="1746824"/>
                  <a:pt x="2255569" y="1746824"/>
                </a:cubicBezTo>
                <a:cubicBezTo>
                  <a:pt x="2225660" y="1746824"/>
                  <a:pt x="2201414" y="1722578"/>
                  <a:pt x="2201414" y="1692669"/>
                </a:cubicBezTo>
                <a:cubicBezTo>
                  <a:pt x="2201414" y="1662760"/>
                  <a:pt x="2225660" y="1638514"/>
                  <a:pt x="2255569" y="1638514"/>
                </a:cubicBezTo>
                <a:close/>
                <a:moveTo>
                  <a:pt x="2131015" y="1638514"/>
                </a:moveTo>
                <a:cubicBezTo>
                  <a:pt x="2160924" y="1638514"/>
                  <a:pt x="2185170" y="1662760"/>
                  <a:pt x="2185170" y="1692669"/>
                </a:cubicBezTo>
                <a:cubicBezTo>
                  <a:pt x="2185170" y="1722578"/>
                  <a:pt x="2160924" y="1746824"/>
                  <a:pt x="2131015" y="1746824"/>
                </a:cubicBezTo>
                <a:cubicBezTo>
                  <a:pt x="2101106" y="1746824"/>
                  <a:pt x="2076860" y="1722578"/>
                  <a:pt x="2076860" y="1692669"/>
                </a:cubicBezTo>
                <a:cubicBezTo>
                  <a:pt x="2076860" y="1662760"/>
                  <a:pt x="2101106" y="1638514"/>
                  <a:pt x="2131015" y="1638514"/>
                </a:cubicBezTo>
                <a:close/>
                <a:moveTo>
                  <a:pt x="2052881" y="1638514"/>
                </a:moveTo>
                <a:cubicBezTo>
                  <a:pt x="2057154" y="1638514"/>
                  <a:pt x="2060618" y="1641978"/>
                  <a:pt x="2060618" y="1646251"/>
                </a:cubicBezTo>
                <a:cubicBezTo>
                  <a:pt x="2060618" y="1677197"/>
                  <a:pt x="2060617" y="1708142"/>
                  <a:pt x="2060617" y="1739088"/>
                </a:cubicBezTo>
                <a:lnTo>
                  <a:pt x="2052881" y="1746824"/>
                </a:lnTo>
                <a:cubicBezTo>
                  <a:pt x="2048608" y="1746824"/>
                  <a:pt x="2045144" y="1743360"/>
                  <a:pt x="2045144" y="1739087"/>
                </a:cubicBezTo>
                <a:lnTo>
                  <a:pt x="2045144" y="1646251"/>
                </a:lnTo>
                <a:cubicBezTo>
                  <a:pt x="2045144" y="1641978"/>
                  <a:pt x="2048608" y="1638514"/>
                  <a:pt x="2052881" y="1638514"/>
                </a:cubicBezTo>
                <a:close/>
                <a:moveTo>
                  <a:pt x="2021164" y="1638514"/>
                </a:moveTo>
                <a:cubicBezTo>
                  <a:pt x="2025437" y="1638514"/>
                  <a:pt x="2028901" y="1641978"/>
                  <a:pt x="2028901" y="1646251"/>
                </a:cubicBezTo>
                <a:cubicBezTo>
                  <a:pt x="2028901" y="1677197"/>
                  <a:pt x="2028900" y="1708142"/>
                  <a:pt x="2028900" y="1739088"/>
                </a:cubicBezTo>
                <a:lnTo>
                  <a:pt x="2021164" y="1746824"/>
                </a:lnTo>
                <a:cubicBezTo>
                  <a:pt x="2016891" y="1746824"/>
                  <a:pt x="2013427" y="1743360"/>
                  <a:pt x="2013427" y="1739087"/>
                </a:cubicBezTo>
                <a:lnTo>
                  <a:pt x="2013427" y="1646251"/>
                </a:lnTo>
                <a:cubicBezTo>
                  <a:pt x="2013427" y="1641978"/>
                  <a:pt x="2016891" y="1638514"/>
                  <a:pt x="2021164" y="1638514"/>
                </a:cubicBezTo>
                <a:close/>
                <a:moveTo>
                  <a:pt x="1943028" y="1638514"/>
                </a:moveTo>
                <a:cubicBezTo>
                  <a:pt x="1972937" y="1638514"/>
                  <a:pt x="1997183" y="1662760"/>
                  <a:pt x="1997183" y="1692669"/>
                </a:cubicBezTo>
                <a:cubicBezTo>
                  <a:pt x="1997183" y="1722578"/>
                  <a:pt x="1972937" y="1746824"/>
                  <a:pt x="1943028" y="1746824"/>
                </a:cubicBezTo>
                <a:cubicBezTo>
                  <a:pt x="1913119" y="1746824"/>
                  <a:pt x="1888873" y="1722578"/>
                  <a:pt x="1888873" y="1692669"/>
                </a:cubicBezTo>
                <a:cubicBezTo>
                  <a:pt x="1888873" y="1662760"/>
                  <a:pt x="1913119" y="1638514"/>
                  <a:pt x="1943028" y="1638514"/>
                </a:cubicBezTo>
                <a:close/>
                <a:moveTo>
                  <a:pt x="1864894" y="1638514"/>
                </a:moveTo>
                <a:cubicBezTo>
                  <a:pt x="1869167" y="1638514"/>
                  <a:pt x="1872631" y="1641978"/>
                  <a:pt x="1872631" y="1646251"/>
                </a:cubicBezTo>
                <a:cubicBezTo>
                  <a:pt x="1872631" y="1677197"/>
                  <a:pt x="1872630" y="1708142"/>
                  <a:pt x="1872630" y="1739088"/>
                </a:cubicBezTo>
                <a:lnTo>
                  <a:pt x="1864894" y="1746824"/>
                </a:lnTo>
                <a:cubicBezTo>
                  <a:pt x="1860621" y="1746824"/>
                  <a:pt x="1857157" y="1743360"/>
                  <a:pt x="1857157" y="1739087"/>
                </a:cubicBezTo>
                <a:lnTo>
                  <a:pt x="1857157" y="1646251"/>
                </a:lnTo>
                <a:cubicBezTo>
                  <a:pt x="1857157" y="1641978"/>
                  <a:pt x="1860621" y="1638514"/>
                  <a:pt x="1864894" y="1638514"/>
                </a:cubicBezTo>
                <a:close/>
                <a:moveTo>
                  <a:pt x="1833177" y="1638514"/>
                </a:moveTo>
                <a:cubicBezTo>
                  <a:pt x="1837450" y="1638514"/>
                  <a:pt x="1840914" y="1641978"/>
                  <a:pt x="1840914" y="1646251"/>
                </a:cubicBezTo>
                <a:cubicBezTo>
                  <a:pt x="1840914" y="1677197"/>
                  <a:pt x="1840913" y="1708142"/>
                  <a:pt x="1840913" y="1739088"/>
                </a:cubicBezTo>
                <a:lnTo>
                  <a:pt x="1833177" y="1746824"/>
                </a:lnTo>
                <a:cubicBezTo>
                  <a:pt x="1828904" y="1746824"/>
                  <a:pt x="1825440" y="1743360"/>
                  <a:pt x="1825440" y="1739087"/>
                </a:cubicBezTo>
                <a:lnTo>
                  <a:pt x="1825440" y="1646251"/>
                </a:lnTo>
                <a:cubicBezTo>
                  <a:pt x="1825440" y="1641978"/>
                  <a:pt x="1828904" y="1638514"/>
                  <a:pt x="1833177" y="1638514"/>
                </a:cubicBezTo>
                <a:close/>
                <a:moveTo>
                  <a:pt x="1755041" y="1638514"/>
                </a:moveTo>
                <a:cubicBezTo>
                  <a:pt x="1784950" y="1638514"/>
                  <a:pt x="1809196" y="1662760"/>
                  <a:pt x="1809196" y="1692669"/>
                </a:cubicBezTo>
                <a:cubicBezTo>
                  <a:pt x="1809196" y="1722578"/>
                  <a:pt x="1784950" y="1746824"/>
                  <a:pt x="1755041" y="1746824"/>
                </a:cubicBezTo>
                <a:cubicBezTo>
                  <a:pt x="1725132" y="1746824"/>
                  <a:pt x="1700886" y="1722578"/>
                  <a:pt x="1700886" y="1692669"/>
                </a:cubicBezTo>
                <a:cubicBezTo>
                  <a:pt x="1700886" y="1662760"/>
                  <a:pt x="1725132" y="1638514"/>
                  <a:pt x="1755041" y="1638514"/>
                </a:cubicBezTo>
                <a:close/>
                <a:moveTo>
                  <a:pt x="1676907" y="1638514"/>
                </a:moveTo>
                <a:cubicBezTo>
                  <a:pt x="1681180" y="1638514"/>
                  <a:pt x="1684644" y="1641978"/>
                  <a:pt x="1684644" y="1646251"/>
                </a:cubicBezTo>
                <a:cubicBezTo>
                  <a:pt x="1684644" y="1677197"/>
                  <a:pt x="1684643" y="1708142"/>
                  <a:pt x="1684643" y="1739088"/>
                </a:cubicBezTo>
                <a:lnTo>
                  <a:pt x="1676907" y="1746824"/>
                </a:lnTo>
                <a:cubicBezTo>
                  <a:pt x="1672634" y="1746824"/>
                  <a:pt x="1669170" y="1743360"/>
                  <a:pt x="1669170" y="1739087"/>
                </a:cubicBezTo>
                <a:lnTo>
                  <a:pt x="1669170" y="1646251"/>
                </a:lnTo>
                <a:cubicBezTo>
                  <a:pt x="1669170" y="1641978"/>
                  <a:pt x="1672634" y="1638514"/>
                  <a:pt x="1676907" y="1638514"/>
                </a:cubicBezTo>
                <a:close/>
                <a:moveTo>
                  <a:pt x="1598771" y="1638514"/>
                </a:moveTo>
                <a:cubicBezTo>
                  <a:pt x="1628680" y="1638514"/>
                  <a:pt x="1652926" y="1662760"/>
                  <a:pt x="1652926" y="1692669"/>
                </a:cubicBezTo>
                <a:cubicBezTo>
                  <a:pt x="1652926" y="1722578"/>
                  <a:pt x="1628680" y="1746824"/>
                  <a:pt x="1598771" y="1746824"/>
                </a:cubicBezTo>
                <a:cubicBezTo>
                  <a:pt x="1568862" y="1746824"/>
                  <a:pt x="1544616" y="1722578"/>
                  <a:pt x="1544616" y="1692669"/>
                </a:cubicBezTo>
                <a:cubicBezTo>
                  <a:pt x="1544616" y="1662760"/>
                  <a:pt x="1568862" y="1638514"/>
                  <a:pt x="1598771" y="1638514"/>
                </a:cubicBezTo>
                <a:close/>
                <a:moveTo>
                  <a:pt x="1520635" y="1638514"/>
                </a:moveTo>
                <a:cubicBezTo>
                  <a:pt x="1524908" y="1638514"/>
                  <a:pt x="1528372" y="1641978"/>
                  <a:pt x="1528372" y="1646251"/>
                </a:cubicBezTo>
                <a:lnTo>
                  <a:pt x="1528372" y="1739087"/>
                </a:lnTo>
                <a:cubicBezTo>
                  <a:pt x="1528372" y="1743360"/>
                  <a:pt x="1524908" y="1746824"/>
                  <a:pt x="1520635" y="1746824"/>
                </a:cubicBezTo>
                <a:lnTo>
                  <a:pt x="1512899" y="1739088"/>
                </a:lnTo>
                <a:cubicBezTo>
                  <a:pt x="1512899" y="1708142"/>
                  <a:pt x="1512898" y="1677197"/>
                  <a:pt x="1512898" y="1646251"/>
                </a:cubicBezTo>
                <a:cubicBezTo>
                  <a:pt x="1512898" y="1641978"/>
                  <a:pt x="1516362" y="1638514"/>
                  <a:pt x="1520635" y="1638514"/>
                </a:cubicBezTo>
                <a:close/>
                <a:moveTo>
                  <a:pt x="1442500" y="1638514"/>
                </a:moveTo>
                <a:cubicBezTo>
                  <a:pt x="1472409" y="1638514"/>
                  <a:pt x="1496655" y="1662760"/>
                  <a:pt x="1496655" y="1692669"/>
                </a:cubicBezTo>
                <a:cubicBezTo>
                  <a:pt x="1496655" y="1722578"/>
                  <a:pt x="1472409" y="1746824"/>
                  <a:pt x="1442500" y="1746824"/>
                </a:cubicBezTo>
                <a:cubicBezTo>
                  <a:pt x="1412591" y="1746824"/>
                  <a:pt x="1388345" y="1722578"/>
                  <a:pt x="1388345" y="1692669"/>
                </a:cubicBezTo>
                <a:cubicBezTo>
                  <a:pt x="1388345" y="1662760"/>
                  <a:pt x="1412591" y="1638514"/>
                  <a:pt x="1442500" y="1638514"/>
                </a:cubicBezTo>
                <a:close/>
                <a:moveTo>
                  <a:pt x="1317946" y="1638514"/>
                </a:moveTo>
                <a:cubicBezTo>
                  <a:pt x="1347855" y="1638514"/>
                  <a:pt x="1372101" y="1662760"/>
                  <a:pt x="1372101" y="1692669"/>
                </a:cubicBezTo>
                <a:cubicBezTo>
                  <a:pt x="1372101" y="1722578"/>
                  <a:pt x="1347855" y="1746824"/>
                  <a:pt x="1317946" y="1746824"/>
                </a:cubicBezTo>
                <a:cubicBezTo>
                  <a:pt x="1288037" y="1746824"/>
                  <a:pt x="1263791" y="1722578"/>
                  <a:pt x="1263791" y="1692669"/>
                </a:cubicBezTo>
                <a:cubicBezTo>
                  <a:pt x="1263791" y="1662760"/>
                  <a:pt x="1288037" y="1638514"/>
                  <a:pt x="1317946" y="1638514"/>
                </a:cubicBezTo>
                <a:close/>
                <a:moveTo>
                  <a:pt x="1239811" y="1638514"/>
                </a:moveTo>
                <a:cubicBezTo>
                  <a:pt x="1244084" y="1638514"/>
                  <a:pt x="1247548" y="1641978"/>
                  <a:pt x="1247548" y="1646251"/>
                </a:cubicBezTo>
                <a:lnTo>
                  <a:pt x="1247548" y="1739087"/>
                </a:lnTo>
                <a:cubicBezTo>
                  <a:pt x="1247548" y="1743360"/>
                  <a:pt x="1244084" y="1746824"/>
                  <a:pt x="1239811" y="1746824"/>
                </a:cubicBezTo>
                <a:lnTo>
                  <a:pt x="1232075" y="1739088"/>
                </a:lnTo>
                <a:cubicBezTo>
                  <a:pt x="1232075" y="1708142"/>
                  <a:pt x="1232074" y="1677197"/>
                  <a:pt x="1232074" y="1646251"/>
                </a:cubicBezTo>
                <a:cubicBezTo>
                  <a:pt x="1232074" y="1641978"/>
                  <a:pt x="1235538" y="1638514"/>
                  <a:pt x="1239811" y="1638514"/>
                </a:cubicBezTo>
                <a:close/>
                <a:moveTo>
                  <a:pt x="1161676" y="1638514"/>
                </a:moveTo>
                <a:cubicBezTo>
                  <a:pt x="1191585" y="1638514"/>
                  <a:pt x="1215831" y="1662760"/>
                  <a:pt x="1215831" y="1692669"/>
                </a:cubicBezTo>
                <a:cubicBezTo>
                  <a:pt x="1215831" y="1722578"/>
                  <a:pt x="1191585" y="1746824"/>
                  <a:pt x="1161676" y="1746824"/>
                </a:cubicBezTo>
                <a:cubicBezTo>
                  <a:pt x="1131767" y="1746824"/>
                  <a:pt x="1107521" y="1722578"/>
                  <a:pt x="1107521" y="1692669"/>
                </a:cubicBezTo>
                <a:cubicBezTo>
                  <a:pt x="1107521" y="1662760"/>
                  <a:pt x="1131767" y="1638514"/>
                  <a:pt x="1161676" y="1638514"/>
                </a:cubicBezTo>
                <a:close/>
                <a:moveTo>
                  <a:pt x="1037122" y="1638514"/>
                </a:moveTo>
                <a:cubicBezTo>
                  <a:pt x="1067031" y="1638514"/>
                  <a:pt x="1091277" y="1662760"/>
                  <a:pt x="1091277" y="1692669"/>
                </a:cubicBezTo>
                <a:cubicBezTo>
                  <a:pt x="1091277" y="1722578"/>
                  <a:pt x="1067031" y="1746824"/>
                  <a:pt x="1037122" y="1746824"/>
                </a:cubicBezTo>
                <a:cubicBezTo>
                  <a:pt x="1007213" y="1746824"/>
                  <a:pt x="982967" y="1722578"/>
                  <a:pt x="982967" y="1692669"/>
                </a:cubicBezTo>
                <a:cubicBezTo>
                  <a:pt x="982967" y="1662760"/>
                  <a:pt x="1007213" y="1638514"/>
                  <a:pt x="1037122" y="1638514"/>
                </a:cubicBezTo>
                <a:close/>
                <a:moveTo>
                  <a:pt x="912568" y="1638514"/>
                </a:moveTo>
                <a:cubicBezTo>
                  <a:pt x="942477" y="1638514"/>
                  <a:pt x="966723" y="1662760"/>
                  <a:pt x="966723" y="1692669"/>
                </a:cubicBezTo>
                <a:cubicBezTo>
                  <a:pt x="966723" y="1722578"/>
                  <a:pt x="942477" y="1746824"/>
                  <a:pt x="912568" y="1746824"/>
                </a:cubicBezTo>
                <a:cubicBezTo>
                  <a:pt x="882659" y="1746824"/>
                  <a:pt x="858413" y="1722578"/>
                  <a:pt x="858413" y="1692669"/>
                </a:cubicBezTo>
                <a:cubicBezTo>
                  <a:pt x="858414" y="1662760"/>
                  <a:pt x="882660" y="1638514"/>
                  <a:pt x="912568" y="1638514"/>
                </a:cubicBezTo>
                <a:close/>
                <a:moveTo>
                  <a:pt x="834434" y="1638514"/>
                </a:moveTo>
                <a:cubicBezTo>
                  <a:pt x="838707" y="1638514"/>
                  <a:pt x="842171" y="1641978"/>
                  <a:pt x="842171" y="1646251"/>
                </a:cubicBezTo>
                <a:cubicBezTo>
                  <a:pt x="842171" y="1677197"/>
                  <a:pt x="842170" y="1708142"/>
                  <a:pt x="842170" y="1739088"/>
                </a:cubicBezTo>
                <a:lnTo>
                  <a:pt x="834434" y="1746824"/>
                </a:lnTo>
                <a:cubicBezTo>
                  <a:pt x="830161" y="1746824"/>
                  <a:pt x="826697" y="1743360"/>
                  <a:pt x="826697" y="1739087"/>
                </a:cubicBezTo>
                <a:lnTo>
                  <a:pt x="826697" y="1646251"/>
                </a:lnTo>
                <a:cubicBezTo>
                  <a:pt x="826697" y="1641978"/>
                  <a:pt x="830161" y="1638514"/>
                  <a:pt x="834434" y="1638514"/>
                </a:cubicBezTo>
                <a:close/>
                <a:moveTo>
                  <a:pt x="802717" y="1638514"/>
                </a:moveTo>
                <a:cubicBezTo>
                  <a:pt x="806990" y="1638514"/>
                  <a:pt x="810454" y="1641978"/>
                  <a:pt x="810454" y="1646251"/>
                </a:cubicBezTo>
                <a:cubicBezTo>
                  <a:pt x="810454" y="1677197"/>
                  <a:pt x="810453" y="1708142"/>
                  <a:pt x="810453" y="1739088"/>
                </a:cubicBezTo>
                <a:lnTo>
                  <a:pt x="802717" y="1746824"/>
                </a:lnTo>
                <a:cubicBezTo>
                  <a:pt x="798444" y="1746824"/>
                  <a:pt x="794980" y="1743360"/>
                  <a:pt x="794980" y="1739087"/>
                </a:cubicBezTo>
                <a:lnTo>
                  <a:pt x="794980" y="1646251"/>
                </a:lnTo>
                <a:cubicBezTo>
                  <a:pt x="794980" y="1641978"/>
                  <a:pt x="798444" y="1638514"/>
                  <a:pt x="802717" y="1638514"/>
                </a:cubicBezTo>
                <a:close/>
                <a:moveTo>
                  <a:pt x="724581" y="1638514"/>
                </a:moveTo>
                <a:cubicBezTo>
                  <a:pt x="754490" y="1638514"/>
                  <a:pt x="778736" y="1662760"/>
                  <a:pt x="778736" y="1692669"/>
                </a:cubicBezTo>
                <a:cubicBezTo>
                  <a:pt x="778736" y="1722578"/>
                  <a:pt x="754490" y="1746824"/>
                  <a:pt x="724581" y="1746824"/>
                </a:cubicBezTo>
                <a:cubicBezTo>
                  <a:pt x="694672" y="1746824"/>
                  <a:pt x="670426" y="1722578"/>
                  <a:pt x="670426" y="1692669"/>
                </a:cubicBezTo>
                <a:cubicBezTo>
                  <a:pt x="670427" y="1662760"/>
                  <a:pt x="694673" y="1638514"/>
                  <a:pt x="724581" y="1638514"/>
                </a:cubicBezTo>
                <a:close/>
                <a:moveTo>
                  <a:pt x="646447" y="1638514"/>
                </a:moveTo>
                <a:cubicBezTo>
                  <a:pt x="650720" y="1638514"/>
                  <a:pt x="654184" y="1641978"/>
                  <a:pt x="654184" y="1646251"/>
                </a:cubicBezTo>
                <a:cubicBezTo>
                  <a:pt x="654184" y="1677197"/>
                  <a:pt x="654183" y="1708142"/>
                  <a:pt x="654183" y="1739088"/>
                </a:cubicBezTo>
                <a:lnTo>
                  <a:pt x="646447" y="1746824"/>
                </a:lnTo>
                <a:cubicBezTo>
                  <a:pt x="642174" y="1746824"/>
                  <a:pt x="638710" y="1743360"/>
                  <a:pt x="638710" y="1739087"/>
                </a:cubicBezTo>
                <a:lnTo>
                  <a:pt x="638710" y="1646251"/>
                </a:lnTo>
                <a:cubicBezTo>
                  <a:pt x="638710" y="1641978"/>
                  <a:pt x="642174" y="1638514"/>
                  <a:pt x="646447" y="1638514"/>
                </a:cubicBezTo>
                <a:close/>
                <a:moveTo>
                  <a:pt x="614730" y="1638514"/>
                </a:moveTo>
                <a:cubicBezTo>
                  <a:pt x="619003" y="1638514"/>
                  <a:pt x="622467" y="1641978"/>
                  <a:pt x="622467" y="1646251"/>
                </a:cubicBezTo>
                <a:cubicBezTo>
                  <a:pt x="622467" y="1677197"/>
                  <a:pt x="622466" y="1708142"/>
                  <a:pt x="622466" y="1739088"/>
                </a:cubicBezTo>
                <a:lnTo>
                  <a:pt x="614730" y="1746824"/>
                </a:lnTo>
                <a:cubicBezTo>
                  <a:pt x="610457" y="1746824"/>
                  <a:pt x="606993" y="1743360"/>
                  <a:pt x="606993" y="1739087"/>
                </a:cubicBezTo>
                <a:lnTo>
                  <a:pt x="606993" y="1646251"/>
                </a:lnTo>
                <a:cubicBezTo>
                  <a:pt x="606993" y="1641978"/>
                  <a:pt x="610457" y="1638514"/>
                  <a:pt x="614730" y="1638514"/>
                </a:cubicBezTo>
                <a:close/>
                <a:moveTo>
                  <a:pt x="536594" y="1638514"/>
                </a:moveTo>
                <a:cubicBezTo>
                  <a:pt x="566503" y="1638514"/>
                  <a:pt x="590749" y="1662760"/>
                  <a:pt x="590749" y="1692669"/>
                </a:cubicBezTo>
                <a:cubicBezTo>
                  <a:pt x="590749" y="1722578"/>
                  <a:pt x="566503" y="1746824"/>
                  <a:pt x="536594" y="1746824"/>
                </a:cubicBezTo>
                <a:cubicBezTo>
                  <a:pt x="506685" y="1746824"/>
                  <a:pt x="482439" y="1722578"/>
                  <a:pt x="482439" y="1692669"/>
                </a:cubicBezTo>
                <a:cubicBezTo>
                  <a:pt x="482440" y="1662760"/>
                  <a:pt x="506686" y="1638514"/>
                  <a:pt x="536594" y="1638514"/>
                </a:cubicBezTo>
                <a:close/>
                <a:moveTo>
                  <a:pt x="458460" y="1638514"/>
                </a:moveTo>
                <a:cubicBezTo>
                  <a:pt x="462733" y="1638514"/>
                  <a:pt x="466197" y="1641978"/>
                  <a:pt x="466197" y="1646251"/>
                </a:cubicBezTo>
                <a:cubicBezTo>
                  <a:pt x="466197" y="1677197"/>
                  <a:pt x="466196" y="1708142"/>
                  <a:pt x="466196" y="1739088"/>
                </a:cubicBezTo>
                <a:lnTo>
                  <a:pt x="458460" y="1746824"/>
                </a:lnTo>
                <a:cubicBezTo>
                  <a:pt x="454187" y="1746824"/>
                  <a:pt x="450723" y="1743360"/>
                  <a:pt x="450723" y="1739087"/>
                </a:cubicBezTo>
                <a:lnTo>
                  <a:pt x="450723" y="1646251"/>
                </a:lnTo>
                <a:cubicBezTo>
                  <a:pt x="450723" y="1641978"/>
                  <a:pt x="454187" y="1638514"/>
                  <a:pt x="458460" y="1638514"/>
                </a:cubicBezTo>
                <a:close/>
                <a:moveTo>
                  <a:pt x="380324" y="1638514"/>
                </a:moveTo>
                <a:cubicBezTo>
                  <a:pt x="410233" y="1638514"/>
                  <a:pt x="434479" y="1662760"/>
                  <a:pt x="434479" y="1692669"/>
                </a:cubicBezTo>
                <a:cubicBezTo>
                  <a:pt x="434479" y="1722578"/>
                  <a:pt x="410233" y="1746824"/>
                  <a:pt x="380324" y="1746824"/>
                </a:cubicBezTo>
                <a:cubicBezTo>
                  <a:pt x="350415" y="1746824"/>
                  <a:pt x="326169" y="1722578"/>
                  <a:pt x="326169" y="1692669"/>
                </a:cubicBezTo>
                <a:cubicBezTo>
                  <a:pt x="326170" y="1662760"/>
                  <a:pt x="350416" y="1638514"/>
                  <a:pt x="380324" y="1638514"/>
                </a:cubicBezTo>
                <a:close/>
                <a:moveTo>
                  <a:pt x="302188" y="1638514"/>
                </a:moveTo>
                <a:cubicBezTo>
                  <a:pt x="306461" y="1638514"/>
                  <a:pt x="309925" y="1641978"/>
                  <a:pt x="309925" y="1646251"/>
                </a:cubicBezTo>
                <a:lnTo>
                  <a:pt x="309925" y="1739087"/>
                </a:lnTo>
                <a:cubicBezTo>
                  <a:pt x="309924" y="1743360"/>
                  <a:pt x="306461" y="1746824"/>
                  <a:pt x="302188" y="1746824"/>
                </a:cubicBezTo>
                <a:lnTo>
                  <a:pt x="294452" y="1739088"/>
                </a:lnTo>
                <a:cubicBezTo>
                  <a:pt x="294452" y="1708142"/>
                  <a:pt x="294451" y="1677197"/>
                  <a:pt x="294451" y="1646251"/>
                </a:cubicBezTo>
                <a:cubicBezTo>
                  <a:pt x="294496" y="1641978"/>
                  <a:pt x="297915" y="1638514"/>
                  <a:pt x="302188" y="1638514"/>
                </a:cubicBezTo>
                <a:close/>
                <a:moveTo>
                  <a:pt x="224053" y="1638514"/>
                </a:moveTo>
                <a:cubicBezTo>
                  <a:pt x="253962" y="1638514"/>
                  <a:pt x="278208" y="1662760"/>
                  <a:pt x="278208" y="1692669"/>
                </a:cubicBezTo>
                <a:cubicBezTo>
                  <a:pt x="278208" y="1722578"/>
                  <a:pt x="253962" y="1746824"/>
                  <a:pt x="224053" y="1746824"/>
                </a:cubicBezTo>
                <a:cubicBezTo>
                  <a:pt x="194144" y="1746824"/>
                  <a:pt x="169898" y="1722578"/>
                  <a:pt x="169898" y="1692669"/>
                </a:cubicBezTo>
                <a:cubicBezTo>
                  <a:pt x="169899" y="1662760"/>
                  <a:pt x="194145" y="1638514"/>
                  <a:pt x="224053" y="1638514"/>
                </a:cubicBezTo>
                <a:close/>
                <a:moveTo>
                  <a:pt x="99499" y="1638514"/>
                </a:moveTo>
                <a:cubicBezTo>
                  <a:pt x="129408" y="1638514"/>
                  <a:pt x="153654" y="1662760"/>
                  <a:pt x="153654" y="1692669"/>
                </a:cubicBezTo>
                <a:cubicBezTo>
                  <a:pt x="153654" y="1722578"/>
                  <a:pt x="129408" y="1746824"/>
                  <a:pt x="99499" y="1746824"/>
                </a:cubicBezTo>
                <a:cubicBezTo>
                  <a:pt x="69590" y="1746824"/>
                  <a:pt x="45344" y="1722578"/>
                  <a:pt x="45344" y="1692669"/>
                </a:cubicBezTo>
                <a:cubicBezTo>
                  <a:pt x="45345" y="1662760"/>
                  <a:pt x="69591" y="1638514"/>
                  <a:pt x="99499" y="1638514"/>
                </a:cubicBezTo>
                <a:close/>
                <a:moveTo>
                  <a:pt x="21364" y="1638514"/>
                </a:moveTo>
                <a:cubicBezTo>
                  <a:pt x="25637" y="1638514"/>
                  <a:pt x="29101" y="1641978"/>
                  <a:pt x="29101" y="1646251"/>
                </a:cubicBezTo>
                <a:lnTo>
                  <a:pt x="29101" y="1739087"/>
                </a:lnTo>
                <a:cubicBezTo>
                  <a:pt x="29100" y="1743360"/>
                  <a:pt x="25636" y="1746824"/>
                  <a:pt x="21364" y="1746824"/>
                </a:cubicBezTo>
                <a:lnTo>
                  <a:pt x="13628" y="1739088"/>
                </a:lnTo>
                <a:cubicBezTo>
                  <a:pt x="13628" y="1708142"/>
                  <a:pt x="13627" y="1677197"/>
                  <a:pt x="13627" y="1646251"/>
                </a:cubicBezTo>
                <a:cubicBezTo>
                  <a:pt x="13649" y="1641978"/>
                  <a:pt x="17113" y="1638514"/>
                  <a:pt x="21364" y="1638514"/>
                </a:cubicBezTo>
                <a:close/>
                <a:moveTo>
                  <a:pt x="9003959" y="1517464"/>
                </a:moveTo>
                <a:cubicBezTo>
                  <a:pt x="8982501" y="1517464"/>
                  <a:pt x="8965106" y="1534859"/>
                  <a:pt x="8965106" y="1556317"/>
                </a:cubicBezTo>
                <a:cubicBezTo>
                  <a:pt x="8965106" y="1577775"/>
                  <a:pt x="8982501" y="1595170"/>
                  <a:pt x="9003959" y="1595170"/>
                </a:cubicBezTo>
                <a:cubicBezTo>
                  <a:pt x="9025417" y="1595170"/>
                  <a:pt x="9042812" y="1577775"/>
                  <a:pt x="9042812" y="1556317"/>
                </a:cubicBezTo>
                <a:cubicBezTo>
                  <a:pt x="9042812" y="1534859"/>
                  <a:pt x="9025417" y="1517464"/>
                  <a:pt x="9003959" y="1517464"/>
                </a:cubicBezTo>
                <a:close/>
                <a:moveTo>
                  <a:pt x="8875545" y="1517464"/>
                </a:moveTo>
                <a:cubicBezTo>
                  <a:pt x="8854087" y="1517464"/>
                  <a:pt x="8836692" y="1534859"/>
                  <a:pt x="8836692" y="1556317"/>
                </a:cubicBezTo>
                <a:cubicBezTo>
                  <a:pt x="8836692" y="1577775"/>
                  <a:pt x="8854087" y="1595170"/>
                  <a:pt x="8875545" y="1595170"/>
                </a:cubicBezTo>
                <a:cubicBezTo>
                  <a:pt x="8897003" y="1595170"/>
                  <a:pt x="8914398" y="1577775"/>
                  <a:pt x="8914398" y="1556317"/>
                </a:cubicBezTo>
                <a:cubicBezTo>
                  <a:pt x="8914398" y="1534859"/>
                  <a:pt x="8897003" y="1517464"/>
                  <a:pt x="8875545" y="1517464"/>
                </a:cubicBezTo>
                <a:close/>
                <a:moveTo>
                  <a:pt x="8711554" y="1517464"/>
                </a:moveTo>
                <a:cubicBezTo>
                  <a:pt x="8690096" y="1517464"/>
                  <a:pt x="8672701" y="1534859"/>
                  <a:pt x="8672701" y="1556317"/>
                </a:cubicBezTo>
                <a:cubicBezTo>
                  <a:pt x="8672701" y="1577775"/>
                  <a:pt x="8690096" y="1595170"/>
                  <a:pt x="8711554" y="1595170"/>
                </a:cubicBezTo>
                <a:cubicBezTo>
                  <a:pt x="8733012" y="1595170"/>
                  <a:pt x="8750407" y="1577775"/>
                  <a:pt x="8750407" y="1556317"/>
                </a:cubicBezTo>
                <a:cubicBezTo>
                  <a:pt x="8750407" y="1534859"/>
                  <a:pt x="8733012" y="1517464"/>
                  <a:pt x="8711554" y="1517464"/>
                </a:cubicBezTo>
                <a:close/>
                <a:moveTo>
                  <a:pt x="8511986" y="1517464"/>
                </a:moveTo>
                <a:cubicBezTo>
                  <a:pt x="8490528" y="1517464"/>
                  <a:pt x="8473133" y="1534859"/>
                  <a:pt x="8473133" y="1556317"/>
                </a:cubicBezTo>
                <a:cubicBezTo>
                  <a:pt x="8473133" y="1577775"/>
                  <a:pt x="8490528" y="1595170"/>
                  <a:pt x="8511986" y="1595170"/>
                </a:cubicBezTo>
                <a:cubicBezTo>
                  <a:pt x="8533444" y="1595170"/>
                  <a:pt x="8550839" y="1577775"/>
                  <a:pt x="8550839" y="1556317"/>
                </a:cubicBezTo>
                <a:cubicBezTo>
                  <a:pt x="8550839" y="1534859"/>
                  <a:pt x="8533444" y="1517464"/>
                  <a:pt x="8511986" y="1517464"/>
                </a:cubicBezTo>
                <a:close/>
                <a:moveTo>
                  <a:pt x="8276842" y="1517464"/>
                </a:moveTo>
                <a:cubicBezTo>
                  <a:pt x="8255384" y="1517464"/>
                  <a:pt x="8237989" y="1534859"/>
                  <a:pt x="8237989" y="1556317"/>
                </a:cubicBezTo>
                <a:cubicBezTo>
                  <a:pt x="8237989" y="1577775"/>
                  <a:pt x="8255384" y="1595170"/>
                  <a:pt x="8276842" y="1595170"/>
                </a:cubicBezTo>
                <a:cubicBezTo>
                  <a:pt x="8298300" y="1595170"/>
                  <a:pt x="8315695" y="1577775"/>
                  <a:pt x="8315695" y="1556317"/>
                </a:cubicBezTo>
                <a:cubicBezTo>
                  <a:pt x="8315695" y="1534859"/>
                  <a:pt x="8298300" y="1517464"/>
                  <a:pt x="8276842" y="1517464"/>
                </a:cubicBezTo>
                <a:close/>
                <a:moveTo>
                  <a:pt x="8112851" y="1517464"/>
                </a:moveTo>
                <a:cubicBezTo>
                  <a:pt x="8091393" y="1517464"/>
                  <a:pt x="8073998" y="1534859"/>
                  <a:pt x="8073998" y="1556317"/>
                </a:cubicBezTo>
                <a:cubicBezTo>
                  <a:pt x="8073998" y="1577775"/>
                  <a:pt x="8091393" y="1595170"/>
                  <a:pt x="8112851" y="1595170"/>
                </a:cubicBezTo>
                <a:cubicBezTo>
                  <a:pt x="8134309" y="1595170"/>
                  <a:pt x="8151704" y="1577775"/>
                  <a:pt x="8151704" y="1556317"/>
                </a:cubicBezTo>
                <a:cubicBezTo>
                  <a:pt x="8151704" y="1534859"/>
                  <a:pt x="8134309" y="1517464"/>
                  <a:pt x="8112851" y="1517464"/>
                </a:cubicBezTo>
                <a:close/>
                <a:moveTo>
                  <a:pt x="7984437" y="1517464"/>
                </a:moveTo>
                <a:cubicBezTo>
                  <a:pt x="7962979" y="1517464"/>
                  <a:pt x="7945584" y="1534859"/>
                  <a:pt x="7945584" y="1556317"/>
                </a:cubicBezTo>
                <a:cubicBezTo>
                  <a:pt x="7945584" y="1577775"/>
                  <a:pt x="7962979" y="1595170"/>
                  <a:pt x="7984437" y="1595170"/>
                </a:cubicBezTo>
                <a:cubicBezTo>
                  <a:pt x="8005895" y="1595170"/>
                  <a:pt x="8023290" y="1577775"/>
                  <a:pt x="8023290" y="1556317"/>
                </a:cubicBezTo>
                <a:cubicBezTo>
                  <a:pt x="8023290" y="1534859"/>
                  <a:pt x="8005895" y="1517464"/>
                  <a:pt x="7984437" y="1517464"/>
                </a:cubicBezTo>
                <a:close/>
                <a:moveTo>
                  <a:pt x="7784869" y="1517464"/>
                </a:moveTo>
                <a:cubicBezTo>
                  <a:pt x="7763411" y="1517464"/>
                  <a:pt x="7746016" y="1534859"/>
                  <a:pt x="7746016" y="1556317"/>
                </a:cubicBezTo>
                <a:cubicBezTo>
                  <a:pt x="7746016" y="1577775"/>
                  <a:pt x="7763411" y="1595170"/>
                  <a:pt x="7784869" y="1595170"/>
                </a:cubicBezTo>
                <a:cubicBezTo>
                  <a:pt x="7806327" y="1595170"/>
                  <a:pt x="7823722" y="1577775"/>
                  <a:pt x="7823722" y="1556317"/>
                </a:cubicBezTo>
                <a:cubicBezTo>
                  <a:pt x="7823722" y="1534859"/>
                  <a:pt x="7806327" y="1517464"/>
                  <a:pt x="7784869" y="1517464"/>
                </a:cubicBezTo>
                <a:close/>
                <a:moveTo>
                  <a:pt x="7656455" y="1517464"/>
                </a:moveTo>
                <a:cubicBezTo>
                  <a:pt x="7634997" y="1517464"/>
                  <a:pt x="7617602" y="1534859"/>
                  <a:pt x="7617602" y="1556317"/>
                </a:cubicBezTo>
                <a:cubicBezTo>
                  <a:pt x="7617602" y="1577775"/>
                  <a:pt x="7634997" y="1595170"/>
                  <a:pt x="7656455" y="1595170"/>
                </a:cubicBezTo>
                <a:cubicBezTo>
                  <a:pt x="7677913" y="1595170"/>
                  <a:pt x="7695308" y="1577775"/>
                  <a:pt x="7695308" y="1556317"/>
                </a:cubicBezTo>
                <a:cubicBezTo>
                  <a:pt x="7695308" y="1534859"/>
                  <a:pt x="7677913" y="1517464"/>
                  <a:pt x="7656455" y="1517464"/>
                </a:cubicBezTo>
                <a:close/>
                <a:moveTo>
                  <a:pt x="7492464" y="1517464"/>
                </a:moveTo>
                <a:cubicBezTo>
                  <a:pt x="7471006" y="1517464"/>
                  <a:pt x="7453611" y="1534859"/>
                  <a:pt x="7453611" y="1556317"/>
                </a:cubicBezTo>
                <a:cubicBezTo>
                  <a:pt x="7453611" y="1577775"/>
                  <a:pt x="7471006" y="1595170"/>
                  <a:pt x="7492464" y="1595170"/>
                </a:cubicBezTo>
                <a:cubicBezTo>
                  <a:pt x="7513922" y="1595170"/>
                  <a:pt x="7531317" y="1577775"/>
                  <a:pt x="7531317" y="1556317"/>
                </a:cubicBezTo>
                <a:cubicBezTo>
                  <a:pt x="7531317" y="1534859"/>
                  <a:pt x="7513922" y="1517464"/>
                  <a:pt x="7492464" y="1517464"/>
                </a:cubicBezTo>
                <a:close/>
                <a:moveTo>
                  <a:pt x="7292896" y="1517464"/>
                </a:moveTo>
                <a:cubicBezTo>
                  <a:pt x="7271438" y="1517464"/>
                  <a:pt x="7254043" y="1534859"/>
                  <a:pt x="7254043" y="1556317"/>
                </a:cubicBezTo>
                <a:cubicBezTo>
                  <a:pt x="7254043" y="1577775"/>
                  <a:pt x="7271438" y="1595170"/>
                  <a:pt x="7292896" y="1595170"/>
                </a:cubicBezTo>
                <a:cubicBezTo>
                  <a:pt x="7314354" y="1595170"/>
                  <a:pt x="7331749" y="1577775"/>
                  <a:pt x="7331749" y="1556317"/>
                </a:cubicBezTo>
                <a:cubicBezTo>
                  <a:pt x="7331749" y="1534859"/>
                  <a:pt x="7314354" y="1517464"/>
                  <a:pt x="7292896" y="1517464"/>
                </a:cubicBezTo>
                <a:close/>
                <a:moveTo>
                  <a:pt x="7093782" y="1517464"/>
                </a:moveTo>
                <a:cubicBezTo>
                  <a:pt x="7072324" y="1517464"/>
                  <a:pt x="7054929" y="1534859"/>
                  <a:pt x="7054929" y="1556317"/>
                </a:cubicBezTo>
                <a:cubicBezTo>
                  <a:pt x="7054929" y="1577775"/>
                  <a:pt x="7072324" y="1595170"/>
                  <a:pt x="7093782" y="1595170"/>
                </a:cubicBezTo>
                <a:cubicBezTo>
                  <a:pt x="7115240" y="1595170"/>
                  <a:pt x="7132635" y="1577775"/>
                  <a:pt x="7132635" y="1556317"/>
                </a:cubicBezTo>
                <a:cubicBezTo>
                  <a:pt x="7132635" y="1534859"/>
                  <a:pt x="7115240" y="1517464"/>
                  <a:pt x="7093782" y="1517464"/>
                </a:cubicBezTo>
                <a:close/>
                <a:moveTo>
                  <a:pt x="6929791" y="1517464"/>
                </a:moveTo>
                <a:cubicBezTo>
                  <a:pt x="6908333" y="1517464"/>
                  <a:pt x="6890938" y="1534859"/>
                  <a:pt x="6890938" y="1556317"/>
                </a:cubicBezTo>
                <a:cubicBezTo>
                  <a:pt x="6890938" y="1577775"/>
                  <a:pt x="6908333" y="1595170"/>
                  <a:pt x="6929791" y="1595170"/>
                </a:cubicBezTo>
                <a:cubicBezTo>
                  <a:pt x="6951249" y="1595170"/>
                  <a:pt x="6968644" y="1577775"/>
                  <a:pt x="6968644" y="1556317"/>
                </a:cubicBezTo>
                <a:cubicBezTo>
                  <a:pt x="6968644" y="1534859"/>
                  <a:pt x="6951249" y="1517464"/>
                  <a:pt x="6929791" y="1517464"/>
                </a:cubicBezTo>
                <a:close/>
                <a:moveTo>
                  <a:pt x="6765800" y="1517464"/>
                </a:moveTo>
                <a:cubicBezTo>
                  <a:pt x="6744342" y="1517464"/>
                  <a:pt x="6726947" y="1534859"/>
                  <a:pt x="6726947" y="1556317"/>
                </a:cubicBezTo>
                <a:cubicBezTo>
                  <a:pt x="6726947" y="1577775"/>
                  <a:pt x="6744342" y="1595170"/>
                  <a:pt x="6765800" y="1595170"/>
                </a:cubicBezTo>
                <a:cubicBezTo>
                  <a:pt x="6787258" y="1595170"/>
                  <a:pt x="6804653" y="1577775"/>
                  <a:pt x="6804653" y="1556317"/>
                </a:cubicBezTo>
                <a:cubicBezTo>
                  <a:pt x="6804653" y="1534859"/>
                  <a:pt x="6787258" y="1517464"/>
                  <a:pt x="6765800" y="1517464"/>
                </a:cubicBezTo>
                <a:close/>
                <a:moveTo>
                  <a:pt x="6637385" y="1517464"/>
                </a:moveTo>
                <a:cubicBezTo>
                  <a:pt x="6615927" y="1517464"/>
                  <a:pt x="6598532" y="1534859"/>
                  <a:pt x="6598532" y="1556317"/>
                </a:cubicBezTo>
                <a:cubicBezTo>
                  <a:pt x="6598532" y="1577775"/>
                  <a:pt x="6615927" y="1595170"/>
                  <a:pt x="6637385" y="1595170"/>
                </a:cubicBezTo>
                <a:cubicBezTo>
                  <a:pt x="6658843" y="1595170"/>
                  <a:pt x="6676238" y="1577775"/>
                  <a:pt x="6676238" y="1556317"/>
                </a:cubicBezTo>
                <a:cubicBezTo>
                  <a:pt x="6676238" y="1534859"/>
                  <a:pt x="6658843" y="1517464"/>
                  <a:pt x="6637385" y="1517464"/>
                </a:cubicBezTo>
                <a:close/>
                <a:moveTo>
                  <a:pt x="6437818" y="1517464"/>
                </a:moveTo>
                <a:cubicBezTo>
                  <a:pt x="6416360" y="1517464"/>
                  <a:pt x="6398965" y="1534859"/>
                  <a:pt x="6398965" y="1556317"/>
                </a:cubicBezTo>
                <a:cubicBezTo>
                  <a:pt x="6398965" y="1577775"/>
                  <a:pt x="6416360" y="1595170"/>
                  <a:pt x="6437818" y="1595170"/>
                </a:cubicBezTo>
                <a:cubicBezTo>
                  <a:pt x="6459276" y="1595170"/>
                  <a:pt x="6476671" y="1577775"/>
                  <a:pt x="6476671" y="1556317"/>
                </a:cubicBezTo>
                <a:cubicBezTo>
                  <a:pt x="6476671" y="1534859"/>
                  <a:pt x="6459276" y="1517464"/>
                  <a:pt x="6437818" y="1517464"/>
                </a:cubicBezTo>
                <a:close/>
                <a:moveTo>
                  <a:pt x="6273827" y="1517464"/>
                </a:moveTo>
                <a:cubicBezTo>
                  <a:pt x="6252369" y="1517464"/>
                  <a:pt x="6234974" y="1534859"/>
                  <a:pt x="6234974" y="1556317"/>
                </a:cubicBezTo>
                <a:cubicBezTo>
                  <a:pt x="6234974" y="1577775"/>
                  <a:pt x="6252369" y="1595170"/>
                  <a:pt x="6273827" y="1595170"/>
                </a:cubicBezTo>
                <a:cubicBezTo>
                  <a:pt x="6295285" y="1595170"/>
                  <a:pt x="6312680" y="1577775"/>
                  <a:pt x="6312680" y="1556317"/>
                </a:cubicBezTo>
                <a:cubicBezTo>
                  <a:pt x="6312680" y="1534859"/>
                  <a:pt x="6295285" y="1517464"/>
                  <a:pt x="6273827" y="1517464"/>
                </a:cubicBezTo>
                <a:close/>
                <a:moveTo>
                  <a:pt x="6109836" y="1517464"/>
                </a:moveTo>
                <a:cubicBezTo>
                  <a:pt x="6088378" y="1517464"/>
                  <a:pt x="6070983" y="1534859"/>
                  <a:pt x="6070983" y="1556317"/>
                </a:cubicBezTo>
                <a:cubicBezTo>
                  <a:pt x="6070983" y="1577775"/>
                  <a:pt x="6088378" y="1595170"/>
                  <a:pt x="6109836" y="1595170"/>
                </a:cubicBezTo>
                <a:cubicBezTo>
                  <a:pt x="6131294" y="1595170"/>
                  <a:pt x="6148689" y="1577775"/>
                  <a:pt x="6148689" y="1556317"/>
                </a:cubicBezTo>
                <a:cubicBezTo>
                  <a:pt x="6148689" y="1534859"/>
                  <a:pt x="6131294" y="1517464"/>
                  <a:pt x="6109836" y="1517464"/>
                </a:cubicBezTo>
                <a:close/>
                <a:moveTo>
                  <a:pt x="5910268" y="1517464"/>
                </a:moveTo>
                <a:cubicBezTo>
                  <a:pt x="5888810" y="1517464"/>
                  <a:pt x="5871415" y="1534859"/>
                  <a:pt x="5871415" y="1556317"/>
                </a:cubicBezTo>
                <a:cubicBezTo>
                  <a:pt x="5871415" y="1577775"/>
                  <a:pt x="5888810" y="1595170"/>
                  <a:pt x="5910268" y="1595170"/>
                </a:cubicBezTo>
                <a:cubicBezTo>
                  <a:pt x="5931726" y="1595170"/>
                  <a:pt x="5949121" y="1577775"/>
                  <a:pt x="5949121" y="1556317"/>
                </a:cubicBezTo>
                <a:cubicBezTo>
                  <a:pt x="5949121" y="1534859"/>
                  <a:pt x="5931726" y="1517464"/>
                  <a:pt x="5910268" y="1517464"/>
                </a:cubicBezTo>
                <a:close/>
                <a:moveTo>
                  <a:pt x="5746277" y="1517464"/>
                </a:moveTo>
                <a:cubicBezTo>
                  <a:pt x="5724819" y="1517464"/>
                  <a:pt x="5707424" y="1534859"/>
                  <a:pt x="5707424" y="1556317"/>
                </a:cubicBezTo>
                <a:cubicBezTo>
                  <a:pt x="5707424" y="1577775"/>
                  <a:pt x="5724819" y="1595170"/>
                  <a:pt x="5746277" y="1595170"/>
                </a:cubicBezTo>
                <a:cubicBezTo>
                  <a:pt x="5767735" y="1595170"/>
                  <a:pt x="5785130" y="1577775"/>
                  <a:pt x="5785130" y="1556317"/>
                </a:cubicBezTo>
                <a:cubicBezTo>
                  <a:pt x="5785130" y="1534859"/>
                  <a:pt x="5767735" y="1517464"/>
                  <a:pt x="5746277" y="1517464"/>
                </a:cubicBezTo>
                <a:close/>
                <a:moveTo>
                  <a:pt x="5546709" y="1517464"/>
                </a:moveTo>
                <a:cubicBezTo>
                  <a:pt x="5525251" y="1517464"/>
                  <a:pt x="5507856" y="1534859"/>
                  <a:pt x="5507856" y="1556317"/>
                </a:cubicBezTo>
                <a:cubicBezTo>
                  <a:pt x="5507856" y="1577775"/>
                  <a:pt x="5525251" y="1595170"/>
                  <a:pt x="5546709" y="1595170"/>
                </a:cubicBezTo>
                <a:cubicBezTo>
                  <a:pt x="5568167" y="1595170"/>
                  <a:pt x="5585562" y="1577775"/>
                  <a:pt x="5585562" y="1556317"/>
                </a:cubicBezTo>
                <a:cubicBezTo>
                  <a:pt x="5585562" y="1534859"/>
                  <a:pt x="5568167" y="1517464"/>
                  <a:pt x="5546709" y="1517464"/>
                </a:cubicBezTo>
                <a:close/>
                <a:moveTo>
                  <a:pt x="5382718" y="1517464"/>
                </a:moveTo>
                <a:cubicBezTo>
                  <a:pt x="5361260" y="1517464"/>
                  <a:pt x="5343865" y="1534859"/>
                  <a:pt x="5343865" y="1556317"/>
                </a:cubicBezTo>
                <a:cubicBezTo>
                  <a:pt x="5343865" y="1577775"/>
                  <a:pt x="5361260" y="1595170"/>
                  <a:pt x="5382718" y="1595170"/>
                </a:cubicBezTo>
                <a:cubicBezTo>
                  <a:pt x="5404176" y="1595170"/>
                  <a:pt x="5421571" y="1577775"/>
                  <a:pt x="5421571" y="1556317"/>
                </a:cubicBezTo>
                <a:cubicBezTo>
                  <a:pt x="5421571" y="1534859"/>
                  <a:pt x="5404176" y="1517464"/>
                  <a:pt x="5382718" y="1517464"/>
                </a:cubicBezTo>
                <a:close/>
                <a:moveTo>
                  <a:pt x="5183150" y="1517464"/>
                </a:moveTo>
                <a:cubicBezTo>
                  <a:pt x="5161692" y="1517464"/>
                  <a:pt x="5144297" y="1534859"/>
                  <a:pt x="5144297" y="1556317"/>
                </a:cubicBezTo>
                <a:cubicBezTo>
                  <a:pt x="5144297" y="1577775"/>
                  <a:pt x="5161692" y="1595170"/>
                  <a:pt x="5183150" y="1595170"/>
                </a:cubicBezTo>
                <a:cubicBezTo>
                  <a:pt x="5204608" y="1595170"/>
                  <a:pt x="5222003" y="1577775"/>
                  <a:pt x="5222003" y="1556317"/>
                </a:cubicBezTo>
                <a:cubicBezTo>
                  <a:pt x="5222003" y="1534859"/>
                  <a:pt x="5204608" y="1517464"/>
                  <a:pt x="5183150" y="1517464"/>
                </a:cubicBezTo>
                <a:close/>
                <a:moveTo>
                  <a:pt x="5054736" y="1517464"/>
                </a:moveTo>
                <a:cubicBezTo>
                  <a:pt x="5033278" y="1517464"/>
                  <a:pt x="5015883" y="1534859"/>
                  <a:pt x="5015883" y="1556317"/>
                </a:cubicBezTo>
                <a:cubicBezTo>
                  <a:pt x="5015883" y="1577775"/>
                  <a:pt x="5033278" y="1595170"/>
                  <a:pt x="5054736" y="1595170"/>
                </a:cubicBezTo>
                <a:cubicBezTo>
                  <a:pt x="5076194" y="1595170"/>
                  <a:pt x="5093589" y="1577775"/>
                  <a:pt x="5093589" y="1556317"/>
                </a:cubicBezTo>
                <a:cubicBezTo>
                  <a:pt x="5093589" y="1534859"/>
                  <a:pt x="5076194" y="1517464"/>
                  <a:pt x="5054736" y="1517464"/>
                </a:cubicBezTo>
                <a:close/>
                <a:moveTo>
                  <a:pt x="4855168" y="1517464"/>
                </a:moveTo>
                <a:cubicBezTo>
                  <a:pt x="4833710" y="1517464"/>
                  <a:pt x="4816315" y="1534859"/>
                  <a:pt x="4816315" y="1556317"/>
                </a:cubicBezTo>
                <a:cubicBezTo>
                  <a:pt x="4816315" y="1577775"/>
                  <a:pt x="4833710" y="1595170"/>
                  <a:pt x="4855168" y="1595170"/>
                </a:cubicBezTo>
                <a:cubicBezTo>
                  <a:pt x="4876626" y="1595170"/>
                  <a:pt x="4894021" y="1577775"/>
                  <a:pt x="4894021" y="1556317"/>
                </a:cubicBezTo>
                <a:cubicBezTo>
                  <a:pt x="4894021" y="1534859"/>
                  <a:pt x="4876626" y="1517464"/>
                  <a:pt x="4855168" y="1517464"/>
                </a:cubicBezTo>
                <a:close/>
                <a:moveTo>
                  <a:pt x="4655600" y="1517464"/>
                </a:moveTo>
                <a:cubicBezTo>
                  <a:pt x="4634142" y="1517464"/>
                  <a:pt x="4616747" y="1534859"/>
                  <a:pt x="4616747" y="1556317"/>
                </a:cubicBezTo>
                <a:cubicBezTo>
                  <a:pt x="4616747" y="1577775"/>
                  <a:pt x="4634142" y="1595170"/>
                  <a:pt x="4655600" y="1595170"/>
                </a:cubicBezTo>
                <a:cubicBezTo>
                  <a:pt x="4677058" y="1595170"/>
                  <a:pt x="4694453" y="1577775"/>
                  <a:pt x="4694453" y="1556317"/>
                </a:cubicBezTo>
                <a:cubicBezTo>
                  <a:pt x="4694453" y="1534859"/>
                  <a:pt x="4677058" y="1517464"/>
                  <a:pt x="4655600" y="1517464"/>
                </a:cubicBezTo>
                <a:close/>
                <a:moveTo>
                  <a:pt x="4491609" y="1517464"/>
                </a:moveTo>
                <a:cubicBezTo>
                  <a:pt x="4470151" y="1517464"/>
                  <a:pt x="4452756" y="1534859"/>
                  <a:pt x="4452756" y="1556317"/>
                </a:cubicBezTo>
                <a:cubicBezTo>
                  <a:pt x="4452756" y="1577775"/>
                  <a:pt x="4470151" y="1595170"/>
                  <a:pt x="4491609" y="1595170"/>
                </a:cubicBezTo>
                <a:cubicBezTo>
                  <a:pt x="4513067" y="1595170"/>
                  <a:pt x="4530462" y="1577775"/>
                  <a:pt x="4530462" y="1556317"/>
                </a:cubicBezTo>
                <a:cubicBezTo>
                  <a:pt x="4530462" y="1534859"/>
                  <a:pt x="4513067" y="1517464"/>
                  <a:pt x="4491609" y="1517464"/>
                </a:cubicBezTo>
                <a:close/>
                <a:moveTo>
                  <a:pt x="4327618" y="1517464"/>
                </a:moveTo>
                <a:cubicBezTo>
                  <a:pt x="4306160" y="1517464"/>
                  <a:pt x="4288765" y="1534859"/>
                  <a:pt x="4288765" y="1556317"/>
                </a:cubicBezTo>
                <a:cubicBezTo>
                  <a:pt x="4288765" y="1577775"/>
                  <a:pt x="4306160" y="1595170"/>
                  <a:pt x="4327618" y="1595170"/>
                </a:cubicBezTo>
                <a:cubicBezTo>
                  <a:pt x="4349076" y="1595170"/>
                  <a:pt x="4366471" y="1577775"/>
                  <a:pt x="4366471" y="1556317"/>
                </a:cubicBezTo>
                <a:cubicBezTo>
                  <a:pt x="4366471" y="1534859"/>
                  <a:pt x="4349076" y="1517464"/>
                  <a:pt x="4327618" y="1517464"/>
                </a:cubicBezTo>
                <a:close/>
                <a:moveTo>
                  <a:pt x="4128051" y="1517464"/>
                </a:moveTo>
                <a:cubicBezTo>
                  <a:pt x="4106593" y="1517464"/>
                  <a:pt x="4089198" y="1534859"/>
                  <a:pt x="4089198" y="1556317"/>
                </a:cubicBezTo>
                <a:cubicBezTo>
                  <a:pt x="4089198" y="1577775"/>
                  <a:pt x="4106593" y="1595170"/>
                  <a:pt x="4128051" y="1595170"/>
                </a:cubicBezTo>
                <a:cubicBezTo>
                  <a:pt x="4149509" y="1595170"/>
                  <a:pt x="4166904" y="1577775"/>
                  <a:pt x="4166904" y="1556317"/>
                </a:cubicBezTo>
                <a:cubicBezTo>
                  <a:pt x="4166904" y="1534859"/>
                  <a:pt x="4149509" y="1517464"/>
                  <a:pt x="4128051" y="1517464"/>
                </a:cubicBezTo>
                <a:close/>
                <a:moveTo>
                  <a:pt x="3999636" y="1517464"/>
                </a:moveTo>
                <a:cubicBezTo>
                  <a:pt x="3978178" y="1517464"/>
                  <a:pt x="3960783" y="1534859"/>
                  <a:pt x="3960783" y="1556317"/>
                </a:cubicBezTo>
                <a:cubicBezTo>
                  <a:pt x="3960783" y="1577775"/>
                  <a:pt x="3978178" y="1595170"/>
                  <a:pt x="3999636" y="1595170"/>
                </a:cubicBezTo>
                <a:cubicBezTo>
                  <a:pt x="4021094" y="1595170"/>
                  <a:pt x="4038489" y="1577775"/>
                  <a:pt x="4038489" y="1556317"/>
                </a:cubicBezTo>
                <a:cubicBezTo>
                  <a:pt x="4038489" y="1534859"/>
                  <a:pt x="4021094" y="1517464"/>
                  <a:pt x="3999636" y="1517464"/>
                </a:cubicBezTo>
                <a:close/>
                <a:moveTo>
                  <a:pt x="3835645" y="1517464"/>
                </a:moveTo>
                <a:cubicBezTo>
                  <a:pt x="3814187" y="1517464"/>
                  <a:pt x="3796792" y="1534859"/>
                  <a:pt x="3796792" y="1556317"/>
                </a:cubicBezTo>
                <a:cubicBezTo>
                  <a:pt x="3796792" y="1577775"/>
                  <a:pt x="3814187" y="1595170"/>
                  <a:pt x="3835645" y="1595170"/>
                </a:cubicBezTo>
                <a:cubicBezTo>
                  <a:pt x="3857103" y="1595170"/>
                  <a:pt x="3874498" y="1577775"/>
                  <a:pt x="3874498" y="1556317"/>
                </a:cubicBezTo>
                <a:cubicBezTo>
                  <a:pt x="3874498" y="1534859"/>
                  <a:pt x="3857103" y="1517464"/>
                  <a:pt x="3835645" y="1517464"/>
                </a:cubicBezTo>
                <a:close/>
                <a:moveTo>
                  <a:pt x="3671654" y="1517464"/>
                </a:moveTo>
                <a:cubicBezTo>
                  <a:pt x="3650196" y="1517464"/>
                  <a:pt x="3632801" y="1534859"/>
                  <a:pt x="3632801" y="1556317"/>
                </a:cubicBezTo>
                <a:cubicBezTo>
                  <a:pt x="3632801" y="1577775"/>
                  <a:pt x="3650196" y="1595170"/>
                  <a:pt x="3671654" y="1595170"/>
                </a:cubicBezTo>
                <a:cubicBezTo>
                  <a:pt x="3693112" y="1595170"/>
                  <a:pt x="3710507" y="1577775"/>
                  <a:pt x="3710507" y="1556317"/>
                </a:cubicBezTo>
                <a:cubicBezTo>
                  <a:pt x="3710507" y="1534859"/>
                  <a:pt x="3693112" y="1517464"/>
                  <a:pt x="3671654" y="1517464"/>
                </a:cubicBezTo>
                <a:close/>
                <a:moveTo>
                  <a:pt x="3472087" y="1517464"/>
                </a:moveTo>
                <a:cubicBezTo>
                  <a:pt x="3450629" y="1517464"/>
                  <a:pt x="3433234" y="1534859"/>
                  <a:pt x="3433234" y="1556317"/>
                </a:cubicBezTo>
                <a:cubicBezTo>
                  <a:pt x="3433234" y="1577775"/>
                  <a:pt x="3450629" y="1595170"/>
                  <a:pt x="3472087" y="1595170"/>
                </a:cubicBezTo>
                <a:cubicBezTo>
                  <a:pt x="3493545" y="1595170"/>
                  <a:pt x="3510940" y="1577775"/>
                  <a:pt x="3510940" y="1556317"/>
                </a:cubicBezTo>
                <a:cubicBezTo>
                  <a:pt x="3510940" y="1534859"/>
                  <a:pt x="3493545" y="1517464"/>
                  <a:pt x="3472087" y="1517464"/>
                </a:cubicBezTo>
                <a:close/>
                <a:moveTo>
                  <a:pt x="3272519" y="1517464"/>
                </a:moveTo>
                <a:cubicBezTo>
                  <a:pt x="3251061" y="1517464"/>
                  <a:pt x="3233666" y="1534859"/>
                  <a:pt x="3233666" y="1556317"/>
                </a:cubicBezTo>
                <a:cubicBezTo>
                  <a:pt x="3233666" y="1577775"/>
                  <a:pt x="3251061" y="1595170"/>
                  <a:pt x="3272519" y="1595170"/>
                </a:cubicBezTo>
                <a:cubicBezTo>
                  <a:pt x="3293977" y="1595170"/>
                  <a:pt x="3311372" y="1577775"/>
                  <a:pt x="3311372" y="1556317"/>
                </a:cubicBezTo>
                <a:cubicBezTo>
                  <a:pt x="3311372" y="1534859"/>
                  <a:pt x="3293977" y="1517464"/>
                  <a:pt x="3272519" y="1517464"/>
                </a:cubicBezTo>
                <a:close/>
                <a:moveTo>
                  <a:pt x="3108528" y="1517464"/>
                </a:moveTo>
                <a:cubicBezTo>
                  <a:pt x="3087070" y="1517464"/>
                  <a:pt x="3069675" y="1534859"/>
                  <a:pt x="3069675" y="1556317"/>
                </a:cubicBezTo>
                <a:cubicBezTo>
                  <a:pt x="3069675" y="1577775"/>
                  <a:pt x="3087070" y="1595170"/>
                  <a:pt x="3108528" y="1595170"/>
                </a:cubicBezTo>
                <a:cubicBezTo>
                  <a:pt x="3129986" y="1595170"/>
                  <a:pt x="3147381" y="1577775"/>
                  <a:pt x="3147381" y="1556317"/>
                </a:cubicBezTo>
                <a:cubicBezTo>
                  <a:pt x="3147381" y="1534859"/>
                  <a:pt x="3129986" y="1517464"/>
                  <a:pt x="3108528" y="1517464"/>
                </a:cubicBezTo>
                <a:close/>
                <a:moveTo>
                  <a:pt x="2944537" y="1517464"/>
                </a:moveTo>
                <a:cubicBezTo>
                  <a:pt x="2923079" y="1517464"/>
                  <a:pt x="2905684" y="1534859"/>
                  <a:pt x="2905684" y="1556317"/>
                </a:cubicBezTo>
                <a:cubicBezTo>
                  <a:pt x="2905684" y="1577775"/>
                  <a:pt x="2923079" y="1595170"/>
                  <a:pt x="2944537" y="1595170"/>
                </a:cubicBezTo>
                <a:cubicBezTo>
                  <a:pt x="2965995" y="1595170"/>
                  <a:pt x="2983390" y="1577775"/>
                  <a:pt x="2983390" y="1556317"/>
                </a:cubicBezTo>
                <a:cubicBezTo>
                  <a:pt x="2983390" y="1534859"/>
                  <a:pt x="2965995" y="1517464"/>
                  <a:pt x="2944537" y="1517464"/>
                </a:cubicBezTo>
                <a:close/>
                <a:moveTo>
                  <a:pt x="2744969" y="1517464"/>
                </a:moveTo>
                <a:cubicBezTo>
                  <a:pt x="2723511" y="1517464"/>
                  <a:pt x="2706116" y="1534859"/>
                  <a:pt x="2706116" y="1556317"/>
                </a:cubicBezTo>
                <a:cubicBezTo>
                  <a:pt x="2706116" y="1577775"/>
                  <a:pt x="2723511" y="1595170"/>
                  <a:pt x="2744969" y="1595170"/>
                </a:cubicBezTo>
                <a:cubicBezTo>
                  <a:pt x="2766427" y="1595170"/>
                  <a:pt x="2783822" y="1577775"/>
                  <a:pt x="2783822" y="1556317"/>
                </a:cubicBezTo>
                <a:cubicBezTo>
                  <a:pt x="2783822" y="1534859"/>
                  <a:pt x="2766427" y="1517464"/>
                  <a:pt x="2744969" y="1517464"/>
                </a:cubicBezTo>
                <a:close/>
                <a:moveTo>
                  <a:pt x="2580978" y="1517464"/>
                </a:moveTo>
                <a:cubicBezTo>
                  <a:pt x="2559520" y="1517464"/>
                  <a:pt x="2542125" y="1534859"/>
                  <a:pt x="2542125" y="1556317"/>
                </a:cubicBezTo>
                <a:cubicBezTo>
                  <a:pt x="2542125" y="1577775"/>
                  <a:pt x="2559520" y="1595170"/>
                  <a:pt x="2580978" y="1595170"/>
                </a:cubicBezTo>
                <a:cubicBezTo>
                  <a:pt x="2602436" y="1595170"/>
                  <a:pt x="2619831" y="1577775"/>
                  <a:pt x="2619831" y="1556317"/>
                </a:cubicBezTo>
                <a:cubicBezTo>
                  <a:pt x="2619831" y="1534859"/>
                  <a:pt x="2602436" y="1517464"/>
                  <a:pt x="2580978" y="1517464"/>
                </a:cubicBezTo>
                <a:close/>
                <a:moveTo>
                  <a:pt x="2416987" y="1517464"/>
                </a:moveTo>
                <a:cubicBezTo>
                  <a:pt x="2395529" y="1517464"/>
                  <a:pt x="2378134" y="1534859"/>
                  <a:pt x="2378134" y="1556317"/>
                </a:cubicBezTo>
                <a:cubicBezTo>
                  <a:pt x="2378134" y="1577775"/>
                  <a:pt x="2395529" y="1595170"/>
                  <a:pt x="2416987" y="1595170"/>
                </a:cubicBezTo>
                <a:cubicBezTo>
                  <a:pt x="2438445" y="1595170"/>
                  <a:pt x="2455840" y="1577775"/>
                  <a:pt x="2455840" y="1556317"/>
                </a:cubicBezTo>
                <a:cubicBezTo>
                  <a:pt x="2455840" y="1534859"/>
                  <a:pt x="2438445" y="1517464"/>
                  <a:pt x="2416987" y="1517464"/>
                </a:cubicBezTo>
                <a:close/>
                <a:moveTo>
                  <a:pt x="2217419" y="1517464"/>
                </a:moveTo>
                <a:cubicBezTo>
                  <a:pt x="2195961" y="1517464"/>
                  <a:pt x="2178566" y="1534859"/>
                  <a:pt x="2178566" y="1556317"/>
                </a:cubicBezTo>
                <a:cubicBezTo>
                  <a:pt x="2178566" y="1577775"/>
                  <a:pt x="2195961" y="1595170"/>
                  <a:pt x="2217419" y="1595170"/>
                </a:cubicBezTo>
                <a:cubicBezTo>
                  <a:pt x="2238877" y="1595170"/>
                  <a:pt x="2256272" y="1577775"/>
                  <a:pt x="2256272" y="1556317"/>
                </a:cubicBezTo>
                <a:cubicBezTo>
                  <a:pt x="2256272" y="1534859"/>
                  <a:pt x="2238877" y="1517464"/>
                  <a:pt x="2217419" y="1517464"/>
                </a:cubicBezTo>
                <a:close/>
                <a:moveTo>
                  <a:pt x="2053428" y="1517464"/>
                </a:moveTo>
                <a:cubicBezTo>
                  <a:pt x="2031970" y="1517464"/>
                  <a:pt x="2014575" y="1534859"/>
                  <a:pt x="2014575" y="1556317"/>
                </a:cubicBezTo>
                <a:cubicBezTo>
                  <a:pt x="2014575" y="1577775"/>
                  <a:pt x="2031970" y="1595170"/>
                  <a:pt x="2053428" y="1595170"/>
                </a:cubicBezTo>
                <a:cubicBezTo>
                  <a:pt x="2074886" y="1595170"/>
                  <a:pt x="2092281" y="1577775"/>
                  <a:pt x="2092281" y="1556317"/>
                </a:cubicBezTo>
                <a:cubicBezTo>
                  <a:pt x="2092281" y="1534859"/>
                  <a:pt x="2074886" y="1517464"/>
                  <a:pt x="2053428" y="1517464"/>
                </a:cubicBezTo>
                <a:close/>
                <a:moveTo>
                  <a:pt x="1889437" y="1517464"/>
                </a:moveTo>
                <a:cubicBezTo>
                  <a:pt x="1867979" y="1517464"/>
                  <a:pt x="1850584" y="1534859"/>
                  <a:pt x="1850584" y="1556317"/>
                </a:cubicBezTo>
                <a:cubicBezTo>
                  <a:pt x="1850584" y="1577775"/>
                  <a:pt x="1867979" y="1595170"/>
                  <a:pt x="1889437" y="1595170"/>
                </a:cubicBezTo>
                <a:cubicBezTo>
                  <a:pt x="1910895" y="1595170"/>
                  <a:pt x="1928290" y="1577775"/>
                  <a:pt x="1928290" y="1556317"/>
                </a:cubicBezTo>
                <a:cubicBezTo>
                  <a:pt x="1928290" y="1534859"/>
                  <a:pt x="1910895" y="1517464"/>
                  <a:pt x="1889437" y="1517464"/>
                </a:cubicBezTo>
                <a:close/>
                <a:moveTo>
                  <a:pt x="1689869" y="1517464"/>
                </a:moveTo>
                <a:cubicBezTo>
                  <a:pt x="1668411" y="1517464"/>
                  <a:pt x="1651016" y="1534859"/>
                  <a:pt x="1651016" y="1556317"/>
                </a:cubicBezTo>
                <a:cubicBezTo>
                  <a:pt x="1651016" y="1577775"/>
                  <a:pt x="1668411" y="1595170"/>
                  <a:pt x="1689869" y="1595170"/>
                </a:cubicBezTo>
                <a:cubicBezTo>
                  <a:pt x="1711327" y="1595170"/>
                  <a:pt x="1728722" y="1577775"/>
                  <a:pt x="1728722" y="1556317"/>
                </a:cubicBezTo>
                <a:cubicBezTo>
                  <a:pt x="1728722" y="1534859"/>
                  <a:pt x="1711327" y="1517464"/>
                  <a:pt x="1689869" y="1517464"/>
                </a:cubicBezTo>
                <a:close/>
                <a:moveTo>
                  <a:pt x="1561455" y="1517464"/>
                </a:moveTo>
                <a:cubicBezTo>
                  <a:pt x="1539997" y="1517464"/>
                  <a:pt x="1522602" y="1534859"/>
                  <a:pt x="1522602" y="1556317"/>
                </a:cubicBezTo>
                <a:cubicBezTo>
                  <a:pt x="1522602" y="1577775"/>
                  <a:pt x="1539997" y="1595170"/>
                  <a:pt x="1561455" y="1595170"/>
                </a:cubicBezTo>
                <a:cubicBezTo>
                  <a:pt x="1582913" y="1595170"/>
                  <a:pt x="1600308" y="1577775"/>
                  <a:pt x="1600308" y="1556317"/>
                </a:cubicBezTo>
                <a:cubicBezTo>
                  <a:pt x="1600308" y="1534859"/>
                  <a:pt x="1582913" y="1517464"/>
                  <a:pt x="1561455" y="1517464"/>
                </a:cubicBezTo>
                <a:close/>
                <a:moveTo>
                  <a:pt x="1397464" y="1517464"/>
                </a:moveTo>
                <a:cubicBezTo>
                  <a:pt x="1376006" y="1517464"/>
                  <a:pt x="1358611" y="1534859"/>
                  <a:pt x="1358611" y="1556317"/>
                </a:cubicBezTo>
                <a:cubicBezTo>
                  <a:pt x="1358611" y="1577775"/>
                  <a:pt x="1376006" y="1595170"/>
                  <a:pt x="1397464" y="1595170"/>
                </a:cubicBezTo>
                <a:cubicBezTo>
                  <a:pt x="1418922" y="1595170"/>
                  <a:pt x="1436317" y="1577775"/>
                  <a:pt x="1436317" y="1556317"/>
                </a:cubicBezTo>
                <a:cubicBezTo>
                  <a:pt x="1436317" y="1534859"/>
                  <a:pt x="1418922" y="1517464"/>
                  <a:pt x="1397464" y="1517464"/>
                </a:cubicBezTo>
                <a:close/>
                <a:moveTo>
                  <a:pt x="1197896" y="1517464"/>
                </a:moveTo>
                <a:cubicBezTo>
                  <a:pt x="1176438" y="1517464"/>
                  <a:pt x="1159043" y="1534859"/>
                  <a:pt x="1159043" y="1556317"/>
                </a:cubicBezTo>
                <a:cubicBezTo>
                  <a:pt x="1159043" y="1577775"/>
                  <a:pt x="1176438" y="1595170"/>
                  <a:pt x="1197896" y="1595170"/>
                </a:cubicBezTo>
                <a:cubicBezTo>
                  <a:pt x="1219354" y="1595170"/>
                  <a:pt x="1236749" y="1577775"/>
                  <a:pt x="1236749" y="1556317"/>
                </a:cubicBezTo>
                <a:cubicBezTo>
                  <a:pt x="1236749" y="1534859"/>
                  <a:pt x="1219354" y="1517464"/>
                  <a:pt x="1197896" y="1517464"/>
                </a:cubicBezTo>
                <a:close/>
                <a:moveTo>
                  <a:pt x="962752" y="1517464"/>
                </a:moveTo>
                <a:cubicBezTo>
                  <a:pt x="941294" y="1517464"/>
                  <a:pt x="923899" y="1534859"/>
                  <a:pt x="923899" y="1556317"/>
                </a:cubicBezTo>
                <a:cubicBezTo>
                  <a:pt x="923903" y="1577775"/>
                  <a:pt x="941294" y="1595170"/>
                  <a:pt x="962752" y="1595170"/>
                </a:cubicBezTo>
                <a:cubicBezTo>
                  <a:pt x="984210" y="1595170"/>
                  <a:pt x="1001605" y="1577775"/>
                  <a:pt x="1001605" y="1556317"/>
                </a:cubicBezTo>
                <a:cubicBezTo>
                  <a:pt x="1001605" y="1534859"/>
                  <a:pt x="984210" y="1517464"/>
                  <a:pt x="962752" y="1517464"/>
                </a:cubicBezTo>
                <a:close/>
                <a:moveTo>
                  <a:pt x="798761" y="1517464"/>
                </a:moveTo>
                <a:cubicBezTo>
                  <a:pt x="777303" y="1517464"/>
                  <a:pt x="759908" y="1534859"/>
                  <a:pt x="759908" y="1556317"/>
                </a:cubicBezTo>
                <a:cubicBezTo>
                  <a:pt x="759912" y="1577775"/>
                  <a:pt x="777305" y="1595170"/>
                  <a:pt x="798761" y="1595170"/>
                </a:cubicBezTo>
                <a:cubicBezTo>
                  <a:pt x="820219" y="1595170"/>
                  <a:pt x="837614" y="1577775"/>
                  <a:pt x="837614" y="1556317"/>
                </a:cubicBezTo>
                <a:cubicBezTo>
                  <a:pt x="837614" y="1534859"/>
                  <a:pt x="820219" y="1517464"/>
                  <a:pt x="798761" y="1517464"/>
                </a:cubicBezTo>
                <a:close/>
                <a:moveTo>
                  <a:pt x="670347" y="1517464"/>
                </a:moveTo>
                <a:cubicBezTo>
                  <a:pt x="648889" y="1517464"/>
                  <a:pt x="631494" y="1534859"/>
                  <a:pt x="631494" y="1556317"/>
                </a:cubicBezTo>
                <a:cubicBezTo>
                  <a:pt x="631498" y="1577775"/>
                  <a:pt x="648891" y="1595170"/>
                  <a:pt x="670347" y="1595170"/>
                </a:cubicBezTo>
                <a:cubicBezTo>
                  <a:pt x="691805" y="1595170"/>
                  <a:pt x="709200" y="1577775"/>
                  <a:pt x="709200" y="1556317"/>
                </a:cubicBezTo>
                <a:cubicBezTo>
                  <a:pt x="709200" y="1534859"/>
                  <a:pt x="691805" y="1517464"/>
                  <a:pt x="670347" y="1517464"/>
                </a:cubicBezTo>
                <a:close/>
                <a:moveTo>
                  <a:pt x="470779" y="1517464"/>
                </a:moveTo>
                <a:cubicBezTo>
                  <a:pt x="449321" y="1517464"/>
                  <a:pt x="431926" y="1534859"/>
                  <a:pt x="431926" y="1556317"/>
                </a:cubicBezTo>
                <a:cubicBezTo>
                  <a:pt x="431930" y="1577775"/>
                  <a:pt x="449323" y="1595170"/>
                  <a:pt x="470779" y="1595170"/>
                </a:cubicBezTo>
                <a:cubicBezTo>
                  <a:pt x="492237" y="1595170"/>
                  <a:pt x="509632" y="1577775"/>
                  <a:pt x="509632" y="1556317"/>
                </a:cubicBezTo>
                <a:cubicBezTo>
                  <a:pt x="509632" y="1534859"/>
                  <a:pt x="492237" y="1517464"/>
                  <a:pt x="470779" y="1517464"/>
                </a:cubicBezTo>
                <a:close/>
                <a:moveTo>
                  <a:pt x="342365" y="1517464"/>
                </a:moveTo>
                <a:cubicBezTo>
                  <a:pt x="320907" y="1517464"/>
                  <a:pt x="303512" y="1534859"/>
                  <a:pt x="303512" y="1556317"/>
                </a:cubicBezTo>
                <a:cubicBezTo>
                  <a:pt x="303515" y="1577775"/>
                  <a:pt x="320909" y="1595170"/>
                  <a:pt x="342365" y="1595170"/>
                </a:cubicBezTo>
                <a:cubicBezTo>
                  <a:pt x="363823" y="1595170"/>
                  <a:pt x="381218" y="1577775"/>
                  <a:pt x="381218" y="1556317"/>
                </a:cubicBezTo>
                <a:cubicBezTo>
                  <a:pt x="381218" y="1534859"/>
                  <a:pt x="363823" y="1517464"/>
                  <a:pt x="342365" y="1517464"/>
                </a:cubicBezTo>
                <a:close/>
                <a:moveTo>
                  <a:pt x="178374" y="1517464"/>
                </a:moveTo>
                <a:cubicBezTo>
                  <a:pt x="156916" y="1517464"/>
                  <a:pt x="139521" y="1534859"/>
                  <a:pt x="139521" y="1556317"/>
                </a:cubicBezTo>
                <a:cubicBezTo>
                  <a:pt x="139524" y="1577775"/>
                  <a:pt x="156918" y="1595170"/>
                  <a:pt x="178374" y="1595170"/>
                </a:cubicBezTo>
                <a:cubicBezTo>
                  <a:pt x="199832" y="1595170"/>
                  <a:pt x="217227" y="1577775"/>
                  <a:pt x="217227" y="1556317"/>
                </a:cubicBezTo>
                <a:cubicBezTo>
                  <a:pt x="217227" y="1534859"/>
                  <a:pt x="199832" y="1517464"/>
                  <a:pt x="178374" y="1517464"/>
                </a:cubicBezTo>
                <a:close/>
                <a:moveTo>
                  <a:pt x="0" y="1506495"/>
                </a:moveTo>
                <a:cubicBezTo>
                  <a:pt x="19381" y="1514721"/>
                  <a:pt x="32961" y="1533933"/>
                  <a:pt x="32961" y="1556317"/>
                </a:cubicBezTo>
                <a:cubicBezTo>
                  <a:pt x="32959" y="1578701"/>
                  <a:pt x="19380" y="1597912"/>
                  <a:pt x="0" y="1606139"/>
                </a:cubicBezTo>
                <a:lnTo>
                  <a:pt x="0" y="1586391"/>
                </a:lnTo>
                <a:cubicBezTo>
                  <a:pt x="11153" y="1581043"/>
                  <a:pt x="17659" y="1569440"/>
                  <a:pt x="17659" y="1556317"/>
                </a:cubicBezTo>
                <a:cubicBezTo>
                  <a:pt x="17659" y="1543194"/>
                  <a:pt x="11153" y="1531591"/>
                  <a:pt x="0" y="1526243"/>
                </a:cubicBezTo>
                <a:close/>
                <a:moveTo>
                  <a:pt x="9121532" y="1502162"/>
                </a:moveTo>
                <a:cubicBezTo>
                  <a:pt x="9125805" y="1502162"/>
                  <a:pt x="9129269" y="1505626"/>
                  <a:pt x="9129269" y="1509899"/>
                </a:cubicBezTo>
                <a:cubicBezTo>
                  <a:pt x="9129269" y="1540845"/>
                  <a:pt x="9129268" y="1571790"/>
                  <a:pt x="9129268" y="1602736"/>
                </a:cubicBezTo>
                <a:lnTo>
                  <a:pt x="9121532" y="1610472"/>
                </a:lnTo>
                <a:cubicBezTo>
                  <a:pt x="9117259" y="1610472"/>
                  <a:pt x="9113795" y="1607008"/>
                  <a:pt x="9113795" y="1602735"/>
                </a:cubicBezTo>
                <a:lnTo>
                  <a:pt x="9113795" y="1509899"/>
                </a:lnTo>
                <a:cubicBezTo>
                  <a:pt x="9113795" y="1505626"/>
                  <a:pt x="9117259" y="1502162"/>
                  <a:pt x="9121532" y="1502162"/>
                </a:cubicBezTo>
                <a:close/>
                <a:moveTo>
                  <a:pt x="9085956" y="1502162"/>
                </a:moveTo>
                <a:cubicBezTo>
                  <a:pt x="9090229" y="1502162"/>
                  <a:pt x="9093693" y="1505626"/>
                  <a:pt x="9093693" y="1509899"/>
                </a:cubicBezTo>
                <a:cubicBezTo>
                  <a:pt x="9093693" y="1540845"/>
                  <a:pt x="9093692" y="1571790"/>
                  <a:pt x="9093692" y="1602736"/>
                </a:cubicBezTo>
                <a:lnTo>
                  <a:pt x="9085956" y="1610472"/>
                </a:lnTo>
                <a:cubicBezTo>
                  <a:pt x="9081683" y="1610472"/>
                  <a:pt x="9078219" y="1607008"/>
                  <a:pt x="9078219" y="1602735"/>
                </a:cubicBezTo>
                <a:lnTo>
                  <a:pt x="9078219" y="1509899"/>
                </a:lnTo>
                <a:cubicBezTo>
                  <a:pt x="9078219" y="1505626"/>
                  <a:pt x="9081683" y="1502162"/>
                  <a:pt x="9085956" y="1502162"/>
                </a:cubicBezTo>
                <a:close/>
                <a:moveTo>
                  <a:pt x="9003959" y="1502162"/>
                </a:moveTo>
                <a:cubicBezTo>
                  <a:pt x="9033868" y="1502162"/>
                  <a:pt x="9058114" y="1526408"/>
                  <a:pt x="9058114" y="1556317"/>
                </a:cubicBezTo>
                <a:cubicBezTo>
                  <a:pt x="9058114" y="1586226"/>
                  <a:pt x="9033868" y="1610472"/>
                  <a:pt x="9003959" y="1610472"/>
                </a:cubicBezTo>
                <a:cubicBezTo>
                  <a:pt x="8974050" y="1610472"/>
                  <a:pt x="8949804" y="1586226"/>
                  <a:pt x="8949804" y="1556317"/>
                </a:cubicBezTo>
                <a:cubicBezTo>
                  <a:pt x="8949804" y="1526408"/>
                  <a:pt x="8974050" y="1502162"/>
                  <a:pt x="9003959" y="1502162"/>
                </a:cubicBezTo>
                <a:close/>
                <a:moveTo>
                  <a:pt x="8875545" y="1502162"/>
                </a:moveTo>
                <a:cubicBezTo>
                  <a:pt x="8905454" y="1502162"/>
                  <a:pt x="8929700" y="1526408"/>
                  <a:pt x="8929700" y="1556317"/>
                </a:cubicBezTo>
                <a:cubicBezTo>
                  <a:pt x="8929700" y="1586226"/>
                  <a:pt x="8905454" y="1610472"/>
                  <a:pt x="8875545" y="1610472"/>
                </a:cubicBezTo>
                <a:cubicBezTo>
                  <a:pt x="8845636" y="1610472"/>
                  <a:pt x="8821390" y="1586226"/>
                  <a:pt x="8821390" y="1556317"/>
                </a:cubicBezTo>
                <a:cubicBezTo>
                  <a:pt x="8821390" y="1526408"/>
                  <a:pt x="8845636" y="1502162"/>
                  <a:pt x="8875545" y="1502162"/>
                </a:cubicBezTo>
                <a:close/>
                <a:moveTo>
                  <a:pt x="8793550" y="1502162"/>
                </a:moveTo>
                <a:cubicBezTo>
                  <a:pt x="8797823" y="1502162"/>
                  <a:pt x="8801287" y="1505626"/>
                  <a:pt x="8801287" y="1509899"/>
                </a:cubicBezTo>
                <a:cubicBezTo>
                  <a:pt x="8801287" y="1540845"/>
                  <a:pt x="8801286" y="1571790"/>
                  <a:pt x="8801286" y="1602736"/>
                </a:cubicBezTo>
                <a:lnTo>
                  <a:pt x="8793550" y="1610472"/>
                </a:lnTo>
                <a:cubicBezTo>
                  <a:pt x="8789277" y="1610472"/>
                  <a:pt x="8785813" y="1607008"/>
                  <a:pt x="8785813" y="1602735"/>
                </a:cubicBezTo>
                <a:lnTo>
                  <a:pt x="8785813" y="1509899"/>
                </a:lnTo>
                <a:cubicBezTo>
                  <a:pt x="8785813" y="1505626"/>
                  <a:pt x="8789277" y="1502162"/>
                  <a:pt x="8793550" y="1502162"/>
                </a:cubicBezTo>
                <a:close/>
                <a:moveTo>
                  <a:pt x="8711554" y="1502162"/>
                </a:moveTo>
                <a:cubicBezTo>
                  <a:pt x="8741463" y="1502162"/>
                  <a:pt x="8765709" y="1526408"/>
                  <a:pt x="8765709" y="1556317"/>
                </a:cubicBezTo>
                <a:cubicBezTo>
                  <a:pt x="8765709" y="1586226"/>
                  <a:pt x="8741463" y="1610472"/>
                  <a:pt x="8711554" y="1610472"/>
                </a:cubicBezTo>
                <a:cubicBezTo>
                  <a:pt x="8681645" y="1610472"/>
                  <a:pt x="8657399" y="1586226"/>
                  <a:pt x="8657399" y="1556317"/>
                </a:cubicBezTo>
                <a:cubicBezTo>
                  <a:pt x="8657399" y="1526408"/>
                  <a:pt x="8681645" y="1502162"/>
                  <a:pt x="8711554" y="1502162"/>
                </a:cubicBezTo>
                <a:close/>
                <a:moveTo>
                  <a:pt x="8629559" y="1502162"/>
                </a:moveTo>
                <a:cubicBezTo>
                  <a:pt x="8633832" y="1502162"/>
                  <a:pt x="8637296" y="1505626"/>
                  <a:pt x="8637296" y="1509899"/>
                </a:cubicBezTo>
                <a:cubicBezTo>
                  <a:pt x="8637296" y="1540845"/>
                  <a:pt x="8637295" y="1571790"/>
                  <a:pt x="8637295" y="1602736"/>
                </a:cubicBezTo>
                <a:lnTo>
                  <a:pt x="8629559" y="1610472"/>
                </a:lnTo>
                <a:cubicBezTo>
                  <a:pt x="8625286" y="1610472"/>
                  <a:pt x="8621822" y="1607008"/>
                  <a:pt x="8621822" y="1602735"/>
                </a:cubicBezTo>
                <a:lnTo>
                  <a:pt x="8621822" y="1509899"/>
                </a:lnTo>
                <a:cubicBezTo>
                  <a:pt x="8621822" y="1505626"/>
                  <a:pt x="8625286" y="1502162"/>
                  <a:pt x="8629559" y="1502162"/>
                </a:cubicBezTo>
                <a:close/>
                <a:moveTo>
                  <a:pt x="8593983" y="1502162"/>
                </a:moveTo>
                <a:cubicBezTo>
                  <a:pt x="8598256" y="1502162"/>
                  <a:pt x="8601720" y="1505626"/>
                  <a:pt x="8601720" y="1509899"/>
                </a:cubicBezTo>
                <a:cubicBezTo>
                  <a:pt x="8601720" y="1540845"/>
                  <a:pt x="8601719" y="1571790"/>
                  <a:pt x="8601719" y="1602736"/>
                </a:cubicBezTo>
                <a:lnTo>
                  <a:pt x="8593983" y="1610472"/>
                </a:lnTo>
                <a:cubicBezTo>
                  <a:pt x="8589710" y="1610472"/>
                  <a:pt x="8586246" y="1607008"/>
                  <a:pt x="8586246" y="1602735"/>
                </a:cubicBezTo>
                <a:lnTo>
                  <a:pt x="8586246" y="1509899"/>
                </a:lnTo>
                <a:cubicBezTo>
                  <a:pt x="8586246" y="1505626"/>
                  <a:pt x="8589710" y="1502162"/>
                  <a:pt x="8593983" y="1502162"/>
                </a:cubicBezTo>
                <a:close/>
                <a:moveTo>
                  <a:pt x="8511986" y="1502162"/>
                </a:moveTo>
                <a:cubicBezTo>
                  <a:pt x="8541895" y="1502162"/>
                  <a:pt x="8566141" y="1526408"/>
                  <a:pt x="8566141" y="1556317"/>
                </a:cubicBezTo>
                <a:cubicBezTo>
                  <a:pt x="8566141" y="1586226"/>
                  <a:pt x="8541895" y="1610472"/>
                  <a:pt x="8511986" y="1610472"/>
                </a:cubicBezTo>
                <a:cubicBezTo>
                  <a:pt x="8482077" y="1610472"/>
                  <a:pt x="8457831" y="1586226"/>
                  <a:pt x="8457831" y="1556317"/>
                </a:cubicBezTo>
                <a:cubicBezTo>
                  <a:pt x="8457831" y="1526408"/>
                  <a:pt x="8482077" y="1502162"/>
                  <a:pt x="8511986" y="1502162"/>
                </a:cubicBezTo>
                <a:close/>
                <a:moveTo>
                  <a:pt x="8429992" y="1502162"/>
                </a:moveTo>
                <a:cubicBezTo>
                  <a:pt x="8434265" y="1502162"/>
                  <a:pt x="8437729" y="1505626"/>
                  <a:pt x="8437729" y="1509899"/>
                </a:cubicBezTo>
                <a:cubicBezTo>
                  <a:pt x="8437729" y="1540845"/>
                  <a:pt x="8437728" y="1571790"/>
                  <a:pt x="8437728" y="1602736"/>
                </a:cubicBezTo>
                <a:lnTo>
                  <a:pt x="8429992" y="1610472"/>
                </a:lnTo>
                <a:cubicBezTo>
                  <a:pt x="8425719" y="1610472"/>
                  <a:pt x="8422255" y="1607008"/>
                  <a:pt x="8422255" y="1602735"/>
                </a:cubicBezTo>
                <a:lnTo>
                  <a:pt x="8422255" y="1509899"/>
                </a:lnTo>
                <a:cubicBezTo>
                  <a:pt x="8422255" y="1505626"/>
                  <a:pt x="8425719" y="1502162"/>
                  <a:pt x="8429992" y="1502162"/>
                </a:cubicBezTo>
                <a:close/>
                <a:moveTo>
                  <a:pt x="8394415" y="1502162"/>
                </a:moveTo>
                <a:cubicBezTo>
                  <a:pt x="8398688" y="1502162"/>
                  <a:pt x="8402152" y="1505626"/>
                  <a:pt x="8402152" y="1509899"/>
                </a:cubicBezTo>
                <a:cubicBezTo>
                  <a:pt x="8402152" y="1540845"/>
                  <a:pt x="8402151" y="1571790"/>
                  <a:pt x="8402151" y="1602736"/>
                </a:cubicBezTo>
                <a:lnTo>
                  <a:pt x="8394415" y="1610472"/>
                </a:lnTo>
                <a:cubicBezTo>
                  <a:pt x="8390142" y="1610472"/>
                  <a:pt x="8386678" y="1607008"/>
                  <a:pt x="8386678" y="1602735"/>
                </a:cubicBezTo>
                <a:lnTo>
                  <a:pt x="8386678" y="1509899"/>
                </a:lnTo>
                <a:cubicBezTo>
                  <a:pt x="8386678" y="1505626"/>
                  <a:pt x="8390142" y="1502162"/>
                  <a:pt x="8394415" y="1502162"/>
                </a:cubicBezTo>
                <a:close/>
                <a:moveTo>
                  <a:pt x="8358838" y="1502162"/>
                </a:moveTo>
                <a:cubicBezTo>
                  <a:pt x="8363111" y="1502162"/>
                  <a:pt x="8366575" y="1505626"/>
                  <a:pt x="8366575" y="1509899"/>
                </a:cubicBezTo>
                <a:cubicBezTo>
                  <a:pt x="8366575" y="1540845"/>
                  <a:pt x="8366574" y="1571790"/>
                  <a:pt x="8366574" y="1602736"/>
                </a:cubicBezTo>
                <a:lnTo>
                  <a:pt x="8358838" y="1610472"/>
                </a:lnTo>
                <a:cubicBezTo>
                  <a:pt x="8354565" y="1610472"/>
                  <a:pt x="8351101" y="1607008"/>
                  <a:pt x="8351101" y="1602735"/>
                </a:cubicBezTo>
                <a:lnTo>
                  <a:pt x="8351101" y="1509899"/>
                </a:lnTo>
                <a:cubicBezTo>
                  <a:pt x="8351101" y="1505626"/>
                  <a:pt x="8354565" y="1502162"/>
                  <a:pt x="8358838" y="1502162"/>
                </a:cubicBezTo>
                <a:close/>
                <a:moveTo>
                  <a:pt x="8276842" y="1502162"/>
                </a:moveTo>
                <a:cubicBezTo>
                  <a:pt x="8306751" y="1502162"/>
                  <a:pt x="8330997" y="1526408"/>
                  <a:pt x="8330997" y="1556317"/>
                </a:cubicBezTo>
                <a:cubicBezTo>
                  <a:pt x="8330997" y="1586226"/>
                  <a:pt x="8306751" y="1610472"/>
                  <a:pt x="8276842" y="1610472"/>
                </a:cubicBezTo>
                <a:cubicBezTo>
                  <a:pt x="8246933" y="1610472"/>
                  <a:pt x="8222687" y="1586226"/>
                  <a:pt x="8222687" y="1556317"/>
                </a:cubicBezTo>
                <a:cubicBezTo>
                  <a:pt x="8222687" y="1526408"/>
                  <a:pt x="8246933" y="1502162"/>
                  <a:pt x="8276842" y="1502162"/>
                </a:cubicBezTo>
                <a:close/>
                <a:moveTo>
                  <a:pt x="8194847" y="1502162"/>
                </a:moveTo>
                <a:cubicBezTo>
                  <a:pt x="8199120" y="1502162"/>
                  <a:pt x="8202584" y="1505626"/>
                  <a:pt x="8202584" y="1509899"/>
                </a:cubicBezTo>
                <a:cubicBezTo>
                  <a:pt x="8202584" y="1540845"/>
                  <a:pt x="8202583" y="1571790"/>
                  <a:pt x="8202583" y="1602736"/>
                </a:cubicBezTo>
                <a:lnTo>
                  <a:pt x="8194847" y="1610472"/>
                </a:lnTo>
                <a:cubicBezTo>
                  <a:pt x="8190574" y="1610472"/>
                  <a:pt x="8187110" y="1607008"/>
                  <a:pt x="8187110" y="1602735"/>
                </a:cubicBezTo>
                <a:lnTo>
                  <a:pt x="8187110" y="1509899"/>
                </a:lnTo>
                <a:cubicBezTo>
                  <a:pt x="8187110" y="1505626"/>
                  <a:pt x="8190574" y="1502162"/>
                  <a:pt x="8194847" y="1502162"/>
                </a:cubicBezTo>
                <a:close/>
                <a:moveTo>
                  <a:pt x="8112851" y="1502162"/>
                </a:moveTo>
                <a:cubicBezTo>
                  <a:pt x="8142760" y="1502162"/>
                  <a:pt x="8167006" y="1526408"/>
                  <a:pt x="8167006" y="1556317"/>
                </a:cubicBezTo>
                <a:cubicBezTo>
                  <a:pt x="8167006" y="1586226"/>
                  <a:pt x="8142760" y="1610472"/>
                  <a:pt x="8112851" y="1610472"/>
                </a:cubicBezTo>
                <a:cubicBezTo>
                  <a:pt x="8082942" y="1610472"/>
                  <a:pt x="8058696" y="1586226"/>
                  <a:pt x="8058696" y="1556317"/>
                </a:cubicBezTo>
                <a:cubicBezTo>
                  <a:pt x="8058696" y="1526408"/>
                  <a:pt x="8082942" y="1502162"/>
                  <a:pt x="8112851" y="1502162"/>
                </a:cubicBezTo>
                <a:close/>
                <a:moveTo>
                  <a:pt x="7984437" y="1502162"/>
                </a:moveTo>
                <a:cubicBezTo>
                  <a:pt x="8014346" y="1502162"/>
                  <a:pt x="8038592" y="1526408"/>
                  <a:pt x="8038592" y="1556317"/>
                </a:cubicBezTo>
                <a:cubicBezTo>
                  <a:pt x="8038592" y="1586226"/>
                  <a:pt x="8014346" y="1610472"/>
                  <a:pt x="7984437" y="1610472"/>
                </a:cubicBezTo>
                <a:cubicBezTo>
                  <a:pt x="7954528" y="1610472"/>
                  <a:pt x="7930282" y="1586226"/>
                  <a:pt x="7930282" y="1556317"/>
                </a:cubicBezTo>
                <a:cubicBezTo>
                  <a:pt x="7930282" y="1526408"/>
                  <a:pt x="7954528" y="1502162"/>
                  <a:pt x="7984437" y="1502162"/>
                </a:cubicBezTo>
                <a:close/>
                <a:moveTo>
                  <a:pt x="7902442" y="1502162"/>
                </a:moveTo>
                <a:cubicBezTo>
                  <a:pt x="7906715" y="1502162"/>
                  <a:pt x="7910179" y="1505626"/>
                  <a:pt x="7910179" y="1509899"/>
                </a:cubicBezTo>
                <a:cubicBezTo>
                  <a:pt x="7910179" y="1540845"/>
                  <a:pt x="7910178" y="1571790"/>
                  <a:pt x="7910178" y="1602736"/>
                </a:cubicBezTo>
                <a:lnTo>
                  <a:pt x="7902442" y="1610472"/>
                </a:lnTo>
                <a:cubicBezTo>
                  <a:pt x="7898169" y="1610472"/>
                  <a:pt x="7894705" y="1607008"/>
                  <a:pt x="7894705" y="1602735"/>
                </a:cubicBezTo>
                <a:lnTo>
                  <a:pt x="7894705" y="1509899"/>
                </a:lnTo>
                <a:cubicBezTo>
                  <a:pt x="7894705" y="1505626"/>
                  <a:pt x="7898169" y="1502162"/>
                  <a:pt x="7902442" y="1502162"/>
                </a:cubicBezTo>
                <a:close/>
                <a:moveTo>
                  <a:pt x="7866865" y="1502162"/>
                </a:moveTo>
                <a:cubicBezTo>
                  <a:pt x="7871138" y="1502162"/>
                  <a:pt x="7874602" y="1505626"/>
                  <a:pt x="7874602" y="1509899"/>
                </a:cubicBezTo>
                <a:cubicBezTo>
                  <a:pt x="7874602" y="1540845"/>
                  <a:pt x="7874601" y="1571790"/>
                  <a:pt x="7874601" y="1602736"/>
                </a:cubicBezTo>
                <a:lnTo>
                  <a:pt x="7866865" y="1610472"/>
                </a:lnTo>
                <a:cubicBezTo>
                  <a:pt x="7862592" y="1610472"/>
                  <a:pt x="7859128" y="1607008"/>
                  <a:pt x="7859128" y="1602735"/>
                </a:cubicBezTo>
                <a:lnTo>
                  <a:pt x="7859128" y="1509899"/>
                </a:lnTo>
                <a:cubicBezTo>
                  <a:pt x="7859128" y="1505626"/>
                  <a:pt x="7862592" y="1502162"/>
                  <a:pt x="7866865" y="1502162"/>
                </a:cubicBezTo>
                <a:close/>
                <a:moveTo>
                  <a:pt x="7784869" y="1502162"/>
                </a:moveTo>
                <a:cubicBezTo>
                  <a:pt x="7814778" y="1502162"/>
                  <a:pt x="7839024" y="1526408"/>
                  <a:pt x="7839024" y="1556317"/>
                </a:cubicBezTo>
                <a:cubicBezTo>
                  <a:pt x="7839024" y="1586226"/>
                  <a:pt x="7814778" y="1610472"/>
                  <a:pt x="7784869" y="1610472"/>
                </a:cubicBezTo>
                <a:cubicBezTo>
                  <a:pt x="7754960" y="1610472"/>
                  <a:pt x="7730714" y="1586226"/>
                  <a:pt x="7730714" y="1556317"/>
                </a:cubicBezTo>
                <a:cubicBezTo>
                  <a:pt x="7730714" y="1526408"/>
                  <a:pt x="7754960" y="1502162"/>
                  <a:pt x="7784869" y="1502162"/>
                </a:cubicBezTo>
                <a:close/>
                <a:moveTo>
                  <a:pt x="7656455" y="1502162"/>
                </a:moveTo>
                <a:cubicBezTo>
                  <a:pt x="7686364" y="1502162"/>
                  <a:pt x="7710610" y="1526408"/>
                  <a:pt x="7710610" y="1556317"/>
                </a:cubicBezTo>
                <a:cubicBezTo>
                  <a:pt x="7710610" y="1586226"/>
                  <a:pt x="7686364" y="1610472"/>
                  <a:pt x="7656455" y="1610472"/>
                </a:cubicBezTo>
                <a:cubicBezTo>
                  <a:pt x="7626546" y="1610472"/>
                  <a:pt x="7602300" y="1586226"/>
                  <a:pt x="7602300" y="1556317"/>
                </a:cubicBezTo>
                <a:cubicBezTo>
                  <a:pt x="7602300" y="1526408"/>
                  <a:pt x="7626546" y="1502162"/>
                  <a:pt x="7656455" y="1502162"/>
                </a:cubicBezTo>
                <a:close/>
                <a:moveTo>
                  <a:pt x="7574460" y="1502162"/>
                </a:moveTo>
                <a:cubicBezTo>
                  <a:pt x="7578733" y="1502162"/>
                  <a:pt x="7582197" y="1505626"/>
                  <a:pt x="7582197" y="1509899"/>
                </a:cubicBezTo>
                <a:cubicBezTo>
                  <a:pt x="7582197" y="1540845"/>
                  <a:pt x="7582196" y="1571790"/>
                  <a:pt x="7582196" y="1602736"/>
                </a:cubicBezTo>
                <a:lnTo>
                  <a:pt x="7574460" y="1610472"/>
                </a:lnTo>
                <a:cubicBezTo>
                  <a:pt x="7570187" y="1610472"/>
                  <a:pt x="7566723" y="1607008"/>
                  <a:pt x="7566723" y="1602735"/>
                </a:cubicBezTo>
                <a:lnTo>
                  <a:pt x="7566723" y="1509899"/>
                </a:lnTo>
                <a:cubicBezTo>
                  <a:pt x="7566723" y="1505626"/>
                  <a:pt x="7570187" y="1502162"/>
                  <a:pt x="7574460" y="1502162"/>
                </a:cubicBezTo>
                <a:close/>
                <a:moveTo>
                  <a:pt x="7492464" y="1502162"/>
                </a:moveTo>
                <a:cubicBezTo>
                  <a:pt x="7522373" y="1502162"/>
                  <a:pt x="7546619" y="1526408"/>
                  <a:pt x="7546619" y="1556317"/>
                </a:cubicBezTo>
                <a:cubicBezTo>
                  <a:pt x="7546619" y="1586226"/>
                  <a:pt x="7522373" y="1610472"/>
                  <a:pt x="7492464" y="1610472"/>
                </a:cubicBezTo>
                <a:cubicBezTo>
                  <a:pt x="7462555" y="1610472"/>
                  <a:pt x="7438309" y="1586226"/>
                  <a:pt x="7438309" y="1556317"/>
                </a:cubicBezTo>
                <a:cubicBezTo>
                  <a:pt x="7438309" y="1526408"/>
                  <a:pt x="7462555" y="1502162"/>
                  <a:pt x="7492464" y="1502162"/>
                </a:cubicBezTo>
                <a:close/>
                <a:moveTo>
                  <a:pt x="7410469" y="1502162"/>
                </a:moveTo>
                <a:cubicBezTo>
                  <a:pt x="7414742" y="1502162"/>
                  <a:pt x="7418206" y="1505626"/>
                  <a:pt x="7418206" y="1509899"/>
                </a:cubicBezTo>
                <a:cubicBezTo>
                  <a:pt x="7418206" y="1540845"/>
                  <a:pt x="7418205" y="1571790"/>
                  <a:pt x="7418205" y="1602736"/>
                </a:cubicBezTo>
                <a:lnTo>
                  <a:pt x="7410469" y="1610472"/>
                </a:lnTo>
                <a:cubicBezTo>
                  <a:pt x="7406196" y="1610472"/>
                  <a:pt x="7402732" y="1607008"/>
                  <a:pt x="7402732" y="1602735"/>
                </a:cubicBezTo>
                <a:lnTo>
                  <a:pt x="7402732" y="1509899"/>
                </a:lnTo>
                <a:cubicBezTo>
                  <a:pt x="7402732" y="1505626"/>
                  <a:pt x="7406196" y="1502162"/>
                  <a:pt x="7410469" y="1502162"/>
                </a:cubicBezTo>
                <a:close/>
                <a:moveTo>
                  <a:pt x="7374892" y="1502162"/>
                </a:moveTo>
                <a:cubicBezTo>
                  <a:pt x="7379165" y="1502162"/>
                  <a:pt x="7382629" y="1505626"/>
                  <a:pt x="7382629" y="1509899"/>
                </a:cubicBezTo>
                <a:cubicBezTo>
                  <a:pt x="7382629" y="1540845"/>
                  <a:pt x="7382628" y="1571790"/>
                  <a:pt x="7382628" y="1602736"/>
                </a:cubicBezTo>
                <a:lnTo>
                  <a:pt x="7374892" y="1610472"/>
                </a:lnTo>
                <a:cubicBezTo>
                  <a:pt x="7370619" y="1610472"/>
                  <a:pt x="7367155" y="1607008"/>
                  <a:pt x="7367155" y="1602735"/>
                </a:cubicBezTo>
                <a:lnTo>
                  <a:pt x="7367155" y="1509899"/>
                </a:lnTo>
                <a:cubicBezTo>
                  <a:pt x="7367155" y="1505626"/>
                  <a:pt x="7370619" y="1502162"/>
                  <a:pt x="7374892" y="1502162"/>
                </a:cubicBezTo>
                <a:close/>
                <a:moveTo>
                  <a:pt x="7292896" y="1502162"/>
                </a:moveTo>
                <a:cubicBezTo>
                  <a:pt x="7322805" y="1502162"/>
                  <a:pt x="7347051" y="1526408"/>
                  <a:pt x="7347051" y="1556317"/>
                </a:cubicBezTo>
                <a:cubicBezTo>
                  <a:pt x="7347051" y="1586226"/>
                  <a:pt x="7322805" y="1610472"/>
                  <a:pt x="7292896" y="1610472"/>
                </a:cubicBezTo>
                <a:cubicBezTo>
                  <a:pt x="7262987" y="1610472"/>
                  <a:pt x="7238741" y="1586226"/>
                  <a:pt x="7238741" y="1556317"/>
                </a:cubicBezTo>
                <a:cubicBezTo>
                  <a:pt x="7238741" y="1526408"/>
                  <a:pt x="7262987" y="1502162"/>
                  <a:pt x="7292896" y="1502162"/>
                </a:cubicBezTo>
                <a:close/>
                <a:moveTo>
                  <a:pt x="7210901" y="1502162"/>
                </a:moveTo>
                <a:cubicBezTo>
                  <a:pt x="7215174" y="1502162"/>
                  <a:pt x="7218638" y="1505626"/>
                  <a:pt x="7218638" y="1509899"/>
                </a:cubicBezTo>
                <a:cubicBezTo>
                  <a:pt x="7218638" y="1540845"/>
                  <a:pt x="7218637" y="1571790"/>
                  <a:pt x="7218637" y="1602736"/>
                </a:cubicBezTo>
                <a:lnTo>
                  <a:pt x="7210901" y="1610472"/>
                </a:lnTo>
                <a:cubicBezTo>
                  <a:pt x="7206628" y="1610472"/>
                  <a:pt x="7203164" y="1607008"/>
                  <a:pt x="7203164" y="1602735"/>
                </a:cubicBezTo>
                <a:lnTo>
                  <a:pt x="7203164" y="1509899"/>
                </a:lnTo>
                <a:cubicBezTo>
                  <a:pt x="7203164" y="1505626"/>
                  <a:pt x="7206628" y="1502162"/>
                  <a:pt x="7210901" y="1502162"/>
                </a:cubicBezTo>
                <a:close/>
                <a:moveTo>
                  <a:pt x="7175777" y="1502162"/>
                </a:moveTo>
                <a:cubicBezTo>
                  <a:pt x="7180050" y="1502162"/>
                  <a:pt x="7183514" y="1505626"/>
                  <a:pt x="7183514" y="1509899"/>
                </a:cubicBezTo>
                <a:lnTo>
                  <a:pt x="7183514" y="1602735"/>
                </a:lnTo>
                <a:cubicBezTo>
                  <a:pt x="7183514" y="1607008"/>
                  <a:pt x="7180050" y="1610472"/>
                  <a:pt x="7175777" y="1610472"/>
                </a:cubicBezTo>
                <a:lnTo>
                  <a:pt x="7168041" y="1602736"/>
                </a:lnTo>
                <a:cubicBezTo>
                  <a:pt x="7168041" y="1571790"/>
                  <a:pt x="7168040" y="1540845"/>
                  <a:pt x="7168040" y="1509899"/>
                </a:cubicBezTo>
                <a:cubicBezTo>
                  <a:pt x="7168040" y="1505626"/>
                  <a:pt x="7171504" y="1502162"/>
                  <a:pt x="7175777" y="1502162"/>
                </a:cubicBezTo>
                <a:close/>
                <a:moveTo>
                  <a:pt x="7093782" y="1502162"/>
                </a:moveTo>
                <a:cubicBezTo>
                  <a:pt x="7123691" y="1502162"/>
                  <a:pt x="7147937" y="1526408"/>
                  <a:pt x="7147937" y="1556317"/>
                </a:cubicBezTo>
                <a:cubicBezTo>
                  <a:pt x="7147937" y="1586226"/>
                  <a:pt x="7123691" y="1610472"/>
                  <a:pt x="7093782" y="1610472"/>
                </a:cubicBezTo>
                <a:cubicBezTo>
                  <a:pt x="7063873" y="1610472"/>
                  <a:pt x="7039627" y="1586226"/>
                  <a:pt x="7039627" y="1556317"/>
                </a:cubicBezTo>
                <a:cubicBezTo>
                  <a:pt x="7039627" y="1526408"/>
                  <a:pt x="7063873" y="1502162"/>
                  <a:pt x="7093782" y="1502162"/>
                </a:cubicBezTo>
                <a:close/>
                <a:moveTo>
                  <a:pt x="7011786" y="1502162"/>
                </a:moveTo>
                <a:cubicBezTo>
                  <a:pt x="7016059" y="1502162"/>
                  <a:pt x="7019523" y="1505626"/>
                  <a:pt x="7019523" y="1509899"/>
                </a:cubicBezTo>
                <a:lnTo>
                  <a:pt x="7019523" y="1602735"/>
                </a:lnTo>
                <a:cubicBezTo>
                  <a:pt x="7019523" y="1607008"/>
                  <a:pt x="7016059" y="1610472"/>
                  <a:pt x="7011786" y="1610472"/>
                </a:cubicBezTo>
                <a:lnTo>
                  <a:pt x="7004050" y="1602736"/>
                </a:lnTo>
                <a:cubicBezTo>
                  <a:pt x="7004050" y="1571790"/>
                  <a:pt x="7004049" y="1540845"/>
                  <a:pt x="7004049" y="1509899"/>
                </a:cubicBezTo>
                <a:cubicBezTo>
                  <a:pt x="7004049" y="1505626"/>
                  <a:pt x="7007513" y="1502162"/>
                  <a:pt x="7011786" y="1502162"/>
                </a:cubicBezTo>
                <a:close/>
                <a:moveTo>
                  <a:pt x="6929791" y="1502162"/>
                </a:moveTo>
                <a:cubicBezTo>
                  <a:pt x="6959700" y="1502162"/>
                  <a:pt x="6983946" y="1526408"/>
                  <a:pt x="6983946" y="1556317"/>
                </a:cubicBezTo>
                <a:cubicBezTo>
                  <a:pt x="6983946" y="1586226"/>
                  <a:pt x="6959700" y="1610472"/>
                  <a:pt x="6929791" y="1610472"/>
                </a:cubicBezTo>
                <a:cubicBezTo>
                  <a:pt x="6899882" y="1610472"/>
                  <a:pt x="6875636" y="1586226"/>
                  <a:pt x="6875636" y="1556317"/>
                </a:cubicBezTo>
                <a:cubicBezTo>
                  <a:pt x="6875636" y="1526408"/>
                  <a:pt x="6899882" y="1502162"/>
                  <a:pt x="6929791" y="1502162"/>
                </a:cubicBezTo>
                <a:close/>
                <a:moveTo>
                  <a:pt x="6847795" y="1502162"/>
                </a:moveTo>
                <a:cubicBezTo>
                  <a:pt x="6852068" y="1502162"/>
                  <a:pt x="6855532" y="1505626"/>
                  <a:pt x="6855532" y="1509899"/>
                </a:cubicBezTo>
                <a:lnTo>
                  <a:pt x="6855532" y="1602735"/>
                </a:lnTo>
                <a:cubicBezTo>
                  <a:pt x="6855532" y="1607008"/>
                  <a:pt x="6852068" y="1610472"/>
                  <a:pt x="6847795" y="1610472"/>
                </a:cubicBezTo>
                <a:lnTo>
                  <a:pt x="6840059" y="1602736"/>
                </a:lnTo>
                <a:cubicBezTo>
                  <a:pt x="6840059" y="1571790"/>
                  <a:pt x="6840058" y="1540845"/>
                  <a:pt x="6840058" y="1509899"/>
                </a:cubicBezTo>
                <a:cubicBezTo>
                  <a:pt x="6840058" y="1505626"/>
                  <a:pt x="6843522" y="1502162"/>
                  <a:pt x="6847795" y="1502162"/>
                </a:cubicBezTo>
                <a:close/>
                <a:moveTo>
                  <a:pt x="6765800" y="1502162"/>
                </a:moveTo>
                <a:cubicBezTo>
                  <a:pt x="6795709" y="1502162"/>
                  <a:pt x="6819955" y="1526408"/>
                  <a:pt x="6819955" y="1556317"/>
                </a:cubicBezTo>
                <a:cubicBezTo>
                  <a:pt x="6819955" y="1586226"/>
                  <a:pt x="6795709" y="1610472"/>
                  <a:pt x="6765800" y="1610472"/>
                </a:cubicBezTo>
                <a:cubicBezTo>
                  <a:pt x="6735891" y="1610472"/>
                  <a:pt x="6711645" y="1586226"/>
                  <a:pt x="6711645" y="1556317"/>
                </a:cubicBezTo>
                <a:cubicBezTo>
                  <a:pt x="6711645" y="1526408"/>
                  <a:pt x="6735891" y="1502162"/>
                  <a:pt x="6765800" y="1502162"/>
                </a:cubicBezTo>
                <a:close/>
                <a:moveTo>
                  <a:pt x="6637385" y="1502162"/>
                </a:moveTo>
                <a:cubicBezTo>
                  <a:pt x="6667294" y="1502162"/>
                  <a:pt x="6691540" y="1526408"/>
                  <a:pt x="6691540" y="1556317"/>
                </a:cubicBezTo>
                <a:cubicBezTo>
                  <a:pt x="6691540" y="1586226"/>
                  <a:pt x="6667294" y="1610472"/>
                  <a:pt x="6637385" y="1610472"/>
                </a:cubicBezTo>
                <a:cubicBezTo>
                  <a:pt x="6607476" y="1610472"/>
                  <a:pt x="6583230" y="1586226"/>
                  <a:pt x="6583230" y="1556317"/>
                </a:cubicBezTo>
                <a:cubicBezTo>
                  <a:pt x="6583230" y="1526408"/>
                  <a:pt x="6607476" y="1502162"/>
                  <a:pt x="6637385" y="1502162"/>
                </a:cubicBezTo>
                <a:close/>
                <a:moveTo>
                  <a:pt x="6555390" y="1502162"/>
                </a:moveTo>
                <a:cubicBezTo>
                  <a:pt x="6559663" y="1502162"/>
                  <a:pt x="6563127" y="1505626"/>
                  <a:pt x="6563127" y="1509899"/>
                </a:cubicBezTo>
                <a:lnTo>
                  <a:pt x="6563127" y="1602735"/>
                </a:lnTo>
                <a:cubicBezTo>
                  <a:pt x="6563127" y="1607008"/>
                  <a:pt x="6559663" y="1610472"/>
                  <a:pt x="6555390" y="1610472"/>
                </a:cubicBezTo>
                <a:lnTo>
                  <a:pt x="6547654" y="1602736"/>
                </a:lnTo>
                <a:cubicBezTo>
                  <a:pt x="6547654" y="1571790"/>
                  <a:pt x="6547653" y="1540845"/>
                  <a:pt x="6547653" y="1509899"/>
                </a:cubicBezTo>
                <a:cubicBezTo>
                  <a:pt x="6547653" y="1505626"/>
                  <a:pt x="6551117" y="1502162"/>
                  <a:pt x="6555390" y="1502162"/>
                </a:cubicBezTo>
                <a:close/>
                <a:moveTo>
                  <a:pt x="6519813" y="1502162"/>
                </a:moveTo>
                <a:cubicBezTo>
                  <a:pt x="6524086" y="1502162"/>
                  <a:pt x="6527550" y="1505626"/>
                  <a:pt x="6527550" y="1509899"/>
                </a:cubicBezTo>
                <a:lnTo>
                  <a:pt x="6527550" y="1602735"/>
                </a:lnTo>
                <a:cubicBezTo>
                  <a:pt x="6527550" y="1607008"/>
                  <a:pt x="6524086" y="1610472"/>
                  <a:pt x="6519813" y="1610472"/>
                </a:cubicBezTo>
                <a:lnTo>
                  <a:pt x="6512077" y="1602736"/>
                </a:lnTo>
                <a:cubicBezTo>
                  <a:pt x="6512077" y="1571790"/>
                  <a:pt x="6512076" y="1540845"/>
                  <a:pt x="6512076" y="1509899"/>
                </a:cubicBezTo>
                <a:cubicBezTo>
                  <a:pt x="6512076" y="1505626"/>
                  <a:pt x="6515540" y="1502162"/>
                  <a:pt x="6519813" y="1502162"/>
                </a:cubicBezTo>
                <a:close/>
                <a:moveTo>
                  <a:pt x="6437818" y="1502162"/>
                </a:moveTo>
                <a:cubicBezTo>
                  <a:pt x="6467727" y="1502162"/>
                  <a:pt x="6491973" y="1526408"/>
                  <a:pt x="6491973" y="1556317"/>
                </a:cubicBezTo>
                <a:cubicBezTo>
                  <a:pt x="6491973" y="1586226"/>
                  <a:pt x="6467727" y="1610472"/>
                  <a:pt x="6437818" y="1610472"/>
                </a:cubicBezTo>
                <a:cubicBezTo>
                  <a:pt x="6407909" y="1610472"/>
                  <a:pt x="6383663" y="1586226"/>
                  <a:pt x="6383663" y="1556317"/>
                </a:cubicBezTo>
                <a:cubicBezTo>
                  <a:pt x="6383663" y="1526408"/>
                  <a:pt x="6407909" y="1502162"/>
                  <a:pt x="6437818" y="1502162"/>
                </a:cubicBezTo>
                <a:close/>
                <a:moveTo>
                  <a:pt x="6355822" y="1502162"/>
                </a:moveTo>
                <a:cubicBezTo>
                  <a:pt x="6360095" y="1502162"/>
                  <a:pt x="6363559" y="1505626"/>
                  <a:pt x="6363559" y="1509899"/>
                </a:cubicBezTo>
                <a:lnTo>
                  <a:pt x="6363559" y="1602735"/>
                </a:lnTo>
                <a:cubicBezTo>
                  <a:pt x="6363559" y="1607008"/>
                  <a:pt x="6360095" y="1610472"/>
                  <a:pt x="6355822" y="1610472"/>
                </a:cubicBezTo>
                <a:lnTo>
                  <a:pt x="6348086" y="1602736"/>
                </a:lnTo>
                <a:cubicBezTo>
                  <a:pt x="6348086" y="1571790"/>
                  <a:pt x="6348085" y="1540845"/>
                  <a:pt x="6348085" y="1509899"/>
                </a:cubicBezTo>
                <a:cubicBezTo>
                  <a:pt x="6348085" y="1505626"/>
                  <a:pt x="6351549" y="1502162"/>
                  <a:pt x="6355822" y="1502162"/>
                </a:cubicBezTo>
                <a:close/>
                <a:moveTo>
                  <a:pt x="6273827" y="1502162"/>
                </a:moveTo>
                <a:cubicBezTo>
                  <a:pt x="6303736" y="1502162"/>
                  <a:pt x="6327982" y="1526408"/>
                  <a:pt x="6327982" y="1556317"/>
                </a:cubicBezTo>
                <a:cubicBezTo>
                  <a:pt x="6327982" y="1586226"/>
                  <a:pt x="6303736" y="1610472"/>
                  <a:pt x="6273827" y="1610472"/>
                </a:cubicBezTo>
                <a:cubicBezTo>
                  <a:pt x="6243918" y="1610472"/>
                  <a:pt x="6219672" y="1586226"/>
                  <a:pt x="6219672" y="1556317"/>
                </a:cubicBezTo>
                <a:cubicBezTo>
                  <a:pt x="6219672" y="1526408"/>
                  <a:pt x="6243918" y="1502162"/>
                  <a:pt x="6273827" y="1502162"/>
                </a:cubicBezTo>
                <a:close/>
                <a:moveTo>
                  <a:pt x="6191831" y="1502162"/>
                </a:moveTo>
                <a:cubicBezTo>
                  <a:pt x="6196104" y="1502162"/>
                  <a:pt x="6199568" y="1505626"/>
                  <a:pt x="6199568" y="1509899"/>
                </a:cubicBezTo>
                <a:lnTo>
                  <a:pt x="6199568" y="1602735"/>
                </a:lnTo>
                <a:cubicBezTo>
                  <a:pt x="6199568" y="1607008"/>
                  <a:pt x="6196104" y="1610472"/>
                  <a:pt x="6191831" y="1610472"/>
                </a:cubicBezTo>
                <a:lnTo>
                  <a:pt x="6184095" y="1602736"/>
                </a:lnTo>
                <a:cubicBezTo>
                  <a:pt x="6184095" y="1571790"/>
                  <a:pt x="6184094" y="1540845"/>
                  <a:pt x="6184094" y="1509899"/>
                </a:cubicBezTo>
                <a:cubicBezTo>
                  <a:pt x="6184094" y="1505626"/>
                  <a:pt x="6187558" y="1502162"/>
                  <a:pt x="6191831" y="1502162"/>
                </a:cubicBezTo>
                <a:close/>
                <a:moveTo>
                  <a:pt x="6109836" y="1502162"/>
                </a:moveTo>
                <a:cubicBezTo>
                  <a:pt x="6139745" y="1502162"/>
                  <a:pt x="6163991" y="1526408"/>
                  <a:pt x="6163991" y="1556317"/>
                </a:cubicBezTo>
                <a:cubicBezTo>
                  <a:pt x="6163991" y="1586226"/>
                  <a:pt x="6139745" y="1610472"/>
                  <a:pt x="6109836" y="1610472"/>
                </a:cubicBezTo>
                <a:cubicBezTo>
                  <a:pt x="6079927" y="1610472"/>
                  <a:pt x="6055681" y="1586226"/>
                  <a:pt x="6055681" y="1556317"/>
                </a:cubicBezTo>
                <a:cubicBezTo>
                  <a:pt x="6055681" y="1526408"/>
                  <a:pt x="6079927" y="1502162"/>
                  <a:pt x="6109836" y="1502162"/>
                </a:cubicBezTo>
                <a:close/>
                <a:moveTo>
                  <a:pt x="6027840" y="1502162"/>
                </a:moveTo>
                <a:cubicBezTo>
                  <a:pt x="6032113" y="1502162"/>
                  <a:pt x="6035577" y="1505626"/>
                  <a:pt x="6035577" y="1509899"/>
                </a:cubicBezTo>
                <a:lnTo>
                  <a:pt x="6035577" y="1602735"/>
                </a:lnTo>
                <a:lnTo>
                  <a:pt x="6027840" y="1610472"/>
                </a:lnTo>
                <a:cubicBezTo>
                  <a:pt x="6023567" y="1610473"/>
                  <a:pt x="6020104" y="1607009"/>
                  <a:pt x="6020104" y="1602736"/>
                </a:cubicBezTo>
                <a:cubicBezTo>
                  <a:pt x="6020104" y="1571790"/>
                  <a:pt x="6020103" y="1540845"/>
                  <a:pt x="6020103" y="1509899"/>
                </a:cubicBezTo>
                <a:cubicBezTo>
                  <a:pt x="6020103" y="1505626"/>
                  <a:pt x="6023567" y="1502162"/>
                  <a:pt x="6027840" y="1502162"/>
                </a:cubicBezTo>
                <a:close/>
                <a:moveTo>
                  <a:pt x="5992263" y="1502162"/>
                </a:moveTo>
                <a:cubicBezTo>
                  <a:pt x="5996536" y="1502162"/>
                  <a:pt x="6000000" y="1505626"/>
                  <a:pt x="6000000" y="1509899"/>
                </a:cubicBezTo>
                <a:lnTo>
                  <a:pt x="6000000" y="1602735"/>
                </a:lnTo>
                <a:lnTo>
                  <a:pt x="5992263" y="1610472"/>
                </a:lnTo>
                <a:cubicBezTo>
                  <a:pt x="5987990" y="1610473"/>
                  <a:pt x="5984527" y="1607009"/>
                  <a:pt x="5984527" y="1602736"/>
                </a:cubicBezTo>
                <a:cubicBezTo>
                  <a:pt x="5984527" y="1571790"/>
                  <a:pt x="5984526" y="1540845"/>
                  <a:pt x="5984526" y="1509899"/>
                </a:cubicBezTo>
                <a:cubicBezTo>
                  <a:pt x="5984526" y="1505626"/>
                  <a:pt x="5987990" y="1502162"/>
                  <a:pt x="5992263" y="1502162"/>
                </a:cubicBezTo>
                <a:close/>
                <a:moveTo>
                  <a:pt x="5910268" y="1502162"/>
                </a:moveTo>
                <a:cubicBezTo>
                  <a:pt x="5940177" y="1502162"/>
                  <a:pt x="5964423" y="1526408"/>
                  <a:pt x="5964423" y="1556317"/>
                </a:cubicBezTo>
                <a:cubicBezTo>
                  <a:pt x="5964423" y="1586226"/>
                  <a:pt x="5940177" y="1610472"/>
                  <a:pt x="5910268" y="1610472"/>
                </a:cubicBezTo>
                <a:cubicBezTo>
                  <a:pt x="5880359" y="1610472"/>
                  <a:pt x="5856113" y="1586226"/>
                  <a:pt x="5856113" y="1556317"/>
                </a:cubicBezTo>
                <a:cubicBezTo>
                  <a:pt x="5856113" y="1526408"/>
                  <a:pt x="5880359" y="1502162"/>
                  <a:pt x="5910268" y="1502162"/>
                </a:cubicBezTo>
                <a:close/>
                <a:moveTo>
                  <a:pt x="5828272" y="1502162"/>
                </a:moveTo>
                <a:cubicBezTo>
                  <a:pt x="5832545" y="1502162"/>
                  <a:pt x="5836009" y="1505626"/>
                  <a:pt x="5836009" y="1509899"/>
                </a:cubicBezTo>
                <a:lnTo>
                  <a:pt x="5836009" y="1602735"/>
                </a:lnTo>
                <a:lnTo>
                  <a:pt x="5828272" y="1610472"/>
                </a:lnTo>
                <a:cubicBezTo>
                  <a:pt x="5823999" y="1610473"/>
                  <a:pt x="5820536" y="1607009"/>
                  <a:pt x="5820536" y="1602736"/>
                </a:cubicBezTo>
                <a:cubicBezTo>
                  <a:pt x="5820536" y="1571790"/>
                  <a:pt x="5820535" y="1540845"/>
                  <a:pt x="5820535" y="1509899"/>
                </a:cubicBezTo>
                <a:cubicBezTo>
                  <a:pt x="5820535" y="1505626"/>
                  <a:pt x="5823999" y="1502162"/>
                  <a:pt x="5828272" y="1502162"/>
                </a:cubicBezTo>
                <a:close/>
                <a:moveTo>
                  <a:pt x="5746277" y="1502162"/>
                </a:moveTo>
                <a:cubicBezTo>
                  <a:pt x="5776186" y="1502162"/>
                  <a:pt x="5800432" y="1526408"/>
                  <a:pt x="5800432" y="1556317"/>
                </a:cubicBezTo>
                <a:cubicBezTo>
                  <a:pt x="5800432" y="1586226"/>
                  <a:pt x="5776186" y="1610472"/>
                  <a:pt x="5746277" y="1610472"/>
                </a:cubicBezTo>
                <a:cubicBezTo>
                  <a:pt x="5716368" y="1610472"/>
                  <a:pt x="5692122" y="1586226"/>
                  <a:pt x="5692122" y="1556317"/>
                </a:cubicBezTo>
                <a:cubicBezTo>
                  <a:pt x="5692122" y="1526408"/>
                  <a:pt x="5716368" y="1502162"/>
                  <a:pt x="5746277" y="1502162"/>
                </a:cubicBezTo>
                <a:close/>
                <a:moveTo>
                  <a:pt x="5664281" y="1502162"/>
                </a:moveTo>
                <a:cubicBezTo>
                  <a:pt x="5668554" y="1502162"/>
                  <a:pt x="5672018" y="1505626"/>
                  <a:pt x="5672018" y="1509899"/>
                </a:cubicBezTo>
                <a:lnTo>
                  <a:pt x="5672018" y="1602735"/>
                </a:lnTo>
                <a:lnTo>
                  <a:pt x="5664281" y="1610472"/>
                </a:lnTo>
                <a:cubicBezTo>
                  <a:pt x="5660008" y="1610473"/>
                  <a:pt x="5656545" y="1607009"/>
                  <a:pt x="5656545" y="1602736"/>
                </a:cubicBezTo>
                <a:cubicBezTo>
                  <a:pt x="5656545" y="1571790"/>
                  <a:pt x="5656544" y="1540845"/>
                  <a:pt x="5656544" y="1509899"/>
                </a:cubicBezTo>
                <a:cubicBezTo>
                  <a:pt x="5656544" y="1505626"/>
                  <a:pt x="5660008" y="1502162"/>
                  <a:pt x="5664281" y="1502162"/>
                </a:cubicBezTo>
                <a:close/>
                <a:moveTo>
                  <a:pt x="5628704" y="1502162"/>
                </a:moveTo>
                <a:cubicBezTo>
                  <a:pt x="5632977" y="1502162"/>
                  <a:pt x="5636441" y="1505626"/>
                  <a:pt x="5636441" y="1509899"/>
                </a:cubicBezTo>
                <a:lnTo>
                  <a:pt x="5636441" y="1602735"/>
                </a:lnTo>
                <a:cubicBezTo>
                  <a:pt x="5636441" y="1607008"/>
                  <a:pt x="5632977" y="1610472"/>
                  <a:pt x="5628704" y="1610472"/>
                </a:cubicBezTo>
                <a:lnTo>
                  <a:pt x="5620968" y="1602736"/>
                </a:lnTo>
                <a:cubicBezTo>
                  <a:pt x="5620968" y="1571790"/>
                  <a:pt x="5620967" y="1540845"/>
                  <a:pt x="5620967" y="1509899"/>
                </a:cubicBezTo>
                <a:cubicBezTo>
                  <a:pt x="5620967" y="1505626"/>
                  <a:pt x="5624431" y="1502162"/>
                  <a:pt x="5628704" y="1502162"/>
                </a:cubicBezTo>
                <a:close/>
                <a:moveTo>
                  <a:pt x="5546709" y="1502162"/>
                </a:moveTo>
                <a:cubicBezTo>
                  <a:pt x="5576618" y="1502162"/>
                  <a:pt x="5600864" y="1526408"/>
                  <a:pt x="5600864" y="1556317"/>
                </a:cubicBezTo>
                <a:cubicBezTo>
                  <a:pt x="5600864" y="1586226"/>
                  <a:pt x="5576618" y="1610472"/>
                  <a:pt x="5546709" y="1610472"/>
                </a:cubicBezTo>
                <a:cubicBezTo>
                  <a:pt x="5516800" y="1610472"/>
                  <a:pt x="5492554" y="1586226"/>
                  <a:pt x="5492554" y="1556317"/>
                </a:cubicBezTo>
                <a:cubicBezTo>
                  <a:pt x="5492554" y="1526408"/>
                  <a:pt x="5516800" y="1502162"/>
                  <a:pt x="5546709" y="1502162"/>
                </a:cubicBezTo>
                <a:close/>
                <a:moveTo>
                  <a:pt x="5464713" y="1502162"/>
                </a:moveTo>
                <a:cubicBezTo>
                  <a:pt x="5468986" y="1502162"/>
                  <a:pt x="5472450" y="1505626"/>
                  <a:pt x="5472450" y="1509899"/>
                </a:cubicBezTo>
                <a:lnTo>
                  <a:pt x="5472450" y="1602735"/>
                </a:lnTo>
                <a:cubicBezTo>
                  <a:pt x="5472450" y="1607008"/>
                  <a:pt x="5468986" y="1610472"/>
                  <a:pt x="5464713" y="1610472"/>
                </a:cubicBezTo>
                <a:lnTo>
                  <a:pt x="5456977" y="1602736"/>
                </a:lnTo>
                <a:cubicBezTo>
                  <a:pt x="5456977" y="1571790"/>
                  <a:pt x="5456976" y="1540845"/>
                  <a:pt x="5456976" y="1509899"/>
                </a:cubicBezTo>
                <a:cubicBezTo>
                  <a:pt x="5456976" y="1505626"/>
                  <a:pt x="5460440" y="1502162"/>
                  <a:pt x="5464713" y="1502162"/>
                </a:cubicBezTo>
                <a:close/>
                <a:moveTo>
                  <a:pt x="5382718" y="1502162"/>
                </a:moveTo>
                <a:cubicBezTo>
                  <a:pt x="5412627" y="1502162"/>
                  <a:pt x="5436873" y="1526408"/>
                  <a:pt x="5436873" y="1556317"/>
                </a:cubicBezTo>
                <a:cubicBezTo>
                  <a:pt x="5436873" y="1586226"/>
                  <a:pt x="5412627" y="1610472"/>
                  <a:pt x="5382718" y="1610472"/>
                </a:cubicBezTo>
                <a:cubicBezTo>
                  <a:pt x="5352809" y="1610472"/>
                  <a:pt x="5328563" y="1586226"/>
                  <a:pt x="5328563" y="1556317"/>
                </a:cubicBezTo>
                <a:cubicBezTo>
                  <a:pt x="5328563" y="1526408"/>
                  <a:pt x="5352809" y="1502162"/>
                  <a:pt x="5382718" y="1502162"/>
                </a:cubicBezTo>
                <a:close/>
                <a:moveTo>
                  <a:pt x="5300722" y="1502162"/>
                </a:moveTo>
                <a:cubicBezTo>
                  <a:pt x="5304995" y="1502162"/>
                  <a:pt x="5308459" y="1505626"/>
                  <a:pt x="5308459" y="1509899"/>
                </a:cubicBezTo>
                <a:lnTo>
                  <a:pt x="5308459" y="1602735"/>
                </a:lnTo>
                <a:cubicBezTo>
                  <a:pt x="5308459" y="1607008"/>
                  <a:pt x="5304995" y="1610472"/>
                  <a:pt x="5300722" y="1610472"/>
                </a:cubicBezTo>
                <a:lnTo>
                  <a:pt x="5292986" y="1602736"/>
                </a:lnTo>
                <a:cubicBezTo>
                  <a:pt x="5292986" y="1571790"/>
                  <a:pt x="5292985" y="1540845"/>
                  <a:pt x="5292985" y="1509899"/>
                </a:cubicBezTo>
                <a:cubicBezTo>
                  <a:pt x="5292985" y="1505626"/>
                  <a:pt x="5296449" y="1502162"/>
                  <a:pt x="5300722" y="1502162"/>
                </a:cubicBezTo>
                <a:close/>
                <a:moveTo>
                  <a:pt x="5265145" y="1502162"/>
                </a:moveTo>
                <a:cubicBezTo>
                  <a:pt x="5269418" y="1502162"/>
                  <a:pt x="5272882" y="1505626"/>
                  <a:pt x="5272882" y="1509899"/>
                </a:cubicBezTo>
                <a:lnTo>
                  <a:pt x="5272882" y="1602735"/>
                </a:lnTo>
                <a:cubicBezTo>
                  <a:pt x="5272882" y="1607008"/>
                  <a:pt x="5269418" y="1610472"/>
                  <a:pt x="5265145" y="1610472"/>
                </a:cubicBezTo>
                <a:lnTo>
                  <a:pt x="5257409" y="1602736"/>
                </a:lnTo>
                <a:cubicBezTo>
                  <a:pt x="5257409" y="1571790"/>
                  <a:pt x="5257408" y="1540845"/>
                  <a:pt x="5257408" y="1509899"/>
                </a:cubicBezTo>
                <a:cubicBezTo>
                  <a:pt x="5257408" y="1505626"/>
                  <a:pt x="5260872" y="1502162"/>
                  <a:pt x="5265145" y="1502162"/>
                </a:cubicBezTo>
                <a:close/>
                <a:moveTo>
                  <a:pt x="5183150" y="1502162"/>
                </a:moveTo>
                <a:cubicBezTo>
                  <a:pt x="5213059" y="1502162"/>
                  <a:pt x="5237305" y="1526408"/>
                  <a:pt x="5237305" y="1556317"/>
                </a:cubicBezTo>
                <a:cubicBezTo>
                  <a:pt x="5237305" y="1586226"/>
                  <a:pt x="5213059" y="1610472"/>
                  <a:pt x="5183150" y="1610472"/>
                </a:cubicBezTo>
                <a:cubicBezTo>
                  <a:pt x="5153241" y="1610472"/>
                  <a:pt x="5128995" y="1586226"/>
                  <a:pt x="5128995" y="1556317"/>
                </a:cubicBezTo>
                <a:cubicBezTo>
                  <a:pt x="5128995" y="1526408"/>
                  <a:pt x="5153241" y="1502162"/>
                  <a:pt x="5183150" y="1502162"/>
                </a:cubicBezTo>
                <a:close/>
                <a:moveTo>
                  <a:pt x="5054736" y="1502162"/>
                </a:moveTo>
                <a:cubicBezTo>
                  <a:pt x="5084645" y="1502162"/>
                  <a:pt x="5108891" y="1526408"/>
                  <a:pt x="5108891" y="1556317"/>
                </a:cubicBezTo>
                <a:cubicBezTo>
                  <a:pt x="5108891" y="1586226"/>
                  <a:pt x="5084645" y="1610472"/>
                  <a:pt x="5054736" y="1610472"/>
                </a:cubicBezTo>
                <a:cubicBezTo>
                  <a:pt x="5024827" y="1610472"/>
                  <a:pt x="5000581" y="1586226"/>
                  <a:pt x="5000581" y="1556317"/>
                </a:cubicBezTo>
                <a:cubicBezTo>
                  <a:pt x="5000581" y="1526408"/>
                  <a:pt x="5024827" y="1502162"/>
                  <a:pt x="5054736" y="1502162"/>
                </a:cubicBezTo>
                <a:close/>
                <a:moveTo>
                  <a:pt x="4972741" y="1502162"/>
                </a:moveTo>
                <a:cubicBezTo>
                  <a:pt x="4977014" y="1502162"/>
                  <a:pt x="4980478" y="1505626"/>
                  <a:pt x="4980478" y="1509899"/>
                </a:cubicBezTo>
                <a:cubicBezTo>
                  <a:pt x="4980478" y="1540845"/>
                  <a:pt x="4980477" y="1571790"/>
                  <a:pt x="4980477" y="1602736"/>
                </a:cubicBezTo>
                <a:lnTo>
                  <a:pt x="4972741" y="1610472"/>
                </a:lnTo>
                <a:cubicBezTo>
                  <a:pt x="4968468" y="1610472"/>
                  <a:pt x="4965004" y="1607008"/>
                  <a:pt x="4965004" y="1602735"/>
                </a:cubicBezTo>
                <a:lnTo>
                  <a:pt x="4965004" y="1509899"/>
                </a:lnTo>
                <a:cubicBezTo>
                  <a:pt x="4965004" y="1505626"/>
                  <a:pt x="4968468" y="1502162"/>
                  <a:pt x="4972741" y="1502162"/>
                </a:cubicBezTo>
                <a:close/>
                <a:moveTo>
                  <a:pt x="4937163" y="1502162"/>
                </a:moveTo>
                <a:cubicBezTo>
                  <a:pt x="4941436" y="1502162"/>
                  <a:pt x="4944900" y="1505626"/>
                  <a:pt x="4944900" y="1509899"/>
                </a:cubicBezTo>
                <a:lnTo>
                  <a:pt x="4944900" y="1602735"/>
                </a:lnTo>
                <a:cubicBezTo>
                  <a:pt x="4944900" y="1607008"/>
                  <a:pt x="4941436" y="1610472"/>
                  <a:pt x="4937163" y="1610472"/>
                </a:cubicBezTo>
                <a:lnTo>
                  <a:pt x="4929427" y="1602736"/>
                </a:lnTo>
                <a:cubicBezTo>
                  <a:pt x="4929427" y="1571790"/>
                  <a:pt x="4929426" y="1540845"/>
                  <a:pt x="4929426" y="1509899"/>
                </a:cubicBezTo>
                <a:cubicBezTo>
                  <a:pt x="4929426" y="1505626"/>
                  <a:pt x="4932890" y="1502162"/>
                  <a:pt x="4937163" y="1502162"/>
                </a:cubicBezTo>
                <a:close/>
                <a:moveTo>
                  <a:pt x="4855168" y="1502162"/>
                </a:moveTo>
                <a:cubicBezTo>
                  <a:pt x="4885077" y="1502162"/>
                  <a:pt x="4909323" y="1526408"/>
                  <a:pt x="4909323" y="1556317"/>
                </a:cubicBezTo>
                <a:cubicBezTo>
                  <a:pt x="4909323" y="1586226"/>
                  <a:pt x="4885077" y="1610472"/>
                  <a:pt x="4855168" y="1610472"/>
                </a:cubicBezTo>
                <a:cubicBezTo>
                  <a:pt x="4825259" y="1610472"/>
                  <a:pt x="4801013" y="1586226"/>
                  <a:pt x="4801013" y="1556317"/>
                </a:cubicBezTo>
                <a:cubicBezTo>
                  <a:pt x="4801013" y="1526408"/>
                  <a:pt x="4825259" y="1502162"/>
                  <a:pt x="4855168" y="1502162"/>
                </a:cubicBezTo>
                <a:close/>
                <a:moveTo>
                  <a:pt x="4773172" y="1502162"/>
                </a:moveTo>
                <a:cubicBezTo>
                  <a:pt x="4777445" y="1502162"/>
                  <a:pt x="4780909" y="1505626"/>
                  <a:pt x="4780909" y="1509899"/>
                </a:cubicBezTo>
                <a:lnTo>
                  <a:pt x="4780909" y="1602735"/>
                </a:lnTo>
                <a:lnTo>
                  <a:pt x="4773172" y="1610472"/>
                </a:lnTo>
                <a:cubicBezTo>
                  <a:pt x="4768899" y="1610473"/>
                  <a:pt x="4765436" y="1607009"/>
                  <a:pt x="4765436" y="1602736"/>
                </a:cubicBezTo>
                <a:cubicBezTo>
                  <a:pt x="4765436" y="1571790"/>
                  <a:pt x="4765435" y="1540845"/>
                  <a:pt x="4765435" y="1509899"/>
                </a:cubicBezTo>
                <a:cubicBezTo>
                  <a:pt x="4765435" y="1505626"/>
                  <a:pt x="4768899" y="1502162"/>
                  <a:pt x="4773172" y="1502162"/>
                </a:cubicBezTo>
                <a:close/>
                <a:moveTo>
                  <a:pt x="4737597" y="1502162"/>
                </a:moveTo>
                <a:cubicBezTo>
                  <a:pt x="4741870" y="1502162"/>
                  <a:pt x="4745334" y="1505626"/>
                  <a:pt x="4745334" y="1509899"/>
                </a:cubicBezTo>
                <a:cubicBezTo>
                  <a:pt x="4745334" y="1540845"/>
                  <a:pt x="4745333" y="1571790"/>
                  <a:pt x="4745333" y="1602736"/>
                </a:cubicBezTo>
                <a:lnTo>
                  <a:pt x="4737597" y="1610472"/>
                </a:lnTo>
                <a:cubicBezTo>
                  <a:pt x="4733324" y="1610472"/>
                  <a:pt x="4729860" y="1607008"/>
                  <a:pt x="4729860" y="1602735"/>
                </a:cubicBezTo>
                <a:lnTo>
                  <a:pt x="4729860" y="1509899"/>
                </a:lnTo>
                <a:cubicBezTo>
                  <a:pt x="4729860" y="1505626"/>
                  <a:pt x="4733324" y="1502162"/>
                  <a:pt x="4737597" y="1502162"/>
                </a:cubicBezTo>
                <a:close/>
                <a:moveTo>
                  <a:pt x="4655600" y="1502162"/>
                </a:moveTo>
                <a:cubicBezTo>
                  <a:pt x="4685509" y="1502162"/>
                  <a:pt x="4709755" y="1526408"/>
                  <a:pt x="4709755" y="1556317"/>
                </a:cubicBezTo>
                <a:cubicBezTo>
                  <a:pt x="4709755" y="1586226"/>
                  <a:pt x="4685509" y="1610472"/>
                  <a:pt x="4655600" y="1610472"/>
                </a:cubicBezTo>
                <a:cubicBezTo>
                  <a:pt x="4625691" y="1610472"/>
                  <a:pt x="4601445" y="1586226"/>
                  <a:pt x="4601445" y="1556317"/>
                </a:cubicBezTo>
                <a:cubicBezTo>
                  <a:pt x="4601445" y="1526408"/>
                  <a:pt x="4625691" y="1502162"/>
                  <a:pt x="4655600" y="1502162"/>
                </a:cubicBezTo>
                <a:close/>
                <a:moveTo>
                  <a:pt x="4573606" y="1502162"/>
                </a:moveTo>
                <a:cubicBezTo>
                  <a:pt x="4577879" y="1502162"/>
                  <a:pt x="4581343" y="1505626"/>
                  <a:pt x="4581343" y="1509899"/>
                </a:cubicBezTo>
                <a:cubicBezTo>
                  <a:pt x="4581343" y="1540845"/>
                  <a:pt x="4581342" y="1571790"/>
                  <a:pt x="4581342" y="1602736"/>
                </a:cubicBezTo>
                <a:lnTo>
                  <a:pt x="4573606" y="1610472"/>
                </a:lnTo>
                <a:cubicBezTo>
                  <a:pt x="4569333" y="1610472"/>
                  <a:pt x="4565869" y="1607008"/>
                  <a:pt x="4565869" y="1602735"/>
                </a:cubicBezTo>
                <a:lnTo>
                  <a:pt x="4565869" y="1509899"/>
                </a:lnTo>
                <a:cubicBezTo>
                  <a:pt x="4565869" y="1505626"/>
                  <a:pt x="4569333" y="1502162"/>
                  <a:pt x="4573606" y="1502162"/>
                </a:cubicBezTo>
                <a:close/>
                <a:moveTo>
                  <a:pt x="4491609" y="1502162"/>
                </a:moveTo>
                <a:cubicBezTo>
                  <a:pt x="4521518" y="1502162"/>
                  <a:pt x="4545764" y="1526408"/>
                  <a:pt x="4545764" y="1556317"/>
                </a:cubicBezTo>
                <a:cubicBezTo>
                  <a:pt x="4545764" y="1586226"/>
                  <a:pt x="4521518" y="1610472"/>
                  <a:pt x="4491609" y="1610472"/>
                </a:cubicBezTo>
                <a:cubicBezTo>
                  <a:pt x="4461700" y="1610472"/>
                  <a:pt x="4437454" y="1586226"/>
                  <a:pt x="4437454" y="1556317"/>
                </a:cubicBezTo>
                <a:cubicBezTo>
                  <a:pt x="4437454" y="1526408"/>
                  <a:pt x="4461700" y="1502162"/>
                  <a:pt x="4491609" y="1502162"/>
                </a:cubicBezTo>
                <a:close/>
                <a:moveTo>
                  <a:pt x="4409614" y="1502162"/>
                </a:moveTo>
                <a:cubicBezTo>
                  <a:pt x="4413887" y="1502162"/>
                  <a:pt x="4417351" y="1505626"/>
                  <a:pt x="4417351" y="1509899"/>
                </a:cubicBezTo>
                <a:lnTo>
                  <a:pt x="4417351" y="1602735"/>
                </a:lnTo>
                <a:cubicBezTo>
                  <a:pt x="4417351" y="1607008"/>
                  <a:pt x="4413887" y="1610472"/>
                  <a:pt x="4409614" y="1610472"/>
                </a:cubicBezTo>
                <a:lnTo>
                  <a:pt x="4401878" y="1602736"/>
                </a:lnTo>
                <a:cubicBezTo>
                  <a:pt x="4401878" y="1571790"/>
                  <a:pt x="4401877" y="1540845"/>
                  <a:pt x="4401877" y="1509899"/>
                </a:cubicBezTo>
                <a:cubicBezTo>
                  <a:pt x="4401877" y="1505626"/>
                  <a:pt x="4405341" y="1502162"/>
                  <a:pt x="4409614" y="1502162"/>
                </a:cubicBezTo>
                <a:close/>
                <a:moveTo>
                  <a:pt x="4327618" y="1502162"/>
                </a:moveTo>
                <a:cubicBezTo>
                  <a:pt x="4357527" y="1502162"/>
                  <a:pt x="4381773" y="1526408"/>
                  <a:pt x="4381773" y="1556317"/>
                </a:cubicBezTo>
                <a:cubicBezTo>
                  <a:pt x="4381773" y="1586226"/>
                  <a:pt x="4357527" y="1610472"/>
                  <a:pt x="4327618" y="1610472"/>
                </a:cubicBezTo>
                <a:cubicBezTo>
                  <a:pt x="4297709" y="1610472"/>
                  <a:pt x="4273463" y="1586226"/>
                  <a:pt x="4273463" y="1556317"/>
                </a:cubicBezTo>
                <a:cubicBezTo>
                  <a:pt x="4273463" y="1526408"/>
                  <a:pt x="4297709" y="1502162"/>
                  <a:pt x="4327618" y="1502162"/>
                </a:cubicBezTo>
                <a:close/>
                <a:moveTo>
                  <a:pt x="4245624" y="1502162"/>
                </a:moveTo>
                <a:cubicBezTo>
                  <a:pt x="4249897" y="1502162"/>
                  <a:pt x="4253361" y="1505626"/>
                  <a:pt x="4253361" y="1509899"/>
                </a:cubicBezTo>
                <a:cubicBezTo>
                  <a:pt x="4253361" y="1540845"/>
                  <a:pt x="4253360" y="1571790"/>
                  <a:pt x="4253360" y="1602736"/>
                </a:cubicBezTo>
                <a:lnTo>
                  <a:pt x="4245624" y="1610472"/>
                </a:lnTo>
                <a:cubicBezTo>
                  <a:pt x="4241351" y="1610472"/>
                  <a:pt x="4237887" y="1607008"/>
                  <a:pt x="4237887" y="1602735"/>
                </a:cubicBezTo>
                <a:lnTo>
                  <a:pt x="4237887" y="1509899"/>
                </a:lnTo>
                <a:cubicBezTo>
                  <a:pt x="4237887" y="1505626"/>
                  <a:pt x="4241351" y="1502162"/>
                  <a:pt x="4245624" y="1502162"/>
                </a:cubicBezTo>
                <a:close/>
                <a:moveTo>
                  <a:pt x="4210047" y="1502162"/>
                </a:moveTo>
                <a:cubicBezTo>
                  <a:pt x="4214320" y="1502162"/>
                  <a:pt x="4217784" y="1505626"/>
                  <a:pt x="4217784" y="1509899"/>
                </a:cubicBezTo>
                <a:cubicBezTo>
                  <a:pt x="4217784" y="1540845"/>
                  <a:pt x="4217783" y="1571790"/>
                  <a:pt x="4217783" y="1602736"/>
                </a:cubicBezTo>
                <a:lnTo>
                  <a:pt x="4210047" y="1610472"/>
                </a:lnTo>
                <a:cubicBezTo>
                  <a:pt x="4205774" y="1610472"/>
                  <a:pt x="4202310" y="1607008"/>
                  <a:pt x="4202310" y="1602735"/>
                </a:cubicBezTo>
                <a:lnTo>
                  <a:pt x="4202310" y="1509899"/>
                </a:lnTo>
                <a:cubicBezTo>
                  <a:pt x="4202310" y="1505626"/>
                  <a:pt x="4205774" y="1502162"/>
                  <a:pt x="4210047" y="1502162"/>
                </a:cubicBezTo>
                <a:close/>
                <a:moveTo>
                  <a:pt x="4128051" y="1502162"/>
                </a:moveTo>
                <a:cubicBezTo>
                  <a:pt x="4157960" y="1502162"/>
                  <a:pt x="4182206" y="1526408"/>
                  <a:pt x="4182206" y="1556317"/>
                </a:cubicBezTo>
                <a:cubicBezTo>
                  <a:pt x="4182206" y="1586226"/>
                  <a:pt x="4157960" y="1610472"/>
                  <a:pt x="4128051" y="1610472"/>
                </a:cubicBezTo>
                <a:cubicBezTo>
                  <a:pt x="4098142" y="1610472"/>
                  <a:pt x="4073896" y="1586226"/>
                  <a:pt x="4073896" y="1556317"/>
                </a:cubicBezTo>
                <a:cubicBezTo>
                  <a:pt x="4073896" y="1526408"/>
                  <a:pt x="4098142" y="1502162"/>
                  <a:pt x="4128051" y="1502162"/>
                </a:cubicBezTo>
                <a:close/>
                <a:moveTo>
                  <a:pt x="3999636" y="1502162"/>
                </a:moveTo>
                <a:cubicBezTo>
                  <a:pt x="4029545" y="1502162"/>
                  <a:pt x="4053791" y="1526408"/>
                  <a:pt x="4053791" y="1556317"/>
                </a:cubicBezTo>
                <a:cubicBezTo>
                  <a:pt x="4053791" y="1586226"/>
                  <a:pt x="4029545" y="1610472"/>
                  <a:pt x="3999636" y="1610472"/>
                </a:cubicBezTo>
                <a:cubicBezTo>
                  <a:pt x="3969727" y="1610472"/>
                  <a:pt x="3945481" y="1586226"/>
                  <a:pt x="3945481" y="1556317"/>
                </a:cubicBezTo>
                <a:cubicBezTo>
                  <a:pt x="3945481" y="1526408"/>
                  <a:pt x="3969727" y="1502162"/>
                  <a:pt x="3999636" y="1502162"/>
                </a:cubicBezTo>
                <a:close/>
                <a:moveTo>
                  <a:pt x="3917642" y="1502162"/>
                </a:moveTo>
                <a:cubicBezTo>
                  <a:pt x="3921915" y="1502162"/>
                  <a:pt x="3925379" y="1505626"/>
                  <a:pt x="3925379" y="1509899"/>
                </a:cubicBezTo>
                <a:cubicBezTo>
                  <a:pt x="3925379" y="1540845"/>
                  <a:pt x="3925378" y="1571790"/>
                  <a:pt x="3925378" y="1602736"/>
                </a:cubicBezTo>
                <a:lnTo>
                  <a:pt x="3917642" y="1610472"/>
                </a:lnTo>
                <a:cubicBezTo>
                  <a:pt x="3913369" y="1610472"/>
                  <a:pt x="3909905" y="1607008"/>
                  <a:pt x="3909905" y="1602735"/>
                </a:cubicBezTo>
                <a:lnTo>
                  <a:pt x="3909905" y="1509899"/>
                </a:lnTo>
                <a:cubicBezTo>
                  <a:pt x="3909905" y="1505626"/>
                  <a:pt x="3913369" y="1502162"/>
                  <a:pt x="3917642" y="1502162"/>
                </a:cubicBezTo>
                <a:close/>
                <a:moveTo>
                  <a:pt x="3835645" y="1502162"/>
                </a:moveTo>
                <a:cubicBezTo>
                  <a:pt x="3865554" y="1502162"/>
                  <a:pt x="3889800" y="1526408"/>
                  <a:pt x="3889800" y="1556317"/>
                </a:cubicBezTo>
                <a:cubicBezTo>
                  <a:pt x="3889800" y="1586226"/>
                  <a:pt x="3865554" y="1610472"/>
                  <a:pt x="3835645" y="1610472"/>
                </a:cubicBezTo>
                <a:cubicBezTo>
                  <a:pt x="3805736" y="1610472"/>
                  <a:pt x="3781490" y="1586226"/>
                  <a:pt x="3781490" y="1556317"/>
                </a:cubicBezTo>
                <a:cubicBezTo>
                  <a:pt x="3781490" y="1526408"/>
                  <a:pt x="3805736" y="1502162"/>
                  <a:pt x="3835645" y="1502162"/>
                </a:cubicBezTo>
                <a:close/>
                <a:moveTo>
                  <a:pt x="3753651" y="1502162"/>
                </a:moveTo>
                <a:cubicBezTo>
                  <a:pt x="3757924" y="1502162"/>
                  <a:pt x="3761388" y="1505626"/>
                  <a:pt x="3761388" y="1509899"/>
                </a:cubicBezTo>
                <a:cubicBezTo>
                  <a:pt x="3761388" y="1540845"/>
                  <a:pt x="3761387" y="1571790"/>
                  <a:pt x="3761387" y="1602736"/>
                </a:cubicBezTo>
                <a:lnTo>
                  <a:pt x="3753651" y="1610472"/>
                </a:lnTo>
                <a:cubicBezTo>
                  <a:pt x="3749378" y="1610472"/>
                  <a:pt x="3745914" y="1607008"/>
                  <a:pt x="3745914" y="1602735"/>
                </a:cubicBezTo>
                <a:lnTo>
                  <a:pt x="3745914" y="1509899"/>
                </a:lnTo>
                <a:cubicBezTo>
                  <a:pt x="3745914" y="1505626"/>
                  <a:pt x="3749378" y="1502162"/>
                  <a:pt x="3753651" y="1502162"/>
                </a:cubicBezTo>
                <a:close/>
                <a:moveTo>
                  <a:pt x="3671654" y="1502162"/>
                </a:moveTo>
                <a:cubicBezTo>
                  <a:pt x="3701563" y="1502162"/>
                  <a:pt x="3725809" y="1526408"/>
                  <a:pt x="3725809" y="1556317"/>
                </a:cubicBezTo>
                <a:cubicBezTo>
                  <a:pt x="3725809" y="1586226"/>
                  <a:pt x="3701563" y="1610472"/>
                  <a:pt x="3671654" y="1610472"/>
                </a:cubicBezTo>
                <a:cubicBezTo>
                  <a:pt x="3641745" y="1610472"/>
                  <a:pt x="3617499" y="1586226"/>
                  <a:pt x="3617499" y="1556317"/>
                </a:cubicBezTo>
                <a:cubicBezTo>
                  <a:pt x="3617499" y="1526408"/>
                  <a:pt x="3641745" y="1502162"/>
                  <a:pt x="3671654" y="1502162"/>
                </a:cubicBezTo>
                <a:close/>
                <a:moveTo>
                  <a:pt x="3589660" y="1502162"/>
                </a:moveTo>
                <a:cubicBezTo>
                  <a:pt x="3593933" y="1502162"/>
                  <a:pt x="3597397" y="1505626"/>
                  <a:pt x="3597397" y="1509899"/>
                </a:cubicBezTo>
                <a:cubicBezTo>
                  <a:pt x="3597397" y="1540845"/>
                  <a:pt x="3597396" y="1571790"/>
                  <a:pt x="3597396" y="1602736"/>
                </a:cubicBezTo>
                <a:lnTo>
                  <a:pt x="3589660" y="1610472"/>
                </a:lnTo>
                <a:cubicBezTo>
                  <a:pt x="3585387" y="1610472"/>
                  <a:pt x="3581923" y="1607008"/>
                  <a:pt x="3581923" y="1602735"/>
                </a:cubicBezTo>
                <a:lnTo>
                  <a:pt x="3581923" y="1509899"/>
                </a:lnTo>
                <a:cubicBezTo>
                  <a:pt x="3581923" y="1505626"/>
                  <a:pt x="3585387" y="1502162"/>
                  <a:pt x="3589660" y="1502162"/>
                </a:cubicBezTo>
                <a:close/>
                <a:moveTo>
                  <a:pt x="3554082" y="1502162"/>
                </a:moveTo>
                <a:cubicBezTo>
                  <a:pt x="3558355" y="1502162"/>
                  <a:pt x="3561819" y="1505626"/>
                  <a:pt x="3561819" y="1509899"/>
                </a:cubicBezTo>
                <a:lnTo>
                  <a:pt x="3561819" y="1602735"/>
                </a:lnTo>
                <a:lnTo>
                  <a:pt x="3554082" y="1610472"/>
                </a:lnTo>
                <a:cubicBezTo>
                  <a:pt x="3549809" y="1610473"/>
                  <a:pt x="3546346" y="1607009"/>
                  <a:pt x="3546346" y="1602736"/>
                </a:cubicBezTo>
                <a:cubicBezTo>
                  <a:pt x="3546346" y="1571790"/>
                  <a:pt x="3546345" y="1540845"/>
                  <a:pt x="3546345" y="1509899"/>
                </a:cubicBezTo>
                <a:cubicBezTo>
                  <a:pt x="3546345" y="1505626"/>
                  <a:pt x="3549809" y="1502162"/>
                  <a:pt x="3554082" y="1502162"/>
                </a:cubicBezTo>
                <a:close/>
                <a:moveTo>
                  <a:pt x="3472087" y="1502162"/>
                </a:moveTo>
                <a:cubicBezTo>
                  <a:pt x="3501996" y="1502162"/>
                  <a:pt x="3526242" y="1526408"/>
                  <a:pt x="3526242" y="1556317"/>
                </a:cubicBezTo>
                <a:cubicBezTo>
                  <a:pt x="3526242" y="1586226"/>
                  <a:pt x="3501996" y="1610472"/>
                  <a:pt x="3472087" y="1610472"/>
                </a:cubicBezTo>
                <a:cubicBezTo>
                  <a:pt x="3442178" y="1610472"/>
                  <a:pt x="3417932" y="1586226"/>
                  <a:pt x="3417932" y="1556317"/>
                </a:cubicBezTo>
                <a:cubicBezTo>
                  <a:pt x="3417932" y="1526408"/>
                  <a:pt x="3442178" y="1502162"/>
                  <a:pt x="3472087" y="1502162"/>
                </a:cubicBezTo>
                <a:close/>
                <a:moveTo>
                  <a:pt x="3390091" y="1502162"/>
                </a:moveTo>
                <a:cubicBezTo>
                  <a:pt x="3394364" y="1502162"/>
                  <a:pt x="3397828" y="1505626"/>
                  <a:pt x="3397828" y="1509899"/>
                </a:cubicBezTo>
                <a:lnTo>
                  <a:pt x="3397828" y="1602735"/>
                </a:lnTo>
                <a:lnTo>
                  <a:pt x="3390091" y="1610472"/>
                </a:lnTo>
                <a:cubicBezTo>
                  <a:pt x="3385818" y="1610473"/>
                  <a:pt x="3382355" y="1607009"/>
                  <a:pt x="3382355" y="1602736"/>
                </a:cubicBezTo>
                <a:cubicBezTo>
                  <a:pt x="3382355" y="1571790"/>
                  <a:pt x="3382354" y="1540845"/>
                  <a:pt x="3382354" y="1509899"/>
                </a:cubicBezTo>
                <a:cubicBezTo>
                  <a:pt x="3382354" y="1505626"/>
                  <a:pt x="3385818" y="1502162"/>
                  <a:pt x="3390091" y="1502162"/>
                </a:cubicBezTo>
                <a:close/>
                <a:moveTo>
                  <a:pt x="3354514" y="1502162"/>
                </a:moveTo>
                <a:cubicBezTo>
                  <a:pt x="3358787" y="1502162"/>
                  <a:pt x="3362251" y="1505626"/>
                  <a:pt x="3362251" y="1509899"/>
                </a:cubicBezTo>
                <a:lnTo>
                  <a:pt x="3362251" y="1602735"/>
                </a:lnTo>
                <a:cubicBezTo>
                  <a:pt x="3362251" y="1607008"/>
                  <a:pt x="3358787" y="1610472"/>
                  <a:pt x="3354514" y="1610472"/>
                </a:cubicBezTo>
                <a:lnTo>
                  <a:pt x="3346778" y="1602736"/>
                </a:lnTo>
                <a:cubicBezTo>
                  <a:pt x="3346778" y="1571790"/>
                  <a:pt x="3346777" y="1540845"/>
                  <a:pt x="3346777" y="1509899"/>
                </a:cubicBezTo>
                <a:cubicBezTo>
                  <a:pt x="3346777" y="1505626"/>
                  <a:pt x="3350241" y="1502162"/>
                  <a:pt x="3354514" y="1502162"/>
                </a:cubicBezTo>
                <a:close/>
                <a:moveTo>
                  <a:pt x="3272519" y="1502162"/>
                </a:moveTo>
                <a:cubicBezTo>
                  <a:pt x="3302428" y="1502162"/>
                  <a:pt x="3326674" y="1526408"/>
                  <a:pt x="3326674" y="1556317"/>
                </a:cubicBezTo>
                <a:cubicBezTo>
                  <a:pt x="3326674" y="1586226"/>
                  <a:pt x="3302428" y="1610472"/>
                  <a:pt x="3272519" y="1610472"/>
                </a:cubicBezTo>
                <a:cubicBezTo>
                  <a:pt x="3242610" y="1610472"/>
                  <a:pt x="3218364" y="1586226"/>
                  <a:pt x="3218364" y="1556317"/>
                </a:cubicBezTo>
                <a:cubicBezTo>
                  <a:pt x="3218364" y="1526408"/>
                  <a:pt x="3242610" y="1502162"/>
                  <a:pt x="3272519" y="1502162"/>
                </a:cubicBezTo>
                <a:close/>
                <a:moveTo>
                  <a:pt x="3190523" y="1502162"/>
                </a:moveTo>
                <a:cubicBezTo>
                  <a:pt x="3194796" y="1502162"/>
                  <a:pt x="3198260" y="1505626"/>
                  <a:pt x="3198260" y="1509899"/>
                </a:cubicBezTo>
                <a:lnTo>
                  <a:pt x="3198260" y="1602735"/>
                </a:lnTo>
                <a:cubicBezTo>
                  <a:pt x="3198260" y="1607008"/>
                  <a:pt x="3194796" y="1610472"/>
                  <a:pt x="3190523" y="1610472"/>
                </a:cubicBezTo>
                <a:lnTo>
                  <a:pt x="3182787" y="1602736"/>
                </a:lnTo>
                <a:cubicBezTo>
                  <a:pt x="3182787" y="1571790"/>
                  <a:pt x="3182786" y="1540845"/>
                  <a:pt x="3182786" y="1509899"/>
                </a:cubicBezTo>
                <a:cubicBezTo>
                  <a:pt x="3182786" y="1505626"/>
                  <a:pt x="3186250" y="1502162"/>
                  <a:pt x="3190523" y="1502162"/>
                </a:cubicBezTo>
                <a:close/>
                <a:moveTo>
                  <a:pt x="3108528" y="1502162"/>
                </a:moveTo>
                <a:cubicBezTo>
                  <a:pt x="3138437" y="1502162"/>
                  <a:pt x="3162683" y="1526408"/>
                  <a:pt x="3162683" y="1556317"/>
                </a:cubicBezTo>
                <a:cubicBezTo>
                  <a:pt x="3162683" y="1586226"/>
                  <a:pt x="3138437" y="1610472"/>
                  <a:pt x="3108528" y="1610472"/>
                </a:cubicBezTo>
                <a:cubicBezTo>
                  <a:pt x="3078619" y="1610472"/>
                  <a:pt x="3054373" y="1586226"/>
                  <a:pt x="3054373" y="1556317"/>
                </a:cubicBezTo>
                <a:cubicBezTo>
                  <a:pt x="3054373" y="1526408"/>
                  <a:pt x="3078619" y="1502162"/>
                  <a:pt x="3108528" y="1502162"/>
                </a:cubicBezTo>
                <a:close/>
                <a:moveTo>
                  <a:pt x="3026533" y="1502162"/>
                </a:moveTo>
                <a:cubicBezTo>
                  <a:pt x="3030806" y="1502162"/>
                  <a:pt x="3034270" y="1505626"/>
                  <a:pt x="3034270" y="1509899"/>
                </a:cubicBezTo>
                <a:cubicBezTo>
                  <a:pt x="3034270" y="1540845"/>
                  <a:pt x="3034269" y="1571790"/>
                  <a:pt x="3034269" y="1602736"/>
                </a:cubicBezTo>
                <a:lnTo>
                  <a:pt x="3026533" y="1610472"/>
                </a:lnTo>
                <a:cubicBezTo>
                  <a:pt x="3022260" y="1610472"/>
                  <a:pt x="3018796" y="1607008"/>
                  <a:pt x="3018796" y="1602735"/>
                </a:cubicBezTo>
                <a:lnTo>
                  <a:pt x="3018796" y="1509899"/>
                </a:lnTo>
                <a:cubicBezTo>
                  <a:pt x="3018796" y="1505626"/>
                  <a:pt x="3022260" y="1502162"/>
                  <a:pt x="3026533" y="1502162"/>
                </a:cubicBezTo>
                <a:close/>
                <a:moveTo>
                  <a:pt x="2944537" y="1502162"/>
                </a:moveTo>
                <a:cubicBezTo>
                  <a:pt x="2974446" y="1502162"/>
                  <a:pt x="2998692" y="1526408"/>
                  <a:pt x="2998692" y="1556317"/>
                </a:cubicBezTo>
                <a:cubicBezTo>
                  <a:pt x="2998692" y="1586226"/>
                  <a:pt x="2974446" y="1610472"/>
                  <a:pt x="2944537" y="1610472"/>
                </a:cubicBezTo>
                <a:cubicBezTo>
                  <a:pt x="2914628" y="1610472"/>
                  <a:pt x="2890382" y="1586226"/>
                  <a:pt x="2890382" y="1556317"/>
                </a:cubicBezTo>
                <a:cubicBezTo>
                  <a:pt x="2890382" y="1526408"/>
                  <a:pt x="2914628" y="1502162"/>
                  <a:pt x="2944537" y="1502162"/>
                </a:cubicBezTo>
                <a:close/>
                <a:moveTo>
                  <a:pt x="2862541" y="1502162"/>
                </a:moveTo>
                <a:cubicBezTo>
                  <a:pt x="2866814" y="1502162"/>
                  <a:pt x="2870278" y="1505626"/>
                  <a:pt x="2870278" y="1509899"/>
                </a:cubicBezTo>
                <a:lnTo>
                  <a:pt x="2870278" y="1602735"/>
                </a:lnTo>
                <a:cubicBezTo>
                  <a:pt x="2870278" y="1607008"/>
                  <a:pt x="2866814" y="1610472"/>
                  <a:pt x="2862541" y="1610472"/>
                </a:cubicBezTo>
                <a:lnTo>
                  <a:pt x="2854805" y="1602736"/>
                </a:lnTo>
                <a:cubicBezTo>
                  <a:pt x="2854805" y="1571790"/>
                  <a:pt x="2854804" y="1540845"/>
                  <a:pt x="2854804" y="1509899"/>
                </a:cubicBezTo>
                <a:cubicBezTo>
                  <a:pt x="2854804" y="1505626"/>
                  <a:pt x="2858268" y="1502162"/>
                  <a:pt x="2862541" y="1502162"/>
                </a:cubicBezTo>
                <a:close/>
                <a:moveTo>
                  <a:pt x="2826964" y="1502162"/>
                </a:moveTo>
                <a:cubicBezTo>
                  <a:pt x="2831237" y="1502162"/>
                  <a:pt x="2834701" y="1505626"/>
                  <a:pt x="2834701" y="1509899"/>
                </a:cubicBezTo>
                <a:lnTo>
                  <a:pt x="2834701" y="1602735"/>
                </a:lnTo>
                <a:cubicBezTo>
                  <a:pt x="2834701" y="1607008"/>
                  <a:pt x="2831237" y="1610472"/>
                  <a:pt x="2826964" y="1610472"/>
                </a:cubicBezTo>
                <a:lnTo>
                  <a:pt x="2819228" y="1602736"/>
                </a:lnTo>
                <a:cubicBezTo>
                  <a:pt x="2819228" y="1571790"/>
                  <a:pt x="2819227" y="1540845"/>
                  <a:pt x="2819227" y="1509899"/>
                </a:cubicBezTo>
                <a:cubicBezTo>
                  <a:pt x="2819227" y="1505626"/>
                  <a:pt x="2822691" y="1502162"/>
                  <a:pt x="2826964" y="1502162"/>
                </a:cubicBezTo>
                <a:close/>
                <a:moveTo>
                  <a:pt x="2744969" y="1502162"/>
                </a:moveTo>
                <a:cubicBezTo>
                  <a:pt x="2774878" y="1502162"/>
                  <a:pt x="2799124" y="1526408"/>
                  <a:pt x="2799124" y="1556317"/>
                </a:cubicBezTo>
                <a:cubicBezTo>
                  <a:pt x="2799124" y="1586226"/>
                  <a:pt x="2774878" y="1610472"/>
                  <a:pt x="2744969" y="1610472"/>
                </a:cubicBezTo>
                <a:cubicBezTo>
                  <a:pt x="2715060" y="1610472"/>
                  <a:pt x="2690814" y="1586226"/>
                  <a:pt x="2690814" y="1556317"/>
                </a:cubicBezTo>
                <a:cubicBezTo>
                  <a:pt x="2690814" y="1526408"/>
                  <a:pt x="2715060" y="1502162"/>
                  <a:pt x="2744969" y="1502162"/>
                </a:cubicBezTo>
                <a:close/>
                <a:moveTo>
                  <a:pt x="2662974" y="1502162"/>
                </a:moveTo>
                <a:cubicBezTo>
                  <a:pt x="2667247" y="1502162"/>
                  <a:pt x="2670711" y="1505626"/>
                  <a:pt x="2670711" y="1509899"/>
                </a:cubicBezTo>
                <a:cubicBezTo>
                  <a:pt x="2670711" y="1540845"/>
                  <a:pt x="2670710" y="1571790"/>
                  <a:pt x="2670710" y="1602736"/>
                </a:cubicBezTo>
                <a:lnTo>
                  <a:pt x="2662974" y="1610472"/>
                </a:lnTo>
                <a:cubicBezTo>
                  <a:pt x="2658701" y="1610472"/>
                  <a:pt x="2655237" y="1607008"/>
                  <a:pt x="2655237" y="1602735"/>
                </a:cubicBezTo>
                <a:lnTo>
                  <a:pt x="2655237" y="1509899"/>
                </a:lnTo>
                <a:cubicBezTo>
                  <a:pt x="2655237" y="1505626"/>
                  <a:pt x="2658701" y="1502162"/>
                  <a:pt x="2662974" y="1502162"/>
                </a:cubicBezTo>
                <a:close/>
                <a:moveTo>
                  <a:pt x="2580978" y="1502162"/>
                </a:moveTo>
                <a:cubicBezTo>
                  <a:pt x="2610887" y="1502162"/>
                  <a:pt x="2635133" y="1526408"/>
                  <a:pt x="2635133" y="1556317"/>
                </a:cubicBezTo>
                <a:cubicBezTo>
                  <a:pt x="2635133" y="1586226"/>
                  <a:pt x="2610887" y="1610472"/>
                  <a:pt x="2580978" y="1610472"/>
                </a:cubicBezTo>
                <a:cubicBezTo>
                  <a:pt x="2551069" y="1610472"/>
                  <a:pt x="2526823" y="1586226"/>
                  <a:pt x="2526823" y="1556317"/>
                </a:cubicBezTo>
                <a:cubicBezTo>
                  <a:pt x="2526823" y="1526408"/>
                  <a:pt x="2551069" y="1502162"/>
                  <a:pt x="2580978" y="1502162"/>
                </a:cubicBezTo>
                <a:close/>
                <a:moveTo>
                  <a:pt x="2498982" y="1502162"/>
                </a:moveTo>
                <a:cubicBezTo>
                  <a:pt x="2503255" y="1502162"/>
                  <a:pt x="2506719" y="1505626"/>
                  <a:pt x="2506719" y="1509899"/>
                </a:cubicBezTo>
                <a:lnTo>
                  <a:pt x="2506719" y="1602735"/>
                </a:lnTo>
                <a:lnTo>
                  <a:pt x="2498982" y="1610472"/>
                </a:lnTo>
                <a:cubicBezTo>
                  <a:pt x="2494709" y="1610473"/>
                  <a:pt x="2491246" y="1607009"/>
                  <a:pt x="2491246" y="1602736"/>
                </a:cubicBezTo>
                <a:cubicBezTo>
                  <a:pt x="2491246" y="1571790"/>
                  <a:pt x="2491245" y="1540845"/>
                  <a:pt x="2491245" y="1509899"/>
                </a:cubicBezTo>
                <a:cubicBezTo>
                  <a:pt x="2491245" y="1505626"/>
                  <a:pt x="2494709" y="1502162"/>
                  <a:pt x="2498982" y="1502162"/>
                </a:cubicBezTo>
                <a:close/>
                <a:moveTo>
                  <a:pt x="2416987" y="1502162"/>
                </a:moveTo>
                <a:cubicBezTo>
                  <a:pt x="2446896" y="1502162"/>
                  <a:pt x="2471142" y="1526408"/>
                  <a:pt x="2471142" y="1556317"/>
                </a:cubicBezTo>
                <a:cubicBezTo>
                  <a:pt x="2471142" y="1586226"/>
                  <a:pt x="2446896" y="1610472"/>
                  <a:pt x="2416987" y="1610472"/>
                </a:cubicBezTo>
                <a:cubicBezTo>
                  <a:pt x="2387078" y="1610472"/>
                  <a:pt x="2362832" y="1586226"/>
                  <a:pt x="2362832" y="1556317"/>
                </a:cubicBezTo>
                <a:cubicBezTo>
                  <a:pt x="2362832" y="1526408"/>
                  <a:pt x="2387078" y="1502162"/>
                  <a:pt x="2416987" y="1502162"/>
                </a:cubicBezTo>
                <a:close/>
                <a:moveTo>
                  <a:pt x="2334991" y="1502162"/>
                </a:moveTo>
                <a:cubicBezTo>
                  <a:pt x="2339264" y="1502162"/>
                  <a:pt x="2342728" y="1505626"/>
                  <a:pt x="2342728" y="1509899"/>
                </a:cubicBezTo>
                <a:lnTo>
                  <a:pt x="2342728" y="1602735"/>
                </a:lnTo>
                <a:lnTo>
                  <a:pt x="2334991" y="1610472"/>
                </a:lnTo>
                <a:cubicBezTo>
                  <a:pt x="2330718" y="1610473"/>
                  <a:pt x="2327255" y="1607009"/>
                  <a:pt x="2327255" y="1602736"/>
                </a:cubicBezTo>
                <a:cubicBezTo>
                  <a:pt x="2327255" y="1571790"/>
                  <a:pt x="2327254" y="1540845"/>
                  <a:pt x="2327254" y="1509899"/>
                </a:cubicBezTo>
                <a:cubicBezTo>
                  <a:pt x="2327254" y="1505626"/>
                  <a:pt x="2330718" y="1502162"/>
                  <a:pt x="2334991" y="1502162"/>
                </a:cubicBezTo>
                <a:close/>
                <a:moveTo>
                  <a:pt x="2299414" y="1502162"/>
                </a:moveTo>
                <a:cubicBezTo>
                  <a:pt x="2303687" y="1502162"/>
                  <a:pt x="2307151" y="1505626"/>
                  <a:pt x="2307151" y="1509899"/>
                </a:cubicBezTo>
                <a:lnTo>
                  <a:pt x="2307151" y="1602735"/>
                </a:lnTo>
                <a:lnTo>
                  <a:pt x="2299414" y="1610472"/>
                </a:lnTo>
                <a:cubicBezTo>
                  <a:pt x="2295141" y="1610473"/>
                  <a:pt x="2291678" y="1607009"/>
                  <a:pt x="2291678" y="1602736"/>
                </a:cubicBezTo>
                <a:cubicBezTo>
                  <a:pt x="2291678" y="1571790"/>
                  <a:pt x="2291677" y="1540845"/>
                  <a:pt x="2291677" y="1509899"/>
                </a:cubicBezTo>
                <a:cubicBezTo>
                  <a:pt x="2291677" y="1505626"/>
                  <a:pt x="2295141" y="1502162"/>
                  <a:pt x="2299414" y="1502162"/>
                </a:cubicBezTo>
                <a:close/>
                <a:moveTo>
                  <a:pt x="2217419" y="1502162"/>
                </a:moveTo>
                <a:cubicBezTo>
                  <a:pt x="2247328" y="1502162"/>
                  <a:pt x="2271574" y="1526408"/>
                  <a:pt x="2271574" y="1556317"/>
                </a:cubicBezTo>
                <a:cubicBezTo>
                  <a:pt x="2271574" y="1586226"/>
                  <a:pt x="2247328" y="1610472"/>
                  <a:pt x="2217419" y="1610472"/>
                </a:cubicBezTo>
                <a:cubicBezTo>
                  <a:pt x="2187510" y="1610472"/>
                  <a:pt x="2163264" y="1586226"/>
                  <a:pt x="2163264" y="1556317"/>
                </a:cubicBezTo>
                <a:cubicBezTo>
                  <a:pt x="2163264" y="1526408"/>
                  <a:pt x="2187510" y="1502162"/>
                  <a:pt x="2217419" y="1502162"/>
                </a:cubicBezTo>
                <a:close/>
                <a:moveTo>
                  <a:pt x="2135424" y="1502162"/>
                </a:moveTo>
                <a:cubicBezTo>
                  <a:pt x="2139697" y="1502162"/>
                  <a:pt x="2143161" y="1505626"/>
                  <a:pt x="2143161" y="1509899"/>
                </a:cubicBezTo>
                <a:cubicBezTo>
                  <a:pt x="2143161" y="1540845"/>
                  <a:pt x="2143160" y="1571790"/>
                  <a:pt x="2143160" y="1602736"/>
                </a:cubicBezTo>
                <a:lnTo>
                  <a:pt x="2135424" y="1610472"/>
                </a:lnTo>
                <a:cubicBezTo>
                  <a:pt x="2131151" y="1610472"/>
                  <a:pt x="2127687" y="1607008"/>
                  <a:pt x="2127687" y="1602735"/>
                </a:cubicBezTo>
                <a:lnTo>
                  <a:pt x="2127687" y="1509899"/>
                </a:lnTo>
                <a:cubicBezTo>
                  <a:pt x="2127687" y="1505626"/>
                  <a:pt x="2131151" y="1502162"/>
                  <a:pt x="2135424" y="1502162"/>
                </a:cubicBezTo>
                <a:close/>
                <a:moveTo>
                  <a:pt x="2053428" y="1502162"/>
                </a:moveTo>
                <a:cubicBezTo>
                  <a:pt x="2083337" y="1502162"/>
                  <a:pt x="2107583" y="1526408"/>
                  <a:pt x="2107583" y="1556317"/>
                </a:cubicBezTo>
                <a:cubicBezTo>
                  <a:pt x="2107583" y="1586226"/>
                  <a:pt x="2083337" y="1610472"/>
                  <a:pt x="2053428" y="1610472"/>
                </a:cubicBezTo>
                <a:cubicBezTo>
                  <a:pt x="2023519" y="1610472"/>
                  <a:pt x="1999273" y="1586226"/>
                  <a:pt x="1999273" y="1556317"/>
                </a:cubicBezTo>
                <a:cubicBezTo>
                  <a:pt x="1999273" y="1526408"/>
                  <a:pt x="2023519" y="1502162"/>
                  <a:pt x="2053428" y="1502162"/>
                </a:cubicBezTo>
                <a:close/>
                <a:moveTo>
                  <a:pt x="1971433" y="1502162"/>
                </a:moveTo>
                <a:cubicBezTo>
                  <a:pt x="1975706" y="1502162"/>
                  <a:pt x="1979170" y="1505626"/>
                  <a:pt x="1979170" y="1509899"/>
                </a:cubicBezTo>
                <a:cubicBezTo>
                  <a:pt x="1979170" y="1540845"/>
                  <a:pt x="1979169" y="1571790"/>
                  <a:pt x="1979169" y="1602736"/>
                </a:cubicBezTo>
                <a:lnTo>
                  <a:pt x="1971433" y="1610472"/>
                </a:lnTo>
                <a:cubicBezTo>
                  <a:pt x="1967160" y="1610472"/>
                  <a:pt x="1963696" y="1607008"/>
                  <a:pt x="1963696" y="1602735"/>
                </a:cubicBezTo>
                <a:lnTo>
                  <a:pt x="1963696" y="1509899"/>
                </a:lnTo>
                <a:cubicBezTo>
                  <a:pt x="1963696" y="1505626"/>
                  <a:pt x="1967160" y="1502162"/>
                  <a:pt x="1971433" y="1502162"/>
                </a:cubicBezTo>
                <a:close/>
                <a:moveTo>
                  <a:pt x="1889437" y="1502162"/>
                </a:moveTo>
                <a:cubicBezTo>
                  <a:pt x="1919346" y="1502162"/>
                  <a:pt x="1943592" y="1526408"/>
                  <a:pt x="1943592" y="1556317"/>
                </a:cubicBezTo>
                <a:cubicBezTo>
                  <a:pt x="1943592" y="1586226"/>
                  <a:pt x="1919346" y="1610472"/>
                  <a:pt x="1889437" y="1610472"/>
                </a:cubicBezTo>
                <a:cubicBezTo>
                  <a:pt x="1859528" y="1610472"/>
                  <a:pt x="1835282" y="1586226"/>
                  <a:pt x="1835282" y="1556317"/>
                </a:cubicBezTo>
                <a:cubicBezTo>
                  <a:pt x="1835282" y="1526408"/>
                  <a:pt x="1859528" y="1502162"/>
                  <a:pt x="1889437" y="1502162"/>
                </a:cubicBezTo>
                <a:close/>
                <a:moveTo>
                  <a:pt x="1807442" y="1502162"/>
                </a:moveTo>
                <a:cubicBezTo>
                  <a:pt x="1811715" y="1502162"/>
                  <a:pt x="1815179" y="1505626"/>
                  <a:pt x="1815179" y="1509899"/>
                </a:cubicBezTo>
                <a:cubicBezTo>
                  <a:pt x="1815179" y="1540845"/>
                  <a:pt x="1815178" y="1571790"/>
                  <a:pt x="1815178" y="1602736"/>
                </a:cubicBezTo>
                <a:lnTo>
                  <a:pt x="1807442" y="1610472"/>
                </a:lnTo>
                <a:cubicBezTo>
                  <a:pt x="1803169" y="1610472"/>
                  <a:pt x="1799705" y="1607008"/>
                  <a:pt x="1799705" y="1602735"/>
                </a:cubicBezTo>
                <a:lnTo>
                  <a:pt x="1799705" y="1509899"/>
                </a:lnTo>
                <a:cubicBezTo>
                  <a:pt x="1799705" y="1505626"/>
                  <a:pt x="1803169" y="1502162"/>
                  <a:pt x="1807442" y="1502162"/>
                </a:cubicBezTo>
                <a:close/>
                <a:moveTo>
                  <a:pt x="1771866" y="1502162"/>
                </a:moveTo>
                <a:cubicBezTo>
                  <a:pt x="1776139" y="1502162"/>
                  <a:pt x="1779603" y="1505626"/>
                  <a:pt x="1779603" y="1509899"/>
                </a:cubicBezTo>
                <a:cubicBezTo>
                  <a:pt x="1779603" y="1540845"/>
                  <a:pt x="1779602" y="1571790"/>
                  <a:pt x="1779602" y="1602736"/>
                </a:cubicBezTo>
                <a:lnTo>
                  <a:pt x="1771866" y="1610472"/>
                </a:lnTo>
                <a:cubicBezTo>
                  <a:pt x="1767593" y="1610472"/>
                  <a:pt x="1764129" y="1607008"/>
                  <a:pt x="1764129" y="1602735"/>
                </a:cubicBezTo>
                <a:lnTo>
                  <a:pt x="1764129" y="1509899"/>
                </a:lnTo>
                <a:cubicBezTo>
                  <a:pt x="1764129" y="1505626"/>
                  <a:pt x="1767593" y="1502162"/>
                  <a:pt x="1771866" y="1502162"/>
                </a:cubicBezTo>
                <a:close/>
                <a:moveTo>
                  <a:pt x="1689869" y="1502162"/>
                </a:moveTo>
                <a:cubicBezTo>
                  <a:pt x="1719778" y="1502162"/>
                  <a:pt x="1744024" y="1526408"/>
                  <a:pt x="1744024" y="1556317"/>
                </a:cubicBezTo>
                <a:cubicBezTo>
                  <a:pt x="1744024" y="1586226"/>
                  <a:pt x="1719778" y="1610472"/>
                  <a:pt x="1689869" y="1610472"/>
                </a:cubicBezTo>
                <a:cubicBezTo>
                  <a:pt x="1659960" y="1610472"/>
                  <a:pt x="1635714" y="1586226"/>
                  <a:pt x="1635714" y="1556317"/>
                </a:cubicBezTo>
                <a:cubicBezTo>
                  <a:pt x="1635714" y="1526408"/>
                  <a:pt x="1659960" y="1502162"/>
                  <a:pt x="1689869" y="1502162"/>
                </a:cubicBezTo>
                <a:close/>
                <a:moveTo>
                  <a:pt x="1561455" y="1502162"/>
                </a:moveTo>
                <a:cubicBezTo>
                  <a:pt x="1591364" y="1502162"/>
                  <a:pt x="1615610" y="1526408"/>
                  <a:pt x="1615610" y="1556317"/>
                </a:cubicBezTo>
                <a:cubicBezTo>
                  <a:pt x="1615610" y="1586226"/>
                  <a:pt x="1591364" y="1610472"/>
                  <a:pt x="1561455" y="1610472"/>
                </a:cubicBezTo>
                <a:cubicBezTo>
                  <a:pt x="1531546" y="1610472"/>
                  <a:pt x="1507300" y="1586226"/>
                  <a:pt x="1507300" y="1556317"/>
                </a:cubicBezTo>
                <a:cubicBezTo>
                  <a:pt x="1507300" y="1526408"/>
                  <a:pt x="1531546" y="1502162"/>
                  <a:pt x="1561455" y="1502162"/>
                </a:cubicBezTo>
                <a:close/>
                <a:moveTo>
                  <a:pt x="1479460" y="1502162"/>
                </a:moveTo>
                <a:cubicBezTo>
                  <a:pt x="1483733" y="1502162"/>
                  <a:pt x="1487197" y="1505626"/>
                  <a:pt x="1487197" y="1509899"/>
                </a:cubicBezTo>
                <a:cubicBezTo>
                  <a:pt x="1487197" y="1540845"/>
                  <a:pt x="1487196" y="1571790"/>
                  <a:pt x="1487196" y="1602736"/>
                </a:cubicBezTo>
                <a:lnTo>
                  <a:pt x="1479460" y="1610472"/>
                </a:lnTo>
                <a:cubicBezTo>
                  <a:pt x="1475187" y="1610472"/>
                  <a:pt x="1471723" y="1607008"/>
                  <a:pt x="1471723" y="1602735"/>
                </a:cubicBezTo>
                <a:lnTo>
                  <a:pt x="1471723" y="1509899"/>
                </a:lnTo>
                <a:cubicBezTo>
                  <a:pt x="1471723" y="1505626"/>
                  <a:pt x="1475187" y="1502162"/>
                  <a:pt x="1479460" y="1502162"/>
                </a:cubicBezTo>
                <a:close/>
                <a:moveTo>
                  <a:pt x="1397464" y="1502162"/>
                </a:moveTo>
                <a:cubicBezTo>
                  <a:pt x="1427373" y="1502162"/>
                  <a:pt x="1451619" y="1526408"/>
                  <a:pt x="1451619" y="1556317"/>
                </a:cubicBezTo>
                <a:cubicBezTo>
                  <a:pt x="1451619" y="1586226"/>
                  <a:pt x="1427373" y="1610472"/>
                  <a:pt x="1397464" y="1610472"/>
                </a:cubicBezTo>
                <a:cubicBezTo>
                  <a:pt x="1367555" y="1610472"/>
                  <a:pt x="1343309" y="1586226"/>
                  <a:pt x="1343309" y="1556317"/>
                </a:cubicBezTo>
                <a:cubicBezTo>
                  <a:pt x="1343309" y="1526408"/>
                  <a:pt x="1367555" y="1502162"/>
                  <a:pt x="1397464" y="1502162"/>
                </a:cubicBezTo>
                <a:close/>
                <a:moveTo>
                  <a:pt x="1315469" y="1502162"/>
                </a:moveTo>
                <a:cubicBezTo>
                  <a:pt x="1319742" y="1502162"/>
                  <a:pt x="1323206" y="1505626"/>
                  <a:pt x="1323206" y="1509899"/>
                </a:cubicBezTo>
                <a:cubicBezTo>
                  <a:pt x="1323206" y="1540845"/>
                  <a:pt x="1323205" y="1571790"/>
                  <a:pt x="1323205" y="1602736"/>
                </a:cubicBezTo>
                <a:lnTo>
                  <a:pt x="1315469" y="1610472"/>
                </a:lnTo>
                <a:cubicBezTo>
                  <a:pt x="1311196" y="1610472"/>
                  <a:pt x="1307732" y="1607008"/>
                  <a:pt x="1307732" y="1602735"/>
                </a:cubicBezTo>
                <a:lnTo>
                  <a:pt x="1307732" y="1509899"/>
                </a:lnTo>
                <a:cubicBezTo>
                  <a:pt x="1307732" y="1505626"/>
                  <a:pt x="1311196" y="1502162"/>
                  <a:pt x="1315469" y="1502162"/>
                </a:cubicBezTo>
                <a:close/>
                <a:moveTo>
                  <a:pt x="1279893" y="1502162"/>
                </a:moveTo>
                <a:cubicBezTo>
                  <a:pt x="1284166" y="1502162"/>
                  <a:pt x="1287630" y="1505626"/>
                  <a:pt x="1287630" y="1509899"/>
                </a:cubicBezTo>
                <a:cubicBezTo>
                  <a:pt x="1287630" y="1540845"/>
                  <a:pt x="1287629" y="1571790"/>
                  <a:pt x="1287629" y="1602736"/>
                </a:cubicBezTo>
                <a:lnTo>
                  <a:pt x="1279893" y="1610472"/>
                </a:lnTo>
                <a:cubicBezTo>
                  <a:pt x="1275620" y="1610472"/>
                  <a:pt x="1272156" y="1607008"/>
                  <a:pt x="1272156" y="1602735"/>
                </a:cubicBezTo>
                <a:lnTo>
                  <a:pt x="1272156" y="1509899"/>
                </a:lnTo>
                <a:cubicBezTo>
                  <a:pt x="1272156" y="1505626"/>
                  <a:pt x="1275620" y="1502162"/>
                  <a:pt x="1279893" y="1502162"/>
                </a:cubicBezTo>
                <a:close/>
                <a:moveTo>
                  <a:pt x="1197896" y="1502162"/>
                </a:moveTo>
                <a:cubicBezTo>
                  <a:pt x="1227805" y="1502162"/>
                  <a:pt x="1252051" y="1526408"/>
                  <a:pt x="1252051" y="1556317"/>
                </a:cubicBezTo>
                <a:cubicBezTo>
                  <a:pt x="1252051" y="1586226"/>
                  <a:pt x="1227805" y="1610472"/>
                  <a:pt x="1197896" y="1610472"/>
                </a:cubicBezTo>
                <a:cubicBezTo>
                  <a:pt x="1167987" y="1610472"/>
                  <a:pt x="1143741" y="1586226"/>
                  <a:pt x="1143741" y="1556317"/>
                </a:cubicBezTo>
                <a:cubicBezTo>
                  <a:pt x="1143741" y="1526408"/>
                  <a:pt x="1167987" y="1502162"/>
                  <a:pt x="1197896" y="1502162"/>
                </a:cubicBezTo>
                <a:close/>
                <a:moveTo>
                  <a:pt x="1115902" y="1502162"/>
                </a:moveTo>
                <a:cubicBezTo>
                  <a:pt x="1120175" y="1502162"/>
                  <a:pt x="1123639" y="1505626"/>
                  <a:pt x="1123639" y="1509899"/>
                </a:cubicBezTo>
                <a:cubicBezTo>
                  <a:pt x="1123639" y="1540845"/>
                  <a:pt x="1123638" y="1571790"/>
                  <a:pt x="1123638" y="1602736"/>
                </a:cubicBezTo>
                <a:lnTo>
                  <a:pt x="1115902" y="1610472"/>
                </a:lnTo>
                <a:cubicBezTo>
                  <a:pt x="1111629" y="1610472"/>
                  <a:pt x="1108165" y="1607008"/>
                  <a:pt x="1108165" y="1602735"/>
                </a:cubicBezTo>
                <a:lnTo>
                  <a:pt x="1108165" y="1509899"/>
                </a:lnTo>
                <a:cubicBezTo>
                  <a:pt x="1108165" y="1505626"/>
                  <a:pt x="1111629" y="1502162"/>
                  <a:pt x="1115902" y="1502162"/>
                </a:cubicBezTo>
                <a:close/>
                <a:moveTo>
                  <a:pt x="1080325" y="1502162"/>
                </a:moveTo>
                <a:cubicBezTo>
                  <a:pt x="1084598" y="1502162"/>
                  <a:pt x="1088062" y="1505626"/>
                  <a:pt x="1088062" y="1509899"/>
                </a:cubicBezTo>
                <a:cubicBezTo>
                  <a:pt x="1088062" y="1540845"/>
                  <a:pt x="1088061" y="1571790"/>
                  <a:pt x="1088061" y="1602736"/>
                </a:cubicBezTo>
                <a:lnTo>
                  <a:pt x="1080325" y="1610472"/>
                </a:lnTo>
                <a:cubicBezTo>
                  <a:pt x="1076052" y="1610472"/>
                  <a:pt x="1072588" y="1607008"/>
                  <a:pt x="1072588" y="1602735"/>
                </a:cubicBezTo>
                <a:lnTo>
                  <a:pt x="1072588" y="1509899"/>
                </a:lnTo>
                <a:cubicBezTo>
                  <a:pt x="1072588" y="1505626"/>
                  <a:pt x="1076052" y="1502162"/>
                  <a:pt x="1080325" y="1502162"/>
                </a:cubicBezTo>
                <a:close/>
                <a:moveTo>
                  <a:pt x="1044748" y="1502162"/>
                </a:moveTo>
                <a:cubicBezTo>
                  <a:pt x="1049021" y="1502162"/>
                  <a:pt x="1052485" y="1505626"/>
                  <a:pt x="1052485" y="1509899"/>
                </a:cubicBezTo>
                <a:cubicBezTo>
                  <a:pt x="1052485" y="1540845"/>
                  <a:pt x="1052484" y="1571790"/>
                  <a:pt x="1052484" y="1602736"/>
                </a:cubicBezTo>
                <a:lnTo>
                  <a:pt x="1044748" y="1610472"/>
                </a:lnTo>
                <a:cubicBezTo>
                  <a:pt x="1040475" y="1610472"/>
                  <a:pt x="1037011" y="1607008"/>
                  <a:pt x="1037011" y="1602735"/>
                </a:cubicBezTo>
                <a:lnTo>
                  <a:pt x="1037011" y="1509899"/>
                </a:lnTo>
                <a:cubicBezTo>
                  <a:pt x="1037011" y="1505626"/>
                  <a:pt x="1040475" y="1502162"/>
                  <a:pt x="1044748" y="1502162"/>
                </a:cubicBezTo>
                <a:close/>
                <a:moveTo>
                  <a:pt x="962752" y="1502162"/>
                </a:moveTo>
                <a:cubicBezTo>
                  <a:pt x="992661" y="1502162"/>
                  <a:pt x="1016907" y="1526408"/>
                  <a:pt x="1016907" y="1556317"/>
                </a:cubicBezTo>
                <a:cubicBezTo>
                  <a:pt x="1016907" y="1586226"/>
                  <a:pt x="992661" y="1610472"/>
                  <a:pt x="962752" y="1610472"/>
                </a:cubicBezTo>
                <a:cubicBezTo>
                  <a:pt x="932843" y="1610472"/>
                  <a:pt x="908597" y="1586226"/>
                  <a:pt x="908597" y="1556317"/>
                </a:cubicBezTo>
                <a:cubicBezTo>
                  <a:pt x="908597" y="1526408"/>
                  <a:pt x="932843" y="1502162"/>
                  <a:pt x="962752" y="1502162"/>
                </a:cubicBezTo>
                <a:close/>
                <a:moveTo>
                  <a:pt x="880757" y="1502162"/>
                </a:moveTo>
                <a:cubicBezTo>
                  <a:pt x="885030" y="1502162"/>
                  <a:pt x="888494" y="1505626"/>
                  <a:pt x="888494" y="1509899"/>
                </a:cubicBezTo>
                <a:cubicBezTo>
                  <a:pt x="888494" y="1540845"/>
                  <a:pt x="888493" y="1571790"/>
                  <a:pt x="888493" y="1602736"/>
                </a:cubicBezTo>
                <a:lnTo>
                  <a:pt x="880757" y="1610472"/>
                </a:lnTo>
                <a:cubicBezTo>
                  <a:pt x="876484" y="1610472"/>
                  <a:pt x="873020" y="1607008"/>
                  <a:pt x="873020" y="1602735"/>
                </a:cubicBezTo>
                <a:lnTo>
                  <a:pt x="873020" y="1509899"/>
                </a:lnTo>
                <a:cubicBezTo>
                  <a:pt x="873141" y="1505626"/>
                  <a:pt x="876578" y="1502162"/>
                  <a:pt x="880757" y="1502162"/>
                </a:cubicBezTo>
                <a:close/>
                <a:moveTo>
                  <a:pt x="798761" y="1502162"/>
                </a:moveTo>
                <a:cubicBezTo>
                  <a:pt x="828670" y="1502162"/>
                  <a:pt x="852916" y="1526408"/>
                  <a:pt x="852916" y="1556317"/>
                </a:cubicBezTo>
                <a:cubicBezTo>
                  <a:pt x="852913" y="1586226"/>
                  <a:pt x="828667" y="1610472"/>
                  <a:pt x="798761" y="1610472"/>
                </a:cubicBezTo>
                <a:cubicBezTo>
                  <a:pt x="768852" y="1610472"/>
                  <a:pt x="744606" y="1586226"/>
                  <a:pt x="744606" y="1556317"/>
                </a:cubicBezTo>
                <a:cubicBezTo>
                  <a:pt x="744606" y="1526408"/>
                  <a:pt x="768852" y="1502162"/>
                  <a:pt x="798761" y="1502162"/>
                </a:cubicBezTo>
                <a:close/>
                <a:moveTo>
                  <a:pt x="670347" y="1502162"/>
                </a:moveTo>
                <a:cubicBezTo>
                  <a:pt x="700256" y="1502162"/>
                  <a:pt x="724502" y="1526408"/>
                  <a:pt x="724502" y="1556317"/>
                </a:cubicBezTo>
                <a:cubicBezTo>
                  <a:pt x="724499" y="1586226"/>
                  <a:pt x="700253" y="1610472"/>
                  <a:pt x="670347" y="1610472"/>
                </a:cubicBezTo>
                <a:cubicBezTo>
                  <a:pt x="640438" y="1610472"/>
                  <a:pt x="616192" y="1586226"/>
                  <a:pt x="616192" y="1556317"/>
                </a:cubicBezTo>
                <a:cubicBezTo>
                  <a:pt x="616192" y="1526408"/>
                  <a:pt x="640438" y="1502162"/>
                  <a:pt x="670347" y="1502162"/>
                </a:cubicBezTo>
                <a:close/>
                <a:moveTo>
                  <a:pt x="588352" y="1502162"/>
                </a:moveTo>
                <a:cubicBezTo>
                  <a:pt x="592625" y="1502162"/>
                  <a:pt x="596089" y="1505626"/>
                  <a:pt x="596089" y="1509899"/>
                </a:cubicBezTo>
                <a:cubicBezTo>
                  <a:pt x="596089" y="1540845"/>
                  <a:pt x="596088" y="1571790"/>
                  <a:pt x="596088" y="1602736"/>
                </a:cubicBezTo>
                <a:lnTo>
                  <a:pt x="588352" y="1610472"/>
                </a:lnTo>
                <a:cubicBezTo>
                  <a:pt x="584079" y="1610472"/>
                  <a:pt x="580615" y="1607008"/>
                  <a:pt x="580615" y="1602735"/>
                </a:cubicBezTo>
                <a:lnTo>
                  <a:pt x="580615" y="1509899"/>
                </a:lnTo>
                <a:cubicBezTo>
                  <a:pt x="580736" y="1505626"/>
                  <a:pt x="584172" y="1502162"/>
                  <a:pt x="588352" y="1502162"/>
                </a:cubicBezTo>
                <a:close/>
                <a:moveTo>
                  <a:pt x="552775" y="1502162"/>
                </a:moveTo>
                <a:cubicBezTo>
                  <a:pt x="557048" y="1502162"/>
                  <a:pt x="560512" y="1505626"/>
                  <a:pt x="560512" y="1509899"/>
                </a:cubicBezTo>
                <a:cubicBezTo>
                  <a:pt x="560512" y="1540845"/>
                  <a:pt x="560511" y="1571790"/>
                  <a:pt x="560511" y="1602736"/>
                </a:cubicBezTo>
                <a:lnTo>
                  <a:pt x="552775" y="1610472"/>
                </a:lnTo>
                <a:cubicBezTo>
                  <a:pt x="548502" y="1610472"/>
                  <a:pt x="545038" y="1607008"/>
                  <a:pt x="545038" y="1602735"/>
                </a:cubicBezTo>
                <a:lnTo>
                  <a:pt x="545038" y="1509899"/>
                </a:lnTo>
                <a:cubicBezTo>
                  <a:pt x="545159" y="1505626"/>
                  <a:pt x="548596" y="1502162"/>
                  <a:pt x="552775" y="1502162"/>
                </a:cubicBezTo>
                <a:close/>
                <a:moveTo>
                  <a:pt x="470779" y="1502162"/>
                </a:moveTo>
                <a:cubicBezTo>
                  <a:pt x="500688" y="1502162"/>
                  <a:pt x="524934" y="1526408"/>
                  <a:pt x="524934" y="1556317"/>
                </a:cubicBezTo>
                <a:cubicBezTo>
                  <a:pt x="524931" y="1586226"/>
                  <a:pt x="500685" y="1610472"/>
                  <a:pt x="470779" y="1610472"/>
                </a:cubicBezTo>
                <a:cubicBezTo>
                  <a:pt x="440870" y="1610472"/>
                  <a:pt x="416624" y="1586226"/>
                  <a:pt x="416624" y="1556317"/>
                </a:cubicBezTo>
                <a:cubicBezTo>
                  <a:pt x="416624" y="1526408"/>
                  <a:pt x="440870" y="1502162"/>
                  <a:pt x="470779" y="1502162"/>
                </a:cubicBezTo>
                <a:close/>
                <a:moveTo>
                  <a:pt x="342365" y="1502162"/>
                </a:moveTo>
                <a:cubicBezTo>
                  <a:pt x="372274" y="1502162"/>
                  <a:pt x="396520" y="1526408"/>
                  <a:pt x="396520" y="1556317"/>
                </a:cubicBezTo>
                <a:cubicBezTo>
                  <a:pt x="396517" y="1586226"/>
                  <a:pt x="372273" y="1610472"/>
                  <a:pt x="342365" y="1610472"/>
                </a:cubicBezTo>
                <a:cubicBezTo>
                  <a:pt x="312456" y="1610472"/>
                  <a:pt x="288210" y="1586226"/>
                  <a:pt x="288210" y="1556317"/>
                </a:cubicBezTo>
                <a:cubicBezTo>
                  <a:pt x="288210" y="1526408"/>
                  <a:pt x="312456" y="1502162"/>
                  <a:pt x="342365" y="1502162"/>
                </a:cubicBezTo>
                <a:close/>
                <a:moveTo>
                  <a:pt x="260370" y="1502162"/>
                </a:moveTo>
                <a:cubicBezTo>
                  <a:pt x="264643" y="1502162"/>
                  <a:pt x="268107" y="1505626"/>
                  <a:pt x="268107" y="1509899"/>
                </a:cubicBezTo>
                <a:cubicBezTo>
                  <a:pt x="268107" y="1540845"/>
                  <a:pt x="268106" y="1571790"/>
                  <a:pt x="268106" y="1602736"/>
                </a:cubicBezTo>
                <a:lnTo>
                  <a:pt x="260370" y="1610472"/>
                </a:lnTo>
                <a:cubicBezTo>
                  <a:pt x="256097" y="1610472"/>
                  <a:pt x="252633" y="1607008"/>
                  <a:pt x="252633" y="1602735"/>
                </a:cubicBezTo>
                <a:lnTo>
                  <a:pt x="252633" y="1509899"/>
                </a:lnTo>
                <a:cubicBezTo>
                  <a:pt x="252737" y="1505626"/>
                  <a:pt x="256155" y="1502162"/>
                  <a:pt x="260370" y="1502162"/>
                </a:cubicBezTo>
                <a:close/>
                <a:moveTo>
                  <a:pt x="178374" y="1502162"/>
                </a:moveTo>
                <a:cubicBezTo>
                  <a:pt x="208283" y="1502162"/>
                  <a:pt x="232529" y="1526408"/>
                  <a:pt x="232529" y="1556317"/>
                </a:cubicBezTo>
                <a:cubicBezTo>
                  <a:pt x="232526" y="1586226"/>
                  <a:pt x="208282" y="1610472"/>
                  <a:pt x="178374" y="1610472"/>
                </a:cubicBezTo>
                <a:cubicBezTo>
                  <a:pt x="148465" y="1610472"/>
                  <a:pt x="124219" y="1586226"/>
                  <a:pt x="124219" y="1556317"/>
                </a:cubicBezTo>
                <a:cubicBezTo>
                  <a:pt x="124219" y="1526408"/>
                  <a:pt x="148465" y="1502162"/>
                  <a:pt x="178374" y="1502162"/>
                </a:cubicBezTo>
                <a:close/>
                <a:moveTo>
                  <a:pt x="96379" y="1502162"/>
                </a:moveTo>
                <a:cubicBezTo>
                  <a:pt x="100652" y="1502162"/>
                  <a:pt x="104116" y="1505626"/>
                  <a:pt x="104116" y="1509899"/>
                </a:cubicBezTo>
                <a:cubicBezTo>
                  <a:pt x="104116" y="1540845"/>
                  <a:pt x="104115" y="1571790"/>
                  <a:pt x="104115" y="1602736"/>
                </a:cubicBezTo>
                <a:lnTo>
                  <a:pt x="96379" y="1610472"/>
                </a:lnTo>
                <a:cubicBezTo>
                  <a:pt x="92106" y="1610472"/>
                  <a:pt x="88642" y="1607008"/>
                  <a:pt x="88642" y="1602735"/>
                </a:cubicBezTo>
                <a:lnTo>
                  <a:pt x="88642" y="1509899"/>
                </a:lnTo>
                <a:cubicBezTo>
                  <a:pt x="88745" y="1505626"/>
                  <a:pt x="92164" y="1502162"/>
                  <a:pt x="96379" y="1502162"/>
                </a:cubicBezTo>
                <a:close/>
                <a:moveTo>
                  <a:pt x="60802" y="1502162"/>
                </a:moveTo>
                <a:cubicBezTo>
                  <a:pt x="65075" y="1502162"/>
                  <a:pt x="68539" y="1505626"/>
                  <a:pt x="68539" y="1509899"/>
                </a:cubicBezTo>
                <a:cubicBezTo>
                  <a:pt x="68539" y="1540845"/>
                  <a:pt x="68538" y="1571790"/>
                  <a:pt x="68538" y="1602736"/>
                </a:cubicBezTo>
                <a:lnTo>
                  <a:pt x="60802" y="1610472"/>
                </a:lnTo>
                <a:cubicBezTo>
                  <a:pt x="56529" y="1610472"/>
                  <a:pt x="53065" y="1607008"/>
                  <a:pt x="53065" y="1602735"/>
                </a:cubicBezTo>
                <a:lnTo>
                  <a:pt x="53065" y="1509899"/>
                </a:lnTo>
                <a:cubicBezTo>
                  <a:pt x="53166" y="1505626"/>
                  <a:pt x="56582" y="1502162"/>
                  <a:pt x="60802" y="1502162"/>
                </a:cubicBezTo>
                <a:close/>
                <a:moveTo>
                  <a:pt x="8976294" y="1381111"/>
                </a:moveTo>
                <a:cubicBezTo>
                  <a:pt x="8954836" y="1381111"/>
                  <a:pt x="8937441" y="1398506"/>
                  <a:pt x="8937441" y="1419964"/>
                </a:cubicBezTo>
                <a:cubicBezTo>
                  <a:pt x="8937441" y="1441422"/>
                  <a:pt x="8954836" y="1458817"/>
                  <a:pt x="8976294" y="1458817"/>
                </a:cubicBezTo>
                <a:cubicBezTo>
                  <a:pt x="8997752" y="1458817"/>
                  <a:pt x="9015147" y="1441422"/>
                  <a:pt x="9015147" y="1419964"/>
                </a:cubicBezTo>
                <a:cubicBezTo>
                  <a:pt x="9015147" y="1398506"/>
                  <a:pt x="8997752" y="1381111"/>
                  <a:pt x="8976294" y="1381111"/>
                </a:cubicBezTo>
                <a:close/>
                <a:moveTo>
                  <a:pt x="8820023" y="1381111"/>
                </a:moveTo>
                <a:cubicBezTo>
                  <a:pt x="8798565" y="1381111"/>
                  <a:pt x="8781170" y="1398506"/>
                  <a:pt x="8781170" y="1419964"/>
                </a:cubicBezTo>
                <a:cubicBezTo>
                  <a:pt x="8781170" y="1441422"/>
                  <a:pt x="8798565" y="1458817"/>
                  <a:pt x="8820023" y="1458817"/>
                </a:cubicBezTo>
                <a:cubicBezTo>
                  <a:pt x="8841481" y="1458817"/>
                  <a:pt x="8858876" y="1441422"/>
                  <a:pt x="8858876" y="1419964"/>
                </a:cubicBezTo>
                <a:cubicBezTo>
                  <a:pt x="8858876" y="1398506"/>
                  <a:pt x="8841481" y="1381111"/>
                  <a:pt x="8820023" y="1381111"/>
                </a:cubicBezTo>
                <a:close/>
                <a:moveTo>
                  <a:pt x="8663753" y="1381111"/>
                </a:moveTo>
                <a:cubicBezTo>
                  <a:pt x="8642295" y="1381111"/>
                  <a:pt x="8624900" y="1398506"/>
                  <a:pt x="8624900" y="1419964"/>
                </a:cubicBezTo>
                <a:cubicBezTo>
                  <a:pt x="8624900" y="1441422"/>
                  <a:pt x="8642295" y="1458817"/>
                  <a:pt x="8663753" y="1458817"/>
                </a:cubicBezTo>
                <a:cubicBezTo>
                  <a:pt x="8685211" y="1458817"/>
                  <a:pt x="8702606" y="1441422"/>
                  <a:pt x="8702606" y="1419964"/>
                </a:cubicBezTo>
                <a:cubicBezTo>
                  <a:pt x="8702606" y="1398506"/>
                  <a:pt x="8685211" y="1381111"/>
                  <a:pt x="8663753" y="1381111"/>
                </a:cubicBezTo>
                <a:close/>
                <a:moveTo>
                  <a:pt x="8475766" y="1381111"/>
                </a:moveTo>
                <a:cubicBezTo>
                  <a:pt x="8454308" y="1381111"/>
                  <a:pt x="8436913" y="1398506"/>
                  <a:pt x="8436913" y="1419964"/>
                </a:cubicBezTo>
                <a:cubicBezTo>
                  <a:pt x="8436913" y="1441422"/>
                  <a:pt x="8454308" y="1458817"/>
                  <a:pt x="8475766" y="1458817"/>
                </a:cubicBezTo>
                <a:cubicBezTo>
                  <a:pt x="8497224" y="1458817"/>
                  <a:pt x="8514619" y="1441422"/>
                  <a:pt x="8514619" y="1419964"/>
                </a:cubicBezTo>
                <a:cubicBezTo>
                  <a:pt x="8514619" y="1398506"/>
                  <a:pt x="8497224" y="1381111"/>
                  <a:pt x="8475766" y="1381111"/>
                </a:cubicBezTo>
                <a:close/>
                <a:moveTo>
                  <a:pt x="8351212" y="1381111"/>
                </a:moveTo>
                <a:cubicBezTo>
                  <a:pt x="8329754" y="1381111"/>
                  <a:pt x="8312359" y="1398506"/>
                  <a:pt x="8312359" y="1419964"/>
                </a:cubicBezTo>
                <a:cubicBezTo>
                  <a:pt x="8312359" y="1441422"/>
                  <a:pt x="8329754" y="1458817"/>
                  <a:pt x="8351212" y="1458817"/>
                </a:cubicBezTo>
                <a:cubicBezTo>
                  <a:pt x="8372670" y="1458817"/>
                  <a:pt x="8390065" y="1441422"/>
                  <a:pt x="8390065" y="1419964"/>
                </a:cubicBezTo>
                <a:cubicBezTo>
                  <a:pt x="8390065" y="1398506"/>
                  <a:pt x="8372670" y="1381111"/>
                  <a:pt x="8351212" y="1381111"/>
                </a:cubicBezTo>
                <a:close/>
                <a:moveTo>
                  <a:pt x="8194942" y="1381111"/>
                </a:moveTo>
                <a:cubicBezTo>
                  <a:pt x="8173484" y="1381111"/>
                  <a:pt x="8156089" y="1398506"/>
                  <a:pt x="8156089" y="1419964"/>
                </a:cubicBezTo>
                <a:cubicBezTo>
                  <a:pt x="8156089" y="1441422"/>
                  <a:pt x="8173484" y="1458817"/>
                  <a:pt x="8194942" y="1458817"/>
                </a:cubicBezTo>
                <a:cubicBezTo>
                  <a:pt x="8216400" y="1458817"/>
                  <a:pt x="8233795" y="1441422"/>
                  <a:pt x="8233795" y="1419964"/>
                </a:cubicBezTo>
                <a:cubicBezTo>
                  <a:pt x="8233795" y="1398506"/>
                  <a:pt x="8216400" y="1381111"/>
                  <a:pt x="8194942" y="1381111"/>
                </a:cubicBezTo>
                <a:close/>
                <a:moveTo>
                  <a:pt x="8038671" y="1381111"/>
                </a:moveTo>
                <a:cubicBezTo>
                  <a:pt x="8017213" y="1381111"/>
                  <a:pt x="7999818" y="1398506"/>
                  <a:pt x="7999818" y="1419964"/>
                </a:cubicBezTo>
                <a:cubicBezTo>
                  <a:pt x="7999818" y="1441422"/>
                  <a:pt x="8017213" y="1458817"/>
                  <a:pt x="8038671" y="1458817"/>
                </a:cubicBezTo>
                <a:cubicBezTo>
                  <a:pt x="8060129" y="1458817"/>
                  <a:pt x="8077524" y="1441422"/>
                  <a:pt x="8077524" y="1419964"/>
                </a:cubicBezTo>
                <a:cubicBezTo>
                  <a:pt x="8077524" y="1398506"/>
                  <a:pt x="8060129" y="1381111"/>
                  <a:pt x="8038671" y="1381111"/>
                </a:cubicBezTo>
                <a:close/>
                <a:moveTo>
                  <a:pt x="7914117" y="1381111"/>
                </a:moveTo>
                <a:cubicBezTo>
                  <a:pt x="7892659" y="1381111"/>
                  <a:pt x="7875264" y="1398506"/>
                  <a:pt x="7875264" y="1419964"/>
                </a:cubicBezTo>
                <a:cubicBezTo>
                  <a:pt x="7875264" y="1441422"/>
                  <a:pt x="7892659" y="1458817"/>
                  <a:pt x="7914117" y="1458817"/>
                </a:cubicBezTo>
                <a:cubicBezTo>
                  <a:pt x="7935575" y="1458817"/>
                  <a:pt x="7952970" y="1441422"/>
                  <a:pt x="7952970" y="1419964"/>
                </a:cubicBezTo>
                <a:cubicBezTo>
                  <a:pt x="7952970" y="1398506"/>
                  <a:pt x="7935575" y="1381111"/>
                  <a:pt x="7914117" y="1381111"/>
                </a:cubicBezTo>
                <a:close/>
                <a:moveTo>
                  <a:pt x="7757847" y="1381111"/>
                </a:moveTo>
                <a:cubicBezTo>
                  <a:pt x="7736389" y="1381111"/>
                  <a:pt x="7718994" y="1398506"/>
                  <a:pt x="7718994" y="1419964"/>
                </a:cubicBezTo>
                <a:cubicBezTo>
                  <a:pt x="7718994" y="1441422"/>
                  <a:pt x="7736389" y="1458817"/>
                  <a:pt x="7757847" y="1458817"/>
                </a:cubicBezTo>
                <a:cubicBezTo>
                  <a:pt x="7779305" y="1458817"/>
                  <a:pt x="7796700" y="1441422"/>
                  <a:pt x="7796700" y="1419964"/>
                </a:cubicBezTo>
                <a:cubicBezTo>
                  <a:pt x="7796700" y="1398506"/>
                  <a:pt x="7779305" y="1381111"/>
                  <a:pt x="7757847" y="1381111"/>
                </a:cubicBezTo>
                <a:close/>
                <a:moveTo>
                  <a:pt x="7601576" y="1381111"/>
                </a:moveTo>
                <a:cubicBezTo>
                  <a:pt x="7580118" y="1381111"/>
                  <a:pt x="7562723" y="1398506"/>
                  <a:pt x="7562723" y="1419964"/>
                </a:cubicBezTo>
                <a:cubicBezTo>
                  <a:pt x="7562723" y="1441422"/>
                  <a:pt x="7580118" y="1458817"/>
                  <a:pt x="7601576" y="1458817"/>
                </a:cubicBezTo>
                <a:cubicBezTo>
                  <a:pt x="7623034" y="1458817"/>
                  <a:pt x="7640429" y="1441422"/>
                  <a:pt x="7640429" y="1419964"/>
                </a:cubicBezTo>
                <a:cubicBezTo>
                  <a:pt x="7640429" y="1398506"/>
                  <a:pt x="7623034" y="1381111"/>
                  <a:pt x="7601576" y="1381111"/>
                </a:cubicBezTo>
                <a:close/>
                <a:moveTo>
                  <a:pt x="7445306" y="1381111"/>
                </a:moveTo>
                <a:cubicBezTo>
                  <a:pt x="7423848" y="1381111"/>
                  <a:pt x="7406453" y="1398506"/>
                  <a:pt x="7406453" y="1419964"/>
                </a:cubicBezTo>
                <a:cubicBezTo>
                  <a:pt x="7406453" y="1441422"/>
                  <a:pt x="7423848" y="1458817"/>
                  <a:pt x="7445306" y="1458817"/>
                </a:cubicBezTo>
                <a:cubicBezTo>
                  <a:pt x="7466764" y="1458817"/>
                  <a:pt x="7484159" y="1441422"/>
                  <a:pt x="7484159" y="1419964"/>
                </a:cubicBezTo>
                <a:cubicBezTo>
                  <a:pt x="7484159" y="1398506"/>
                  <a:pt x="7466764" y="1381111"/>
                  <a:pt x="7445306" y="1381111"/>
                </a:cubicBezTo>
                <a:close/>
                <a:moveTo>
                  <a:pt x="7257319" y="1381111"/>
                </a:moveTo>
                <a:cubicBezTo>
                  <a:pt x="7235861" y="1381111"/>
                  <a:pt x="7218466" y="1398506"/>
                  <a:pt x="7218466" y="1419964"/>
                </a:cubicBezTo>
                <a:cubicBezTo>
                  <a:pt x="7218466" y="1441422"/>
                  <a:pt x="7235861" y="1458817"/>
                  <a:pt x="7257319" y="1458817"/>
                </a:cubicBezTo>
                <a:cubicBezTo>
                  <a:pt x="7278777" y="1458817"/>
                  <a:pt x="7296172" y="1441422"/>
                  <a:pt x="7296172" y="1419964"/>
                </a:cubicBezTo>
                <a:cubicBezTo>
                  <a:pt x="7296172" y="1398506"/>
                  <a:pt x="7278777" y="1381111"/>
                  <a:pt x="7257319" y="1381111"/>
                </a:cubicBezTo>
                <a:close/>
                <a:moveTo>
                  <a:pt x="7129359" y="1381111"/>
                </a:moveTo>
                <a:cubicBezTo>
                  <a:pt x="7107901" y="1381111"/>
                  <a:pt x="7090506" y="1398506"/>
                  <a:pt x="7090506" y="1419964"/>
                </a:cubicBezTo>
                <a:cubicBezTo>
                  <a:pt x="7090506" y="1441422"/>
                  <a:pt x="7107901" y="1458817"/>
                  <a:pt x="7129359" y="1458817"/>
                </a:cubicBezTo>
                <a:cubicBezTo>
                  <a:pt x="7150817" y="1458817"/>
                  <a:pt x="7168212" y="1441422"/>
                  <a:pt x="7168212" y="1419964"/>
                </a:cubicBezTo>
                <a:cubicBezTo>
                  <a:pt x="7168212" y="1398506"/>
                  <a:pt x="7150817" y="1381111"/>
                  <a:pt x="7129359" y="1381111"/>
                </a:cubicBezTo>
                <a:close/>
                <a:moveTo>
                  <a:pt x="6941370" y="1381111"/>
                </a:moveTo>
                <a:cubicBezTo>
                  <a:pt x="6919912" y="1381111"/>
                  <a:pt x="6902517" y="1398506"/>
                  <a:pt x="6902517" y="1419964"/>
                </a:cubicBezTo>
                <a:cubicBezTo>
                  <a:pt x="6902517" y="1441422"/>
                  <a:pt x="6919912" y="1458817"/>
                  <a:pt x="6941370" y="1458817"/>
                </a:cubicBezTo>
                <a:cubicBezTo>
                  <a:pt x="6962828" y="1458817"/>
                  <a:pt x="6980223" y="1441422"/>
                  <a:pt x="6980223" y="1419964"/>
                </a:cubicBezTo>
                <a:cubicBezTo>
                  <a:pt x="6980223" y="1398506"/>
                  <a:pt x="6962828" y="1381111"/>
                  <a:pt x="6941370" y="1381111"/>
                </a:cubicBezTo>
                <a:close/>
                <a:moveTo>
                  <a:pt x="6785100" y="1381111"/>
                </a:moveTo>
                <a:cubicBezTo>
                  <a:pt x="6763642" y="1381111"/>
                  <a:pt x="6746247" y="1398506"/>
                  <a:pt x="6746247" y="1419964"/>
                </a:cubicBezTo>
                <a:cubicBezTo>
                  <a:pt x="6746247" y="1441422"/>
                  <a:pt x="6763642" y="1458817"/>
                  <a:pt x="6785100" y="1458817"/>
                </a:cubicBezTo>
                <a:cubicBezTo>
                  <a:pt x="6806558" y="1458817"/>
                  <a:pt x="6823953" y="1441422"/>
                  <a:pt x="6823953" y="1419964"/>
                </a:cubicBezTo>
                <a:cubicBezTo>
                  <a:pt x="6823953" y="1398506"/>
                  <a:pt x="6806558" y="1381111"/>
                  <a:pt x="6785100" y="1381111"/>
                </a:cubicBezTo>
                <a:close/>
                <a:moveTo>
                  <a:pt x="6628829" y="1381111"/>
                </a:moveTo>
                <a:cubicBezTo>
                  <a:pt x="6607371" y="1381111"/>
                  <a:pt x="6589976" y="1398506"/>
                  <a:pt x="6589976" y="1419964"/>
                </a:cubicBezTo>
                <a:cubicBezTo>
                  <a:pt x="6589976" y="1441422"/>
                  <a:pt x="6607371" y="1458817"/>
                  <a:pt x="6628829" y="1458817"/>
                </a:cubicBezTo>
                <a:cubicBezTo>
                  <a:pt x="6650287" y="1458817"/>
                  <a:pt x="6667682" y="1441422"/>
                  <a:pt x="6667682" y="1419964"/>
                </a:cubicBezTo>
                <a:cubicBezTo>
                  <a:pt x="6667682" y="1398506"/>
                  <a:pt x="6650287" y="1381111"/>
                  <a:pt x="6628829" y="1381111"/>
                </a:cubicBezTo>
                <a:close/>
                <a:moveTo>
                  <a:pt x="6472559" y="1381111"/>
                </a:moveTo>
                <a:cubicBezTo>
                  <a:pt x="6451101" y="1381111"/>
                  <a:pt x="6433706" y="1398506"/>
                  <a:pt x="6433706" y="1419964"/>
                </a:cubicBezTo>
                <a:cubicBezTo>
                  <a:pt x="6433706" y="1441422"/>
                  <a:pt x="6451101" y="1458817"/>
                  <a:pt x="6472559" y="1458817"/>
                </a:cubicBezTo>
                <a:cubicBezTo>
                  <a:pt x="6494017" y="1458817"/>
                  <a:pt x="6511412" y="1441422"/>
                  <a:pt x="6511412" y="1419964"/>
                </a:cubicBezTo>
                <a:cubicBezTo>
                  <a:pt x="6511412" y="1398506"/>
                  <a:pt x="6494017" y="1381111"/>
                  <a:pt x="6472559" y="1381111"/>
                </a:cubicBezTo>
                <a:close/>
                <a:moveTo>
                  <a:pt x="6348005" y="1381111"/>
                </a:moveTo>
                <a:cubicBezTo>
                  <a:pt x="6326547" y="1381111"/>
                  <a:pt x="6309152" y="1398506"/>
                  <a:pt x="6309152" y="1419964"/>
                </a:cubicBezTo>
                <a:cubicBezTo>
                  <a:pt x="6309152" y="1441422"/>
                  <a:pt x="6326547" y="1458817"/>
                  <a:pt x="6348005" y="1458817"/>
                </a:cubicBezTo>
                <a:cubicBezTo>
                  <a:pt x="6369463" y="1458817"/>
                  <a:pt x="6386858" y="1441422"/>
                  <a:pt x="6386858" y="1419964"/>
                </a:cubicBezTo>
                <a:cubicBezTo>
                  <a:pt x="6386858" y="1398506"/>
                  <a:pt x="6369463" y="1381111"/>
                  <a:pt x="6348005" y="1381111"/>
                </a:cubicBezTo>
                <a:close/>
                <a:moveTo>
                  <a:pt x="6191734" y="1381111"/>
                </a:moveTo>
                <a:cubicBezTo>
                  <a:pt x="6170276" y="1381111"/>
                  <a:pt x="6152881" y="1398506"/>
                  <a:pt x="6152881" y="1419964"/>
                </a:cubicBezTo>
                <a:cubicBezTo>
                  <a:pt x="6152881" y="1441422"/>
                  <a:pt x="6170276" y="1458817"/>
                  <a:pt x="6191734" y="1458817"/>
                </a:cubicBezTo>
                <a:cubicBezTo>
                  <a:pt x="6213192" y="1458817"/>
                  <a:pt x="6230587" y="1441422"/>
                  <a:pt x="6230587" y="1419964"/>
                </a:cubicBezTo>
                <a:cubicBezTo>
                  <a:pt x="6230587" y="1398506"/>
                  <a:pt x="6213192" y="1381111"/>
                  <a:pt x="6191734" y="1381111"/>
                </a:cubicBezTo>
                <a:close/>
                <a:moveTo>
                  <a:pt x="6035464" y="1381111"/>
                </a:moveTo>
                <a:cubicBezTo>
                  <a:pt x="6014006" y="1381111"/>
                  <a:pt x="5996611" y="1398506"/>
                  <a:pt x="5996611" y="1419964"/>
                </a:cubicBezTo>
                <a:cubicBezTo>
                  <a:pt x="5996611" y="1441422"/>
                  <a:pt x="6014006" y="1458817"/>
                  <a:pt x="6035464" y="1458817"/>
                </a:cubicBezTo>
                <a:cubicBezTo>
                  <a:pt x="6056922" y="1458817"/>
                  <a:pt x="6074317" y="1441422"/>
                  <a:pt x="6074317" y="1419964"/>
                </a:cubicBezTo>
                <a:cubicBezTo>
                  <a:pt x="6074317" y="1398506"/>
                  <a:pt x="6056922" y="1381111"/>
                  <a:pt x="6035464" y="1381111"/>
                </a:cubicBezTo>
                <a:close/>
                <a:moveTo>
                  <a:pt x="5910910" y="1381111"/>
                </a:moveTo>
                <a:cubicBezTo>
                  <a:pt x="5889452" y="1381111"/>
                  <a:pt x="5872057" y="1398506"/>
                  <a:pt x="5872057" y="1419964"/>
                </a:cubicBezTo>
                <a:cubicBezTo>
                  <a:pt x="5872057" y="1441422"/>
                  <a:pt x="5889452" y="1458817"/>
                  <a:pt x="5910910" y="1458817"/>
                </a:cubicBezTo>
                <a:cubicBezTo>
                  <a:pt x="5932368" y="1458817"/>
                  <a:pt x="5949763" y="1441422"/>
                  <a:pt x="5949763" y="1419964"/>
                </a:cubicBezTo>
                <a:cubicBezTo>
                  <a:pt x="5949763" y="1398506"/>
                  <a:pt x="5932368" y="1381111"/>
                  <a:pt x="5910910" y="1381111"/>
                </a:cubicBezTo>
                <a:close/>
                <a:moveTo>
                  <a:pt x="5722923" y="1381111"/>
                </a:moveTo>
                <a:cubicBezTo>
                  <a:pt x="5701465" y="1381111"/>
                  <a:pt x="5684070" y="1398506"/>
                  <a:pt x="5684070" y="1419964"/>
                </a:cubicBezTo>
                <a:cubicBezTo>
                  <a:pt x="5684070" y="1441422"/>
                  <a:pt x="5701465" y="1458817"/>
                  <a:pt x="5722923" y="1458817"/>
                </a:cubicBezTo>
                <a:cubicBezTo>
                  <a:pt x="5744381" y="1458817"/>
                  <a:pt x="5761776" y="1441422"/>
                  <a:pt x="5761776" y="1419964"/>
                </a:cubicBezTo>
                <a:cubicBezTo>
                  <a:pt x="5761776" y="1398506"/>
                  <a:pt x="5744381" y="1381111"/>
                  <a:pt x="5722923" y="1381111"/>
                </a:cubicBezTo>
                <a:close/>
                <a:moveTo>
                  <a:pt x="5566653" y="1381111"/>
                </a:moveTo>
                <a:cubicBezTo>
                  <a:pt x="5545195" y="1381111"/>
                  <a:pt x="5527800" y="1398506"/>
                  <a:pt x="5527800" y="1419964"/>
                </a:cubicBezTo>
                <a:cubicBezTo>
                  <a:pt x="5527800" y="1441422"/>
                  <a:pt x="5545195" y="1458817"/>
                  <a:pt x="5566653" y="1458817"/>
                </a:cubicBezTo>
                <a:cubicBezTo>
                  <a:pt x="5588111" y="1458817"/>
                  <a:pt x="5605506" y="1441422"/>
                  <a:pt x="5605506" y="1419964"/>
                </a:cubicBezTo>
                <a:cubicBezTo>
                  <a:pt x="5605506" y="1398506"/>
                  <a:pt x="5588111" y="1381111"/>
                  <a:pt x="5566653" y="1381111"/>
                </a:cubicBezTo>
                <a:close/>
                <a:moveTo>
                  <a:pt x="5410382" y="1381111"/>
                </a:moveTo>
                <a:cubicBezTo>
                  <a:pt x="5388924" y="1381111"/>
                  <a:pt x="5371529" y="1398506"/>
                  <a:pt x="5371529" y="1419964"/>
                </a:cubicBezTo>
                <a:cubicBezTo>
                  <a:pt x="5371529" y="1441422"/>
                  <a:pt x="5388924" y="1458817"/>
                  <a:pt x="5410382" y="1458817"/>
                </a:cubicBezTo>
                <a:cubicBezTo>
                  <a:pt x="5431840" y="1458817"/>
                  <a:pt x="5449235" y="1441422"/>
                  <a:pt x="5449235" y="1419964"/>
                </a:cubicBezTo>
                <a:cubicBezTo>
                  <a:pt x="5449235" y="1398506"/>
                  <a:pt x="5431840" y="1381111"/>
                  <a:pt x="5410382" y="1381111"/>
                </a:cubicBezTo>
                <a:close/>
                <a:moveTo>
                  <a:pt x="5254112" y="1381111"/>
                </a:moveTo>
                <a:cubicBezTo>
                  <a:pt x="5232654" y="1381111"/>
                  <a:pt x="5215259" y="1398506"/>
                  <a:pt x="5215259" y="1419964"/>
                </a:cubicBezTo>
                <a:cubicBezTo>
                  <a:pt x="5215259" y="1441422"/>
                  <a:pt x="5232654" y="1458817"/>
                  <a:pt x="5254112" y="1458817"/>
                </a:cubicBezTo>
                <a:cubicBezTo>
                  <a:pt x="5275570" y="1458817"/>
                  <a:pt x="5292965" y="1441422"/>
                  <a:pt x="5292965" y="1419964"/>
                </a:cubicBezTo>
                <a:cubicBezTo>
                  <a:pt x="5292965" y="1398506"/>
                  <a:pt x="5275570" y="1381111"/>
                  <a:pt x="5254112" y="1381111"/>
                </a:cubicBezTo>
                <a:close/>
                <a:moveTo>
                  <a:pt x="5129558" y="1381111"/>
                </a:moveTo>
                <a:cubicBezTo>
                  <a:pt x="5108100" y="1381111"/>
                  <a:pt x="5090705" y="1398506"/>
                  <a:pt x="5090705" y="1419964"/>
                </a:cubicBezTo>
                <a:cubicBezTo>
                  <a:pt x="5090705" y="1441422"/>
                  <a:pt x="5108100" y="1458817"/>
                  <a:pt x="5129558" y="1458817"/>
                </a:cubicBezTo>
                <a:cubicBezTo>
                  <a:pt x="5151016" y="1458817"/>
                  <a:pt x="5168411" y="1441422"/>
                  <a:pt x="5168411" y="1419964"/>
                </a:cubicBezTo>
                <a:cubicBezTo>
                  <a:pt x="5168411" y="1398506"/>
                  <a:pt x="5151016" y="1381111"/>
                  <a:pt x="5129558" y="1381111"/>
                </a:cubicBezTo>
                <a:close/>
                <a:moveTo>
                  <a:pt x="4973287" y="1381111"/>
                </a:moveTo>
                <a:cubicBezTo>
                  <a:pt x="4951829" y="1381111"/>
                  <a:pt x="4934434" y="1398506"/>
                  <a:pt x="4934434" y="1419964"/>
                </a:cubicBezTo>
                <a:cubicBezTo>
                  <a:pt x="4934434" y="1441422"/>
                  <a:pt x="4951829" y="1458817"/>
                  <a:pt x="4973287" y="1458817"/>
                </a:cubicBezTo>
                <a:cubicBezTo>
                  <a:pt x="4994745" y="1458817"/>
                  <a:pt x="5012140" y="1441422"/>
                  <a:pt x="5012140" y="1419964"/>
                </a:cubicBezTo>
                <a:cubicBezTo>
                  <a:pt x="5012140" y="1398506"/>
                  <a:pt x="4994745" y="1381111"/>
                  <a:pt x="4973287" y="1381111"/>
                </a:cubicBezTo>
                <a:close/>
                <a:moveTo>
                  <a:pt x="4817017" y="1381111"/>
                </a:moveTo>
                <a:cubicBezTo>
                  <a:pt x="4795559" y="1381111"/>
                  <a:pt x="4778164" y="1398506"/>
                  <a:pt x="4778164" y="1419964"/>
                </a:cubicBezTo>
                <a:cubicBezTo>
                  <a:pt x="4778164" y="1441422"/>
                  <a:pt x="4795559" y="1458817"/>
                  <a:pt x="4817017" y="1458817"/>
                </a:cubicBezTo>
                <a:cubicBezTo>
                  <a:pt x="4838475" y="1458817"/>
                  <a:pt x="4855870" y="1441422"/>
                  <a:pt x="4855870" y="1419964"/>
                </a:cubicBezTo>
                <a:cubicBezTo>
                  <a:pt x="4855870" y="1398506"/>
                  <a:pt x="4838475" y="1381111"/>
                  <a:pt x="4817017" y="1381111"/>
                </a:cubicBezTo>
                <a:close/>
                <a:moveTo>
                  <a:pt x="4692463" y="1381111"/>
                </a:moveTo>
                <a:cubicBezTo>
                  <a:pt x="4671005" y="1381111"/>
                  <a:pt x="4653610" y="1398506"/>
                  <a:pt x="4653610" y="1419964"/>
                </a:cubicBezTo>
                <a:cubicBezTo>
                  <a:pt x="4653610" y="1441422"/>
                  <a:pt x="4671005" y="1458817"/>
                  <a:pt x="4692463" y="1458817"/>
                </a:cubicBezTo>
                <a:cubicBezTo>
                  <a:pt x="4713921" y="1458817"/>
                  <a:pt x="4731316" y="1441422"/>
                  <a:pt x="4731316" y="1419964"/>
                </a:cubicBezTo>
                <a:cubicBezTo>
                  <a:pt x="4731316" y="1398506"/>
                  <a:pt x="4713921" y="1381111"/>
                  <a:pt x="4692463" y="1381111"/>
                </a:cubicBezTo>
                <a:close/>
                <a:moveTo>
                  <a:pt x="4536193" y="1381111"/>
                </a:moveTo>
                <a:cubicBezTo>
                  <a:pt x="4514735" y="1381111"/>
                  <a:pt x="4497340" y="1398506"/>
                  <a:pt x="4497340" y="1419964"/>
                </a:cubicBezTo>
                <a:cubicBezTo>
                  <a:pt x="4497340" y="1441422"/>
                  <a:pt x="4514735" y="1458817"/>
                  <a:pt x="4536193" y="1458817"/>
                </a:cubicBezTo>
                <a:cubicBezTo>
                  <a:pt x="4557651" y="1458817"/>
                  <a:pt x="4575046" y="1441422"/>
                  <a:pt x="4575046" y="1419964"/>
                </a:cubicBezTo>
                <a:cubicBezTo>
                  <a:pt x="4575046" y="1398506"/>
                  <a:pt x="4557651" y="1381111"/>
                  <a:pt x="4536193" y="1381111"/>
                </a:cubicBezTo>
                <a:close/>
                <a:moveTo>
                  <a:pt x="4379922" y="1381111"/>
                </a:moveTo>
                <a:cubicBezTo>
                  <a:pt x="4358464" y="1381111"/>
                  <a:pt x="4341069" y="1398506"/>
                  <a:pt x="4341069" y="1419964"/>
                </a:cubicBezTo>
                <a:cubicBezTo>
                  <a:pt x="4341069" y="1441422"/>
                  <a:pt x="4358464" y="1458817"/>
                  <a:pt x="4379922" y="1458817"/>
                </a:cubicBezTo>
                <a:cubicBezTo>
                  <a:pt x="4401380" y="1458817"/>
                  <a:pt x="4418775" y="1441422"/>
                  <a:pt x="4418775" y="1419964"/>
                </a:cubicBezTo>
                <a:cubicBezTo>
                  <a:pt x="4418775" y="1398506"/>
                  <a:pt x="4401380" y="1381111"/>
                  <a:pt x="4379922" y="1381111"/>
                </a:cubicBezTo>
                <a:close/>
                <a:moveTo>
                  <a:pt x="4255368" y="1381111"/>
                </a:moveTo>
                <a:cubicBezTo>
                  <a:pt x="4233910" y="1381111"/>
                  <a:pt x="4216515" y="1398506"/>
                  <a:pt x="4216515" y="1419964"/>
                </a:cubicBezTo>
                <a:cubicBezTo>
                  <a:pt x="4216515" y="1441422"/>
                  <a:pt x="4233910" y="1458817"/>
                  <a:pt x="4255368" y="1458817"/>
                </a:cubicBezTo>
                <a:cubicBezTo>
                  <a:pt x="4276826" y="1458817"/>
                  <a:pt x="4294221" y="1441422"/>
                  <a:pt x="4294221" y="1419964"/>
                </a:cubicBezTo>
                <a:cubicBezTo>
                  <a:pt x="4294221" y="1398506"/>
                  <a:pt x="4276826" y="1381111"/>
                  <a:pt x="4255368" y="1381111"/>
                </a:cubicBezTo>
                <a:close/>
                <a:moveTo>
                  <a:pt x="4099098" y="1381111"/>
                </a:moveTo>
                <a:cubicBezTo>
                  <a:pt x="4077640" y="1381111"/>
                  <a:pt x="4060245" y="1398506"/>
                  <a:pt x="4060245" y="1419964"/>
                </a:cubicBezTo>
                <a:cubicBezTo>
                  <a:pt x="4060245" y="1441422"/>
                  <a:pt x="4077640" y="1458817"/>
                  <a:pt x="4099098" y="1458817"/>
                </a:cubicBezTo>
                <a:cubicBezTo>
                  <a:pt x="4120556" y="1458817"/>
                  <a:pt x="4137951" y="1441422"/>
                  <a:pt x="4137951" y="1419964"/>
                </a:cubicBezTo>
                <a:cubicBezTo>
                  <a:pt x="4137951" y="1398506"/>
                  <a:pt x="4120556" y="1381111"/>
                  <a:pt x="4099098" y="1381111"/>
                </a:cubicBezTo>
                <a:close/>
                <a:moveTo>
                  <a:pt x="3942827" y="1381111"/>
                </a:moveTo>
                <a:cubicBezTo>
                  <a:pt x="3921369" y="1381111"/>
                  <a:pt x="3903974" y="1398506"/>
                  <a:pt x="3903974" y="1419964"/>
                </a:cubicBezTo>
                <a:cubicBezTo>
                  <a:pt x="3903974" y="1441422"/>
                  <a:pt x="3921369" y="1458817"/>
                  <a:pt x="3942827" y="1458817"/>
                </a:cubicBezTo>
                <a:cubicBezTo>
                  <a:pt x="3964285" y="1458817"/>
                  <a:pt x="3981680" y="1441422"/>
                  <a:pt x="3981680" y="1419964"/>
                </a:cubicBezTo>
                <a:cubicBezTo>
                  <a:pt x="3981680" y="1398506"/>
                  <a:pt x="3964285" y="1381111"/>
                  <a:pt x="3942827" y="1381111"/>
                </a:cubicBezTo>
                <a:close/>
                <a:moveTo>
                  <a:pt x="3786557" y="1381111"/>
                </a:moveTo>
                <a:cubicBezTo>
                  <a:pt x="3765099" y="1381111"/>
                  <a:pt x="3747704" y="1398506"/>
                  <a:pt x="3747704" y="1419964"/>
                </a:cubicBezTo>
                <a:cubicBezTo>
                  <a:pt x="3747704" y="1441422"/>
                  <a:pt x="3765099" y="1458817"/>
                  <a:pt x="3786557" y="1458817"/>
                </a:cubicBezTo>
                <a:cubicBezTo>
                  <a:pt x="3808015" y="1458817"/>
                  <a:pt x="3825410" y="1441422"/>
                  <a:pt x="3825410" y="1419964"/>
                </a:cubicBezTo>
                <a:cubicBezTo>
                  <a:pt x="3825410" y="1398506"/>
                  <a:pt x="3808015" y="1381111"/>
                  <a:pt x="3786557" y="1381111"/>
                </a:cubicBezTo>
                <a:close/>
                <a:moveTo>
                  <a:pt x="3598570" y="1381111"/>
                </a:moveTo>
                <a:cubicBezTo>
                  <a:pt x="3577112" y="1381111"/>
                  <a:pt x="3559717" y="1398506"/>
                  <a:pt x="3559717" y="1419964"/>
                </a:cubicBezTo>
                <a:cubicBezTo>
                  <a:pt x="3559717" y="1441422"/>
                  <a:pt x="3577112" y="1458817"/>
                  <a:pt x="3598570" y="1458817"/>
                </a:cubicBezTo>
                <a:cubicBezTo>
                  <a:pt x="3620028" y="1458817"/>
                  <a:pt x="3637423" y="1441422"/>
                  <a:pt x="3637423" y="1419964"/>
                </a:cubicBezTo>
                <a:cubicBezTo>
                  <a:pt x="3637423" y="1398506"/>
                  <a:pt x="3620028" y="1381111"/>
                  <a:pt x="3598570" y="1381111"/>
                </a:cubicBezTo>
                <a:close/>
                <a:moveTo>
                  <a:pt x="3474016" y="1381111"/>
                </a:moveTo>
                <a:cubicBezTo>
                  <a:pt x="3452558" y="1381111"/>
                  <a:pt x="3435163" y="1398506"/>
                  <a:pt x="3435163" y="1419964"/>
                </a:cubicBezTo>
                <a:cubicBezTo>
                  <a:pt x="3435163" y="1441422"/>
                  <a:pt x="3452558" y="1458817"/>
                  <a:pt x="3474016" y="1458817"/>
                </a:cubicBezTo>
                <a:cubicBezTo>
                  <a:pt x="3495474" y="1458817"/>
                  <a:pt x="3512869" y="1441422"/>
                  <a:pt x="3512869" y="1419964"/>
                </a:cubicBezTo>
                <a:cubicBezTo>
                  <a:pt x="3512869" y="1398506"/>
                  <a:pt x="3495474" y="1381111"/>
                  <a:pt x="3474016" y="1381111"/>
                </a:cubicBezTo>
                <a:close/>
                <a:moveTo>
                  <a:pt x="3286029" y="1381111"/>
                </a:moveTo>
                <a:cubicBezTo>
                  <a:pt x="3264571" y="1381111"/>
                  <a:pt x="3247176" y="1398506"/>
                  <a:pt x="3247176" y="1419964"/>
                </a:cubicBezTo>
                <a:cubicBezTo>
                  <a:pt x="3247176" y="1441422"/>
                  <a:pt x="3264571" y="1458817"/>
                  <a:pt x="3286029" y="1458817"/>
                </a:cubicBezTo>
                <a:cubicBezTo>
                  <a:pt x="3307487" y="1458817"/>
                  <a:pt x="3324882" y="1441422"/>
                  <a:pt x="3324882" y="1419964"/>
                </a:cubicBezTo>
                <a:cubicBezTo>
                  <a:pt x="3324882" y="1398506"/>
                  <a:pt x="3307487" y="1381111"/>
                  <a:pt x="3286029" y="1381111"/>
                </a:cubicBezTo>
                <a:close/>
                <a:moveTo>
                  <a:pt x="3129759" y="1381111"/>
                </a:moveTo>
                <a:cubicBezTo>
                  <a:pt x="3108301" y="1381111"/>
                  <a:pt x="3090906" y="1398506"/>
                  <a:pt x="3090906" y="1419964"/>
                </a:cubicBezTo>
                <a:cubicBezTo>
                  <a:pt x="3090906" y="1441422"/>
                  <a:pt x="3108301" y="1458817"/>
                  <a:pt x="3129759" y="1458817"/>
                </a:cubicBezTo>
                <a:cubicBezTo>
                  <a:pt x="3151217" y="1458817"/>
                  <a:pt x="3168612" y="1441422"/>
                  <a:pt x="3168612" y="1419964"/>
                </a:cubicBezTo>
                <a:cubicBezTo>
                  <a:pt x="3168612" y="1398506"/>
                  <a:pt x="3151217" y="1381111"/>
                  <a:pt x="3129759" y="1381111"/>
                </a:cubicBezTo>
                <a:close/>
                <a:moveTo>
                  <a:pt x="2973488" y="1381111"/>
                </a:moveTo>
                <a:cubicBezTo>
                  <a:pt x="2952030" y="1381111"/>
                  <a:pt x="2934635" y="1398506"/>
                  <a:pt x="2934635" y="1419964"/>
                </a:cubicBezTo>
                <a:cubicBezTo>
                  <a:pt x="2934635" y="1441422"/>
                  <a:pt x="2952030" y="1458817"/>
                  <a:pt x="2973488" y="1458817"/>
                </a:cubicBezTo>
                <a:cubicBezTo>
                  <a:pt x="2994946" y="1458817"/>
                  <a:pt x="3012341" y="1441422"/>
                  <a:pt x="3012341" y="1419964"/>
                </a:cubicBezTo>
                <a:cubicBezTo>
                  <a:pt x="3012341" y="1398506"/>
                  <a:pt x="2994946" y="1381111"/>
                  <a:pt x="2973488" y="1381111"/>
                </a:cubicBezTo>
                <a:close/>
                <a:moveTo>
                  <a:pt x="2817218" y="1381111"/>
                </a:moveTo>
                <a:cubicBezTo>
                  <a:pt x="2795760" y="1381111"/>
                  <a:pt x="2778365" y="1398506"/>
                  <a:pt x="2778365" y="1419964"/>
                </a:cubicBezTo>
                <a:cubicBezTo>
                  <a:pt x="2778365" y="1441422"/>
                  <a:pt x="2795760" y="1458817"/>
                  <a:pt x="2817218" y="1458817"/>
                </a:cubicBezTo>
                <a:cubicBezTo>
                  <a:pt x="2838676" y="1458817"/>
                  <a:pt x="2856071" y="1441422"/>
                  <a:pt x="2856071" y="1419964"/>
                </a:cubicBezTo>
                <a:cubicBezTo>
                  <a:pt x="2856071" y="1398506"/>
                  <a:pt x="2838676" y="1381111"/>
                  <a:pt x="2817218" y="1381111"/>
                </a:cubicBezTo>
                <a:close/>
                <a:moveTo>
                  <a:pt x="2692664" y="1381111"/>
                </a:moveTo>
                <a:cubicBezTo>
                  <a:pt x="2671206" y="1381111"/>
                  <a:pt x="2653811" y="1398506"/>
                  <a:pt x="2653811" y="1419964"/>
                </a:cubicBezTo>
                <a:cubicBezTo>
                  <a:pt x="2653811" y="1441422"/>
                  <a:pt x="2671206" y="1458817"/>
                  <a:pt x="2692664" y="1458817"/>
                </a:cubicBezTo>
                <a:cubicBezTo>
                  <a:pt x="2714122" y="1458817"/>
                  <a:pt x="2731517" y="1441422"/>
                  <a:pt x="2731517" y="1419964"/>
                </a:cubicBezTo>
                <a:cubicBezTo>
                  <a:pt x="2731517" y="1398506"/>
                  <a:pt x="2714122" y="1381111"/>
                  <a:pt x="2692664" y="1381111"/>
                </a:cubicBezTo>
                <a:close/>
                <a:moveTo>
                  <a:pt x="2536393" y="1381111"/>
                </a:moveTo>
                <a:cubicBezTo>
                  <a:pt x="2514935" y="1381111"/>
                  <a:pt x="2497540" y="1398506"/>
                  <a:pt x="2497540" y="1419964"/>
                </a:cubicBezTo>
                <a:cubicBezTo>
                  <a:pt x="2497540" y="1441422"/>
                  <a:pt x="2514935" y="1458817"/>
                  <a:pt x="2536393" y="1458817"/>
                </a:cubicBezTo>
                <a:cubicBezTo>
                  <a:pt x="2557851" y="1458817"/>
                  <a:pt x="2575246" y="1441422"/>
                  <a:pt x="2575246" y="1419964"/>
                </a:cubicBezTo>
                <a:cubicBezTo>
                  <a:pt x="2575246" y="1398506"/>
                  <a:pt x="2557851" y="1381111"/>
                  <a:pt x="2536393" y="1381111"/>
                </a:cubicBezTo>
                <a:close/>
                <a:moveTo>
                  <a:pt x="2380123" y="1381111"/>
                </a:moveTo>
                <a:cubicBezTo>
                  <a:pt x="2358665" y="1381111"/>
                  <a:pt x="2341270" y="1398506"/>
                  <a:pt x="2341270" y="1419964"/>
                </a:cubicBezTo>
                <a:cubicBezTo>
                  <a:pt x="2341270" y="1441422"/>
                  <a:pt x="2358665" y="1458817"/>
                  <a:pt x="2380123" y="1458817"/>
                </a:cubicBezTo>
                <a:cubicBezTo>
                  <a:pt x="2401581" y="1458817"/>
                  <a:pt x="2418976" y="1441422"/>
                  <a:pt x="2418976" y="1419964"/>
                </a:cubicBezTo>
                <a:cubicBezTo>
                  <a:pt x="2418976" y="1398506"/>
                  <a:pt x="2401581" y="1381111"/>
                  <a:pt x="2380123" y="1381111"/>
                </a:cubicBezTo>
                <a:close/>
                <a:moveTo>
                  <a:pt x="2255569" y="1381111"/>
                </a:moveTo>
                <a:cubicBezTo>
                  <a:pt x="2234111" y="1381111"/>
                  <a:pt x="2216716" y="1398506"/>
                  <a:pt x="2216716" y="1419964"/>
                </a:cubicBezTo>
                <a:cubicBezTo>
                  <a:pt x="2216716" y="1441422"/>
                  <a:pt x="2234111" y="1458817"/>
                  <a:pt x="2255569" y="1458817"/>
                </a:cubicBezTo>
                <a:cubicBezTo>
                  <a:pt x="2277027" y="1458817"/>
                  <a:pt x="2294422" y="1441422"/>
                  <a:pt x="2294422" y="1419964"/>
                </a:cubicBezTo>
                <a:cubicBezTo>
                  <a:pt x="2294422" y="1398506"/>
                  <a:pt x="2277027" y="1381111"/>
                  <a:pt x="2255569" y="1381111"/>
                </a:cubicBezTo>
                <a:close/>
                <a:moveTo>
                  <a:pt x="2099299" y="1381111"/>
                </a:moveTo>
                <a:cubicBezTo>
                  <a:pt x="2077841" y="1381111"/>
                  <a:pt x="2060446" y="1398506"/>
                  <a:pt x="2060446" y="1419964"/>
                </a:cubicBezTo>
                <a:cubicBezTo>
                  <a:pt x="2060446" y="1441422"/>
                  <a:pt x="2077841" y="1458817"/>
                  <a:pt x="2099299" y="1458817"/>
                </a:cubicBezTo>
                <a:cubicBezTo>
                  <a:pt x="2120757" y="1458817"/>
                  <a:pt x="2138152" y="1441422"/>
                  <a:pt x="2138152" y="1419964"/>
                </a:cubicBezTo>
                <a:cubicBezTo>
                  <a:pt x="2138152" y="1398506"/>
                  <a:pt x="2120757" y="1381111"/>
                  <a:pt x="2099299" y="1381111"/>
                </a:cubicBezTo>
                <a:close/>
                <a:moveTo>
                  <a:pt x="1943028" y="1381111"/>
                </a:moveTo>
                <a:cubicBezTo>
                  <a:pt x="1921570" y="1381111"/>
                  <a:pt x="1904175" y="1398506"/>
                  <a:pt x="1904175" y="1419964"/>
                </a:cubicBezTo>
                <a:cubicBezTo>
                  <a:pt x="1904175" y="1441422"/>
                  <a:pt x="1921570" y="1458817"/>
                  <a:pt x="1943028" y="1458817"/>
                </a:cubicBezTo>
                <a:cubicBezTo>
                  <a:pt x="1964486" y="1458817"/>
                  <a:pt x="1981881" y="1441422"/>
                  <a:pt x="1981881" y="1419964"/>
                </a:cubicBezTo>
                <a:cubicBezTo>
                  <a:pt x="1981881" y="1398506"/>
                  <a:pt x="1964486" y="1381111"/>
                  <a:pt x="1943028" y="1381111"/>
                </a:cubicBezTo>
                <a:close/>
                <a:moveTo>
                  <a:pt x="1818474" y="1381111"/>
                </a:moveTo>
                <a:cubicBezTo>
                  <a:pt x="1797016" y="1381111"/>
                  <a:pt x="1779621" y="1398506"/>
                  <a:pt x="1779621" y="1419964"/>
                </a:cubicBezTo>
                <a:cubicBezTo>
                  <a:pt x="1779621" y="1441422"/>
                  <a:pt x="1797016" y="1458817"/>
                  <a:pt x="1818474" y="1458817"/>
                </a:cubicBezTo>
                <a:cubicBezTo>
                  <a:pt x="1839932" y="1458817"/>
                  <a:pt x="1857327" y="1441422"/>
                  <a:pt x="1857327" y="1419964"/>
                </a:cubicBezTo>
                <a:cubicBezTo>
                  <a:pt x="1857327" y="1398506"/>
                  <a:pt x="1839932" y="1381111"/>
                  <a:pt x="1818474" y="1381111"/>
                </a:cubicBezTo>
                <a:close/>
                <a:moveTo>
                  <a:pt x="1662204" y="1381111"/>
                </a:moveTo>
                <a:cubicBezTo>
                  <a:pt x="1640746" y="1381111"/>
                  <a:pt x="1623351" y="1398506"/>
                  <a:pt x="1623351" y="1419964"/>
                </a:cubicBezTo>
                <a:cubicBezTo>
                  <a:pt x="1623351" y="1441422"/>
                  <a:pt x="1640746" y="1458817"/>
                  <a:pt x="1662204" y="1458817"/>
                </a:cubicBezTo>
                <a:cubicBezTo>
                  <a:pt x="1683662" y="1458817"/>
                  <a:pt x="1701057" y="1441422"/>
                  <a:pt x="1701057" y="1419964"/>
                </a:cubicBezTo>
                <a:cubicBezTo>
                  <a:pt x="1701057" y="1398506"/>
                  <a:pt x="1683662" y="1381111"/>
                  <a:pt x="1662204" y="1381111"/>
                </a:cubicBezTo>
                <a:close/>
                <a:moveTo>
                  <a:pt x="1505933" y="1381111"/>
                </a:moveTo>
                <a:cubicBezTo>
                  <a:pt x="1484475" y="1381111"/>
                  <a:pt x="1467080" y="1398506"/>
                  <a:pt x="1467080" y="1419964"/>
                </a:cubicBezTo>
                <a:cubicBezTo>
                  <a:pt x="1467080" y="1441422"/>
                  <a:pt x="1484475" y="1458817"/>
                  <a:pt x="1505933" y="1458817"/>
                </a:cubicBezTo>
                <a:cubicBezTo>
                  <a:pt x="1527391" y="1458817"/>
                  <a:pt x="1544786" y="1441422"/>
                  <a:pt x="1544786" y="1419964"/>
                </a:cubicBezTo>
                <a:cubicBezTo>
                  <a:pt x="1544786" y="1398506"/>
                  <a:pt x="1527391" y="1381111"/>
                  <a:pt x="1505933" y="1381111"/>
                </a:cubicBezTo>
                <a:close/>
                <a:moveTo>
                  <a:pt x="1349663" y="1381111"/>
                </a:moveTo>
                <a:cubicBezTo>
                  <a:pt x="1328205" y="1381111"/>
                  <a:pt x="1310810" y="1398506"/>
                  <a:pt x="1310810" y="1419964"/>
                </a:cubicBezTo>
                <a:cubicBezTo>
                  <a:pt x="1310810" y="1441422"/>
                  <a:pt x="1328205" y="1458817"/>
                  <a:pt x="1349663" y="1458817"/>
                </a:cubicBezTo>
                <a:cubicBezTo>
                  <a:pt x="1371121" y="1458817"/>
                  <a:pt x="1388516" y="1441422"/>
                  <a:pt x="1388516" y="1419964"/>
                </a:cubicBezTo>
                <a:cubicBezTo>
                  <a:pt x="1388516" y="1398506"/>
                  <a:pt x="1371121" y="1381111"/>
                  <a:pt x="1349663" y="1381111"/>
                </a:cubicBezTo>
                <a:close/>
                <a:moveTo>
                  <a:pt x="1161676" y="1381111"/>
                </a:moveTo>
                <a:cubicBezTo>
                  <a:pt x="1140218" y="1381111"/>
                  <a:pt x="1122823" y="1398506"/>
                  <a:pt x="1122823" y="1419964"/>
                </a:cubicBezTo>
                <a:cubicBezTo>
                  <a:pt x="1122823" y="1441422"/>
                  <a:pt x="1140218" y="1458817"/>
                  <a:pt x="1161676" y="1458817"/>
                </a:cubicBezTo>
                <a:cubicBezTo>
                  <a:pt x="1183134" y="1458817"/>
                  <a:pt x="1200529" y="1441422"/>
                  <a:pt x="1200529" y="1419964"/>
                </a:cubicBezTo>
                <a:cubicBezTo>
                  <a:pt x="1200529" y="1398506"/>
                  <a:pt x="1183134" y="1381111"/>
                  <a:pt x="1161676" y="1381111"/>
                </a:cubicBezTo>
                <a:close/>
                <a:moveTo>
                  <a:pt x="1037122" y="1381111"/>
                </a:moveTo>
                <a:cubicBezTo>
                  <a:pt x="1015664" y="1381111"/>
                  <a:pt x="998269" y="1398506"/>
                  <a:pt x="998269" y="1419964"/>
                </a:cubicBezTo>
                <a:cubicBezTo>
                  <a:pt x="998269" y="1441422"/>
                  <a:pt x="1015664" y="1458817"/>
                  <a:pt x="1037122" y="1458817"/>
                </a:cubicBezTo>
                <a:cubicBezTo>
                  <a:pt x="1058580" y="1458817"/>
                  <a:pt x="1075975" y="1441422"/>
                  <a:pt x="1075975" y="1419964"/>
                </a:cubicBezTo>
                <a:cubicBezTo>
                  <a:pt x="1075975" y="1398506"/>
                  <a:pt x="1058580" y="1381111"/>
                  <a:pt x="1037122" y="1381111"/>
                </a:cubicBezTo>
                <a:close/>
                <a:moveTo>
                  <a:pt x="880852" y="1381111"/>
                </a:moveTo>
                <a:cubicBezTo>
                  <a:pt x="859394" y="1381111"/>
                  <a:pt x="841999" y="1398506"/>
                  <a:pt x="841999" y="1419964"/>
                </a:cubicBezTo>
                <a:cubicBezTo>
                  <a:pt x="842027" y="1441422"/>
                  <a:pt x="859395" y="1458817"/>
                  <a:pt x="880852" y="1458817"/>
                </a:cubicBezTo>
                <a:cubicBezTo>
                  <a:pt x="902310" y="1458817"/>
                  <a:pt x="919705" y="1441422"/>
                  <a:pt x="919705" y="1419964"/>
                </a:cubicBezTo>
                <a:cubicBezTo>
                  <a:pt x="919703" y="1398506"/>
                  <a:pt x="902310" y="1381111"/>
                  <a:pt x="880852" y="1381111"/>
                </a:cubicBezTo>
                <a:close/>
                <a:moveTo>
                  <a:pt x="724581" y="1381111"/>
                </a:moveTo>
                <a:cubicBezTo>
                  <a:pt x="703123" y="1381111"/>
                  <a:pt x="685728" y="1398506"/>
                  <a:pt x="685728" y="1419964"/>
                </a:cubicBezTo>
                <a:cubicBezTo>
                  <a:pt x="685756" y="1441422"/>
                  <a:pt x="703124" y="1458817"/>
                  <a:pt x="724581" y="1458817"/>
                </a:cubicBezTo>
                <a:cubicBezTo>
                  <a:pt x="746039" y="1458817"/>
                  <a:pt x="763434" y="1441422"/>
                  <a:pt x="763434" y="1419964"/>
                </a:cubicBezTo>
                <a:cubicBezTo>
                  <a:pt x="763432" y="1398506"/>
                  <a:pt x="746039" y="1381111"/>
                  <a:pt x="724581" y="1381111"/>
                </a:cubicBezTo>
                <a:close/>
                <a:moveTo>
                  <a:pt x="600027" y="1381111"/>
                </a:moveTo>
                <a:cubicBezTo>
                  <a:pt x="578569" y="1381111"/>
                  <a:pt x="561174" y="1398506"/>
                  <a:pt x="561174" y="1419964"/>
                </a:cubicBezTo>
                <a:cubicBezTo>
                  <a:pt x="561202" y="1441422"/>
                  <a:pt x="578570" y="1458817"/>
                  <a:pt x="600027" y="1458817"/>
                </a:cubicBezTo>
                <a:cubicBezTo>
                  <a:pt x="621485" y="1458817"/>
                  <a:pt x="638880" y="1441422"/>
                  <a:pt x="638880" y="1419964"/>
                </a:cubicBezTo>
                <a:cubicBezTo>
                  <a:pt x="638878" y="1398506"/>
                  <a:pt x="621485" y="1381111"/>
                  <a:pt x="600027" y="1381111"/>
                </a:cubicBezTo>
                <a:close/>
                <a:moveTo>
                  <a:pt x="443757" y="1381111"/>
                </a:moveTo>
                <a:cubicBezTo>
                  <a:pt x="422299" y="1381111"/>
                  <a:pt x="404904" y="1398506"/>
                  <a:pt x="404904" y="1419964"/>
                </a:cubicBezTo>
                <a:cubicBezTo>
                  <a:pt x="404932" y="1441422"/>
                  <a:pt x="422300" y="1458817"/>
                  <a:pt x="443757" y="1458817"/>
                </a:cubicBezTo>
                <a:cubicBezTo>
                  <a:pt x="465215" y="1458817"/>
                  <a:pt x="482610" y="1441422"/>
                  <a:pt x="482610" y="1419964"/>
                </a:cubicBezTo>
                <a:cubicBezTo>
                  <a:pt x="482608" y="1398506"/>
                  <a:pt x="465215" y="1381111"/>
                  <a:pt x="443757" y="1381111"/>
                </a:cubicBezTo>
                <a:close/>
                <a:moveTo>
                  <a:pt x="287486" y="1381111"/>
                </a:moveTo>
                <a:cubicBezTo>
                  <a:pt x="266028" y="1381111"/>
                  <a:pt x="248633" y="1398506"/>
                  <a:pt x="248633" y="1419964"/>
                </a:cubicBezTo>
                <a:cubicBezTo>
                  <a:pt x="248648" y="1441422"/>
                  <a:pt x="266042" y="1458817"/>
                  <a:pt x="287486" y="1458817"/>
                </a:cubicBezTo>
                <a:cubicBezTo>
                  <a:pt x="308944" y="1458817"/>
                  <a:pt x="326339" y="1441422"/>
                  <a:pt x="326339" y="1419964"/>
                </a:cubicBezTo>
                <a:cubicBezTo>
                  <a:pt x="326337" y="1398506"/>
                  <a:pt x="308943" y="1381111"/>
                  <a:pt x="287486" y="1381111"/>
                </a:cubicBezTo>
                <a:close/>
                <a:moveTo>
                  <a:pt x="131216" y="1381111"/>
                </a:moveTo>
                <a:cubicBezTo>
                  <a:pt x="109758" y="1381111"/>
                  <a:pt x="92363" y="1398506"/>
                  <a:pt x="92363" y="1419964"/>
                </a:cubicBezTo>
                <a:cubicBezTo>
                  <a:pt x="92377" y="1441422"/>
                  <a:pt x="109765" y="1458817"/>
                  <a:pt x="131216" y="1458817"/>
                </a:cubicBezTo>
                <a:cubicBezTo>
                  <a:pt x="152674" y="1458817"/>
                  <a:pt x="170069" y="1441422"/>
                  <a:pt x="170069" y="1419964"/>
                </a:cubicBezTo>
                <a:cubicBezTo>
                  <a:pt x="170067" y="1398506"/>
                  <a:pt x="152673" y="1381111"/>
                  <a:pt x="131216" y="1381111"/>
                </a:cubicBezTo>
                <a:close/>
                <a:moveTo>
                  <a:pt x="9132564" y="1365809"/>
                </a:moveTo>
                <a:lnTo>
                  <a:pt x="9141594" y="1367632"/>
                </a:lnTo>
                <a:lnTo>
                  <a:pt x="9141594" y="1384851"/>
                </a:lnTo>
                <a:cubicBezTo>
                  <a:pt x="9139148" y="1381533"/>
                  <a:pt x="9135905" y="1381111"/>
                  <a:pt x="9132564" y="1381111"/>
                </a:cubicBezTo>
                <a:cubicBezTo>
                  <a:pt x="9111106" y="1381111"/>
                  <a:pt x="9093711" y="1398506"/>
                  <a:pt x="9093711" y="1419964"/>
                </a:cubicBezTo>
                <a:cubicBezTo>
                  <a:pt x="9093711" y="1441422"/>
                  <a:pt x="9111106" y="1458817"/>
                  <a:pt x="9132564" y="1458817"/>
                </a:cubicBezTo>
                <a:lnTo>
                  <a:pt x="9141594" y="1455077"/>
                </a:lnTo>
                <a:lnTo>
                  <a:pt x="9141594" y="1472296"/>
                </a:lnTo>
                <a:cubicBezTo>
                  <a:pt x="9138780" y="1473852"/>
                  <a:pt x="9135703" y="1474119"/>
                  <a:pt x="9132564" y="1474119"/>
                </a:cubicBezTo>
                <a:cubicBezTo>
                  <a:pt x="9102655" y="1474119"/>
                  <a:pt x="9078409" y="1449873"/>
                  <a:pt x="9078409" y="1419964"/>
                </a:cubicBezTo>
                <a:cubicBezTo>
                  <a:pt x="9078409" y="1390055"/>
                  <a:pt x="9102655" y="1365809"/>
                  <a:pt x="9132564" y="1365809"/>
                </a:cubicBezTo>
                <a:close/>
                <a:moveTo>
                  <a:pt x="9054430" y="1365809"/>
                </a:moveTo>
                <a:cubicBezTo>
                  <a:pt x="9058703" y="1365809"/>
                  <a:pt x="9062167" y="1369273"/>
                  <a:pt x="9062167" y="1373546"/>
                </a:cubicBezTo>
                <a:cubicBezTo>
                  <a:pt x="9062167" y="1404492"/>
                  <a:pt x="9062166" y="1435437"/>
                  <a:pt x="9062166" y="1466383"/>
                </a:cubicBezTo>
                <a:lnTo>
                  <a:pt x="9054430" y="1474119"/>
                </a:lnTo>
                <a:cubicBezTo>
                  <a:pt x="9050157" y="1474119"/>
                  <a:pt x="9046693" y="1470655"/>
                  <a:pt x="9046693" y="1466382"/>
                </a:cubicBezTo>
                <a:lnTo>
                  <a:pt x="9046693" y="1373546"/>
                </a:lnTo>
                <a:cubicBezTo>
                  <a:pt x="9046693" y="1369273"/>
                  <a:pt x="9050157" y="1365809"/>
                  <a:pt x="9054430" y="1365809"/>
                </a:cubicBezTo>
                <a:close/>
                <a:moveTo>
                  <a:pt x="8976294" y="1365809"/>
                </a:moveTo>
                <a:cubicBezTo>
                  <a:pt x="9006203" y="1365809"/>
                  <a:pt x="9030449" y="1390055"/>
                  <a:pt x="9030449" y="1419964"/>
                </a:cubicBezTo>
                <a:cubicBezTo>
                  <a:pt x="9030449" y="1449873"/>
                  <a:pt x="9006203" y="1474119"/>
                  <a:pt x="8976294" y="1474119"/>
                </a:cubicBezTo>
                <a:cubicBezTo>
                  <a:pt x="8946385" y="1474119"/>
                  <a:pt x="8922139" y="1449873"/>
                  <a:pt x="8922139" y="1419964"/>
                </a:cubicBezTo>
                <a:cubicBezTo>
                  <a:pt x="8922139" y="1390055"/>
                  <a:pt x="8946385" y="1365809"/>
                  <a:pt x="8976294" y="1365809"/>
                </a:cubicBezTo>
                <a:close/>
                <a:moveTo>
                  <a:pt x="8898159" y="1365809"/>
                </a:moveTo>
                <a:cubicBezTo>
                  <a:pt x="8902432" y="1365809"/>
                  <a:pt x="8905896" y="1369273"/>
                  <a:pt x="8905896" y="1373546"/>
                </a:cubicBezTo>
                <a:cubicBezTo>
                  <a:pt x="8905896" y="1404492"/>
                  <a:pt x="8905895" y="1435437"/>
                  <a:pt x="8905895" y="1466383"/>
                </a:cubicBezTo>
                <a:lnTo>
                  <a:pt x="8898159" y="1474119"/>
                </a:lnTo>
                <a:cubicBezTo>
                  <a:pt x="8893886" y="1474119"/>
                  <a:pt x="8890422" y="1470655"/>
                  <a:pt x="8890422" y="1466382"/>
                </a:cubicBezTo>
                <a:lnTo>
                  <a:pt x="8890422" y="1373546"/>
                </a:lnTo>
                <a:cubicBezTo>
                  <a:pt x="8890422" y="1369273"/>
                  <a:pt x="8893886" y="1365809"/>
                  <a:pt x="8898159" y="1365809"/>
                </a:cubicBezTo>
                <a:close/>
                <a:moveTo>
                  <a:pt x="8820023" y="1365809"/>
                </a:moveTo>
                <a:cubicBezTo>
                  <a:pt x="8849932" y="1365809"/>
                  <a:pt x="8874178" y="1390055"/>
                  <a:pt x="8874178" y="1419964"/>
                </a:cubicBezTo>
                <a:cubicBezTo>
                  <a:pt x="8874178" y="1449873"/>
                  <a:pt x="8849932" y="1474119"/>
                  <a:pt x="8820023" y="1474119"/>
                </a:cubicBezTo>
                <a:cubicBezTo>
                  <a:pt x="8790114" y="1474119"/>
                  <a:pt x="8765868" y="1449873"/>
                  <a:pt x="8765868" y="1419964"/>
                </a:cubicBezTo>
                <a:cubicBezTo>
                  <a:pt x="8765868" y="1390055"/>
                  <a:pt x="8790114" y="1365809"/>
                  <a:pt x="8820023" y="1365809"/>
                </a:cubicBezTo>
                <a:close/>
                <a:moveTo>
                  <a:pt x="8741889" y="1365809"/>
                </a:moveTo>
                <a:cubicBezTo>
                  <a:pt x="8746162" y="1365809"/>
                  <a:pt x="8749626" y="1369273"/>
                  <a:pt x="8749626" y="1373546"/>
                </a:cubicBezTo>
                <a:cubicBezTo>
                  <a:pt x="8749626" y="1404492"/>
                  <a:pt x="8749625" y="1435437"/>
                  <a:pt x="8749625" y="1466383"/>
                </a:cubicBezTo>
                <a:lnTo>
                  <a:pt x="8741889" y="1474119"/>
                </a:lnTo>
                <a:cubicBezTo>
                  <a:pt x="8737616" y="1474119"/>
                  <a:pt x="8734152" y="1470655"/>
                  <a:pt x="8734152" y="1466382"/>
                </a:cubicBezTo>
                <a:lnTo>
                  <a:pt x="8734152" y="1373546"/>
                </a:lnTo>
                <a:cubicBezTo>
                  <a:pt x="8734152" y="1369273"/>
                  <a:pt x="8737616" y="1365809"/>
                  <a:pt x="8741889" y="1365809"/>
                </a:cubicBezTo>
                <a:close/>
                <a:moveTo>
                  <a:pt x="8663753" y="1365809"/>
                </a:moveTo>
                <a:cubicBezTo>
                  <a:pt x="8693662" y="1365809"/>
                  <a:pt x="8717908" y="1390055"/>
                  <a:pt x="8717908" y="1419964"/>
                </a:cubicBezTo>
                <a:cubicBezTo>
                  <a:pt x="8717908" y="1449873"/>
                  <a:pt x="8693662" y="1474119"/>
                  <a:pt x="8663753" y="1474119"/>
                </a:cubicBezTo>
                <a:cubicBezTo>
                  <a:pt x="8633844" y="1474119"/>
                  <a:pt x="8609598" y="1449873"/>
                  <a:pt x="8609598" y="1419964"/>
                </a:cubicBezTo>
                <a:cubicBezTo>
                  <a:pt x="8609598" y="1390055"/>
                  <a:pt x="8633844" y="1365809"/>
                  <a:pt x="8663753" y="1365809"/>
                </a:cubicBezTo>
                <a:close/>
                <a:moveTo>
                  <a:pt x="8585618" y="1365809"/>
                </a:moveTo>
                <a:cubicBezTo>
                  <a:pt x="8589891" y="1365809"/>
                  <a:pt x="8593355" y="1369273"/>
                  <a:pt x="8593355" y="1373546"/>
                </a:cubicBezTo>
                <a:cubicBezTo>
                  <a:pt x="8593355" y="1404492"/>
                  <a:pt x="8593354" y="1435437"/>
                  <a:pt x="8593354" y="1466383"/>
                </a:cubicBezTo>
                <a:lnTo>
                  <a:pt x="8585618" y="1474119"/>
                </a:lnTo>
                <a:cubicBezTo>
                  <a:pt x="8581345" y="1474119"/>
                  <a:pt x="8577881" y="1470655"/>
                  <a:pt x="8577881" y="1466382"/>
                </a:cubicBezTo>
                <a:lnTo>
                  <a:pt x="8577881" y="1373546"/>
                </a:lnTo>
                <a:cubicBezTo>
                  <a:pt x="8577881" y="1369273"/>
                  <a:pt x="8581345" y="1365809"/>
                  <a:pt x="8585618" y="1365809"/>
                </a:cubicBezTo>
                <a:close/>
                <a:moveTo>
                  <a:pt x="8553902" y="1365809"/>
                </a:moveTo>
                <a:cubicBezTo>
                  <a:pt x="8558175" y="1365809"/>
                  <a:pt x="8561639" y="1369273"/>
                  <a:pt x="8561639" y="1373546"/>
                </a:cubicBezTo>
                <a:cubicBezTo>
                  <a:pt x="8561639" y="1404492"/>
                  <a:pt x="8561638" y="1435437"/>
                  <a:pt x="8561638" y="1466383"/>
                </a:cubicBezTo>
                <a:lnTo>
                  <a:pt x="8553902" y="1474119"/>
                </a:lnTo>
                <a:cubicBezTo>
                  <a:pt x="8549629" y="1474119"/>
                  <a:pt x="8546165" y="1470655"/>
                  <a:pt x="8546165" y="1466382"/>
                </a:cubicBezTo>
                <a:lnTo>
                  <a:pt x="8546165" y="1373546"/>
                </a:lnTo>
                <a:cubicBezTo>
                  <a:pt x="8546165" y="1369273"/>
                  <a:pt x="8549629" y="1365809"/>
                  <a:pt x="8553902" y="1365809"/>
                </a:cubicBezTo>
                <a:close/>
                <a:moveTo>
                  <a:pt x="8475766" y="1365809"/>
                </a:moveTo>
                <a:cubicBezTo>
                  <a:pt x="8505675" y="1365809"/>
                  <a:pt x="8529921" y="1390055"/>
                  <a:pt x="8529921" y="1419964"/>
                </a:cubicBezTo>
                <a:cubicBezTo>
                  <a:pt x="8529921" y="1449873"/>
                  <a:pt x="8505675" y="1474119"/>
                  <a:pt x="8475766" y="1474119"/>
                </a:cubicBezTo>
                <a:cubicBezTo>
                  <a:pt x="8445857" y="1474119"/>
                  <a:pt x="8421611" y="1449873"/>
                  <a:pt x="8421611" y="1419964"/>
                </a:cubicBezTo>
                <a:cubicBezTo>
                  <a:pt x="8421611" y="1390055"/>
                  <a:pt x="8445857" y="1365809"/>
                  <a:pt x="8475766" y="1365809"/>
                </a:cubicBezTo>
                <a:close/>
                <a:moveTo>
                  <a:pt x="8351212" y="1365809"/>
                </a:moveTo>
                <a:cubicBezTo>
                  <a:pt x="8381121" y="1365809"/>
                  <a:pt x="8405367" y="1390055"/>
                  <a:pt x="8405367" y="1419964"/>
                </a:cubicBezTo>
                <a:cubicBezTo>
                  <a:pt x="8405367" y="1449873"/>
                  <a:pt x="8381121" y="1474119"/>
                  <a:pt x="8351212" y="1474119"/>
                </a:cubicBezTo>
                <a:cubicBezTo>
                  <a:pt x="8321303" y="1474119"/>
                  <a:pt x="8297057" y="1449873"/>
                  <a:pt x="8297057" y="1419964"/>
                </a:cubicBezTo>
                <a:cubicBezTo>
                  <a:pt x="8297057" y="1390055"/>
                  <a:pt x="8321303" y="1365809"/>
                  <a:pt x="8351212" y="1365809"/>
                </a:cubicBezTo>
                <a:close/>
                <a:moveTo>
                  <a:pt x="8273078" y="1365809"/>
                </a:moveTo>
                <a:cubicBezTo>
                  <a:pt x="8277351" y="1365809"/>
                  <a:pt x="8280815" y="1369273"/>
                  <a:pt x="8280815" y="1373546"/>
                </a:cubicBezTo>
                <a:cubicBezTo>
                  <a:pt x="8280815" y="1404492"/>
                  <a:pt x="8280814" y="1435437"/>
                  <a:pt x="8280814" y="1466383"/>
                </a:cubicBezTo>
                <a:lnTo>
                  <a:pt x="8273078" y="1474119"/>
                </a:lnTo>
                <a:cubicBezTo>
                  <a:pt x="8268805" y="1474119"/>
                  <a:pt x="8265341" y="1470655"/>
                  <a:pt x="8265341" y="1466382"/>
                </a:cubicBezTo>
                <a:lnTo>
                  <a:pt x="8265341" y="1373546"/>
                </a:lnTo>
                <a:cubicBezTo>
                  <a:pt x="8265341" y="1369273"/>
                  <a:pt x="8268805" y="1365809"/>
                  <a:pt x="8273078" y="1365809"/>
                </a:cubicBezTo>
                <a:close/>
                <a:moveTo>
                  <a:pt x="8194942" y="1365809"/>
                </a:moveTo>
                <a:cubicBezTo>
                  <a:pt x="8224851" y="1365809"/>
                  <a:pt x="8249097" y="1390055"/>
                  <a:pt x="8249097" y="1419964"/>
                </a:cubicBezTo>
                <a:cubicBezTo>
                  <a:pt x="8249097" y="1449873"/>
                  <a:pt x="8224851" y="1474119"/>
                  <a:pt x="8194942" y="1474119"/>
                </a:cubicBezTo>
                <a:cubicBezTo>
                  <a:pt x="8165033" y="1474119"/>
                  <a:pt x="8140787" y="1449873"/>
                  <a:pt x="8140787" y="1419964"/>
                </a:cubicBezTo>
                <a:cubicBezTo>
                  <a:pt x="8140787" y="1390055"/>
                  <a:pt x="8165033" y="1365809"/>
                  <a:pt x="8194942" y="1365809"/>
                </a:cubicBezTo>
                <a:close/>
                <a:moveTo>
                  <a:pt x="8116807" y="1365809"/>
                </a:moveTo>
                <a:cubicBezTo>
                  <a:pt x="8121080" y="1365809"/>
                  <a:pt x="8124544" y="1369273"/>
                  <a:pt x="8124544" y="1373546"/>
                </a:cubicBezTo>
                <a:cubicBezTo>
                  <a:pt x="8124544" y="1404492"/>
                  <a:pt x="8124543" y="1435437"/>
                  <a:pt x="8124543" y="1466383"/>
                </a:cubicBezTo>
                <a:lnTo>
                  <a:pt x="8116807" y="1474119"/>
                </a:lnTo>
                <a:cubicBezTo>
                  <a:pt x="8112534" y="1474119"/>
                  <a:pt x="8109070" y="1470655"/>
                  <a:pt x="8109070" y="1466382"/>
                </a:cubicBezTo>
                <a:lnTo>
                  <a:pt x="8109070" y="1373546"/>
                </a:lnTo>
                <a:cubicBezTo>
                  <a:pt x="8109070" y="1369273"/>
                  <a:pt x="8112534" y="1365809"/>
                  <a:pt x="8116807" y="1365809"/>
                </a:cubicBezTo>
                <a:close/>
                <a:moveTo>
                  <a:pt x="8038671" y="1365809"/>
                </a:moveTo>
                <a:cubicBezTo>
                  <a:pt x="8068580" y="1365809"/>
                  <a:pt x="8092826" y="1390055"/>
                  <a:pt x="8092826" y="1419964"/>
                </a:cubicBezTo>
                <a:cubicBezTo>
                  <a:pt x="8092826" y="1449873"/>
                  <a:pt x="8068580" y="1474119"/>
                  <a:pt x="8038671" y="1474119"/>
                </a:cubicBezTo>
                <a:cubicBezTo>
                  <a:pt x="8008762" y="1474119"/>
                  <a:pt x="7984516" y="1449873"/>
                  <a:pt x="7984516" y="1419964"/>
                </a:cubicBezTo>
                <a:cubicBezTo>
                  <a:pt x="7984516" y="1390055"/>
                  <a:pt x="8008762" y="1365809"/>
                  <a:pt x="8038671" y="1365809"/>
                </a:cubicBezTo>
                <a:close/>
                <a:moveTo>
                  <a:pt x="7914117" y="1365809"/>
                </a:moveTo>
                <a:cubicBezTo>
                  <a:pt x="7944026" y="1365809"/>
                  <a:pt x="7968272" y="1390055"/>
                  <a:pt x="7968272" y="1419964"/>
                </a:cubicBezTo>
                <a:cubicBezTo>
                  <a:pt x="7968272" y="1449873"/>
                  <a:pt x="7944026" y="1474119"/>
                  <a:pt x="7914117" y="1474119"/>
                </a:cubicBezTo>
                <a:cubicBezTo>
                  <a:pt x="7884208" y="1474119"/>
                  <a:pt x="7859962" y="1449873"/>
                  <a:pt x="7859962" y="1419964"/>
                </a:cubicBezTo>
                <a:cubicBezTo>
                  <a:pt x="7859962" y="1390055"/>
                  <a:pt x="7884208" y="1365809"/>
                  <a:pt x="7914117" y="1365809"/>
                </a:cubicBezTo>
                <a:close/>
                <a:moveTo>
                  <a:pt x="7835983" y="1365809"/>
                </a:moveTo>
                <a:cubicBezTo>
                  <a:pt x="7840256" y="1365809"/>
                  <a:pt x="7843720" y="1369273"/>
                  <a:pt x="7843720" y="1373546"/>
                </a:cubicBezTo>
                <a:cubicBezTo>
                  <a:pt x="7843720" y="1404492"/>
                  <a:pt x="7843719" y="1435437"/>
                  <a:pt x="7843719" y="1466383"/>
                </a:cubicBezTo>
                <a:lnTo>
                  <a:pt x="7835983" y="1474119"/>
                </a:lnTo>
                <a:cubicBezTo>
                  <a:pt x="7831710" y="1474119"/>
                  <a:pt x="7828246" y="1470655"/>
                  <a:pt x="7828246" y="1466382"/>
                </a:cubicBezTo>
                <a:lnTo>
                  <a:pt x="7828246" y="1373546"/>
                </a:lnTo>
                <a:cubicBezTo>
                  <a:pt x="7828246" y="1369273"/>
                  <a:pt x="7831710" y="1365809"/>
                  <a:pt x="7835983" y="1365809"/>
                </a:cubicBezTo>
                <a:close/>
                <a:moveTo>
                  <a:pt x="7757847" y="1365809"/>
                </a:moveTo>
                <a:cubicBezTo>
                  <a:pt x="7787756" y="1365809"/>
                  <a:pt x="7812002" y="1390055"/>
                  <a:pt x="7812002" y="1419964"/>
                </a:cubicBezTo>
                <a:cubicBezTo>
                  <a:pt x="7812002" y="1449873"/>
                  <a:pt x="7787756" y="1474119"/>
                  <a:pt x="7757847" y="1474119"/>
                </a:cubicBezTo>
                <a:cubicBezTo>
                  <a:pt x="7727938" y="1474119"/>
                  <a:pt x="7703692" y="1449873"/>
                  <a:pt x="7703692" y="1419964"/>
                </a:cubicBezTo>
                <a:cubicBezTo>
                  <a:pt x="7703692" y="1390055"/>
                  <a:pt x="7727938" y="1365809"/>
                  <a:pt x="7757847" y="1365809"/>
                </a:cubicBezTo>
                <a:close/>
                <a:moveTo>
                  <a:pt x="7679712" y="1365809"/>
                </a:moveTo>
                <a:cubicBezTo>
                  <a:pt x="7683985" y="1365809"/>
                  <a:pt x="7687449" y="1369273"/>
                  <a:pt x="7687449" y="1373546"/>
                </a:cubicBezTo>
                <a:cubicBezTo>
                  <a:pt x="7687449" y="1404492"/>
                  <a:pt x="7687448" y="1435437"/>
                  <a:pt x="7687448" y="1466383"/>
                </a:cubicBezTo>
                <a:lnTo>
                  <a:pt x="7679712" y="1474119"/>
                </a:lnTo>
                <a:cubicBezTo>
                  <a:pt x="7675439" y="1474119"/>
                  <a:pt x="7671975" y="1470655"/>
                  <a:pt x="7671975" y="1466382"/>
                </a:cubicBezTo>
                <a:lnTo>
                  <a:pt x="7671975" y="1373546"/>
                </a:lnTo>
                <a:cubicBezTo>
                  <a:pt x="7671975" y="1369273"/>
                  <a:pt x="7675439" y="1365809"/>
                  <a:pt x="7679712" y="1365809"/>
                </a:cubicBezTo>
                <a:close/>
                <a:moveTo>
                  <a:pt x="7601576" y="1365809"/>
                </a:moveTo>
                <a:cubicBezTo>
                  <a:pt x="7631485" y="1365809"/>
                  <a:pt x="7655731" y="1390055"/>
                  <a:pt x="7655731" y="1419964"/>
                </a:cubicBezTo>
                <a:cubicBezTo>
                  <a:pt x="7655731" y="1449873"/>
                  <a:pt x="7631485" y="1474119"/>
                  <a:pt x="7601576" y="1474119"/>
                </a:cubicBezTo>
                <a:cubicBezTo>
                  <a:pt x="7571667" y="1474119"/>
                  <a:pt x="7547421" y="1449873"/>
                  <a:pt x="7547421" y="1419964"/>
                </a:cubicBezTo>
                <a:cubicBezTo>
                  <a:pt x="7547421" y="1390055"/>
                  <a:pt x="7571667" y="1365809"/>
                  <a:pt x="7601576" y="1365809"/>
                </a:cubicBezTo>
                <a:close/>
                <a:moveTo>
                  <a:pt x="7523442" y="1365809"/>
                </a:moveTo>
                <a:cubicBezTo>
                  <a:pt x="7527715" y="1365809"/>
                  <a:pt x="7531179" y="1369273"/>
                  <a:pt x="7531179" y="1373546"/>
                </a:cubicBezTo>
                <a:cubicBezTo>
                  <a:pt x="7531179" y="1404492"/>
                  <a:pt x="7531178" y="1435437"/>
                  <a:pt x="7531178" y="1466383"/>
                </a:cubicBezTo>
                <a:lnTo>
                  <a:pt x="7523442" y="1474119"/>
                </a:lnTo>
                <a:cubicBezTo>
                  <a:pt x="7519169" y="1474119"/>
                  <a:pt x="7515705" y="1470655"/>
                  <a:pt x="7515705" y="1466382"/>
                </a:cubicBezTo>
                <a:lnTo>
                  <a:pt x="7515705" y="1373546"/>
                </a:lnTo>
                <a:cubicBezTo>
                  <a:pt x="7515705" y="1369273"/>
                  <a:pt x="7519169" y="1365809"/>
                  <a:pt x="7523442" y="1365809"/>
                </a:cubicBezTo>
                <a:close/>
                <a:moveTo>
                  <a:pt x="7445306" y="1365809"/>
                </a:moveTo>
                <a:cubicBezTo>
                  <a:pt x="7475215" y="1365809"/>
                  <a:pt x="7499461" y="1390055"/>
                  <a:pt x="7499461" y="1419964"/>
                </a:cubicBezTo>
                <a:cubicBezTo>
                  <a:pt x="7499461" y="1449873"/>
                  <a:pt x="7475215" y="1474119"/>
                  <a:pt x="7445306" y="1474119"/>
                </a:cubicBezTo>
                <a:cubicBezTo>
                  <a:pt x="7415397" y="1474119"/>
                  <a:pt x="7391151" y="1449873"/>
                  <a:pt x="7391151" y="1419964"/>
                </a:cubicBezTo>
                <a:cubicBezTo>
                  <a:pt x="7391151" y="1390055"/>
                  <a:pt x="7415397" y="1365809"/>
                  <a:pt x="7445306" y="1365809"/>
                </a:cubicBezTo>
                <a:close/>
                <a:moveTo>
                  <a:pt x="7367171" y="1365809"/>
                </a:moveTo>
                <a:cubicBezTo>
                  <a:pt x="7371444" y="1365809"/>
                  <a:pt x="7374908" y="1369273"/>
                  <a:pt x="7374908" y="1373546"/>
                </a:cubicBezTo>
                <a:cubicBezTo>
                  <a:pt x="7374908" y="1404492"/>
                  <a:pt x="7374907" y="1435437"/>
                  <a:pt x="7374907" y="1466383"/>
                </a:cubicBezTo>
                <a:lnTo>
                  <a:pt x="7367171" y="1474119"/>
                </a:lnTo>
                <a:cubicBezTo>
                  <a:pt x="7362898" y="1474119"/>
                  <a:pt x="7359434" y="1470655"/>
                  <a:pt x="7359434" y="1466382"/>
                </a:cubicBezTo>
                <a:lnTo>
                  <a:pt x="7359434" y="1373546"/>
                </a:lnTo>
                <a:cubicBezTo>
                  <a:pt x="7359434" y="1369273"/>
                  <a:pt x="7362898" y="1365809"/>
                  <a:pt x="7367171" y="1365809"/>
                </a:cubicBezTo>
                <a:close/>
                <a:moveTo>
                  <a:pt x="7335455" y="1365809"/>
                </a:moveTo>
                <a:cubicBezTo>
                  <a:pt x="7339728" y="1365809"/>
                  <a:pt x="7343192" y="1369273"/>
                  <a:pt x="7343192" y="1373546"/>
                </a:cubicBezTo>
                <a:cubicBezTo>
                  <a:pt x="7343192" y="1404492"/>
                  <a:pt x="7343191" y="1435437"/>
                  <a:pt x="7343191" y="1466383"/>
                </a:cubicBezTo>
                <a:lnTo>
                  <a:pt x="7335455" y="1474119"/>
                </a:lnTo>
                <a:cubicBezTo>
                  <a:pt x="7331182" y="1474119"/>
                  <a:pt x="7327718" y="1470655"/>
                  <a:pt x="7327718" y="1466382"/>
                </a:cubicBezTo>
                <a:lnTo>
                  <a:pt x="7327718" y="1373546"/>
                </a:lnTo>
                <a:cubicBezTo>
                  <a:pt x="7327718" y="1369273"/>
                  <a:pt x="7331182" y="1365809"/>
                  <a:pt x="7335455" y="1365809"/>
                </a:cubicBezTo>
                <a:close/>
                <a:moveTo>
                  <a:pt x="7257319" y="1365809"/>
                </a:moveTo>
                <a:cubicBezTo>
                  <a:pt x="7287228" y="1365809"/>
                  <a:pt x="7311474" y="1390055"/>
                  <a:pt x="7311474" y="1419964"/>
                </a:cubicBezTo>
                <a:cubicBezTo>
                  <a:pt x="7311474" y="1449873"/>
                  <a:pt x="7287228" y="1474119"/>
                  <a:pt x="7257319" y="1474119"/>
                </a:cubicBezTo>
                <a:cubicBezTo>
                  <a:pt x="7227410" y="1474119"/>
                  <a:pt x="7203164" y="1449873"/>
                  <a:pt x="7203164" y="1419964"/>
                </a:cubicBezTo>
                <a:cubicBezTo>
                  <a:pt x="7203164" y="1390055"/>
                  <a:pt x="7227410" y="1365809"/>
                  <a:pt x="7257319" y="1365809"/>
                </a:cubicBezTo>
                <a:close/>
                <a:moveTo>
                  <a:pt x="7129359" y="1365809"/>
                </a:moveTo>
                <a:cubicBezTo>
                  <a:pt x="7159268" y="1365809"/>
                  <a:pt x="7183514" y="1390055"/>
                  <a:pt x="7183514" y="1419964"/>
                </a:cubicBezTo>
                <a:cubicBezTo>
                  <a:pt x="7183514" y="1449873"/>
                  <a:pt x="7159268" y="1474119"/>
                  <a:pt x="7129359" y="1474119"/>
                </a:cubicBezTo>
                <a:cubicBezTo>
                  <a:pt x="7099450" y="1474119"/>
                  <a:pt x="7075204" y="1449873"/>
                  <a:pt x="7075204" y="1419964"/>
                </a:cubicBezTo>
                <a:cubicBezTo>
                  <a:pt x="7075204" y="1390055"/>
                  <a:pt x="7099450" y="1365809"/>
                  <a:pt x="7129359" y="1365809"/>
                </a:cubicBezTo>
                <a:close/>
                <a:moveTo>
                  <a:pt x="7051221" y="1365809"/>
                </a:moveTo>
                <a:cubicBezTo>
                  <a:pt x="7055494" y="1365809"/>
                  <a:pt x="7058958" y="1369273"/>
                  <a:pt x="7058958" y="1373546"/>
                </a:cubicBezTo>
                <a:lnTo>
                  <a:pt x="7058958" y="1466382"/>
                </a:lnTo>
                <a:cubicBezTo>
                  <a:pt x="7058958" y="1470655"/>
                  <a:pt x="7055494" y="1474119"/>
                  <a:pt x="7051221" y="1474119"/>
                </a:cubicBezTo>
                <a:lnTo>
                  <a:pt x="7043485" y="1466383"/>
                </a:lnTo>
                <a:cubicBezTo>
                  <a:pt x="7043485" y="1435437"/>
                  <a:pt x="7043484" y="1404492"/>
                  <a:pt x="7043484" y="1373546"/>
                </a:cubicBezTo>
                <a:cubicBezTo>
                  <a:pt x="7043484" y="1369273"/>
                  <a:pt x="7046948" y="1365809"/>
                  <a:pt x="7051221" y="1365809"/>
                </a:cubicBezTo>
                <a:close/>
                <a:moveTo>
                  <a:pt x="7019505" y="1365809"/>
                </a:moveTo>
                <a:cubicBezTo>
                  <a:pt x="7023778" y="1365809"/>
                  <a:pt x="7027242" y="1369273"/>
                  <a:pt x="7027242" y="1373546"/>
                </a:cubicBezTo>
                <a:lnTo>
                  <a:pt x="7027242" y="1466382"/>
                </a:lnTo>
                <a:cubicBezTo>
                  <a:pt x="7027242" y="1470655"/>
                  <a:pt x="7023778" y="1474119"/>
                  <a:pt x="7019505" y="1474119"/>
                </a:cubicBezTo>
                <a:lnTo>
                  <a:pt x="7011769" y="1466383"/>
                </a:lnTo>
                <a:cubicBezTo>
                  <a:pt x="7011769" y="1435437"/>
                  <a:pt x="7011768" y="1404492"/>
                  <a:pt x="7011768" y="1373546"/>
                </a:cubicBezTo>
                <a:cubicBezTo>
                  <a:pt x="7011768" y="1369273"/>
                  <a:pt x="7015232" y="1365809"/>
                  <a:pt x="7019505" y="1365809"/>
                </a:cubicBezTo>
                <a:close/>
                <a:moveTo>
                  <a:pt x="6941370" y="1365809"/>
                </a:moveTo>
                <a:cubicBezTo>
                  <a:pt x="6971279" y="1365809"/>
                  <a:pt x="6995525" y="1390055"/>
                  <a:pt x="6995525" y="1419964"/>
                </a:cubicBezTo>
                <a:cubicBezTo>
                  <a:pt x="6995525" y="1449873"/>
                  <a:pt x="6971279" y="1474119"/>
                  <a:pt x="6941370" y="1474119"/>
                </a:cubicBezTo>
                <a:cubicBezTo>
                  <a:pt x="6911461" y="1474119"/>
                  <a:pt x="6887215" y="1449873"/>
                  <a:pt x="6887215" y="1419964"/>
                </a:cubicBezTo>
                <a:cubicBezTo>
                  <a:pt x="6887215" y="1390055"/>
                  <a:pt x="6911461" y="1365809"/>
                  <a:pt x="6941370" y="1365809"/>
                </a:cubicBezTo>
                <a:close/>
                <a:moveTo>
                  <a:pt x="6863234" y="1365809"/>
                </a:moveTo>
                <a:cubicBezTo>
                  <a:pt x="6867507" y="1365809"/>
                  <a:pt x="6870971" y="1369273"/>
                  <a:pt x="6870971" y="1373546"/>
                </a:cubicBezTo>
                <a:lnTo>
                  <a:pt x="6870971" y="1466382"/>
                </a:lnTo>
                <a:cubicBezTo>
                  <a:pt x="6870971" y="1470655"/>
                  <a:pt x="6867507" y="1474119"/>
                  <a:pt x="6863234" y="1474119"/>
                </a:cubicBezTo>
                <a:lnTo>
                  <a:pt x="6855498" y="1466383"/>
                </a:lnTo>
                <a:cubicBezTo>
                  <a:pt x="6855498" y="1435437"/>
                  <a:pt x="6855497" y="1404492"/>
                  <a:pt x="6855497" y="1373546"/>
                </a:cubicBezTo>
                <a:cubicBezTo>
                  <a:pt x="6855497" y="1369273"/>
                  <a:pt x="6858961" y="1365809"/>
                  <a:pt x="6863234" y="1365809"/>
                </a:cubicBezTo>
                <a:close/>
                <a:moveTo>
                  <a:pt x="6785100" y="1365809"/>
                </a:moveTo>
                <a:cubicBezTo>
                  <a:pt x="6815009" y="1365809"/>
                  <a:pt x="6839255" y="1390055"/>
                  <a:pt x="6839255" y="1419964"/>
                </a:cubicBezTo>
                <a:cubicBezTo>
                  <a:pt x="6839255" y="1449873"/>
                  <a:pt x="6815009" y="1474119"/>
                  <a:pt x="6785100" y="1474119"/>
                </a:cubicBezTo>
                <a:cubicBezTo>
                  <a:pt x="6755191" y="1474119"/>
                  <a:pt x="6730945" y="1449873"/>
                  <a:pt x="6730945" y="1419964"/>
                </a:cubicBezTo>
                <a:cubicBezTo>
                  <a:pt x="6730945" y="1390055"/>
                  <a:pt x="6755191" y="1365809"/>
                  <a:pt x="6785100" y="1365809"/>
                </a:cubicBezTo>
                <a:close/>
                <a:moveTo>
                  <a:pt x="6706964" y="1365809"/>
                </a:moveTo>
                <a:cubicBezTo>
                  <a:pt x="6711237" y="1365809"/>
                  <a:pt x="6714701" y="1369273"/>
                  <a:pt x="6714701" y="1373546"/>
                </a:cubicBezTo>
                <a:lnTo>
                  <a:pt x="6714701" y="1466382"/>
                </a:lnTo>
                <a:cubicBezTo>
                  <a:pt x="6714701" y="1470655"/>
                  <a:pt x="6711237" y="1474119"/>
                  <a:pt x="6706964" y="1474119"/>
                </a:cubicBezTo>
                <a:lnTo>
                  <a:pt x="6699228" y="1466383"/>
                </a:lnTo>
                <a:cubicBezTo>
                  <a:pt x="6699228" y="1435437"/>
                  <a:pt x="6699227" y="1404492"/>
                  <a:pt x="6699227" y="1373546"/>
                </a:cubicBezTo>
                <a:cubicBezTo>
                  <a:pt x="6699227" y="1369273"/>
                  <a:pt x="6702691" y="1365809"/>
                  <a:pt x="6706964" y="1365809"/>
                </a:cubicBezTo>
                <a:close/>
                <a:moveTo>
                  <a:pt x="6628829" y="1365809"/>
                </a:moveTo>
                <a:cubicBezTo>
                  <a:pt x="6658738" y="1365809"/>
                  <a:pt x="6682984" y="1390055"/>
                  <a:pt x="6682984" y="1419964"/>
                </a:cubicBezTo>
                <a:cubicBezTo>
                  <a:pt x="6682984" y="1449873"/>
                  <a:pt x="6658738" y="1474119"/>
                  <a:pt x="6628829" y="1474119"/>
                </a:cubicBezTo>
                <a:cubicBezTo>
                  <a:pt x="6598920" y="1474119"/>
                  <a:pt x="6574674" y="1449873"/>
                  <a:pt x="6574674" y="1419964"/>
                </a:cubicBezTo>
                <a:cubicBezTo>
                  <a:pt x="6574674" y="1390055"/>
                  <a:pt x="6598920" y="1365809"/>
                  <a:pt x="6628829" y="1365809"/>
                </a:cubicBezTo>
                <a:close/>
                <a:moveTo>
                  <a:pt x="6550694" y="1365809"/>
                </a:moveTo>
                <a:cubicBezTo>
                  <a:pt x="6554967" y="1365809"/>
                  <a:pt x="6558431" y="1369273"/>
                  <a:pt x="6558431" y="1373546"/>
                </a:cubicBezTo>
                <a:lnTo>
                  <a:pt x="6558431" y="1466382"/>
                </a:lnTo>
                <a:cubicBezTo>
                  <a:pt x="6558431" y="1470655"/>
                  <a:pt x="6554967" y="1474119"/>
                  <a:pt x="6550694" y="1474119"/>
                </a:cubicBezTo>
                <a:lnTo>
                  <a:pt x="6542958" y="1466383"/>
                </a:lnTo>
                <a:cubicBezTo>
                  <a:pt x="6542958" y="1435437"/>
                  <a:pt x="6542957" y="1404492"/>
                  <a:pt x="6542957" y="1373546"/>
                </a:cubicBezTo>
                <a:cubicBezTo>
                  <a:pt x="6542957" y="1369273"/>
                  <a:pt x="6546421" y="1365809"/>
                  <a:pt x="6550694" y="1365809"/>
                </a:cubicBezTo>
                <a:close/>
                <a:moveTo>
                  <a:pt x="6472559" y="1365809"/>
                </a:moveTo>
                <a:cubicBezTo>
                  <a:pt x="6502468" y="1365809"/>
                  <a:pt x="6526714" y="1390055"/>
                  <a:pt x="6526714" y="1419964"/>
                </a:cubicBezTo>
                <a:cubicBezTo>
                  <a:pt x="6526714" y="1449873"/>
                  <a:pt x="6502468" y="1474119"/>
                  <a:pt x="6472559" y="1474119"/>
                </a:cubicBezTo>
                <a:cubicBezTo>
                  <a:pt x="6442650" y="1474119"/>
                  <a:pt x="6418404" y="1449873"/>
                  <a:pt x="6418404" y="1419964"/>
                </a:cubicBezTo>
                <a:cubicBezTo>
                  <a:pt x="6418404" y="1390055"/>
                  <a:pt x="6442650" y="1365809"/>
                  <a:pt x="6472559" y="1365809"/>
                </a:cubicBezTo>
                <a:close/>
                <a:moveTo>
                  <a:pt x="6348005" y="1365809"/>
                </a:moveTo>
                <a:cubicBezTo>
                  <a:pt x="6377914" y="1365809"/>
                  <a:pt x="6402160" y="1390055"/>
                  <a:pt x="6402160" y="1419964"/>
                </a:cubicBezTo>
                <a:cubicBezTo>
                  <a:pt x="6402160" y="1449873"/>
                  <a:pt x="6377914" y="1474119"/>
                  <a:pt x="6348005" y="1474119"/>
                </a:cubicBezTo>
                <a:cubicBezTo>
                  <a:pt x="6318096" y="1474119"/>
                  <a:pt x="6293850" y="1449873"/>
                  <a:pt x="6293850" y="1419964"/>
                </a:cubicBezTo>
                <a:cubicBezTo>
                  <a:pt x="6293850" y="1390055"/>
                  <a:pt x="6318096" y="1365809"/>
                  <a:pt x="6348005" y="1365809"/>
                </a:cubicBezTo>
                <a:close/>
                <a:moveTo>
                  <a:pt x="6269869" y="1365809"/>
                </a:moveTo>
                <a:cubicBezTo>
                  <a:pt x="6274142" y="1365809"/>
                  <a:pt x="6277606" y="1369273"/>
                  <a:pt x="6277606" y="1373546"/>
                </a:cubicBezTo>
                <a:lnTo>
                  <a:pt x="6277606" y="1466382"/>
                </a:lnTo>
                <a:cubicBezTo>
                  <a:pt x="6277606" y="1470655"/>
                  <a:pt x="6274142" y="1474119"/>
                  <a:pt x="6269869" y="1474119"/>
                </a:cubicBezTo>
                <a:lnTo>
                  <a:pt x="6262133" y="1466383"/>
                </a:lnTo>
                <a:cubicBezTo>
                  <a:pt x="6262133" y="1435437"/>
                  <a:pt x="6262132" y="1404492"/>
                  <a:pt x="6262132" y="1373546"/>
                </a:cubicBezTo>
                <a:cubicBezTo>
                  <a:pt x="6262132" y="1369273"/>
                  <a:pt x="6265596" y="1365809"/>
                  <a:pt x="6269869" y="1365809"/>
                </a:cubicBezTo>
                <a:close/>
                <a:moveTo>
                  <a:pt x="6191734" y="1365809"/>
                </a:moveTo>
                <a:cubicBezTo>
                  <a:pt x="6221643" y="1365809"/>
                  <a:pt x="6245889" y="1390055"/>
                  <a:pt x="6245889" y="1419964"/>
                </a:cubicBezTo>
                <a:cubicBezTo>
                  <a:pt x="6245889" y="1449873"/>
                  <a:pt x="6221643" y="1474119"/>
                  <a:pt x="6191734" y="1474119"/>
                </a:cubicBezTo>
                <a:cubicBezTo>
                  <a:pt x="6161825" y="1474119"/>
                  <a:pt x="6137579" y="1449873"/>
                  <a:pt x="6137579" y="1419964"/>
                </a:cubicBezTo>
                <a:cubicBezTo>
                  <a:pt x="6137579" y="1390055"/>
                  <a:pt x="6161825" y="1365809"/>
                  <a:pt x="6191734" y="1365809"/>
                </a:cubicBezTo>
                <a:close/>
                <a:moveTo>
                  <a:pt x="6113599" y="1365809"/>
                </a:moveTo>
                <a:cubicBezTo>
                  <a:pt x="6117872" y="1365809"/>
                  <a:pt x="6121336" y="1369273"/>
                  <a:pt x="6121336" y="1373546"/>
                </a:cubicBezTo>
                <a:lnTo>
                  <a:pt x="6121336" y="1466382"/>
                </a:lnTo>
                <a:cubicBezTo>
                  <a:pt x="6121336" y="1470655"/>
                  <a:pt x="6117872" y="1474119"/>
                  <a:pt x="6113599" y="1474119"/>
                </a:cubicBezTo>
                <a:lnTo>
                  <a:pt x="6105863" y="1466383"/>
                </a:lnTo>
                <a:cubicBezTo>
                  <a:pt x="6105863" y="1435437"/>
                  <a:pt x="6105862" y="1404492"/>
                  <a:pt x="6105862" y="1373546"/>
                </a:cubicBezTo>
                <a:cubicBezTo>
                  <a:pt x="6105862" y="1369273"/>
                  <a:pt x="6109326" y="1365809"/>
                  <a:pt x="6113599" y="1365809"/>
                </a:cubicBezTo>
                <a:close/>
                <a:moveTo>
                  <a:pt x="6035464" y="1365809"/>
                </a:moveTo>
                <a:cubicBezTo>
                  <a:pt x="6065373" y="1365809"/>
                  <a:pt x="6089619" y="1390055"/>
                  <a:pt x="6089619" y="1419964"/>
                </a:cubicBezTo>
                <a:cubicBezTo>
                  <a:pt x="6089619" y="1449873"/>
                  <a:pt x="6065373" y="1474119"/>
                  <a:pt x="6035464" y="1474119"/>
                </a:cubicBezTo>
                <a:cubicBezTo>
                  <a:pt x="6005555" y="1474119"/>
                  <a:pt x="5981309" y="1449873"/>
                  <a:pt x="5981309" y="1419964"/>
                </a:cubicBezTo>
                <a:cubicBezTo>
                  <a:pt x="5981309" y="1390055"/>
                  <a:pt x="6005555" y="1365809"/>
                  <a:pt x="6035464" y="1365809"/>
                </a:cubicBezTo>
                <a:close/>
                <a:moveTo>
                  <a:pt x="5910910" y="1365809"/>
                </a:moveTo>
                <a:cubicBezTo>
                  <a:pt x="5940819" y="1365809"/>
                  <a:pt x="5965065" y="1390055"/>
                  <a:pt x="5965065" y="1419964"/>
                </a:cubicBezTo>
                <a:cubicBezTo>
                  <a:pt x="5965065" y="1449873"/>
                  <a:pt x="5940819" y="1474119"/>
                  <a:pt x="5910910" y="1474119"/>
                </a:cubicBezTo>
                <a:cubicBezTo>
                  <a:pt x="5881001" y="1474119"/>
                  <a:pt x="5856755" y="1449873"/>
                  <a:pt x="5856755" y="1419964"/>
                </a:cubicBezTo>
                <a:cubicBezTo>
                  <a:pt x="5856755" y="1390055"/>
                  <a:pt x="5881001" y="1365809"/>
                  <a:pt x="5910910" y="1365809"/>
                </a:cubicBezTo>
                <a:close/>
                <a:moveTo>
                  <a:pt x="5832775" y="1365809"/>
                </a:moveTo>
                <a:cubicBezTo>
                  <a:pt x="5837048" y="1365809"/>
                  <a:pt x="5840512" y="1369273"/>
                  <a:pt x="5840512" y="1373546"/>
                </a:cubicBezTo>
                <a:lnTo>
                  <a:pt x="5840512" y="1466382"/>
                </a:lnTo>
                <a:cubicBezTo>
                  <a:pt x="5840512" y="1470655"/>
                  <a:pt x="5837048" y="1474119"/>
                  <a:pt x="5832775" y="1474119"/>
                </a:cubicBezTo>
                <a:lnTo>
                  <a:pt x="5825039" y="1466383"/>
                </a:lnTo>
                <a:cubicBezTo>
                  <a:pt x="5825039" y="1435437"/>
                  <a:pt x="5825038" y="1404492"/>
                  <a:pt x="5825038" y="1373546"/>
                </a:cubicBezTo>
                <a:cubicBezTo>
                  <a:pt x="5825038" y="1369273"/>
                  <a:pt x="5828502" y="1365809"/>
                  <a:pt x="5832775" y="1365809"/>
                </a:cubicBezTo>
                <a:close/>
                <a:moveTo>
                  <a:pt x="5801058" y="1365809"/>
                </a:moveTo>
                <a:cubicBezTo>
                  <a:pt x="5805331" y="1365809"/>
                  <a:pt x="5808795" y="1369273"/>
                  <a:pt x="5808795" y="1373546"/>
                </a:cubicBezTo>
                <a:lnTo>
                  <a:pt x="5808795" y="1466382"/>
                </a:lnTo>
                <a:cubicBezTo>
                  <a:pt x="5808795" y="1470655"/>
                  <a:pt x="5805331" y="1474119"/>
                  <a:pt x="5801058" y="1474119"/>
                </a:cubicBezTo>
                <a:lnTo>
                  <a:pt x="5793322" y="1466383"/>
                </a:lnTo>
                <a:cubicBezTo>
                  <a:pt x="5793322" y="1435437"/>
                  <a:pt x="5793321" y="1404492"/>
                  <a:pt x="5793321" y="1373546"/>
                </a:cubicBezTo>
                <a:cubicBezTo>
                  <a:pt x="5793321" y="1369273"/>
                  <a:pt x="5796785" y="1365809"/>
                  <a:pt x="5801058" y="1365809"/>
                </a:cubicBezTo>
                <a:close/>
                <a:moveTo>
                  <a:pt x="5722923" y="1365809"/>
                </a:moveTo>
                <a:cubicBezTo>
                  <a:pt x="5752832" y="1365809"/>
                  <a:pt x="5777078" y="1390055"/>
                  <a:pt x="5777078" y="1419964"/>
                </a:cubicBezTo>
                <a:cubicBezTo>
                  <a:pt x="5777078" y="1449873"/>
                  <a:pt x="5752832" y="1474119"/>
                  <a:pt x="5722923" y="1474119"/>
                </a:cubicBezTo>
                <a:cubicBezTo>
                  <a:pt x="5693014" y="1474119"/>
                  <a:pt x="5668768" y="1449873"/>
                  <a:pt x="5668768" y="1419964"/>
                </a:cubicBezTo>
                <a:cubicBezTo>
                  <a:pt x="5668768" y="1390055"/>
                  <a:pt x="5693014" y="1365809"/>
                  <a:pt x="5722923" y="1365809"/>
                </a:cubicBezTo>
                <a:close/>
                <a:moveTo>
                  <a:pt x="5644787" y="1365809"/>
                </a:moveTo>
                <a:cubicBezTo>
                  <a:pt x="5649060" y="1365809"/>
                  <a:pt x="5652524" y="1369273"/>
                  <a:pt x="5652524" y="1373546"/>
                </a:cubicBezTo>
                <a:lnTo>
                  <a:pt x="5652524" y="1466382"/>
                </a:lnTo>
                <a:cubicBezTo>
                  <a:pt x="5652524" y="1470655"/>
                  <a:pt x="5649060" y="1474119"/>
                  <a:pt x="5644787" y="1474119"/>
                </a:cubicBezTo>
                <a:lnTo>
                  <a:pt x="5637051" y="1466383"/>
                </a:lnTo>
                <a:cubicBezTo>
                  <a:pt x="5637051" y="1435437"/>
                  <a:pt x="5637050" y="1404492"/>
                  <a:pt x="5637050" y="1373546"/>
                </a:cubicBezTo>
                <a:cubicBezTo>
                  <a:pt x="5637050" y="1369273"/>
                  <a:pt x="5640514" y="1365809"/>
                  <a:pt x="5644787" y="1365809"/>
                </a:cubicBezTo>
                <a:close/>
                <a:moveTo>
                  <a:pt x="5566653" y="1365809"/>
                </a:moveTo>
                <a:cubicBezTo>
                  <a:pt x="5596562" y="1365809"/>
                  <a:pt x="5620808" y="1390055"/>
                  <a:pt x="5620808" y="1419964"/>
                </a:cubicBezTo>
                <a:cubicBezTo>
                  <a:pt x="5620808" y="1449873"/>
                  <a:pt x="5596562" y="1474119"/>
                  <a:pt x="5566653" y="1474119"/>
                </a:cubicBezTo>
                <a:cubicBezTo>
                  <a:pt x="5536744" y="1474119"/>
                  <a:pt x="5512498" y="1449873"/>
                  <a:pt x="5512498" y="1419964"/>
                </a:cubicBezTo>
                <a:cubicBezTo>
                  <a:pt x="5512498" y="1390055"/>
                  <a:pt x="5536744" y="1365809"/>
                  <a:pt x="5566653" y="1365809"/>
                </a:cubicBezTo>
                <a:close/>
                <a:moveTo>
                  <a:pt x="5488517" y="1365809"/>
                </a:moveTo>
                <a:cubicBezTo>
                  <a:pt x="5492790" y="1365809"/>
                  <a:pt x="5496254" y="1369273"/>
                  <a:pt x="5496254" y="1373546"/>
                </a:cubicBezTo>
                <a:lnTo>
                  <a:pt x="5496254" y="1466382"/>
                </a:lnTo>
                <a:cubicBezTo>
                  <a:pt x="5496254" y="1470655"/>
                  <a:pt x="5492790" y="1474119"/>
                  <a:pt x="5488517" y="1474119"/>
                </a:cubicBezTo>
                <a:lnTo>
                  <a:pt x="5480781" y="1466383"/>
                </a:lnTo>
                <a:cubicBezTo>
                  <a:pt x="5480781" y="1435437"/>
                  <a:pt x="5480780" y="1404492"/>
                  <a:pt x="5480780" y="1373546"/>
                </a:cubicBezTo>
                <a:cubicBezTo>
                  <a:pt x="5480780" y="1369273"/>
                  <a:pt x="5484244" y="1365809"/>
                  <a:pt x="5488517" y="1365809"/>
                </a:cubicBezTo>
                <a:close/>
                <a:moveTo>
                  <a:pt x="5410382" y="1365809"/>
                </a:moveTo>
                <a:cubicBezTo>
                  <a:pt x="5440291" y="1365809"/>
                  <a:pt x="5464537" y="1390055"/>
                  <a:pt x="5464537" y="1419964"/>
                </a:cubicBezTo>
                <a:cubicBezTo>
                  <a:pt x="5464537" y="1449873"/>
                  <a:pt x="5440291" y="1474119"/>
                  <a:pt x="5410382" y="1474119"/>
                </a:cubicBezTo>
                <a:cubicBezTo>
                  <a:pt x="5380473" y="1474119"/>
                  <a:pt x="5356227" y="1449873"/>
                  <a:pt x="5356227" y="1419964"/>
                </a:cubicBezTo>
                <a:cubicBezTo>
                  <a:pt x="5356227" y="1390055"/>
                  <a:pt x="5380473" y="1365809"/>
                  <a:pt x="5410382" y="1365809"/>
                </a:cubicBezTo>
                <a:close/>
                <a:moveTo>
                  <a:pt x="5332247" y="1365809"/>
                </a:moveTo>
                <a:cubicBezTo>
                  <a:pt x="5336520" y="1365809"/>
                  <a:pt x="5339984" y="1369273"/>
                  <a:pt x="5339984" y="1373546"/>
                </a:cubicBezTo>
                <a:lnTo>
                  <a:pt x="5339984" y="1466382"/>
                </a:lnTo>
                <a:cubicBezTo>
                  <a:pt x="5339984" y="1470655"/>
                  <a:pt x="5336520" y="1474119"/>
                  <a:pt x="5332247" y="1474119"/>
                </a:cubicBezTo>
                <a:lnTo>
                  <a:pt x="5324511" y="1466383"/>
                </a:lnTo>
                <a:cubicBezTo>
                  <a:pt x="5324511" y="1435437"/>
                  <a:pt x="5324510" y="1404492"/>
                  <a:pt x="5324510" y="1373546"/>
                </a:cubicBezTo>
                <a:cubicBezTo>
                  <a:pt x="5324510" y="1369273"/>
                  <a:pt x="5327974" y="1365809"/>
                  <a:pt x="5332247" y="1365809"/>
                </a:cubicBezTo>
                <a:close/>
                <a:moveTo>
                  <a:pt x="5254112" y="1365809"/>
                </a:moveTo>
                <a:cubicBezTo>
                  <a:pt x="5284021" y="1365809"/>
                  <a:pt x="5308267" y="1390055"/>
                  <a:pt x="5308267" y="1419964"/>
                </a:cubicBezTo>
                <a:cubicBezTo>
                  <a:pt x="5308267" y="1449873"/>
                  <a:pt x="5284021" y="1474119"/>
                  <a:pt x="5254112" y="1474119"/>
                </a:cubicBezTo>
                <a:cubicBezTo>
                  <a:pt x="5224203" y="1474119"/>
                  <a:pt x="5199957" y="1449873"/>
                  <a:pt x="5199957" y="1419964"/>
                </a:cubicBezTo>
                <a:cubicBezTo>
                  <a:pt x="5199957" y="1390055"/>
                  <a:pt x="5224203" y="1365809"/>
                  <a:pt x="5254112" y="1365809"/>
                </a:cubicBezTo>
                <a:close/>
                <a:moveTo>
                  <a:pt x="5129558" y="1365809"/>
                </a:moveTo>
                <a:cubicBezTo>
                  <a:pt x="5159467" y="1365809"/>
                  <a:pt x="5183713" y="1390055"/>
                  <a:pt x="5183713" y="1419964"/>
                </a:cubicBezTo>
                <a:cubicBezTo>
                  <a:pt x="5183713" y="1449873"/>
                  <a:pt x="5159467" y="1474119"/>
                  <a:pt x="5129558" y="1474119"/>
                </a:cubicBezTo>
                <a:cubicBezTo>
                  <a:pt x="5099649" y="1474119"/>
                  <a:pt x="5075403" y="1449873"/>
                  <a:pt x="5075403" y="1419964"/>
                </a:cubicBezTo>
                <a:cubicBezTo>
                  <a:pt x="5075403" y="1390055"/>
                  <a:pt x="5099649" y="1365809"/>
                  <a:pt x="5129558" y="1365809"/>
                </a:cubicBezTo>
                <a:close/>
                <a:moveTo>
                  <a:pt x="5051422" y="1365809"/>
                </a:moveTo>
                <a:cubicBezTo>
                  <a:pt x="5055695" y="1365809"/>
                  <a:pt x="5059159" y="1369273"/>
                  <a:pt x="5059159" y="1373546"/>
                </a:cubicBezTo>
                <a:lnTo>
                  <a:pt x="5059159" y="1466382"/>
                </a:lnTo>
                <a:cubicBezTo>
                  <a:pt x="5059159" y="1470655"/>
                  <a:pt x="5055695" y="1474119"/>
                  <a:pt x="5051422" y="1474119"/>
                </a:cubicBezTo>
                <a:lnTo>
                  <a:pt x="5043686" y="1466383"/>
                </a:lnTo>
                <a:cubicBezTo>
                  <a:pt x="5043686" y="1435437"/>
                  <a:pt x="5043685" y="1404492"/>
                  <a:pt x="5043685" y="1373546"/>
                </a:cubicBezTo>
                <a:cubicBezTo>
                  <a:pt x="5043685" y="1369273"/>
                  <a:pt x="5047149" y="1365809"/>
                  <a:pt x="5051422" y="1365809"/>
                </a:cubicBezTo>
                <a:close/>
                <a:moveTo>
                  <a:pt x="4973287" y="1365809"/>
                </a:moveTo>
                <a:cubicBezTo>
                  <a:pt x="5003196" y="1365809"/>
                  <a:pt x="5027442" y="1390055"/>
                  <a:pt x="5027442" y="1419964"/>
                </a:cubicBezTo>
                <a:cubicBezTo>
                  <a:pt x="5027442" y="1449873"/>
                  <a:pt x="5003196" y="1474119"/>
                  <a:pt x="4973287" y="1474119"/>
                </a:cubicBezTo>
                <a:cubicBezTo>
                  <a:pt x="4943378" y="1474119"/>
                  <a:pt x="4919132" y="1449873"/>
                  <a:pt x="4919132" y="1419964"/>
                </a:cubicBezTo>
                <a:cubicBezTo>
                  <a:pt x="4919132" y="1390055"/>
                  <a:pt x="4943378" y="1365809"/>
                  <a:pt x="4973287" y="1365809"/>
                </a:cubicBezTo>
                <a:close/>
                <a:moveTo>
                  <a:pt x="4895152" y="1365809"/>
                </a:moveTo>
                <a:cubicBezTo>
                  <a:pt x="4899425" y="1365809"/>
                  <a:pt x="4902889" y="1369273"/>
                  <a:pt x="4902889" y="1373546"/>
                </a:cubicBezTo>
                <a:lnTo>
                  <a:pt x="4902889" y="1466382"/>
                </a:lnTo>
                <a:cubicBezTo>
                  <a:pt x="4902889" y="1470655"/>
                  <a:pt x="4899425" y="1474119"/>
                  <a:pt x="4895152" y="1474119"/>
                </a:cubicBezTo>
                <a:lnTo>
                  <a:pt x="4887416" y="1466383"/>
                </a:lnTo>
                <a:cubicBezTo>
                  <a:pt x="4887416" y="1435437"/>
                  <a:pt x="4887415" y="1404492"/>
                  <a:pt x="4887415" y="1373546"/>
                </a:cubicBezTo>
                <a:cubicBezTo>
                  <a:pt x="4887415" y="1369273"/>
                  <a:pt x="4890879" y="1365809"/>
                  <a:pt x="4895152" y="1365809"/>
                </a:cubicBezTo>
                <a:close/>
                <a:moveTo>
                  <a:pt x="4817017" y="1365809"/>
                </a:moveTo>
                <a:cubicBezTo>
                  <a:pt x="4846926" y="1365809"/>
                  <a:pt x="4871172" y="1390055"/>
                  <a:pt x="4871172" y="1419964"/>
                </a:cubicBezTo>
                <a:cubicBezTo>
                  <a:pt x="4871172" y="1449873"/>
                  <a:pt x="4846926" y="1474119"/>
                  <a:pt x="4817017" y="1474119"/>
                </a:cubicBezTo>
                <a:cubicBezTo>
                  <a:pt x="4787108" y="1474119"/>
                  <a:pt x="4762862" y="1449873"/>
                  <a:pt x="4762862" y="1419964"/>
                </a:cubicBezTo>
                <a:cubicBezTo>
                  <a:pt x="4762862" y="1390055"/>
                  <a:pt x="4787108" y="1365809"/>
                  <a:pt x="4817017" y="1365809"/>
                </a:cubicBezTo>
                <a:close/>
                <a:moveTo>
                  <a:pt x="4692463" y="1365809"/>
                </a:moveTo>
                <a:cubicBezTo>
                  <a:pt x="4722372" y="1365809"/>
                  <a:pt x="4746618" y="1390055"/>
                  <a:pt x="4746618" y="1419964"/>
                </a:cubicBezTo>
                <a:cubicBezTo>
                  <a:pt x="4746618" y="1449873"/>
                  <a:pt x="4722372" y="1474119"/>
                  <a:pt x="4692463" y="1474119"/>
                </a:cubicBezTo>
                <a:cubicBezTo>
                  <a:pt x="4662554" y="1474119"/>
                  <a:pt x="4638308" y="1449873"/>
                  <a:pt x="4638308" y="1419964"/>
                </a:cubicBezTo>
                <a:cubicBezTo>
                  <a:pt x="4638308" y="1390055"/>
                  <a:pt x="4662554" y="1365809"/>
                  <a:pt x="4692463" y="1365809"/>
                </a:cubicBezTo>
                <a:close/>
                <a:moveTo>
                  <a:pt x="4614329" y="1365809"/>
                </a:moveTo>
                <a:cubicBezTo>
                  <a:pt x="4618602" y="1365809"/>
                  <a:pt x="4622066" y="1369273"/>
                  <a:pt x="4622066" y="1373546"/>
                </a:cubicBezTo>
                <a:cubicBezTo>
                  <a:pt x="4622066" y="1404492"/>
                  <a:pt x="4622065" y="1435437"/>
                  <a:pt x="4622065" y="1466383"/>
                </a:cubicBezTo>
                <a:lnTo>
                  <a:pt x="4614329" y="1474119"/>
                </a:lnTo>
                <a:cubicBezTo>
                  <a:pt x="4610056" y="1474119"/>
                  <a:pt x="4606592" y="1470655"/>
                  <a:pt x="4606592" y="1466382"/>
                </a:cubicBezTo>
                <a:lnTo>
                  <a:pt x="4606592" y="1373546"/>
                </a:lnTo>
                <a:cubicBezTo>
                  <a:pt x="4606592" y="1369273"/>
                  <a:pt x="4610056" y="1365809"/>
                  <a:pt x="4614329" y="1365809"/>
                </a:cubicBezTo>
                <a:close/>
                <a:moveTo>
                  <a:pt x="4536193" y="1365809"/>
                </a:moveTo>
                <a:cubicBezTo>
                  <a:pt x="4566102" y="1365809"/>
                  <a:pt x="4590348" y="1390055"/>
                  <a:pt x="4590348" y="1419964"/>
                </a:cubicBezTo>
                <a:cubicBezTo>
                  <a:pt x="4590348" y="1449873"/>
                  <a:pt x="4566102" y="1474119"/>
                  <a:pt x="4536193" y="1474119"/>
                </a:cubicBezTo>
                <a:cubicBezTo>
                  <a:pt x="4506284" y="1474119"/>
                  <a:pt x="4482038" y="1449873"/>
                  <a:pt x="4482038" y="1419964"/>
                </a:cubicBezTo>
                <a:cubicBezTo>
                  <a:pt x="4482038" y="1390055"/>
                  <a:pt x="4506284" y="1365809"/>
                  <a:pt x="4536193" y="1365809"/>
                </a:cubicBezTo>
                <a:close/>
                <a:moveTo>
                  <a:pt x="4458058" y="1365809"/>
                </a:moveTo>
                <a:cubicBezTo>
                  <a:pt x="4462331" y="1365809"/>
                  <a:pt x="4465795" y="1369273"/>
                  <a:pt x="4465795" y="1373546"/>
                </a:cubicBezTo>
                <a:cubicBezTo>
                  <a:pt x="4465795" y="1404492"/>
                  <a:pt x="4465794" y="1435437"/>
                  <a:pt x="4465794" y="1466383"/>
                </a:cubicBezTo>
                <a:lnTo>
                  <a:pt x="4458058" y="1474119"/>
                </a:lnTo>
                <a:cubicBezTo>
                  <a:pt x="4453785" y="1474119"/>
                  <a:pt x="4450321" y="1470655"/>
                  <a:pt x="4450321" y="1466382"/>
                </a:cubicBezTo>
                <a:lnTo>
                  <a:pt x="4450321" y="1373546"/>
                </a:lnTo>
                <a:cubicBezTo>
                  <a:pt x="4450321" y="1369273"/>
                  <a:pt x="4453785" y="1365809"/>
                  <a:pt x="4458058" y="1365809"/>
                </a:cubicBezTo>
                <a:close/>
                <a:moveTo>
                  <a:pt x="4379922" y="1365809"/>
                </a:moveTo>
                <a:cubicBezTo>
                  <a:pt x="4409831" y="1365809"/>
                  <a:pt x="4434077" y="1390055"/>
                  <a:pt x="4434077" y="1419964"/>
                </a:cubicBezTo>
                <a:cubicBezTo>
                  <a:pt x="4434077" y="1449873"/>
                  <a:pt x="4409831" y="1474119"/>
                  <a:pt x="4379922" y="1474119"/>
                </a:cubicBezTo>
                <a:cubicBezTo>
                  <a:pt x="4350013" y="1474119"/>
                  <a:pt x="4325767" y="1449873"/>
                  <a:pt x="4325767" y="1419964"/>
                </a:cubicBezTo>
                <a:cubicBezTo>
                  <a:pt x="4325767" y="1390055"/>
                  <a:pt x="4350013" y="1365809"/>
                  <a:pt x="4379922" y="1365809"/>
                </a:cubicBezTo>
                <a:close/>
                <a:moveTo>
                  <a:pt x="4255368" y="1365809"/>
                </a:moveTo>
                <a:cubicBezTo>
                  <a:pt x="4285277" y="1365809"/>
                  <a:pt x="4309523" y="1390055"/>
                  <a:pt x="4309523" y="1419964"/>
                </a:cubicBezTo>
                <a:cubicBezTo>
                  <a:pt x="4309523" y="1449873"/>
                  <a:pt x="4285277" y="1474119"/>
                  <a:pt x="4255368" y="1474119"/>
                </a:cubicBezTo>
                <a:cubicBezTo>
                  <a:pt x="4225459" y="1474119"/>
                  <a:pt x="4201213" y="1449873"/>
                  <a:pt x="4201213" y="1419964"/>
                </a:cubicBezTo>
                <a:cubicBezTo>
                  <a:pt x="4201213" y="1390055"/>
                  <a:pt x="4225459" y="1365809"/>
                  <a:pt x="4255368" y="1365809"/>
                </a:cubicBezTo>
                <a:close/>
                <a:moveTo>
                  <a:pt x="4177234" y="1365809"/>
                </a:moveTo>
                <a:cubicBezTo>
                  <a:pt x="4181507" y="1365809"/>
                  <a:pt x="4184971" y="1369273"/>
                  <a:pt x="4184971" y="1373546"/>
                </a:cubicBezTo>
                <a:cubicBezTo>
                  <a:pt x="4184971" y="1404492"/>
                  <a:pt x="4184970" y="1435437"/>
                  <a:pt x="4184970" y="1466383"/>
                </a:cubicBezTo>
                <a:lnTo>
                  <a:pt x="4177234" y="1474119"/>
                </a:lnTo>
                <a:cubicBezTo>
                  <a:pt x="4172961" y="1474119"/>
                  <a:pt x="4169497" y="1470655"/>
                  <a:pt x="4169497" y="1466382"/>
                </a:cubicBezTo>
                <a:lnTo>
                  <a:pt x="4169497" y="1373546"/>
                </a:lnTo>
                <a:cubicBezTo>
                  <a:pt x="4169497" y="1369273"/>
                  <a:pt x="4172961" y="1365809"/>
                  <a:pt x="4177234" y="1365809"/>
                </a:cubicBezTo>
                <a:close/>
                <a:moveTo>
                  <a:pt x="4099098" y="1365809"/>
                </a:moveTo>
                <a:cubicBezTo>
                  <a:pt x="4129007" y="1365809"/>
                  <a:pt x="4153253" y="1390055"/>
                  <a:pt x="4153253" y="1419964"/>
                </a:cubicBezTo>
                <a:cubicBezTo>
                  <a:pt x="4153253" y="1449873"/>
                  <a:pt x="4129007" y="1474119"/>
                  <a:pt x="4099098" y="1474119"/>
                </a:cubicBezTo>
                <a:cubicBezTo>
                  <a:pt x="4069189" y="1474119"/>
                  <a:pt x="4044943" y="1449873"/>
                  <a:pt x="4044943" y="1419964"/>
                </a:cubicBezTo>
                <a:cubicBezTo>
                  <a:pt x="4044943" y="1390055"/>
                  <a:pt x="4069189" y="1365809"/>
                  <a:pt x="4099098" y="1365809"/>
                </a:cubicBezTo>
                <a:close/>
                <a:moveTo>
                  <a:pt x="4020963" y="1365809"/>
                </a:moveTo>
                <a:cubicBezTo>
                  <a:pt x="4025236" y="1365809"/>
                  <a:pt x="4028700" y="1369273"/>
                  <a:pt x="4028700" y="1373546"/>
                </a:cubicBezTo>
                <a:cubicBezTo>
                  <a:pt x="4028700" y="1404492"/>
                  <a:pt x="4028699" y="1435437"/>
                  <a:pt x="4028699" y="1466383"/>
                </a:cubicBezTo>
                <a:lnTo>
                  <a:pt x="4020963" y="1474119"/>
                </a:lnTo>
                <a:cubicBezTo>
                  <a:pt x="4016690" y="1474119"/>
                  <a:pt x="4013226" y="1470655"/>
                  <a:pt x="4013226" y="1466382"/>
                </a:cubicBezTo>
                <a:lnTo>
                  <a:pt x="4013226" y="1373546"/>
                </a:lnTo>
                <a:cubicBezTo>
                  <a:pt x="4013226" y="1369273"/>
                  <a:pt x="4016690" y="1365809"/>
                  <a:pt x="4020963" y="1365809"/>
                </a:cubicBezTo>
                <a:close/>
                <a:moveTo>
                  <a:pt x="3942827" y="1365809"/>
                </a:moveTo>
                <a:cubicBezTo>
                  <a:pt x="3972736" y="1365809"/>
                  <a:pt x="3996982" y="1390055"/>
                  <a:pt x="3996982" y="1419964"/>
                </a:cubicBezTo>
                <a:cubicBezTo>
                  <a:pt x="3996982" y="1449873"/>
                  <a:pt x="3972736" y="1474119"/>
                  <a:pt x="3942827" y="1474119"/>
                </a:cubicBezTo>
                <a:cubicBezTo>
                  <a:pt x="3912918" y="1474119"/>
                  <a:pt x="3888672" y="1449873"/>
                  <a:pt x="3888672" y="1419964"/>
                </a:cubicBezTo>
                <a:cubicBezTo>
                  <a:pt x="3888672" y="1390055"/>
                  <a:pt x="3912918" y="1365809"/>
                  <a:pt x="3942827" y="1365809"/>
                </a:cubicBezTo>
                <a:close/>
                <a:moveTo>
                  <a:pt x="3864693" y="1365809"/>
                </a:moveTo>
                <a:cubicBezTo>
                  <a:pt x="3868966" y="1365809"/>
                  <a:pt x="3872430" y="1369273"/>
                  <a:pt x="3872430" y="1373546"/>
                </a:cubicBezTo>
                <a:cubicBezTo>
                  <a:pt x="3872430" y="1404492"/>
                  <a:pt x="3872429" y="1435437"/>
                  <a:pt x="3872429" y="1466383"/>
                </a:cubicBezTo>
                <a:lnTo>
                  <a:pt x="3864693" y="1474119"/>
                </a:lnTo>
                <a:cubicBezTo>
                  <a:pt x="3860420" y="1474119"/>
                  <a:pt x="3856956" y="1470655"/>
                  <a:pt x="3856956" y="1466382"/>
                </a:cubicBezTo>
                <a:lnTo>
                  <a:pt x="3856956" y="1373546"/>
                </a:lnTo>
                <a:cubicBezTo>
                  <a:pt x="3856956" y="1369273"/>
                  <a:pt x="3860420" y="1365809"/>
                  <a:pt x="3864693" y="1365809"/>
                </a:cubicBezTo>
                <a:close/>
                <a:moveTo>
                  <a:pt x="3786557" y="1365809"/>
                </a:moveTo>
                <a:cubicBezTo>
                  <a:pt x="3816466" y="1365809"/>
                  <a:pt x="3840712" y="1390055"/>
                  <a:pt x="3840712" y="1419964"/>
                </a:cubicBezTo>
                <a:cubicBezTo>
                  <a:pt x="3840712" y="1449873"/>
                  <a:pt x="3816466" y="1474119"/>
                  <a:pt x="3786557" y="1474119"/>
                </a:cubicBezTo>
                <a:cubicBezTo>
                  <a:pt x="3756648" y="1474119"/>
                  <a:pt x="3732402" y="1449873"/>
                  <a:pt x="3732402" y="1419964"/>
                </a:cubicBezTo>
                <a:cubicBezTo>
                  <a:pt x="3732402" y="1390055"/>
                  <a:pt x="3756648" y="1365809"/>
                  <a:pt x="3786557" y="1365809"/>
                </a:cubicBezTo>
                <a:close/>
                <a:moveTo>
                  <a:pt x="3708422" y="1365809"/>
                </a:moveTo>
                <a:cubicBezTo>
                  <a:pt x="3712695" y="1365809"/>
                  <a:pt x="3716159" y="1369273"/>
                  <a:pt x="3716159" y="1373546"/>
                </a:cubicBezTo>
                <a:cubicBezTo>
                  <a:pt x="3716159" y="1404492"/>
                  <a:pt x="3716158" y="1435437"/>
                  <a:pt x="3716158" y="1466383"/>
                </a:cubicBezTo>
                <a:lnTo>
                  <a:pt x="3708422" y="1474119"/>
                </a:lnTo>
                <a:cubicBezTo>
                  <a:pt x="3704149" y="1474119"/>
                  <a:pt x="3700685" y="1470655"/>
                  <a:pt x="3700685" y="1466382"/>
                </a:cubicBezTo>
                <a:lnTo>
                  <a:pt x="3700685" y="1373546"/>
                </a:lnTo>
                <a:cubicBezTo>
                  <a:pt x="3700685" y="1369273"/>
                  <a:pt x="3704149" y="1365809"/>
                  <a:pt x="3708422" y="1365809"/>
                </a:cubicBezTo>
                <a:close/>
                <a:moveTo>
                  <a:pt x="3676706" y="1365809"/>
                </a:moveTo>
                <a:cubicBezTo>
                  <a:pt x="3680979" y="1365809"/>
                  <a:pt x="3684443" y="1369273"/>
                  <a:pt x="3684443" y="1373546"/>
                </a:cubicBezTo>
                <a:cubicBezTo>
                  <a:pt x="3684443" y="1404492"/>
                  <a:pt x="3684442" y="1435437"/>
                  <a:pt x="3684442" y="1466383"/>
                </a:cubicBezTo>
                <a:lnTo>
                  <a:pt x="3676706" y="1474119"/>
                </a:lnTo>
                <a:cubicBezTo>
                  <a:pt x="3672433" y="1474119"/>
                  <a:pt x="3668969" y="1470655"/>
                  <a:pt x="3668969" y="1466382"/>
                </a:cubicBezTo>
                <a:lnTo>
                  <a:pt x="3668969" y="1373546"/>
                </a:lnTo>
                <a:cubicBezTo>
                  <a:pt x="3668969" y="1369273"/>
                  <a:pt x="3672433" y="1365809"/>
                  <a:pt x="3676706" y="1365809"/>
                </a:cubicBezTo>
                <a:close/>
                <a:moveTo>
                  <a:pt x="3598570" y="1365809"/>
                </a:moveTo>
                <a:cubicBezTo>
                  <a:pt x="3628479" y="1365809"/>
                  <a:pt x="3652725" y="1390055"/>
                  <a:pt x="3652725" y="1419964"/>
                </a:cubicBezTo>
                <a:cubicBezTo>
                  <a:pt x="3652725" y="1449873"/>
                  <a:pt x="3628479" y="1474119"/>
                  <a:pt x="3598570" y="1474119"/>
                </a:cubicBezTo>
                <a:cubicBezTo>
                  <a:pt x="3568661" y="1474119"/>
                  <a:pt x="3544415" y="1449873"/>
                  <a:pt x="3544415" y="1419964"/>
                </a:cubicBezTo>
                <a:cubicBezTo>
                  <a:pt x="3544415" y="1390055"/>
                  <a:pt x="3568661" y="1365809"/>
                  <a:pt x="3598570" y="1365809"/>
                </a:cubicBezTo>
                <a:close/>
                <a:moveTo>
                  <a:pt x="3474016" y="1365809"/>
                </a:moveTo>
                <a:cubicBezTo>
                  <a:pt x="3503925" y="1365809"/>
                  <a:pt x="3528171" y="1390055"/>
                  <a:pt x="3528171" y="1419964"/>
                </a:cubicBezTo>
                <a:cubicBezTo>
                  <a:pt x="3528171" y="1449873"/>
                  <a:pt x="3503925" y="1474119"/>
                  <a:pt x="3474016" y="1474119"/>
                </a:cubicBezTo>
                <a:cubicBezTo>
                  <a:pt x="3444107" y="1474119"/>
                  <a:pt x="3419861" y="1449873"/>
                  <a:pt x="3419861" y="1419964"/>
                </a:cubicBezTo>
                <a:cubicBezTo>
                  <a:pt x="3419861" y="1390055"/>
                  <a:pt x="3444107" y="1365809"/>
                  <a:pt x="3474016" y="1365809"/>
                </a:cubicBezTo>
                <a:close/>
                <a:moveTo>
                  <a:pt x="3395881" y="1365809"/>
                </a:moveTo>
                <a:cubicBezTo>
                  <a:pt x="3400154" y="1365809"/>
                  <a:pt x="3403618" y="1369273"/>
                  <a:pt x="3403618" y="1373546"/>
                </a:cubicBezTo>
                <a:lnTo>
                  <a:pt x="3403618" y="1466382"/>
                </a:lnTo>
                <a:cubicBezTo>
                  <a:pt x="3403618" y="1470655"/>
                  <a:pt x="3400154" y="1474119"/>
                  <a:pt x="3395881" y="1474119"/>
                </a:cubicBezTo>
                <a:lnTo>
                  <a:pt x="3388145" y="1466383"/>
                </a:lnTo>
                <a:cubicBezTo>
                  <a:pt x="3388145" y="1435437"/>
                  <a:pt x="3388144" y="1404492"/>
                  <a:pt x="3388144" y="1373546"/>
                </a:cubicBezTo>
                <a:cubicBezTo>
                  <a:pt x="3388144" y="1369273"/>
                  <a:pt x="3391608" y="1365809"/>
                  <a:pt x="3395881" y="1365809"/>
                </a:cubicBezTo>
                <a:close/>
                <a:moveTo>
                  <a:pt x="3364164" y="1365809"/>
                </a:moveTo>
                <a:cubicBezTo>
                  <a:pt x="3368437" y="1365809"/>
                  <a:pt x="3371901" y="1369273"/>
                  <a:pt x="3371901" y="1373546"/>
                </a:cubicBezTo>
                <a:lnTo>
                  <a:pt x="3371901" y="1466382"/>
                </a:lnTo>
                <a:cubicBezTo>
                  <a:pt x="3371901" y="1470655"/>
                  <a:pt x="3368437" y="1474119"/>
                  <a:pt x="3364164" y="1474119"/>
                </a:cubicBezTo>
                <a:lnTo>
                  <a:pt x="3356428" y="1466383"/>
                </a:lnTo>
                <a:cubicBezTo>
                  <a:pt x="3356428" y="1435437"/>
                  <a:pt x="3356427" y="1404492"/>
                  <a:pt x="3356427" y="1373546"/>
                </a:cubicBezTo>
                <a:cubicBezTo>
                  <a:pt x="3356427" y="1369273"/>
                  <a:pt x="3359891" y="1365809"/>
                  <a:pt x="3364164" y="1365809"/>
                </a:cubicBezTo>
                <a:close/>
                <a:moveTo>
                  <a:pt x="3286029" y="1365809"/>
                </a:moveTo>
                <a:cubicBezTo>
                  <a:pt x="3315938" y="1365809"/>
                  <a:pt x="3340184" y="1390055"/>
                  <a:pt x="3340184" y="1419964"/>
                </a:cubicBezTo>
                <a:cubicBezTo>
                  <a:pt x="3340184" y="1449873"/>
                  <a:pt x="3315938" y="1474119"/>
                  <a:pt x="3286029" y="1474119"/>
                </a:cubicBezTo>
                <a:cubicBezTo>
                  <a:pt x="3256120" y="1474119"/>
                  <a:pt x="3231874" y="1449873"/>
                  <a:pt x="3231874" y="1419964"/>
                </a:cubicBezTo>
                <a:cubicBezTo>
                  <a:pt x="3231874" y="1390055"/>
                  <a:pt x="3256120" y="1365809"/>
                  <a:pt x="3286029" y="1365809"/>
                </a:cubicBezTo>
                <a:close/>
                <a:moveTo>
                  <a:pt x="3207894" y="1365809"/>
                </a:moveTo>
                <a:cubicBezTo>
                  <a:pt x="3212167" y="1365809"/>
                  <a:pt x="3215631" y="1369273"/>
                  <a:pt x="3215631" y="1373546"/>
                </a:cubicBezTo>
                <a:lnTo>
                  <a:pt x="3215631" y="1466382"/>
                </a:lnTo>
                <a:cubicBezTo>
                  <a:pt x="3215631" y="1470655"/>
                  <a:pt x="3212167" y="1474119"/>
                  <a:pt x="3207894" y="1474119"/>
                </a:cubicBezTo>
                <a:lnTo>
                  <a:pt x="3200158" y="1466383"/>
                </a:lnTo>
                <a:cubicBezTo>
                  <a:pt x="3200158" y="1435437"/>
                  <a:pt x="3200157" y="1404492"/>
                  <a:pt x="3200157" y="1373546"/>
                </a:cubicBezTo>
                <a:cubicBezTo>
                  <a:pt x="3200157" y="1369273"/>
                  <a:pt x="3203621" y="1365809"/>
                  <a:pt x="3207894" y="1365809"/>
                </a:cubicBezTo>
                <a:close/>
                <a:moveTo>
                  <a:pt x="3129759" y="1365809"/>
                </a:moveTo>
                <a:cubicBezTo>
                  <a:pt x="3159668" y="1365809"/>
                  <a:pt x="3183914" y="1390055"/>
                  <a:pt x="3183914" y="1419964"/>
                </a:cubicBezTo>
                <a:cubicBezTo>
                  <a:pt x="3183914" y="1449873"/>
                  <a:pt x="3159668" y="1474119"/>
                  <a:pt x="3129759" y="1474119"/>
                </a:cubicBezTo>
                <a:cubicBezTo>
                  <a:pt x="3099850" y="1474119"/>
                  <a:pt x="3075604" y="1449873"/>
                  <a:pt x="3075604" y="1419964"/>
                </a:cubicBezTo>
                <a:cubicBezTo>
                  <a:pt x="3075604" y="1390055"/>
                  <a:pt x="3099850" y="1365809"/>
                  <a:pt x="3129759" y="1365809"/>
                </a:cubicBezTo>
                <a:close/>
                <a:moveTo>
                  <a:pt x="3051623" y="1365809"/>
                </a:moveTo>
                <a:cubicBezTo>
                  <a:pt x="3055896" y="1365809"/>
                  <a:pt x="3059360" y="1369273"/>
                  <a:pt x="3059360" y="1373546"/>
                </a:cubicBezTo>
                <a:lnTo>
                  <a:pt x="3059360" y="1466382"/>
                </a:lnTo>
                <a:cubicBezTo>
                  <a:pt x="3059360" y="1470655"/>
                  <a:pt x="3055896" y="1474119"/>
                  <a:pt x="3051623" y="1474119"/>
                </a:cubicBezTo>
                <a:lnTo>
                  <a:pt x="3043887" y="1466383"/>
                </a:lnTo>
                <a:cubicBezTo>
                  <a:pt x="3043887" y="1435437"/>
                  <a:pt x="3043886" y="1404492"/>
                  <a:pt x="3043886" y="1373546"/>
                </a:cubicBezTo>
                <a:cubicBezTo>
                  <a:pt x="3043886" y="1369273"/>
                  <a:pt x="3047350" y="1365809"/>
                  <a:pt x="3051623" y="1365809"/>
                </a:cubicBezTo>
                <a:close/>
                <a:moveTo>
                  <a:pt x="2973488" y="1365809"/>
                </a:moveTo>
                <a:cubicBezTo>
                  <a:pt x="3003397" y="1365809"/>
                  <a:pt x="3027643" y="1390055"/>
                  <a:pt x="3027643" y="1419964"/>
                </a:cubicBezTo>
                <a:cubicBezTo>
                  <a:pt x="3027643" y="1449873"/>
                  <a:pt x="3003397" y="1474119"/>
                  <a:pt x="2973488" y="1474119"/>
                </a:cubicBezTo>
                <a:cubicBezTo>
                  <a:pt x="2943579" y="1474119"/>
                  <a:pt x="2919333" y="1449873"/>
                  <a:pt x="2919333" y="1419964"/>
                </a:cubicBezTo>
                <a:cubicBezTo>
                  <a:pt x="2919333" y="1390055"/>
                  <a:pt x="2943579" y="1365809"/>
                  <a:pt x="2973488" y="1365809"/>
                </a:cubicBezTo>
                <a:close/>
                <a:moveTo>
                  <a:pt x="2895353" y="1365809"/>
                </a:moveTo>
                <a:cubicBezTo>
                  <a:pt x="2899626" y="1365809"/>
                  <a:pt x="2903090" y="1369273"/>
                  <a:pt x="2903090" y="1373546"/>
                </a:cubicBezTo>
                <a:lnTo>
                  <a:pt x="2903090" y="1466382"/>
                </a:lnTo>
                <a:cubicBezTo>
                  <a:pt x="2903090" y="1470655"/>
                  <a:pt x="2899626" y="1474119"/>
                  <a:pt x="2895353" y="1474119"/>
                </a:cubicBezTo>
                <a:lnTo>
                  <a:pt x="2887617" y="1466383"/>
                </a:lnTo>
                <a:cubicBezTo>
                  <a:pt x="2887617" y="1435437"/>
                  <a:pt x="2887616" y="1404492"/>
                  <a:pt x="2887616" y="1373546"/>
                </a:cubicBezTo>
                <a:cubicBezTo>
                  <a:pt x="2887616" y="1369273"/>
                  <a:pt x="2891080" y="1365809"/>
                  <a:pt x="2895353" y="1365809"/>
                </a:cubicBezTo>
                <a:close/>
                <a:moveTo>
                  <a:pt x="2817218" y="1365809"/>
                </a:moveTo>
                <a:cubicBezTo>
                  <a:pt x="2847127" y="1365809"/>
                  <a:pt x="2871373" y="1390055"/>
                  <a:pt x="2871373" y="1419964"/>
                </a:cubicBezTo>
                <a:cubicBezTo>
                  <a:pt x="2871373" y="1449873"/>
                  <a:pt x="2847127" y="1474119"/>
                  <a:pt x="2817218" y="1474119"/>
                </a:cubicBezTo>
                <a:cubicBezTo>
                  <a:pt x="2787309" y="1474119"/>
                  <a:pt x="2763063" y="1449873"/>
                  <a:pt x="2763063" y="1419964"/>
                </a:cubicBezTo>
                <a:cubicBezTo>
                  <a:pt x="2763063" y="1390055"/>
                  <a:pt x="2787309" y="1365809"/>
                  <a:pt x="2817218" y="1365809"/>
                </a:cubicBezTo>
                <a:close/>
                <a:moveTo>
                  <a:pt x="2692664" y="1365809"/>
                </a:moveTo>
                <a:cubicBezTo>
                  <a:pt x="2722573" y="1365809"/>
                  <a:pt x="2746819" y="1390055"/>
                  <a:pt x="2746819" y="1419964"/>
                </a:cubicBezTo>
                <a:cubicBezTo>
                  <a:pt x="2746819" y="1449873"/>
                  <a:pt x="2722573" y="1474119"/>
                  <a:pt x="2692664" y="1474119"/>
                </a:cubicBezTo>
                <a:cubicBezTo>
                  <a:pt x="2662755" y="1474119"/>
                  <a:pt x="2638509" y="1449873"/>
                  <a:pt x="2638509" y="1419964"/>
                </a:cubicBezTo>
                <a:cubicBezTo>
                  <a:pt x="2638509" y="1390055"/>
                  <a:pt x="2662755" y="1365809"/>
                  <a:pt x="2692664" y="1365809"/>
                </a:cubicBezTo>
                <a:close/>
                <a:moveTo>
                  <a:pt x="2614528" y="1365809"/>
                </a:moveTo>
                <a:cubicBezTo>
                  <a:pt x="2618801" y="1365809"/>
                  <a:pt x="2622265" y="1369273"/>
                  <a:pt x="2622265" y="1373546"/>
                </a:cubicBezTo>
                <a:lnTo>
                  <a:pt x="2622265" y="1466382"/>
                </a:lnTo>
                <a:cubicBezTo>
                  <a:pt x="2622265" y="1470655"/>
                  <a:pt x="2618801" y="1474119"/>
                  <a:pt x="2614528" y="1474119"/>
                </a:cubicBezTo>
                <a:lnTo>
                  <a:pt x="2606792" y="1466383"/>
                </a:lnTo>
                <a:cubicBezTo>
                  <a:pt x="2606792" y="1435437"/>
                  <a:pt x="2606791" y="1404492"/>
                  <a:pt x="2606791" y="1373546"/>
                </a:cubicBezTo>
                <a:cubicBezTo>
                  <a:pt x="2606791" y="1369273"/>
                  <a:pt x="2610255" y="1365809"/>
                  <a:pt x="2614528" y="1365809"/>
                </a:cubicBezTo>
                <a:close/>
                <a:moveTo>
                  <a:pt x="2536393" y="1365809"/>
                </a:moveTo>
                <a:cubicBezTo>
                  <a:pt x="2566302" y="1365809"/>
                  <a:pt x="2590548" y="1390055"/>
                  <a:pt x="2590548" y="1419964"/>
                </a:cubicBezTo>
                <a:cubicBezTo>
                  <a:pt x="2590548" y="1449873"/>
                  <a:pt x="2566302" y="1474119"/>
                  <a:pt x="2536393" y="1474119"/>
                </a:cubicBezTo>
                <a:cubicBezTo>
                  <a:pt x="2506484" y="1474119"/>
                  <a:pt x="2482238" y="1449873"/>
                  <a:pt x="2482238" y="1419964"/>
                </a:cubicBezTo>
                <a:cubicBezTo>
                  <a:pt x="2482238" y="1390055"/>
                  <a:pt x="2506484" y="1365809"/>
                  <a:pt x="2536393" y="1365809"/>
                </a:cubicBezTo>
                <a:close/>
                <a:moveTo>
                  <a:pt x="2458258" y="1365809"/>
                </a:moveTo>
                <a:cubicBezTo>
                  <a:pt x="2462531" y="1365809"/>
                  <a:pt x="2465995" y="1369273"/>
                  <a:pt x="2465995" y="1373546"/>
                </a:cubicBezTo>
                <a:lnTo>
                  <a:pt x="2465995" y="1466382"/>
                </a:lnTo>
                <a:cubicBezTo>
                  <a:pt x="2465995" y="1470655"/>
                  <a:pt x="2462531" y="1474119"/>
                  <a:pt x="2458258" y="1474119"/>
                </a:cubicBezTo>
                <a:lnTo>
                  <a:pt x="2450522" y="1466383"/>
                </a:lnTo>
                <a:cubicBezTo>
                  <a:pt x="2450522" y="1435437"/>
                  <a:pt x="2450521" y="1404492"/>
                  <a:pt x="2450521" y="1373546"/>
                </a:cubicBezTo>
                <a:cubicBezTo>
                  <a:pt x="2450521" y="1369273"/>
                  <a:pt x="2453985" y="1365809"/>
                  <a:pt x="2458258" y="1365809"/>
                </a:cubicBezTo>
                <a:close/>
                <a:moveTo>
                  <a:pt x="2380123" y="1365809"/>
                </a:moveTo>
                <a:cubicBezTo>
                  <a:pt x="2410032" y="1365809"/>
                  <a:pt x="2434278" y="1390055"/>
                  <a:pt x="2434278" y="1419964"/>
                </a:cubicBezTo>
                <a:cubicBezTo>
                  <a:pt x="2434278" y="1449873"/>
                  <a:pt x="2410032" y="1474119"/>
                  <a:pt x="2380123" y="1474119"/>
                </a:cubicBezTo>
                <a:cubicBezTo>
                  <a:pt x="2350214" y="1474119"/>
                  <a:pt x="2325968" y="1449873"/>
                  <a:pt x="2325968" y="1419964"/>
                </a:cubicBezTo>
                <a:cubicBezTo>
                  <a:pt x="2325968" y="1390055"/>
                  <a:pt x="2350214" y="1365809"/>
                  <a:pt x="2380123" y="1365809"/>
                </a:cubicBezTo>
                <a:close/>
                <a:moveTo>
                  <a:pt x="2255569" y="1365809"/>
                </a:moveTo>
                <a:cubicBezTo>
                  <a:pt x="2285478" y="1365809"/>
                  <a:pt x="2309724" y="1390055"/>
                  <a:pt x="2309724" y="1419964"/>
                </a:cubicBezTo>
                <a:cubicBezTo>
                  <a:pt x="2309724" y="1449873"/>
                  <a:pt x="2285478" y="1474119"/>
                  <a:pt x="2255569" y="1474119"/>
                </a:cubicBezTo>
                <a:cubicBezTo>
                  <a:pt x="2225660" y="1474119"/>
                  <a:pt x="2201414" y="1449873"/>
                  <a:pt x="2201414" y="1419964"/>
                </a:cubicBezTo>
                <a:cubicBezTo>
                  <a:pt x="2201414" y="1390055"/>
                  <a:pt x="2225660" y="1365809"/>
                  <a:pt x="2255569" y="1365809"/>
                </a:cubicBezTo>
                <a:close/>
                <a:moveTo>
                  <a:pt x="2177435" y="1365809"/>
                </a:moveTo>
                <a:cubicBezTo>
                  <a:pt x="2181708" y="1365809"/>
                  <a:pt x="2185172" y="1369273"/>
                  <a:pt x="2185172" y="1373546"/>
                </a:cubicBezTo>
                <a:cubicBezTo>
                  <a:pt x="2185172" y="1404492"/>
                  <a:pt x="2185171" y="1435437"/>
                  <a:pt x="2185171" y="1466383"/>
                </a:cubicBezTo>
                <a:lnTo>
                  <a:pt x="2177435" y="1474119"/>
                </a:lnTo>
                <a:cubicBezTo>
                  <a:pt x="2173162" y="1474119"/>
                  <a:pt x="2169698" y="1470655"/>
                  <a:pt x="2169698" y="1466382"/>
                </a:cubicBezTo>
                <a:lnTo>
                  <a:pt x="2169698" y="1373546"/>
                </a:lnTo>
                <a:cubicBezTo>
                  <a:pt x="2169698" y="1369273"/>
                  <a:pt x="2173162" y="1365809"/>
                  <a:pt x="2177435" y="1365809"/>
                </a:cubicBezTo>
                <a:close/>
                <a:moveTo>
                  <a:pt x="2099299" y="1365809"/>
                </a:moveTo>
                <a:cubicBezTo>
                  <a:pt x="2129208" y="1365809"/>
                  <a:pt x="2153454" y="1390055"/>
                  <a:pt x="2153454" y="1419964"/>
                </a:cubicBezTo>
                <a:cubicBezTo>
                  <a:pt x="2153454" y="1449873"/>
                  <a:pt x="2129208" y="1474119"/>
                  <a:pt x="2099299" y="1474119"/>
                </a:cubicBezTo>
                <a:cubicBezTo>
                  <a:pt x="2069390" y="1474119"/>
                  <a:pt x="2045144" y="1449873"/>
                  <a:pt x="2045144" y="1419964"/>
                </a:cubicBezTo>
                <a:cubicBezTo>
                  <a:pt x="2045144" y="1390055"/>
                  <a:pt x="2069390" y="1365809"/>
                  <a:pt x="2099299" y="1365809"/>
                </a:cubicBezTo>
                <a:close/>
                <a:moveTo>
                  <a:pt x="2021164" y="1365809"/>
                </a:moveTo>
                <a:cubicBezTo>
                  <a:pt x="2025437" y="1365809"/>
                  <a:pt x="2028901" y="1369273"/>
                  <a:pt x="2028901" y="1373546"/>
                </a:cubicBezTo>
                <a:cubicBezTo>
                  <a:pt x="2028901" y="1404492"/>
                  <a:pt x="2028900" y="1435437"/>
                  <a:pt x="2028900" y="1466383"/>
                </a:cubicBezTo>
                <a:lnTo>
                  <a:pt x="2021164" y="1474119"/>
                </a:lnTo>
                <a:cubicBezTo>
                  <a:pt x="2016891" y="1474119"/>
                  <a:pt x="2013427" y="1470655"/>
                  <a:pt x="2013427" y="1466382"/>
                </a:cubicBezTo>
                <a:lnTo>
                  <a:pt x="2013427" y="1373546"/>
                </a:lnTo>
                <a:cubicBezTo>
                  <a:pt x="2013427" y="1369273"/>
                  <a:pt x="2016891" y="1365809"/>
                  <a:pt x="2021164" y="1365809"/>
                </a:cubicBezTo>
                <a:close/>
                <a:moveTo>
                  <a:pt x="1943028" y="1365809"/>
                </a:moveTo>
                <a:cubicBezTo>
                  <a:pt x="1972937" y="1365809"/>
                  <a:pt x="1997183" y="1390055"/>
                  <a:pt x="1997183" y="1419964"/>
                </a:cubicBezTo>
                <a:cubicBezTo>
                  <a:pt x="1997183" y="1449873"/>
                  <a:pt x="1972937" y="1474119"/>
                  <a:pt x="1943028" y="1474119"/>
                </a:cubicBezTo>
                <a:cubicBezTo>
                  <a:pt x="1913119" y="1474119"/>
                  <a:pt x="1888873" y="1449873"/>
                  <a:pt x="1888873" y="1419964"/>
                </a:cubicBezTo>
                <a:cubicBezTo>
                  <a:pt x="1888873" y="1390055"/>
                  <a:pt x="1913119" y="1365809"/>
                  <a:pt x="1943028" y="1365809"/>
                </a:cubicBezTo>
                <a:close/>
                <a:moveTo>
                  <a:pt x="1818474" y="1365809"/>
                </a:moveTo>
                <a:cubicBezTo>
                  <a:pt x="1848383" y="1365809"/>
                  <a:pt x="1872629" y="1390055"/>
                  <a:pt x="1872629" y="1419964"/>
                </a:cubicBezTo>
                <a:cubicBezTo>
                  <a:pt x="1872629" y="1449873"/>
                  <a:pt x="1848383" y="1474119"/>
                  <a:pt x="1818474" y="1474119"/>
                </a:cubicBezTo>
                <a:cubicBezTo>
                  <a:pt x="1788565" y="1474119"/>
                  <a:pt x="1764319" y="1449873"/>
                  <a:pt x="1764319" y="1419964"/>
                </a:cubicBezTo>
                <a:cubicBezTo>
                  <a:pt x="1764319" y="1390055"/>
                  <a:pt x="1788565" y="1365809"/>
                  <a:pt x="1818474" y="1365809"/>
                </a:cubicBezTo>
                <a:close/>
                <a:moveTo>
                  <a:pt x="1740340" y="1365809"/>
                </a:moveTo>
                <a:cubicBezTo>
                  <a:pt x="1744613" y="1365809"/>
                  <a:pt x="1748077" y="1369273"/>
                  <a:pt x="1748077" y="1373546"/>
                </a:cubicBezTo>
                <a:cubicBezTo>
                  <a:pt x="1748077" y="1404492"/>
                  <a:pt x="1748076" y="1435437"/>
                  <a:pt x="1748076" y="1466383"/>
                </a:cubicBezTo>
                <a:lnTo>
                  <a:pt x="1740340" y="1474119"/>
                </a:lnTo>
                <a:cubicBezTo>
                  <a:pt x="1736067" y="1474119"/>
                  <a:pt x="1732603" y="1470655"/>
                  <a:pt x="1732603" y="1466382"/>
                </a:cubicBezTo>
                <a:lnTo>
                  <a:pt x="1732603" y="1373546"/>
                </a:lnTo>
                <a:cubicBezTo>
                  <a:pt x="1732603" y="1369273"/>
                  <a:pt x="1736067" y="1365809"/>
                  <a:pt x="1740340" y="1365809"/>
                </a:cubicBezTo>
                <a:close/>
                <a:moveTo>
                  <a:pt x="1662204" y="1365809"/>
                </a:moveTo>
                <a:cubicBezTo>
                  <a:pt x="1692113" y="1365809"/>
                  <a:pt x="1716359" y="1390055"/>
                  <a:pt x="1716359" y="1419964"/>
                </a:cubicBezTo>
                <a:cubicBezTo>
                  <a:pt x="1716359" y="1449873"/>
                  <a:pt x="1692113" y="1474119"/>
                  <a:pt x="1662204" y="1474119"/>
                </a:cubicBezTo>
                <a:cubicBezTo>
                  <a:pt x="1632295" y="1474119"/>
                  <a:pt x="1608049" y="1449873"/>
                  <a:pt x="1608049" y="1419964"/>
                </a:cubicBezTo>
                <a:cubicBezTo>
                  <a:pt x="1608049" y="1390055"/>
                  <a:pt x="1632295" y="1365809"/>
                  <a:pt x="1662204" y="1365809"/>
                </a:cubicBezTo>
                <a:close/>
                <a:moveTo>
                  <a:pt x="1584069" y="1365809"/>
                </a:moveTo>
                <a:cubicBezTo>
                  <a:pt x="1588342" y="1365809"/>
                  <a:pt x="1591806" y="1369273"/>
                  <a:pt x="1591806" y="1373546"/>
                </a:cubicBezTo>
                <a:cubicBezTo>
                  <a:pt x="1591806" y="1404492"/>
                  <a:pt x="1591805" y="1435437"/>
                  <a:pt x="1591805" y="1466383"/>
                </a:cubicBezTo>
                <a:lnTo>
                  <a:pt x="1584069" y="1474119"/>
                </a:lnTo>
                <a:cubicBezTo>
                  <a:pt x="1579796" y="1474119"/>
                  <a:pt x="1576332" y="1470655"/>
                  <a:pt x="1576332" y="1466382"/>
                </a:cubicBezTo>
                <a:lnTo>
                  <a:pt x="1576332" y="1373546"/>
                </a:lnTo>
                <a:cubicBezTo>
                  <a:pt x="1576332" y="1369273"/>
                  <a:pt x="1579796" y="1365809"/>
                  <a:pt x="1584069" y="1365809"/>
                </a:cubicBezTo>
                <a:close/>
                <a:moveTo>
                  <a:pt x="1505933" y="1365809"/>
                </a:moveTo>
                <a:cubicBezTo>
                  <a:pt x="1535842" y="1365809"/>
                  <a:pt x="1560088" y="1390055"/>
                  <a:pt x="1560088" y="1419964"/>
                </a:cubicBezTo>
                <a:cubicBezTo>
                  <a:pt x="1560088" y="1449873"/>
                  <a:pt x="1535842" y="1474119"/>
                  <a:pt x="1505933" y="1474119"/>
                </a:cubicBezTo>
                <a:cubicBezTo>
                  <a:pt x="1476024" y="1474119"/>
                  <a:pt x="1451778" y="1449873"/>
                  <a:pt x="1451778" y="1419964"/>
                </a:cubicBezTo>
                <a:cubicBezTo>
                  <a:pt x="1451778" y="1390055"/>
                  <a:pt x="1476024" y="1365809"/>
                  <a:pt x="1505933" y="1365809"/>
                </a:cubicBezTo>
                <a:close/>
                <a:moveTo>
                  <a:pt x="1427799" y="1365809"/>
                </a:moveTo>
                <a:cubicBezTo>
                  <a:pt x="1432072" y="1365809"/>
                  <a:pt x="1435536" y="1369273"/>
                  <a:pt x="1435536" y="1373546"/>
                </a:cubicBezTo>
                <a:cubicBezTo>
                  <a:pt x="1435536" y="1404492"/>
                  <a:pt x="1435535" y="1435437"/>
                  <a:pt x="1435535" y="1466383"/>
                </a:cubicBezTo>
                <a:lnTo>
                  <a:pt x="1427799" y="1474119"/>
                </a:lnTo>
                <a:cubicBezTo>
                  <a:pt x="1423526" y="1474119"/>
                  <a:pt x="1420062" y="1470655"/>
                  <a:pt x="1420062" y="1466382"/>
                </a:cubicBezTo>
                <a:lnTo>
                  <a:pt x="1420062" y="1373546"/>
                </a:lnTo>
                <a:cubicBezTo>
                  <a:pt x="1420062" y="1369273"/>
                  <a:pt x="1423526" y="1365809"/>
                  <a:pt x="1427799" y="1365809"/>
                </a:cubicBezTo>
                <a:close/>
                <a:moveTo>
                  <a:pt x="1349663" y="1365809"/>
                </a:moveTo>
                <a:cubicBezTo>
                  <a:pt x="1379572" y="1365809"/>
                  <a:pt x="1403818" y="1390055"/>
                  <a:pt x="1403818" y="1419964"/>
                </a:cubicBezTo>
                <a:cubicBezTo>
                  <a:pt x="1403818" y="1449873"/>
                  <a:pt x="1379572" y="1474119"/>
                  <a:pt x="1349663" y="1474119"/>
                </a:cubicBezTo>
                <a:cubicBezTo>
                  <a:pt x="1319754" y="1474119"/>
                  <a:pt x="1295508" y="1449873"/>
                  <a:pt x="1295508" y="1419964"/>
                </a:cubicBezTo>
                <a:cubicBezTo>
                  <a:pt x="1295508" y="1390055"/>
                  <a:pt x="1319754" y="1365809"/>
                  <a:pt x="1349663" y="1365809"/>
                </a:cubicBezTo>
                <a:close/>
                <a:moveTo>
                  <a:pt x="1271528" y="1365809"/>
                </a:moveTo>
                <a:cubicBezTo>
                  <a:pt x="1275801" y="1365809"/>
                  <a:pt x="1279265" y="1369273"/>
                  <a:pt x="1279265" y="1373546"/>
                </a:cubicBezTo>
                <a:cubicBezTo>
                  <a:pt x="1279265" y="1404492"/>
                  <a:pt x="1279264" y="1435437"/>
                  <a:pt x="1279264" y="1466383"/>
                </a:cubicBezTo>
                <a:lnTo>
                  <a:pt x="1271528" y="1474119"/>
                </a:lnTo>
                <a:cubicBezTo>
                  <a:pt x="1267255" y="1474119"/>
                  <a:pt x="1263791" y="1470655"/>
                  <a:pt x="1263791" y="1466382"/>
                </a:cubicBezTo>
                <a:lnTo>
                  <a:pt x="1263791" y="1373546"/>
                </a:lnTo>
                <a:cubicBezTo>
                  <a:pt x="1263791" y="1369273"/>
                  <a:pt x="1267255" y="1365809"/>
                  <a:pt x="1271528" y="1365809"/>
                </a:cubicBezTo>
                <a:close/>
                <a:moveTo>
                  <a:pt x="1239812" y="1365809"/>
                </a:moveTo>
                <a:cubicBezTo>
                  <a:pt x="1244085" y="1365809"/>
                  <a:pt x="1247549" y="1369273"/>
                  <a:pt x="1247549" y="1373546"/>
                </a:cubicBezTo>
                <a:cubicBezTo>
                  <a:pt x="1247549" y="1404492"/>
                  <a:pt x="1247548" y="1435437"/>
                  <a:pt x="1247548" y="1466383"/>
                </a:cubicBezTo>
                <a:lnTo>
                  <a:pt x="1239812" y="1474119"/>
                </a:lnTo>
                <a:cubicBezTo>
                  <a:pt x="1235539" y="1474119"/>
                  <a:pt x="1232075" y="1470655"/>
                  <a:pt x="1232075" y="1466382"/>
                </a:cubicBezTo>
                <a:lnTo>
                  <a:pt x="1232075" y="1373546"/>
                </a:lnTo>
                <a:cubicBezTo>
                  <a:pt x="1232075" y="1369273"/>
                  <a:pt x="1235539" y="1365809"/>
                  <a:pt x="1239812" y="1365809"/>
                </a:cubicBezTo>
                <a:close/>
                <a:moveTo>
                  <a:pt x="1161676" y="1365809"/>
                </a:moveTo>
                <a:cubicBezTo>
                  <a:pt x="1191585" y="1365809"/>
                  <a:pt x="1215831" y="1390055"/>
                  <a:pt x="1215831" y="1419964"/>
                </a:cubicBezTo>
                <a:cubicBezTo>
                  <a:pt x="1215831" y="1449873"/>
                  <a:pt x="1191585" y="1474119"/>
                  <a:pt x="1161676" y="1474119"/>
                </a:cubicBezTo>
                <a:cubicBezTo>
                  <a:pt x="1131767" y="1474119"/>
                  <a:pt x="1107521" y="1449873"/>
                  <a:pt x="1107521" y="1419964"/>
                </a:cubicBezTo>
                <a:cubicBezTo>
                  <a:pt x="1107521" y="1390055"/>
                  <a:pt x="1131767" y="1365809"/>
                  <a:pt x="1161676" y="1365809"/>
                </a:cubicBezTo>
                <a:close/>
                <a:moveTo>
                  <a:pt x="1037122" y="1365809"/>
                </a:moveTo>
                <a:cubicBezTo>
                  <a:pt x="1067031" y="1365809"/>
                  <a:pt x="1091277" y="1390055"/>
                  <a:pt x="1091277" y="1419964"/>
                </a:cubicBezTo>
                <a:cubicBezTo>
                  <a:pt x="1091277" y="1449873"/>
                  <a:pt x="1067031" y="1474119"/>
                  <a:pt x="1037122" y="1474119"/>
                </a:cubicBezTo>
                <a:cubicBezTo>
                  <a:pt x="1007213" y="1474119"/>
                  <a:pt x="982967" y="1449873"/>
                  <a:pt x="982967" y="1419964"/>
                </a:cubicBezTo>
                <a:cubicBezTo>
                  <a:pt x="982967" y="1390055"/>
                  <a:pt x="1007213" y="1365809"/>
                  <a:pt x="1037122" y="1365809"/>
                </a:cubicBezTo>
                <a:close/>
                <a:moveTo>
                  <a:pt x="958988" y="1365809"/>
                </a:moveTo>
                <a:cubicBezTo>
                  <a:pt x="963261" y="1365809"/>
                  <a:pt x="966725" y="1369273"/>
                  <a:pt x="966725" y="1373546"/>
                </a:cubicBezTo>
                <a:cubicBezTo>
                  <a:pt x="966725" y="1404492"/>
                  <a:pt x="966724" y="1435437"/>
                  <a:pt x="966724" y="1466383"/>
                </a:cubicBezTo>
                <a:lnTo>
                  <a:pt x="958988" y="1474119"/>
                </a:lnTo>
                <a:cubicBezTo>
                  <a:pt x="954715" y="1474119"/>
                  <a:pt x="951251" y="1470655"/>
                  <a:pt x="951251" y="1466382"/>
                </a:cubicBezTo>
                <a:lnTo>
                  <a:pt x="951251" y="1373546"/>
                </a:lnTo>
                <a:cubicBezTo>
                  <a:pt x="951251" y="1369273"/>
                  <a:pt x="954715" y="1365809"/>
                  <a:pt x="958988" y="1365809"/>
                </a:cubicBezTo>
                <a:close/>
                <a:moveTo>
                  <a:pt x="880852" y="1365809"/>
                </a:moveTo>
                <a:cubicBezTo>
                  <a:pt x="910761" y="1365809"/>
                  <a:pt x="935007" y="1390055"/>
                  <a:pt x="935007" y="1419964"/>
                </a:cubicBezTo>
                <a:cubicBezTo>
                  <a:pt x="935007" y="1449873"/>
                  <a:pt x="910759" y="1474119"/>
                  <a:pt x="880852" y="1474119"/>
                </a:cubicBezTo>
                <a:cubicBezTo>
                  <a:pt x="850943" y="1474119"/>
                  <a:pt x="826697" y="1449873"/>
                  <a:pt x="826697" y="1419964"/>
                </a:cubicBezTo>
                <a:cubicBezTo>
                  <a:pt x="826697" y="1390055"/>
                  <a:pt x="850943" y="1365809"/>
                  <a:pt x="880852" y="1365809"/>
                </a:cubicBezTo>
                <a:close/>
                <a:moveTo>
                  <a:pt x="802717" y="1365809"/>
                </a:moveTo>
                <a:cubicBezTo>
                  <a:pt x="806990" y="1365809"/>
                  <a:pt x="810454" y="1369273"/>
                  <a:pt x="810454" y="1373546"/>
                </a:cubicBezTo>
                <a:cubicBezTo>
                  <a:pt x="810454" y="1404492"/>
                  <a:pt x="810453" y="1435437"/>
                  <a:pt x="810453" y="1466383"/>
                </a:cubicBezTo>
                <a:lnTo>
                  <a:pt x="802717" y="1474119"/>
                </a:lnTo>
                <a:cubicBezTo>
                  <a:pt x="798444" y="1474119"/>
                  <a:pt x="794980" y="1470655"/>
                  <a:pt x="794980" y="1466382"/>
                </a:cubicBezTo>
                <a:lnTo>
                  <a:pt x="794980" y="1373546"/>
                </a:lnTo>
                <a:cubicBezTo>
                  <a:pt x="794981" y="1369273"/>
                  <a:pt x="798445" y="1365809"/>
                  <a:pt x="802717" y="1365809"/>
                </a:cubicBezTo>
                <a:close/>
                <a:moveTo>
                  <a:pt x="724581" y="1365809"/>
                </a:moveTo>
                <a:cubicBezTo>
                  <a:pt x="754490" y="1365809"/>
                  <a:pt x="778736" y="1390055"/>
                  <a:pt x="778736" y="1419964"/>
                </a:cubicBezTo>
                <a:cubicBezTo>
                  <a:pt x="778734" y="1449873"/>
                  <a:pt x="754488" y="1474119"/>
                  <a:pt x="724581" y="1474119"/>
                </a:cubicBezTo>
                <a:cubicBezTo>
                  <a:pt x="694672" y="1474119"/>
                  <a:pt x="670426" y="1449873"/>
                  <a:pt x="670426" y="1419964"/>
                </a:cubicBezTo>
                <a:cubicBezTo>
                  <a:pt x="670426" y="1390055"/>
                  <a:pt x="694672" y="1365809"/>
                  <a:pt x="724581" y="1365809"/>
                </a:cubicBezTo>
                <a:close/>
                <a:moveTo>
                  <a:pt x="600027" y="1365809"/>
                </a:moveTo>
                <a:cubicBezTo>
                  <a:pt x="629936" y="1365809"/>
                  <a:pt x="654182" y="1390055"/>
                  <a:pt x="654182" y="1419964"/>
                </a:cubicBezTo>
                <a:cubicBezTo>
                  <a:pt x="654180" y="1449873"/>
                  <a:pt x="629934" y="1474119"/>
                  <a:pt x="600027" y="1474119"/>
                </a:cubicBezTo>
                <a:cubicBezTo>
                  <a:pt x="570118" y="1474119"/>
                  <a:pt x="545872" y="1449873"/>
                  <a:pt x="545872" y="1419964"/>
                </a:cubicBezTo>
                <a:cubicBezTo>
                  <a:pt x="545872" y="1390055"/>
                  <a:pt x="570118" y="1365809"/>
                  <a:pt x="600027" y="1365809"/>
                </a:cubicBezTo>
                <a:close/>
                <a:moveTo>
                  <a:pt x="521893" y="1365809"/>
                </a:moveTo>
                <a:cubicBezTo>
                  <a:pt x="526166" y="1365809"/>
                  <a:pt x="529630" y="1369273"/>
                  <a:pt x="529630" y="1373546"/>
                </a:cubicBezTo>
                <a:cubicBezTo>
                  <a:pt x="529630" y="1404492"/>
                  <a:pt x="529629" y="1435437"/>
                  <a:pt x="529629" y="1466383"/>
                </a:cubicBezTo>
                <a:lnTo>
                  <a:pt x="521893" y="1474119"/>
                </a:lnTo>
                <a:cubicBezTo>
                  <a:pt x="517620" y="1474119"/>
                  <a:pt x="514156" y="1470655"/>
                  <a:pt x="514156" y="1466382"/>
                </a:cubicBezTo>
                <a:lnTo>
                  <a:pt x="514156" y="1373546"/>
                </a:lnTo>
                <a:cubicBezTo>
                  <a:pt x="514157" y="1369273"/>
                  <a:pt x="517621" y="1365809"/>
                  <a:pt x="521893" y="1365809"/>
                </a:cubicBezTo>
                <a:close/>
                <a:moveTo>
                  <a:pt x="443757" y="1365809"/>
                </a:moveTo>
                <a:cubicBezTo>
                  <a:pt x="473666" y="1365809"/>
                  <a:pt x="497912" y="1390055"/>
                  <a:pt x="497912" y="1419964"/>
                </a:cubicBezTo>
                <a:cubicBezTo>
                  <a:pt x="497910" y="1449873"/>
                  <a:pt x="473664" y="1474119"/>
                  <a:pt x="443757" y="1474119"/>
                </a:cubicBezTo>
                <a:cubicBezTo>
                  <a:pt x="413848" y="1474119"/>
                  <a:pt x="389602" y="1449873"/>
                  <a:pt x="389602" y="1419964"/>
                </a:cubicBezTo>
                <a:cubicBezTo>
                  <a:pt x="389602" y="1390055"/>
                  <a:pt x="413848" y="1365809"/>
                  <a:pt x="443757" y="1365809"/>
                </a:cubicBezTo>
                <a:close/>
                <a:moveTo>
                  <a:pt x="365622" y="1365809"/>
                </a:moveTo>
                <a:cubicBezTo>
                  <a:pt x="369895" y="1365809"/>
                  <a:pt x="373359" y="1369273"/>
                  <a:pt x="373359" y="1373546"/>
                </a:cubicBezTo>
                <a:cubicBezTo>
                  <a:pt x="373359" y="1404492"/>
                  <a:pt x="373358" y="1435437"/>
                  <a:pt x="373358" y="1466383"/>
                </a:cubicBezTo>
                <a:lnTo>
                  <a:pt x="365622" y="1474119"/>
                </a:lnTo>
                <a:cubicBezTo>
                  <a:pt x="361349" y="1474119"/>
                  <a:pt x="357885" y="1470655"/>
                  <a:pt x="357885" y="1466382"/>
                </a:cubicBezTo>
                <a:lnTo>
                  <a:pt x="357885" y="1373546"/>
                </a:lnTo>
                <a:cubicBezTo>
                  <a:pt x="357932" y="1369273"/>
                  <a:pt x="361349" y="1365809"/>
                  <a:pt x="365622" y="1365809"/>
                </a:cubicBezTo>
                <a:close/>
                <a:moveTo>
                  <a:pt x="287486" y="1365809"/>
                </a:moveTo>
                <a:cubicBezTo>
                  <a:pt x="317395" y="1365809"/>
                  <a:pt x="341641" y="1390055"/>
                  <a:pt x="341641" y="1419964"/>
                </a:cubicBezTo>
                <a:cubicBezTo>
                  <a:pt x="341639" y="1449873"/>
                  <a:pt x="317394" y="1474119"/>
                  <a:pt x="287486" y="1474119"/>
                </a:cubicBezTo>
                <a:cubicBezTo>
                  <a:pt x="257577" y="1474119"/>
                  <a:pt x="233331" y="1449873"/>
                  <a:pt x="233331" y="1419964"/>
                </a:cubicBezTo>
                <a:cubicBezTo>
                  <a:pt x="233331" y="1390055"/>
                  <a:pt x="257577" y="1365809"/>
                  <a:pt x="287486" y="1365809"/>
                </a:cubicBezTo>
                <a:close/>
                <a:moveTo>
                  <a:pt x="209352" y="1365809"/>
                </a:moveTo>
                <a:cubicBezTo>
                  <a:pt x="213625" y="1365809"/>
                  <a:pt x="217089" y="1369273"/>
                  <a:pt x="217089" y="1373546"/>
                </a:cubicBezTo>
                <a:cubicBezTo>
                  <a:pt x="217089" y="1404492"/>
                  <a:pt x="217088" y="1435437"/>
                  <a:pt x="217088" y="1466383"/>
                </a:cubicBezTo>
                <a:lnTo>
                  <a:pt x="209352" y="1474119"/>
                </a:lnTo>
                <a:cubicBezTo>
                  <a:pt x="205079" y="1474119"/>
                  <a:pt x="201615" y="1470655"/>
                  <a:pt x="201615" y="1466382"/>
                </a:cubicBezTo>
                <a:lnTo>
                  <a:pt x="201615" y="1373546"/>
                </a:lnTo>
                <a:cubicBezTo>
                  <a:pt x="201662" y="1369273"/>
                  <a:pt x="205079" y="1365809"/>
                  <a:pt x="209352" y="1365809"/>
                </a:cubicBezTo>
                <a:close/>
                <a:moveTo>
                  <a:pt x="131216" y="1365809"/>
                </a:moveTo>
                <a:cubicBezTo>
                  <a:pt x="161125" y="1365809"/>
                  <a:pt x="185371" y="1390055"/>
                  <a:pt x="185371" y="1419964"/>
                </a:cubicBezTo>
                <a:cubicBezTo>
                  <a:pt x="185369" y="1449873"/>
                  <a:pt x="161124" y="1474119"/>
                  <a:pt x="131216" y="1474119"/>
                </a:cubicBezTo>
                <a:cubicBezTo>
                  <a:pt x="101307" y="1474119"/>
                  <a:pt x="77061" y="1449873"/>
                  <a:pt x="77061" y="1419964"/>
                </a:cubicBezTo>
                <a:cubicBezTo>
                  <a:pt x="77061" y="1390055"/>
                  <a:pt x="101307" y="1365809"/>
                  <a:pt x="131216" y="1365809"/>
                </a:cubicBezTo>
                <a:close/>
                <a:moveTo>
                  <a:pt x="53081" y="1365809"/>
                </a:moveTo>
                <a:cubicBezTo>
                  <a:pt x="57354" y="1365809"/>
                  <a:pt x="60818" y="1369273"/>
                  <a:pt x="60818" y="1373546"/>
                </a:cubicBezTo>
                <a:cubicBezTo>
                  <a:pt x="60818" y="1404492"/>
                  <a:pt x="60817" y="1435437"/>
                  <a:pt x="60817" y="1466383"/>
                </a:cubicBezTo>
                <a:lnTo>
                  <a:pt x="53081" y="1474119"/>
                </a:lnTo>
                <a:cubicBezTo>
                  <a:pt x="48808" y="1474119"/>
                  <a:pt x="45344" y="1470655"/>
                  <a:pt x="45344" y="1466382"/>
                </a:cubicBezTo>
                <a:lnTo>
                  <a:pt x="45344" y="1373546"/>
                </a:lnTo>
                <a:cubicBezTo>
                  <a:pt x="45390" y="1369273"/>
                  <a:pt x="48831" y="1365809"/>
                  <a:pt x="53081" y="1365809"/>
                </a:cubicBezTo>
                <a:close/>
                <a:moveTo>
                  <a:pt x="21365" y="1365809"/>
                </a:moveTo>
                <a:cubicBezTo>
                  <a:pt x="25638" y="1365809"/>
                  <a:pt x="29102" y="1369273"/>
                  <a:pt x="29102" y="1373546"/>
                </a:cubicBezTo>
                <a:cubicBezTo>
                  <a:pt x="29102" y="1404492"/>
                  <a:pt x="29101" y="1435437"/>
                  <a:pt x="29101" y="1466383"/>
                </a:cubicBezTo>
                <a:lnTo>
                  <a:pt x="21365" y="1474119"/>
                </a:lnTo>
                <a:cubicBezTo>
                  <a:pt x="17092" y="1474119"/>
                  <a:pt x="13628" y="1470655"/>
                  <a:pt x="13628" y="1466382"/>
                </a:cubicBezTo>
                <a:lnTo>
                  <a:pt x="13628" y="1373546"/>
                </a:lnTo>
                <a:cubicBezTo>
                  <a:pt x="13675" y="1369273"/>
                  <a:pt x="17115" y="1365809"/>
                  <a:pt x="21365" y="1365809"/>
                </a:cubicBezTo>
                <a:close/>
                <a:moveTo>
                  <a:pt x="9039542" y="1244758"/>
                </a:moveTo>
                <a:cubicBezTo>
                  <a:pt x="9018084" y="1244758"/>
                  <a:pt x="9000689" y="1262153"/>
                  <a:pt x="9000689" y="1283611"/>
                </a:cubicBezTo>
                <a:cubicBezTo>
                  <a:pt x="9000689" y="1305069"/>
                  <a:pt x="9018084" y="1322464"/>
                  <a:pt x="9039542" y="1322464"/>
                </a:cubicBezTo>
                <a:cubicBezTo>
                  <a:pt x="9061000" y="1322464"/>
                  <a:pt x="9078395" y="1305069"/>
                  <a:pt x="9078395" y="1283611"/>
                </a:cubicBezTo>
                <a:cubicBezTo>
                  <a:pt x="9078395" y="1262153"/>
                  <a:pt x="9061000" y="1244758"/>
                  <a:pt x="9039542" y="1244758"/>
                </a:cubicBezTo>
                <a:close/>
                <a:moveTo>
                  <a:pt x="8839973" y="1244758"/>
                </a:moveTo>
                <a:cubicBezTo>
                  <a:pt x="8818515" y="1244758"/>
                  <a:pt x="8801120" y="1262153"/>
                  <a:pt x="8801120" y="1283611"/>
                </a:cubicBezTo>
                <a:cubicBezTo>
                  <a:pt x="8801120" y="1305069"/>
                  <a:pt x="8818515" y="1322464"/>
                  <a:pt x="8839973" y="1322464"/>
                </a:cubicBezTo>
                <a:cubicBezTo>
                  <a:pt x="8861431" y="1322464"/>
                  <a:pt x="8878826" y="1305069"/>
                  <a:pt x="8878826" y="1283611"/>
                </a:cubicBezTo>
                <a:cubicBezTo>
                  <a:pt x="8878826" y="1262153"/>
                  <a:pt x="8861431" y="1244758"/>
                  <a:pt x="8839973" y="1244758"/>
                </a:cubicBezTo>
                <a:close/>
                <a:moveTo>
                  <a:pt x="8675982" y="1244758"/>
                </a:moveTo>
                <a:cubicBezTo>
                  <a:pt x="8654524" y="1244758"/>
                  <a:pt x="8637129" y="1262153"/>
                  <a:pt x="8637129" y="1283611"/>
                </a:cubicBezTo>
                <a:cubicBezTo>
                  <a:pt x="8637129" y="1305069"/>
                  <a:pt x="8654524" y="1322464"/>
                  <a:pt x="8675982" y="1322464"/>
                </a:cubicBezTo>
                <a:cubicBezTo>
                  <a:pt x="8697440" y="1322464"/>
                  <a:pt x="8714835" y="1305069"/>
                  <a:pt x="8714835" y="1283611"/>
                </a:cubicBezTo>
                <a:cubicBezTo>
                  <a:pt x="8714835" y="1262153"/>
                  <a:pt x="8697440" y="1244758"/>
                  <a:pt x="8675982" y="1244758"/>
                </a:cubicBezTo>
                <a:close/>
                <a:moveTo>
                  <a:pt x="8547567" y="1244758"/>
                </a:moveTo>
                <a:cubicBezTo>
                  <a:pt x="8526109" y="1244758"/>
                  <a:pt x="8508714" y="1262153"/>
                  <a:pt x="8508714" y="1283611"/>
                </a:cubicBezTo>
                <a:cubicBezTo>
                  <a:pt x="8508714" y="1305069"/>
                  <a:pt x="8526109" y="1322464"/>
                  <a:pt x="8547567" y="1322464"/>
                </a:cubicBezTo>
                <a:cubicBezTo>
                  <a:pt x="8569025" y="1322464"/>
                  <a:pt x="8586420" y="1305069"/>
                  <a:pt x="8586420" y="1283611"/>
                </a:cubicBezTo>
                <a:cubicBezTo>
                  <a:pt x="8586420" y="1262153"/>
                  <a:pt x="8569025" y="1244758"/>
                  <a:pt x="8547567" y="1244758"/>
                </a:cubicBezTo>
                <a:close/>
                <a:moveTo>
                  <a:pt x="8347999" y="1244758"/>
                </a:moveTo>
                <a:cubicBezTo>
                  <a:pt x="8326541" y="1244758"/>
                  <a:pt x="8309146" y="1262153"/>
                  <a:pt x="8309146" y="1283611"/>
                </a:cubicBezTo>
                <a:cubicBezTo>
                  <a:pt x="8309146" y="1305069"/>
                  <a:pt x="8326541" y="1322464"/>
                  <a:pt x="8347999" y="1322464"/>
                </a:cubicBezTo>
                <a:cubicBezTo>
                  <a:pt x="8369457" y="1322464"/>
                  <a:pt x="8386852" y="1305069"/>
                  <a:pt x="8386852" y="1283611"/>
                </a:cubicBezTo>
                <a:cubicBezTo>
                  <a:pt x="8386852" y="1262153"/>
                  <a:pt x="8369457" y="1244758"/>
                  <a:pt x="8347999" y="1244758"/>
                </a:cubicBezTo>
                <a:close/>
                <a:moveTo>
                  <a:pt x="8148430" y="1244758"/>
                </a:moveTo>
                <a:cubicBezTo>
                  <a:pt x="8126972" y="1244758"/>
                  <a:pt x="8109577" y="1262153"/>
                  <a:pt x="8109577" y="1283611"/>
                </a:cubicBezTo>
                <a:cubicBezTo>
                  <a:pt x="8109577" y="1305069"/>
                  <a:pt x="8126972" y="1322464"/>
                  <a:pt x="8148430" y="1322464"/>
                </a:cubicBezTo>
                <a:cubicBezTo>
                  <a:pt x="8169888" y="1322464"/>
                  <a:pt x="8187283" y="1305069"/>
                  <a:pt x="8187283" y="1283611"/>
                </a:cubicBezTo>
                <a:cubicBezTo>
                  <a:pt x="8187283" y="1262153"/>
                  <a:pt x="8169888" y="1244758"/>
                  <a:pt x="8148430" y="1244758"/>
                </a:cubicBezTo>
                <a:close/>
                <a:moveTo>
                  <a:pt x="7948862" y="1244758"/>
                </a:moveTo>
                <a:cubicBezTo>
                  <a:pt x="7927404" y="1244758"/>
                  <a:pt x="7910009" y="1262153"/>
                  <a:pt x="7910009" y="1283611"/>
                </a:cubicBezTo>
                <a:cubicBezTo>
                  <a:pt x="7910009" y="1305069"/>
                  <a:pt x="7927404" y="1322464"/>
                  <a:pt x="7948862" y="1322464"/>
                </a:cubicBezTo>
                <a:cubicBezTo>
                  <a:pt x="7970320" y="1322464"/>
                  <a:pt x="7987715" y="1305069"/>
                  <a:pt x="7987715" y="1283611"/>
                </a:cubicBezTo>
                <a:cubicBezTo>
                  <a:pt x="7987715" y="1262153"/>
                  <a:pt x="7970320" y="1244758"/>
                  <a:pt x="7948862" y="1244758"/>
                </a:cubicBezTo>
                <a:close/>
                <a:moveTo>
                  <a:pt x="7820447" y="1244758"/>
                </a:moveTo>
                <a:cubicBezTo>
                  <a:pt x="7798989" y="1244758"/>
                  <a:pt x="7781594" y="1262153"/>
                  <a:pt x="7781594" y="1283611"/>
                </a:cubicBezTo>
                <a:cubicBezTo>
                  <a:pt x="7781594" y="1305069"/>
                  <a:pt x="7798989" y="1322464"/>
                  <a:pt x="7820447" y="1322464"/>
                </a:cubicBezTo>
                <a:cubicBezTo>
                  <a:pt x="7841905" y="1322464"/>
                  <a:pt x="7859300" y="1305069"/>
                  <a:pt x="7859300" y="1283611"/>
                </a:cubicBezTo>
                <a:cubicBezTo>
                  <a:pt x="7859300" y="1262153"/>
                  <a:pt x="7841905" y="1244758"/>
                  <a:pt x="7820447" y="1244758"/>
                </a:cubicBezTo>
                <a:close/>
                <a:moveTo>
                  <a:pt x="7620879" y="1244758"/>
                </a:moveTo>
                <a:cubicBezTo>
                  <a:pt x="7599421" y="1244758"/>
                  <a:pt x="7582026" y="1262153"/>
                  <a:pt x="7582026" y="1283611"/>
                </a:cubicBezTo>
                <a:cubicBezTo>
                  <a:pt x="7582026" y="1305069"/>
                  <a:pt x="7599421" y="1322464"/>
                  <a:pt x="7620879" y="1322464"/>
                </a:cubicBezTo>
                <a:cubicBezTo>
                  <a:pt x="7642337" y="1322464"/>
                  <a:pt x="7659732" y="1305069"/>
                  <a:pt x="7659732" y="1283611"/>
                </a:cubicBezTo>
                <a:cubicBezTo>
                  <a:pt x="7659732" y="1262153"/>
                  <a:pt x="7642337" y="1244758"/>
                  <a:pt x="7620879" y="1244758"/>
                </a:cubicBezTo>
                <a:close/>
                <a:moveTo>
                  <a:pt x="7456887" y="1244758"/>
                </a:moveTo>
                <a:cubicBezTo>
                  <a:pt x="7435429" y="1244758"/>
                  <a:pt x="7418034" y="1262153"/>
                  <a:pt x="7418034" y="1283611"/>
                </a:cubicBezTo>
                <a:cubicBezTo>
                  <a:pt x="7418034" y="1305069"/>
                  <a:pt x="7435429" y="1322464"/>
                  <a:pt x="7456887" y="1322464"/>
                </a:cubicBezTo>
                <a:cubicBezTo>
                  <a:pt x="7478345" y="1322464"/>
                  <a:pt x="7495740" y="1305069"/>
                  <a:pt x="7495740" y="1283611"/>
                </a:cubicBezTo>
                <a:cubicBezTo>
                  <a:pt x="7495740" y="1262153"/>
                  <a:pt x="7478345" y="1244758"/>
                  <a:pt x="7456887" y="1244758"/>
                </a:cubicBezTo>
                <a:close/>
                <a:moveTo>
                  <a:pt x="7292896" y="1244758"/>
                </a:moveTo>
                <a:cubicBezTo>
                  <a:pt x="7271438" y="1244758"/>
                  <a:pt x="7254043" y="1262153"/>
                  <a:pt x="7254043" y="1283611"/>
                </a:cubicBezTo>
                <a:cubicBezTo>
                  <a:pt x="7254043" y="1305069"/>
                  <a:pt x="7271438" y="1322464"/>
                  <a:pt x="7292896" y="1322464"/>
                </a:cubicBezTo>
                <a:cubicBezTo>
                  <a:pt x="7314354" y="1322464"/>
                  <a:pt x="7331749" y="1305069"/>
                  <a:pt x="7331749" y="1283611"/>
                </a:cubicBezTo>
                <a:cubicBezTo>
                  <a:pt x="7331749" y="1262153"/>
                  <a:pt x="7314354" y="1244758"/>
                  <a:pt x="7292896" y="1244758"/>
                </a:cubicBezTo>
                <a:close/>
                <a:moveTo>
                  <a:pt x="7058230" y="1244758"/>
                </a:moveTo>
                <a:cubicBezTo>
                  <a:pt x="7036772" y="1244758"/>
                  <a:pt x="7019377" y="1262153"/>
                  <a:pt x="7019377" y="1283611"/>
                </a:cubicBezTo>
                <a:cubicBezTo>
                  <a:pt x="7019377" y="1305069"/>
                  <a:pt x="7036772" y="1322464"/>
                  <a:pt x="7058230" y="1322464"/>
                </a:cubicBezTo>
                <a:cubicBezTo>
                  <a:pt x="7079688" y="1322464"/>
                  <a:pt x="7097083" y="1305069"/>
                  <a:pt x="7097083" y="1283611"/>
                </a:cubicBezTo>
                <a:cubicBezTo>
                  <a:pt x="7097083" y="1262153"/>
                  <a:pt x="7079688" y="1244758"/>
                  <a:pt x="7058230" y="1244758"/>
                </a:cubicBezTo>
                <a:close/>
                <a:moveTo>
                  <a:pt x="6929816" y="1244758"/>
                </a:moveTo>
                <a:cubicBezTo>
                  <a:pt x="6908358" y="1244758"/>
                  <a:pt x="6890963" y="1262153"/>
                  <a:pt x="6890963" y="1283611"/>
                </a:cubicBezTo>
                <a:cubicBezTo>
                  <a:pt x="6890963" y="1305069"/>
                  <a:pt x="6908358" y="1322464"/>
                  <a:pt x="6929816" y="1322464"/>
                </a:cubicBezTo>
                <a:cubicBezTo>
                  <a:pt x="6951274" y="1322464"/>
                  <a:pt x="6968669" y="1305069"/>
                  <a:pt x="6968669" y="1283611"/>
                </a:cubicBezTo>
                <a:cubicBezTo>
                  <a:pt x="6968669" y="1262153"/>
                  <a:pt x="6951274" y="1244758"/>
                  <a:pt x="6929816" y="1244758"/>
                </a:cubicBezTo>
                <a:close/>
                <a:moveTo>
                  <a:pt x="6765824" y="1244758"/>
                </a:moveTo>
                <a:cubicBezTo>
                  <a:pt x="6744366" y="1244758"/>
                  <a:pt x="6726971" y="1262153"/>
                  <a:pt x="6726971" y="1283611"/>
                </a:cubicBezTo>
                <a:cubicBezTo>
                  <a:pt x="6726971" y="1305069"/>
                  <a:pt x="6744366" y="1322464"/>
                  <a:pt x="6765824" y="1322464"/>
                </a:cubicBezTo>
                <a:cubicBezTo>
                  <a:pt x="6787282" y="1322464"/>
                  <a:pt x="6804677" y="1305069"/>
                  <a:pt x="6804677" y="1283611"/>
                </a:cubicBezTo>
                <a:cubicBezTo>
                  <a:pt x="6804677" y="1262153"/>
                  <a:pt x="6787282" y="1244758"/>
                  <a:pt x="6765824" y="1244758"/>
                </a:cubicBezTo>
                <a:close/>
                <a:moveTo>
                  <a:pt x="6566256" y="1244758"/>
                </a:moveTo>
                <a:cubicBezTo>
                  <a:pt x="6544798" y="1244758"/>
                  <a:pt x="6527403" y="1262153"/>
                  <a:pt x="6527403" y="1283611"/>
                </a:cubicBezTo>
                <a:cubicBezTo>
                  <a:pt x="6527403" y="1305069"/>
                  <a:pt x="6544798" y="1322464"/>
                  <a:pt x="6566256" y="1322464"/>
                </a:cubicBezTo>
                <a:cubicBezTo>
                  <a:pt x="6587714" y="1322464"/>
                  <a:pt x="6605109" y="1305069"/>
                  <a:pt x="6605109" y="1283611"/>
                </a:cubicBezTo>
                <a:cubicBezTo>
                  <a:pt x="6605109" y="1262153"/>
                  <a:pt x="6587714" y="1244758"/>
                  <a:pt x="6566256" y="1244758"/>
                </a:cubicBezTo>
                <a:close/>
                <a:moveTo>
                  <a:pt x="6437841" y="1244758"/>
                </a:moveTo>
                <a:cubicBezTo>
                  <a:pt x="6416383" y="1244758"/>
                  <a:pt x="6398988" y="1262153"/>
                  <a:pt x="6398988" y="1283611"/>
                </a:cubicBezTo>
                <a:cubicBezTo>
                  <a:pt x="6398988" y="1305069"/>
                  <a:pt x="6416383" y="1322464"/>
                  <a:pt x="6437841" y="1322464"/>
                </a:cubicBezTo>
                <a:cubicBezTo>
                  <a:pt x="6459299" y="1322464"/>
                  <a:pt x="6476694" y="1305069"/>
                  <a:pt x="6476694" y="1283611"/>
                </a:cubicBezTo>
                <a:cubicBezTo>
                  <a:pt x="6476694" y="1262153"/>
                  <a:pt x="6459299" y="1244758"/>
                  <a:pt x="6437841" y="1244758"/>
                </a:cubicBezTo>
                <a:close/>
                <a:moveTo>
                  <a:pt x="6238272" y="1244758"/>
                </a:moveTo>
                <a:cubicBezTo>
                  <a:pt x="6216814" y="1244758"/>
                  <a:pt x="6199419" y="1262153"/>
                  <a:pt x="6199419" y="1283611"/>
                </a:cubicBezTo>
                <a:cubicBezTo>
                  <a:pt x="6199419" y="1305069"/>
                  <a:pt x="6216814" y="1322464"/>
                  <a:pt x="6238272" y="1322464"/>
                </a:cubicBezTo>
                <a:cubicBezTo>
                  <a:pt x="6259730" y="1322464"/>
                  <a:pt x="6277125" y="1305069"/>
                  <a:pt x="6277125" y="1283611"/>
                </a:cubicBezTo>
                <a:cubicBezTo>
                  <a:pt x="6277125" y="1262153"/>
                  <a:pt x="6259730" y="1244758"/>
                  <a:pt x="6238272" y="1244758"/>
                </a:cubicBezTo>
                <a:close/>
                <a:moveTo>
                  <a:pt x="6038704" y="1244758"/>
                </a:moveTo>
                <a:cubicBezTo>
                  <a:pt x="6017246" y="1244758"/>
                  <a:pt x="5999851" y="1262153"/>
                  <a:pt x="5999851" y="1283611"/>
                </a:cubicBezTo>
                <a:cubicBezTo>
                  <a:pt x="5999851" y="1305069"/>
                  <a:pt x="6017246" y="1322464"/>
                  <a:pt x="6038704" y="1322464"/>
                </a:cubicBezTo>
                <a:cubicBezTo>
                  <a:pt x="6060162" y="1322464"/>
                  <a:pt x="6077557" y="1305069"/>
                  <a:pt x="6077557" y="1283611"/>
                </a:cubicBezTo>
                <a:cubicBezTo>
                  <a:pt x="6077557" y="1262153"/>
                  <a:pt x="6060162" y="1244758"/>
                  <a:pt x="6038704" y="1244758"/>
                </a:cubicBezTo>
                <a:close/>
                <a:moveTo>
                  <a:pt x="5839135" y="1244758"/>
                </a:moveTo>
                <a:cubicBezTo>
                  <a:pt x="5817677" y="1244758"/>
                  <a:pt x="5800282" y="1262153"/>
                  <a:pt x="5800282" y="1283611"/>
                </a:cubicBezTo>
                <a:cubicBezTo>
                  <a:pt x="5800282" y="1305069"/>
                  <a:pt x="5817677" y="1322464"/>
                  <a:pt x="5839135" y="1322464"/>
                </a:cubicBezTo>
                <a:cubicBezTo>
                  <a:pt x="5860593" y="1322464"/>
                  <a:pt x="5877988" y="1305069"/>
                  <a:pt x="5877988" y="1283611"/>
                </a:cubicBezTo>
                <a:cubicBezTo>
                  <a:pt x="5877988" y="1262153"/>
                  <a:pt x="5860593" y="1244758"/>
                  <a:pt x="5839135" y="1244758"/>
                </a:cubicBezTo>
                <a:close/>
                <a:moveTo>
                  <a:pt x="5710721" y="1244758"/>
                </a:moveTo>
                <a:cubicBezTo>
                  <a:pt x="5689263" y="1244758"/>
                  <a:pt x="5671868" y="1262153"/>
                  <a:pt x="5671868" y="1283611"/>
                </a:cubicBezTo>
                <a:cubicBezTo>
                  <a:pt x="5671868" y="1305069"/>
                  <a:pt x="5689263" y="1322464"/>
                  <a:pt x="5710721" y="1322464"/>
                </a:cubicBezTo>
                <a:cubicBezTo>
                  <a:pt x="5732179" y="1322464"/>
                  <a:pt x="5749574" y="1305069"/>
                  <a:pt x="5749574" y="1283611"/>
                </a:cubicBezTo>
                <a:cubicBezTo>
                  <a:pt x="5749574" y="1262153"/>
                  <a:pt x="5732179" y="1244758"/>
                  <a:pt x="5710721" y="1244758"/>
                </a:cubicBezTo>
                <a:close/>
                <a:moveTo>
                  <a:pt x="5546730" y="1244758"/>
                </a:moveTo>
                <a:cubicBezTo>
                  <a:pt x="5525272" y="1244758"/>
                  <a:pt x="5507877" y="1262153"/>
                  <a:pt x="5507877" y="1283611"/>
                </a:cubicBezTo>
                <a:cubicBezTo>
                  <a:pt x="5507877" y="1305069"/>
                  <a:pt x="5525272" y="1322464"/>
                  <a:pt x="5546730" y="1322464"/>
                </a:cubicBezTo>
                <a:cubicBezTo>
                  <a:pt x="5568188" y="1322464"/>
                  <a:pt x="5585583" y="1305069"/>
                  <a:pt x="5585583" y="1283611"/>
                </a:cubicBezTo>
                <a:cubicBezTo>
                  <a:pt x="5585583" y="1262153"/>
                  <a:pt x="5568188" y="1244758"/>
                  <a:pt x="5546730" y="1244758"/>
                </a:cubicBezTo>
                <a:close/>
                <a:moveTo>
                  <a:pt x="5347161" y="1244758"/>
                </a:moveTo>
                <a:cubicBezTo>
                  <a:pt x="5325703" y="1244758"/>
                  <a:pt x="5308308" y="1262153"/>
                  <a:pt x="5308308" y="1283611"/>
                </a:cubicBezTo>
                <a:cubicBezTo>
                  <a:pt x="5308308" y="1305069"/>
                  <a:pt x="5325703" y="1322464"/>
                  <a:pt x="5347161" y="1322464"/>
                </a:cubicBezTo>
                <a:cubicBezTo>
                  <a:pt x="5368619" y="1322464"/>
                  <a:pt x="5386014" y="1305069"/>
                  <a:pt x="5386014" y="1283611"/>
                </a:cubicBezTo>
                <a:cubicBezTo>
                  <a:pt x="5386014" y="1262153"/>
                  <a:pt x="5368619" y="1244758"/>
                  <a:pt x="5347161" y="1244758"/>
                </a:cubicBezTo>
                <a:close/>
                <a:moveTo>
                  <a:pt x="5218746" y="1244758"/>
                </a:moveTo>
                <a:cubicBezTo>
                  <a:pt x="5197288" y="1244758"/>
                  <a:pt x="5179893" y="1262153"/>
                  <a:pt x="5179893" y="1283611"/>
                </a:cubicBezTo>
                <a:cubicBezTo>
                  <a:pt x="5179893" y="1305069"/>
                  <a:pt x="5197288" y="1322464"/>
                  <a:pt x="5218746" y="1322464"/>
                </a:cubicBezTo>
                <a:cubicBezTo>
                  <a:pt x="5240204" y="1322464"/>
                  <a:pt x="5257599" y="1305069"/>
                  <a:pt x="5257599" y="1283611"/>
                </a:cubicBezTo>
                <a:cubicBezTo>
                  <a:pt x="5257599" y="1262153"/>
                  <a:pt x="5240204" y="1244758"/>
                  <a:pt x="5218746" y="1244758"/>
                </a:cubicBezTo>
                <a:close/>
                <a:moveTo>
                  <a:pt x="5019178" y="1244758"/>
                </a:moveTo>
                <a:cubicBezTo>
                  <a:pt x="4997720" y="1244758"/>
                  <a:pt x="4980325" y="1262153"/>
                  <a:pt x="4980325" y="1283611"/>
                </a:cubicBezTo>
                <a:cubicBezTo>
                  <a:pt x="4980325" y="1305069"/>
                  <a:pt x="4997720" y="1322464"/>
                  <a:pt x="5019178" y="1322464"/>
                </a:cubicBezTo>
                <a:cubicBezTo>
                  <a:pt x="5040636" y="1322464"/>
                  <a:pt x="5058031" y="1305069"/>
                  <a:pt x="5058031" y="1283611"/>
                </a:cubicBezTo>
                <a:cubicBezTo>
                  <a:pt x="5058031" y="1262153"/>
                  <a:pt x="5040636" y="1244758"/>
                  <a:pt x="5019178" y="1244758"/>
                </a:cubicBezTo>
                <a:close/>
                <a:moveTo>
                  <a:pt x="4819609" y="1244758"/>
                </a:moveTo>
                <a:cubicBezTo>
                  <a:pt x="4798151" y="1244758"/>
                  <a:pt x="4780756" y="1262153"/>
                  <a:pt x="4780756" y="1283611"/>
                </a:cubicBezTo>
                <a:cubicBezTo>
                  <a:pt x="4780756" y="1305069"/>
                  <a:pt x="4798151" y="1322464"/>
                  <a:pt x="4819609" y="1322464"/>
                </a:cubicBezTo>
                <a:cubicBezTo>
                  <a:pt x="4841067" y="1322464"/>
                  <a:pt x="4858462" y="1305069"/>
                  <a:pt x="4858462" y="1283611"/>
                </a:cubicBezTo>
                <a:cubicBezTo>
                  <a:pt x="4858462" y="1262153"/>
                  <a:pt x="4841067" y="1244758"/>
                  <a:pt x="4819609" y="1244758"/>
                </a:cubicBezTo>
                <a:close/>
                <a:moveTo>
                  <a:pt x="4655616" y="1244758"/>
                </a:moveTo>
                <a:cubicBezTo>
                  <a:pt x="4634158" y="1244758"/>
                  <a:pt x="4616763" y="1262153"/>
                  <a:pt x="4616763" y="1283611"/>
                </a:cubicBezTo>
                <a:cubicBezTo>
                  <a:pt x="4616763" y="1305069"/>
                  <a:pt x="4634158" y="1322464"/>
                  <a:pt x="4655616" y="1322464"/>
                </a:cubicBezTo>
                <a:cubicBezTo>
                  <a:pt x="4677074" y="1322464"/>
                  <a:pt x="4694469" y="1305069"/>
                  <a:pt x="4694469" y="1283611"/>
                </a:cubicBezTo>
                <a:cubicBezTo>
                  <a:pt x="4694469" y="1262153"/>
                  <a:pt x="4677074" y="1244758"/>
                  <a:pt x="4655616" y="1244758"/>
                </a:cubicBezTo>
                <a:close/>
                <a:moveTo>
                  <a:pt x="4491625" y="1244758"/>
                </a:moveTo>
                <a:cubicBezTo>
                  <a:pt x="4470167" y="1244758"/>
                  <a:pt x="4452772" y="1262153"/>
                  <a:pt x="4452772" y="1283611"/>
                </a:cubicBezTo>
                <a:cubicBezTo>
                  <a:pt x="4452772" y="1305069"/>
                  <a:pt x="4470167" y="1322464"/>
                  <a:pt x="4491625" y="1322464"/>
                </a:cubicBezTo>
                <a:cubicBezTo>
                  <a:pt x="4513083" y="1322464"/>
                  <a:pt x="4530478" y="1305069"/>
                  <a:pt x="4530478" y="1283611"/>
                </a:cubicBezTo>
                <a:cubicBezTo>
                  <a:pt x="4530478" y="1262153"/>
                  <a:pt x="4513083" y="1244758"/>
                  <a:pt x="4491625" y="1244758"/>
                </a:cubicBezTo>
                <a:close/>
                <a:moveTo>
                  <a:pt x="4292056" y="1244758"/>
                </a:moveTo>
                <a:cubicBezTo>
                  <a:pt x="4270598" y="1244758"/>
                  <a:pt x="4253203" y="1262153"/>
                  <a:pt x="4253203" y="1283611"/>
                </a:cubicBezTo>
                <a:cubicBezTo>
                  <a:pt x="4253203" y="1305069"/>
                  <a:pt x="4270598" y="1322464"/>
                  <a:pt x="4292056" y="1322464"/>
                </a:cubicBezTo>
                <a:cubicBezTo>
                  <a:pt x="4313514" y="1322464"/>
                  <a:pt x="4330909" y="1305069"/>
                  <a:pt x="4330909" y="1283611"/>
                </a:cubicBezTo>
                <a:cubicBezTo>
                  <a:pt x="4330909" y="1262153"/>
                  <a:pt x="4313514" y="1244758"/>
                  <a:pt x="4292056" y="1244758"/>
                </a:cubicBezTo>
                <a:close/>
                <a:moveTo>
                  <a:pt x="4163641" y="1244758"/>
                </a:moveTo>
                <a:cubicBezTo>
                  <a:pt x="4142183" y="1244758"/>
                  <a:pt x="4124788" y="1262153"/>
                  <a:pt x="4124788" y="1283611"/>
                </a:cubicBezTo>
                <a:cubicBezTo>
                  <a:pt x="4124788" y="1305069"/>
                  <a:pt x="4142183" y="1322464"/>
                  <a:pt x="4163641" y="1322464"/>
                </a:cubicBezTo>
                <a:cubicBezTo>
                  <a:pt x="4185099" y="1322464"/>
                  <a:pt x="4202494" y="1305069"/>
                  <a:pt x="4202494" y="1283611"/>
                </a:cubicBezTo>
                <a:cubicBezTo>
                  <a:pt x="4202494" y="1262153"/>
                  <a:pt x="4185099" y="1244758"/>
                  <a:pt x="4163641" y="1244758"/>
                </a:cubicBezTo>
                <a:close/>
                <a:moveTo>
                  <a:pt x="3964073" y="1244758"/>
                </a:moveTo>
                <a:cubicBezTo>
                  <a:pt x="3942615" y="1244758"/>
                  <a:pt x="3925220" y="1262153"/>
                  <a:pt x="3925220" y="1283611"/>
                </a:cubicBezTo>
                <a:cubicBezTo>
                  <a:pt x="3925220" y="1305069"/>
                  <a:pt x="3942615" y="1322464"/>
                  <a:pt x="3964073" y="1322464"/>
                </a:cubicBezTo>
                <a:cubicBezTo>
                  <a:pt x="3985531" y="1322464"/>
                  <a:pt x="4002926" y="1305069"/>
                  <a:pt x="4002926" y="1283611"/>
                </a:cubicBezTo>
                <a:cubicBezTo>
                  <a:pt x="4002926" y="1262153"/>
                  <a:pt x="3985531" y="1244758"/>
                  <a:pt x="3964073" y="1244758"/>
                </a:cubicBezTo>
                <a:close/>
                <a:moveTo>
                  <a:pt x="3764504" y="1244758"/>
                </a:moveTo>
                <a:cubicBezTo>
                  <a:pt x="3743046" y="1244758"/>
                  <a:pt x="3725651" y="1262153"/>
                  <a:pt x="3725651" y="1283611"/>
                </a:cubicBezTo>
                <a:cubicBezTo>
                  <a:pt x="3725651" y="1305069"/>
                  <a:pt x="3743046" y="1322464"/>
                  <a:pt x="3764504" y="1322464"/>
                </a:cubicBezTo>
                <a:cubicBezTo>
                  <a:pt x="3785962" y="1322464"/>
                  <a:pt x="3803357" y="1305069"/>
                  <a:pt x="3803357" y="1283611"/>
                </a:cubicBezTo>
                <a:cubicBezTo>
                  <a:pt x="3803357" y="1262153"/>
                  <a:pt x="3785962" y="1244758"/>
                  <a:pt x="3764504" y="1244758"/>
                </a:cubicBezTo>
                <a:close/>
                <a:moveTo>
                  <a:pt x="3636090" y="1244758"/>
                </a:moveTo>
                <a:cubicBezTo>
                  <a:pt x="3614632" y="1244758"/>
                  <a:pt x="3597237" y="1262153"/>
                  <a:pt x="3597237" y="1283611"/>
                </a:cubicBezTo>
                <a:cubicBezTo>
                  <a:pt x="3597237" y="1305069"/>
                  <a:pt x="3614632" y="1322464"/>
                  <a:pt x="3636090" y="1322464"/>
                </a:cubicBezTo>
                <a:cubicBezTo>
                  <a:pt x="3657548" y="1322464"/>
                  <a:pt x="3674943" y="1305069"/>
                  <a:pt x="3674943" y="1283611"/>
                </a:cubicBezTo>
                <a:cubicBezTo>
                  <a:pt x="3674943" y="1262153"/>
                  <a:pt x="3657548" y="1244758"/>
                  <a:pt x="3636090" y="1244758"/>
                </a:cubicBezTo>
                <a:close/>
                <a:moveTo>
                  <a:pt x="3436522" y="1244758"/>
                </a:moveTo>
                <a:cubicBezTo>
                  <a:pt x="3415064" y="1244758"/>
                  <a:pt x="3397669" y="1262153"/>
                  <a:pt x="3397669" y="1283611"/>
                </a:cubicBezTo>
                <a:cubicBezTo>
                  <a:pt x="3397669" y="1305069"/>
                  <a:pt x="3415064" y="1322464"/>
                  <a:pt x="3436522" y="1322464"/>
                </a:cubicBezTo>
                <a:cubicBezTo>
                  <a:pt x="3457980" y="1322464"/>
                  <a:pt x="3475375" y="1305069"/>
                  <a:pt x="3475375" y="1283611"/>
                </a:cubicBezTo>
                <a:cubicBezTo>
                  <a:pt x="3475375" y="1262153"/>
                  <a:pt x="3457980" y="1244758"/>
                  <a:pt x="3436522" y="1244758"/>
                </a:cubicBezTo>
                <a:close/>
                <a:moveTo>
                  <a:pt x="3308109" y="1244758"/>
                </a:moveTo>
                <a:cubicBezTo>
                  <a:pt x="3286651" y="1244758"/>
                  <a:pt x="3269256" y="1262153"/>
                  <a:pt x="3269256" y="1283611"/>
                </a:cubicBezTo>
                <a:cubicBezTo>
                  <a:pt x="3269256" y="1305069"/>
                  <a:pt x="3286651" y="1322464"/>
                  <a:pt x="3308109" y="1322464"/>
                </a:cubicBezTo>
                <a:cubicBezTo>
                  <a:pt x="3329567" y="1322464"/>
                  <a:pt x="3346962" y="1305069"/>
                  <a:pt x="3346962" y="1283611"/>
                </a:cubicBezTo>
                <a:cubicBezTo>
                  <a:pt x="3346962" y="1262153"/>
                  <a:pt x="3329567" y="1244758"/>
                  <a:pt x="3308109" y="1244758"/>
                </a:cubicBezTo>
                <a:close/>
                <a:moveTo>
                  <a:pt x="3144117" y="1244758"/>
                </a:moveTo>
                <a:cubicBezTo>
                  <a:pt x="3122659" y="1244758"/>
                  <a:pt x="3105264" y="1262153"/>
                  <a:pt x="3105264" y="1283611"/>
                </a:cubicBezTo>
                <a:cubicBezTo>
                  <a:pt x="3105264" y="1305069"/>
                  <a:pt x="3122659" y="1322464"/>
                  <a:pt x="3144117" y="1322464"/>
                </a:cubicBezTo>
                <a:cubicBezTo>
                  <a:pt x="3165575" y="1322464"/>
                  <a:pt x="3182970" y="1305069"/>
                  <a:pt x="3182970" y="1283611"/>
                </a:cubicBezTo>
                <a:cubicBezTo>
                  <a:pt x="3182970" y="1262153"/>
                  <a:pt x="3165575" y="1244758"/>
                  <a:pt x="3144117" y="1244758"/>
                </a:cubicBezTo>
                <a:close/>
                <a:moveTo>
                  <a:pt x="2944548" y="1244758"/>
                </a:moveTo>
                <a:cubicBezTo>
                  <a:pt x="2923090" y="1244758"/>
                  <a:pt x="2905695" y="1262153"/>
                  <a:pt x="2905695" y="1283611"/>
                </a:cubicBezTo>
                <a:cubicBezTo>
                  <a:pt x="2905695" y="1305069"/>
                  <a:pt x="2923090" y="1322464"/>
                  <a:pt x="2944548" y="1322464"/>
                </a:cubicBezTo>
                <a:cubicBezTo>
                  <a:pt x="2966006" y="1322464"/>
                  <a:pt x="2983401" y="1305069"/>
                  <a:pt x="2983401" y="1283611"/>
                </a:cubicBezTo>
                <a:cubicBezTo>
                  <a:pt x="2983401" y="1262153"/>
                  <a:pt x="2966006" y="1244758"/>
                  <a:pt x="2944548" y="1244758"/>
                </a:cubicBezTo>
                <a:close/>
                <a:moveTo>
                  <a:pt x="2780557" y="1244758"/>
                </a:moveTo>
                <a:cubicBezTo>
                  <a:pt x="2759099" y="1244758"/>
                  <a:pt x="2741704" y="1262153"/>
                  <a:pt x="2741704" y="1283611"/>
                </a:cubicBezTo>
                <a:cubicBezTo>
                  <a:pt x="2741704" y="1305069"/>
                  <a:pt x="2759099" y="1322464"/>
                  <a:pt x="2780557" y="1322464"/>
                </a:cubicBezTo>
                <a:cubicBezTo>
                  <a:pt x="2802015" y="1322464"/>
                  <a:pt x="2819410" y="1305069"/>
                  <a:pt x="2819410" y="1283611"/>
                </a:cubicBezTo>
                <a:cubicBezTo>
                  <a:pt x="2819410" y="1262153"/>
                  <a:pt x="2802015" y="1244758"/>
                  <a:pt x="2780557" y="1244758"/>
                </a:cubicBezTo>
                <a:close/>
                <a:moveTo>
                  <a:pt x="2580988" y="1244758"/>
                </a:moveTo>
                <a:cubicBezTo>
                  <a:pt x="2559530" y="1244758"/>
                  <a:pt x="2542135" y="1262153"/>
                  <a:pt x="2542135" y="1283611"/>
                </a:cubicBezTo>
                <a:cubicBezTo>
                  <a:pt x="2542135" y="1305069"/>
                  <a:pt x="2559530" y="1322464"/>
                  <a:pt x="2580988" y="1322464"/>
                </a:cubicBezTo>
                <a:cubicBezTo>
                  <a:pt x="2602446" y="1322464"/>
                  <a:pt x="2619841" y="1305069"/>
                  <a:pt x="2619841" y="1283611"/>
                </a:cubicBezTo>
                <a:cubicBezTo>
                  <a:pt x="2619841" y="1262153"/>
                  <a:pt x="2602446" y="1244758"/>
                  <a:pt x="2580988" y="1244758"/>
                </a:cubicBezTo>
                <a:close/>
                <a:moveTo>
                  <a:pt x="2381420" y="1244758"/>
                </a:moveTo>
                <a:cubicBezTo>
                  <a:pt x="2359962" y="1244758"/>
                  <a:pt x="2342567" y="1262153"/>
                  <a:pt x="2342567" y="1283611"/>
                </a:cubicBezTo>
                <a:cubicBezTo>
                  <a:pt x="2342567" y="1305069"/>
                  <a:pt x="2359962" y="1322464"/>
                  <a:pt x="2381420" y="1322464"/>
                </a:cubicBezTo>
                <a:cubicBezTo>
                  <a:pt x="2402878" y="1322464"/>
                  <a:pt x="2420273" y="1305069"/>
                  <a:pt x="2420273" y="1283611"/>
                </a:cubicBezTo>
                <a:cubicBezTo>
                  <a:pt x="2420273" y="1262153"/>
                  <a:pt x="2402878" y="1244758"/>
                  <a:pt x="2381420" y="1244758"/>
                </a:cubicBezTo>
                <a:close/>
                <a:moveTo>
                  <a:pt x="2253004" y="1244758"/>
                </a:moveTo>
                <a:cubicBezTo>
                  <a:pt x="2231546" y="1244758"/>
                  <a:pt x="2214151" y="1262153"/>
                  <a:pt x="2214151" y="1283611"/>
                </a:cubicBezTo>
                <a:cubicBezTo>
                  <a:pt x="2214151" y="1305069"/>
                  <a:pt x="2231546" y="1322464"/>
                  <a:pt x="2253004" y="1322464"/>
                </a:cubicBezTo>
                <a:cubicBezTo>
                  <a:pt x="2274462" y="1322464"/>
                  <a:pt x="2291857" y="1305069"/>
                  <a:pt x="2291857" y="1283611"/>
                </a:cubicBezTo>
                <a:cubicBezTo>
                  <a:pt x="2291857" y="1262153"/>
                  <a:pt x="2274462" y="1244758"/>
                  <a:pt x="2253004" y="1244758"/>
                </a:cubicBezTo>
                <a:close/>
                <a:moveTo>
                  <a:pt x="2053435" y="1244758"/>
                </a:moveTo>
                <a:cubicBezTo>
                  <a:pt x="2031977" y="1244758"/>
                  <a:pt x="2014582" y="1262153"/>
                  <a:pt x="2014582" y="1283611"/>
                </a:cubicBezTo>
                <a:cubicBezTo>
                  <a:pt x="2014582" y="1305069"/>
                  <a:pt x="2031977" y="1322464"/>
                  <a:pt x="2053435" y="1322464"/>
                </a:cubicBezTo>
                <a:cubicBezTo>
                  <a:pt x="2074893" y="1322464"/>
                  <a:pt x="2092288" y="1305069"/>
                  <a:pt x="2092288" y="1283611"/>
                </a:cubicBezTo>
                <a:cubicBezTo>
                  <a:pt x="2092288" y="1262153"/>
                  <a:pt x="2074893" y="1244758"/>
                  <a:pt x="2053435" y="1244758"/>
                </a:cubicBezTo>
                <a:close/>
                <a:moveTo>
                  <a:pt x="1853867" y="1244758"/>
                </a:moveTo>
                <a:cubicBezTo>
                  <a:pt x="1832409" y="1244758"/>
                  <a:pt x="1815014" y="1262153"/>
                  <a:pt x="1815014" y="1283611"/>
                </a:cubicBezTo>
                <a:cubicBezTo>
                  <a:pt x="1815014" y="1305069"/>
                  <a:pt x="1832409" y="1322464"/>
                  <a:pt x="1853867" y="1322464"/>
                </a:cubicBezTo>
                <a:cubicBezTo>
                  <a:pt x="1875325" y="1322464"/>
                  <a:pt x="1892720" y="1305069"/>
                  <a:pt x="1892720" y="1283611"/>
                </a:cubicBezTo>
                <a:cubicBezTo>
                  <a:pt x="1892720" y="1262153"/>
                  <a:pt x="1875325" y="1244758"/>
                  <a:pt x="1853867" y="1244758"/>
                </a:cubicBezTo>
                <a:close/>
                <a:moveTo>
                  <a:pt x="1725452" y="1244758"/>
                </a:moveTo>
                <a:cubicBezTo>
                  <a:pt x="1703994" y="1244758"/>
                  <a:pt x="1686599" y="1262153"/>
                  <a:pt x="1686599" y="1283611"/>
                </a:cubicBezTo>
                <a:cubicBezTo>
                  <a:pt x="1686599" y="1305069"/>
                  <a:pt x="1703994" y="1322464"/>
                  <a:pt x="1725452" y="1322464"/>
                </a:cubicBezTo>
                <a:cubicBezTo>
                  <a:pt x="1746910" y="1322464"/>
                  <a:pt x="1764305" y="1305069"/>
                  <a:pt x="1764305" y="1283611"/>
                </a:cubicBezTo>
                <a:cubicBezTo>
                  <a:pt x="1764305" y="1262153"/>
                  <a:pt x="1746910" y="1244758"/>
                  <a:pt x="1725452" y="1244758"/>
                </a:cubicBezTo>
                <a:close/>
                <a:moveTo>
                  <a:pt x="1525883" y="1244758"/>
                </a:moveTo>
                <a:cubicBezTo>
                  <a:pt x="1504425" y="1244758"/>
                  <a:pt x="1487030" y="1262153"/>
                  <a:pt x="1487030" y="1283611"/>
                </a:cubicBezTo>
                <a:cubicBezTo>
                  <a:pt x="1487030" y="1305069"/>
                  <a:pt x="1504425" y="1322464"/>
                  <a:pt x="1525883" y="1322464"/>
                </a:cubicBezTo>
                <a:cubicBezTo>
                  <a:pt x="1547341" y="1322464"/>
                  <a:pt x="1564736" y="1305069"/>
                  <a:pt x="1564736" y="1283611"/>
                </a:cubicBezTo>
                <a:cubicBezTo>
                  <a:pt x="1564736" y="1262153"/>
                  <a:pt x="1547341" y="1244758"/>
                  <a:pt x="1525883" y="1244758"/>
                </a:cubicBezTo>
                <a:close/>
                <a:moveTo>
                  <a:pt x="1361892" y="1244758"/>
                </a:moveTo>
                <a:cubicBezTo>
                  <a:pt x="1340434" y="1244758"/>
                  <a:pt x="1323039" y="1262153"/>
                  <a:pt x="1323039" y="1283611"/>
                </a:cubicBezTo>
                <a:cubicBezTo>
                  <a:pt x="1323039" y="1305069"/>
                  <a:pt x="1340434" y="1322464"/>
                  <a:pt x="1361892" y="1322464"/>
                </a:cubicBezTo>
                <a:cubicBezTo>
                  <a:pt x="1383350" y="1322464"/>
                  <a:pt x="1400745" y="1305069"/>
                  <a:pt x="1400745" y="1283611"/>
                </a:cubicBezTo>
                <a:cubicBezTo>
                  <a:pt x="1400745" y="1262153"/>
                  <a:pt x="1383350" y="1244758"/>
                  <a:pt x="1361892" y="1244758"/>
                </a:cubicBezTo>
                <a:close/>
                <a:moveTo>
                  <a:pt x="1233477" y="1244758"/>
                </a:moveTo>
                <a:cubicBezTo>
                  <a:pt x="1212019" y="1244758"/>
                  <a:pt x="1194624" y="1262153"/>
                  <a:pt x="1194624" y="1283611"/>
                </a:cubicBezTo>
                <a:cubicBezTo>
                  <a:pt x="1194624" y="1305069"/>
                  <a:pt x="1212019" y="1322464"/>
                  <a:pt x="1233477" y="1322464"/>
                </a:cubicBezTo>
                <a:cubicBezTo>
                  <a:pt x="1254935" y="1322464"/>
                  <a:pt x="1272330" y="1305069"/>
                  <a:pt x="1272330" y="1283611"/>
                </a:cubicBezTo>
                <a:cubicBezTo>
                  <a:pt x="1272330" y="1262153"/>
                  <a:pt x="1254935" y="1244758"/>
                  <a:pt x="1233477" y="1244758"/>
                </a:cubicBezTo>
                <a:close/>
                <a:moveTo>
                  <a:pt x="1033909" y="1244758"/>
                </a:moveTo>
                <a:cubicBezTo>
                  <a:pt x="1012451" y="1244758"/>
                  <a:pt x="995056" y="1262153"/>
                  <a:pt x="995056" y="1283611"/>
                </a:cubicBezTo>
                <a:cubicBezTo>
                  <a:pt x="995056" y="1305069"/>
                  <a:pt x="1012451" y="1322464"/>
                  <a:pt x="1033909" y="1322464"/>
                </a:cubicBezTo>
                <a:cubicBezTo>
                  <a:pt x="1055367" y="1322464"/>
                  <a:pt x="1072762" y="1305069"/>
                  <a:pt x="1072762" y="1283611"/>
                </a:cubicBezTo>
                <a:cubicBezTo>
                  <a:pt x="1072762" y="1262153"/>
                  <a:pt x="1055367" y="1244758"/>
                  <a:pt x="1033909" y="1244758"/>
                </a:cubicBezTo>
                <a:close/>
                <a:moveTo>
                  <a:pt x="834340" y="1244758"/>
                </a:moveTo>
                <a:cubicBezTo>
                  <a:pt x="812882" y="1244758"/>
                  <a:pt x="795487" y="1262153"/>
                  <a:pt x="795487" y="1283611"/>
                </a:cubicBezTo>
                <a:cubicBezTo>
                  <a:pt x="795487" y="1305069"/>
                  <a:pt x="812882" y="1322464"/>
                  <a:pt x="834340" y="1322464"/>
                </a:cubicBezTo>
                <a:cubicBezTo>
                  <a:pt x="855798" y="1322464"/>
                  <a:pt x="873193" y="1305069"/>
                  <a:pt x="873193" y="1283611"/>
                </a:cubicBezTo>
                <a:cubicBezTo>
                  <a:pt x="873191" y="1262153"/>
                  <a:pt x="855796" y="1244758"/>
                  <a:pt x="834340" y="1244758"/>
                </a:cubicBezTo>
                <a:close/>
                <a:moveTo>
                  <a:pt x="634772" y="1244758"/>
                </a:moveTo>
                <a:cubicBezTo>
                  <a:pt x="613314" y="1244758"/>
                  <a:pt x="595919" y="1262153"/>
                  <a:pt x="595919" y="1283611"/>
                </a:cubicBezTo>
                <a:cubicBezTo>
                  <a:pt x="595919" y="1305069"/>
                  <a:pt x="613314" y="1322464"/>
                  <a:pt x="634772" y="1322464"/>
                </a:cubicBezTo>
                <a:cubicBezTo>
                  <a:pt x="656230" y="1322464"/>
                  <a:pt x="673625" y="1305069"/>
                  <a:pt x="673625" y="1283611"/>
                </a:cubicBezTo>
                <a:cubicBezTo>
                  <a:pt x="673623" y="1262153"/>
                  <a:pt x="656228" y="1244758"/>
                  <a:pt x="634772" y="1244758"/>
                </a:cubicBezTo>
                <a:close/>
                <a:moveTo>
                  <a:pt x="506357" y="1244758"/>
                </a:moveTo>
                <a:cubicBezTo>
                  <a:pt x="484899" y="1244758"/>
                  <a:pt x="467504" y="1262153"/>
                  <a:pt x="467504" y="1283611"/>
                </a:cubicBezTo>
                <a:cubicBezTo>
                  <a:pt x="467504" y="1305069"/>
                  <a:pt x="484899" y="1322464"/>
                  <a:pt x="506357" y="1322464"/>
                </a:cubicBezTo>
                <a:cubicBezTo>
                  <a:pt x="527815" y="1322464"/>
                  <a:pt x="545210" y="1305069"/>
                  <a:pt x="545210" y="1283611"/>
                </a:cubicBezTo>
                <a:cubicBezTo>
                  <a:pt x="545208" y="1262153"/>
                  <a:pt x="527813" y="1244758"/>
                  <a:pt x="506357" y="1244758"/>
                </a:cubicBezTo>
                <a:close/>
                <a:moveTo>
                  <a:pt x="306789" y="1244758"/>
                </a:moveTo>
                <a:cubicBezTo>
                  <a:pt x="285331" y="1244758"/>
                  <a:pt x="267936" y="1262153"/>
                  <a:pt x="267936" y="1283611"/>
                </a:cubicBezTo>
                <a:cubicBezTo>
                  <a:pt x="267936" y="1305069"/>
                  <a:pt x="285331" y="1322464"/>
                  <a:pt x="306789" y="1322464"/>
                </a:cubicBezTo>
                <a:cubicBezTo>
                  <a:pt x="328247" y="1322464"/>
                  <a:pt x="345642" y="1305069"/>
                  <a:pt x="345642" y="1283611"/>
                </a:cubicBezTo>
                <a:cubicBezTo>
                  <a:pt x="345640" y="1262153"/>
                  <a:pt x="328246" y="1244758"/>
                  <a:pt x="306789" y="1244758"/>
                </a:cubicBezTo>
                <a:close/>
                <a:moveTo>
                  <a:pt x="142797" y="1244758"/>
                </a:moveTo>
                <a:cubicBezTo>
                  <a:pt x="121339" y="1244758"/>
                  <a:pt x="103944" y="1262153"/>
                  <a:pt x="103944" y="1283611"/>
                </a:cubicBezTo>
                <a:cubicBezTo>
                  <a:pt x="103944" y="1305069"/>
                  <a:pt x="121339" y="1322464"/>
                  <a:pt x="142797" y="1322464"/>
                </a:cubicBezTo>
                <a:cubicBezTo>
                  <a:pt x="164255" y="1322464"/>
                  <a:pt x="181650" y="1305069"/>
                  <a:pt x="181650" y="1283611"/>
                </a:cubicBezTo>
                <a:cubicBezTo>
                  <a:pt x="181648" y="1262153"/>
                  <a:pt x="164254" y="1244758"/>
                  <a:pt x="142797" y="1244758"/>
                </a:cubicBezTo>
                <a:close/>
                <a:moveTo>
                  <a:pt x="9141594" y="1237274"/>
                </a:moveTo>
                <a:lnTo>
                  <a:pt x="9141594" y="1255678"/>
                </a:lnTo>
                <a:cubicBezTo>
                  <a:pt x="9133786" y="1262439"/>
                  <a:pt x="9129104" y="1272478"/>
                  <a:pt x="9129104" y="1283611"/>
                </a:cubicBezTo>
                <a:cubicBezTo>
                  <a:pt x="9129104" y="1294744"/>
                  <a:pt x="9133786" y="1304783"/>
                  <a:pt x="9141594" y="1311544"/>
                </a:cubicBezTo>
                <a:lnTo>
                  <a:pt x="9141594" y="1329948"/>
                </a:lnTo>
                <a:cubicBezTo>
                  <a:pt x="9124824" y="1321367"/>
                  <a:pt x="9113802" y="1303776"/>
                  <a:pt x="9113802" y="1283611"/>
                </a:cubicBezTo>
                <a:cubicBezTo>
                  <a:pt x="9113802" y="1263446"/>
                  <a:pt x="9124824" y="1245855"/>
                  <a:pt x="9141594" y="1237274"/>
                </a:cubicBezTo>
                <a:close/>
                <a:moveTo>
                  <a:pt x="0" y="1233789"/>
                </a:moveTo>
                <a:cubicBezTo>
                  <a:pt x="19381" y="1242015"/>
                  <a:pt x="32961" y="1261227"/>
                  <a:pt x="32961" y="1283611"/>
                </a:cubicBezTo>
                <a:cubicBezTo>
                  <a:pt x="32961" y="1305995"/>
                  <a:pt x="19381" y="1325207"/>
                  <a:pt x="0" y="1333433"/>
                </a:cubicBezTo>
                <a:lnTo>
                  <a:pt x="0" y="1313685"/>
                </a:lnTo>
                <a:cubicBezTo>
                  <a:pt x="11153" y="1308337"/>
                  <a:pt x="17659" y="1296734"/>
                  <a:pt x="17659" y="1283611"/>
                </a:cubicBezTo>
                <a:cubicBezTo>
                  <a:pt x="17658" y="1270488"/>
                  <a:pt x="11152" y="1258885"/>
                  <a:pt x="0" y="1253537"/>
                </a:cubicBezTo>
                <a:close/>
                <a:moveTo>
                  <a:pt x="9039543" y="1229456"/>
                </a:moveTo>
                <a:cubicBezTo>
                  <a:pt x="9069453" y="1229456"/>
                  <a:pt x="9093699" y="1253702"/>
                  <a:pt x="9093699" y="1283611"/>
                </a:cubicBezTo>
                <a:cubicBezTo>
                  <a:pt x="9093699" y="1313520"/>
                  <a:pt x="9069453" y="1337766"/>
                  <a:pt x="9039543" y="1337767"/>
                </a:cubicBezTo>
                <a:cubicBezTo>
                  <a:pt x="9009633" y="1337766"/>
                  <a:pt x="8985387" y="1313520"/>
                  <a:pt x="8985387" y="1283611"/>
                </a:cubicBezTo>
                <a:cubicBezTo>
                  <a:pt x="8985387" y="1253702"/>
                  <a:pt x="9009633" y="1229456"/>
                  <a:pt x="9039543" y="1229456"/>
                </a:cubicBezTo>
                <a:close/>
                <a:moveTo>
                  <a:pt x="8957547" y="1229456"/>
                </a:moveTo>
                <a:cubicBezTo>
                  <a:pt x="8961820" y="1229456"/>
                  <a:pt x="8965284" y="1232920"/>
                  <a:pt x="8965284" y="1237194"/>
                </a:cubicBezTo>
                <a:cubicBezTo>
                  <a:pt x="8965284" y="1268139"/>
                  <a:pt x="8965283" y="1299084"/>
                  <a:pt x="8965283" y="1330030"/>
                </a:cubicBezTo>
                <a:lnTo>
                  <a:pt x="8957547" y="1337767"/>
                </a:lnTo>
                <a:cubicBezTo>
                  <a:pt x="8953274" y="1337766"/>
                  <a:pt x="8949810" y="1334302"/>
                  <a:pt x="8949810" y="1330029"/>
                </a:cubicBezTo>
                <a:lnTo>
                  <a:pt x="8949810" y="1237194"/>
                </a:lnTo>
                <a:cubicBezTo>
                  <a:pt x="8949810" y="1232920"/>
                  <a:pt x="8953274" y="1229456"/>
                  <a:pt x="8957547" y="1229456"/>
                </a:cubicBezTo>
                <a:close/>
                <a:moveTo>
                  <a:pt x="8921970" y="1229456"/>
                </a:moveTo>
                <a:cubicBezTo>
                  <a:pt x="8926243" y="1229456"/>
                  <a:pt x="8929707" y="1232920"/>
                  <a:pt x="8929707" y="1237194"/>
                </a:cubicBezTo>
                <a:cubicBezTo>
                  <a:pt x="8929707" y="1268139"/>
                  <a:pt x="8929706" y="1299084"/>
                  <a:pt x="8929706" y="1330030"/>
                </a:cubicBezTo>
                <a:lnTo>
                  <a:pt x="8921970" y="1337767"/>
                </a:lnTo>
                <a:cubicBezTo>
                  <a:pt x="8917697" y="1337766"/>
                  <a:pt x="8914233" y="1334302"/>
                  <a:pt x="8914233" y="1330029"/>
                </a:cubicBezTo>
                <a:lnTo>
                  <a:pt x="8914233" y="1237194"/>
                </a:lnTo>
                <a:cubicBezTo>
                  <a:pt x="8914233" y="1232920"/>
                  <a:pt x="8917697" y="1229456"/>
                  <a:pt x="8921970" y="1229456"/>
                </a:cubicBezTo>
                <a:close/>
                <a:moveTo>
                  <a:pt x="8839974" y="1229456"/>
                </a:moveTo>
                <a:cubicBezTo>
                  <a:pt x="8869884" y="1229456"/>
                  <a:pt x="8894130" y="1253702"/>
                  <a:pt x="8894130" y="1283611"/>
                </a:cubicBezTo>
                <a:cubicBezTo>
                  <a:pt x="8894130" y="1313520"/>
                  <a:pt x="8869884" y="1337766"/>
                  <a:pt x="8839974" y="1337767"/>
                </a:cubicBezTo>
                <a:cubicBezTo>
                  <a:pt x="8810064" y="1337766"/>
                  <a:pt x="8785818" y="1313520"/>
                  <a:pt x="8785818" y="1283611"/>
                </a:cubicBezTo>
                <a:cubicBezTo>
                  <a:pt x="8785818" y="1253702"/>
                  <a:pt x="8810064" y="1229456"/>
                  <a:pt x="8839974" y="1229456"/>
                </a:cubicBezTo>
                <a:close/>
                <a:moveTo>
                  <a:pt x="8757978" y="1229456"/>
                </a:moveTo>
                <a:cubicBezTo>
                  <a:pt x="8762251" y="1229456"/>
                  <a:pt x="8765715" y="1232920"/>
                  <a:pt x="8765715" y="1237194"/>
                </a:cubicBezTo>
                <a:cubicBezTo>
                  <a:pt x="8765715" y="1268139"/>
                  <a:pt x="8765714" y="1299084"/>
                  <a:pt x="8765714" y="1330030"/>
                </a:cubicBezTo>
                <a:lnTo>
                  <a:pt x="8757978" y="1337767"/>
                </a:lnTo>
                <a:cubicBezTo>
                  <a:pt x="8753705" y="1337766"/>
                  <a:pt x="8750241" y="1334302"/>
                  <a:pt x="8750241" y="1330029"/>
                </a:cubicBezTo>
                <a:lnTo>
                  <a:pt x="8750241" y="1237194"/>
                </a:lnTo>
                <a:cubicBezTo>
                  <a:pt x="8750241" y="1232920"/>
                  <a:pt x="8753705" y="1229456"/>
                  <a:pt x="8757978" y="1229456"/>
                </a:cubicBezTo>
                <a:close/>
                <a:moveTo>
                  <a:pt x="8675983" y="1229456"/>
                </a:moveTo>
                <a:cubicBezTo>
                  <a:pt x="8705893" y="1229456"/>
                  <a:pt x="8730139" y="1253702"/>
                  <a:pt x="8730139" y="1283611"/>
                </a:cubicBezTo>
                <a:cubicBezTo>
                  <a:pt x="8730139" y="1313520"/>
                  <a:pt x="8705893" y="1337766"/>
                  <a:pt x="8675983" y="1337767"/>
                </a:cubicBezTo>
                <a:cubicBezTo>
                  <a:pt x="8646073" y="1337766"/>
                  <a:pt x="8621827" y="1313520"/>
                  <a:pt x="8621827" y="1283611"/>
                </a:cubicBezTo>
                <a:cubicBezTo>
                  <a:pt x="8621827" y="1253702"/>
                  <a:pt x="8646073" y="1229456"/>
                  <a:pt x="8675983" y="1229456"/>
                </a:cubicBezTo>
                <a:close/>
                <a:moveTo>
                  <a:pt x="8547567" y="1229456"/>
                </a:moveTo>
                <a:cubicBezTo>
                  <a:pt x="8577476" y="1229456"/>
                  <a:pt x="8601722" y="1253702"/>
                  <a:pt x="8601722" y="1283611"/>
                </a:cubicBezTo>
                <a:cubicBezTo>
                  <a:pt x="8601722" y="1313520"/>
                  <a:pt x="8577476" y="1337766"/>
                  <a:pt x="8547567" y="1337767"/>
                </a:cubicBezTo>
                <a:cubicBezTo>
                  <a:pt x="8517658" y="1337766"/>
                  <a:pt x="8493412" y="1313520"/>
                  <a:pt x="8493412" y="1283611"/>
                </a:cubicBezTo>
                <a:cubicBezTo>
                  <a:pt x="8493412" y="1253702"/>
                  <a:pt x="8517658" y="1229456"/>
                  <a:pt x="8547567" y="1229456"/>
                </a:cubicBezTo>
                <a:close/>
                <a:moveTo>
                  <a:pt x="8465573" y="1229456"/>
                </a:moveTo>
                <a:cubicBezTo>
                  <a:pt x="8469846" y="1229456"/>
                  <a:pt x="8473310" y="1232920"/>
                  <a:pt x="8473310" y="1237194"/>
                </a:cubicBezTo>
                <a:cubicBezTo>
                  <a:pt x="8473310" y="1268139"/>
                  <a:pt x="8473309" y="1299084"/>
                  <a:pt x="8473309" y="1330030"/>
                </a:cubicBezTo>
                <a:lnTo>
                  <a:pt x="8465573" y="1337767"/>
                </a:lnTo>
                <a:cubicBezTo>
                  <a:pt x="8461300" y="1337766"/>
                  <a:pt x="8457836" y="1334302"/>
                  <a:pt x="8457836" y="1330029"/>
                </a:cubicBezTo>
                <a:lnTo>
                  <a:pt x="8457836" y="1237194"/>
                </a:lnTo>
                <a:cubicBezTo>
                  <a:pt x="8457836" y="1232920"/>
                  <a:pt x="8461300" y="1229456"/>
                  <a:pt x="8465573" y="1229456"/>
                </a:cubicBezTo>
                <a:close/>
                <a:moveTo>
                  <a:pt x="8429996" y="1229456"/>
                </a:moveTo>
                <a:cubicBezTo>
                  <a:pt x="8434269" y="1229456"/>
                  <a:pt x="8437733" y="1232920"/>
                  <a:pt x="8437733" y="1237194"/>
                </a:cubicBezTo>
                <a:cubicBezTo>
                  <a:pt x="8437733" y="1268139"/>
                  <a:pt x="8437732" y="1299084"/>
                  <a:pt x="8437732" y="1330030"/>
                </a:cubicBezTo>
                <a:lnTo>
                  <a:pt x="8429996" y="1337767"/>
                </a:lnTo>
                <a:cubicBezTo>
                  <a:pt x="8425723" y="1337766"/>
                  <a:pt x="8422259" y="1334302"/>
                  <a:pt x="8422259" y="1330029"/>
                </a:cubicBezTo>
                <a:lnTo>
                  <a:pt x="8422259" y="1237194"/>
                </a:lnTo>
                <a:cubicBezTo>
                  <a:pt x="8422259" y="1232920"/>
                  <a:pt x="8425723" y="1229456"/>
                  <a:pt x="8429996" y="1229456"/>
                </a:cubicBezTo>
                <a:close/>
                <a:moveTo>
                  <a:pt x="8348000" y="1229456"/>
                </a:moveTo>
                <a:cubicBezTo>
                  <a:pt x="8377910" y="1229456"/>
                  <a:pt x="8402156" y="1253702"/>
                  <a:pt x="8402156" y="1283611"/>
                </a:cubicBezTo>
                <a:cubicBezTo>
                  <a:pt x="8402156" y="1313520"/>
                  <a:pt x="8377910" y="1337766"/>
                  <a:pt x="8348000" y="1337767"/>
                </a:cubicBezTo>
                <a:cubicBezTo>
                  <a:pt x="8318090" y="1337766"/>
                  <a:pt x="8293844" y="1313520"/>
                  <a:pt x="8293844" y="1283611"/>
                </a:cubicBezTo>
                <a:cubicBezTo>
                  <a:pt x="8293844" y="1253702"/>
                  <a:pt x="8318090" y="1229456"/>
                  <a:pt x="8348000" y="1229456"/>
                </a:cubicBezTo>
                <a:close/>
                <a:moveTo>
                  <a:pt x="8266004" y="1229456"/>
                </a:moveTo>
                <a:cubicBezTo>
                  <a:pt x="8270277" y="1229456"/>
                  <a:pt x="8273741" y="1232920"/>
                  <a:pt x="8273741" y="1237194"/>
                </a:cubicBezTo>
                <a:cubicBezTo>
                  <a:pt x="8273741" y="1268139"/>
                  <a:pt x="8273740" y="1299084"/>
                  <a:pt x="8273740" y="1330030"/>
                </a:cubicBezTo>
                <a:lnTo>
                  <a:pt x="8266004" y="1337767"/>
                </a:lnTo>
                <a:cubicBezTo>
                  <a:pt x="8261731" y="1337766"/>
                  <a:pt x="8258267" y="1334302"/>
                  <a:pt x="8258267" y="1330029"/>
                </a:cubicBezTo>
                <a:lnTo>
                  <a:pt x="8258267" y="1237194"/>
                </a:lnTo>
                <a:cubicBezTo>
                  <a:pt x="8258267" y="1232920"/>
                  <a:pt x="8261731" y="1229456"/>
                  <a:pt x="8266004" y="1229456"/>
                </a:cubicBezTo>
                <a:close/>
                <a:moveTo>
                  <a:pt x="8230427" y="1229456"/>
                </a:moveTo>
                <a:cubicBezTo>
                  <a:pt x="8234700" y="1229456"/>
                  <a:pt x="8238164" y="1232920"/>
                  <a:pt x="8238164" y="1237194"/>
                </a:cubicBezTo>
                <a:cubicBezTo>
                  <a:pt x="8238164" y="1268139"/>
                  <a:pt x="8238163" y="1299084"/>
                  <a:pt x="8238163" y="1330030"/>
                </a:cubicBezTo>
                <a:lnTo>
                  <a:pt x="8230427" y="1337767"/>
                </a:lnTo>
                <a:cubicBezTo>
                  <a:pt x="8226154" y="1337766"/>
                  <a:pt x="8222690" y="1334302"/>
                  <a:pt x="8222690" y="1330029"/>
                </a:cubicBezTo>
                <a:lnTo>
                  <a:pt x="8222690" y="1237194"/>
                </a:lnTo>
                <a:cubicBezTo>
                  <a:pt x="8222690" y="1232920"/>
                  <a:pt x="8226154" y="1229456"/>
                  <a:pt x="8230427" y="1229456"/>
                </a:cubicBezTo>
                <a:close/>
                <a:moveTo>
                  <a:pt x="8148431" y="1229456"/>
                </a:moveTo>
                <a:cubicBezTo>
                  <a:pt x="8178341" y="1229456"/>
                  <a:pt x="8202587" y="1253702"/>
                  <a:pt x="8202587" y="1283611"/>
                </a:cubicBezTo>
                <a:cubicBezTo>
                  <a:pt x="8202587" y="1313520"/>
                  <a:pt x="8178341" y="1337766"/>
                  <a:pt x="8148431" y="1337767"/>
                </a:cubicBezTo>
                <a:cubicBezTo>
                  <a:pt x="8118521" y="1337766"/>
                  <a:pt x="8094275" y="1313520"/>
                  <a:pt x="8094275" y="1283611"/>
                </a:cubicBezTo>
                <a:cubicBezTo>
                  <a:pt x="8094275" y="1253702"/>
                  <a:pt x="8118521" y="1229456"/>
                  <a:pt x="8148431" y="1229456"/>
                </a:cubicBezTo>
                <a:close/>
                <a:moveTo>
                  <a:pt x="8066436" y="1229456"/>
                </a:moveTo>
                <a:cubicBezTo>
                  <a:pt x="8070709" y="1229456"/>
                  <a:pt x="8074173" y="1232920"/>
                  <a:pt x="8074173" y="1237194"/>
                </a:cubicBezTo>
                <a:cubicBezTo>
                  <a:pt x="8074173" y="1268139"/>
                  <a:pt x="8074172" y="1299084"/>
                  <a:pt x="8074172" y="1330030"/>
                </a:cubicBezTo>
                <a:lnTo>
                  <a:pt x="8066436" y="1337767"/>
                </a:lnTo>
                <a:cubicBezTo>
                  <a:pt x="8062163" y="1337766"/>
                  <a:pt x="8058699" y="1334302"/>
                  <a:pt x="8058699" y="1330029"/>
                </a:cubicBezTo>
                <a:lnTo>
                  <a:pt x="8058699" y="1237194"/>
                </a:lnTo>
                <a:cubicBezTo>
                  <a:pt x="8058699" y="1232920"/>
                  <a:pt x="8062163" y="1229456"/>
                  <a:pt x="8066436" y="1229456"/>
                </a:cubicBezTo>
                <a:close/>
                <a:moveTo>
                  <a:pt x="8030859" y="1229456"/>
                </a:moveTo>
                <a:cubicBezTo>
                  <a:pt x="8035132" y="1229456"/>
                  <a:pt x="8038596" y="1232920"/>
                  <a:pt x="8038596" y="1237194"/>
                </a:cubicBezTo>
                <a:cubicBezTo>
                  <a:pt x="8038596" y="1268139"/>
                  <a:pt x="8038595" y="1299084"/>
                  <a:pt x="8038595" y="1330030"/>
                </a:cubicBezTo>
                <a:lnTo>
                  <a:pt x="8030859" y="1337767"/>
                </a:lnTo>
                <a:cubicBezTo>
                  <a:pt x="8026586" y="1337766"/>
                  <a:pt x="8023122" y="1334302"/>
                  <a:pt x="8023122" y="1330029"/>
                </a:cubicBezTo>
                <a:lnTo>
                  <a:pt x="8023122" y="1237194"/>
                </a:lnTo>
                <a:cubicBezTo>
                  <a:pt x="8023122" y="1232920"/>
                  <a:pt x="8026586" y="1229456"/>
                  <a:pt x="8030859" y="1229456"/>
                </a:cubicBezTo>
                <a:close/>
                <a:moveTo>
                  <a:pt x="7948863" y="1229456"/>
                </a:moveTo>
                <a:cubicBezTo>
                  <a:pt x="7978773" y="1229456"/>
                  <a:pt x="8003019" y="1253702"/>
                  <a:pt x="8003019" y="1283611"/>
                </a:cubicBezTo>
                <a:cubicBezTo>
                  <a:pt x="8003019" y="1313520"/>
                  <a:pt x="7978773" y="1337766"/>
                  <a:pt x="7948863" y="1337767"/>
                </a:cubicBezTo>
                <a:cubicBezTo>
                  <a:pt x="7918953" y="1337766"/>
                  <a:pt x="7894707" y="1313520"/>
                  <a:pt x="7894707" y="1283611"/>
                </a:cubicBezTo>
                <a:cubicBezTo>
                  <a:pt x="7894707" y="1253702"/>
                  <a:pt x="7918953" y="1229456"/>
                  <a:pt x="7948863" y="1229456"/>
                </a:cubicBezTo>
                <a:close/>
                <a:moveTo>
                  <a:pt x="7820448" y="1229456"/>
                </a:moveTo>
                <a:cubicBezTo>
                  <a:pt x="7850358" y="1229456"/>
                  <a:pt x="7874604" y="1253702"/>
                  <a:pt x="7874604" y="1283611"/>
                </a:cubicBezTo>
                <a:cubicBezTo>
                  <a:pt x="7874604" y="1313520"/>
                  <a:pt x="7850358" y="1337766"/>
                  <a:pt x="7820448" y="1337767"/>
                </a:cubicBezTo>
                <a:cubicBezTo>
                  <a:pt x="7790538" y="1337766"/>
                  <a:pt x="7766292" y="1313520"/>
                  <a:pt x="7766292" y="1283611"/>
                </a:cubicBezTo>
                <a:cubicBezTo>
                  <a:pt x="7766292" y="1253702"/>
                  <a:pt x="7790538" y="1229456"/>
                  <a:pt x="7820448" y="1229456"/>
                </a:cubicBezTo>
                <a:close/>
                <a:moveTo>
                  <a:pt x="7738452" y="1229456"/>
                </a:moveTo>
                <a:cubicBezTo>
                  <a:pt x="7742725" y="1229456"/>
                  <a:pt x="7746189" y="1232920"/>
                  <a:pt x="7746189" y="1237194"/>
                </a:cubicBezTo>
                <a:cubicBezTo>
                  <a:pt x="7746189" y="1268139"/>
                  <a:pt x="7746188" y="1299084"/>
                  <a:pt x="7746188" y="1330030"/>
                </a:cubicBezTo>
                <a:lnTo>
                  <a:pt x="7738452" y="1337767"/>
                </a:lnTo>
                <a:cubicBezTo>
                  <a:pt x="7734179" y="1337766"/>
                  <a:pt x="7730715" y="1334302"/>
                  <a:pt x="7730715" y="1330029"/>
                </a:cubicBezTo>
                <a:lnTo>
                  <a:pt x="7730715" y="1237194"/>
                </a:lnTo>
                <a:cubicBezTo>
                  <a:pt x="7730715" y="1232920"/>
                  <a:pt x="7734179" y="1229456"/>
                  <a:pt x="7738452" y="1229456"/>
                </a:cubicBezTo>
                <a:close/>
                <a:moveTo>
                  <a:pt x="7702875" y="1229456"/>
                </a:moveTo>
                <a:cubicBezTo>
                  <a:pt x="7707148" y="1229456"/>
                  <a:pt x="7710612" y="1232920"/>
                  <a:pt x="7710612" y="1237194"/>
                </a:cubicBezTo>
                <a:cubicBezTo>
                  <a:pt x="7710612" y="1268139"/>
                  <a:pt x="7710611" y="1299084"/>
                  <a:pt x="7710611" y="1330030"/>
                </a:cubicBezTo>
                <a:lnTo>
                  <a:pt x="7702875" y="1337767"/>
                </a:lnTo>
                <a:cubicBezTo>
                  <a:pt x="7698602" y="1337766"/>
                  <a:pt x="7695138" y="1334302"/>
                  <a:pt x="7695138" y="1330029"/>
                </a:cubicBezTo>
                <a:lnTo>
                  <a:pt x="7695138" y="1237194"/>
                </a:lnTo>
                <a:cubicBezTo>
                  <a:pt x="7695138" y="1232920"/>
                  <a:pt x="7698602" y="1229456"/>
                  <a:pt x="7702875" y="1229456"/>
                </a:cubicBezTo>
                <a:close/>
                <a:moveTo>
                  <a:pt x="7620880" y="1229456"/>
                </a:moveTo>
                <a:cubicBezTo>
                  <a:pt x="7650790" y="1229456"/>
                  <a:pt x="7675036" y="1253702"/>
                  <a:pt x="7675036" y="1283611"/>
                </a:cubicBezTo>
                <a:cubicBezTo>
                  <a:pt x="7675036" y="1313520"/>
                  <a:pt x="7650790" y="1337766"/>
                  <a:pt x="7620880" y="1337767"/>
                </a:cubicBezTo>
                <a:cubicBezTo>
                  <a:pt x="7590970" y="1337766"/>
                  <a:pt x="7566724" y="1313520"/>
                  <a:pt x="7566724" y="1283611"/>
                </a:cubicBezTo>
                <a:cubicBezTo>
                  <a:pt x="7566724" y="1253702"/>
                  <a:pt x="7590970" y="1229456"/>
                  <a:pt x="7620880" y="1229456"/>
                </a:cubicBezTo>
                <a:close/>
                <a:moveTo>
                  <a:pt x="7538884" y="1229456"/>
                </a:moveTo>
                <a:cubicBezTo>
                  <a:pt x="7543157" y="1229456"/>
                  <a:pt x="7546621" y="1232920"/>
                  <a:pt x="7546621" y="1237194"/>
                </a:cubicBezTo>
                <a:cubicBezTo>
                  <a:pt x="7546621" y="1268139"/>
                  <a:pt x="7546620" y="1299084"/>
                  <a:pt x="7546620" y="1330030"/>
                </a:cubicBezTo>
                <a:lnTo>
                  <a:pt x="7538884" y="1337767"/>
                </a:lnTo>
                <a:cubicBezTo>
                  <a:pt x="7534611" y="1337766"/>
                  <a:pt x="7531147" y="1334302"/>
                  <a:pt x="7531147" y="1330029"/>
                </a:cubicBezTo>
                <a:lnTo>
                  <a:pt x="7531147" y="1237194"/>
                </a:lnTo>
                <a:cubicBezTo>
                  <a:pt x="7531147" y="1232920"/>
                  <a:pt x="7534611" y="1229456"/>
                  <a:pt x="7538884" y="1229456"/>
                </a:cubicBezTo>
                <a:close/>
                <a:moveTo>
                  <a:pt x="7456888" y="1229456"/>
                </a:moveTo>
                <a:cubicBezTo>
                  <a:pt x="7486798" y="1229456"/>
                  <a:pt x="7511044" y="1253702"/>
                  <a:pt x="7511044" y="1283611"/>
                </a:cubicBezTo>
                <a:cubicBezTo>
                  <a:pt x="7511044" y="1313520"/>
                  <a:pt x="7486798" y="1337766"/>
                  <a:pt x="7456888" y="1337767"/>
                </a:cubicBezTo>
                <a:cubicBezTo>
                  <a:pt x="7426978" y="1337766"/>
                  <a:pt x="7402732" y="1313520"/>
                  <a:pt x="7402732" y="1283611"/>
                </a:cubicBezTo>
                <a:cubicBezTo>
                  <a:pt x="7402732" y="1253702"/>
                  <a:pt x="7426978" y="1229456"/>
                  <a:pt x="7456888" y="1229456"/>
                </a:cubicBezTo>
                <a:close/>
                <a:moveTo>
                  <a:pt x="7374892" y="1229456"/>
                </a:moveTo>
                <a:cubicBezTo>
                  <a:pt x="7379165" y="1229456"/>
                  <a:pt x="7382629" y="1232920"/>
                  <a:pt x="7382629" y="1237194"/>
                </a:cubicBezTo>
                <a:cubicBezTo>
                  <a:pt x="7382629" y="1268139"/>
                  <a:pt x="7382628" y="1299084"/>
                  <a:pt x="7382628" y="1330030"/>
                </a:cubicBezTo>
                <a:lnTo>
                  <a:pt x="7374892" y="1337767"/>
                </a:lnTo>
                <a:cubicBezTo>
                  <a:pt x="7370619" y="1337766"/>
                  <a:pt x="7367155" y="1334302"/>
                  <a:pt x="7367155" y="1330029"/>
                </a:cubicBezTo>
                <a:lnTo>
                  <a:pt x="7367155" y="1237194"/>
                </a:lnTo>
                <a:cubicBezTo>
                  <a:pt x="7367155" y="1232920"/>
                  <a:pt x="7370619" y="1229456"/>
                  <a:pt x="7374892" y="1229456"/>
                </a:cubicBezTo>
                <a:close/>
                <a:moveTo>
                  <a:pt x="7292896" y="1229456"/>
                </a:moveTo>
                <a:cubicBezTo>
                  <a:pt x="7322805" y="1229456"/>
                  <a:pt x="7347051" y="1253702"/>
                  <a:pt x="7347051" y="1283611"/>
                </a:cubicBezTo>
                <a:cubicBezTo>
                  <a:pt x="7347051" y="1313520"/>
                  <a:pt x="7322805" y="1337766"/>
                  <a:pt x="7292896" y="1337767"/>
                </a:cubicBezTo>
                <a:cubicBezTo>
                  <a:pt x="7262987" y="1337766"/>
                  <a:pt x="7238741" y="1313520"/>
                  <a:pt x="7238741" y="1283611"/>
                </a:cubicBezTo>
                <a:cubicBezTo>
                  <a:pt x="7238741" y="1253702"/>
                  <a:pt x="7262987" y="1229456"/>
                  <a:pt x="7292896" y="1229456"/>
                </a:cubicBezTo>
                <a:close/>
                <a:moveTo>
                  <a:pt x="7210901" y="1229456"/>
                </a:moveTo>
                <a:cubicBezTo>
                  <a:pt x="7215174" y="1229456"/>
                  <a:pt x="7218638" y="1232920"/>
                  <a:pt x="7218638" y="1237194"/>
                </a:cubicBezTo>
                <a:cubicBezTo>
                  <a:pt x="7218638" y="1268139"/>
                  <a:pt x="7218637" y="1299084"/>
                  <a:pt x="7218637" y="1330030"/>
                </a:cubicBezTo>
                <a:lnTo>
                  <a:pt x="7210901" y="1337767"/>
                </a:lnTo>
                <a:cubicBezTo>
                  <a:pt x="7206628" y="1337766"/>
                  <a:pt x="7203164" y="1334302"/>
                  <a:pt x="7203164" y="1330029"/>
                </a:cubicBezTo>
                <a:lnTo>
                  <a:pt x="7203164" y="1237194"/>
                </a:lnTo>
                <a:cubicBezTo>
                  <a:pt x="7203164" y="1232920"/>
                  <a:pt x="7206628" y="1229456"/>
                  <a:pt x="7210901" y="1229456"/>
                </a:cubicBezTo>
                <a:close/>
                <a:moveTo>
                  <a:pt x="7175777" y="1229456"/>
                </a:moveTo>
                <a:cubicBezTo>
                  <a:pt x="7180050" y="1229456"/>
                  <a:pt x="7183514" y="1232920"/>
                  <a:pt x="7183514" y="1237193"/>
                </a:cubicBezTo>
                <a:lnTo>
                  <a:pt x="7183514" y="1330029"/>
                </a:lnTo>
                <a:cubicBezTo>
                  <a:pt x="7183514" y="1334302"/>
                  <a:pt x="7180050" y="1337766"/>
                  <a:pt x="7175777" y="1337766"/>
                </a:cubicBezTo>
                <a:lnTo>
                  <a:pt x="7168041" y="1330030"/>
                </a:lnTo>
                <a:cubicBezTo>
                  <a:pt x="7168041" y="1299084"/>
                  <a:pt x="7168040" y="1268139"/>
                  <a:pt x="7168040" y="1237193"/>
                </a:cubicBezTo>
                <a:cubicBezTo>
                  <a:pt x="7168040" y="1232920"/>
                  <a:pt x="7171504" y="1229456"/>
                  <a:pt x="7175777" y="1229456"/>
                </a:cubicBezTo>
                <a:close/>
                <a:moveTo>
                  <a:pt x="7140225" y="1229456"/>
                </a:moveTo>
                <a:cubicBezTo>
                  <a:pt x="7144498" y="1229456"/>
                  <a:pt x="7147962" y="1232920"/>
                  <a:pt x="7147962" y="1237193"/>
                </a:cubicBezTo>
                <a:lnTo>
                  <a:pt x="7147962" y="1330029"/>
                </a:lnTo>
                <a:cubicBezTo>
                  <a:pt x="7147962" y="1334302"/>
                  <a:pt x="7144498" y="1337766"/>
                  <a:pt x="7140225" y="1337766"/>
                </a:cubicBezTo>
                <a:lnTo>
                  <a:pt x="7132489" y="1330030"/>
                </a:lnTo>
                <a:cubicBezTo>
                  <a:pt x="7132489" y="1299084"/>
                  <a:pt x="7132488" y="1268139"/>
                  <a:pt x="7132488" y="1237193"/>
                </a:cubicBezTo>
                <a:cubicBezTo>
                  <a:pt x="7132488" y="1232920"/>
                  <a:pt x="7135952" y="1229456"/>
                  <a:pt x="7140225" y="1229456"/>
                </a:cubicBezTo>
                <a:close/>
                <a:moveTo>
                  <a:pt x="7058230" y="1229456"/>
                </a:moveTo>
                <a:cubicBezTo>
                  <a:pt x="7088139" y="1229456"/>
                  <a:pt x="7112385" y="1253702"/>
                  <a:pt x="7112385" y="1283611"/>
                </a:cubicBezTo>
                <a:cubicBezTo>
                  <a:pt x="7112385" y="1313520"/>
                  <a:pt x="7088139" y="1337766"/>
                  <a:pt x="7058230" y="1337766"/>
                </a:cubicBezTo>
                <a:cubicBezTo>
                  <a:pt x="7028321" y="1337766"/>
                  <a:pt x="7004075" y="1313520"/>
                  <a:pt x="7004075" y="1283611"/>
                </a:cubicBezTo>
                <a:cubicBezTo>
                  <a:pt x="7004075" y="1253702"/>
                  <a:pt x="7028321" y="1229456"/>
                  <a:pt x="7058230" y="1229456"/>
                </a:cubicBezTo>
                <a:close/>
                <a:moveTo>
                  <a:pt x="6929815" y="1229456"/>
                </a:moveTo>
                <a:cubicBezTo>
                  <a:pt x="6959725" y="1229456"/>
                  <a:pt x="6983971" y="1253702"/>
                  <a:pt x="6983971" y="1283611"/>
                </a:cubicBezTo>
                <a:cubicBezTo>
                  <a:pt x="6983971" y="1313520"/>
                  <a:pt x="6959725" y="1337766"/>
                  <a:pt x="6929815" y="1337766"/>
                </a:cubicBezTo>
                <a:cubicBezTo>
                  <a:pt x="6899905" y="1337766"/>
                  <a:pt x="6875659" y="1313520"/>
                  <a:pt x="6875659" y="1283611"/>
                </a:cubicBezTo>
                <a:cubicBezTo>
                  <a:pt x="6875659" y="1253702"/>
                  <a:pt x="6899905" y="1229456"/>
                  <a:pt x="6929815" y="1229456"/>
                </a:cubicBezTo>
                <a:close/>
                <a:moveTo>
                  <a:pt x="6847819" y="1229456"/>
                </a:moveTo>
                <a:cubicBezTo>
                  <a:pt x="6852092" y="1229456"/>
                  <a:pt x="6855556" y="1232920"/>
                  <a:pt x="6855556" y="1237193"/>
                </a:cubicBezTo>
                <a:lnTo>
                  <a:pt x="6855556" y="1330029"/>
                </a:lnTo>
                <a:cubicBezTo>
                  <a:pt x="6855556" y="1334302"/>
                  <a:pt x="6852092" y="1337766"/>
                  <a:pt x="6847819" y="1337766"/>
                </a:cubicBezTo>
                <a:lnTo>
                  <a:pt x="6840083" y="1330030"/>
                </a:lnTo>
                <a:cubicBezTo>
                  <a:pt x="6840083" y="1299084"/>
                  <a:pt x="6840082" y="1268139"/>
                  <a:pt x="6840082" y="1237193"/>
                </a:cubicBezTo>
                <a:cubicBezTo>
                  <a:pt x="6840082" y="1232920"/>
                  <a:pt x="6843546" y="1229456"/>
                  <a:pt x="6847819" y="1229456"/>
                </a:cubicBezTo>
                <a:close/>
                <a:moveTo>
                  <a:pt x="6765823" y="1229456"/>
                </a:moveTo>
                <a:cubicBezTo>
                  <a:pt x="6795733" y="1229456"/>
                  <a:pt x="6819979" y="1253702"/>
                  <a:pt x="6819979" y="1283611"/>
                </a:cubicBezTo>
                <a:cubicBezTo>
                  <a:pt x="6819979" y="1313520"/>
                  <a:pt x="6795733" y="1337766"/>
                  <a:pt x="6765823" y="1337766"/>
                </a:cubicBezTo>
                <a:cubicBezTo>
                  <a:pt x="6735913" y="1337766"/>
                  <a:pt x="6711667" y="1313520"/>
                  <a:pt x="6711667" y="1283611"/>
                </a:cubicBezTo>
                <a:cubicBezTo>
                  <a:pt x="6711667" y="1253702"/>
                  <a:pt x="6735913" y="1229456"/>
                  <a:pt x="6765823" y="1229456"/>
                </a:cubicBezTo>
                <a:close/>
                <a:moveTo>
                  <a:pt x="6683828" y="1229456"/>
                </a:moveTo>
                <a:cubicBezTo>
                  <a:pt x="6688101" y="1229456"/>
                  <a:pt x="6691565" y="1232920"/>
                  <a:pt x="6691565" y="1237193"/>
                </a:cubicBezTo>
                <a:lnTo>
                  <a:pt x="6691565" y="1330029"/>
                </a:lnTo>
                <a:cubicBezTo>
                  <a:pt x="6691565" y="1334302"/>
                  <a:pt x="6688101" y="1337766"/>
                  <a:pt x="6683828" y="1337766"/>
                </a:cubicBezTo>
                <a:lnTo>
                  <a:pt x="6676092" y="1330030"/>
                </a:lnTo>
                <a:cubicBezTo>
                  <a:pt x="6676092" y="1299084"/>
                  <a:pt x="6676091" y="1268139"/>
                  <a:pt x="6676091" y="1237193"/>
                </a:cubicBezTo>
                <a:cubicBezTo>
                  <a:pt x="6676091" y="1232920"/>
                  <a:pt x="6679555" y="1229456"/>
                  <a:pt x="6683828" y="1229456"/>
                </a:cubicBezTo>
                <a:close/>
                <a:moveTo>
                  <a:pt x="6648251" y="1229456"/>
                </a:moveTo>
                <a:cubicBezTo>
                  <a:pt x="6652524" y="1229456"/>
                  <a:pt x="6655988" y="1232920"/>
                  <a:pt x="6655988" y="1237193"/>
                </a:cubicBezTo>
                <a:lnTo>
                  <a:pt x="6655988" y="1330029"/>
                </a:lnTo>
                <a:cubicBezTo>
                  <a:pt x="6655988" y="1334302"/>
                  <a:pt x="6652524" y="1337766"/>
                  <a:pt x="6648251" y="1337766"/>
                </a:cubicBezTo>
                <a:lnTo>
                  <a:pt x="6640515" y="1330030"/>
                </a:lnTo>
                <a:cubicBezTo>
                  <a:pt x="6640515" y="1299084"/>
                  <a:pt x="6640514" y="1268139"/>
                  <a:pt x="6640514" y="1237193"/>
                </a:cubicBezTo>
                <a:cubicBezTo>
                  <a:pt x="6640514" y="1232920"/>
                  <a:pt x="6643978" y="1229456"/>
                  <a:pt x="6648251" y="1229456"/>
                </a:cubicBezTo>
                <a:close/>
                <a:moveTo>
                  <a:pt x="6566255" y="1229456"/>
                </a:moveTo>
                <a:cubicBezTo>
                  <a:pt x="6596165" y="1229456"/>
                  <a:pt x="6620411" y="1253702"/>
                  <a:pt x="6620411" y="1283611"/>
                </a:cubicBezTo>
                <a:cubicBezTo>
                  <a:pt x="6620411" y="1313520"/>
                  <a:pt x="6596165" y="1337766"/>
                  <a:pt x="6566255" y="1337766"/>
                </a:cubicBezTo>
                <a:cubicBezTo>
                  <a:pt x="6536345" y="1337766"/>
                  <a:pt x="6512099" y="1313520"/>
                  <a:pt x="6512099" y="1283611"/>
                </a:cubicBezTo>
                <a:cubicBezTo>
                  <a:pt x="6512099" y="1253702"/>
                  <a:pt x="6536345" y="1229456"/>
                  <a:pt x="6566255" y="1229456"/>
                </a:cubicBezTo>
                <a:close/>
                <a:moveTo>
                  <a:pt x="6437840" y="1229456"/>
                </a:moveTo>
                <a:cubicBezTo>
                  <a:pt x="6467750" y="1229456"/>
                  <a:pt x="6491996" y="1253702"/>
                  <a:pt x="6491996" y="1283611"/>
                </a:cubicBezTo>
                <a:cubicBezTo>
                  <a:pt x="6491996" y="1313520"/>
                  <a:pt x="6467750" y="1337766"/>
                  <a:pt x="6437840" y="1337766"/>
                </a:cubicBezTo>
                <a:cubicBezTo>
                  <a:pt x="6407930" y="1337766"/>
                  <a:pt x="6383684" y="1313520"/>
                  <a:pt x="6383684" y="1283611"/>
                </a:cubicBezTo>
                <a:cubicBezTo>
                  <a:pt x="6383684" y="1253702"/>
                  <a:pt x="6407930" y="1229456"/>
                  <a:pt x="6437840" y="1229456"/>
                </a:cubicBezTo>
                <a:close/>
                <a:moveTo>
                  <a:pt x="6355844" y="1229456"/>
                </a:moveTo>
                <a:cubicBezTo>
                  <a:pt x="6360117" y="1229456"/>
                  <a:pt x="6363581" y="1232920"/>
                  <a:pt x="6363581" y="1237193"/>
                </a:cubicBezTo>
                <a:lnTo>
                  <a:pt x="6363581" y="1330029"/>
                </a:lnTo>
                <a:cubicBezTo>
                  <a:pt x="6363581" y="1334302"/>
                  <a:pt x="6360117" y="1337766"/>
                  <a:pt x="6355844" y="1337766"/>
                </a:cubicBezTo>
                <a:lnTo>
                  <a:pt x="6348108" y="1330030"/>
                </a:lnTo>
                <a:cubicBezTo>
                  <a:pt x="6348108" y="1299084"/>
                  <a:pt x="6348107" y="1268139"/>
                  <a:pt x="6348107" y="1237193"/>
                </a:cubicBezTo>
                <a:cubicBezTo>
                  <a:pt x="6348107" y="1232920"/>
                  <a:pt x="6351571" y="1229456"/>
                  <a:pt x="6355844" y="1229456"/>
                </a:cubicBezTo>
                <a:close/>
                <a:moveTo>
                  <a:pt x="6320267" y="1229456"/>
                </a:moveTo>
                <a:cubicBezTo>
                  <a:pt x="6324540" y="1229456"/>
                  <a:pt x="6328004" y="1232920"/>
                  <a:pt x="6328004" y="1237193"/>
                </a:cubicBezTo>
                <a:lnTo>
                  <a:pt x="6328004" y="1330029"/>
                </a:lnTo>
                <a:cubicBezTo>
                  <a:pt x="6328004" y="1334302"/>
                  <a:pt x="6324540" y="1337766"/>
                  <a:pt x="6320267" y="1337766"/>
                </a:cubicBezTo>
                <a:lnTo>
                  <a:pt x="6312531" y="1330030"/>
                </a:lnTo>
                <a:cubicBezTo>
                  <a:pt x="6312531" y="1299084"/>
                  <a:pt x="6312530" y="1268139"/>
                  <a:pt x="6312530" y="1237193"/>
                </a:cubicBezTo>
                <a:cubicBezTo>
                  <a:pt x="6312530" y="1232920"/>
                  <a:pt x="6315994" y="1229456"/>
                  <a:pt x="6320267" y="1229456"/>
                </a:cubicBezTo>
                <a:close/>
                <a:moveTo>
                  <a:pt x="6238271" y="1229456"/>
                </a:moveTo>
                <a:cubicBezTo>
                  <a:pt x="6268181" y="1229456"/>
                  <a:pt x="6292427" y="1253702"/>
                  <a:pt x="6292427" y="1283611"/>
                </a:cubicBezTo>
                <a:cubicBezTo>
                  <a:pt x="6292427" y="1313520"/>
                  <a:pt x="6268181" y="1337766"/>
                  <a:pt x="6238271" y="1337766"/>
                </a:cubicBezTo>
                <a:cubicBezTo>
                  <a:pt x="6208361" y="1337766"/>
                  <a:pt x="6184115" y="1313520"/>
                  <a:pt x="6184115" y="1283611"/>
                </a:cubicBezTo>
                <a:cubicBezTo>
                  <a:pt x="6184115" y="1253702"/>
                  <a:pt x="6208361" y="1229456"/>
                  <a:pt x="6238271" y="1229456"/>
                </a:cubicBezTo>
                <a:close/>
                <a:moveTo>
                  <a:pt x="6156276" y="1229456"/>
                </a:moveTo>
                <a:cubicBezTo>
                  <a:pt x="6160549" y="1229456"/>
                  <a:pt x="6164013" y="1232920"/>
                  <a:pt x="6164013" y="1237193"/>
                </a:cubicBezTo>
                <a:lnTo>
                  <a:pt x="6164013" y="1330029"/>
                </a:lnTo>
                <a:cubicBezTo>
                  <a:pt x="6164013" y="1334302"/>
                  <a:pt x="6160549" y="1337766"/>
                  <a:pt x="6156276" y="1337766"/>
                </a:cubicBezTo>
                <a:lnTo>
                  <a:pt x="6148540" y="1330030"/>
                </a:lnTo>
                <a:cubicBezTo>
                  <a:pt x="6148540" y="1299084"/>
                  <a:pt x="6148539" y="1268139"/>
                  <a:pt x="6148539" y="1237193"/>
                </a:cubicBezTo>
                <a:cubicBezTo>
                  <a:pt x="6148539" y="1232920"/>
                  <a:pt x="6152003" y="1229456"/>
                  <a:pt x="6156276" y="1229456"/>
                </a:cubicBezTo>
                <a:close/>
                <a:moveTo>
                  <a:pt x="6120699" y="1229456"/>
                </a:moveTo>
                <a:cubicBezTo>
                  <a:pt x="6124972" y="1229456"/>
                  <a:pt x="6128436" y="1232920"/>
                  <a:pt x="6128436" y="1237193"/>
                </a:cubicBezTo>
                <a:lnTo>
                  <a:pt x="6128436" y="1330029"/>
                </a:lnTo>
                <a:cubicBezTo>
                  <a:pt x="6128436" y="1334302"/>
                  <a:pt x="6124972" y="1337766"/>
                  <a:pt x="6120699" y="1337766"/>
                </a:cubicBezTo>
                <a:lnTo>
                  <a:pt x="6112963" y="1330030"/>
                </a:lnTo>
                <a:cubicBezTo>
                  <a:pt x="6112963" y="1299084"/>
                  <a:pt x="6112962" y="1268139"/>
                  <a:pt x="6112962" y="1237193"/>
                </a:cubicBezTo>
                <a:cubicBezTo>
                  <a:pt x="6112962" y="1232920"/>
                  <a:pt x="6116426" y="1229456"/>
                  <a:pt x="6120699" y="1229456"/>
                </a:cubicBezTo>
                <a:close/>
                <a:moveTo>
                  <a:pt x="6038703" y="1229456"/>
                </a:moveTo>
                <a:cubicBezTo>
                  <a:pt x="6068613" y="1229456"/>
                  <a:pt x="6092859" y="1253702"/>
                  <a:pt x="6092859" y="1283611"/>
                </a:cubicBezTo>
                <a:cubicBezTo>
                  <a:pt x="6092859" y="1313520"/>
                  <a:pt x="6068613" y="1337766"/>
                  <a:pt x="6038703" y="1337766"/>
                </a:cubicBezTo>
                <a:cubicBezTo>
                  <a:pt x="6008793" y="1337766"/>
                  <a:pt x="5984547" y="1313520"/>
                  <a:pt x="5984547" y="1283611"/>
                </a:cubicBezTo>
                <a:cubicBezTo>
                  <a:pt x="5984547" y="1253702"/>
                  <a:pt x="6008793" y="1229456"/>
                  <a:pt x="6038703" y="1229456"/>
                </a:cubicBezTo>
                <a:close/>
                <a:moveTo>
                  <a:pt x="5956707" y="1229456"/>
                </a:moveTo>
                <a:cubicBezTo>
                  <a:pt x="5960980" y="1229456"/>
                  <a:pt x="5964444" y="1232920"/>
                  <a:pt x="5964444" y="1237193"/>
                </a:cubicBezTo>
                <a:lnTo>
                  <a:pt x="5964444" y="1330029"/>
                </a:lnTo>
                <a:cubicBezTo>
                  <a:pt x="5964444" y="1334302"/>
                  <a:pt x="5960980" y="1337766"/>
                  <a:pt x="5956707" y="1337766"/>
                </a:cubicBezTo>
                <a:lnTo>
                  <a:pt x="5948971" y="1330030"/>
                </a:lnTo>
                <a:cubicBezTo>
                  <a:pt x="5948971" y="1299084"/>
                  <a:pt x="5948970" y="1268139"/>
                  <a:pt x="5948970" y="1237193"/>
                </a:cubicBezTo>
                <a:cubicBezTo>
                  <a:pt x="5948970" y="1232920"/>
                  <a:pt x="5952434" y="1229456"/>
                  <a:pt x="5956707" y="1229456"/>
                </a:cubicBezTo>
                <a:close/>
                <a:moveTo>
                  <a:pt x="5921130" y="1229456"/>
                </a:moveTo>
                <a:cubicBezTo>
                  <a:pt x="5925403" y="1229456"/>
                  <a:pt x="5928867" y="1232920"/>
                  <a:pt x="5928867" y="1237193"/>
                </a:cubicBezTo>
                <a:lnTo>
                  <a:pt x="5928867" y="1330029"/>
                </a:lnTo>
                <a:cubicBezTo>
                  <a:pt x="5928867" y="1334302"/>
                  <a:pt x="5925403" y="1337766"/>
                  <a:pt x="5921130" y="1337766"/>
                </a:cubicBezTo>
                <a:lnTo>
                  <a:pt x="5913394" y="1330030"/>
                </a:lnTo>
                <a:cubicBezTo>
                  <a:pt x="5913394" y="1299084"/>
                  <a:pt x="5913393" y="1268139"/>
                  <a:pt x="5913393" y="1237193"/>
                </a:cubicBezTo>
                <a:cubicBezTo>
                  <a:pt x="5913393" y="1232920"/>
                  <a:pt x="5916857" y="1229456"/>
                  <a:pt x="5921130" y="1229456"/>
                </a:cubicBezTo>
                <a:close/>
                <a:moveTo>
                  <a:pt x="5839135" y="1229456"/>
                </a:moveTo>
                <a:cubicBezTo>
                  <a:pt x="5869044" y="1229456"/>
                  <a:pt x="5893290" y="1253702"/>
                  <a:pt x="5893290" y="1283611"/>
                </a:cubicBezTo>
                <a:cubicBezTo>
                  <a:pt x="5893290" y="1313520"/>
                  <a:pt x="5869044" y="1337766"/>
                  <a:pt x="5839135" y="1337766"/>
                </a:cubicBezTo>
                <a:cubicBezTo>
                  <a:pt x="5809226" y="1337766"/>
                  <a:pt x="5784980" y="1313520"/>
                  <a:pt x="5784980" y="1283611"/>
                </a:cubicBezTo>
                <a:cubicBezTo>
                  <a:pt x="5784980" y="1253702"/>
                  <a:pt x="5809226" y="1229456"/>
                  <a:pt x="5839135" y="1229456"/>
                </a:cubicBezTo>
                <a:close/>
                <a:moveTo>
                  <a:pt x="5710720" y="1229456"/>
                </a:moveTo>
                <a:cubicBezTo>
                  <a:pt x="5740630" y="1229456"/>
                  <a:pt x="5764876" y="1253702"/>
                  <a:pt x="5764876" y="1283611"/>
                </a:cubicBezTo>
                <a:cubicBezTo>
                  <a:pt x="5764876" y="1313520"/>
                  <a:pt x="5740630" y="1337766"/>
                  <a:pt x="5710720" y="1337766"/>
                </a:cubicBezTo>
                <a:cubicBezTo>
                  <a:pt x="5680810" y="1337766"/>
                  <a:pt x="5656564" y="1313520"/>
                  <a:pt x="5656564" y="1283611"/>
                </a:cubicBezTo>
                <a:cubicBezTo>
                  <a:pt x="5656564" y="1253702"/>
                  <a:pt x="5680810" y="1229456"/>
                  <a:pt x="5710720" y="1229456"/>
                </a:cubicBezTo>
                <a:close/>
                <a:moveTo>
                  <a:pt x="5628724" y="1229456"/>
                </a:moveTo>
                <a:cubicBezTo>
                  <a:pt x="5632997" y="1229456"/>
                  <a:pt x="5636461" y="1232920"/>
                  <a:pt x="5636461" y="1237193"/>
                </a:cubicBezTo>
                <a:lnTo>
                  <a:pt x="5636461" y="1330029"/>
                </a:lnTo>
                <a:cubicBezTo>
                  <a:pt x="5636461" y="1334302"/>
                  <a:pt x="5632997" y="1337766"/>
                  <a:pt x="5628724" y="1337766"/>
                </a:cubicBezTo>
                <a:lnTo>
                  <a:pt x="5620988" y="1330030"/>
                </a:lnTo>
                <a:cubicBezTo>
                  <a:pt x="5620988" y="1299084"/>
                  <a:pt x="5620987" y="1268139"/>
                  <a:pt x="5620987" y="1237193"/>
                </a:cubicBezTo>
                <a:cubicBezTo>
                  <a:pt x="5620987" y="1232920"/>
                  <a:pt x="5624451" y="1229456"/>
                  <a:pt x="5628724" y="1229456"/>
                </a:cubicBezTo>
                <a:close/>
                <a:moveTo>
                  <a:pt x="5546729" y="1229456"/>
                </a:moveTo>
                <a:cubicBezTo>
                  <a:pt x="5576639" y="1229456"/>
                  <a:pt x="5600885" y="1253702"/>
                  <a:pt x="5600885" y="1283611"/>
                </a:cubicBezTo>
                <a:cubicBezTo>
                  <a:pt x="5600885" y="1313520"/>
                  <a:pt x="5576639" y="1337766"/>
                  <a:pt x="5546729" y="1337766"/>
                </a:cubicBezTo>
                <a:cubicBezTo>
                  <a:pt x="5516819" y="1337766"/>
                  <a:pt x="5492573" y="1313520"/>
                  <a:pt x="5492573" y="1283611"/>
                </a:cubicBezTo>
                <a:cubicBezTo>
                  <a:pt x="5492573" y="1253702"/>
                  <a:pt x="5516819" y="1229456"/>
                  <a:pt x="5546729" y="1229456"/>
                </a:cubicBezTo>
                <a:close/>
                <a:moveTo>
                  <a:pt x="5464733" y="1229456"/>
                </a:moveTo>
                <a:cubicBezTo>
                  <a:pt x="5469006" y="1229456"/>
                  <a:pt x="5472470" y="1232920"/>
                  <a:pt x="5472470" y="1237193"/>
                </a:cubicBezTo>
                <a:lnTo>
                  <a:pt x="5472470" y="1330029"/>
                </a:lnTo>
                <a:cubicBezTo>
                  <a:pt x="5472470" y="1334302"/>
                  <a:pt x="5469006" y="1337766"/>
                  <a:pt x="5464733" y="1337766"/>
                </a:cubicBezTo>
                <a:lnTo>
                  <a:pt x="5456997" y="1330030"/>
                </a:lnTo>
                <a:cubicBezTo>
                  <a:pt x="5456997" y="1299084"/>
                  <a:pt x="5456996" y="1268139"/>
                  <a:pt x="5456996" y="1237193"/>
                </a:cubicBezTo>
                <a:cubicBezTo>
                  <a:pt x="5456996" y="1232920"/>
                  <a:pt x="5460460" y="1229456"/>
                  <a:pt x="5464733" y="1229456"/>
                </a:cubicBezTo>
                <a:close/>
                <a:moveTo>
                  <a:pt x="5429156" y="1229456"/>
                </a:moveTo>
                <a:cubicBezTo>
                  <a:pt x="5433429" y="1229456"/>
                  <a:pt x="5436893" y="1232920"/>
                  <a:pt x="5436893" y="1237193"/>
                </a:cubicBezTo>
                <a:lnTo>
                  <a:pt x="5436893" y="1330029"/>
                </a:lnTo>
                <a:cubicBezTo>
                  <a:pt x="5436893" y="1334302"/>
                  <a:pt x="5433429" y="1337766"/>
                  <a:pt x="5429156" y="1337766"/>
                </a:cubicBezTo>
                <a:lnTo>
                  <a:pt x="5421420" y="1330030"/>
                </a:lnTo>
                <a:cubicBezTo>
                  <a:pt x="5421420" y="1299084"/>
                  <a:pt x="5421419" y="1268139"/>
                  <a:pt x="5421419" y="1237193"/>
                </a:cubicBezTo>
                <a:cubicBezTo>
                  <a:pt x="5421419" y="1232920"/>
                  <a:pt x="5424883" y="1229456"/>
                  <a:pt x="5429156" y="1229456"/>
                </a:cubicBezTo>
                <a:close/>
                <a:moveTo>
                  <a:pt x="5347160" y="1229456"/>
                </a:moveTo>
                <a:cubicBezTo>
                  <a:pt x="5377070" y="1229456"/>
                  <a:pt x="5401316" y="1253702"/>
                  <a:pt x="5401316" y="1283611"/>
                </a:cubicBezTo>
                <a:cubicBezTo>
                  <a:pt x="5401316" y="1313520"/>
                  <a:pt x="5377070" y="1337766"/>
                  <a:pt x="5347160" y="1337766"/>
                </a:cubicBezTo>
                <a:cubicBezTo>
                  <a:pt x="5317250" y="1337766"/>
                  <a:pt x="5293004" y="1313520"/>
                  <a:pt x="5293004" y="1283611"/>
                </a:cubicBezTo>
                <a:cubicBezTo>
                  <a:pt x="5293004" y="1253702"/>
                  <a:pt x="5317250" y="1229456"/>
                  <a:pt x="5347160" y="1229456"/>
                </a:cubicBezTo>
                <a:close/>
                <a:moveTo>
                  <a:pt x="5218745" y="1229456"/>
                </a:moveTo>
                <a:cubicBezTo>
                  <a:pt x="5248655" y="1229456"/>
                  <a:pt x="5272901" y="1253702"/>
                  <a:pt x="5272901" y="1283611"/>
                </a:cubicBezTo>
                <a:cubicBezTo>
                  <a:pt x="5272901" y="1313520"/>
                  <a:pt x="5248655" y="1337766"/>
                  <a:pt x="5218745" y="1337766"/>
                </a:cubicBezTo>
                <a:cubicBezTo>
                  <a:pt x="5188835" y="1337766"/>
                  <a:pt x="5164589" y="1313520"/>
                  <a:pt x="5164589" y="1283611"/>
                </a:cubicBezTo>
                <a:cubicBezTo>
                  <a:pt x="5164589" y="1253702"/>
                  <a:pt x="5188835" y="1229456"/>
                  <a:pt x="5218745" y="1229456"/>
                </a:cubicBezTo>
                <a:close/>
                <a:moveTo>
                  <a:pt x="5136749" y="1229456"/>
                </a:moveTo>
                <a:cubicBezTo>
                  <a:pt x="5141022" y="1229456"/>
                  <a:pt x="5144486" y="1232920"/>
                  <a:pt x="5144486" y="1237193"/>
                </a:cubicBezTo>
                <a:lnTo>
                  <a:pt x="5144486" y="1330029"/>
                </a:lnTo>
                <a:cubicBezTo>
                  <a:pt x="5144486" y="1334302"/>
                  <a:pt x="5141022" y="1337766"/>
                  <a:pt x="5136749" y="1337766"/>
                </a:cubicBezTo>
                <a:lnTo>
                  <a:pt x="5129013" y="1330030"/>
                </a:lnTo>
                <a:cubicBezTo>
                  <a:pt x="5129013" y="1299084"/>
                  <a:pt x="5129012" y="1268139"/>
                  <a:pt x="5129012" y="1237193"/>
                </a:cubicBezTo>
                <a:cubicBezTo>
                  <a:pt x="5129012" y="1232920"/>
                  <a:pt x="5132476" y="1229456"/>
                  <a:pt x="5136749" y="1229456"/>
                </a:cubicBezTo>
                <a:close/>
                <a:moveTo>
                  <a:pt x="5101173" y="1229456"/>
                </a:moveTo>
                <a:cubicBezTo>
                  <a:pt x="5105446" y="1229456"/>
                  <a:pt x="5108910" y="1232920"/>
                  <a:pt x="5108910" y="1237193"/>
                </a:cubicBezTo>
                <a:lnTo>
                  <a:pt x="5108910" y="1330029"/>
                </a:lnTo>
                <a:cubicBezTo>
                  <a:pt x="5108910" y="1334302"/>
                  <a:pt x="5105446" y="1337766"/>
                  <a:pt x="5101173" y="1337766"/>
                </a:cubicBezTo>
                <a:lnTo>
                  <a:pt x="5093437" y="1330030"/>
                </a:lnTo>
                <a:cubicBezTo>
                  <a:pt x="5093437" y="1299084"/>
                  <a:pt x="5093436" y="1268139"/>
                  <a:pt x="5093436" y="1237193"/>
                </a:cubicBezTo>
                <a:cubicBezTo>
                  <a:pt x="5093436" y="1232920"/>
                  <a:pt x="5096900" y="1229456"/>
                  <a:pt x="5101173" y="1229456"/>
                </a:cubicBezTo>
                <a:close/>
                <a:moveTo>
                  <a:pt x="5019177" y="1229456"/>
                </a:moveTo>
                <a:cubicBezTo>
                  <a:pt x="5049087" y="1229456"/>
                  <a:pt x="5073333" y="1253702"/>
                  <a:pt x="5073333" y="1283611"/>
                </a:cubicBezTo>
                <a:cubicBezTo>
                  <a:pt x="5073333" y="1313520"/>
                  <a:pt x="5049087" y="1337766"/>
                  <a:pt x="5019177" y="1337766"/>
                </a:cubicBezTo>
                <a:cubicBezTo>
                  <a:pt x="4989267" y="1337766"/>
                  <a:pt x="4965021" y="1313520"/>
                  <a:pt x="4965021" y="1283611"/>
                </a:cubicBezTo>
                <a:cubicBezTo>
                  <a:pt x="4965021" y="1253702"/>
                  <a:pt x="4989267" y="1229456"/>
                  <a:pt x="5019177" y="1229456"/>
                </a:cubicBezTo>
                <a:close/>
                <a:moveTo>
                  <a:pt x="4937181" y="1229456"/>
                </a:moveTo>
                <a:cubicBezTo>
                  <a:pt x="4941454" y="1229456"/>
                  <a:pt x="4944918" y="1232920"/>
                  <a:pt x="4944918" y="1237193"/>
                </a:cubicBezTo>
                <a:lnTo>
                  <a:pt x="4944918" y="1330029"/>
                </a:lnTo>
                <a:cubicBezTo>
                  <a:pt x="4944918" y="1334302"/>
                  <a:pt x="4941454" y="1337766"/>
                  <a:pt x="4937181" y="1337766"/>
                </a:cubicBezTo>
                <a:lnTo>
                  <a:pt x="4929445" y="1330030"/>
                </a:lnTo>
                <a:cubicBezTo>
                  <a:pt x="4929445" y="1299084"/>
                  <a:pt x="4929444" y="1268139"/>
                  <a:pt x="4929444" y="1237193"/>
                </a:cubicBezTo>
                <a:cubicBezTo>
                  <a:pt x="4929444" y="1232920"/>
                  <a:pt x="4932908" y="1229456"/>
                  <a:pt x="4937181" y="1229456"/>
                </a:cubicBezTo>
                <a:close/>
                <a:moveTo>
                  <a:pt x="4901604" y="1229456"/>
                </a:moveTo>
                <a:cubicBezTo>
                  <a:pt x="4905877" y="1229456"/>
                  <a:pt x="4909341" y="1232920"/>
                  <a:pt x="4909341" y="1237193"/>
                </a:cubicBezTo>
                <a:lnTo>
                  <a:pt x="4909341" y="1330029"/>
                </a:lnTo>
                <a:cubicBezTo>
                  <a:pt x="4909341" y="1334302"/>
                  <a:pt x="4905877" y="1337766"/>
                  <a:pt x="4901604" y="1337766"/>
                </a:cubicBezTo>
                <a:lnTo>
                  <a:pt x="4893868" y="1330030"/>
                </a:lnTo>
                <a:cubicBezTo>
                  <a:pt x="4893868" y="1299084"/>
                  <a:pt x="4893867" y="1268139"/>
                  <a:pt x="4893867" y="1237193"/>
                </a:cubicBezTo>
                <a:cubicBezTo>
                  <a:pt x="4893867" y="1232920"/>
                  <a:pt x="4897331" y="1229456"/>
                  <a:pt x="4901604" y="1229456"/>
                </a:cubicBezTo>
                <a:close/>
                <a:moveTo>
                  <a:pt x="4819608" y="1229456"/>
                </a:moveTo>
                <a:cubicBezTo>
                  <a:pt x="4849518" y="1229456"/>
                  <a:pt x="4873764" y="1253702"/>
                  <a:pt x="4873764" y="1283611"/>
                </a:cubicBezTo>
                <a:cubicBezTo>
                  <a:pt x="4873764" y="1313520"/>
                  <a:pt x="4849518" y="1337766"/>
                  <a:pt x="4819608" y="1337766"/>
                </a:cubicBezTo>
                <a:cubicBezTo>
                  <a:pt x="4789698" y="1337766"/>
                  <a:pt x="4765452" y="1313520"/>
                  <a:pt x="4765452" y="1283611"/>
                </a:cubicBezTo>
                <a:cubicBezTo>
                  <a:pt x="4765452" y="1253702"/>
                  <a:pt x="4789698" y="1229456"/>
                  <a:pt x="4819608" y="1229456"/>
                </a:cubicBezTo>
                <a:close/>
                <a:moveTo>
                  <a:pt x="4737613" y="1229456"/>
                </a:moveTo>
                <a:cubicBezTo>
                  <a:pt x="4741886" y="1229456"/>
                  <a:pt x="4745350" y="1232920"/>
                  <a:pt x="4745350" y="1237193"/>
                </a:cubicBezTo>
                <a:cubicBezTo>
                  <a:pt x="4745350" y="1268139"/>
                  <a:pt x="4745349" y="1299084"/>
                  <a:pt x="4745349" y="1330030"/>
                </a:cubicBezTo>
                <a:lnTo>
                  <a:pt x="4737613" y="1337766"/>
                </a:lnTo>
                <a:cubicBezTo>
                  <a:pt x="4733340" y="1337766"/>
                  <a:pt x="4729876" y="1334302"/>
                  <a:pt x="4729876" y="1330029"/>
                </a:cubicBezTo>
                <a:lnTo>
                  <a:pt x="4729876" y="1237193"/>
                </a:lnTo>
                <a:cubicBezTo>
                  <a:pt x="4729876" y="1232920"/>
                  <a:pt x="4733340" y="1229456"/>
                  <a:pt x="4737613" y="1229456"/>
                </a:cubicBezTo>
                <a:close/>
                <a:moveTo>
                  <a:pt x="4655617" y="1229456"/>
                </a:moveTo>
                <a:cubicBezTo>
                  <a:pt x="4685527" y="1229456"/>
                  <a:pt x="4709773" y="1253702"/>
                  <a:pt x="4709773" y="1283611"/>
                </a:cubicBezTo>
                <a:cubicBezTo>
                  <a:pt x="4709773" y="1313520"/>
                  <a:pt x="4685527" y="1337766"/>
                  <a:pt x="4655617" y="1337766"/>
                </a:cubicBezTo>
                <a:cubicBezTo>
                  <a:pt x="4625707" y="1337766"/>
                  <a:pt x="4601461" y="1313520"/>
                  <a:pt x="4601461" y="1283611"/>
                </a:cubicBezTo>
                <a:cubicBezTo>
                  <a:pt x="4601461" y="1253702"/>
                  <a:pt x="4625707" y="1229456"/>
                  <a:pt x="4655617" y="1229456"/>
                </a:cubicBezTo>
                <a:close/>
                <a:moveTo>
                  <a:pt x="4573622" y="1229456"/>
                </a:moveTo>
                <a:cubicBezTo>
                  <a:pt x="4577895" y="1229456"/>
                  <a:pt x="4581359" y="1232920"/>
                  <a:pt x="4581359" y="1237193"/>
                </a:cubicBezTo>
                <a:cubicBezTo>
                  <a:pt x="4581359" y="1268139"/>
                  <a:pt x="4581358" y="1299084"/>
                  <a:pt x="4581358" y="1330030"/>
                </a:cubicBezTo>
                <a:lnTo>
                  <a:pt x="4573622" y="1337766"/>
                </a:lnTo>
                <a:cubicBezTo>
                  <a:pt x="4569349" y="1337766"/>
                  <a:pt x="4565885" y="1334302"/>
                  <a:pt x="4565885" y="1330029"/>
                </a:cubicBezTo>
                <a:lnTo>
                  <a:pt x="4565885" y="1237193"/>
                </a:lnTo>
                <a:cubicBezTo>
                  <a:pt x="4565885" y="1232920"/>
                  <a:pt x="4569349" y="1229456"/>
                  <a:pt x="4573622" y="1229456"/>
                </a:cubicBezTo>
                <a:close/>
                <a:moveTo>
                  <a:pt x="4491626" y="1229456"/>
                </a:moveTo>
                <a:cubicBezTo>
                  <a:pt x="4521536" y="1229456"/>
                  <a:pt x="4545782" y="1253702"/>
                  <a:pt x="4545782" y="1283611"/>
                </a:cubicBezTo>
                <a:cubicBezTo>
                  <a:pt x="4545782" y="1313520"/>
                  <a:pt x="4521536" y="1337766"/>
                  <a:pt x="4491626" y="1337766"/>
                </a:cubicBezTo>
                <a:cubicBezTo>
                  <a:pt x="4461716" y="1337766"/>
                  <a:pt x="4437470" y="1313520"/>
                  <a:pt x="4437470" y="1283611"/>
                </a:cubicBezTo>
                <a:cubicBezTo>
                  <a:pt x="4437470" y="1253702"/>
                  <a:pt x="4461716" y="1229456"/>
                  <a:pt x="4491626" y="1229456"/>
                </a:cubicBezTo>
                <a:close/>
                <a:moveTo>
                  <a:pt x="4409630" y="1229456"/>
                </a:moveTo>
                <a:cubicBezTo>
                  <a:pt x="4413903" y="1229456"/>
                  <a:pt x="4417367" y="1232920"/>
                  <a:pt x="4417367" y="1237193"/>
                </a:cubicBezTo>
                <a:cubicBezTo>
                  <a:pt x="4417367" y="1268139"/>
                  <a:pt x="4417366" y="1299084"/>
                  <a:pt x="4417366" y="1330030"/>
                </a:cubicBezTo>
                <a:lnTo>
                  <a:pt x="4409630" y="1337766"/>
                </a:lnTo>
                <a:cubicBezTo>
                  <a:pt x="4405357" y="1337766"/>
                  <a:pt x="4401893" y="1334302"/>
                  <a:pt x="4401893" y="1330029"/>
                </a:cubicBezTo>
                <a:lnTo>
                  <a:pt x="4401893" y="1237193"/>
                </a:lnTo>
                <a:cubicBezTo>
                  <a:pt x="4401893" y="1232920"/>
                  <a:pt x="4405357" y="1229456"/>
                  <a:pt x="4409630" y="1229456"/>
                </a:cubicBezTo>
                <a:close/>
                <a:moveTo>
                  <a:pt x="4374053" y="1229456"/>
                </a:moveTo>
                <a:cubicBezTo>
                  <a:pt x="4378326" y="1229456"/>
                  <a:pt x="4381790" y="1232920"/>
                  <a:pt x="4381790" y="1237193"/>
                </a:cubicBezTo>
                <a:cubicBezTo>
                  <a:pt x="4381790" y="1268139"/>
                  <a:pt x="4381789" y="1299084"/>
                  <a:pt x="4381789" y="1330030"/>
                </a:cubicBezTo>
                <a:lnTo>
                  <a:pt x="4374053" y="1337766"/>
                </a:lnTo>
                <a:cubicBezTo>
                  <a:pt x="4369780" y="1337766"/>
                  <a:pt x="4366316" y="1334302"/>
                  <a:pt x="4366316" y="1330029"/>
                </a:cubicBezTo>
                <a:lnTo>
                  <a:pt x="4366316" y="1237193"/>
                </a:lnTo>
                <a:cubicBezTo>
                  <a:pt x="4366316" y="1232920"/>
                  <a:pt x="4369780" y="1229456"/>
                  <a:pt x="4374053" y="1229456"/>
                </a:cubicBezTo>
                <a:close/>
                <a:moveTo>
                  <a:pt x="4292057" y="1229456"/>
                </a:moveTo>
                <a:cubicBezTo>
                  <a:pt x="4321967" y="1229456"/>
                  <a:pt x="4346213" y="1253702"/>
                  <a:pt x="4346213" y="1283611"/>
                </a:cubicBezTo>
                <a:cubicBezTo>
                  <a:pt x="4346213" y="1313520"/>
                  <a:pt x="4321967" y="1337766"/>
                  <a:pt x="4292057" y="1337766"/>
                </a:cubicBezTo>
                <a:cubicBezTo>
                  <a:pt x="4262147" y="1337766"/>
                  <a:pt x="4237901" y="1313520"/>
                  <a:pt x="4237901" y="1283611"/>
                </a:cubicBezTo>
                <a:cubicBezTo>
                  <a:pt x="4237901" y="1253702"/>
                  <a:pt x="4262147" y="1229456"/>
                  <a:pt x="4292057" y="1229456"/>
                </a:cubicBezTo>
                <a:close/>
                <a:moveTo>
                  <a:pt x="4163642" y="1229456"/>
                </a:moveTo>
                <a:cubicBezTo>
                  <a:pt x="4193552" y="1229456"/>
                  <a:pt x="4217798" y="1253702"/>
                  <a:pt x="4217798" y="1283611"/>
                </a:cubicBezTo>
                <a:cubicBezTo>
                  <a:pt x="4217798" y="1313520"/>
                  <a:pt x="4193552" y="1337766"/>
                  <a:pt x="4163642" y="1337766"/>
                </a:cubicBezTo>
                <a:cubicBezTo>
                  <a:pt x="4133732" y="1337766"/>
                  <a:pt x="4109486" y="1313520"/>
                  <a:pt x="4109486" y="1283611"/>
                </a:cubicBezTo>
                <a:cubicBezTo>
                  <a:pt x="4109486" y="1253702"/>
                  <a:pt x="4133732" y="1229456"/>
                  <a:pt x="4163642" y="1229456"/>
                </a:cubicBezTo>
                <a:close/>
                <a:moveTo>
                  <a:pt x="4081647" y="1229456"/>
                </a:moveTo>
                <a:cubicBezTo>
                  <a:pt x="4085920" y="1229456"/>
                  <a:pt x="4089384" y="1232920"/>
                  <a:pt x="4089384" y="1237193"/>
                </a:cubicBezTo>
                <a:cubicBezTo>
                  <a:pt x="4089384" y="1268139"/>
                  <a:pt x="4089383" y="1299084"/>
                  <a:pt x="4089383" y="1330030"/>
                </a:cubicBezTo>
                <a:lnTo>
                  <a:pt x="4081647" y="1337766"/>
                </a:lnTo>
                <a:cubicBezTo>
                  <a:pt x="4077374" y="1337766"/>
                  <a:pt x="4073910" y="1334302"/>
                  <a:pt x="4073910" y="1330029"/>
                </a:cubicBezTo>
                <a:lnTo>
                  <a:pt x="4073910" y="1237193"/>
                </a:lnTo>
                <a:cubicBezTo>
                  <a:pt x="4073910" y="1232920"/>
                  <a:pt x="4077374" y="1229456"/>
                  <a:pt x="4081647" y="1229456"/>
                </a:cubicBezTo>
                <a:close/>
                <a:moveTo>
                  <a:pt x="4046070" y="1229456"/>
                </a:moveTo>
                <a:cubicBezTo>
                  <a:pt x="4050343" y="1229456"/>
                  <a:pt x="4053807" y="1232920"/>
                  <a:pt x="4053807" y="1237193"/>
                </a:cubicBezTo>
                <a:cubicBezTo>
                  <a:pt x="4053807" y="1268139"/>
                  <a:pt x="4053806" y="1299084"/>
                  <a:pt x="4053806" y="1330030"/>
                </a:cubicBezTo>
                <a:lnTo>
                  <a:pt x="4046070" y="1337766"/>
                </a:lnTo>
                <a:cubicBezTo>
                  <a:pt x="4041797" y="1337766"/>
                  <a:pt x="4038333" y="1334302"/>
                  <a:pt x="4038333" y="1330029"/>
                </a:cubicBezTo>
                <a:lnTo>
                  <a:pt x="4038333" y="1237193"/>
                </a:lnTo>
                <a:cubicBezTo>
                  <a:pt x="4038333" y="1232920"/>
                  <a:pt x="4041797" y="1229456"/>
                  <a:pt x="4046070" y="1229456"/>
                </a:cubicBezTo>
                <a:close/>
                <a:moveTo>
                  <a:pt x="3964074" y="1229456"/>
                </a:moveTo>
                <a:cubicBezTo>
                  <a:pt x="3993984" y="1229456"/>
                  <a:pt x="4018230" y="1253702"/>
                  <a:pt x="4018230" y="1283611"/>
                </a:cubicBezTo>
                <a:cubicBezTo>
                  <a:pt x="4018230" y="1313520"/>
                  <a:pt x="3993984" y="1337766"/>
                  <a:pt x="3964074" y="1337766"/>
                </a:cubicBezTo>
                <a:cubicBezTo>
                  <a:pt x="3934164" y="1337766"/>
                  <a:pt x="3909918" y="1313520"/>
                  <a:pt x="3909918" y="1283611"/>
                </a:cubicBezTo>
                <a:cubicBezTo>
                  <a:pt x="3909918" y="1253702"/>
                  <a:pt x="3934164" y="1229456"/>
                  <a:pt x="3964074" y="1229456"/>
                </a:cubicBezTo>
                <a:close/>
                <a:moveTo>
                  <a:pt x="3882078" y="1229456"/>
                </a:moveTo>
                <a:cubicBezTo>
                  <a:pt x="3886351" y="1229456"/>
                  <a:pt x="3889815" y="1232920"/>
                  <a:pt x="3889815" y="1237193"/>
                </a:cubicBezTo>
                <a:cubicBezTo>
                  <a:pt x="3889815" y="1268139"/>
                  <a:pt x="3889814" y="1299084"/>
                  <a:pt x="3889814" y="1330030"/>
                </a:cubicBezTo>
                <a:lnTo>
                  <a:pt x="3882078" y="1337766"/>
                </a:lnTo>
                <a:cubicBezTo>
                  <a:pt x="3877805" y="1337766"/>
                  <a:pt x="3874341" y="1334302"/>
                  <a:pt x="3874341" y="1330029"/>
                </a:cubicBezTo>
                <a:lnTo>
                  <a:pt x="3874341" y="1237193"/>
                </a:lnTo>
                <a:cubicBezTo>
                  <a:pt x="3874341" y="1232920"/>
                  <a:pt x="3877805" y="1229456"/>
                  <a:pt x="3882078" y="1229456"/>
                </a:cubicBezTo>
                <a:close/>
                <a:moveTo>
                  <a:pt x="3846501" y="1229456"/>
                </a:moveTo>
                <a:cubicBezTo>
                  <a:pt x="3850774" y="1229456"/>
                  <a:pt x="3854238" y="1232920"/>
                  <a:pt x="3854238" y="1237193"/>
                </a:cubicBezTo>
                <a:cubicBezTo>
                  <a:pt x="3854238" y="1268139"/>
                  <a:pt x="3854237" y="1299084"/>
                  <a:pt x="3854237" y="1330030"/>
                </a:cubicBezTo>
                <a:lnTo>
                  <a:pt x="3846501" y="1337766"/>
                </a:lnTo>
                <a:cubicBezTo>
                  <a:pt x="3842228" y="1337766"/>
                  <a:pt x="3838764" y="1334302"/>
                  <a:pt x="3838764" y="1330029"/>
                </a:cubicBezTo>
                <a:lnTo>
                  <a:pt x="3838764" y="1237193"/>
                </a:lnTo>
                <a:cubicBezTo>
                  <a:pt x="3838764" y="1232920"/>
                  <a:pt x="3842228" y="1229456"/>
                  <a:pt x="3846501" y="1229456"/>
                </a:cubicBezTo>
                <a:close/>
                <a:moveTo>
                  <a:pt x="3764505" y="1229456"/>
                </a:moveTo>
                <a:cubicBezTo>
                  <a:pt x="3794415" y="1229456"/>
                  <a:pt x="3818661" y="1253702"/>
                  <a:pt x="3818661" y="1283611"/>
                </a:cubicBezTo>
                <a:cubicBezTo>
                  <a:pt x="3818661" y="1313520"/>
                  <a:pt x="3794415" y="1337766"/>
                  <a:pt x="3764505" y="1337766"/>
                </a:cubicBezTo>
                <a:cubicBezTo>
                  <a:pt x="3734595" y="1337766"/>
                  <a:pt x="3710349" y="1313520"/>
                  <a:pt x="3710349" y="1283611"/>
                </a:cubicBezTo>
                <a:cubicBezTo>
                  <a:pt x="3710349" y="1253702"/>
                  <a:pt x="3734595" y="1229456"/>
                  <a:pt x="3764505" y="1229456"/>
                </a:cubicBezTo>
                <a:close/>
                <a:moveTo>
                  <a:pt x="3636090" y="1229456"/>
                </a:moveTo>
                <a:cubicBezTo>
                  <a:pt x="3665999" y="1229456"/>
                  <a:pt x="3690245" y="1253702"/>
                  <a:pt x="3690245" y="1283611"/>
                </a:cubicBezTo>
                <a:cubicBezTo>
                  <a:pt x="3690245" y="1313520"/>
                  <a:pt x="3665999" y="1337766"/>
                  <a:pt x="3636090" y="1337766"/>
                </a:cubicBezTo>
                <a:cubicBezTo>
                  <a:pt x="3606181" y="1337766"/>
                  <a:pt x="3581935" y="1313520"/>
                  <a:pt x="3581935" y="1283611"/>
                </a:cubicBezTo>
                <a:cubicBezTo>
                  <a:pt x="3581935" y="1253702"/>
                  <a:pt x="3606181" y="1229456"/>
                  <a:pt x="3636090" y="1229456"/>
                </a:cubicBezTo>
                <a:close/>
                <a:moveTo>
                  <a:pt x="3554095" y="1229456"/>
                </a:moveTo>
                <a:cubicBezTo>
                  <a:pt x="3558368" y="1229456"/>
                  <a:pt x="3561832" y="1232920"/>
                  <a:pt x="3561832" y="1237193"/>
                </a:cubicBezTo>
                <a:cubicBezTo>
                  <a:pt x="3561832" y="1268139"/>
                  <a:pt x="3561831" y="1299084"/>
                  <a:pt x="3561831" y="1330030"/>
                </a:cubicBezTo>
                <a:lnTo>
                  <a:pt x="3554095" y="1337766"/>
                </a:lnTo>
                <a:cubicBezTo>
                  <a:pt x="3549822" y="1337766"/>
                  <a:pt x="3546358" y="1334302"/>
                  <a:pt x="3546358" y="1330029"/>
                </a:cubicBezTo>
                <a:lnTo>
                  <a:pt x="3546358" y="1237193"/>
                </a:lnTo>
                <a:cubicBezTo>
                  <a:pt x="3546358" y="1232920"/>
                  <a:pt x="3549822" y="1229456"/>
                  <a:pt x="3554095" y="1229456"/>
                </a:cubicBezTo>
                <a:close/>
                <a:moveTo>
                  <a:pt x="3518518" y="1229456"/>
                </a:moveTo>
                <a:cubicBezTo>
                  <a:pt x="3522791" y="1229456"/>
                  <a:pt x="3526255" y="1232920"/>
                  <a:pt x="3526255" y="1237193"/>
                </a:cubicBezTo>
                <a:lnTo>
                  <a:pt x="3526255" y="1330029"/>
                </a:lnTo>
                <a:cubicBezTo>
                  <a:pt x="3526255" y="1334302"/>
                  <a:pt x="3522791" y="1337766"/>
                  <a:pt x="3518518" y="1337766"/>
                </a:cubicBezTo>
                <a:lnTo>
                  <a:pt x="3510782" y="1330030"/>
                </a:lnTo>
                <a:cubicBezTo>
                  <a:pt x="3510782" y="1299084"/>
                  <a:pt x="3510781" y="1268139"/>
                  <a:pt x="3510781" y="1237193"/>
                </a:cubicBezTo>
                <a:cubicBezTo>
                  <a:pt x="3510781" y="1232920"/>
                  <a:pt x="3514245" y="1229456"/>
                  <a:pt x="3518518" y="1229456"/>
                </a:cubicBezTo>
                <a:close/>
                <a:moveTo>
                  <a:pt x="3436522" y="1229456"/>
                </a:moveTo>
                <a:cubicBezTo>
                  <a:pt x="3466431" y="1229456"/>
                  <a:pt x="3490677" y="1253702"/>
                  <a:pt x="3490677" y="1283611"/>
                </a:cubicBezTo>
                <a:cubicBezTo>
                  <a:pt x="3490677" y="1313520"/>
                  <a:pt x="3466431" y="1337766"/>
                  <a:pt x="3436522" y="1337766"/>
                </a:cubicBezTo>
                <a:cubicBezTo>
                  <a:pt x="3406613" y="1337766"/>
                  <a:pt x="3382367" y="1313520"/>
                  <a:pt x="3382367" y="1283611"/>
                </a:cubicBezTo>
                <a:cubicBezTo>
                  <a:pt x="3382367" y="1253702"/>
                  <a:pt x="3406613" y="1229456"/>
                  <a:pt x="3436522" y="1229456"/>
                </a:cubicBezTo>
                <a:close/>
                <a:moveTo>
                  <a:pt x="3308108" y="1229456"/>
                </a:moveTo>
                <a:cubicBezTo>
                  <a:pt x="3338018" y="1229456"/>
                  <a:pt x="3362264" y="1253702"/>
                  <a:pt x="3362264" y="1283611"/>
                </a:cubicBezTo>
                <a:cubicBezTo>
                  <a:pt x="3362264" y="1313520"/>
                  <a:pt x="3338018" y="1337766"/>
                  <a:pt x="3308108" y="1337766"/>
                </a:cubicBezTo>
                <a:cubicBezTo>
                  <a:pt x="3278198" y="1337766"/>
                  <a:pt x="3253952" y="1313520"/>
                  <a:pt x="3253952" y="1283611"/>
                </a:cubicBezTo>
                <a:cubicBezTo>
                  <a:pt x="3253952" y="1253702"/>
                  <a:pt x="3278198" y="1229456"/>
                  <a:pt x="3308108" y="1229456"/>
                </a:cubicBezTo>
                <a:close/>
                <a:moveTo>
                  <a:pt x="3226112" y="1229456"/>
                </a:moveTo>
                <a:cubicBezTo>
                  <a:pt x="3230385" y="1229456"/>
                  <a:pt x="3233849" y="1232920"/>
                  <a:pt x="3233849" y="1237193"/>
                </a:cubicBezTo>
                <a:lnTo>
                  <a:pt x="3233849" y="1330029"/>
                </a:lnTo>
                <a:cubicBezTo>
                  <a:pt x="3233849" y="1334302"/>
                  <a:pt x="3230385" y="1337766"/>
                  <a:pt x="3226112" y="1337766"/>
                </a:cubicBezTo>
                <a:lnTo>
                  <a:pt x="3218376" y="1330030"/>
                </a:lnTo>
                <a:cubicBezTo>
                  <a:pt x="3218376" y="1299084"/>
                  <a:pt x="3218375" y="1268139"/>
                  <a:pt x="3218375" y="1237193"/>
                </a:cubicBezTo>
                <a:cubicBezTo>
                  <a:pt x="3218375" y="1232920"/>
                  <a:pt x="3221839" y="1229456"/>
                  <a:pt x="3226112" y="1229456"/>
                </a:cubicBezTo>
                <a:close/>
                <a:moveTo>
                  <a:pt x="3144116" y="1229456"/>
                </a:moveTo>
                <a:cubicBezTo>
                  <a:pt x="3174026" y="1229456"/>
                  <a:pt x="3198272" y="1253702"/>
                  <a:pt x="3198272" y="1283611"/>
                </a:cubicBezTo>
                <a:cubicBezTo>
                  <a:pt x="3198272" y="1313520"/>
                  <a:pt x="3174026" y="1337766"/>
                  <a:pt x="3144116" y="1337766"/>
                </a:cubicBezTo>
                <a:cubicBezTo>
                  <a:pt x="3114206" y="1337766"/>
                  <a:pt x="3089960" y="1313520"/>
                  <a:pt x="3089960" y="1283611"/>
                </a:cubicBezTo>
                <a:cubicBezTo>
                  <a:pt x="3089960" y="1253702"/>
                  <a:pt x="3114206" y="1229456"/>
                  <a:pt x="3144116" y="1229456"/>
                </a:cubicBezTo>
                <a:close/>
                <a:moveTo>
                  <a:pt x="3062120" y="1229456"/>
                </a:moveTo>
                <a:cubicBezTo>
                  <a:pt x="3066393" y="1229456"/>
                  <a:pt x="3069857" y="1232920"/>
                  <a:pt x="3069857" y="1237193"/>
                </a:cubicBezTo>
                <a:lnTo>
                  <a:pt x="3069857" y="1330029"/>
                </a:lnTo>
                <a:cubicBezTo>
                  <a:pt x="3069857" y="1334302"/>
                  <a:pt x="3066393" y="1337766"/>
                  <a:pt x="3062120" y="1337766"/>
                </a:cubicBezTo>
                <a:lnTo>
                  <a:pt x="3054384" y="1330030"/>
                </a:lnTo>
                <a:cubicBezTo>
                  <a:pt x="3054384" y="1299084"/>
                  <a:pt x="3054383" y="1268139"/>
                  <a:pt x="3054383" y="1237193"/>
                </a:cubicBezTo>
                <a:cubicBezTo>
                  <a:pt x="3054383" y="1232920"/>
                  <a:pt x="3057847" y="1229456"/>
                  <a:pt x="3062120" y="1229456"/>
                </a:cubicBezTo>
                <a:close/>
                <a:moveTo>
                  <a:pt x="3026543" y="1229456"/>
                </a:moveTo>
                <a:cubicBezTo>
                  <a:pt x="3030816" y="1229456"/>
                  <a:pt x="3034280" y="1232920"/>
                  <a:pt x="3034280" y="1237193"/>
                </a:cubicBezTo>
                <a:lnTo>
                  <a:pt x="3034280" y="1330029"/>
                </a:lnTo>
                <a:cubicBezTo>
                  <a:pt x="3034280" y="1334302"/>
                  <a:pt x="3030816" y="1337766"/>
                  <a:pt x="3026543" y="1337766"/>
                </a:cubicBezTo>
                <a:lnTo>
                  <a:pt x="3018807" y="1330030"/>
                </a:lnTo>
                <a:cubicBezTo>
                  <a:pt x="3018807" y="1299084"/>
                  <a:pt x="3018806" y="1268139"/>
                  <a:pt x="3018806" y="1237193"/>
                </a:cubicBezTo>
                <a:cubicBezTo>
                  <a:pt x="3018806" y="1232920"/>
                  <a:pt x="3022270" y="1229456"/>
                  <a:pt x="3026543" y="1229456"/>
                </a:cubicBezTo>
                <a:close/>
                <a:moveTo>
                  <a:pt x="2944547" y="1229456"/>
                </a:moveTo>
                <a:cubicBezTo>
                  <a:pt x="2974457" y="1229456"/>
                  <a:pt x="2998703" y="1253702"/>
                  <a:pt x="2998703" y="1283611"/>
                </a:cubicBezTo>
                <a:cubicBezTo>
                  <a:pt x="2998703" y="1313520"/>
                  <a:pt x="2974457" y="1337766"/>
                  <a:pt x="2944547" y="1337766"/>
                </a:cubicBezTo>
                <a:cubicBezTo>
                  <a:pt x="2914637" y="1337766"/>
                  <a:pt x="2890391" y="1313520"/>
                  <a:pt x="2890391" y="1283611"/>
                </a:cubicBezTo>
                <a:cubicBezTo>
                  <a:pt x="2890391" y="1253702"/>
                  <a:pt x="2914637" y="1229456"/>
                  <a:pt x="2944547" y="1229456"/>
                </a:cubicBezTo>
                <a:close/>
                <a:moveTo>
                  <a:pt x="2862551" y="1229456"/>
                </a:moveTo>
                <a:cubicBezTo>
                  <a:pt x="2866824" y="1229456"/>
                  <a:pt x="2870288" y="1232920"/>
                  <a:pt x="2870288" y="1237193"/>
                </a:cubicBezTo>
                <a:lnTo>
                  <a:pt x="2870288" y="1330029"/>
                </a:lnTo>
                <a:cubicBezTo>
                  <a:pt x="2870288" y="1334302"/>
                  <a:pt x="2866824" y="1337766"/>
                  <a:pt x="2862551" y="1337766"/>
                </a:cubicBezTo>
                <a:lnTo>
                  <a:pt x="2854815" y="1330030"/>
                </a:lnTo>
                <a:cubicBezTo>
                  <a:pt x="2854815" y="1299084"/>
                  <a:pt x="2854814" y="1268139"/>
                  <a:pt x="2854814" y="1237193"/>
                </a:cubicBezTo>
                <a:cubicBezTo>
                  <a:pt x="2854814" y="1232920"/>
                  <a:pt x="2858278" y="1229456"/>
                  <a:pt x="2862551" y="1229456"/>
                </a:cubicBezTo>
                <a:close/>
                <a:moveTo>
                  <a:pt x="2780556" y="1229456"/>
                </a:moveTo>
                <a:cubicBezTo>
                  <a:pt x="2810466" y="1229456"/>
                  <a:pt x="2834712" y="1253702"/>
                  <a:pt x="2834712" y="1283611"/>
                </a:cubicBezTo>
                <a:cubicBezTo>
                  <a:pt x="2834712" y="1313520"/>
                  <a:pt x="2810466" y="1337766"/>
                  <a:pt x="2780556" y="1337766"/>
                </a:cubicBezTo>
                <a:cubicBezTo>
                  <a:pt x="2750646" y="1337766"/>
                  <a:pt x="2726400" y="1313520"/>
                  <a:pt x="2726400" y="1283611"/>
                </a:cubicBezTo>
                <a:cubicBezTo>
                  <a:pt x="2726400" y="1253702"/>
                  <a:pt x="2750646" y="1229456"/>
                  <a:pt x="2780556" y="1229456"/>
                </a:cubicBezTo>
                <a:close/>
                <a:moveTo>
                  <a:pt x="2698560" y="1229456"/>
                </a:moveTo>
                <a:cubicBezTo>
                  <a:pt x="2702833" y="1229456"/>
                  <a:pt x="2706297" y="1232920"/>
                  <a:pt x="2706297" y="1237193"/>
                </a:cubicBezTo>
                <a:lnTo>
                  <a:pt x="2706297" y="1330029"/>
                </a:lnTo>
                <a:cubicBezTo>
                  <a:pt x="2706297" y="1334302"/>
                  <a:pt x="2702833" y="1337766"/>
                  <a:pt x="2698560" y="1337766"/>
                </a:cubicBezTo>
                <a:lnTo>
                  <a:pt x="2690824" y="1330030"/>
                </a:lnTo>
                <a:cubicBezTo>
                  <a:pt x="2690824" y="1299084"/>
                  <a:pt x="2690823" y="1268139"/>
                  <a:pt x="2690823" y="1237193"/>
                </a:cubicBezTo>
                <a:cubicBezTo>
                  <a:pt x="2690823" y="1232920"/>
                  <a:pt x="2694287" y="1229456"/>
                  <a:pt x="2698560" y="1229456"/>
                </a:cubicBezTo>
                <a:close/>
                <a:moveTo>
                  <a:pt x="2662983" y="1229456"/>
                </a:moveTo>
                <a:cubicBezTo>
                  <a:pt x="2667256" y="1229456"/>
                  <a:pt x="2670720" y="1232920"/>
                  <a:pt x="2670720" y="1237193"/>
                </a:cubicBezTo>
                <a:lnTo>
                  <a:pt x="2670720" y="1330029"/>
                </a:lnTo>
                <a:cubicBezTo>
                  <a:pt x="2670720" y="1334302"/>
                  <a:pt x="2667256" y="1337766"/>
                  <a:pt x="2662983" y="1337766"/>
                </a:cubicBezTo>
                <a:lnTo>
                  <a:pt x="2655247" y="1330030"/>
                </a:lnTo>
                <a:cubicBezTo>
                  <a:pt x="2655247" y="1299084"/>
                  <a:pt x="2655246" y="1268139"/>
                  <a:pt x="2655246" y="1237193"/>
                </a:cubicBezTo>
                <a:cubicBezTo>
                  <a:pt x="2655246" y="1232920"/>
                  <a:pt x="2658710" y="1229456"/>
                  <a:pt x="2662983" y="1229456"/>
                </a:cubicBezTo>
                <a:close/>
                <a:moveTo>
                  <a:pt x="2580987" y="1229456"/>
                </a:moveTo>
                <a:cubicBezTo>
                  <a:pt x="2610897" y="1229456"/>
                  <a:pt x="2635143" y="1253702"/>
                  <a:pt x="2635143" y="1283611"/>
                </a:cubicBezTo>
                <a:cubicBezTo>
                  <a:pt x="2635143" y="1313520"/>
                  <a:pt x="2610897" y="1337766"/>
                  <a:pt x="2580987" y="1337766"/>
                </a:cubicBezTo>
                <a:cubicBezTo>
                  <a:pt x="2551077" y="1337766"/>
                  <a:pt x="2526831" y="1313520"/>
                  <a:pt x="2526831" y="1283611"/>
                </a:cubicBezTo>
                <a:cubicBezTo>
                  <a:pt x="2526831" y="1253702"/>
                  <a:pt x="2551077" y="1229456"/>
                  <a:pt x="2580987" y="1229456"/>
                </a:cubicBezTo>
                <a:close/>
                <a:moveTo>
                  <a:pt x="2498991" y="1229456"/>
                </a:moveTo>
                <a:cubicBezTo>
                  <a:pt x="2503264" y="1229456"/>
                  <a:pt x="2506728" y="1232920"/>
                  <a:pt x="2506728" y="1237193"/>
                </a:cubicBezTo>
                <a:lnTo>
                  <a:pt x="2506728" y="1330029"/>
                </a:lnTo>
                <a:cubicBezTo>
                  <a:pt x="2506728" y="1334302"/>
                  <a:pt x="2503264" y="1337766"/>
                  <a:pt x="2498991" y="1337766"/>
                </a:cubicBezTo>
                <a:lnTo>
                  <a:pt x="2491255" y="1330030"/>
                </a:lnTo>
                <a:cubicBezTo>
                  <a:pt x="2491255" y="1299084"/>
                  <a:pt x="2491254" y="1268139"/>
                  <a:pt x="2491254" y="1237193"/>
                </a:cubicBezTo>
                <a:cubicBezTo>
                  <a:pt x="2491254" y="1232920"/>
                  <a:pt x="2494718" y="1229456"/>
                  <a:pt x="2498991" y="1229456"/>
                </a:cubicBezTo>
                <a:close/>
                <a:moveTo>
                  <a:pt x="2463414" y="1229456"/>
                </a:moveTo>
                <a:cubicBezTo>
                  <a:pt x="2467687" y="1229456"/>
                  <a:pt x="2471151" y="1232920"/>
                  <a:pt x="2471151" y="1237193"/>
                </a:cubicBezTo>
                <a:lnTo>
                  <a:pt x="2471151" y="1330029"/>
                </a:lnTo>
                <a:cubicBezTo>
                  <a:pt x="2471151" y="1334302"/>
                  <a:pt x="2467687" y="1337766"/>
                  <a:pt x="2463414" y="1337766"/>
                </a:cubicBezTo>
                <a:lnTo>
                  <a:pt x="2455678" y="1330030"/>
                </a:lnTo>
                <a:cubicBezTo>
                  <a:pt x="2455678" y="1299084"/>
                  <a:pt x="2455677" y="1268139"/>
                  <a:pt x="2455677" y="1237193"/>
                </a:cubicBezTo>
                <a:cubicBezTo>
                  <a:pt x="2455677" y="1232920"/>
                  <a:pt x="2459141" y="1229456"/>
                  <a:pt x="2463414" y="1229456"/>
                </a:cubicBezTo>
                <a:close/>
                <a:moveTo>
                  <a:pt x="2381419" y="1229456"/>
                </a:moveTo>
                <a:cubicBezTo>
                  <a:pt x="2411329" y="1229456"/>
                  <a:pt x="2435575" y="1253702"/>
                  <a:pt x="2435575" y="1283611"/>
                </a:cubicBezTo>
                <a:cubicBezTo>
                  <a:pt x="2435575" y="1313520"/>
                  <a:pt x="2411329" y="1337766"/>
                  <a:pt x="2381419" y="1337766"/>
                </a:cubicBezTo>
                <a:cubicBezTo>
                  <a:pt x="2351509" y="1337766"/>
                  <a:pt x="2327263" y="1313520"/>
                  <a:pt x="2327263" y="1283611"/>
                </a:cubicBezTo>
                <a:cubicBezTo>
                  <a:pt x="2327263" y="1253702"/>
                  <a:pt x="2351509" y="1229456"/>
                  <a:pt x="2381419" y="1229456"/>
                </a:cubicBezTo>
                <a:close/>
                <a:moveTo>
                  <a:pt x="2253005" y="1229456"/>
                </a:moveTo>
                <a:cubicBezTo>
                  <a:pt x="2282915" y="1229456"/>
                  <a:pt x="2307161" y="1253702"/>
                  <a:pt x="2307161" y="1283611"/>
                </a:cubicBezTo>
                <a:cubicBezTo>
                  <a:pt x="2307161" y="1313520"/>
                  <a:pt x="2282915" y="1337766"/>
                  <a:pt x="2253005" y="1337766"/>
                </a:cubicBezTo>
                <a:cubicBezTo>
                  <a:pt x="2223095" y="1337766"/>
                  <a:pt x="2198849" y="1313520"/>
                  <a:pt x="2198849" y="1283611"/>
                </a:cubicBezTo>
                <a:cubicBezTo>
                  <a:pt x="2198849" y="1253702"/>
                  <a:pt x="2223095" y="1229456"/>
                  <a:pt x="2253005" y="1229456"/>
                </a:cubicBezTo>
                <a:close/>
                <a:moveTo>
                  <a:pt x="2171009" y="1229456"/>
                </a:moveTo>
                <a:cubicBezTo>
                  <a:pt x="2175282" y="1229456"/>
                  <a:pt x="2178746" y="1232920"/>
                  <a:pt x="2178746" y="1237193"/>
                </a:cubicBezTo>
                <a:cubicBezTo>
                  <a:pt x="2178746" y="1268139"/>
                  <a:pt x="2178745" y="1299084"/>
                  <a:pt x="2178745" y="1330030"/>
                </a:cubicBezTo>
                <a:lnTo>
                  <a:pt x="2171009" y="1337766"/>
                </a:lnTo>
                <a:cubicBezTo>
                  <a:pt x="2166736" y="1337766"/>
                  <a:pt x="2163272" y="1334302"/>
                  <a:pt x="2163272" y="1330029"/>
                </a:cubicBezTo>
                <a:lnTo>
                  <a:pt x="2163272" y="1237193"/>
                </a:lnTo>
                <a:cubicBezTo>
                  <a:pt x="2163272" y="1232920"/>
                  <a:pt x="2166736" y="1229456"/>
                  <a:pt x="2171009" y="1229456"/>
                </a:cubicBezTo>
                <a:close/>
                <a:moveTo>
                  <a:pt x="2135432" y="1229456"/>
                </a:moveTo>
                <a:cubicBezTo>
                  <a:pt x="2139705" y="1229456"/>
                  <a:pt x="2143169" y="1232920"/>
                  <a:pt x="2143169" y="1237193"/>
                </a:cubicBezTo>
                <a:cubicBezTo>
                  <a:pt x="2143169" y="1268139"/>
                  <a:pt x="2143168" y="1299084"/>
                  <a:pt x="2143168" y="1330030"/>
                </a:cubicBezTo>
                <a:lnTo>
                  <a:pt x="2135432" y="1337766"/>
                </a:lnTo>
                <a:cubicBezTo>
                  <a:pt x="2131159" y="1337766"/>
                  <a:pt x="2127695" y="1334302"/>
                  <a:pt x="2127695" y="1330029"/>
                </a:cubicBezTo>
                <a:lnTo>
                  <a:pt x="2127695" y="1237193"/>
                </a:lnTo>
                <a:cubicBezTo>
                  <a:pt x="2127695" y="1232920"/>
                  <a:pt x="2131159" y="1229456"/>
                  <a:pt x="2135432" y="1229456"/>
                </a:cubicBezTo>
                <a:close/>
                <a:moveTo>
                  <a:pt x="2053436" y="1229456"/>
                </a:moveTo>
                <a:cubicBezTo>
                  <a:pt x="2083346" y="1229456"/>
                  <a:pt x="2107592" y="1253702"/>
                  <a:pt x="2107592" y="1283611"/>
                </a:cubicBezTo>
                <a:cubicBezTo>
                  <a:pt x="2107592" y="1313520"/>
                  <a:pt x="2083346" y="1337766"/>
                  <a:pt x="2053436" y="1337766"/>
                </a:cubicBezTo>
                <a:cubicBezTo>
                  <a:pt x="2023526" y="1337766"/>
                  <a:pt x="1999280" y="1313520"/>
                  <a:pt x="1999280" y="1283611"/>
                </a:cubicBezTo>
                <a:cubicBezTo>
                  <a:pt x="1999280" y="1253702"/>
                  <a:pt x="2023526" y="1229456"/>
                  <a:pt x="2053436" y="1229456"/>
                </a:cubicBezTo>
                <a:close/>
                <a:moveTo>
                  <a:pt x="1971440" y="1229456"/>
                </a:moveTo>
                <a:cubicBezTo>
                  <a:pt x="1975713" y="1229456"/>
                  <a:pt x="1979177" y="1232920"/>
                  <a:pt x="1979177" y="1237193"/>
                </a:cubicBezTo>
                <a:cubicBezTo>
                  <a:pt x="1979177" y="1268139"/>
                  <a:pt x="1979176" y="1299084"/>
                  <a:pt x="1979176" y="1330030"/>
                </a:cubicBezTo>
                <a:lnTo>
                  <a:pt x="1971440" y="1337766"/>
                </a:lnTo>
                <a:cubicBezTo>
                  <a:pt x="1967167" y="1337766"/>
                  <a:pt x="1963703" y="1334302"/>
                  <a:pt x="1963703" y="1330029"/>
                </a:cubicBezTo>
                <a:lnTo>
                  <a:pt x="1963703" y="1237193"/>
                </a:lnTo>
                <a:cubicBezTo>
                  <a:pt x="1963703" y="1232920"/>
                  <a:pt x="1967167" y="1229456"/>
                  <a:pt x="1971440" y="1229456"/>
                </a:cubicBezTo>
                <a:close/>
                <a:moveTo>
                  <a:pt x="1935864" y="1229456"/>
                </a:moveTo>
                <a:cubicBezTo>
                  <a:pt x="1940137" y="1229456"/>
                  <a:pt x="1943601" y="1232920"/>
                  <a:pt x="1943601" y="1237193"/>
                </a:cubicBezTo>
                <a:cubicBezTo>
                  <a:pt x="1943601" y="1268139"/>
                  <a:pt x="1943600" y="1299084"/>
                  <a:pt x="1943600" y="1330030"/>
                </a:cubicBezTo>
                <a:lnTo>
                  <a:pt x="1935864" y="1337766"/>
                </a:lnTo>
                <a:cubicBezTo>
                  <a:pt x="1931591" y="1337766"/>
                  <a:pt x="1928127" y="1334302"/>
                  <a:pt x="1928127" y="1330029"/>
                </a:cubicBezTo>
                <a:lnTo>
                  <a:pt x="1928127" y="1237193"/>
                </a:lnTo>
                <a:cubicBezTo>
                  <a:pt x="1928127" y="1232920"/>
                  <a:pt x="1931591" y="1229456"/>
                  <a:pt x="1935864" y="1229456"/>
                </a:cubicBezTo>
                <a:close/>
                <a:moveTo>
                  <a:pt x="1853868" y="1229456"/>
                </a:moveTo>
                <a:cubicBezTo>
                  <a:pt x="1883778" y="1229456"/>
                  <a:pt x="1908024" y="1253702"/>
                  <a:pt x="1908024" y="1283611"/>
                </a:cubicBezTo>
                <a:cubicBezTo>
                  <a:pt x="1908024" y="1313520"/>
                  <a:pt x="1883778" y="1337766"/>
                  <a:pt x="1853868" y="1337766"/>
                </a:cubicBezTo>
                <a:cubicBezTo>
                  <a:pt x="1823958" y="1337766"/>
                  <a:pt x="1799712" y="1313520"/>
                  <a:pt x="1799712" y="1283611"/>
                </a:cubicBezTo>
                <a:cubicBezTo>
                  <a:pt x="1799712" y="1253702"/>
                  <a:pt x="1823958" y="1229456"/>
                  <a:pt x="1853868" y="1229456"/>
                </a:cubicBezTo>
                <a:close/>
                <a:moveTo>
                  <a:pt x="1725453" y="1229456"/>
                </a:moveTo>
                <a:cubicBezTo>
                  <a:pt x="1755363" y="1229456"/>
                  <a:pt x="1779609" y="1253702"/>
                  <a:pt x="1779609" y="1283611"/>
                </a:cubicBezTo>
                <a:cubicBezTo>
                  <a:pt x="1779609" y="1313520"/>
                  <a:pt x="1755363" y="1337766"/>
                  <a:pt x="1725453" y="1337766"/>
                </a:cubicBezTo>
                <a:cubicBezTo>
                  <a:pt x="1695543" y="1337766"/>
                  <a:pt x="1671297" y="1313520"/>
                  <a:pt x="1671297" y="1283611"/>
                </a:cubicBezTo>
                <a:cubicBezTo>
                  <a:pt x="1671297" y="1253702"/>
                  <a:pt x="1695543" y="1229456"/>
                  <a:pt x="1725453" y="1229456"/>
                </a:cubicBezTo>
                <a:close/>
                <a:moveTo>
                  <a:pt x="1643457" y="1229456"/>
                </a:moveTo>
                <a:cubicBezTo>
                  <a:pt x="1647730" y="1229456"/>
                  <a:pt x="1651194" y="1232920"/>
                  <a:pt x="1651194" y="1237193"/>
                </a:cubicBezTo>
                <a:cubicBezTo>
                  <a:pt x="1651194" y="1268139"/>
                  <a:pt x="1651193" y="1299084"/>
                  <a:pt x="1651193" y="1330030"/>
                </a:cubicBezTo>
                <a:lnTo>
                  <a:pt x="1643457" y="1337766"/>
                </a:lnTo>
                <a:cubicBezTo>
                  <a:pt x="1639184" y="1337766"/>
                  <a:pt x="1635720" y="1334302"/>
                  <a:pt x="1635720" y="1330029"/>
                </a:cubicBezTo>
                <a:lnTo>
                  <a:pt x="1635720" y="1237193"/>
                </a:lnTo>
                <a:cubicBezTo>
                  <a:pt x="1635720" y="1232920"/>
                  <a:pt x="1639184" y="1229456"/>
                  <a:pt x="1643457" y="1229456"/>
                </a:cubicBezTo>
                <a:close/>
                <a:moveTo>
                  <a:pt x="1607880" y="1229456"/>
                </a:moveTo>
                <a:cubicBezTo>
                  <a:pt x="1612153" y="1229456"/>
                  <a:pt x="1615617" y="1232920"/>
                  <a:pt x="1615617" y="1237193"/>
                </a:cubicBezTo>
                <a:cubicBezTo>
                  <a:pt x="1615617" y="1268139"/>
                  <a:pt x="1615616" y="1299084"/>
                  <a:pt x="1615616" y="1330030"/>
                </a:cubicBezTo>
                <a:lnTo>
                  <a:pt x="1607880" y="1337766"/>
                </a:lnTo>
                <a:cubicBezTo>
                  <a:pt x="1603607" y="1337766"/>
                  <a:pt x="1600143" y="1334302"/>
                  <a:pt x="1600143" y="1330029"/>
                </a:cubicBezTo>
                <a:lnTo>
                  <a:pt x="1600143" y="1237193"/>
                </a:lnTo>
                <a:cubicBezTo>
                  <a:pt x="1600143" y="1232920"/>
                  <a:pt x="1603607" y="1229456"/>
                  <a:pt x="1607880" y="1229456"/>
                </a:cubicBezTo>
                <a:close/>
                <a:moveTo>
                  <a:pt x="1525884" y="1229456"/>
                </a:moveTo>
                <a:cubicBezTo>
                  <a:pt x="1555794" y="1229456"/>
                  <a:pt x="1580040" y="1253702"/>
                  <a:pt x="1580040" y="1283611"/>
                </a:cubicBezTo>
                <a:cubicBezTo>
                  <a:pt x="1580040" y="1313520"/>
                  <a:pt x="1555794" y="1337766"/>
                  <a:pt x="1525884" y="1337766"/>
                </a:cubicBezTo>
                <a:cubicBezTo>
                  <a:pt x="1495974" y="1337766"/>
                  <a:pt x="1471728" y="1313520"/>
                  <a:pt x="1471728" y="1283611"/>
                </a:cubicBezTo>
                <a:cubicBezTo>
                  <a:pt x="1471728" y="1253702"/>
                  <a:pt x="1495974" y="1229456"/>
                  <a:pt x="1525884" y="1229456"/>
                </a:cubicBezTo>
                <a:close/>
                <a:moveTo>
                  <a:pt x="1443888" y="1229456"/>
                </a:moveTo>
                <a:cubicBezTo>
                  <a:pt x="1448161" y="1229456"/>
                  <a:pt x="1451625" y="1232920"/>
                  <a:pt x="1451625" y="1237193"/>
                </a:cubicBezTo>
                <a:cubicBezTo>
                  <a:pt x="1451625" y="1268139"/>
                  <a:pt x="1451624" y="1299084"/>
                  <a:pt x="1451624" y="1330030"/>
                </a:cubicBezTo>
                <a:lnTo>
                  <a:pt x="1443888" y="1337766"/>
                </a:lnTo>
                <a:cubicBezTo>
                  <a:pt x="1439615" y="1337766"/>
                  <a:pt x="1436151" y="1334302"/>
                  <a:pt x="1436151" y="1330029"/>
                </a:cubicBezTo>
                <a:lnTo>
                  <a:pt x="1436151" y="1237193"/>
                </a:lnTo>
                <a:cubicBezTo>
                  <a:pt x="1436151" y="1232920"/>
                  <a:pt x="1439615" y="1229456"/>
                  <a:pt x="1443888" y="1229456"/>
                </a:cubicBezTo>
                <a:close/>
                <a:moveTo>
                  <a:pt x="1361893" y="1229456"/>
                </a:moveTo>
                <a:cubicBezTo>
                  <a:pt x="1391803" y="1229456"/>
                  <a:pt x="1416049" y="1253702"/>
                  <a:pt x="1416049" y="1283611"/>
                </a:cubicBezTo>
                <a:cubicBezTo>
                  <a:pt x="1416049" y="1313520"/>
                  <a:pt x="1391803" y="1337766"/>
                  <a:pt x="1361893" y="1337766"/>
                </a:cubicBezTo>
                <a:cubicBezTo>
                  <a:pt x="1331983" y="1337766"/>
                  <a:pt x="1307737" y="1313520"/>
                  <a:pt x="1307737" y="1283611"/>
                </a:cubicBezTo>
                <a:cubicBezTo>
                  <a:pt x="1307737" y="1253702"/>
                  <a:pt x="1331983" y="1229456"/>
                  <a:pt x="1361893" y="1229456"/>
                </a:cubicBezTo>
                <a:close/>
                <a:moveTo>
                  <a:pt x="1233477" y="1229456"/>
                </a:moveTo>
                <a:cubicBezTo>
                  <a:pt x="1263386" y="1229456"/>
                  <a:pt x="1287632" y="1253702"/>
                  <a:pt x="1287632" y="1283611"/>
                </a:cubicBezTo>
                <a:cubicBezTo>
                  <a:pt x="1287632" y="1313520"/>
                  <a:pt x="1263386" y="1337766"/>
                  <a:pt x="1233477" y="1337766"/>
                </a:cubicBezTo>
                <a:cubicBezTo>
                  <a:pt x="1203568" y="1337766"/>
                  <a:pt x="1179322" y="1313520"/>
                  <a:pt x="1179322" y="1283611"/>
                </a:cubicBezTo>
                <a:cubicBezTo>
                  <a:pt x="1179322" y="1253702"/>
                  <a:pt x="1203568" y="1229456"/>
                  <a:pt x="1233477" y="1229456"/>
                </a:cubicBezTo>
                <a:close/>
                <a:moveTo>
                  <a:pt x="1151483" y="1229456"/>
                </a:moveTo>
                <a:cubicBezTo>
                  <a:pt x="1155756" y="1229456"/>
                  <a:pt x="1159220" y="1232920"/>
                  <a:pt x="1159220" y="1237193"/>
                </a:cubicBezTo>
                <a:cubicBezTo>
                  <a:pt x="1159220" y="1268139"/>
                  <a:pt x="1159219" y="1299084"/>
                  <a:pt x="1159219" y="1330030"/>
                </a:cubicBezTo>
                <a:lnTo>
                  <a:pt x="1151483" y="1337766"/>
                </a:lnTo>
                <a:cubicBezTo>
                  <a:pt x="1147210" y="1337766"/>
                  <a:pt x="1143746" y="1334302"/>
                  <a:pt x="1143746" y="1330029"/>
                </a:cubicBezTo>
                <a:lnTo>
                  <a:pt x="1143746" y="1237193"/>
                </a:lnTo>
                <a:cubicBezTo>
                  <a:pt x="1143746" y="1232920"/>
                  <a:pt x="1147210" y="1229456"/>
                  <a:pt x="1151483" y="1229456"/>
                </a:cubicBezTo>
                <a:close/>
                <a:moveTo>
                  <a:pt x="1115906" y="1229456"/>
                </a:moveTo>
                <a:cubicBezTo>
                  <a:pt x="1120179" y="1229456"/>
                  <a:pt x="1123643" y="1232920"/>
                  <a:pt x="1123643" y="1237193"/>
                </a:cubicBezTo>
                <a:cubicBezTo>
                  <a:pt x="1123643" y="1268139"/>
                  <a:pt x="1123642" y="1299084"/>
                  <a:pt x="1123642" y="1330030"/>
                </a:cubicBezTo>
                <a:lnTo>
                  <a:pt x="1115906" y="1337766"/>
                </a:lnTo>
                <a:cubicBezTo>
                  <a:pt x="1111633" y="1337766"/>
                  <a:pt x="1108169" y="1334302"/>
                  <a:pt x="1108169" y="1330029"/>
                </a:cubicBezTo>
                <a:lnTo>
                  <a:pt x="1108169" y="1237193"/>
                </a:lnTo>
                <a:cubicBezTo>
                  <a:pt x="1108169" y="1232920"/>
                  <a:pt x="1111633" y="1229456"/>
                  <a:pt x="1115906" y="1229456"/>
                </a:cubicBezTo>
                <a:close/>
                <a:moveTo>
                  <a:pt x="1033910" y="1229456"/>
                </a:moveTo>
                <a:cubicBezTo>
                  <a:pt x="1063820" y="1229456"/>
                  <a:pt x="1088066" y="1253702"/>
                  <a:pt x="1088066" y="1283611"/>
                </a:cubicBezTo>
                <a:cubicBezTo>
                  <a:pt x="1088066" y="1313520"/>
                  <a:pt x="1063820" y="1337766"/>
                  <a:pt x="1033910" y="1337766"/>
                </a:cubicBezTo>
                <a:cubicBezTo>
                  <a:pt x="1004000" y="1337766"/>
                  <a:pt x="979754" y="1313520"/>
                  <a:pt x="979754" y="1283611"/>
                </a:cubicBezTo>
                <a:cubicBezTo>
                  <a:pt x="979754" y="1253702"/>
                  <a:pt x="1004000" y="1229456"/>
                  <a:pt x="1033910" y="1229456"/>
                </a:cubicBezTo>
                <a:close/>
                <a:moveTo>
                  <a:pt x="951914" y="1229456"/>
                </a:moveTo>
                <a:cubicBezTo>
                  <a:pt x="956187" y="1229456"/>
                  <a:pt x="959651" y="1232920"/>
                  <a:pt x="959651" y="1237193"/>
                </a:cubicBezTo>
                <a:cubicBezTo>
                  <a:pt x="959651" y="1268139"/>
                  <a:pt x="959650" y="1299084"/>
                  <a:pt x="959650" y="1330030"/>
                </a:cubicBezTo>
                <a:lnTo>
                  <a:pt x="951914" y="1337766"/>
                </a:lnTo>
                <a:cubicBezTo>
                  <a:pt x="947641" y="1337766"/>
                  <a:pt x="944177" y="1334302"/>
                  <a:pt x="944177" y="1330029"/>
                </a:cubicBezTo>
                <a:lnTo>
                  <a:pt x="944177" y="1237193"/>
                </a:lnTo>
                <a:cubicBezTo>
                  <a:pt x="944177" y="1232920"/>
                  <a:pt x="947641" y="1229456"/>
                  <a:pt x="951914" y="1229456"/>
                </a:cubicBezTo>
                <a:close/>
                <a:moveTo>
                  <a:pt x="916337" y="1229456"/>
                </a:moveTo>
                <a:cubicBezTo>
                  <a:pt x="920610" y="1229456"/>
                  <a:pt x="924074" y="1232920"/>
                  <a:pt x="924074" y="1237193"/>
                </a:cubicBezTo>
                <a:cubicBezTo>
                  <a:pt x="924074" y="1268139"/>
                  <a:pt x="924073" y="1299084"/>
                  <a:pt x="924073" y="1330030"/>
                </a:cubicBezTo>
                <a:lnTo>
                  <a:pt x="916337" y="1337766"/>
                </a:lnTo>
                <a:cubicBezTo>
                  <a:pt x="912064" y="1337766"/>
                  <a:pt x="908600" y="1334302"/>
                  <a:pt x="908600" y="1330029"/>
                </a:cubicBezTo>
                <a:lnTo>
                  <a:pt x="908600" y="1237193"/>
                </a:lnTo>
                <a:cubicBezTo>
                  <a:pt x="908600" y="1232920"/>
                  <a:pt x="912064" y="1229456"/>
                  <a:pt x="916337" y="1229456"/>
                </a:cubicBezTo>
                <a:close/>
                <a:moveTo>
                  <a:pt x="834341" y="1229456"/>
                </a:moveTo>
                <a:cubicBezTo>
                  <a:pt x="864251" y="1229456"/>
                  <a:pt x="888497" y="1253702"/>
                  <a:pt x="888497" y="1283611"/>
                </a:cubicBezTo>
                <a:cubicBezTo>
                  <a:pt x="888497" y="1313520"/>
                  <a:pt x="864251" y="1337766"/>
                  <a:pt x="834341" y="1337766"/>
                </a:cubicBezTo>
                <a:cubicBezTo>
                  <a:pt x="804431" y="1337766"/>
                  <a:pt x="780185" y="1313520"/>
                  <a:pt x="780185" y="1283611"/>
                </a:cubicBezTo>
                <a:cubicBezTo>
                  <a:pt x="780186" y="1253702"/>
                  <a:pt x="804432" y="1229456"/>
                  <a:pt x="834341" y="1229456"/>
                </a:cubicBezTo>
                <a:close/>
                <a:moveTo>
                  <a:pt x="752346" y="1229456"/>
                </a:moveTo>
                <a:cubicBezTo>
                  <a:pt x="756619" y="1229456"/>
                  <a:pt x="760083" y="1232920"/>
                  <a:pt x="760083" y="1237193"/>
                </a:cubicBezTo>
                <a:cubicBezTo>
                  <a:pt x="760083" y="1268139"/>
                  <a:pt x="760082" y="1299084"/>
                  <a:pt x="760082" y="1330030"/>
                </a:cubicBezTo>
                <a:lnTo>
                  <a:pt x="752346" y="1337766"/>
                </a:lnTo>
                <a:cubicBezTo>
                  <a:pt x="748073" y="1337766"/>
                  <a:pt x="744609" y="1334302"/>
                  <a:pt x="744609" y="1330029"/>
                </a:cubicBezTo>
                <a:lnTo>
                  <a:pt x="744609" y="1237193"/>
                </a:lnTo>
                <a:cubicBezTo>
                  <a:pt x="744609" y="1232920"/>
                  <a:pt x="748073" y="1229456"/>
                  <a:pt x="752346" y="1229456"/>
                </a:cubicBezTo>
                <a:close/>
                <a:moveTo>
                  <a:pt x="716769" y="1229456"/>
                </a:moveTo>
                <a:cubicBezTo>
                  <a:pt x="721042" y="1229456"/>
                  <a:pt x="724506" y="1232920"/>
                  <a:pt x="724506" y="1237193"/>
                </a:cubicBezTo>
                <a:cubicBezTo>
                  <a:pt x="724506" y="1268139"/>
                  <a:pt x="724505" y="1299084"/>
                  <a:pt x="724505" y="1330030"/>
                </a:cubicBezTo>
                <a:lnTo>
                  <a:pt x="716769" y="1337766"/>
                </a:lnTo>
                <a:cubicBezTo>
                  <a:pt x="712496" y="1337766"/>
                  <a:pt x="709032" y="1334302"/>
                  <a:pt x="709032" y="1330029"/>
                </a:cubicBezTo>
                <a:lnTo>
                  <a:pt x="709032" y="1237193"/>
                </a:lnTo>
                <a:cubicBezTo>
                  <a:pt x="709032" y="1232920"/>
                  <a:pt x="712496" y="1229456"/>
                  <a:pt x="716769" y="1229456"/>
                </a:cubicBezTo>
                <a:close/>
                <a:moveTo>
                  <a:pt x="634773" y="1229456"/>
                </a:moveTo>
                <a:cubicBezTo>
                  <a:pt x="664683" y="1229456"/>
                  <a:pt x="688929" y="1253702"/>
                  <a:pt x="688929" y="1283611"/>
                </a:cubicBezTo>
                <a:cubicBezTo>
                  <a:pt x="688929" y="1313520"/>
                  <a:pt x="664683" y="1337766"/>
                  <a:pt x="634773" y="1337766"/>
                </a:cubicBezTo>
                <a:cubicBezTo>
                  <a:pt x="604863" y="1337766"/>
                  <a:pt x="580617" y="1313520"/>
                  <a:pt x="580617" y="1283611"/>
                </a:cubicBezTo>
                <a:cubicBezTo>
                  <a:pt x="580618" y="1253702"/>
                  <a:pt x="604864" y="1229456"/>
                  <a:pt x="634773" y="1229456"/>
                </a:cubicBezTo>
                <a:close/>
                <a:moveTo>
                  <a:pt x="506358" y="1229456"/>
                </a:moveTo>
                <a:cubicBezTo>
                  <a:pt x="536268" y="1229456"/>
                  <a:pt x="560514" y="1253702"/>
                  <a:pt x="560514" y="1283611"/>
                </a:cubicBezTo>
                <a:cubicBezTo>
                  <a:pt x="560514" y="1313520"/>
                  <a:pt x="536268" y="1337766"/>
                  <a:pt x="506358" y="1337766"/>
                </a:cubicBezTo>
                <a:cubicBezTo>
                  <a:pt x="476448" y="1337766"/>
                  <a:pt x="452202" y="1313520"/>
                  <a:pt x="452202" y="1283611"/>
                </a:cubicBezTo>
                <a:cubicBezTo>
                  <a:pt x="452203" y="1253702"/>
                  <a:pt x="476449" y="1229456"/>
                  <a:pt x="506358" y="1229456"/>
                </a:cubicBezTo>
                <a:close/>
                <a:moveTo>
                  <a:pt x="424362" y="1229456"/>
                </a:moveTo>
                <a:cubicBezTo>
                  <a:pt x="428635" y="1229456"/>
                  <a:pt x="432099" y="1232920"/>
                  <a:pt x="432099" y="1237193"/>
                </a:cubicBezTo>
                <a:cubicBezTo>
                  <a:pt x="432099" y="1268139"/>
                  <a:pt x="432098" y="1299084"/>
                  <a:pt x="432098" y="1330030"/>
                </a:cubicBezTo>
                <a:lnTo>
                  <a:pt x="424362" y="1337766"/>
                </a:lnTo>
                <a:cubicBezTo>
                  <a:pt x="420089" y="1337766"/>
                  <a:pt x="416625" y="1334302"/>
                  <a:pt x="416625" y="1330029"/>
                </a:cubicBezTo>
                <a:lnTo>
                  <a:pt x="416625" y="1237193"/>
                </a:lnTo>
                <a:cubicBezTo>
                  <a:pt x="416625" y="1232920"/>
                  <a:pt x="420089" y="1229456"/>
                  <a:pt x="424362" y="1229456"/>
                </a:cubicBezTo>
                <a:close/>
                <a:moveTo>
                  <a:pt x="388785" y="1229456"/>
                </a:moveTo>
                <a:cubicBezTo>
                  <a:pt x="393058" y="1229456"/>
                  <a:pt x="396522" y="1232920"/>
                  <a:pt x="396522" y="1237193"/>
                </a:cubicBezTo>
                <a:cubicBezTo>
                  <a:pt x="396522" y="1268139"/>
                  <a:pt x="396521" y="1299084"/>
                  <a:pt x="396521" y="1330030"/>
                </a:cubicBezTo>
                <a:lnTo>
                  <a:pt x="388785" y="1337766"/>
                </a:lnTo>
                <a:cubicBezTo>
                  <a:pt x="384512" y="1337766"/>
                  <a:pt x="381048" y="1334302"/>
                  <a:pt x="381048" y="1330029"/>
                </a:cubicBezTo>
                <a:lnTo>
                  <a:pt x="381048" y="1237193"/>
                </a:lnTo>
                <a:cubicBezTo>
                  <a:pt x="381061" y="1232920"/>
                  <a:pt x="384525" y="1229456"/>
                  <a:pt x="388785" y="1229456"/>
                </a:cubicBezTo>
                <a:close/>
                <a:moveTo>
                  <a:pt x="306790" y="1229456"/>
                </a:moveTo>
                <a:cubicBezTo>
                  <a:pt x="336700" y="1229456"/>
                  <a:pt x="360946" y="1253702"/>
                  <a:pt x="360946" y="1283611"/>
                </a:cubicBezTo>
                <a:cubicBezTo>
                  <a:pt x="360946" y="1313520"/>
                  <a:pt x="336700" y="1337766"/>
                  <a:pt x="306790" y="1337766"/>
                </a:cubicBezTo>
                <a:cubicBezTo>
                  <a:pt x="276880" y="1337766"/>
                  <a:pt x="252634" y="1313520"/>
                  <a:pt x="252634" y="1283611"/>
                </a:cubicBezTo>
                <a:cubicBezTo>
                  <a:pt x="252635" y="1253702"/>
                  <a:pt x="276881" y="1229456"/>
                  <a:pt x="306790" y="1229456"/>
                </a:cubicBezTo>
                <a:close/>
                <a:moveTo>
                  <a:pt x="224794" y="1229456"/>
                </a:moveTo>
                <a:cubicBezTo>
                  <a:pt x="229067" y="1229456"/>
                  <a:pt x="232531" y="1232920"/>
                  <a:pt x="232531" y="1237193"/>
                </a:cubicBezTo>
                <a:cubicBezTo>
                  <a:pt x="232531" y="1268139"/>
                  <a:pt x="232530" y="1299084"/>
                  <a:pt x="232530" y="1330030"/>
                </a:cubicBezTo>
                <a:lnTo>
                  <a:pt x="224794" y="1337766"/>
                </a:lnTo>
                <a:cubicBezTo>
                  <a:pt x="220521" y="1337766"/>
                  <a:pt x="217057" y="1334302"/>
                  <a:pt x="217057" y="1330029"/>
                </a:cubicBezTo>
                <a:lnTo>
                  <a:pt x="217057" y="1237193"/>
                </a:lnTo>
                <a:cubicBezTo>
                  <a:pt x="217070" y="1232920"/>
                  <a:pt x="220534" y="1229456"/>
                  <a:pt x="224794" y="1229456"/>
                </a:cubicBezTo>
                <a:close/>
                <a:moveTo>
                  <a:pt x="142798" y="1229456"/>
                </a:moveTo>
                <a:cubicBezTo>
                  <a:pt x="172708" y="1229456"/>
                  <a:pt x="196954" y="1253702"/>
                  <a:pt x="196954" y="1283611"/>
                </a:cubicBezTo>
                <a:cubicBezTo>
                  <a:pt x="196954" y="1313520"/>
                  <a:pt x="172708" y="1337766"/>
                  <a:pt x="142798" y="1337766"/>
                </a:cubicBezTo>
                <a:cubicBezTo>
                  <a:pt x="112888" y="1337766"/>
                  <a:pt x="88642" y="1313520"/>
                  <a:pt x="88642" y="1283611"/>
                </a:cubicBezTo>
                <a:cubicBezTo>
                  <a:pt x="88643" y="1253702"/>
                  <a:pt x="112889" y="1229456"/>
                  <a:pt x="142798" y="1229456"/>
                </a:cubicBezTo>
                <a:close/>
                <a:moveTo>
                  <a:pt x="60802" y="1229456"/>
                </a:moveTo>
                <a:cubicBezTo>
                  <a:pt x="65075" y="1229456"/>
                  <a:pt x="68539" y="1232920"/>
                  <a:pt x="68539" y="1237193"/>
                </a:cubicBezTo>
                <a:cubicBezTo>
                  <a:pt x="68539" y="1268139"/>
                  <a:pt x="68538" y="1299084"/>
                  <a:pt x="68538" y="1330030"/>
                </a:cubicBezTo>
                <a:lnTo>
                  <a:pt x="60802" y="1337766"/>
                </a:lnTo>
                <a:cubicBezTo>
                  <a:pt x="56529" y="1337766"/>
                  <a:pt x="53065" y="1334302"/>
                  <a:pt x="53065" y="1330029"/>
                </a:cubicBezTo>
                <a:lnTo>
                  <a:pt x="53065" y="1237193"/>
                </a:lnTo>
                <a:cubicBezTo>
                  <a:pt x="53079" y="1232920"/>
                  <a:pt x="56536" y="1229456"/>
                  <a:pt x="60802" y="1229456"/>
                </a:cubicBezTo>
                <a:close/>
                <a:moveTo>
                  <a:pt x="9085564" y="1108405"/>
                </a:moveTo>
                <a:cubicBezTo>
                  <a:pt x="9064106" y="1108405"/>
                  <a:pt x="9046711" y="1125800"/>
                  <a:pt x="9046711" y="1147258"/>
                </a:cubicBezTo>
                <a:cubicBezTo>
                  <a:pt x="9046711" y="1168716"/>
                  <a:pt x="9064106" y="1186111"/>
                  <a:pt x="9085564" y="1186111"/>
                </a:cubicBezTo>
                <a:cubicBezTo>
                  <a:pt x="9107022" y="1186111"/>
                  <a:pt x="9124417" y="1168716"/>
                  <a:pt x="9124417" y="1147258"/>
                </a:cubicBezTo>
                <a:cubicBezTo>
                  <a:pt x="9124417" y="1125800"/>
                  <a:pt x="9107022" y="1108405"/>
                  <a:pt x="9085564" y="1108405"/>
                </a:cubicBezTo>
                <a:close/>
                <a:moveTo>
                  <a:pt x="8890698" y="1108405"/>
                </a:moveTo>
                <a:cubicBezTo>
                  <a:pt x="8869240" y="1108405"/>
                  <a:pt x="8851845" y="1125800"/>
                  <a:pt x="8851845" y="1147258"/>
                </a:cubicBezTo>
                <a:cubicBezTo>
                  <a:pt x="8851845" y="1168716"/>
                  <a:pt x="8869240" y="1186111"/>
                  <a:pt x="8890698" y="1186111"/>
                </a:cubicBezTo>
                <a:cubicBezTo>
                  <a:pt x="8912156" y="1186111"/>
                  <a:pt x="8929551" y="1168716"/>
                  <a:pt x="8929551" y="1147258"/>
                </a:cubicBezTo>
                <a:cubicBezTo>
                  <a:pt x="8929551" y="1125800"/>
                  <a:pt x="8912156" y="1108405"/>
                  <a:pt x="8890698" y="1108405"/>
                </a:cubicBezTo>
                <a:close/>
                <a:moveTo>
                  <a:pt x="8763852" y="1108405"/>
                </a:moveTo>
                <a:cubicBezTo>
                  <a:pt x="8742394" y="1108405"/>
                  <a:pt x="8724999" y="1125800"/>
                  <a:pt x="8724999" y="1147258"/>
                </a:cubicBezTo>
                <a:cubicBezTo>
                  <a:pt x="8724999" y="1168716"/>
                  <a:pt x="8742394" y="1186111"/>
                  <a:pt x="8763852" y="1186111"/>
                </a:cubicBezTo>
                <a:cubicBezTo>
                  <a:pt x="8785310" y="1186111"/>
                  <a:pt x="8802705" y="1168716"/>
                  <a:pt x="8802705" y="1147258"/>
                </a:cubicBezTo>
                <a:cubicBezTo>
                  <a:pt x="8802705" y="1125800"/>
                  <a:pt x="8785310" y="1108405"/>
                  <a:pt x="8763852" y="1108405"/>
                </a:cubicBezTo>
                <a:close/>
                <a:moveTo>
                  <a:pt x="8602996" y="1108405"/>
                </a:moveTo>
                <a:cubicBezTo>
                  <a:pt x="8581538" y="1108405"/>
                  <a:pt x="8564143" y="1125800"/>
                  <a:pt x="8564143" y="1147258"/>
                </a:cubicBezTo>
                <a:cubicBezTo>
                  <a:pt x="8564143" y="1168716"/>
                  <a:pt x="8581538" y="1186111"/>
                  <a:pt x="8602996" y="1186111"/>
                </a:cubicBezTo>
                <a:cubicBezTo>
                  <a:pt x="8624454" y="1186111"/>
                  <a:pt x="8641849" y="1168716"/>
                  <a:pt x="8641849" y="1147258"/>
                </a:cubicBezTo>
                <a:cubicBezTo>
                  <a:pt x="8641849" y="1125800"/>
                  <a:pt x="8624454" y="1108405"/>
                  <a:pt x="8602996" y="1108405"/>
                </a:cubicBezTo>
                <a:close/>
                <a:moveTo>
                  <a:pt x="8476149" y="1108405"/>
                </a:moveTo>
                <a:cubicBezTo>
                  <a:pt x="8454691" y="1108405"/>
                  <a:pt x="8437296" y="1125800"/>
                  <a:pt x="8437296" y="1147258"/>
                </a:cubicBezTo>
                <a:cubicBezTo>
                  <a:pt x="8437296" y="1168716"/>
                  <a:pt x="8454691" y="1186111"/>
                  <a:pt x="8476149" y="1186111"/>
                </a:cubicBezTo>
                <a:cubicBezTo>
                  <a:pt x="8497607" y="1186111"/>
                  <a:pt x="8515002" y="1168716"/>
                  <a:pt x="8515002" y="1147258"/>
                </a:cubicBezTo>
                <a:cubicBezTo>
                  <a:pt x="8515002" y="1125800"/>
                  <a:pt x="8497607" y="1108405"/>
                  <a:pt x="8476149" y="1108405"/>
                </a:cubicBezTo>
                <a:close/>
                <a:moveTo>
                  <a:pt x="8315293" y="1108405"/>
                </a:moveTo>
                <a:cubicBezTo>
                  <a:pt x="8293835" y="1108405"/>
                  <a:pt x="8276440" y="1125800"/>
                  <a:pt x="8276440" y="1147258"/>
                </a:cubicBezTo>
                <a:cubicBezTo>
                  <a:pt x="8276440" y="1168716"/>
                  <a:pt x="8293835" y="1186111"/>
                  <a:pt x="8315293" y="1186111"/>
                </a:cubicBezTo>
                <a:cubicBezTo>
                  <a:pt x="8336751" y="1186111"/>
                  <a:pt x="8354146" y="1168716"/>
                  <a:pt x="8354146" y="1147258"/>
                </a:cubicBezTo>
                <a:cubicBezTo>
                  <a:pt x="8354146" y="1125800"/>
                  <a:pt x="8336751" y="1108405"/>
                  <a:pt x="8315293" y="1108405"/>
                </a:cubicBezTo>
                <a:close/>
                <a:moveTo>
                  <a:pt x="8154437" y="1108405"/>
                </a:moveTo>
                <a:cubicBezTo>
                  <a:pt x="8132979" y="1108405"/>
                  <a:pt x="8115584" y="1125800"/>
                  <a:pt x="8115584" y="1147258"/>
                </a:cubicBezTo>
                <a:cubicBezTo>
                  <a:pt x="8115584" y="1168716"/>
                  <a:pt x="8132979" y="1186111"/>
                  <a:pt x="8154437" y="1186111"/>
                </a:cubicBezTo>
                <a:cubicBezTo>
                  <a:pt x="8175895" y="1186111"/>
                  <a:pt x="8193290" y="1168716"/>
                  <a:pt x="8193290" y="1147258"/>
                </a:cubicBezTo>
                <a:cubicBezTo>
                  <a:pt x="8193290" y="1125800"/>
                  <a:pt x="8175895" y="1108405"/>
                  <a:pt x="8154437" y="1108405"/>
                </a:cubicBezTo>
                <a:close/>
                <a:moveTo>
                  <a:pt x="8027590" y="1108405"/>
                </a:moveTo>
                <a:cubicBezTo>
                  <a:pt x="8006132" y="1108405"/>
                  <a:pt x="7988737" y="1125800"/>
                  <a:pt x="7988737" y="1147258"/>
                </a:cubicBezTo>
                <a:cubicBezTo>
                  <a:pt x="7988737" y="1168716"/>
                  <a:pt x="8006132" y="1186111"/>
                  <a:pt x="8027590" y="1186111"/>
                </a:cubicBezTo>
                <a:cubicBezTo>
                  <a:pt x="8049048" y="1186111"/>
                  <a:pt x="8066443" y="1168716"/>
                  <a:pt x="8066443" y="1147258"/>
                </a:cubicBezTo>
                <a:cubicBezTo>
                  <a:pt x="8066443" y="1125800"/>
                  <a:pt x="8049048" y="1108405"/>
                  <a:pt x="8027590" y="1108405"/>
                </a:cubicBezTo>
                <a:close/>
                <a:moveTo>
                  <a:pt x="7866734" y="1108405"/>
                </a:moveTo>
                <a:cubicBezTo>
                  <a:pt x="7845276" y="1108405"/>
                  <a:pt x="7827881" y="1125800"/>
                  <a:pt x="7827881" y="1147258"/>
                </a:cubicBezTo>
                <a:cubicBezTo>
                  <a:pt x="7827881" y="1168716"/>
                  <a:pt x="7845276" y="1186111"/>
                  <a:pt x="7866734" y="1186111"/>
                </a:cubicBezTo>
                <a:cubicBezTo>
                  <a:pt x="7888192" y="1186111"/>
                  <a:pt x="7905587" y="1168716"/>
                  <a:pt x="7905587" y="1147258"/>
                </a:cubicBezTo>
                <a:cubicBezTo>
                  <a:pt x="7905587" y="1125800"/>
                  <a:pt x="7888192" y="1108405"/>
                  <a:pt x="7866734" y="1108405"/>
                </a:cubicBezTo>
                <a:close/>
                <a:moveTo>
                  <a:pt x="7671868" y="1108405"/>
                </a:moveTo>
                <a:cubicBezTo>
                  <a:pt x="7650410" y="1108405"/>
                  <a:pt x="7633015" y="1125800"/>
                  <a:pt x="7633015" y="1147258"/>
                </a:cubicBezTo>
                <a:cubicBezTo>
                  <a:pt x="7633015" y="1168716"/>
                  <a:pt x="7650410" y="1186111"/>
                  <a:pt x="7671868" y="1186111"/>
                </a:cubicBezTo>
                <a:cubicBezTo>
                  <a:pt x="7693326" y="1186111"/>
                  <a:pt x="7710721" y="1168716"/>
                  <a:pt x="7710721" y="1147258"/>
                </a:cubicBezTo>
                <a:cubicBezTo>
                  <a:pt x="7710721" y="1125800"/>
                  <a:pt x="7693326" y="1108405"/>
                  <a:pt x="7671868" y="1108405"/>
                </a:cubicBezTo>
                <a:close/>
                <a:moveTo>
                  <a:pt x="7545022" y="1108405"/>
                </a:moveTo>
                <a:cubicBezTo>
                  <a:pt x="7523564" y="1108405"/>
                  <a:pt x="7506169" y="1125800"/>
                  <a:pt x="7506169" y="1147258"/>
                </a:cubicBezTo>
                <a:cubicBezTo>
                  <a:pt x="7506169" y="1168716"/>
                  <a:pt x="7523564" y="1186111"/>
                  <a:pt x="7545022" y="1186111"/>
                </a:cubicBezTo>
                <a:cubicBezTo>
                  <a:pt x="7566480" y="1186111"/>
                  <a:pt x="7583875" y="1168716"/>
                  <a:pt x="7583875" y="1147258"/>
                </a:cubicBezTo>
                <a:cubicBezTo>
                  <a:pt x="7583875" y="1125800"/>
                  <a:pt x="7566480" y="1108405"/>
                  <a:pt x="7545022" y="1108405"/>
                </a:cubicBezTo>
                <a:close/>
                <a:moveTo>
                  <a:pt x="7384166" y="1108405"/>
                </a:moveTo>
                <a:cubicBezTo>
                  <a:pt x="7362708" y="1108405"/>
                  <a:pt x="7345313" y="1125800"/>
                  <a:pt x="7345313" y="1147258"/>
                </a:cubicBezTo>
                <a:cubicBezTo>
                  <a:pt x="7345313" y="1168716"/>
                  <a:pt x="7362708" y="1186111"/>
                  <a:pt x="7384166" y="1186111"/>
                </a:cubicBezTo>
                <a:cubicBezTo>
                  <a:pt x="7405624" y="1186111"/>
                  <a:pt x="7423019" y="1168716"/>
                  <a:pt x="7423019" y="1147258"/>
                </a:cubicBezTo>
                <a:cubicBezTo>
                  <a:pt x="7423019" y="1125800"/>
                  <a:pt x="7405624" y="1108405"/>
                  <a:pt x="7384166" y="1108405"/>
                </a:cubicBezTo>
                <a:close/>
                <a:moveTo>
                  <a:pt x="7257319" y="1108405"/>
                </a:moveTo>
                <a:cubicBezTo>
                  <a:pt x="7235861" y="1108405"/>
                  <a:pt x="7218466" y="1125800"/>
                  <a:pt x="7218466" y="1147258"/>
                </a:cubicBezTo>
                <a:cubicBezTo>
                  <a:pt x="7218466" y="1168716"/>
                  <a:pt x="7235861" y="1186111"/>
                  <a:pt x="7257319" y="1186111"/>
                </a:cubicBezTo>
                <a:cubicBezTo>
                  <a:pt x="7278777" y="1186111"/>
                  <a:pt x="7296172" y="1168716"/>
                  <a:pt x="7296172" y="1147258"/>
                </a:cubicBezTo>
                <a:cubicBezTo>
                  <a:pt x="7296172" y="1125800"/>
                  <a:pt x="7278777" y="1108405"/>
                  <a:pt x="7257319" y="1108405"/>
                </a:cubicBezTo>
                <a:close/>
                <a:moveTo>
                  <a:pt x="7129359" y="1108405"/>
                </a:moveTo>
                <a:cubicBezTo>
                  <a:pt x="7107901" y="1108405"/>
                  <a:pt x="7090506" y="1125800"/>
                  <a:pt x="7090506" y="1147258"/>
                </a:cubicBezTo>
                <a:cubicBezTo>
                  <a:pt x="7090506" y="1168716"/>
                  <a:pt x="7107901" y="1186111"/>
                  <a:pt x="7129359" y="1186111"/>
                </a:cubicBezTo>
                <a:cubicBezTo>
                  <a:pt x="7150817" y="1186111"/>
                  <a:pt x="7168212" y="1168716"/>
                  <a:pt x="7168212" y="1147258"/>
                </a:cubicBezTo>
                <a:cubicBezTo>
                  <a:pt x="7168212" y="1125800"/>
                  <a:pt x="7150817" y="1108405"/>
                  <a:pt x="7129359" y="1108405"/>
                </a:cubicBezTo>
                <a:close/>
                <a:moveTo>
                  <a:pt x="7002515" y="1108405"/>
                </a:moveTo>
                <a:cubicBezTo>
                  <a:pt x="6981057" y="1108405"/>
                  <a:pt x="6963662" y="1125800"/>
                  <a:pt x="6963662" y="1147258"/>
                </a:cubicBezTo>
                <a:cubicBezTo>
                  <a:pt x="6963662" y="1168716"/>
                  <a:pt x="6981057" y="1186111"/>
                  <a:pt x="7002515" y="1186111"/>
                </a:cubicBezTo>
                <a:cubicBezTo>
                  <a:pt x="7023973" y="1186111"/>
                  <a:pt x="7041368" y="1168716"/>
                  <a:pt x="7041368" y="1147258"/>
                </a:cubicBezTo>
                <a:cubicBezTo>
                  <a:pt x="7041368" y="1125800"/>
                  <a:pt x="7023973" y="1108405"/>
                  <a:pt x="7002515" y="1108405"/>
                </a:cubicBezTo>
                <a:close/>
                <a:moveTo>
                  <a:pt x="6841659" y="1108405"/>
                </a:moveTo>
                <a:cubicBezTo>
                  <a:pt x="6820201" y="1108405"/>
                  <a:pt x="6802806" y="1125800"/>
                  <a:pt x="6802806" y="1147258"/>
                </a:cubicBezTo>
                <a:cubicBezTo>
                  <a:pt x="6802806" y="1168716"/>
                  <a:pt x="6820201" y="1186111"/>
                  <a:pt x="6841659" y="1186111"/>
                </a:cubicBezTo>
                <a:cubicBezTo>
                  <a:pt x="6863117" y="1186111"/>
                  <a:pt x="6880512" y="1168716"/>
                  <a:pt x="6880512" y="1147258"/>
                </a:cubicBezTo>
                <a:cubicBezTo>
                  <a:pt x="6880512" y="1125800"/>
                  <a:pt x="6863117" y="1108405"/>
                  <a:pt x="6841659" y="1108405"/>
                </a:cubicBezTo>
                <a:close/>
                <a:moveTo>
                  <a:pt x="6714812" y="1108405"/>
                </a:moveTo>
                <a:cubicBezTo>
                  <a:pt x="6693354" y="1108405"/>
                  <a:pt x="6675959" y="1125800"/>
                  <a:pt x="6675959" y="1147258"/>
                </a:cubicBezTo>
                <a:cubicBezTo>
                  <a:pt x="6675959" y="1168716"/>
                  <a:pt x="6693354" y="1186111"/>
                  <a:pt x="6714812" y="1186111"/>
                </a:cubicBezTo>
                <a:cubicBezTo>
                  <a:pt x="6736270" y="1186111"/>
                  <a:pt x="6753665" y="1168716"/>
                  <a:pt x="6753665" y="1147258"/>
                </a:cubicBezTo>
                <a:cubicBezTo>
                  <a:pt x="6753665" y="1125800"/>
                  <a:pt x="6736270" y="1108405"/>
                  <a:pt x="6714812" y="1108405"/>
                </a:cubicBezTo>
                <a:close/>
                <a:moveTo>
                  <a:pt x="6519947" y="1108405"/>
                </a:moveTo>
                <a:cubicBezTo>
                  <a:pt x="6498489" y="1108405"/>
                  <a:pt x="6481094" y="1125800"/>
                  <a:pt x="6481094" y="1147258"/>
                </a:cubicBezTo>
                <a:cubicBezTo>
                  <a:pt x="6481094" y="1168716"/>
                  <a:pt x="6498489" y="1186111"/>
                  <a:pt x="6519947" y="1186111"/>
                </a:cubicBezTo>
                <a:cubicBezTo>
                  <a:pt x="6541405" y="1186111"/>
                  <a:pt x="6558800" y="1168716"/>
                  <a:pt x="6558800" y="1147258"/>
                </a:cubicBezTo>
                <a:cubicBezTo>
                  <a:pt x="6558800" y="1125800"/>
                  <a:pt x="6541405" y="1108405"/>
                  <a:pt x="6519947" y="1108405"/>
                </a:cubicBezTo>
                <a:close/>
                <a:moveTo>
                  <a:pt x="6359091" y="1108405"/>
                </a:moveTo>
                <a:cubicBezTo>
                  <a:pt x="6337633" y="1108405"/>
                  <a:pt x="6320238" y="1125800"/>
                  <a:pt x="6320238" y="1147258"/>
                </a:cubicBezTo>
                <a:cubicBezTo>
                  <a:pt x="6320238" y="1168716"/>
                  <a:pt x="6337633" y="1186111"/>
                  <a:pt x="6359091" y="1186111"/>
                </a:cubicBezTo>
                <a:cubicBezTo>
                  <a:pt x="6380549" y="1186111"/>
                  <a:pt x="6397944" y="1168716"/>
                  <a:pt x="6397944" y="1147258"/>
                </a:cubicBezTo>
                <a:cubicBezTo>
                  <a:pt x="6397944" y="1125800"/>
                  <a:pt x="6380549" y="1108405"/>
                  <a:pt x="6359091" y="1108405"/>
                </a:cubicBezTo>
                <a:close/>
                <a:moveTo>
                  <a:pt x="6232244" y="1108405"/>
                </a:moveTo>
                <a:cubicBezTo>
                  <a:pt x="6210786" y="1108405"/>
                  <a:pt x="6193391" y="1125800"/>
                  <a:pt x="6193391" y="1147258"/>
                </a:cubicBezTo>
                <a:cubicBezTo>
                  <a:pt x="6193391" y="1168716"/>
                  <a:pt x="6210786" y="1186111"/>
                  <a:pt x="6232244" y="1186111"/>
                </a:cubicBezTo>
                <a:cubicBezTo>
                  <a:pt x="6253702" y="1186111"/>
                  <a:pt x="6271097" y="1168716"/>
                  <a:pt x="6271097" y="1147258"/>
                </a:cubicBezTo>
                <a:cubicBezTo>
                  <a:pt x="6271097" y="1125800"/>
                  <a:pt x="6253702" y="1108405"/>
                  <a:pt x="6232244" y="1108405"/>
                </a:cubicBezTo>
                <a:close/>
                <a:moveTo>
                  <a:pt x="6071388" y="1108405"/>
                </a:moveTo>
                <a:cubicBezTo>
                  <a:pt x="6049930" y="1108405"/>
                  <a:pt x="6032535" y="1125800"/>
                  <a:pt x="6032535" y="1147258"/>
                </a:cubicBezTo>
                <a:cubicBezTo>
                  <a:pt x="6032535" y="1168716"/>
                  <a:pt x="6049930" y="1186111"/>
                  <a:pt x="6071388" y="1186111"/>
                </a:cubicBezTo>
                <a:cubicBezTo>
                  <a:pt x="6092846" y="1186111"/>
                  <a:pt x="6110241" y="1168716"/>
                  <a:pt x="6110241" y="1147258"/>
                </a:cubicBezTo>
                <a:cubicBezTo>
                  <a:pt x="6110241" y="1125800"/>
                  <a:pt x="6092846" y="1108405"/>
                  <a:pt x="6071388" y="1108405"/>
                </a:cubicBezTo>
                <a:close/>
                <a:moveTo>
                  <a:pt x="5910532" y="1108405"/>
                </a:moveTo>
                <a:cubicBezTo>
                  <a:pt x="5889074" y="1108405"/>
                  <a:pt x="5871679" y="1125800"/>
                  <a:pt x="5871679" y="1147258"/>
                </a:cubicBezTo>
                <a:cubicBezTo>
                  <a:pt x="5871679" y="1168716"/>
                  <a:pt x="5889074" y="1186111"/>
                  <a:pt x="5910532" y="1186111"/>
                </a:cubicBezTo>
                <a:cubicBezTo>
                  <a:pt x="5931990" y="1186111"/>
                  <a:pt x="5949385" y="1168716"/>
                  <a:pt x="5949385" y="1147258"/>
                </a:cubicBezTo>
                <a:cubicBezTo>
                  <a:pt x="5949385" y="1125800"/>
                  <a:pt x="5931990" y="1108405"/>
                  <a:pt x="5910532" y="1108405"/>
                </a:cubicBezTo>
                <a:close/>
                <a:moveTo>
                  <a:pt x="5783685" y="1108405"/>
                </a:moveTo>
                <a:cubicBezTo>
                  <a:pt x="5762227" y="1108405"/>
                  <a:pt x="5744832" y="1125800"/>
                  <a:pt x="5744832" y="1147258"/>
                </a:cubicBezTo>
                <a:cubicBezTo>
                  <a:pt x="5744832" y="1168716"/>
                  <a:pt x="5762227" y="1186111"/>
                  <a:pt x="5783685" y="1186111"/>
                </a:cubicBezTo>
                <a:cubicBezTo>
                  <a:pt x="5805143" y="1186111"/>
                  <a:pt x="5822538" y="1168716"/>
                  <a:pt x="5822538" y="1147258"/>
                </a:cubicBezTo>
                <a:cubicBezTo>
                  <a:pt x="5822538" y="1125800"/>
                  <a:pt x="5805143" y="1108405"/>
                  <a:pt x="5783685" y="1108405"/>
                </a:cubicBezTo>
                <a:close/>
                <a:moveTo>
                  <a:pt x="5622829" y="1108405"/>
                </a:moveTo>
                <a:cubicBezTo>
                  <a:pt x="5601371" y="1108405"/>
                  <a:pt x="5583976" y="1125800"/>
                  <a:pt x="5583976" y="1147258"/>
                </a:cubicBezTo>
                <a:cubicBezTo>
                  <a:pt x="5583976" y="1168716"/>
                  <a:pt x="5601371" y="1186111"/>
                  <a:pt x="5622829" y="1186111"/>
                </a:cubicBezTo>
                <a:cubicBezTo>
                  <a:pt x="5644287" y="1186111"/>
                  <a:pt x="5661682" y="1168716"/>
                  <a:pt x="5661682" y="1147258"/>
                </a:cubicBezTo>
                <a:cubicBezTo>
                  <a:pt x="5661682" y="1125800"/>
                  <a:pt x="5644287" y="1108405"/>
                  <a:pt x="5622829" y="1108405"/>
                </a:cubicBezTo>
                <a:close/>
                <a:moveTo>
                  <a:pt x="5495983" y="1108405"/>
                </a:moveTo>
                <a:cubicBezTo>
                  <a:pt x="5474525" y="1108405"/>
                  <a:pt x="5457130" y="1125800"/>
                  <a:pt x="5457130" y="1147258"/>
                </a:cubicBezTo>
                <a:cubicBezTo>
                  <a:pt x="5457130" y="1168716"/>
                  <a:pt x="5474525" y="1186111"/>
                  <a:pt x="5495983" y="1186111"/>
                </a:cubicBezTo>
                <a:cubicBezTo>
                  <a:pt x="5517441" y="1186111"/>
                  <a:pt x="5534836" y="1168716"/>
                  <a:pt x="5534836" y="1147258"/>
                </a:cubicBezTo>
                <a:cubicBezTo>
                  <a:pt x="5534836" y="1125800"/>
                  <a:pt x="5517441" y="1108405"/>
                  <a:pt x="5495983" y="1108405"/>
                </a:cubicBezTo>
                <a:close/>
                <a:moveTo>
                  <a:pt x="5301117" y="1108405"/>
                </a:moveTo>
                <a:cubicBezTo>
                  <a:pt x="5279659" y="1108405"/>
                  <a:pt x="5262264" y="1125800"/>
                  <a:pt x="5262264" y="1147258"/>
                </a:cubicBezTo>
                <a:cubicBezTo>
                  <a:pt x="5262264" y="1168716"/>
                  <a:pt x="5279659" y="1186111"/>
                  <a:pt x="5301117" y="1186111"/>
                </a:cubicBezTo>
                <a:cubicBezTo>
                  <a:pt x="5322575" y="1186111"/>
                  <a:pt x="5339970" y="1168716"/>
                  <a:pt x="5339970" y="1147258"/>
                </a:cubicBezTo>
                <a:cubicBezTo>
                  <a:pt x="5339970" y="1125800"/>
                  <a:pt x="5322575" y="1108405"/>
                  <a:pt x="5301117" y="1108405"/>
                </a:cubicBezTo>
                <a:close/>
                <a:moveTo>
                  <a:pt x="5140261" y="1108405"/>
                </a:moveTo>
                <a:cubicBezTo>
                  <a:pt x="5118803" y="1108405"/>
                  <a:pt x="5101408" y="1125800"/>
                  <a:pt x="5101408" y="1147258"/>
                </a:cubicBezTo>
                <a:cubicBezTo>
                  <a:pt x="5101408" y="1168716"/>
                  <a:pt x="5118803" y="1186111"/>
                  <a:pt x="5140261" y="1186111"/>
                </a:cubicBezTo>
                <a:cubicBezTo>
                  <a:pt x="5161719" y="1186111"/>
                  <a:pt x="5179114" y="1168716"/>
                  <a:pt x="5179114" y="1147258"/>
                </a:cubicBezTo>
                <a:cubicBezTo>
                  <a:pt x="5179114" y="1125800"/>
                  <a:pt x="5161719" y="1108405"/>
                  <a:pt x="5140261" y="1108405"/>
                </a:cubicBezTo>
                <a:close/>
                <a:moveTo>
                  <a:pt x="5013414" y="1108405"/>
                </a:moveTo>
                <a:cubicBezTo>
                  <a:pt x="4991956" y="1108405"/>
                  <a:pt x="4974561" y="1125800"/>
                  <a:pt x="4974561" y="1147258"/>
                </a:cubicBezTo>
                <a:cubicBezTo>
                  <a:pt x="4974561" y="1168716"/>
                  <a:pt x="4991956" y="1186111"/>
                  <a:pt x="5013414" y="1186111"/>
                </a:cubicBezTo>
                <a:cubicBezTo>
                  <a:pt x="5034872" y="1186111"/>
                  <a:pt x="5052267" y="1168716"/>
                  <a:pt x="5052267" y="1147258"/>
                </a:cubicBezTo>
                <a:cubicBezTo>
                  <a:pt x="5052267" y="1125800"/>
                  <a:pt x="5034872" y="1108405"/>
                  <a:pt x="5013414" y="1108405"/>
                </a:cubicBezTo>
                <a:close/>
                <a:moveTo>
                  <a:pt x="4852558" y="1108405"/>
                </a:moveTo>
                <a:cubicBezTo>
                  <a:pt x="4831100" y="1108405"/>
                  <a:pt x="4813705" y="1125800"/>
                  <a:pt x="4813705" y="1147258"/>
                </a:cubicBezTo>
                <a:cubicBezTo>
                  <a:pt x="4813705" y="1168716"/>
                  <a:pt x="4831100" y="1186111"/>
                  <a:pt x="4852558" y="1186111"/>
                </a:cubicBezTo>
                <a:cubicBezTo>
                  <a:pt x="4874016" y="1186111"/>
                  <a:pt x="4891411" y="1168716"/>
                  <a:pt x="4891411" y="1147258"/>
                </a:cubicBezTo>
                <a:cubicBezTo>
                  <a:pt x="4891411" y="1125800"/>
                  <a:pt x="4874016" y="1108405"/>
                  <a:pt x="4852558" y="1108405"/>
                </a:cubicBezTo>
                <a:close/>
                <a:moveTo>
                  <a:pt x="4657693" y="1108405"/>
                </a:moveTo>
                <a:cubicBezTo>
                  <a:pt x="4636235" y="1108405"/>
                  <a:pt x="4618840" y="1125800"/>
                  <a:pt x="4618840" y="1147258"/>
                </a:cubicBezTo>
                <a:cubicBezTo>
                  <a:pt x="4618840" y="1168716"/>
                  <a:pt x="4636235" y="1186111"/>
                  <a:pt x="4657693" y="1186111"/>
                </a:cubicBezTo>
                <a:cubicBezTo>
                  <a:pt x="4679151" y="1186111"/>
                  <a:pt x="4696546" y="1168716"/>
                  <a:pt x="4696546" y="1147258"/>
                </a:cubicBezTo>
                <a:cubicBezTo>
                  <a:pt x="4696546" y="1125800"/>
                  <a:pt x="4679151" y="1108405"/>
                  <a:pt x="4657693" y="1108405"/>
                </a:cubicBezTo>
                <a:close/>
                <a:moveTo>
                  <a:pt x="4496837" y="1108405"/>
                </a:moveTo>
                <a:cubicBezTo>
                  <a:pt x="4475379" y="1108405"/>
                  <a:pt x="4457984" y="1125800"/>
                  <a:pt x="4457984" y="1147258"/>
                </a:cubicBezTo>
                <a:cubicBezTo>
                  <a:pt x="4457984" y="1168716"/>
                  <a:pt x="4475379" y="1186111"/>
                  <a:pt x="4496837" y="1186111"/>
                </a:cubicBezTo>
                <a:cubicBezTo>
                  <a:pt x="4518295" y="1186111"/>
                  <a:pt x="4535690" y="1168716"/>
                  <a:pt x="4535690" y="1147258"/>
                </a:cubicBezTo>
                <a:cubicBezTo>
                  <a:pt x="4535690" y="1125800"/>
                  <a:pt x="4518295" y="1108405"/>
                  <a:pt x="4496837" y="1108405"/>
                </a:cubicBezTo>
                <a:close/>
                <a:moveTo>
                  <a:pt x="4369990" y="1108405"/>
                </a:moveTo>
                <a:cubicBezTo>
                  <a:pt x="4348532" y="1108405"/>
                  <a:pt x="4331137" y="1125800"/>
                  <a:pt x="4331137" y="1147258"/>
                </a:cubicBezTo>
                <a:cubicBezTo>
                  <a:pt x="4331137" y="1168716"/>
                  <a:pt x="4348532" y="1186111"/>
                  <a:pt x="4369990" y="1186111"/>
                </a:cubicBezTo>
                <a:cubicBezTo>
                  <a:pt x="4391448" y="1186111"/>
                  <a:pt x="4408843" y="1168716"/>
                  <a:pt x="4408843" y="1147258"/>
                </a:cubicBezTo>
                <a:cubicBezTo>
                  <a:pt x="4408843" y="1125800"/>
                  <a:pt x="4391448" y="1108405"/>
                  <a:pt x="4369990" y="1108405"/>
                </a:cubicBezTo>
                <a:close/>
                <a:moveTo>
                  <a:pt x="4209134" y="1108405"/>
                </a:moveTo>
                <a:cubicBezTo>
                  <a:pt x="4187676" y="1108405"/>
                  <a:pt x="4170281" y="1125800"/>
                  <a:pt x="4170281" y="1147258"/>
                </a:cubicBezTo>
                <a:cubicBezTo>
                  <a:pt x="4170281" y="1168716"/>
                  <a:pt x="4187676" y="1186111"/>
                  <a:pt x="4209134" y="1186111"/>
                </a:cubicBezTo>
                <a:cubicBezTo>
                  <a:pt x="4230592" y="1186111"/>
                  <a:pt x="4247987" y="1168716"/>
                  <a:pt x="4247987" y="1147258"/>
                </a:cubicBezTo>
                <a:cubicBezTo>
                  <a:pt x="4247987" y="1125800"/>
                  <a:pt x="4230592" y="1108405"/>
                  <a:pt x="4209134" y="1108405"/>
                </a:cubicBezTo>
                <a:close/>
                <a:moveTo>
                  <a:pt x="4014268" y="1108405"/>
                </a:moveTo>
                <a:cubicBezTo>
                  <a:pt x="3992810" y="1108405"/>
                  <a:pt x="3975415" y="1125800"/>
                  <a:pt x="3975415" y="1147258"/>
                </a:cubicBezTo>
                <a:cubicBezTo>
                  <a:pt x="3975415" y="1168716"/>
                  <a:pt x="3992810" y="1186111"/>
                  <a:pt x="4014268" y="1186111"/>
                </a:cubicBezTo>
                <a:cubicBezTo>
                  <a:pt x="4035726" y="1186111"/>
                  <a:pt x="4053121" y="1168716"/>
                  <a:pt x="4053121" y="1147258"/>
                </a:cubicBezTo>
                <a:cubicBezTo>
                  <a:pt x="4053121" y="1125800"/>
                  <a:pt x="4035726" y="1108405"/>
                  <a:pt x="4014268" y="1108405"/>
                </a:cubicBezTo>
                <a:close/>
                <a:moveTo>
                  <a:pt x="3887422" y="1108405"/>
                </a:moveTo>
                <a:cubicBezTo>
                  <a:pt x="3865964" y="1108405"/>
                  <a:pt x="3848569" y="1125800"/>
                  <a:pt x="3848569" y="1147258"/>
                </a:cubicBezTo>
                <a:cubicBezTo>
                  <a:pt x="3848569" y="1168716"/>
                  <a:pt x="3865964" y="1186111"/>
                  <a:pt x="3887422" y="1186111"/>
                </a:cubicBezTo>
                <a:cubicBezTo>
                  <a:pt x="3908880" y="1186111"/>
                  <a:pt x="3926275" y="1168716"/>
                  <a:pt x="3926275" y="1147258"/>
                </a:cubicBezTo>
                <a:cubicBezTo>
                  <a:pt x="3926275" y="1125800"/>
                  <a:pt x="3908880" y="1108405"/>
                  <a:pt x="3887422" y="1108405"/>
                </a:cubicBezTo>
                <a:close/>
                <a:moveTo>
                  <a:pt x="3726566" y="1108405"/>
                </a:moveTo>
                <a:cubicBezTo>
                  <a:pt x="3705108" y="1108405"/>
                  <a:pt x="3687713" y="1125800"/>
                  <a:pt x="3687713" y="1147258"/>
                </a:cubicBezTo>
                <a:cubicBezTo>
                  <a:pt x="3687713" y="1168716"/>
                  <a:pt x="3705108" y="1186111"/>
                  <a:pt x="3726566" y="1186111"/>
                </a:cubicBezTo>
                <a:cubicBezTo>
                  <a:pt x="3748024" y="1186111"/>
                  <a:pt x="3765419" y="1168716"/>
                  <a:pt x="3765419" y="1147258"/>
                </a:cubicBezTo>
                <a:cubicBezTo>
                  <a:pt x="3765419" y="1125800"/>
                  <a:pt x="3748024" y="1108405"/>
                  <a:pt x="3726566" y="1108405"/>
                </a:cubicBezTo>
                <a:close/>
                <a:moveTo>
                  <a:pt x="3599719" y="1108405"/>
                </a:moveTo>
                <a:cubicBezTo>
                  <a:pt x="3578261" y="1108405"/>
                  <a:pt x="3560866" y="1125800"/>
                  <a:pt x="3560866" y="1147258"/>
                </a:cubicBezTo>
                <a:cubicBezTo>
                  <a:pt x="3560866" y="1168716"/>
                  <a:pt x="3578261" y="1186111"/>
                  <a:pt x="3599719" y="1186111"/>
                </a:cubicBezTo>
                <a:cubicBezTo>
                  <a:pt x="3621177" y="1186111"/>
                  <a:pt x="3638572" y="1168716"/>
                  <a:pt x="3638572" y="1147258"/>
                </a:cubicBezTo>
                <a:cubicBezTo>
                  <a:pt x="3638572" y="1125800"/>
                  <a:pt x="3621177" y="1108405"/>
                  <a:pt x="3599719" y="1108405"/>
                </a:cubicBezTo>
                <a:close/>
                <a:moveTo>
                  <a:pt x="3472872" y="1108405"/>
                </a:moveTo>
                <a:cubicBezTo>
                  <a:pt x="3451414" y="1108405"/>
                  <a:pt x="3434019" y="1125800"/>
                  <a:pt x="3434019" y="1147258"/>
                </a:cubicBezTo>
                <a:cubicBezTo>
                  <a:pt x="3434019" y="1168716"/>
                  <a:pt x="3451414" y="1186111"/>
                  <a:pt x="3472872" y="1186111"/>
                </a:cubicBezTo>
                <a:cubicBezTo>
                  <a:pt x="3494330" y="1186111"/>
                  <a:pt x="3511725" y="1168716"/>
                  <a:pt x="3511725" y="1147258"/>
                </a:cubicBezTo>
                <a:cubicBezTo>
                  <a:pt x="3511725" y="1125800"/>
                  <a:pt x="3494330" y="1108405"/>
                  <a:pt x="3472872" y="1108405"/>
                </a:cubicBezTo>
                <a:close/>
                <a:moveTo>
                  <a:pt x="3346025" y="1108405"/>
                </a:moveTo>
                <a:cubicBezTo>
                  <a:pt x="3324567" y="1108405"/>
                  <a:pt x="3307172" y="1125800"/>
                  <a:pt x="3307172" y="1147258"/>
                </a:cubicBezTo>
                <a:cubicBezTo>
                  <a:pt x="3307172" y="1168716"/>
                  <a:pt x="3324567" y="1186111"/>
                  <a:pt x="3346025" y="1186111"/>
                </a:cubicBezTo>
                <a:cubicBezTo>
                  <a:pt x="3367483" y="1186111"/>
                  <a:pt x="3384878" y="1168716"/>
                  <a:pt x="3384878" y="1147258"/>
                </a:cubicBezTo>
                <a:cubicBezTo>
                  <a:pt x="3384878" y="1125800"/>
                  <a:pt x="3367483" y="1108405"/>
                  <a:pt x="3346025" y="1108405"/>
                </a:cubicBezTo>
                <a:close/>
                <a:moveTo>
                  <a:pt x="3185169" y="1108405"/>
                </a:moveTo>
                <a:cubicBezTo>
                  <a:pt x="3163711" y="1108405"/>
                  <a:pt x="3146316" y="1125800"/>
                  <a:pt x="3146316" y="1147258"/>
                </a:cubicBezTo>
                <a:cubicBezTo>
                  <a:pt x="3146316" y="1168716"/>
                  <a:pt x="3163711" y="1186111"/>
                  <a:pt x="3185169" y="1186111"/>
                </a:cubicBezTo>
                <a:cubicBezTo>
                  <a:pt x="3206627" y="1186111"/>
                  <a:pt x="3224022" y="1168716"/>
                  <a:pt x="3224022" y="1147258"/>
                </a:cubicBezTo>
                <a:cubicBezTo>
                  <a:pt x="3224022" y="1125800"/>
                  <a:pt x="3206627" y="1108405"/>
                  <a:pt x="3185169" y="1108405"/>
                </a:cubicBezTo>
                <a:close/>
                <a:moveTo>
                  <a:pt x="3058323" y="1108405"/>
                </a:moveTo>
                <a:cubicBezTo>
                  <a:pt x="3036865" y="1108405"/>
                  <a:pt x="3019470" y="1125800"/>
                  <a:pt x="3019470" y="1147258"/>
                </a:cubicBezTo>
                <a:cubicBezTo>
                  <a:pt x="3019470" y="1168716"/>
                  <a:pt x="3036865" y="1186111"/>
                  <a:pt x="3058323" y="1186111"/>
                </a:cubicBezTo>
                <a:cubicBezTo>
                  <a:pt x="3079781" y="1186111"/>
                  <a:pt x="3097176" y="1168716"/>
                  <a:pt x="3097176" y="1147258"/>
                </a:cubicBezTo>
                <a:cubicBezTo>
                  <a:pt x="3097176" y="1125800"/>
                  <a:pt x="3079781" y="1108405"/>
                  <a:pt x="3058323" y="1108405"/>
                </a:cubicBezTo>
                <a:close/>
                <a:moveTo>
                  <a:pt x="2863457" y="1108405"/>
                </a:moveTo>
                <a:cubicBezTo>
                  <a:pt x="2841999" y="1108405"/>
                  <a:pt x="2824604" y="1125800"/>
                  <a:pt x="2824604" y="1147258"/>
                </a:cubicBezTo>
                <a:cubicBezTo>
                  <a:pt x="2824604" y="1168716"/>
                  <a:pt x="2841999" y="1186111"/>
                  <a:pt x="2863457" y="1186111"/>
                </a:cubicBezTo>
                <a:cubicBezTo>
                  <a:pt x="2884915" y="1186111"/>
                  <a:pt x="2902310" y="1168716"/>
                  <a:pt x="2902310" y="1147258"/>
                </a:cubicBezTo>
                <a:cubicBezTo>
                  <a:pt x="2902310" y="1125800"/>
                  <a:pt x="2884915" y="1108405"/>
                  <a:pt x="2863457" y="1108405"/>
                </a:cubicBezTo>
                <a:close/>
                <a:moveTo>
                  <a:pt x="2702601" y="1108405"/>
                </a:moveTo>
                <a:cubicBezTo>
                  <a:pt x="2681143" y="1108405"/>
                  <a:pt x="2663748" y="1125800"/>
                  <a:pt x="2663748" y="1147258"/>
                </a:cubicBezTo>
                <a:cubicBezTo>
                  <a:pt x="2663748" y="1168716"/>
                  <a:pt x="2681143" y="1186111"/>
                  <a:pt x="2702601" y="1186111"/>
                </a:cubicBezTo>
                <a:cubicBezTo>
                  <a:pt x="2724059" y="1186111"/>
                  <a:pt x="2741454" y="1168716"/>
                  <a:pt x="2741454" y="1147258"/>
                </a:cubicBezTo>
                <a:cubicBezTo>
                  <a:pt x="2741454" y="1125800"/>
                  <a:pt x="2724059" y="1108405"/>
                  <a:pt x="2702601" y="1108405"/>
                </a:cubicBezTo>
                <a:close/>
                <a:moveTo>
                  <a:pt x="2575754" y="1108405"/>
                </a:moveTo>
                <a:cubicBezTo>
                  <a:pt x="2554296" y="1108405"/>
                  <a:pt x="2536901" y="1125800"/>
                  <a:pt x="2536901" y="1147258"/>
                </a:cubicBezTo>
                <a:cubicBezTo>
                  <a:pt x="2536901" y="1168716"/>
                  <a:pt x="2554296" y="1186111"/>
                  <a:pt x="2575754" y="1186111"/>
                </a:cubicBezTo>
                <a:cubicBezTo>
                  <a:pt x="2597212" y="1186111"/>
                  <a:pt x="2614607" y="1168716"/>
                  <a:pt x="2614607" y="1147258"/>
                </a:cubicBezTo>
                <a:cubicBezTo>
                  <a:pt x="2614607" y="1125800"/>
                  <a:pt x="2597212" y="1108405"/>
                  <a:pt x="2575754" y="1108405"/>
                </a:cubicBezTo>
                <a:close/>
                <a:moveTo>
                  <a:pt x="2414898" y="1108405"/>
                </a:moveTo>
                <a:cubicBezTo>
                  <a:pt x="2393440" y="1108405"/>
                  <a:pt x="2376045" y="1125800"/>
                  <a:pt x="2376045" y="1147258"/>
                </a:cubicBezTo>
                <a:cubicBezTo>
                  <a:pt x="2376045" y="1168716"/>
                  <a:pt x="2393440" y="1186111"/>
                  <a:pt x="2414898" y="1186111"/>
                </a:cubicBezTo>
                <a:cubicBezTo>
                  <a:pt x="2436356" y="1186111"/>
                  <a:pt x="2453751" y="1168716"/>
                  <a:pt x="2453751" y="1147258"/>
                </a:cubicBezTo>
                <a:cubicBezTo>
                  <a:pt x="2453751" y="1125800"/>
                  <a:pt x="2436356" y="1108405"/>
                  <a:pt x="2414898" y="1108405"/>
                </a:cubicBezTo>
                <a:close/>
                <a:moveTo>
                  <a:pt x="2220033" y="1108405"/>
                </a:moveTo>
                <a:cubicBezTo>
                  <a:pt x="2198575" y="1108405"/>
                  <a:pt x="2181180" y="1125800"/>
                  <a:pt x="2181180" y="1147258"/>
                </a:cubicBezTo>
                <a:cubicBezTo>
                  <a:pt x="2181180" y="1168716"/>
                  <a:pt x="2198575" y="1186111"/>
                  <a:pt x="2220033" y="1186111"/>
                </a:cubicBezTo>
                <a:cubicBezTo>
                  <a:pt x="2241491" y="1186111"/>
                  <a:pt x="2258886" y="1168716"/>
                  <a:pt x="2258886" y="1147258"/>
                </a:cubicBezTo>
                <a:cubicBezTo>
                  <a:pt x="2258886" y="1125800"/>
                  <a:pt x="2241491" y="1108405"/>
                  <a:pt x="2220033" y="1108405"/>
                </a:cubicBezTo>
                <a:close/>
                <a:moveTo>
                  <a:pt x="2059177" y="1108405"/>
                </a:moveTo>
                <a:cubicBezTo>
                  <a:pt x="2037719" y="1108405"/>
                  <a:pt x="2020324" y="1125800"/>
                  <a:pt x="2020324" y="1147258"/>
                </a:cubicBezTo>
                <a:cubicBezTo>
                  <a:pt x="2020324" y="1168716"/>
                  <a:pt x="2037719" y="1186111"/>
                  <a:pt x="2059177" y="1186111"/>
                </a:cubicBezTo>
                <a:cubicBezTo>
                  <a:pt x="2080635" y="1186111"/>
                  <a:pt x="2098030" y="1168716"/>
                  <a:pt x="2098030" y="1147258"/>
                </a:cubicBezTo>
                <a:cubicBezTo>
                  <a:pt x="2098030" y="1125800"/>
                  <a:pt x="2080635" y="1108405"/>
                  <a:pt x="2059177" y="1108405"/>
                </a:cubicBezTo>
                <a:close/>
                <a:moveTo>
                  <a:pt x="1932330" y="1108405"/>
                </a:moveTo>
                <a:cubicBezTo>
                  <a:pt x="1910872" y="1108405"/>
                  <a:pt x="1893477" y="1125800"/>
                  <a:pt x="1893477" y="1147258"/>
                </a:cubicBezTo>
                <a:cubicBezTo>
                  <a:pt x="1893477" y="1168716"/>
                  <a:pt x="1910872" y="1186111"/>
                  <a:pt x="1932330" y="1186111"/>
                </a:cubicBezTo>
                <a:cubicBezTo>
                  <a:pt x="1953788" y="1186111"/>
                  <a:pt x="1971183" y="1168716"/>
                  <a:pt x="1971183" y="1147258"/>
                </a:cubicBezTo>
                <a:cubicBezTo>
                  <a:pt x="1971183" y="1125800"/>
                  <a:pt x="1953788" y="1108405"/>
                  <a:pt x="1932330" y="1108405"/>
                </a:cubicBezTo>
                <a:close/>
                <a:moveTo>
                  <a:pt x="1771474" y="1108405"/>
                </a:moveTo>
                <a:cubicBezTo>
                  <a:pt x="1750016" y="1108405"/>
                  <a:pt x="1732621" y="1125800"/>
                  <a:pt x="1732621" y="1147258"/>
                </a:cubicBezTo>
                <a:cubicBezTo>
                  <a:pt x="1732621" y="1168716"/>
                  <a:pt x="1750016" y="1186111"/>
                  <a:pt x="1771474" y="1186111"/>
                </a:cubicBezTo>
                <a:cubicBezTo>
                  <a:pt x="1792932" y="1186111"/>
                  <a:pt x="1810327" y="1168716"/>
                  <a:pt x="1810327" y="1147258"/>
                </a:cubicBezTo>
                <a:cubicBezTo>
                  <a:pt x="1810327" y="1125800"/>
                  <a:pt x="1792932" y="1108405"/>
                  <a:pt x="1771474" y="1108405"/>
                </a:cubicBezTo>
                <a:close/>
                <a:moveTo>
                  <a:pt x="1576608" y="1108405"/>
                </a:moveTo>
                <a:cubicBezTo>
                  <a:pt x="1555150" y="1108405"/>
                  <a:pt x="1537755" y="1125800"/>
                  <a:pt x="1537755" y="1147258"/>
                </a:cubicBezTo>
                <a:cubicBezTo>
                  <a:pt x="1537755" y="1168716"/>
                  <a:pt x="1555150" y="1186111"/>
                  <a:pt x="1576608" y="1186111"/>
                </a:cubicBezTo>
                <a:cubicBezTo>
                  <a:pt x="1598066" y="1186111"/>
                  <a:pt x="1615461" y="1168716"/>
                  <a:pt x="1615461" y="1147258"/>
                </a:cubicBezTo>
                <a:cubicBezTo>
                  <a:pt x="1615461" y="1125800"/>
                  <a:pt x="1598066" y="1108405"/>
                  <a:pt x="1576608" y="1108405"/>
                </a:cubicBezTo>
                <a:close/>
                <a:moveTo>
                  <a:pt x="1449762" y="1108405"/>
                </a:moveTo>
                <a:cubicBezTo>
                  <a:pt x="1428304" y="1108405"/>
                  <a:pt x="1410909" y="1125800"/>
                  <a:pt x="1410909" y="1147258"/>
                </a:cubicBezTo>
                <a:cubicBezTo>
                  <a:pt x="1410909" y="1168716"/>
                  <a:pt x="1428304" y="1186111"/>
                  <a:pt x="1449762" y="1186111"/>
                </a:cubicBezTo>
                <a:cubicBezTo>
                  <a:pt x="1471220" y="1186111"/>
                  <a:pt x="1488615" y="1168716"/>
                  <a:pt x="1488615" y="1147258"/>
                </a:cubicBezTo>
                <a:cubicBezTo>
                  <a:pt x="1488615" y="1125800"/>
                  <a:pt x="1471220" y="1108405"/>
                  <a:pt x="1449762" y="1108405"/>
                </a:cubicBezTo>
                <a:close/>
                <a:moveTo>
                  <a:pt x="1288906" y="1108405"/>
                </a:moveTo>
                <a:cubicBezTo>
                  <a:pt x="1267448" y="1108405"/>
                  <a:pt x="1250053" y="1125800"/>
                  <a:pt x="1250053" y="1147258"/>
                </a:cubicBezTo>
                <a:cubicBezTo>
                  <a:pt x="1250053" y="1168716"/>
                  <a:pt x="1267448" y="1186111"/>
                  <a:pt x="1288906" y="1186111"/>
                </a:cubicBezTo>
                <a:cubicBezTo>
                  <a:pt x="1310364" y="1186111"/>
                  <a:pt x="1327759" y="1168716"/>
                  <a:pt x="1327759" y="1147258"/>
                </a:cubicBezTo>
                <a:cubicBezTo>
                  <a:pt x="1327759" y="1125800"/>
                  <a:pt x="1310364" y="1108405"/>
                  <a:pt x="1288906" y="1108405"/>
                </a:cubicBezTo>
                <a:close/>
                <a:moveTo>
                  <a:pt x="1162059" y="1108405"/>
                </a:moveTo>
                <a:cubicBezTo>
                  <a:pt x="1140601" y="1108405"/>
                  <a:pt x="1123206" y="1125800"/>
                  <a:pt x="1123206" y="1147258"/>
                </a:cubicBezTo>
                <a:cubicBezTo>
                  <a:pt x="1123206" y="1168716"/>
                  <a:pt x="1140601" y="1186111"/>
                  <a:pt x="1162059" y="1186111"/>
                </a:cubicBezTo>
                <a:cubicBezTo>
                  <a:pt x="1183517" y="1186111"/>
                  <a:pt x="1200912" y="1168716"/>
                  <a:pt x="1200912" y="1147258"/>
                </a:cubicBezTo>
                <a:cubicBezTo>
                  <a:pt x="1200912" y="1125800"/>
                  <a:pt x="1183517" y="1108405"/>
                  <a:pt x="1162059" y="1108405"/>
                </a:cubicBezTo>
                <a:close/>
                <a:moveTo>
                  <a:pt x="1001203" y="1108405"/>
                </a:moveTo>
                <a:cubicBezTo>
                  <a:pt x="979745" y="1108405"/>
                  <a:pt x="962350" y="1125800"/>
                  <a:pt x="962350" y="1147258"/>
                </a:cubicBezTo>
                <a:cubicBezTo>
                  <a:pt x="962350" y="1168716"/>
                  <a:pt x="979745" y="1186111"/>
                  <a:pt x="1001203" y="1186111"/>
                </a:cubicBezTo>
                <a:cubicBezTo>
                  <a:pt x="1022661" y="1186111"/>
                  <a:pt x="1040056" y="1168716"/>
                  <a:pt x="1040056" y="1147258"/>
                </a:cubicBezTo>
                <a:cubicBezTo>
                  <a:pt x="1040056" y="1125800"/>
                  <a:pt x="1022661" y="1108405"/>
                  <a:pt x="1001203" y="1108405"/>
                </a:cubicBezTo>
                <a:close/>
                <a:moveTo>
                  <a:pt x="840347" y="1108405"/>
                </a:moveTo>
                <a:cubicBezTo>
                  <a:pt x="818889" y="1108405"/>
                  <a:pt x="801494" y="1125800"/>
                  <a:pt x="801494" y="1147258"/>
                </a:cubicBezTo>
                <a:cubicBezTo>
                  <a:pt x="801495" y="1168716"/>
                  <a:pt x="818889" y="1186111"/>
                  <a:pt x="840347" y="1186111"/>
                </a:cubicBezTo>
                <a:cubicBezTo>
                  <a:pt x="861805" y="1186111"/>
                  <a:pt x="879200" y="1168716"/>
                  <a:pt x="879200" y="1147258"/>
                </a:cubicBezTo>
                <a:cubicBezTo>
                  <a:pt x="879198" y="1125800"/>
                  <a:pt x="861803" y="1108405"/>
                  <a:pt x="840347" y="1108405"/>
                </a:cubicBezTo>
                <a:close/>
                <a:moveTo>
                  <a:pt x="713500" y="1108405"/>
                </a:moveTo>
                <a:cubicBezTo>
                  <a:pt x="692042" y="1108405"/>
                  <a:pt x="674647" y="1125800"/>
                  <a:pt x="674647" y="1147258"/>
                </a:cubicBezTo>
                <a:cubicBezTo>
                  <a:pt x="674648" y="1168716"/>
                  <a:pt x="692042" y="1186111"/>
                  <a:pt x="713500" y="1186111"/>
                </a:cubicBezTo>
                <a:cubicBezTo>
                  <a:pt x="734958" y="1186111"/>
                  <a:pt x="752353" y="1168716"/>
                  <a:pt x="752353" y="1147258"/>
                </a:cubicBezTo>
                <a:cubicBezTo>
                  <a:pt x="752351" y="1125800"/>
                  <a:pt x="734956" y="1108405"/>
                  <a:pt x="713500" y="1108405"/>
                </a:cubicBezTo>
                <a:close/>
                <a:moveTo>
                  <a:pt x="552644" y="1108405"/>
                </a:moveTo>
                <a:cubicBezTo>
                  <a:pt x="531186" y="1108405"/>
                  <a:pt x="513791" y="1125800"/>
                  <a:pt x="513791" y="1147258"/>
                </a:cubicBezTo>
                <a:cubicBezTo>
                  <a:pt x="513792" y="1168716"/>
                  <a:pt x="531186" y="1186111"/>
                  <a:pt x="552644" y="1186111"/>
                </a:cubicBezTo>
                <a:cubicBezTo>
                  <a:pt x="574102" y="1186111"/>
                  <a:pt x="591497" y="1168716"/>
                  <a:pt x="591497" y="1147258"/>
                </a:cubicBezTo>
                <a:cubicBezTo>
                  <a:pt x="591495" y="1125800"/>
                  <a:pt x="574100" y="1108405"/>
                  <a:pt x="552644" y="1108405"/>
                </a:cubicBezTo>
                <a:close/>
                <a:moveTo>
                  <a:pt x="357778" y="1108405"/>
                </a:moveTo>
                <a:cubicBezTo>
                  <a:pt x="336320" y="1108405"/>
                  <a:pt x="318925" y="1125800"/>
                  <a:pt x="318925" y="1147258"/>
                </a:cubicBezTo>
                <a:cubicBezTo>
                  <a:pt x="318926" y="1168716"/>
                  <a:pt x="336320" y="1186111"/>
                  <a:pt x="357778" y="1186111"/>
                </a:cubicBezTo>
                <a:cubicBezTo>
                  <a:pt x="379236" y="1186111"/>
                  <a:pt x="396631" y="1168716"/>
                  <a:pt x="396631" y="1147258"/>
                </a:cubicBezTo>
                <a:cubicBezTo>
                  <a:pt x="396629" y="1125800"/>
                  <a:pt x="379235" y="1108405"/>
                  <a:pt x="357778" y="1108405"/>
                </a:cubicBezTo>
                <a:close/>
                <a:moveTo>
                  <a:pt x="230932" y="1108405"/>
                </a:moveTo>
                <a:cubicBezTo>
                  <a:pt x="209474" y="1108405"/>
                  <a:pt x="192079" y="1125800"/>
                  <a:pt x="192079" y="1147258"/>
                </a:cubicBezTo>
                <a:cubicBezTo>
                  <a:pt x="192080" y="1168716"/>
                  <a:pt x="209474" y="1186111"/>
                  <a:pt x="230932" y="1186111"/>
                </a:cubicBezTo>
                <a:cubicBezTo>
                  <a:pt x="252390" y="1186111"/>
                  <a:pt x="269785" y="1168716"/>
                  <a:pt x="269785" y="1147258"/>
                </a:cubicBezTo>
                <a:cubicBezTo>
                  <a:pt x="269783" y="1125800"/>
                  <a:pt x="252389" y="1108405"/>
                  <a:pt x="230932" y="1108405"/>
                </a:cubicBezTo>
                <a:close/>
                <a:moveTo>
                  <a:pt x="70076" y="1108405"/>
                </a:moveTo>
                <a:cubicBezTo>
                  <a:pt x="48618" y="1108405"/>
                  <a:pt x="31223" y="1125800"/>
                  <a:pt x="31223" y="1147258"/>
                </a:cubicBezTo>
                <a:cubicBezTo>
                  <a:pt x="31224" y="1168716"/>
                  <a:pt x="48618" y="1186111"/>
                  <a:pt x="70076" y="1186111"/>
                </a:cubicBezTo>
                <a:cubicBezTo>
                  <a:pt x="91534" y="1186111"/>
                  <a:pt x="108929" y="1168716"/>
                  <a:pt x="108929" y="1147258"/>
                </a:cubicBezTo>
                <a:cubicBezTo>
                  <a:pt x="108928" y="1125800"/>
                  <a:pt x="91533" y="1108405"/>
                  <a:pt x="70076" y="1108405"/>
                </a:cubicBezTo>
                <a:close/>
                <a:moveTo>
                  <a:pt x="9085564" y="1093103"/>
                </a:moveTo>
                <a:cubicBezTo>
                  <a:pt x="9115473" y="1093103"/>
                  <a:pt x="9139719" y="1117349"/>
                  <a:pt x="9139719" y="1147258"/>
                </a:cubicBezTo>
                <a:cubicBezTo>
                  <a:pt x="9139719" y="1177167"/>
                  <a:pt x="9115473" y="1201413"/>
                  <a:pt x="9085564" y="1201413"/>
                </a:cubicBezTo>
                <a:cubicBezTo>
                  <a:pt x="9055655" y="1201413"/>
                  <a:pt x="9031409" y="1177167"/>
                  <a:pt x="9031409" y="1147258"/>
                </a:cubicBezTo>
                <a:cubicBezTo>
                  <a:pt x="9031409" y="1117349"/>
                  <a:pt x="9055655" y="1093103"/>
                  <a:pt x="9085564" y="1093103"/>
                </a:cubicBezTo>
                <a:close/>
                <a:moveTo>
                  <a:pt x="9005137" y="1093103"/>
                </a:moveTo>
                <a:cubicBezTo>
                  <a:pt x="9009410" y="1093103"/>
                  <a:pt x="9012874" y="1096567"/>
                  <a:pt x="9012874" y="1100840"/>
                </a:cubicBezTo>
                <a:cubicBezTo>
                  <a:pt x="9012874" y="1131787"/>
                  <a:pt x="9012873" y="1162731"/>
                  <a:pt x="9012873" y="1193677"/>
                </a:cubicBezTo>
                <a:lnTo>
                  <a:pt x="9005137" y="1201413"/>
                </a:lnTo>
                <a:cubicBezTo>
                  <a:pt x="9000864" y="1201413"/>
                  <a:pt x="8997400" y="1197949"/>
                  <a:pt x="8997400" y="1193676"/>
                </a:cubicBezTo>
                <a:lnTo>
                  <a:pt x="8997400" y="1100840"/>
                </a:lnTo>
                <a:cubicBezTo>
                  <a:pt x="8997400" y="1096567"/>
                  <a:pt x="9000864" y="1093103"/>
                  <a:pt x="9005137" y="1093103"/>
                </a:cubicBezTo>
                <a:close/>
                <a:moveTo>
                  <a:pt x="8971127" y="1093103"/>
                </a:moveTo>
                <a:cubicBezTo>
                  <a:pt x="8975400" y="1093103"/>
                  <a:pt x="8978864" y="1096567"/>
                  <a:pt x="8978864" y="1100840"/>
                </a:cubicBezTo>
                <a:cubicBezTo>
                  <a:pt x="8978864" y="1131787"/>
                  <a:pt x="8978863" y="1162731"/>
                  <a:pt x="8978863" y="1193677"/>
                </a:cubicBezTo>
                <a:lnTo>
                  <a:pt x="8971127" y="1201413"/>
                </a:lnTo>
                <a:cubicBezTo>
                  <a:pt x="8966854" y="1201413"/>
                  <a:pt x="8963390" y="1197949"/>
                  <a:pt x="8963390" y="1193676"/>
                </a:cubicBezTo>
                <a:lnTo>
                  <a:pt x="8963390" y="1100840"/>
                </a:lnTo>
                <a:cubicBezTo>
                  <a:pt x="8963390" y="1096567"/>
                  <a:pt x="8966854" y="1093103"/>
                  <a:pt x="8971127" y="1093103"/>
                </a:cubicBezTo>
                <a:close/>
                <a:moveTo>
                  <a:pt x="8890698" y="1093103"/>
                </a:moveTo>
                <a:cubicBezTo>
                  <a:pt x="8920607" y="1093103"/>
                  <a:pt x="8944853" y="1117349"/>
                  <a:pt x="8944853" y="1147258"/>
                </a:cubicBezTo>
                <a:cubicBezTo>
                  <a:pt x="8944853" y="1177167"/>
                  <a:pt x="8920607" y="1201413"/>
                  <a:pt x="8890698" y="1201413"/>
                </a:cubicBezTo>
                <a:cubicBezTo>
                  <a:pt x="8860789" y="1201413"/>
                  <a:pt x="8836543" y="1177167"/>
                  <a:pt x="8836543" y="1147258"/>
                </a:cubicBezTo>
                <a:cubicBezTo>
                  <a:pt x="8836543" y="1117349"/>
                  <a:pt x="8860789" y="1093103"/>
                  <a:pt x="8890698" y="1093103"/>
                </a:cubicBezTo>
                <a:close/>
                <a:moveTo>
                  <a:pt x="8763852" y="1093103"/>
                </a:moveTo>
                <a:cubicBezTo>
                  <a:pt x="8793761" y="1093103"/>
                  <a:pt x="8818007" y="1117349"/>
                  <a:pt x="8818007" y="1147258"/>
                </a:cubicBezTo>
                <a:cubicBezTo>
                  <a:pt x="8818007" y="1177167"/>
                  <a:pt x="8793761" y="1201413"/>
                  <a:pt x="8763852" y="1201413"/>
                </a:cubicBezTo>
                <a:cubicBezTo>
                  <a:pt x="8733943" y="1201413"/>
                  <a:pt x="8709697" y="1177167"/>
                  <a:pt x="8709697" y="1147258"/>
                </a:cubicBezTo>
                <a:cubicBezTo>
                  <a:pt x="8709697" y="1117349"/>
                  <a:pt x="8733943" y="1093103"/>
                  <a:pt x="8763852" y="1093103"/>
                </a:cubicBezTo>
                <a:close/>
                <a:moveTo>
                  <a:pt x="8683424" y="1093103"/>
                </a:moveTo>
                <a:cubicBezTo>
                  <a:pt x="8687697" y="1093103"/>
                  <a:pt x="8691161" y="1096567"/>
                  <a:pt x="8691161" y="1100840"/>
                </a:cubicBezTo>
                <a:cubicBezTo>
                  <a:pt x="8691161" y="1131787"/>
                  <a:pt x="8691160" y="1162731"/>
                  <a:pt x="8691160" y="1193677"/>
                </a:cubicBezTo>
                <a:lnTo>
                  <a:pt x="8683424" y="1201413"/>
                </a:lnTo>
                <a:cubicBezTo>
                  <a:pt x="8679151" y="1201413"/>
                  <a:pt x="8675687" y="1197949"/>
                  <a:pt x="8675687" y="1193676"/>
                </a:cubicBezTo>
                <a:lnTo>
                  <a:pt x="8675687" y="1100840"/>
                </a:lnTo>
                <a:cubicBezTo>
                  <a:pt x="8675687" y="1096567"/>
                  <a:pt x="8679151" y="1093103"/>
                  <a:pt x="8683424" y="1093103"/>
                </a:cubicBezTo>
                <a:close/>
                <a:moveTo>
                  <a:pt x="8602996" y="1093103"/>
                </a:moveTo>
                <a:cubicBezTo>
                  <a:pt x="8632905" y="1093103"/>
                  <a:pt x="8657151" y="1117349"/>
                  <a:pt x="8657151" y="1147258"/>
                </a:cubicBezTo>
                <a:cubicBezTo>
                  <a:pt x="8657151" y="1177167"/>
                  <a:pt x="8632905" y="1201413"/>
                  <a:pt x="8602996" y="1201413"/>
                </a:cubicBezTo>
                <a:cubicBezTo>
                  <a:pt x="8573087" y="1201413"/>
                  <a:pt x="8548841" y="1177167"/>
                  <a:pt x="8548841" y="1147258"/>
                </a:cubicBezTo>
                <a:cubicBezTo>
                  <a:pt x="8548841" y="1117349"/>
                  <a:pt x="8573087" y="1093103"/>
                  <a:pt x="8602996" y="1093103"/>
                </a:cubicBezTo>
                <a:close/>
                <a:moveTo>
                  <a:pt x="8476149" y="1093103"/>
                </a:moveTo>
                <a:cubicBezTo>
                  <a:pt x="8506058" y="1093103"/>
                  <a:pt x="8530304" y="1117349"/>
                  <a:pt x="8530304" y="1147258"/>
                </a:cubicBezTo>
                <a:cubicBezTo>
                  <a:pt x="8530304" y="1177167"/>
                  <a:pt x="8506058" y="1201413"/>
                  <a:pt x="8476149" y="1201413"/>
                </a:cubicBezTo>
                <a:cubicBezTo>
                  <a:pt x="8446240" y="1201413"/>
                  <a:pt x="8421994" y="1177167"/>
                  <a:pt x="8421994" y="1147258"/>
                </a:cubicBezTo>
                <a:cubicBezTo>
                  <a:pt x="8421994" y="1117349"/>
                  <a:pt x="8446240" y="1093103"/>
                  <a:pt x="8476149" y="1093103"/>
                </a:cubicBezTo>
                <a:close/>
                <a:moveTo>
                  <a:pt x="8395722" y="1093103"/>
                </a:moveTo>
                <a:cubicBezTo>
                  <a:pt x="8399995" y="1093103"/>
                  <a:pt x="8403459" y="1096567"/>
                  <a:pt x="8403459" y="1100840"/>
                </a:cubicBezTo>
                <a:cubicBezTo>
                  <a:pt x="8403459" y="1131787"/>
                  <a:pt x="8403458" y="1162731"/>
                  <a:pt x="8403458" y="1193677"/>
                </a:cubicBezTo>
                <a:lnTo>
                  <a:pt x="8395722" y="1201413"/>
                </a:lnTo>
                <a:cubicBezTo>
                  <a:pt x="8391449" y="1201413"/>
                  <a:pt x="8387985" y="1197949"/>
                  <a:pt x="8387985" y="1193676"/>
                </a:cubicBezTo>
                <a:lnTo>
                  <a:pt x="8387985" y="1100840"/>
                </a:lnTo>
                <a:cubicBezTo>
                  <a:pt x="8387985" y="1096567"/>
                  <a:pt x="8391449" y="1093103"/>
                  <a:pt x="8395722" y="1093103"/>
                </a:cubicBezTo>
                <a:close/>
                <a:moveTo>
                  <a:pt x="8315293" y="1093103"/>
                </a:moveTo>
                <a:cubicBezTo>
                  <a:pt x="8345202" y="1093103"/>
                  <a:pt x="8369448" y="1117349"/>
                  <a:pt x="8369448" y="1147258"/>
                </a:cubicBezTo>
                <a:cubicBezTo>
                  <a:pt x="8369448" y="1177167"/>
                  <a:pt x="8345202" y="1201413"/>
                  <a:pt x="8315293" y="1201413"/>
                </a:cubicBezTo>
                <a:cubicBezTo>
                  <a:pt x="8285384" y="1201413"/>
                  <a:pt x="8261138" y="1177167"/>
                  <a:pt x="8261138" y="1147258"/>
                </a:cubicBezTo>
                <a:cubicBezTo>
                  <a:pt x="8261138" y="1117349"/>
                  <a:pt x="8285384" y="1093103"/>
                  <a:pt x="8315293" y="1093103"/>
                </a:cubicBezTo>
                <a:close/>
                <a:moveTo>
                  <a:pt x="8234865" y="1093103"/>
                </a:moveTo>
                <a:cubicBezTo>
                  <a:pt x="8239138" y="1093103"/>
                  <a:pt x="8242602" y="1096567"/>
                  <a:pt x="8242602" y="1100840"/>
                </a:cubicBezTo>
                <a:cubicBezTo>
                  <a:pt x="8242602" y="1131787"/>
                  <a:pt x="8242601" y="1162731"/>
                  <a:pt x="8242601" y="1193677"/>
                </a:cubicBezTo>
                <a:lnTo>
                  <a:pt x="8234865" y="1201413"/>
                </a:lnTo>
                <a:cubicBezTo>
                  <a:pt x="8230592" y="1201413"/>
                  <a:pt x="8227128" y="1197949"/>
                  <a:pt x="8227128" y="1193676"/>
                </a:cubicBezTo>
                <a:lnTo>
                  <a:pt x="8227128" y="1100840"/>
                </a:lnTo>
                <a:cubicBezTo>
                  <a:pt x="8227128" y="1096567"/>
                  <a:pt x="8230592" y="1093103"/>
                  <a:pt x="8234865" y="1093103"/>
                </a:cubicBezTo>
                <a:close/>
                <a:moveTo>
                  <a:pt x="8154437" y="1093103"/>
                </a:moveTo>
                <a:cubicBezTo>
                  <a:pt x="8184346" y="1093103"/>
                  <a:pt x="8208592" y="1117349"/>
                  <a:pt x="8208592" y="1147258"/>
                </a:cubicBezTo>
                <a:cubicBezTo>
                  <a:pt x="8208592" y="1177167"/>
                  <a:pt x="8184346" y="1201413"/>
                  <a:pt x="8154437" y="1201413"/>
                </a:cubicBezTo>
                <a:cubicBezTo>
                  <a:pt x="8124528" y="1201413"/>
                  <a:pt x="8100282" y="1177167"/>
                  <a:pt x="8100282" y="1147258"/>
                </a:cubicBezTo>
                <a:cubicBezTo>
                  <a:pt x="8100282" y="1117349"/>
                  <a:pt x="8124528" y="1093103"/>
                  <a:pt x="8154437" y="1093103"/>
                </a:cubicBezTo>
                <a:close/>
                <a:moveTo>
                  <a:pt x="8027590" y="1093103"/>
                </a:moveTo>
                <a:cubicBezTo>
                  <a:pt x="8057499" y="1093103"/>
                  <a:pt x="8081745" y="1117349"/>
                  <a:pt x="8081745" y="1147258"/>
                </a:cubicBezTo>
                <a:cubicBezTo>
                  <a:pt x="8081745" y="1177167"/>
                  <a:pt x="8057499" y="1201413"/>
                  <a:pt x="8027590" y="1201413"/>
                </a:cubicBezTo>
                <a:cubicBezTo>
                  <a:pt x="7997681" y="1201413"/>
                  <a:pt x="7973435" y="1177167"/>
                  <a:pt x="7973435" y="1147258"/>
                </a:cubicBezTo>
                <a:cubicBezTo>
                  <a:pt x="7973435" y="1117349"/>
                  <a:pt x="7997681" y="1093103"/>
                  <a:pt x="8027590" y="1093103"/>
                </a:cubicBezTo>
                <a:close/>
                <a:moveTo>
                  <a:pt x="7866734" y="1093103"/>
                </a:moveTo>
                <a:cubicBezTo>
                  <a:pt x="7896643" y="1093103"/>
                  <a:pt x="7920889" y="1117349"/>
                  <a:pt x="7920889" y="1147258"/>
                </a:cubicBezTo>
                <a:cubicBezTo>
                  <a:pt x="7920889" y="1177167"/>
                  <a:pt x="7896643" y="1201413"/>
                  <a:pt x="7866734" y="1201413"/>
                </a:cubicBezTo>
                <a:cubicBezTo>
                  <a:pt x="7836825" y="1201413"/>
                  <a:pt x="7812579" y="1177167"/>
                  <a:pt x="7812579" y="1147258"/>
                </a:cubicBezTo>
                <a:cubicBezTo>
                  <a:pt x="7812579" y="1117349"/>
                  <a:pt x="7836825" y="1093103"/>
                  <a:pt x="7866734" y="1093103"/>
                </a:cubicBezTo>
                <a:close/>
                <a:moveTo>
                  <a:pt x="7786307" y="1093103"/>
                </a:moveTo>
                <a:cubicBezTo>
                  <a:pt x="7790580" y="1093103"/>
                  <a:pt x="7794044" y="1096567"/>
                  <a:pt x="7794044" y="1100840"/>
                </a:cubicBezTo>
                <a:cubicBezTo>
                  <a:pt x="7794044" y="1131787"/>
                  <a:pt x="7794043" y="1162731"/>
                  <a:pt x="7794043" y="1193677"/>
                </a:cubicBezTo>
                <a:lnTo>
                  <a:pt x="7786307" y="1201413"/>
                </a:lnTo>
                <a:cubicBezTo>
                  <a:pt x="7782034" y="1201413"/>
                  <a:pt x="7778570" y="1197949"/>
                  <a:pt x="7778570" y="1193676"/>
                </a:cubicBezTo>
                <a:lnTo>
                  <a:pt x="7778570" y="1100840"/>
                </a:lnTo>
                <a:cubicBezTo>
                  <a:pt x="7778570" y="1096567"/>
                  <a:pt x="7782034" y="1093103"/>
                  <a:pt x="7786307" y="1093103"/>
                </a:cubicBezTo>
                <a:close/>
                <a:moveTo>
                  <a:pt x="7752297" y="1093103"/>
                </a:moveTo>
                <a:cubicBezTo>
                  <a:pt x="7756570" y="1093103"/>
                  <a:pt x="7760034" y="1096567"/>
                  <a:pt x="7760034" y="1100840"/>
                </a:cubicBezTo>
                <a:cubicBezTo>
                  <a:pt x="7760034" y="1131787"/>
                  <a:pt x="7760033" y="1162731"/>
                  <a:pt x="7760033" y="1193677"/>
                </a:cubicBezTo>
                <a:lnTo>
                  <a:pt x="7752297" y="1201413"/>
                </a:lnTo>
                <a:cubicBezTo>
                  <a:pt x="7748024" y="1201413"/>
                  <a:pt x="7744560" y="1197949"/>
                  <a:pt x="7744560" y="1193676"/>
                </a:cubicBezTo>
                <a:lnTo>
                  <a:pt x="7744560" y="1100840"/>
                </a:lnTo>
                <a:cubicBezTo>
                  <a:pt x="7744560" y="1096567"/>
                  <a:pt x="7748024" y="1093103"/>
                  <a:pt x="7752297" y="1093103"/>
                </a:cubicBezTo>
                <a:close/>
                <a:moveTo>
                  <a:pt x="7671868" y="1093103"/>
                </a:moveTo>
                <a:cubicBezTo>
                  <a:pt x="7701777" y="1093103"/>
                  <a:pt x="7726023" y="1117349"/>
                  <a:pt x="7726023" y="1147258"/>
                </a:cubicBezTo>
                <a:cubicBezTo>
                  <a:pt x="7726023" y="1177167"/>
                  <a:pt x="7701777" y="1201413"/>
                  <a:pt x="7671868" y="1201413"/>
                </a:cubicBezTo>
                <a:cubicBezTo>
                  <a:pt x="7641959" y="1201413"/>
                  <a:pt x="7617713" y="1177167"/>
                  <a:pt x="7617713" y="1147258"/>
                </a:cubicBezTo>
                <a:cubicBezTo>
                  <a:pt x="7617713" y="1117349"/>
                  <a:pt x="7641959" y="1093103"/>
                  <a:pt x="7671868" y="1093103"/>
                </a:cubicBezTo>
                <a:close/>
                <a:moveTo>
                  <a:pt x="7545022" y="1093103"/>
                </a:moveTo>
                <a:cubicBezTo>
                  <a:pt x="7574931" y="1093103"/>
                  <a:pt x="7599177" y="1117349"/>
                  <a:pt x="7599177" y="1147258"/>
                </a:cubicBezTo>
                <a:cubicBezTo>
                  <a:pt x="7599177" y="1177167"/>
                  <a:pt x="7574931" y="1201413"/>
                  <a:pt x="7545022" y="1201413"/>
                </a:cubicBezTo>
                <a:cubicBezTo>
                  <a:pt x="7515113" y="1201413"/>
                  <a:pt x="7490867" y="1177167"/>
                  <a:pt x="7490867" y="1147258"/>
                </a:cubicBezTo>
                <a:cubicBezTo>
                  <a:pt x="7490867" y="1117349"/>
                  <a:pt x="7515113" y="1093103"/>
                  <a:pt x="7545022" y="1093103"/>
                </a:cubicBezTo>
                <a:close/>
                <a:moveTo>
                  <a:pt x="7464594" y="1093103"/>
                </a:moveTo>
                <a:cubicBezTo>
                  <a:pt x="7468867" y="1093103"/>
                  <a:pt x="7472331" y="1096567"/>
                  <a:pt x="7472331" y="1100840"/>
                </a:cubicBezTo>
                <a:cubicBezTo>
                  <a:pt x="7472331" y="1131787"/>
                  <a:pt x="7472330" y="1162731"/>
                  <a:pt x="7472330" y="1193677"/>
                </a:cubicBezTo>
                <a:lnTo>
                  <a:pt x="7464594" y="1201413"/>
                </a:lnTo>
                <a:cubicBezTo>
                  <a:pt x="7460321" y="1201413"/>
                  <a:pt x="7456857" y="1197949"/>
                  <a:pt x="7456857" y="1193676"/>
                </a:cubicBezTo>
                <a:lnTo>
                  <a:pt x="7456857" y="1100840"/>
                </a:lnTo>
                <a:cubicBezTo>
                  <a:pt x="7456857" y="1096567"/>
                  <a:pt x="7460321" y="1093103"/>
                  <a:pt x="7464594" y="1093103"/>
                </a:cubicBezTo>
                <a:close/>
                <a:moveTo>
                  <a:pt x="7384166" y="1093103"/>
                </a:moveTo>
                <a:cubicBezTo>
                  <a:pt x="7414075" y="1093103"/>
                  <a:pt x="7438321" y="1117349"/>
                  <a:pt x="7438321" y="1147258"/>
                </a:cubicBezTo>
                <a:cubicBezTo>
                  <a:pt x="7438321" y="1177167"/>
                  <a:pt x="7414075" y="1201413"/>
                  <a:pt x="7384166" y="1201413"/>
                </a:cubicBezTo>
                <a:cubicBezTo>
                  <a:pt x="7354257" y="1201413"/>
                  <a:pt x="7330011" y="1177167"/>
                  <a:pt x="7330011" y="1147258"/>
                </a:cubicBezTo>
                <a:cubicBezTo>
                  <a:pt x="7330011" y="1117349"/>
                  <a:pt x="7354257" y="1093103"/>
                  <a:pt x="7384166" y="1093103"/>
                </a:cubicBezTo>
                <a:close/>
                <a:moveTo>
                  <a:pt x="7257319" y="1093103"/>
                </a:moveTo>
                <a:cubicBezTo>
                  <a:pt x="7287228" y="1093103"/>
                  <a:pt x="7311474" y="1117349"/>
                  <a:pt x="7311474" y="1147258"/>
                </a:cubicBezTo>
                <a:cubicBezTo>
                  <a:pt x="7311474" y="1177167"/>
                  <a:pt x="7287228" y="1201413"/>
                  <a:pt x="7257319" y="1201413"/>
                </a:cubicBezTo>
                <a:cubicBezTo>
                  <a:pt x="7227410" y="1201413"/>
                  <a:pt x="7203164" y="1177167"/>
                  <a:pt x="7203164" y="1147258"/>
                </a:cubicBezTo>
                <a:cubicBezTo>
                  <a:pt x="7203164" y="1117349"/>
                  <a:pt x="7227410" y="1093103"/>
                  <a:pt x="7257319" y="1093103"/>
                </a:cubicBezTo>
                <a:close/>
                <a:moveTo>
                  <a:pt x="7129359" y="1093103"/>
                </a:moveTo>
                <a:cubicBezTo>
                  <a:pt x="7159268" y="1093103"/>
                  <a:pt x="7183514" y="1117349"/>
                  <a:pt x="7183514" y="1147258"/>
                </a:cubicBezTo>
                <a:cubicBezTo>
                  <a:pt x="7183514" y="1177167"/>
                  <a:pt x="7159268" y="1201413"/>
                  <a:pt x="7129359" y="1201413"/>
                </a:cubicBezTo>
                <a:cubicBezTo>
                  <a:pt x="7099450" y="1201413"/>
                  <a:pt x="7075204" y="1177167"/>
                  <a:pt x="7075204" y="1147258"/>
                </a:cubicBezTo>
                <a:cubicBezTo>
                  <a:pt x="7075204" y="1117349"/>
                  <a:pt x="7099450" y="1093103"/>
                  <a:pt x="7129359" y="1093103"/>
                </a:cubicBezTo>
                <a:close/>
                <a:moveTo>
                  <a:pt x="7002515" y="1093103"/>
                </a:moveTo>
                <a:cubicBezTo>
                  <a:pt x="7032424" y="1093103"/>
                  <a:pt x="7056670" y="1117349"/>
                  <a:pt x="7056670" y="1147258"/>
                </a:cubicBezTo>
                <a:cubicBezTo>
                  <a:pt x="7056670" y="1177167"/>
                  <a:pt x="7032424" y="1201413"/>
                  <a:pt x="7002515" y="1201413"/>
                </a:cubicBezTo>
                <a:cubicBezTo>
                  <a:pt x="6972606" y="1201413"/>
                  <a:pt x="6948360" y="1177167"/>
                  <a:pt x="6948360" y="1147258"/>
                </a:cubicBezTo>
                <a:cubicBezTo>
                  <a:pt x="6948360" y="1117349"/>
                  <a:pt x="6972606" y="1093103"/>
                  <a:pt x="7002515" y="1093103"/>
                </a:cubicBezTo>
                <a:close/>
                <a:moveTo>
                  <a:pt x="6922087" y="1093103"/>
                </a:moveTo>
                <a:cubicBezTo>
                  <a:pt x="6926360" y="1093103"/>
                  <a:pt x="6929824" y="1096567"/>
                  <a:pt x="6929824" y="1100840"/>
                </a:cubicBezTo>
                <a:lnTo>
                  <a:pt x="6929824" y="1193676"/>
                </a:lnTo>
                <a:lnTo>
                  <a:pt x="6922087" y="1201413"/>
                </a:lnTo>
                <a:cubicBezTo>
                  <a:pt x="6917814" y="1201414"/>
                  <a:pt x="6914351" y="1197950"/>
                  <a:pt x="6914351" y="1193677"/>
                </a:cubicBezTo>
                <a:cubicBezTo>
                  <a:pt x="6914351" y="1162731"/>
                  <a:pt x="6914350" y="1131786"/>
                  <a:pt x="6914350" y="1100840"/>
                </a:cubicBezTo>
                <a:cubicBezTo>
                  <a:pt x="6914350" y="1096567"/>
                  <a:pt x="6917814" y="1093103"/>
                  <a:pt x="6922087" y="1093103"/>
                </a:cubicBezTo>
                <a:close/>
                <a:moveTo>
                  <a:pt x="6841659" y="1093103"/>
                </a:moveTo>
                <a:cubicBezTo>
                  <a:pt x="6871568" y="1093103"/>
                  <a:pt x="6895814" y="1117349"/>
                  <a:pt x="6895814" y="1147258"/>
                </a:cubicBezTo>
                <a:cubicBezTo>
                  <a:pt x="6895814" y="1177167"/>
                  <a:pt x="6871568" y="1201413"/>
                  <a:pt x="6841659" y="1201413"/>
                </a:cubicBezTo>
                <a:cubicBezTo>
                  <a:pt x="6811750" y="1201413"/>
                  <a:pt x="6787504" y="1177167"/>
                  <a:pt x="6787504" y="1147258"/>
                </a:cubicBezTo>
                <a:cubicBezTo>
                  <a:pt x="6787504" y="1117349"/>
                  <a:pt x="6811750" y="1093103"/>
                  <a:pt x="6841659" y="1093103"/>
                </a:cubicBezTo>
                <a:close/>
                <a:moveTo>
                  <a:pt x="6714812" y="1093103"/>
                </a:moveTo>
                <a:cubicBezTo>
                  <a:pt x="6744721" y="1093103"/>
                  <a:pt x="6768967" y="1117349"/>
                  <a:pt x="6768967" y="1147258"/>
                </a:cubicBezTo>
                <a:cubicBezTo>
                  <a:pt x="6768967" y="1177167"/>
                  <a:pt x="6744721" y="1201413"/>
                  <a:pt x="6714812" y="1201413"/>
                </a:cubicBezTo>
                <a:cubicBezTo>
                  <a:pt x="6684903" y="1201413"/>
                  <a:pt x="6660657" y="1177167"/>
                  <a:pt x="6660657" y="1147258"/>
                </a:cubicBezTo>
                <a:cubicBezTo>
                  <a:pt x="6660657" y="1117349"/>
                  <a:pt x="6684903" y="1093103"/>
                  <a:pt x="6714812" y="1093103"/>
                </a:cubicBezTo>
                <a:close/>
                <a:moveTo>
                  <a:pt x="6634384" y="1093103"/>
                </a:moveTo>
                <a:cubicBezTo>
                  <a:pt x="6638657" y="1093103"/>
                  <a:pt x="6642121" y="1096567"/>
                  <a:pt x="6642121" y="1100840"/>
                </a:cubicBezTo>
                <a:lnTo>
                  <a:pt x="6642121" y="1193676"/>
                </a:lnTo>
                <a:lnTo>
                  <a:pt x="6634384" y="1201413"/>
                </a:lnTo>
                <a:cubicBezTo>
                  <a:pt x="6630111" y="1201414"/>
                  <a:pt x="6626648" y="1197950"/>
                  <a:pt x="6626648" y="1193677"/>
                </a:cubicBezTo>
                <a:cubicBezTo>
                  <a:pt x="6626648" y="1162731"/>
                  <a:pt x="6626647" y="1131786"/>
                  <a:pt x="6626647" y="1100840"/>
                </a:cubicBezTo>
                <a:cubicBezTo>
                  <a:pt x="6626647" y="1096567"/>
                  <a:pt x="6630111" y="1093103"/>
                  <a:pt x="6634384" y="1093103"/>
                </a:cubicBezTo>
                <a:close/>
                <a:moveTo>
                  <a:pt x="6600375" y="1093103"/>
                </a:moveTo>
                <a:cubicBezTo>
                  <a:pt x="6604648" y="1093103"/>
                  <a:pt x="6608112" y="1096567"/>
                  <a:pt x="6608112" y="1100840"/>
                </a:cubicBezTo>
                <a:lnTo>
                  <a:pt x="6608112" y="1193676"/>
                </a:lnTo>
                <a:lnTo>
                  <a:pt x="6600375" y="1201413"/>
                </a:lnTo>
                <a:cubicBezTo>
                  <a:pt x="6596102" y="1201414"/>
                  <a:pt x="6592639" y="1197950"/>
                  <a:pt x="6592639" y="1193677"/>
                </a:cubicBezTo>
                <a:cubicBezTo>
                  <a:pt x="6592639" y="1162731"/>
                  <a:pt x="6592638" y="1131786"/>
                  <a:pt x="6592638" y="1100840"/>
                </a:cubicBezTo>
                <a:cubicBezTo>
                  <a:pt x="6592638" y="1096567"/>
                  <a:pt x="6596102" y="1093103"/>
                  <a:pt x="6600375" y="1093103"/>
                </a:cubicBezTo>
                <a:close/>
                <a:moveTo>
                  <a:pt x="6519947" y="1093103"/>
                </a:moveTo>
                <a:cubicBezTo>
                  <a:pt x="6549856" y="1093103"/>
                  <a:pt x="6574102" y="1117349"/>
                  <a:pt x="6574102" y="1147258"/>
                </a:cubicBezTo>
                <a:cubicBezTo>
                  <a:pt x="6574102" y="1177167"/>
                  <a:pt x="6549856" y="1201413"/>
                  <a:pt x="6519947" y="1201413"/>
                </a:cubicBezTo>
                <a:cubicBezTo>
                  <a:pt x="6490038" y="1201413"/>
                  <a:pt x="6465792" y="1177167"/>
                  <a:pt x="6465792" y="1147258"/>
                </a:cubicBezTo>
                <a:cubicBezTo>
                  <a:pt x="6465792" y="1117349"/>
                  <a:pt x="6490038" y="1093103"/>
                  <a:pt x="6519947" y="1093103"/>
                </a:cubicBezTo>
                <a:close/>
                <a:moveTo>
                  <a:pt x="6359091" y="1093103"/>
                </a:moveTo>
                <a:cubicBezTo>
                  <a:pt x="6389000" y="1093103"/>
                  <a:pt x="6413246" y="1117349"/>
                  <a:pt x="6413246" y="1147258"/>
                </a:cubicBezTo>
                <a:cubicBezTo>
                  <a:pt x="6413246" y="1177167"/>
                  <a:pt x="6389000" y="1201413"/>
                  <a:pt x="6359091" y="1201413"/>
                </a:cubicBezTo>
                <a:cubicBezTo>
                  <a:pt x="6329182" y="1201413"/>
                  <a:pt x="6304936" y="1177167"/>
                  <a:pt x="6304936" y="1147258"/>
                </a:cubicBezTo>
                <a:cubicBezTo>
                  <a:pt x="6304936" y="1117349"/>
                  <a:pt x="6329182" y="1093103"/>
                  <a:pt x="6359091" y="1093103"/>
                </a:cubicBezTo>
                <a:close/>
                <a:moveTo>
                  <a:pt x="6232244" y="1093103"/>
                </a:moveTo>
                <a:cubicBezTo>
                  <a:pt x="6262153" y="1093103"/>
                  <a:pt x="6286399" y="1117349"/>
                  <a:pt x="6286399" y="1147258"/>
                </a:cubicBezTo>
                <a:cubicBezTo>
                  <a:pt x="6286399" y="1177167"/>
                  <a:pt x="6262153" y="1201413"/>
                  <a:pt x="6232244" y="1201413"/>
                </a:cubicBezTo>
                <a:cubicBezTo>
                  <a:pt x="6202335" y="1201413"/>
                  <a:pt x="6178089" y="1177167"/>
                  <a:pt x="6178089" y="1147258"/>
                </a:cubicBezTo>
                <a:cubicBezTo>
                  <a:pt x="6178089" y="1117349"/>
                  <a:pt x="6202335" y="1093103"/>
                  <a:pt x="6232244" y="1093103"/>
                </a:cubicBezTo>
                <a:close/>
                <a:moveTo>
                  <a:pt x="6151816" y="1093103"/>
                </a:moveTo>
                <a:cubicBezTo>
                  <a:pt x="6156089" y="1093103"/>
                  <a:pt x="6159553" y="1096567"/>
                  <a:pt x="6159553" y="1100840"/>
                </a:cubicBezTo>
                <a:lnTo>
                  <a:pt x="6159553" y="1193676"/>
                </a:lnTo>
                <a:cubicBezTo>
                  <a:pt x="6159553" y="1197949"/>
                  <a:pt x="6156089" y="1201413"/>
                  <a:pt x="6151816" y="1201413"/>
                </a:cubicBezTo>
                <a:lnTo>
                  <a:pt x="6144080" y="1193677"/>
                </a:lnTo>
                <a:cubicBezTo>
                  <a:pt x="6144080" y="1162731"/>
                  <a:pt x="6144079" y="1131786"/>
                  <a:pt x="6144079" y="1100840"/>
                </a:cubicBezTo>
                <a:cubicBezTo>
                  <a:pt x="6144079" y="1096567"/>
                  <a:pt x="6147543" y="1093103"/>
                  <a:pt x="6151816" y="1093103"/>
                </a:cubicBezTo>
                <a:close/>
                <a:moveTo>
                  <a:pt x="6071388" y="1093103"/>
                </a:moveTo>
                <a:cubicBezTo>
                  <a:pt x="6101297" y="1093103"/>
                  <a:pt x="6125543" y="1117349"/>
                  <a:pt x="6125543" y="1147258"/>
                </a:cubicBezTo>
                <a:cubicBezTo>
                  <a:pt x="6125543" y="1177167"/>
                  <a:pt x="6101297" y="1201413"/>
                  <a:pt x="6071388" y="1201413"/>
                </a:cubicBezTo>
                <a:cubicBezTo>
                  <a:pt x="6041479" y="1201413"/>
                  <a:pt x="6017233" y="1177167"/>
                  <a:pt x="6017233" y="1147258"/>
                </a:cubicBezTo>
                <a:cubicBezTo>
                  <a:pt x="6017233" y="1117349"/>
                  <a:pt x="6041479" y="1093103"/>
                  <a:pt x="6071388" y="1093103"/>
                </a:cubicBezTo>
                <a:close/>
                <a:moveTo>
                  <a:pt x="5990960" y="1093103"/>
                </a:moveTo>
                <a:cubicBezTo>
                  <a:pt x="5995233" y="1093103"/>
                  <a:pt x="5998697" y="1096567"/>
                  <a:pt x="5998697" y="1100840"/>
                </a:cubicBezTo>
                <a:lnTo>
                  <a:pt x="5998697" y="1193676"/>
                </a:lnTo>
                <a:lnTo>
                  <a:pt x="5990960" y="1201413"/>
                </a:lnTo>
                <a:cubicBezTo>
                  <a:pt x="5986687" y="1201414"/>
                  <a:pt x="5983224" y="1197950"/>
                  <a:pt x="5983224" y="1193677"/>
                </a:cubicBezTo>
                <a:cubicBezTo>
                  <a:pt x="5983224" y="1162731"/>
                  <a:pt x="5983223" y="1131786"/>
                  <a:pt x="5983223" y="1100840"/>
                </a:cubicBezTo>
                <a:cubicBezTo>
                  <a:pt x="5983223" y="1096567"/>
                  <a:pt x="5986687" y="1093103"/>
                  <a:pt x="5990960" y="1093103"/>
                </a:cubicBezTo>
                <a:close/>
                <a:moveTo>
                  <a:pt x="5910532" y="1093103"/>
                </a:moveTo>
                <a:cubicBezTo>
                  <a:pt x="5940441" y="1093103"/>
                  <a:pt x="5964687" y="1117349"/>
                  <a:pt x="5964687" y="1147258"/>
                </a:cubicBezTo>
                <a:cubicBezTo>
                  <a:pt x="5964687" y="1177167"/>
                  <a:pt x="5940441" y="1201413"/>
                  <a:pt x="5910532" y="1201413"/>
                </a:cubicBezTo>
                <a:cubicBezTo>
                  <a:pt x="5880623" y="1201413"/>
                  <a:pt x="5856377" y="1177167"/>
                  <a:pt x="5856377" y="1147258"/>
                </a:cubicBezTo>
                <a:cubicBezTo>
                  <a:pt x="5856377" y="1117349"/>
                  <a:pt x="5880623" y="1093103"/>
                  <a:pt x="5910532" y="1093103"/>
                </a:cubicBezTo>
                <a:close/>
                <a:moveTo>
                  <a:pt x="5783685" y="1093103"/>
                </a:moveTo>
                <a:cubicBezTo>
                  <a:pt x="5813594" y="1093103"/>
                  <a:pt x="5837840" y="1117349"/>
                  <a:pt x="5837840" y="1147258"/>
                </a:cubicBezTo>
                <a:cubicBezTo>
                  <a:pt x="5837840" y="1177167"/>
                  <a:pt x="5813594" y="1201413"/>
                  <a:pt x="5783685" y="1201413"/>
                </a:cubicBezTo>
                <a:cubicBezTo>
                  <a:pt x="5753776" y="1201413"/>
                  <a:pt x="5729530" y="1177167"/>
                  <a:pt x="5729530" y="1147258"/>
                </a:cubicBezTo>
                <a:cubicBezTo>
                  <a:pt x="5729530" y="1117349"/>
                  <a:pt x="5753776" y="1093103"/>
                  <a:pt x="5783685" y="1093103"/>
                </a:cubicBezTo>
                <a:close/>
                <a:moveTo>
                  <a:pt x="5703257" y="1093103"/>
                </a:moveTo>
                <a:cubicBezTo>
                  <a:pt x="5707530" y="1093103"/>
                  <a:pt x="5710994" y="1096567"/>
                  <a:pt x="5710994" y="1100840"/>
                </a:cubicBezTo>
                <a:lnTo>
                  <a:pt x="5710994" y="1193676"/>
                </a:lnTo>
                <a:lnTo>
                  <a:pt x="5703257" y="1201413"/>
                </a:lnTo>
                <a:cubicBezTo>
                  <a:pt x="5698984" y="1201414"/>
                  <a:pt x="5695521" y="1197950"/>
                  <a:pt x="5695521" y="1193677"/>
                </a:cubicBezTo>
                <a:cubicBezTo>
                  <a:pt x="5695521" y="1162731"/>
                  <a:pt x="5695520" y="1131786"/>
                  <a:pt x="5695520" y="1100840"/>
                </a:cubicBezTo>
                <a:cubicBezTo>
                  <a:pt x="5695520" y="1096567"/>
                  <a:pt x="5698984" y="1093103"/>
                  <a:pt x="5703257" y="1093103"/>
                </a:cubicBezTo>
                <a:close/>
                <a:moveTo>
                  <a:pt x="5622829" y="1093103"/>
                </a:moveTo>
                <a:cubicBezTo>
                  <a:pt x="5652738" y="1093103"/>
                  <a:pt x="5676984" y="1117349"/>
                  <a:pt x="5676984" y="1147258"/>
                </a:cubicBezTo>
                <a:cubicBezTo>
                  <a:pt x="5676984" y="1177167"/>
                  <a:pt x="5652738" y="1201413"/>
                  <a:pt x="5622829" y="1201413"/>
                </a:cubicBezTo>
                <a:cubicBezTo>
                  <a:pt x="5592920" y="1201413"/>
                  <a:pt x="5568674" y="1177167"/>
                  <a:pt x="5568674" y="1147258"/>
                </a:cubicBezTo>
                <a:cubicBezTo>
                  <a:pt x="5568674" y="1117349"/>
                  <a:pt x="5592920" y="1093103"/>
                  <a:pt x="5622829" y="1093103"/>
                </a:cubicBezTo>
                <a:close/>
                <a:moveTo>
                  <a:pt x="5495983" y="1093103"/>
                </a:moveTo>
                <a:cubicBezTo>
                  <a:pt x="5525892" y="1093103"/>
                  <a:pt x="5550138" y="1117349"/>
                  <a:pt x="5550138" y="1147258"/>
                </a:cubicBezTo>
                <a:cubicBezTo>
                  <a:pt x="5550138" y="1177167"/>
                  <a:pt x="5525892" y="1201413"/>
                  <a:pt x="5495983" y="1201413"/>
                </a:cubicBezTo>
                <a:cubicBezTo>
                  <a:pt x="5466074" y="1201413"/>
                  <a:pt x="5441828" y="1177167"/>
                  <a:pt x="5441828" y="1147258"/>
                </a:cubicBezTo>
                <a:cubicBezTo>
                  <a:pt x="5441828" y="1117349"/>
                  <a:pt x="5466074" y="1093103"/>
                  <a:pt x="5495983" y="1093103"/>
                </a:cubicBezTo>
                <a:close/>
                <a:moveTo>
                  <a:pt x="5415554" y="1093103"/>
                </a:moveTo>
                <a:cubicBezTo>
                  <a:pt x="5419827" y="1093103"/>
                  <a:pt x="5423291" y="1096567"/>
                  <a:pt x="5423291" y="1100840"/>
                </a:cubicBezTo>
                <a:lnTo>
                  <a:pt x="5423291" y="1193676"/>
                </a:lnTo>
                <a:lnTo>
                  <a:pt x="5415554" y="1201413"/>
                </a:lnTo>
                <a:cubicBezTo>
                  <a:pt x="5411281" y="1201414"/>
                  <a:pt x="5407818" y="1197950"/>
                  <a:pt x="5407818" y="1193677"/>
                </a:cubicBezTo>
                <a:cubicBezTo>
                  <a:pt x="5407818" y="1162731"/>
                  <a:pt x="5407817" y="1131786"/>
                  <a:pt x="5407817" y="1100840"/>
                </a:cubicBezTo>
                <a:cubicBezTo>
                  <a:pt x="5407817" y="1096567"/>
                  <a:pt x="5411281" y="1093103"/>
                  <a:pt x="5415554" y="1093103"/>
                </a:cubicBezTo>
                <a:close/>
                <a:moveTo>
                  <a:pt x="5381545" y="1093103"/>
                </a:moveTo>
                <a:cubicBezTo>
                  <a:pt x="5385818" y="1093103"/>
                  <a:pt x="5389282" y="1096567"/>
                  <a:pt x="5389282" y="1100840"/>
                </a:cubicBezTo>
                <a:lnTo>
                  <a:pt x="5389282" y="1193676"/>
                </a:lnTo>
                <a:lnTo>
                  <a:pt x="5381545" y="1201413"/>
                </a:lnTo>
                <a:cubicBezTo>
                  <a:pt x="5377272" y="1201414"/>
                  <a:pt x="5373809" y="1197950"/>
                  <a:pt x="5373809" y="1193677"/>
                </a:cubicBezTo>
                <a:cubicBezTo>
                  <a:pt x="5373809" y="1162731"/>
                  <a:pt x="5373808" y="1131786"/>
                  <a:pt x="5373808" y="1100840"/>
                </a:cubicBezTo>
                <a:cubicBezTo>
                  <a:pt x="5373808" y="1096567"/>
                  <a:pt x="5377272" y="1093103"/>
                  <a:pt x="5381545" y="1093103"/>
                </a:cubicBezTo>
                <a:close/>
                <a:moveTo>
                  <a:pt x="5301117" y="1093103"/>
                </a:moveTo>
                <a:cubicBezTo>
                  <a:pt x="5331026" y="1093103"/>
                  <a:pt x="5355272" y="1117349"/>
                  <a:pt x="5355272" y="1147258"/>
                </a:cubicBezTo>
                <a:cubicBezTo>
                  <a:pt x="5355272" y="1177167"/>
                  <a:pt x="5331026" y="1201413"/>
                  <a:pt x="5301117" y="1201413"/>
                </a:cubicBezTo>
                <a:cubicBezTo>
                  <a:pt x="5271208" y="1201413"/>
                  <a:pt x="5246962" y="1177167"/>
                  <a:pt x="5246962" y="1147258"/>
                </a:cubicBezTo>
                <a:cubicBezTo>
                  <a:pt x="5246962" y="1117349"/>
                  <a:pt x="5271208" y="1093103"/>
                  <a:pt x="5301117" y="1093103"/>
                </a:cubicBezTo>
                <a:close/>
                <a:moveTo>
                  <a:pt x="5140261" y="1093103"/>
                </a:moveTo>
                <a:cubicBezTo>
                  <a:pt x="5170170" y="1093103"/>
                  <a:pt x="5194416" y="1117349"/>
                  <a:pt x="5194416" y="1147258"/>
                </a:cubicBezTo>
                <a:cubicBezTo>
                  <a:pt x="5194416" y="1177167"/>
                  <a:pt x="5170170" y="1201413"/>
                  <a:pt x="5140261" y="1201413"/>
                </a:cubicBezTo>
                <a:cubicBezTo>
                  <a:pt x="5110352" y="1201413"/>
                  <a:pt x="5086106" y="1177167"/>
                  <a:pt x="5086106" y="1147258"/>
                </a:cubicBezTo>
                <a:cubicBezTo>
                  <a:pt x="5086106" y="1117349"/>
                  <a:pt x="5110352" y="1093103"/>
                  <a:pt x="5140261" y="1093103"/>
                </a:cubicBezTo>
                <a:close/>
                <a:moveTo>
                  <a:pt x="5013414" y="1093103"/>
                </a:moveTo>
                <a:cubicBezTo>
                  <a:pt x="5043323" y="1093103"/>
                  <a:pt x="5067569" y="1117349"/>
                  <a:pt x="5067569" y="1147258"/>
                </a:cubicBezTo>
                <a:cubicBezTo>
                  <a:pt x="5067569" y="1177167"/>
                  <a:pt x="5043323" y="1201413"/>
                  <a:pt x="5013414" y="1201413"/>
                </a:cubicBezTo>
                <a:cubicBezTo>
                  <a:pt x="4983505" y="1201413"/>
                  <a:pt x="4959259" y="1177167"/>
                  <a:pt x="4959259" y="1147258"/>
                </a:cubicBezTo>
                <a:cubicBezTo>
                  <a:pt x="4959259" y="1117349"/>
                  <a:pt x="4983505" y="1093103"/>
                  <a:pt x="5013414" y="1093103"/>
                </a:cubicBezTo>
                <a:close/>
                <a:moveTo>
                  <a:pt x="4932986" y="1093103"/>
                </a:moveTo>
                <a:cubicBezTo>
                  <a:pt x="4937259" y="1093103"/>
                  <a:pt x="4940723" y="1096567"/>
                  <a:pt x="4940723" y="1100840"/>
                </a:cubicBezTo>
                <a:lnTo>
                  <a:pt x="4940723" y="1193676"/>
                </a:lnTo>
                <a:lnTo>
                  <a:pt x="4932986" y="1201413"/>
                </a:lnTo>
                <a:cubicBezTo>
                  <a:pt x="4928713" y="1201414"/>
                  <a:pt x="4925250" y="1197950"/>
                  <a:pt x="4925250" y="1193677"/>
                </a:cubicBezTo>
                <a:cubicBezTo>
                  <a:pt x="4925250" y="1162731"/>
                  <a:pt x="4925249" y="1131786"/>
                  <a:pt x="4925249" y="1100840"/>
                </a:cubicBezTo>
                <a:cubicBezTo>
                  <a:pt x="4925249" y="1096567"/>
                  <a:pt x="4928713" y="1093103"/>
                  <a:pt x="4932986" y="1093103"/>
                </a:cubicBezTo>
                <a:close/>
                <a:moveTo>
                  <a:pt x="4852558" y="1093103"/>
                </a:moveTo>
                <a:cubicBezTo>
                  <a:pt x="4882467" y="1093103"/>
                  <a:pt x="4906713" y="1117349"/>
                  <a:pt x="4906713" y="1147258"/>
                </a:cubicBezTo>
                <a:cubicBezTo>
                  <a:pt x="4906713" y="1177167"/>
                  <a:pt x="4882467" y="1201413"/>
                  <a:pt x="4852558" y="1201413"/>
                </a:cubicBezTo>
                <a:cubicBezTo>
                  <a:pt x="4822649" y="1201413"/>
                  <a:pt x="4798403" y="1177167"/>
                  <a:pt x="4798403" y="1147258"/>
                </a:cubicBezTo>
                <a:cubicBezTo>
                  <a:pt x="4798403" y="1117349"/>
                  <a:pt x="4822649" y="1093103"/>
                  <a:pt x="4852558" y="1093103"/>
                </a:cubicBezTo>
                <a:close/>
                <a:moveTo>
                  <a:pt x="4772130" y="1093103"/>
                </a:moveTo>
                <a:cubicBezTo>
                  <a:pt x="4776403" y="1093103"/>
                  <a:pt x="4779867" y="1096567"/>
                  <a:pt x="4779867" y="1100840"/>
                </a:cubicBezTo>
                <a:lnTo>
                  <a:pt x="4779867" y="1193676"/>
                </a:lnTo>
                <a:lnTo>
                  <a:pt x="4772130" y="1201413"/>
                </a:lnTo>
                <a:cubicBezTo>
                  <a:pt x="4767857" y="1201414"/>
                  <a:pt x="4764394" y="1197950"/>
                  <a:pt x="4764394" y="1193677"/>
                </a:cubicBezTo>
                <a:cubicBezTo>
                  <a:pt x="4764394" y="1162731"/>
                  <a:pt x="4764393" y="1131786"/>
                  <a:pt x="4764393" y="1100840"/>
                </a:cubicBezTo>
                <a:cubicBezTo>
                  <a:pt x="4764393" y="1096567"/>
                  <a:pt x="4767857" y="1093103"/>
                  <a:pt x="4772130" y="1093103"/>
                </a:cubicBezTo>
                <a:close/>
                <a:moveTo>
                  <a:pt x="4738121" y="1093103"/>
                </a:moveTo>
                <a:cubicBezTo>
                  <a:pt x="4742394" y="1093103"/>
                  <a:pt x="4745858" y="1096567"/>
                  <a:pt x="4745858" y="1100840"/>
                </a:cubicBezTo>
                <a:cubicBezTo>
                  <a:pt x="4745858" y="1131786"/>
                  <a:pt x="4745857" y="1162731"/>
                  <a:pt x="4745857" y="1193677"/>
                </a:cubicBezTo>
                <a:lnTo>
                  <a:pt x="4738121" y="1201413"/>
                </a:lnTo>
                <a:cubicBezTo>
                  <a:pt x="4733848" y="1201413"/>
                  <a:pt x="4730384" y="1197949"/>
                  <a:pt x="4730384" y="1193676"/>
                </a:cubicBezTo>
                <a:lnTo>
                  <a:pt x="4730384" y="1100840"/>
                </a:lnTo>
                <a:cubicBezTo>
                  <a:pt x="4730384" y="1096567"/>
                  <a:pt x="4733848" y="1093103"/>
                  <a:pt x="4738121" y="1093103"/>
                </a:cubicBezTo>
                <a:close/>
                <a:moveTo>
                  <a:pt x="4657693" y="1093103"/>
                </a:moveTo>
                <a:cubicBezTo>
                  <a:pt x="4687602" y="1093103"/>
                  <a:pt x="4711848" y="1117349"/>
                  <a:pt x="4711848" y="1147258"/>
                </a:cubicBezTo>
                <a:cubicBezTo>
                  <a:pt x="4711848" y="1177167"/>
                  <a:pt x="4687602" y="1201413"/>
                  <a:pt x="4657693" y="1201413"/>
                </a:cubicBezTo>
                <a:cubicBezTo>
                  <a:pt x="4627784" y="1201413"/>
                  <a:pt x="4603538" y="1177167"/>
                  <a:pt x="4603538" y="1147258"/>
                </a:cubicBezTo>
                <a:cubicBezTo>
                  <a:pt x="4603538" y="1117349"/>
                  <a:pt x="4627784" y="1093103"/>
                  <a:pt x="4657693" y="1093103"/>
                </a:cubicBezTo>
                <a:close/>
                <a:moveTo>
                  <a:pt x="4577265" y="1093103"/>
                </a:moveTo>
                <a:cubicBezTo>
                  <a:pt x="4581538" y="1093103"/>
                  <a:pt x="4585002" y="1096567"/>
                  <a:pt x="4585002" y="1100840"/>
                </a:cubicBezTo>
                <a:cubicBezTo>
                  <a:pt x="4585002" y="1131786"/>
                  <a:pt x="4585001" y="1162731"/>
                  <a:pt x="4585001" y="1193677"/>
                </a:cubicBezTo>
                <a:lnTo>
                  <a:pt x="4577265" y="1201413"/>
                </a:lnTo>
                <a:cubicBezTo>
                  <a:pt x="4572992" y="1201413"/>
                  <a:pt x="4569528" y="1197949"/>
                  <a:pt x="4569528" y="1193676"/>
                </a:cubicBezTo>
                <a:lnTo>
                  <a:pt x="4569528" y="1100840"/>
                </a:lnTo>
                <a:cubicBezTo>
                  <a:pt x="4569528" y="1096567"/>
                  <a:pt x="4572992" y="1093103"/>
                  <a:pt x="4577265" y="1093103"/>
                </a:cubicBezTo>
                <a:close/>
                <a:moveTo>
                  <a:pt x="4496837" y="1093103"/>
                </a:moveTo>
                <a:cubicBezTo>
                  <a:pt x="4526746" y="1093103"/>
                  <a:pt x="4550992" y="1117349"/>
                  <a:pt x="4550992" y="1147258"/>
                </a:cubicBezTo>
                <a:cubicBezTo>
                  <a:pt x="4550992" y="1177167"/>
                  <a:pt x="4526746" y="1201413"/>
                  <a:pt x="4496837" y="1201413"/>
                </a:cubicBezTo>
                <a:cubicBezTo>
                  <a:pt x="4466928" y="1201413"/>
                  <a:pt x="4442682" y="1177167"/>
                  <a:pt x="4442682" y="1147258"/>
                </a:cubicBezTo>
                <a:cubicBezTo>
                  <a:pt x="4442682" y="1117349"/>
                  <a:pt x="4466928" y="1093103"/>
                  <a:pt x="4496837" y="1093103"/>
                </a:cubicBezTo>
                <a:close/>
                <a:moveTo>
                  <a:pt x="4369990" y="1093103"/>
                </a:moveTo>
                <a:cubicBezTo>
                  <a:pt x="4399899" y="1093103"/>
                  <a:pt x="4424145" y="1117349"/>
                  <a:pt x="4424145" y="1147258"/>
                </a:cubicBezTo>
                <a:cubicBezTo>
                  <a:pt x="4424145" y="1177167"/>
                  <a:pt x="4399899" y="1201413"/>
                  <a:pt x="4369990" y="1201413"/>
                </a:cubicBezTo>
                <a:cubicBezTo>
                  <a:pt x="4340081" y="1201413"/>
                  <a:pt x="4315835" y="1177167"/>
                  <a:pt x="4315835" y="1147258"/>
                </a:cubicBezTo>
                <a:cubicBezTo>
                  <a:pt x="4315835" y="1117349"/>
                  <a:pt x="4340081" y="1093103"/>
                  <a:pt x="4369990" y="1093103"/>
                </a:cubicBezTo>
                <a:close/>
                <a:moveTo>
                  <a:pt x="4209134" y="1093103"/>
                </a:moveTo>
                <a:cubicBezTo>
                  <a:pt x="4239043" y="1093103"/>
                  <a:pt x="4263289" y="1117349"/>
                  <a:pt x="4263289" y="1147258"/>
                </a:cubicBezTo>
                <a:cubicBezTo>
                  <a:pt x="4263289" y="1177167"/>
                  <a:pt x="4239043" y="1201413"/>
                  <a:pt x="4209134" y="1201413"/>
                </a:cubicBezTo>
                <a:cubicBezTo>
                  <a:pt x="4179225" y="1201413"/>
                  <a:pt x="4154979" y="1177167"/>
                  <a:pt x="4154979" y="1147258"/>
                </a:cubicBezTo>
                <a:cubicBezTo>
                  <a:pt x="4154979" y="1117349"/>
                  <a:pt x="4179225" y="1093103"/>
                  <a:pt x="4209134" y="1093103"/>
                </a:cubicBezTo>
                <a:close/>
                <a:moveTo>
                  <a:pt x="4128706" y="1093103"/>
                </a:moveTo>
                <a:cubicBezTo>
                  <a:pt x="4132979" y="1093103"/>
                  <a:pt x="4136443" y="1096567"/>
                  <a:pt x="4136443" y="1100840"/>
                </a:cubicBezTo>
                <a:cubicBezTo>
                  <a:pt x="4136443" y="1131786"/>
                  <a:pt x="4136442" y="1162731"/>
                  <a:pt x="4136442" y="1193677"/>
                </a:cubicBezTo>
                <a:lnTo>
                  <a:pt x="4128706" y="1201413"/>
                </a:lnTo>
                <a:cubicBezTo>
                  <a:pt x="4124433" y="1201413"/>
                  <a:pt x="4120969" y="1197949"/>
                  <a:pt x="4120969" y="1193676"/>
                </a:cubicBezTo>
                <a:lnTo>
                  <a:pt x="4120969" y="1100840"/>
                </a:lnTo>
                <a:cubicBezTo>
                  <a:pt x="4120969" y="1096567"/>
                  <a:pt x="4124433" y="1093103"/>
                  <a:pt x="4128706" y="1093103"/>
                </a:cubicBezTo>
                <a:close/>
                <a:moveTo>
                  <a:pt x="4094697" y="1093103"/>
                </a:moveTo>
                <a:cubicBezTo>
                  <a:pt x="4098970" y="1093103"/>
                  <a:pt x="4102434" y="1096567"/>
                  <a:pt x="4102434" y="1100840"/>
                </a:cubicBezTo>
                <a:cubicBezTo>
                  <a:pt x="4102434" y="1131786"/>
                  <a:pt x="4102433" y="1162731"/>
                  <a:pt x="4102433" y="1193677"/>
                </a:cubicBezTo>
                <a:lnTo>
                  <a:pt x="4094697" y="1201413"/>
                </a:lnTo>
                <a:cubicBezTo>
                  <a:pt x="4090424" y="1201413"/>
                  <a:pt x="4086960" y="1197949"/>
                  <a:pt x="4086960" y="1193676"/>
                </a:cubicBezTo>
                <a:lnTo>
                  <a:pt x="4086960" y="1100840"/>
                </a:lnTo>
                <a:cubicBezTo>
                  <a:pt x="4086960" y="1096567"/>
                  <a:pt x="4090424" y="1093103"/>
                  <a:pt x="4094697" y="1093103"/>
                </a:cubicBezTo>
                <a:close/>
                <a:moveTo>
                  <a:pt x="4014268" y="1093103"/>
                </a:moveTo>
                <a:cubicBezTo>
                  <a:pt x="4044177" y="1093103"/>
                  <a:pt x="4068423" y="1117349"/>
                  <a:pt x="4068423" y="1147258"/>
                </a:cubicBezTo>
                <a:cubicBezTo>
                  <a:pt x="4068423" y="1177167"/>
                  <a:pt x="4044177" y="1201413"/>
                  <a:pt x="4014268" y="1201413"/>
                </a:cubicBezTo>
                <a:cubicBezTo>
                  <a:pt x="3984359" y="1201413"/>
                  <a:pt x="3960113" y="1177167"/>
                  <a:pt x="3960113" y="1147258"/>
                </a:cubicBezTo>
                <a:cubicBezTo>
                  <a:pt x="3960113" y="1117349"/>
                  <a:pt x="3984359" y="1093103"/>
                  <a:pt x="4014268" y="1093103"/>
                </a:cubicBezTo>
                <a:close/>
                <a:moveTo>
                  <a:pt x="3887422" y="1093103"/>
                </a:moveTo>
                <a:cubicBezTo>
                  <a:pt x="3917331" y="1093103"/>
                  <a:pt x="3941577" y="1117349"/>
                  <a:pt x="3941577" y="1147258"/>
                </a:cubicBezTo>
                <a:cubicBezTo>
                  <a:pt x="3941577" y="1177167"/>
                  <a:pt x="3917331" y="1201413"/>
                  <a:pt x="3887422" y="1201413"/>
                </a:cubicBezTo>
                <a:cubicBezTo>
                  <a:pt x="3857513" y="1201413"/>
                  <a:pt x="3833267" y="1177167"/>
                  <a:pt x="3833267" y="1147258"/>
                </a:cubicBezTo>
                <a:cubicBezTo>
                  <a:pt x="3833267" y="1117349"/>
                  <a:pt x="3857513" y="1093103"/>
                  <a:pt x="3887422" y="1093103"/>
                </a:cubicBezTo>
                <a:close/>
                <a:moveTo>
                  <a:pt x="3806994" y="1093103"/>
                </a:moveTo>
                <a:cubicBezTo>
                  <a:pt x="3811267" y="1093103"/>
                  <a:pt x="3814731" y="1096567"/>
                  <a:pt x="3814731" y="1100840"/>
                </a:cubicBezTo>
                <a:cubicBezTo>
                  <a:pt x="3814731" y="1131786"/>
                  <a:pt x="3814730" y="1162731"/>
                  <a:pt x="3814730" y="1193677"/>
                </a:cubicBezTo>
                <a:lnTo>
                  <a:pt x="3806994" y="1201413"/>
                </a:lnTo>
                <a:cubicBezTo>
                  <a:pt x="3802721" y="1201413"/>
                  <a:pt x="3799257" y="1197949"/>
                  <a:pt x="3799257" y="1193676"/>
                </a:cubicBezTo>
                <a:lnTo>
                  <a:pt x="3799257" y="1100840"/>
                </a:lnTo>
                <a:cubicBezTo>
                  <a:pt x="3799257" y="1096567"/>
                  <a:pt x="3802721" y="1093103"/>
                  <a:pt x="3806994" y="1093103"/>
                </a:cubicBezTo>
                <a:close/>
                <a:moveTo>
                  <a:pt x="3726566" y="1093103"/>
                </a:moveTo>
                <a:cubicBezTo>
                  <a:pt x="3756475" y="1093103"/>
                  <a:pt x="3780721" y="1117349"/>
                  <a:pt x="3780721" y="1147258"/>
                </a:cubicBezTo>
                <a:cubicBezTo>
                  <a:pt x="3780721" y="1177167"/>
                  <a:pt x="3756475" y="1201413"/>
                  <a:pt x="3726566" y="1201413"/>
                </a:cubicBezTo>
                <a:cubicBezTo>
                  <a:pt x="3696657" y="1201413"/>
                  <a:pt x="3672411" y="1177167"/>
                  <a:pt x="3672411" y="1147258"/>
                </a:cubicBezTo>
                <a:cubicBezTo>
                  <a:pt x="3672411" y="1117349"/>
                  <a:pt x="3696657" y="1093103"/>
                  <a:pt x="3726566" y="1093103"/>
                </a:cubicBezTo>
                <a:close/>
                <a:moveTo>
                  <a:pt x="3599719" y="1093103"/>
                </a:moveTo>
                <a:cubicBezTo>
                  <a:pt x="3629628" y="1093103"/>
                  <a:pt x="3653874" y="1117349"/>
                  <a:pt x="3653874" y="1147258"/>
                </a:cubicBezTo>
                <a:cubicBezTo>
                  <a:pt x="3653874" y="1177167"/>
                  <a:pt x="3629628" y="1201413"/>
                  <a:pt x="3599719" y="1201413"/>
                </a:cubicBezTo>
                <a:cubicBezTo>
                  <a:pt x="3569810" y="1201413"/>
                  <a:pt x="3545564" y="1177167"/>
                  <a:pt x="3545564" y="1147258"/>
                </a:cubicBezTo>
                <a:cubicBezTo>
                  <a:pt x="3545564" y="1117349"/>
                  <a:pt x="3569810" y="1093103"/>
                  <a:pt x="3599719" y="1093103"/>
                </a:cubicBezTo>
                <a:close/>
                <a:moveTo>
                  <a:pt x="3472872" y="1093103"/>
                </a:moveTo>
                <a:cubicBezTo>
                  <a:pt x="3502781" y="1093103"/>
                  <a:pt x="3527027" y="1117349"/>
                  <a:pt x="3527027" y="1147258"/>
                </a:cubicBezTo>
                <a:cubicBezTo>
                  <a:pt x="3527027" y="1177167"/>
                  <a:pt x="3502781" y="1201413"/>
                  <a:pt x="3472872" y="1201413"/>
                </a:cubicBezTo>
                <a:cubicBezTo>
                  <a:pt x="3442963" y="1201413"/>
                  <a:pt x="3418717" y="1177167"/>
                  <a:pt x="3418717" y="1147258"/>
                </a:cubicBezTo>
                <a:cubicBezTo>
                  <a:pt x="3418717" y="1117349"/>
                  <a:pt x="3442963" y="1093103"/>
                  <a:pt x="3472872" y="1093103"/>
                </a:cubicBezTo>
                <a:close/>
                <a:moveTo>
                  <a:pt x="3346025" y="1093103"/>
                </a:moveTo>
                <a:cubicBezTo>
                  <a:pt x="3375934" y="1093103"/>
                  <a:pt x="3400180" y="1117349"/>
                  <a:pt x="3400180" y="1147258"/>
                </a:cubicBezTo>
                <a:cubicBezTo>
                  <a:pt x="3400180" y="1177167"/>
                  <a:pt x="3375934" y="1201413"/>
                  <a:pt x="3346025" y="1201413"/>
                </a:cubicBezTo>
                <a:cubicBezTo>
                  <a:pt x="3316116" y="1201413"/>
                  <a:pt x="3291870" y="1177167"/>
                  <a:pt x="3291870" y="1147258"/>
                </a:cubicBezTo>
                <a:cubicBezTo>
                  <a:pt x="3291870" y="1117349"/>
                  <a:pt x="3316116" y="1093103"/>
                  <a:pt x="3346025" y="1093103"/>
                </a:cubicBezTo>
                <a:close/>
                <a:moveTo>
                  <a:pt x="3265597" y="1093103"/>
                </a:moveTo>
                <a:cubicBezTo>
                  <a:pt x="3269870" y="1093103"/>
                  <a:pt x="3273334" y="1096567"/>
                  <a:pt x="3273334" y="1100840"/>
                </a:cubicBezTo>
                <a:lnTo>
                  <a:pt x="3273334" y="1193676"/>
                </a:lnTo>
                <a:cubicBezTo>
                  <a:pt x="3273334" y="1197949"/>
                  <a:pt x="3269870" y="1201413"/>
                  <a:pt x="3265597" y="1201413"/>
                </a:cubicBezTo>
                <a:lnTo>
                  <a:pt x="3257861" y="1193677"/>
                </a:lnTo>
                <a:cubicBezTo>
                  <a:pt x="3257861" y="1162731"/>
                  <a:pt x="3257860" y="1131786"/>
                  <a:pt x="3257860" y="1100840"/>
                </a:cubicBezTo>
                <a:cubicBezTo>
                  <a:pt x="3257860" y="1096567"/>
                  <a:pt x="3261324" y="1093103"/>
                  <a:pt x="3265597" y="1093103"/>
                </a:cubicBezTo>
                <a:close/>
                <a:moveTo>
                  <a:pt x="3185169" y="1093103"/>
                </a:moveTo>
                <a:cubicBezTo>
                  <a:pt x="3215078" y="1093103"/>
                  <a:pt x="3239324" y="1117349"/>
                  <a:pt x="3239324" y="1147258"/>
                </a:cubicBezTo>
                <a:cubicBezTo>
                  <a:pt x="3239324" y="1177167"/>
                  <a:pt x="3215078" y="1201413"/>
                  <a:pt x="3185169" y="1201413"/>
                </a:cubicBezTo>
                <a:cubicBezTo>
                  <a:pt x="3155260" y="1201413"/>
                  <a:pt x="3131014" y="1177167"/>
                  <a:pt x="3131014" y="1147258"/>
                </a:cubicBezTo>
                <a:cubicBezTo>
                  <a:pt x="3131014" y="1117349"/>
                  <a:pt x="3155260" y="1093103"/>
                  <a:pt x="3185169" y="1093103"/>
                </a:cubicBezTo>
                <a:close/>
                <a:moveTo>
                  <a:pt x="3058323" y="1093103"/>
                </a:moveTo>
                <a:cubicBezTo>
                  <a:pt x="3088232" y="1093103"/>
                  <a:pt x="3112478" y="1117349"/>
                  <a:pt x="3112478" y="1147258"/>
                </a:cubicBezTo>
                <a:cubicBezTo>
                  <a:pt x="3112478" y="1177167"/>
                  <a:pt x="3088232" y="1201413"/>
                  <a:pt x="3058323" y="1201413"/>
                </a:cubicBezTo>
                <a:cubicBezTo>
                  <a:pt x="3028414" y="1201413"/>
                  <a:pt x="3004168" y="1177167"/>
                  <a:pt x="3004168" y="1147258"/>
                </a:cubicBezTo>
                <a:cubicBezTo>
                  <a:pt x="3004168" y="1117349"/>
                  <a:pt x="3028414" y="1093103"/>
                  <a:pt x="3058323" y="1093103"/>
                </a:cubicBezTo>
                <a:close/>
                <a:moveTo>
                  <a:pt x="2977894" y="1093103"/>
                </a:moveTo>
                <a:cubicBezTo>
                  <a:pt x="2982167" y="1093103"/>
                  <a:pt x="2985631" y="1096567"/>
                  <a:pt x="2985631" y="1100840"/>
                </a:cubicBezTo>
                <a:lnTo>
                  <a:pt x="2985631" y="1193676"/>
                </a:lnTo>
                <a:cubicBezTo>
                  <a:pt x="2985631" y="1197949"/>
                  <a:pt x="2982167" y="1201413"/>
                  <a:pt x="2977894" y="1201413"/>
                </a:cubicBezTo>
                <a:lnTo>
                  <a:pt x="2970158" y="1193677"/>
                </a:lnTo>
                <a:cubicBezTo>
                  <a:pt x="2970158" y="1162731"/>
                  <a:pt x="2970157" y="1131786"/>
                  <a:pt x="2970157" y="1100840"/>
                </a:cubicBezTo>
                <a:cubicBezTo>
                  <a:pt x="2970157" y="1096567"/>
                  <a:pt x="2973621" y="1093103"/>
                  <a:pt x="2977894" y="1093103"/>
                </a:cubicBezTo>
                <a:close/>
                <a:moveTo>
                  <a:pt x="2943885" y="1093103"/>
                </a:moveTo>
                <a:cubicBezTo>
                  <a:pt x="2948158" y="1093103"/>
                  <a:pt x="2951622" y="1096567"/>
                  <a:pt x="2951622" y="1100840"/>
                </a:cubicBezTo>
                <a:lnTo>
                  <a:pt x="2951622" y="1193676"/>
                </a:lnTo>
                <a:cubicBezTo>
                  <a:pt x="2951622" y="1197949"/>
                  <a:pt x="2948158" y="1201413"/>
                  <a:pt x="2943885" y="1201413"/>
                </a:cubicBezTo>
                <a:lnTo>
                  <a:pt x="2936149" y="1193677"/>
                </a:lnTo>
                <a:cubicBezTo>
                  <a:pt x="2936149" y="1162731"/>
                  <a:pt x="2936148" y="1131786"/>
                  <a:pt x="2936148" y="1100840"/>
                </a:cubicBezTo>
                <a:cubicBezTo>
                  <a:pt x="2936148" y="1096567"/>
                  <a:pt x="2939612" y="1093103"/>
                  <a:pt x="2943885" y="1093103"/>
                </a:cubicBezTo>
                <a:close/>
                <a:moveTo>
                  <a:pt x="2863457" y="1093103"/>
                </a:moveTo>
                <a:cubicBezTo>
                  <a:pt x="2893366" y="1093103"/>
                  <a:pt x="2917612" y="1117349"/>
                  <a:pt x="2917612" y="1147258"/>
                </a:cubicBezTo>
                <a:cubicBezTo>
                  <a:pt x="2917612" y="1177167"/>
                  <a:pt x="2893366" y="1201413"/>
                  <a:pt x="2863457" y="1201413"/>
                </a:cubicBezTo>
                <a:cubicBezTo>
                  <a:pt x="2833548" y="1201413"/>
                  <a:pt x="2809302" y="1177167"/>
                  <a:pt x="2809302" y="1147258"/>
                </a:cubicBezTo>
                <a:cubicBezTo>
                  <a:pt x="2809302" y="1117349"/>
                  <a:pt x="2833548" y="1093103"/>
                  <a:pt x="2863457" y="1093103"/>
                </a:cubicBezTo>
                <a:close/>
                <a:moveTo>
                  <a:pt x="2702601" y="1093103"/>
                </a:moveTo>
                <a:cubicBezTo>
                  <a:pt x="2732510" y="1093103"/>
                  <a:pt x="2756756" y="1117349"/>
                  <a:pt x="2756756" y="1147258"/>
                </a:cubicBezTo>
                <a:cubicBezTo>
                  <a:pt x="2756756" y="1177167"/>
                  <a:pt x="2732510" y="1201413"/>
                  <a:pt x="2702601" y="1201413"/>
                </a:cubicBezTo>
                <a:cubicBezTo>
                  <a:pt x="2672692" y="1201413"/>
                  <a:pt x="2648446" y="1177167"/>
                  <a:pt x="2648446" y="1147258"/>
                </a:cubicBezTo>
                <a:cubicBezTo>
                  <a:pt x="2648446" y="1117349"/>
                  <a:pt x="2672692" y="1093103"/>
                  <a:pt x="2702601" y="1093103"/>
                </a:cubicBezTo>
                <a:close/>
                <a:moveTo>
                  <a:pt x="2575754" y="1093103"/>
                </a:moveTo>
                <a:cubicBezTo>
                  <a:pt x="2605663" y="1093103"/>
                  <a:pt x="2629909" y="1117349"/>
                  <a:pt x="2629909" y="1147258"/>
                </a:cubicBezTo>
                <a:cubicBezTo>
                  <a:pt x="2629909" y="1177167"/>
                  <a:pt x="2605663" y="1201413"/>
                  <a:pt x="2575754" y="1201413"/>
                </a:cubicBezTo>
                <a:cubicBezTo>
                  <a:pt x="2545845" y="1201413"/>
                  <a:pt x="2521599" y="1177167"/>
                  <a:pt x="2521599" y="1147258"/>
                </a:cubicBezTo>
                <a:cubicBezTo>
                  <a:pt x="2521599" y="1117349"/>
                  <a:pt x="2545845" y="1093103"/>
                  <a:pt x="2575754" y="1093103"/>
                </a:cubicBezTo>
                <a:close/>
                <a:moveTo>
                  <a:pt x="2495326" y="1093103"/>
                </a:moveTo>
                <a:cubicBezTo>
                  <a:pt x="2499599" y="1093103"/>
                  <a:pt x="2503063" y="1096567"/>
                  <a:pt x="2503063" y="1100840"/>
                </a:cubicBezTo>
                <a:lnTo>
                  <a:pt x="2503063" y="1193676"/>
                </a:lnTo>
                <a:lnTo>
                  <a:pt x="2495326" y="1201413"/>
                </a:lnTo>
                <a:cubicBezTo>
                  <a:pt x="2491053" y="1201414"/>
                  <a:pt x="2487590" y="1197950"/>
                  <a:pt x="2487590" y="1193677"/>
                </a:cubicBezTo>
                <a:cubicBezTo>
                  <a:pt x="2487590" y="1162731"/>
                  <a:pt x="2487589" y="1131786"/>
                  <a:pt x="2487589" y="1100840"/>
                </a:cubicBezTo>
                <a:cubicBezTo>
                  <a:pt x="2487589" y="1096567"/>
                  <a:pt x="2491053" y="1093103"/>
                  <a:pt x="2495326" y="1093103"/>
                </a:cubicBezTo>
                <a:close/>
                <a:moveTo>
                  <a:pt x="2414898" y="1093103"/>
                </a:moveTo>
                <a:cubicBezTo>
                  <a:pt x="2444807" y="1093103"/>
                  <a:pt x="2469053" y="1117349"/>
                  <a:pt x="2469053" y="1147258"/>
                </a:cubicBezTo>
                <a:cubicBezTo>
                  <a:pt x="2469053" y="1177167"/>
                  <a:pt x="2444807" y="1201413"/>
                  <a:pt x="2414898" y="1201413"/>
                </a:cubicBezTo>
                <a:cubicBezTo>
                  <a:pt x="2384989" y="1201413"/>
                  <a:pt x="2360743" y="1177167"/>
                  <a:pt x="2360743" y="1147258"/>
                </a:cubicBezTo>
                <a:cubicBezTo>
                  <a:pt x="2360743" y="1117349"/>
                  <a:pt x="2384989" y="1093103"/>
                  <a:pt x="2414898" y="1093103"/>
                </a:cubicBezTo>
                <a:close/>
                <a:moveTo>
                  <a:pt x="2334470" y="1093103"/>
                </a:moveTo>
                <a:cubicBezTo>
                  <a:pt x="2338743" y="1093103"/>
                  <a:pt x="2342207" y="1096567"/>
                  <a:pt x="2342207" y="1100840"/>
                </a:cubicBezTo>
                <a:lnTo>
                  <a:pt x="2342207" y="1193676"/>
                </a:lnTo>
                <a:cubicBezTo>
                  <a:pt x="2342207" y="1197949"/>
                  <a:pt x="2338743" y="1201413"/>
                  <a:pt x="2334470" y="1201413"/>
                </a:cubicBezTo>
                <a:lnTo>
                  <a:pt x="2326734" y="1193677"/>
                </a:lnTo>
                <a:cubicBezTo>
                  <a:pt x="2326734" y="1162731"/>
                  <a:pt x="2326733" y="1131786"/>
                  <a:pt x="2326733" y="1100840"/>
                </a:cubicBezTo>
                <a:cubicBezTo>
                  <a:pt x="2326733" y="1096567"/>
                  <a:pt x="2330197" y="1093103"/>
                  <a:pt x="2334470" y="1093103"/>
                </a:cubicBezTo>
                <a:close/>
                <a:moveTo>
                  <a:pt x="2300461" y="1093103"/>
                </a:moveTo>
                <a:cubicBezTo>
                  <a:pt x="2304734" y="1093103"/>
                  <a:pt x="2308198" y="1096567"/>
                  <a:pt x="2308198" y="1100840"/>
                </a:cubicBezTo>
                <a:cubicBezTo>
                  <a:pt x="2308198" y="1131786"/>
                  <a:pt x="2308197" y="1162731"/>
                  <a:pt x="2308197" y="1193677"/>
                </a:cubicBezTo>
                <a:lnTo>
                  <a:pt x="2300461" y="1201413"/>
                </a:lnTo>
                <a:cubicBezTo>
                  <a:pt x="2296188" y="1201413"/>
                  <a:pt x="2292724" y="1197949"/>
                  <a:pt x="2292724" y="1193676"/>
                </a:cubicBezTo>
                <a:lnTo>
                  <a:pt x="2292724" y="1100840"/>
                </a:lnTo>
                <a:cubicBezTo>
                  <a:pt x="2292724" y="1096567"/>
                  <a:pt x="2296188" y="1093103"/>
                  <a:pt x="2300461" y="1093103"/>
                </a:cubicBezTo>
                <a:close/>
                <a:moveTo>
                  <a:pt x="2220033" y="1093103"/>
                </a:moveTo>
                <a:cubicBezTo>
                  <a:pt x="2249942" y="1093103"/>
                  <a:pt x="2274188" y="1117349"/>
                  <a:pt x="2274188" y="1147258"/>
                </a:cubicBezTo>
                <a:cubicBezTo>
                  <a:pt x="2274188" y="1177167"/>
                  <a:pt x="2249942" y="1201413"/>
                  <a:pt x="2220033" y="1201413"/>
                </a:cubicBezTo>
                <a:cubicBezTo>
                  <a:pt x="2190124" y="1201413"/>
                  <a:pt x="2165878" y="1177167"/>
                  <a:pt x="2165878" y="1147258"/>
                </a:cubicBezTo>
                <a:cubicBezTo>
                  <a:pt x="2165878" y="1117349"/>
                  <a:pt x="2190124" y="1093103"/>
                  <a:pt x="2220033" y="1093103"/>
                </a:cubicBezTo>
                <a:close/>
                <a:moveTo>
                  <a:pt x="2139605" y="1093103"/>
                </a:moveTo>
                <a:cubicBezTo>
                  <a:pt x="2143878" y="1093103"/>
                  <a:pt x="2147342" y="1096567"/>
                  <a:pt x="2147342" y="1100840"/>
                </a:cubicBezTo>
                <a:cubicBezTo>
                  <a:pt x="2147342" y="1131786"/>
                  <a:pt x="2147341" y="1162731"/>
                  <a:pt x="2147341" y="1193677"/>
                </a:cubicBezTo>
                <a:lnTo>
                  <a:pt x="2139605" y="1201413"/>
                </a:lnTo>
                <a:cubicBezTo>
                  <a:pt x="2135332" y="1201413"/>
                  <a:pt x="2131868" y="1197949"/>
                  <a:pt x="2131868" y="1193676"/>
                </a:cubicBezTo>
                <a:lnTo>
                  <a:pt x="2131868" y="1100840"/>
                </a:lnTo>
                <a:cubicBezTo>
                  <a:pt x="2131868" y="1096567"/>
                  <a:pt x="2135332" y="1093103"/>
                  <a:pt x="2139605" y="1093103"/>
                </a:cubicBezTo>
                <a:close/>
                <a:moveTo>
                  <a:pt x="2059177" y="1093103"/>
                </a:moveTo>
                <a:cubicBezTo>
                  <a:pt x="2089086" y="1093103"/>
                  <a:pt x="2113332" y="1117349"/>
                  <a:pt x="2113332" y="1147258"/>
                </a:cubicBezTo>
                <a:cubicBezTo>
                  <a:pt x="2113332" y="1177167"/>
                  <a:pt x="2089086" y="1201413"/>
                  <a:pt x="2059177" y="1201413"/>
                </a:cubicBezTo>
                <a:cubicBezTo>
                  <a:pt x="2029268" y="1201413"/>
                  <a:pt x="2005022" y="1177167"/>
                  <a:pt x="2005022" y="1147258"/>
                </a:cubicBezTo>
                <a:cubicBezTo>
                  <a:pt x="2005022" y="1117349"/>
                  <a:pt x="2029268" y="1093103"/>
                  <a:pt x="2059177" y="1093103"/>
                </a:cubicBezTo>
                <a:close/>
                <a:moveTo>
                  <a:pt x="1932330" y="1093103"/>
                </a:moveTo>
                <a:cubicBezTo>
                  <a:pt x="1962239" y="1093103"/>
                  <a:pt x="1986485" y="1117349"/>
                  <a:pt x="1986485" y="1147258"/>
                </a:cubicBezTo>
                <a:cubicBezTo>
                  <a:pt x="1986485" y="1177167"/>
                  <a:pt x="1962239" y="1201413"/>
                  <a:pt x="1932330" y="1201413"/>
                </a:cubicBezTo>
                <a:cubicBezTo>
                  <a:pt x="1902421" y="1201413"/>
                  <a:pt x="1878175" y="1177167"/>
                  <a:pt x="1878175" y="1147258"/>
                </a:cubicBezTo>
                <a:cubicBezTo>
                  <a:pt x="1878175" y="1117349"/>
                  <a:pt x="1902421" y="1093103"/>
                  <a:pt x="1932330" y="1093103"/>
                </a:cubicBezTo>
                <a:close/>
                <a:moveTo>
                  <a:pt x="1771474" y="1093103"/>
                </a:moveTo>
                <a:cubicBezTo>
                  <a:pt x="1801383" y="1093103"/>
                  <a:pt x="1825629" y="1117349"/>
                  <a:pt x="1825629" y="1147258"/>
                </a:cubicBezTo>
                <a:cubicBezTo>
                  <a:pt x="1825629" y="1177167"/>
                  <a:pt x="1801383" y="1201413"/>
                  <a:pt x="1771474" y="1201413"/>
                </a:cubicBezTo>
                <a:cubicBezTo>
                  <a:pt x="1741565" y="1201413"/>
                  <a:pt x="1717319" y="1177167"/>
                  <a:pt x="1717319" y="1147258"/>
                </a:cubicBezTo>
                <a:cubicBezTo>
                  <a:pt x="1717319" y="1117349"/>
                  <a:pt x="1741565" y="1093103"/>
                  <a:pt x="1771474" y="1093103"/>
                </a:cubicBezTo>
                <a:close/>
                <a:moveTo>
                  <a:pt x="1691047" y="1093103"/>
                </a:moveTo>
                <a:cubicBezTo>
                  <a:pt x="1695320" y="1093103"/>
                  <a:pt x="1698784" y="1096567"/>
                  <a:pt x="1698784" y="1100840"/>
                </a:cubicBezTo>
                <a:cubicBezTo>
                  <a:pt x="1698784" y="1131786"/>
                  <a:pt x="1698783" y="1162731"/>
                  <a:pt x="1698783" y="1193677"/>
                </a:cubicBezTo>
                <a:lnTo>
                  <a:pt x="1691047" y="1201413"/>
                </a:lnTo>
                <a:cubicBezTo>
                  <a:pt x="1686774" y="1201413"/>
                  <a:pt x="1683310" y="1197949"/>
                  <a:pt x="1683310" y="1193676"/>
                </a:cubicBezTo>
                <a:lnTo>
                  <a:pt x="1683310" y="1100840"/>
                </a:lnTo>
                <a:cubicBezTo>
                  <a:pt x="1683310" y="1096567"/>
                  <a:pt x="1686774" y="1093103"/>
                  <a:pt x="1691047" y="1093103"/>
                </a:cubicBezTo>
                <a:close/>
                <a:moveTo>
                  <a:pt x="1657037" y="1093103"/>
                </a:moveTo>
                <a:cubicBezTo>
                  <a:pt x="1661310" y="1093103"/>
                  <a:pt x="1664774" y="1096567"/>
                  <a:pt x="1664774" y="1100840"/>
                </a:cubicBezTo>
                <a:cubicBezTo>
                  <a:pt x="1664774" y="1131786"/>
                  <a:pt x="1664773" y="1162731"/>
                  <a:pt x="1664773" y="1193677"/>
                </a:cubicBezTo>
                <a:lnTo>
                  <a:pt x="1657036" y="1201413"/>
                </a:lnTo>
                <a:cubicBezTo>
                  <a:pt x="1652764" y="1201413"/>
                  <a:pt x="1649300" y="1197949"/>
                  <a:pt x="1649300" y="1193676"/>
                </a:cubicBezTo>
                <a:lnTo>
                  <a:pt x="1649300" y="1100840"/>
                </a:lnTo>
                <a:cubicBezTo>
                  <a:pt x="1649300" y="1096567"/>
                  <a:pt x="1652764" y="1093103"/>
                  <a:pt x="1657037" y="1093103"/>
                </a:cubicBezTo>
                <a:close/>
                <a:moveTo>
                  <a:pt x="1576608" y="1093103"/>
                </a:moveTo>
                <a:cubicBezTo>
                  <a:pt x="1606517" y="1093103"/>
                  <a:pt x="1630763" y="1117349"/>
                  <a:pt x="1630763" y="1147258"/>
                </a:cubicBezTo>
                <a:cubicBezTo>
                  <a:pt x="1630763" y="1177167"/>
                  <a:pt x="1606517" y="1201413"/>
                  <a:pt x="1576608" y="1201413"/>
                </a:cubicBezTo>
                <a:cubicBezTo>
                  <a:pt x="1546699" y="1201413"/>
                  <a:pt x="1522453" y="1177167"/>
                  <a:pt x="1522453" y="1147258"/>
                </a:cubicBezTo>
                <a:cubicBezTo>
                  <a:pt x="1522453" y="1117349"/>
                  <a:pt x="1546699" y="1093103"/>
                  <a:pt x="1576608" y="1093103"/>
                </a:cubicBezTo>
                <a:close/>
                <a:moveTo>
                  <a:pt x="1449762" y="1093103"/>
                </a:moveTo>
                <a:cubicBezTo>
                  <a:pt x="1479671" y="1093103"/>
                  <a:pt x="1503917" y="1117349"/>
                  <a:pt x="1503917" y="1147258"/>
                </a:cubicBezTo>
                <a:cubicBezTo>
                  <a:pt x="1503917" y="1177167"/>
                  <a:pt x="1479671" y="1201413"/>
                  <a:pt x="1449762" y="1201413"/>
                </a:cubicBezTo>
                <a:cubicBezTo>
                  <a:pt x="1419853" y="1201413"/>
                  <a:pt x="1395607" y="1177167"/>
                  <a:pt x="1395607" y="1147258"/>
                </a:cubicBezTo>
                <a:cubicBezTo>
                  <a:pt x="1395607" y="1117349"/>
                  <a:pt x="1419853" y="1093103"/>
                  <a:pt x="1449762" y="1093103"/>
                </a:cubicBezTo>
                <a:close/>
                <a:moveTo>
                  <a:pt x="1369334" y="1093103"/>
                </a:moveTo>
                <a:cubicBezTo>
                  <a:pt x="1373607" y="1093103"/>
                  <a:pt x="1377071" y="1096567"/>
                  <a:pt x="1377071" y="1100840"/>
                </a:cubicBezTo>
                <a:cubicBezTo>
                  <a:pt x="1377071" y="1131786"/>
                  <a:pt x="1377070" y="1162731"/>
                  <a:pt x="1377070" y="1193677"/>
                </a:cubicBezTo>
                <a:lnTo>
                  <a:pt x="1369334" y="1201413"/>
                </a:lnTo>
                <a:cubicBezTo>
                  <a:pt x="1365061" y="1201413"/>
                  <a:pt x="1361597" y="1197949"/>
                  <a:pt x="1361597" y="1193676"/>
                </a:cubicBezTo>
                <a:lnTo>
                  <a:pt x="1361597" y="1100840"/>
                </a:lnTo>
                <a:cubicBezTo>
                  <a:pt x="1361597" y="1096567"/>
                  <a:pt x="1365061" y="1093103"/>
                  <a:pt x="1369334" y="1093103"/>
                </a:cubicBezTo>
                <a:close/>
                <a:moveTo>
                  <a:pt x="1288906" y="1093103"/>
                </a:moveTo>
                <a:cubicBezTo>
                  <a:pt x="1318815" y="1093103"/>
                  <a:pt x="1343061" y="1117349"/>
                  <a:pt x="1343061" y="1147258"/>
                </a:cubicBezTo>
                <a:cubicBezTo>
                  <a:pt x="1343061" y="1177167"/>
                  <a:pt x="1318815" y="1201413"/>
                  <a:pt x="1288906" y="1201413"/>
                </a:cubicBezTo>
                <a:cubicBezTo>
                  <a:pt x="1258997" y="1201413"/>
                  <a:pt x="1234751" y="1177167"/>
                  <a:pt x="1234751" y="1147258"/>
                </a:cubicBezTo>
                <a:cubicBezTo>
                  <a:pt x="1234751" y="1117349"/>
                  <a:pt x="1258997" y="1093103"/>
                  <a:pt x="1288906" y="1093103"/>
                </a:cubicBezTo>
                <a:close/>
                <a:moveTo>
                  <a:pt x="1162059" y="1093103"/>
                </a:moveTo>
                <a:cubicBezTo>
                  <a:pt x="1191968" y="1093103"/>
                  <a:pt x="1216214" y="1117349"/>
                  <a:pt x="1216214" y="1147258"/>
                </a:cubicBezTo>
                <a:cubicBezTo>
                  <a:pt x="1216214" y="1177167"/>
                  <a:pt x="1191968" y="1201413"/>
                  <a:pt x="1162059" y="1201413"/>
                </a:cubicBezTo>
                <a:cubicBezTo>
                  <a:pt x="1132150" y="1201413"/>
                  <a:pt x="1107904" y="1177167"/>
                  <a:pt x="1107904" y="1147258"/>
                </a:cubicBezTo>
                <a:cubicBezTo>
                  <a:pt x="1107904" y="1117349"/>
                  <a:pt x="1132150" y="1093103"/>
                  <a:pt x="1162059" y="1093103"/>
                </a:cubicBezTo>
                <a:close/>
                <a:moveTo>
                  <a:pt x="1081632" y="1093103"/>
                </a:moveTo>
                <a:cubicBezTo>
                  <a:pt x="1085905" y="1093103"/>
                  <a:pt x="1089369" y="1096567"/>
                  <a:pt x="1089369" y="1100840"/>
                </a:cubicBezTo>
                <a:cubicBezTo>
                  <a:pt x="1089369" y="1131786"/>
                  <a:pt x="1089368" y="1162731"/>
                  <a:pt x="1089368" y="1193677"/>
                </a:cubicBezTo>
                <a:lnTo>
                  <a:pt x="1081632" y="1201413"/>
                </a:lnTo>
                <a:cubicBezTo>
                  <a:pt x="1077359" y="1201413"/>
                  <a:pt x="1073895" y="1197949"/>
                  <a:pt x="1073895" y="1193676"/>
                </a:cubicBezTo>
                <a:lnTo>
                  <a:pt x="1073895" y="1100840"/>
                </a:lnTo>
                <a:cubicBezTo>
                  <a:pt x="1073895" y="1096567"/>
                  <a:pt x="1077359" y="1093103"/>
                  <a:pt x="1081632" y="1093103"/>
                </a:cubicBezTo>
                <a:close/>
                <a:moveTo>
                  <a:pt x="1001203" y="1093103"/>
                </a:moveTo>
                <a:cubicBezTo>
                  <a:pt x="1031112" y="1093103"/>
                  <a:pt x="1055358" y="1117349"/>
                  <a:pt x="1055358" y="1147258"/>
                </a:cubicBezTo>
                <a:cubicBezTo>
                  <a:pt x="1055358" y="1177167"/>
                  <a:pt x="1031112" y="1201413"/>
                  <a:pt x="1001203" y="1201413"/>
                </a:cubicBezTo>
                <a:cubicBezTo>
                  <a:pt x="971294" y="1201413"/>
                  <a:pt x="947048" y="1177167"/>
                  <a:pt x="947048" y="1147258"/>
                </a:cubicBezTo>
                <a:cubicBezTo>
                  <a:pt x="947048" y="1117349"/>
                  <a:pt x="971294" y="1093103"/>
                  <a:pt x="1001203" y="1093103"/>
                </a:cubicBezTo>
                <a:close/>
                <a:moveTo>
                  <a:pt x="920775" y="1093103"/>
                </a:moveTo>
                <a:cubicBezTo>
                  <a:pt x="925048" y="1093103"/>
                  <a:pt x="928512" y="1096567"/>
                  <a:pt x="928512" y="1100840"/>
                </a:cubicBezTo>
                <a:cubicBezTo>
                  <a:pt x="928512" y="1131786"/>
                  <a:pt x="928511" y="1162731"/>
                  <a:pt x="928511" y="1193677"/>
                </a:cubicBezTo>
                <a:lnTo>
                  <a:pt x="920775" y="1201413"/>
                </a:lnTo>
                <a:cubicBezTo>
                  <a:pt x="916502" y="1201413"/>
                  <a:pt x="913038" y="1197949"/>
                  <a:pt x="913038" y="1193676"/>
                </a:cubicBezTo>
                <a:lnTo>
                  <a:pt x="913038" y="1100840"/>
                </a:lnTo>
                <a:cubicBezTo>
                  <a:pt x="913038" y="1096567"/>
                  <a:pt x="916502" y="1093103"/>
                  <a:pt x="920775" y="1093103"/>
                </a:cubicBezTo>
                <a:close/>
                <a:moveTo>
                  <a:pt x="840347" y="1093103"/>
                </a:moveTo>
                <a:cubicBezTo>
                  <a:pt x="870256" y="1093103"/>
                  <a:pt x="894502" y="1117349"/>
                  <a:pt x="894502" y="1147258"/>
                </a:cubicBezTo>
                <a:cubicBezTo>
                  <a:pt x="894501" y="1177167"/>
                  <a:pt x="870256" y="1201413"/>
                  <a:pt x="840347" y="1201413"/>
                </a:cubicBezTo>
                <a:cubicBezTo>
                  <a:pt x="810438" y="1201413"/>
                  <a:pt x="786192" y="1177167"/>
                  <a:pt x="786192" y="1147258"/>
                </a:cubicBezTo>
                <a:cubicBezTo>
                  <a:pt x="786193" y="1117349"/>
                  <a:pt x="810439" y="1093103"/>
                  <a:pt x="840347" y="1093103"/>
                </a:cubicBezTo>
                <a:close/>
                <a:moveTo>
                  <a:pt x="713500" y="1093103"/>
                </a:moveTo>
                <a:cubicBezTo>
                  <a:pt x="743409" y="1093103"/>
                  <a:pt x="767655" y="1117349"/>
                  <a:pt x="767655" y="1147258"/>
                </a:cubicBezTo>
                <a:cubicBezTo>
                  <a:pt x="767654" y="1177167"/>
                  <a:pt x="743409" y="1201413"/>
                  <a:pt x="713500" y="1201413"/>
                </a:cubicBezTo>
                <a:cubicBezTo>
                  <a:pt x="683591" y="1201413"/>
                  <a:pt x="659345" y="1177167"/>
                  <a:pt x="659345" y="1147258"/>
                </a:cubicBezTo>
                <a:cubicBezTo>
                  <a:pt x="659346" y="1117349"/>
                  <a:pt x="683592" y="1093103"/>
                  <a:pt x="713500" y="1093103"/>
                </a:cubicBezTo>
                <a:close/>
                <a:moveTo>
                  <a:pt x="552644" y="1093103"/>
                </a:moveTo>
                <a:cubicBezTo>
                  <a:pt x="582553" y="1093103"/>
                  <a:pt x="606799" y="1117349"/>
                  <a:pt x="606799" y="1147258"/>
                </a:cubicBezTo>
                <a:cubicBezTo>
                  <a:pt x="606798" y="1177167"/>
                  <a:pt x="582553" y="1201413"/>
                  <a:pt x="552644" y="1201413"/>
                </a:cubicBezTo>
                <a:cubicBezTo>
                  <a:pt x="522735" y="1201413"/>
                  <a:pt x="498489" y="1177167"/>
                  <a:pt x="498489" y="1147258"/>
                </a:cubicBezTo>
                <a:cubicBezTo>
                  <a:pt x="498490" y="1117349"/>
                  <a:pt x="522736" y="1093103"/>
                  <a:pt x="552644" y="1093103"/>
                </a:cubicBezTo>
                <a:close/>
                <a:moveTo>
                  <a:pt x="472217" y="1093103"/>
                </a:moveTo>
                <a:cubicBezTo>
                  <a:pt x="476490" y="1093103"/>
                  <a:pt x="479954" y="1096567"/>
                  <a:pt x="479954" y="1100840"/>
                </a:cubicBezTo>
                <a:cubicBezTo>
                  <a:pt x="479954" y="1131786"/>
                  <a:pt x="479953" y="1162731"/>
                  <a:pt x="479953" y="1193677"/>
                </a:cubicBezTo>
                <a:lnTo>
                  <a:pt x="472217" y="1201413"/>
                </a:lnTo>
                <a:cubicBezTo>
                  <a:pt x="467944" y="1201413"/>
                  <a:pt x="464480" y="1197949"/>
                  <a:pt x="464480" y="1193676"/>
                </a:cubicBezTo>
                <a:lnTo>
                  <a:pt x="464480" y="1100840"/>
                </a:lnTo>
                <a:cubicBezTo>
                  <a:pt x="464480" y="1096567"/>
                  <a:pt x="467944" y="1093103"/>
                  <a:pt x="472217" y="1093103"/>
                </a:cubicBezTo>
                <a:close/>
                <a:moveTo>
                  <a:pt x="438207" y="1093103"/>
                </a:moveTo>
                <a:cubicBezTo>
                  <a:pt x="442480" y="1093103"/>
                  <a:pt x="445944" y="1096567"/>
                  <a:pt x="445944" y="1100840"/>
                </a:cubicBezTo>
                <a:cubicBezTo>
                  <a:pt x="445944" y="1131786"/>
                  <a:pt x="445943" y="1162731"/>
                  <a:pt x="445943" y="1193677"/>
                </a:cubicBezTo>
                <a:lnTo>
                  <a:pt x="438207" y="1201413"/>
                </a:lnTo>
                <a:cubicBezTo>
                  <a:pt x="433934" y="1201413"/>
                  <a:pt x="430470" y="1197949"/>
                  <a:pt x="430470" y="1193676"/>
                </a:cubicBezTo>
                <a:lnTo>
                  <a:pt x="430470" y="1100840"/>
                </a:lnTo>
                <a:cubicBezTo>
                  <a:pt x="430470" y="1096567"/>
                  <a:pt x="433934" y="1093103"/>
                  <a:pt x="438207" y="1093103"/>
                </a:cubicBezTo>
                <a:close/>
                <a:moveTo>
                  <a:pt x="357778" y="1093103"/>
                </a:moveTo>
                <a:cubicBezTo>
                  <a:pt x="387687" y="1093103"/>
                  <a:pt x="411933" y="1117349"/>
                  <a:pt x="411933" y="1147258"/>
                </a:cubicBezTo>
                <a:cubicBezTo>
                  <a:pt x="411932" y="1177167"/>
                  <a:pt x="387686" y="1201413"/>
                  <a:pt x="357778" y="1201413"/>
                </a:cubicBezTo>
                <a:cubicBezTo>
                  <a:pt x="327869" y="1201413"/>
                  <a:pt x="303623" y="1177167"/>
                  <a:pt x="303623" y="1147258"/>
                </a:cubicBezTo>
                <a:cubicBezTo>
                  <a:pt x="303624" y="1117349"/>
                  <a:pt x="327869" y="1093103"/>
                  <a:pt x="357778" y="1093103"/>
                </a:cubicBezTo>
                <a:close/>
                <a:moveTo>
                  <a:pt x="230932" y="1093103"/>
                </a:moveTo>
                <a:cubicBezTo>
                  <a:pt x="260841" y="1093103"/>
                  <a:pt x="285087" y="1117349"/>
                  <a:pt x="285087" y="1147258"/>
                </a:cubicBezTo>
                <a:cubicBezTo>
                  <a:pt x="285086" y="1177167"/>
                  <a:pt x="260840" y="1201413"/>
                  <a:pt x="230932" y="1201413"/>
                </a:cubicBezTo>
                <a:cubicBezTo>
                  <a:pt x="201023" y="1201413"/>
                  <a:pt x="176777" y="1177167"/>
                  <a:pt x="176777" y="1147258"/>
                </a:cubicBezTo>
                <a:cubicBezTo>
                  <a:pt x="176778" y="1117349"/>
                  <a:pt x="201023" y="1093103"/>
                  <a:pt x="230932" y="1093103"/>
                </a:cubicBezTo>
                <a:close/>
                <a:moveTo>
                  <a:pt x="150504" y="1093103"/>
                </a:moveTo>
                <a:cubicBezTo>
                  <a:pt x="154777" y="1093103"/>
                  <a:pt x="158241" y="1096567"/>
                  <a:pt x="158241" y="1100840"/>
                </a:cubicBezTo>
                <a:cubicBezTo>
                  <a:pt x="158241" y="1131786"/>
                  <a:pt x="158240" y="1162731"/>
                  <a:pt x="158240" y="1193677"/>
                </a:cubicBezTo>
                <a:lnTo>
                  <a:pt x="150504" y="1201413"/>
                </a:lnTo>
                <a:cubicBezTo>
                  <a:pt x="146231" y="1201413"/>
                  <a:pt x="142767" y="1197949"/>
                  <a:pt x="142767" y="1193676"/>
                </a:cubicBezTo>
                <a:lnTo>
                  <a:pt x="142767" y="1100840"/>
                </a:lnTo>
                <a:cubicBezTo>
                  <a:pt x="142826" y="1096567"/>
                  <a:pt x="146290" y="1093103"/>
                  <a:pt x="150504" y="1093103"/>
                </a:cubicBezTo>
                <a:close/>
                <a:moveTo>
                  <a:pt x="70076" y="1093103"/>
                </a:moveTo>
                <a:cubicBezTo>
                  <a:pt x="99985" y="1093103"/>
                  <a:pt x="124231" y="1117349"/>
                  <a:pt x="124231" y="1147258"/>
                </a:cubicBezTo>
                <a:cubicBezTo>
                  <a:pt x="124230" y="1177167"/>
                  <a:pt x="99984" y="1201413"/>
                  <a:pt x="70076" y="1201413"/>
                </a:cubicBezTo>
                <a:cubicBezTo>
                  <a:pt x="40167" y="1201413"/>
                  <a:pt x="15921" y="1177167"/>
                  <a:pt x="15921" y="1147258"/>
                </a:cubicBezTo>
                <a:cubicBezTo>
                  <a:pt x="15922" y="1117349"/>
                  <a:pt x="40167" y="1093103"/>
                  <a:pt x="70076" y="1093103"/>
                </a:cubicBezTo>
                <a:close/>
                <a:moveTo>
                  <a:pt x="7947163" y="1092704"/>
                </a:moveTo>
                <a:cubicBezTo>
                  <a:pt x="7951436" y="1092704"/>
                  <a:pt x="7954900" y="1096168"/>
                  <a:pt x="7954900" y="1100441"/>
                </a:cubicBezTo>
                <a:cubicBezTo>
                  <a:pt x="7954900" y="1131387"/>
                  <a:pt x="7954899" y="1162332"/>
                  <a:pt x="7954899" y="1193278"/>
                </a:cubicBezTo>
                <a:lnTo>
                  <a:pt x="7947163" y="1201014"/>
                </a:lnTo>
                <a:cubicBezTo>
                  <a:pt x="7942890" y="1201014"/>
                  <a:pt x="7939426" y="1197550"/>
                  <a:pt x="7939426" y="1193276"/>
                </a:cubicBezTo>
                <a:lnTo>
                  <a:pt x="7939426" y="1100441"/>
                </a:lnTo>
                <a:cubicBezTo>
                  <a:pt x="7939426" y="1096168"/>
                  <a:pt x="7942890" y="1092704"/>
                  <a:pt x="7947163" y="1092704"/>
                </a:cubicBezTo>
                <a:close/>
                <a:moveTo>
                  <a:pt x="6439519" y="1092704"/>
                </a:moveTo>
                <a:cubicBezTo>
                  <a:pt x="6443792" y="1092704"/>
                  <a:pt x="6447256" y="1096168"/>
                  <a:pt x="6447256" y="1100441"/>
                </a:cubicBezTo>
                <a:lnTo>
                  <a:pt x="6447256" y="1193277"/>
                </a:lnTo>
                <a:cubicBezTo>
                  <a:pt x="6447256" y="1197550"/>
                  <a:pt x="6443792" y="1201014"/>
                  <a:pt x="6439519" y="1201014"/>
                </a:cubicBezTo>
                <a:lnTo>
                  <a:pt x="6431783" y="1193278"/>
                </a:lnTo>
                <a:cubicBezTo>
                  <a:pt x="6431783" y="1162330"/>
                  <a:pt x="6431782" y="1131387"/>
                  <a:pt x="6431782" y="1100441"/>
                </a:cubicBezTo>
                <a:cubicBezTo>
                  <a:pt x="6431782" y="1096168"/>
                  <a:pt x="6435246" y="1092704"/>
                  <a:pt x="6439519" y="1092704"/>
                </a:cubicBezTo>
                <a:close/>
                <a:moveTo>
                  <a:pt x="5220689" y="1092704"/>
                </a:moveTo>
                <a:cubicBezTo>
                  <a:pt x="5224962" y="1092704"/>
                  <a:pt x="5228426" y="1096168"/>
                  <a:pt x="5228426" y="1100441"/>
                </a:cubicBezTo>
                <a:lnTo>
                  <a:pt x="5228426" y="1193277"/>
                </a:lnTo>
                <a:lnTo>
                  <a:pt x="5220689" y="1201014"/>
                </a:lnTo>
                <a:cubicBezTo>
                  <a:pt x="5216417" y="1201015"/>
                  <a:pt x="5212953" y="1197551"/>
                  <a:pt x="5212953" y="1193278"/>
                </a:cubicBezTo>
                <a:cubicBezTo>
                  <a:pt x="5212953" y="1162330"/>
                  <a:pt x="5212952" y="1131387"/>
                  <a:pt x="5212952" y="1100441"/>
                </a:cubicBezTo>
                <a:cubicBezTo>
                  <a:pt x="5212952" y="1096168"/>
                  <a:pt x="5216416" y="1092704"/>
                  <a:pt x="5220689" y="1092704"/>
                </a:cubicBezTo>
                <a:close/>
                <a:moveTo>
                  <a:pt x="4289562" y="1092704"/>
                </a:moveTo>
                <a:cubicBezTo>
                  <a:pt x="4293835" y="1092704"/>
                  <a:pt x="4297299" y="1096168"/>
                  <a:pt x="4297299" y="1100441"/>
                </a:cubicBezTo>
                <a:cubicBezTo>
                  <a:pt x="4297299" y="1131387"/>
                  <a:pt x="4297298" y="1162332"/>
                  <a:pt x="4297298" y="1193278"/>
                </a:cubicBezTo>
                <a:lnTo>
                  <a:pt x="4289562" y="1201014"/>
                </a:lnTo>
                <a:cubicBezTo>
                  <a:pt x="4285289" y="1201014"/>
                  <a:pt x="4281825" y="1197550"/>
                  <a:pt x="4281825" y="1193277"/>
                </a:cubicBezTo>
                <a:lnTo>
                  <a:pt x="4281825" y="1100441"/>
                </a:lnTo>
                <a:cubicBezTo>
                  <a:pt x="4281825" y="1096168"/>
                  <a:pt x="4285289" y="1092704"/>
                  <a:pt x="4289562" y="1092704"/>
                </a:cubicBezTo>
                <a:close/>
                <a:moveTo>
                  <a:pt x="2783029" y="1092704"/>
                </a:moveTo>
                <a:cubicBezTo>
                  <a:pt x="2787302" y="1092704"/>
                  <a:pt x="2790766" y="1096168"/>
                  <a:pt x="2790766" y="1100441"/>
                </a:cubicBezTo>
                <a:lnTo>
                  <a:pt x="2790766" y="1193277"/>
                </a:lnTo>
                <a:lnTo>
                  <a:pt x="2783029" y="1201014"/>
                </a:lnTo>
                <a:cubicBezTo>
                  <a:pt x="2778757" y="1201015"/>
                  <a:pt x="2775293" y="1197551"/>
                  <a:pt x="2775293" y="1193278"/>
                </a:cubicBezTo>
                <a:cubicBezTo>
                  <a:pt x="2775293" y="1162330"/>
                  <a:pt x="2775292" y="1131387"/>
                  <a:pt x="2775292" y="1100441"/>
                </a:cubicBezTo>
                <a:cubicBezTo>
                  <a:pt x="2775292" y="1096168"/>
                  <a:pt x="2778756" y="1092704"/>
                  <a:pt x="2783029" y="1092704"/>
                </a:cubicBezTo>
                <a:close/>
                <a:moveTo>
                  <a:pt x="1851903" y="1092704"/>
                </a:moveTo>
                <a:cubicBezTo>
                  <a:pt x="1856176" y="1092704"/>
                  <a:pt x="1859640" y="1096168"/>
                  <a:pt x="1859640" y="1100441"/>
                </a:cubicBezTo>
                <a:cubicBezTo>
                  <a:pt x="1859640" y="1131387"/>
                  <a:pt x="1859639" y="1162332"/>
                  <a:pt x="1859639" y="1193278"/>
                </a:cubicBezTo>
                <a:lnTo>
                  <a:pt x="1851903" y="1201014"/>
                </a:lnTo>
                <a:cubicBezTo>
                  <a:pt x="1847630" y="1201014"/>
                  <a:pt x="1844166" y="1197550"/>
                  <a:pt x="1844166" y="1193277"/>
                </a:cubicBezTo>
                <a:lnTo>
                  <a:pt x="1844166" y="1100441"/>
                </a:lnTo>
                <a:cubicBezTo>
                  <a:pt x="1844166" y="1096168"/>
                  <a:pt x="1847630" y="1092704"/>
                  <a:pt x="1851903" y="1092704"/>
                </a:cubicBezTo>
                <a:close/>
                <a:moveTo>
                  <a:pt x="633073" y="1092704"/>
                </a:moveTo>
                <a:cubicBezTo>
                  <a:pt x="637346" y="1092704"/>
                  <a:pt x="640810" y="1096168"/>
                  <a:pt x="640810" y="1100441"/>
                </a:cubicBezTo>
                <a:cubicBezTo>
                  <a:pt x="640810" y="1131387"/>
                  <a:pt x="640809" y="1162332"/>
                  <a:pt x="640809" y="1193278"/>
                </a:cubicBezTo>
                <a:lnTo>
                  <a:pt x="633073" y="1201014"/>
                </a:lnTo>
                <a:cubicBezTo>
                  <a:pt x="628800" y="1201014"/>
                  <a:pt x="625336" y="1197550"/>
                  <a:pt x="625336" y="1193277"/>
                </a:cubicBezTo>
                <a:lnTo>
                  <a:pt x="625336" y="1100441"/>
                </a:lnTo>
                <a:cubicBezTo>
                  <a:pt x="625337" y="1096168"/>
                  <a:pt x="628801" y="1092704"/>
                  <a:pt x="633073" y="1092704"/>
                </a:cubicBezTo>
                <a:close/>
                <a:moveTo>
                  <a:pt x="5832775" y="1063178"/>
                </a:moveTo>
                <a:lnTo>
                  <a:pt x="5832776" y="1063179"/>
                </a:lnTo>
                <a:lnTo>
                  <a:pt x="5832775" y="1063178"/>
                </a:lnTo>
                <a:cubicBezTo>
                  <a:pt x="5832775" y="1063178"/>
                  <a:pt x="5832775" y="1063178"/>
                  <a:pt x="5832775" y="1063178"/>
                </a:cubicBezTo>
                <a:close/>
                <a:moveTo>
                  <a:pt x="5676504" y="1063178"/>
                </a:moveTo>
                <a:lnTo>
                  <a:pt x="5676505" y="1063179"/>
                </a:lnTo>
                <a:lnTo>
                  <a:pt x="5676504" y="1063178"/>
                </a:lnTo>
                <a:cubicBezTo>
                  <a:pt x="5676504" y="1063178"/>
                  <a:pt x="5676504" y="1063178"/>
                  <a:pt x="5676504" y="1063178"/>
                </a:cubicBezTo>
                <a:close/>
                <a:moveTo>
                  <a:pt x="5363963" y="1063178"/>
                </a:moveTo>
                <a:lnTo>
                  <a:pt x="5363964" y="1063179"/>
                </a:lnTo>
                <a:close/>
                <a:moveTo>
                  <a:pt x="5051422" y="1063178"/>
                </a:moveTo>
                <a:lnTo>
                  <a:pt x="5051423" y="1063179"/>
                </a:lnTo>
                <a:close/>
                <a:moveTo>
                  <a:pt x="3395881" y="1063178"/>
                </a:moveTo>
                <a:lnTo>
                  <a:pt x="3395882" y="1063179"/>
                </a:lnTo>
                <a:close/>
                <a:moveTo>
                  <a:pt x="3239610" y="1063178"/>
                </a:moveTo>
                <a:lnTo>
                  <a:pt x="3239611" y="1063179"/>
                </a:lnTo>
                <a:close/>
                <a:moveTo>
                  <a:pt x="9100848" y="970170"/>
                </a:moveTo>
                <a:cubicBezTo>
                  <a:pt x="9079390" y="970170"/>
                  <a:pt x="9061995" y="987565"/>
                  <a:pt x="9061995" y="1009023"/>
                </a:cubicBezTo>
                <a:cubicBezTo>
                  <a:pt x="9061995" y="1030481"/>
                  <a:pt x="9079390" y="1047876"/>
                  <a:pt x="9100848" y="1047877"/>
                </a:cubicBezTo>
                <a:cubicBezTo>
                  <a:pt x="9122306" y="1047876"/>
                  <a:pt x="9139701" y="1030481"/>
                  <a:pt x="9139701" y="1009023"/>
                </a:cubicBezTo>
                <a:cubicBezTo>
                  <a:pt x="9139701" y="987565"/>
                  <a:pt x="9122306" y="970170"/>
                  <a:pt x="9100848" y="970170"/>
                </a:cubicBezTo>
                <a:close/>
                <a:moveTo>
                  <a:pt x="8944577" y="970170"/>
                </a:moveTo>
                <a:cubicBezTo>
                  <a:pt x="8923119" y="970170"/>
                  <a:pt x="8905724" y="987565"/>
                  <a:pt x="8905724" y="1009023"/>
                </a:cubicBezTo>
                <a:cubicBezTo>
                  <a:pt x="8905724" y="1030481"/>
                  <a:pt x="8923119" y="1047876"/>
                  <a:pt x="8944577" y="1047877"/>
                </a:cubicBezTo>
                <a:cubicBezTo>
                  <a:pt x="8966035" y="1047876"/>
                  <a:pt x="8983430" y="1030481"/>
                  <a:pt x="8983430" y="1009023"/>
                </a:cubicBezTo>
                <a:cubicBezTo>
                  <a:pt x="8983430" y="987565"/>
                  <a:pt x="8966035" y="970170"/>
                  <a:pt x="8944577" y="970170"/>
                </a:cubicBezTo>
                <a:close/>
                <a:moveTo>
                  <a:pt x="8820023" y="970170"/>
                </a:moveTo>
                <a:cubicBezTo>
                  <a:pt x="8798565" y="970170"/>
                  <a:pt x="8781170" y="987565"/>
                  <a:pt x="8781170" y="1009023"/>
                </a:cubicBezTo>
                <a:cubicBezTo>
                  <a:pt x="8781170" y="1030481"/>
                  <a:pt x="8798565" y="1047876"/>
                  <a:pt x="8820023" y="1047877"/>
                </a:cubicBezTo>
                <a:cubicBezTo>
                  <a:pt x="8841481" y="1047876"/>
                  <a:pt x="8858876" y="1030481"/>
                  <a:pt x="8858876" y="1009023"/>
                </a:cubicBezTo>
                <a:cubicBezTo>
                  <a:pt x="8858876" y="987565"/>
                  <a:pt x="8841481" y="970170"/>
                  <a:pt x="8820023" y="970170"/>
                </a:cubicBezTo>
                <a:close/>
                <a:moveTo>
                  <a:pt x="8632036" y="970170"/>
                </a:moveTo>
                <a:cubicBezTo>
                  <a:pt x="8610578" y="970170"/>
                  <a:pt x="8593183" y="987565"/>
                  <a:pt x="8593183" y="1009023"/>
                </a:cubicBezTo>
                <a:cubicBezTo>
                  <a:pt x="8593183" y="1030481"/>
                  <a:pt x="8610578" y="1047876"/>
                  <a:pt x="8632036" y="1047877"/>
                </a:cubicBezTo>
                <a:cubicBezTo>
                  <a:pt x="8653494" y="1047876"/>
                  <a:pt x="8670889" y="1030481"/>
                  <a:pt x="8670889" y="1009023"/>
                </a:cubicBezTo>
                <a:cubicBezTo>
                  <a:pt x="8670889" y="987565"/>
                  <a:pt x="8653494" y="970170"/>
                  <a:pt x="8632036" y="970170"/>
                </a:cubicBezTo>
                <a:close/>
                <a:moveTo>
                  <a:pt x="8475766" y="970170"/>
                </a:moveTo>
                <a:cubicBezTo>
                  <a:pt x="8454308" y="970170"/>
                  <a:pt x="8436913" y="987565"/>
                  <a:pt x="8436913" y="1009023"/>
                </a:cubicBezTo>
                <a:cubicBezTo>
                  <a:pt x="8436913" y="1030481"/>
                  <a:pt x="8454308" y="1047876"/>
                  <a:pt x="8475766" y="1047877"/>
                </a:cubicBezTo>
                <a:cubicBezTo>
                  <a:pt x="8497224" y="1047876"/>
                  <a:pt x="8514619" y="1030481"/>
                  <a:pt x="8514619" y="1009023"/>
                </a:cubicBezTo>
                <a:cubicBezTo>
                  <a:pt x="8514619" y="987565"/>
                  <a:pt x="8497224" y="970170"/>
                  <a:pt x="8475766" y="970170"/>
                </a:cubicBezTo>
                <a:close/>
                <a:moveTo>
                  <a:pt x="8351212" y="970170"/>
                </a:moveTo>
                <a:cubicBezTo>
                  <a:pt x="8329754" y="970170"/>
                  <a:pt x="8312359" y="987565"/>
                  <a:pt x="8312359" y="1009023"/>
                </a:cubicBezTo>
                <a:cubicBezTo>
                  <a:pt x="8312359" y="1030481"/>
                  <a:pt x="8329754" y="1047876"/>
                  <a:pt x="8351212" y="1047877"/>
                </a:cubicBezTo>
                <a:cubicBezTo>
                  <a:pt x="8372670" y="1047876"/>
                  <a:pt x="8390065" y="1030481"/>
                  <a:pt x="8390065" y="1009023"/>
                </a:cubicBezTo>
                <a:cubicBezTo>
                  <a:pt x="8390065" y="987565"/>
                  <a:pt x="8372670" y="970170"/>
                  <a:pt x="8351212" y="970170"/>
                </a:cubicBezTo>
                <a:close/>
                <a:moveTo>
                  <a:pt x="8194942" y="970170"/>
                </a:moveTo>
                <a:cubicBezTo>
                  <a:pt x="8173484" y="970170"/>
                  <a:pt x="8156089" y="987565"/>
                  <a:pt x="8156089" y="1009023"/>
                </a:cubicBezTo>
                <a:cubicBezTo>
                  <a:pt x="8156089" y="1030481"/>
                  <a:pt x="8173484" y="1047876"/>
                  <a:pt x="8194942" y="1047877"/>
                </a:cubicBezTo>
                <a:cubicBezTo>
                  <a:pt x="8216400" y="1047876"/>
                  <a:pt x="8233795" y="1030481"/>
                  <a:pt x="8233795" y="1009023"/>
                </a:cubicBezTo>
                <a:cubicBezTo>
                  <a:pt x="8233795" y="987565"/>
                  <a:pt x="8216400" y="970170"/>
                  <a:pt x="8194942" y="970170"/>
                </a:cubicBezTo>
                <a:close/>
                <a:moveTo>
                  <a:pt x="8006955" y="970170"/>
                </a:moveTo>
                <a:cubicBezTo>
                  <a:pt x="7985497" y="970170"/>
                  <a:pt x="7968102" y="987565"/>
                  <a:pt x="7968102" y="1009023"/>
                </a:cubicBezTo>
                <a:cubicBezTo>
                  <a:pt x="7968102" y="1030481"/>
                  <a:pt x="7985497" y="1047876"/>
                  <a:pt x="8006955" y="1047877"/>
                </a:cubicBezTo>
                <a:cubicBezTo>
                  <a:pt x="8028413" y="1047876"/>
                  <a:pt x="8045808" y="1030481"/>
                  <a:pt x="8045808" y="1009023"/>
                </a:cubicBezTo>
                <a:cubicBezTo>
                  <a:pt x="8045808" y="987565"/>
                  <a:pt x="8028413" y="970170"/>
                  <a:pt x="8006955" y="970170"/>
                </a:cubicBezTo>
                <a:close/>
                <a:moveTo>
                  <a:pt x="7882401" y="970170"/>
                </a:moveTo>
                <a:cubicBezTo>
                  <a:pt x="7860943" y="970170"/>
                  <a:pt x="7843548" y="987565"/>
                  <a:pt x="7843548" y="1009023"/>
                </a:cubicBezTo>
                <a:cubicBezTo>
                  <a:pt x="7843548" y="1030481"/>
                  <a:pt x="7860943" y="1047876"/>
                  <a:pt x="7882401" y="1047877"/>
                </a:cubicBezTo>
                <a:cubicBezTo>
                  <a:pt x="7903859" y="1047876"/>
                  <a:pt x="7921254" y="1030481"/>
                  <a:pt x="7921254" y="1009023"/>
                </a:cubicBezTo>
                <a:cubicBezTo>
                  <a:pt x="7921254" y="987565"/>
                  <a:pt x="7903859" y="970170"/>
                  <a:pt x="7882401" y="970170"/>
                </a:cubicBezTo>
                <a:close/>
                <a:moveTo>
                  <a:pt x="7726130" y="970170"/>
                </a:moveTo>
                <a:cubicBezTo>
                  <a:pt x="7704672" y="970170"/>
                  <a:pt x="7687277" y="987565"/>
                  <a:pt x="7687277" y="1009023"/>
                </a:cubicBezTo>
                <a:cubicBezTo>
                  <a:pt x="7687277" y="1030481"/>
                  <a:pt x="7704672" y="1047876"/>
                  <a:pt x="7726130" y="1047877"/>
                </a:cubicBezTo>
                <a:cubicBezTo>
                  <a:pt x="7747588" y="1047876"/>
                  <a:pt x="7764983" y="1030481"/>
                  <a:pt x="7764983" y="1009023"/>
                </a:cubicBezTo>
                <a:cubicBezTo>
                  <a:pt x="7764983" y="987565"/>
                  <a:pt x="7747588" y="970170"/>
                  <a:pt x="7726130" y="970170"/>
                </a:cubicBezTo>
                <a:close/>
                <a:moveTo>
                  <a:pt x="7601576" y="970170"/>
                </a:moveTo>
                <a:cubicBezTo>
                  <a:pt x="7580118" y="970170"/>
                  <a:pt x="7562723" y="987565"/>
                  <a:pt x="7562723" y="1009023"/>
                </a:cubicBezTo>
                <a:cubicBezTo>
                  <a:pt x="7562723" y="1030481"/>
                  <a:pt x="7580118" y="1047876"/>
                  <a:pt x="7601576" y="1047877"/>
                </a:cubicBezTo>
                <a:cubicBezTo>
                  <a:pt x="7623034" y="1047876"/>
                  <a:pt x="7640429" y="1030481"/>
                  <a:pt x="7640429" y="1009023"/>
                </a:cubicBezTo>
                <a:cubicBezTo>
                  <a:pt x="7640429" y="987565"/>
                  <a:pt x="7623034" y="970170"/>
                  <a:pt x="7601576" y="970170"/>
                </a:cubicBezTo>
                <a:close/>
                <a:moveTo>
                  <a:pt x="7413589" y="970170"/>
                </a:moveTo>
                <a:cubicBezTo>
                  <a:pt x="7392131" y="970170"/>
                  <a:pt x="7374736" y="987565"/>
                  <a:pt x="7374736" y="1009023"/>
                </a:cubicBezTo>
                <a:cubicBezTo>
                  <a:pt x="7374736" y="1030481"/>
                  <a:pt x="7392131" y="1047876"/>
                  <a:pt x="7413589" y="1047877"/>
                </a:cubicBezTo>
                <a:cubicBezTo>
                  <a:pt x="7435047" y="1047876"/>
                  <a:pt x="7452442" y="1030481"/>
                  <a:pt x="7452442" y="1009023"/>
                </a:cubicBezTo>
                <a:cubicBezTo>
                  <a:pt x="7452442" y="987565"/>
                  <a:pt x="7435047" y="970170"/>
                  <a:pt x="7413589" y="970170"/>
                </a:cubicBezTo>
                <a:close/>
                <a:moveTo>
                  <a:pt x="7257319" y="970170"/>
                </a:moveTo>
                <a:cubicBezTo>
                  <a:pt x="7235861" y="970170"/>
                  <a:pt x="7218466" y="987565"/>
                  <a:pt x="7218466" y="1009023"/>
                </a:cubicBezTo>
                <a:cubicBezTo>
                  <a:pt x="7218466" y="1030481"/>
                  <a:pt x="7235861" y="1047876"/>
                  <a:pt x="7257319" y="1047877"/>
                </a:cubicBezTo>
                <a:cubicBezTo>
                  <a:pt x="7278777" y="1047876"/>
                  <a:pt x="7296172" y="1030481"/>
                  <a:pt x="7296172" y="1009023"/>
                </a:cubicBezTo>
                <a:cubicBezTo>
                  <a:pt x="7296172" y="987565"/>
                  <a:pt x="7278777" y="970170"/>
                  <a:pt x="7257319" y="970170"/>
                </a:cubicBezTo>
                <a:close/>
                <a:moveTo>
                  <a:pt x="7129359" y="970170"/>
                </a:moveTo>
                <a:cubicBezTo>
                  <a:pt x="7107901" y="970170"/>
                  <a:pt x="7090506" y="987565"/>
                  <a:pt x="7090506" y="1009023"/>
                </a:cubicBezTo>
                <a:cubicBezTo>
                  <a:pt x="7090506" y="1030481"/>
                  <a:pt x="7107901" y="1047876"/>
                  <a:pt x="7129359" y="1047876"/>
                </a:cubicBezTo>
                <a:cubicBezTo>
                  <a:pt x="7150817" y="1047876"/>
                  <a:pt x="7168212" y="1030481"/>
                  <a:pt x="7168212" y="1009023"/>
                </a:cubicBezTo>
                <a:cubicBezTo>
                  <a:pt x="7168212" y="987565"/>
                  <a:pt x="7150817" y="970170"/>
                  <a:pt x="7129359" y="970170"/>
                </a:cubicBezTo>
                <a:close/>
                <a:moveTo>
                  <a:pt x="6973087" y="970170"/>
                </a:moveTo>
                <a:cubicBezTo>
                  <a:pt x="6951629" y="970170"/>
                  <a:pt x="6934234" y="987565"/>
                  <a:pt x="6934234" y="1009023"/>
                </a:cubicBezTo>
                <a:cubicBezTo>
                  <a:pt x="6934234" y="1030481"/>
                  <a:pt x="6951629" y="1047876"/>
                  <a:pt x="6973087" y="1047876"/>
                </a:cubicBezTo>
                <a:cubicBezTo>
                  <a:pt x="6994545" y="1047876"/>
                  <a:pt x="7011940" y="1030481"/>
                  <a:pt x="7011940" y="1009023"/>
                </a:cubicBezTo>
                <a:cubicBezTo>
                  <a:pt x="7011940" y="987565"/>
                  <a:pt x="6994545" y="970170"/>
                  <a:pt x="6973087" y="970170"/>
                </a:cubicBezTo>
                <a:close/>
                <a:moveTo>
                  <a:pt x="6785100" y="970170"/>
                </a:moveTo>
                <a:cubicBezTo>
                  <a:pt x="6763642" y="970170"/>
                  <a:pt x="6746247" y="987565"/>
                  <a:pt x="6746247" y="1009023"/>
                </a:cubicBezTo>
                <a:cubicBezTo>
                  <a:pt x="6746247" y="1030481"/>
                  <a:pt x="6763642" y="1047876"/>
                  <a:pt x="6785100" y="1047876"/>
                </a:cubicBezTo>
                <a:cubicBezTo>
                  <a:pt x="6806558" y="1047876"/>
                  <a:pt x="6823953" y="1030481"/>
                  <a:pt x="6823953" y="1009023"/>
                </a:cubicBezTo>
                <a:cubicBezTo>
                  <a:pt x="6823953" y="987565"/>
                  <a:pt x="6806558" y="970170"/>
                  <a:pt x="6785100" y="970170"/>
                </a:cubicBezTo>
                <a:close/>
                <a:moveTo>
                  <a:pt x="6660546" y="970170"/>
                </a:moveTo>
                <a:cubicBezTo>
                  <a:pt x="6639088" y="970170"/>
                  <a:pt x="6621693" y="987565"/>
                  <a:pt x="6621693" y="1009023"/>
                </a:cubicBezTo>
                <a:cubicBezTo>
                  <a:pt x="6621693" y="1030481"/>
                  <a:pt x="6639088" y="1047876"/>
                  <a:pt x="6660546" y="1047876"/>
                </a:cubicBezTo>
                <a:cubicBezTo>
                  <a:pt x="6682004" y="1047876"/>
                  <a:pt x="6699399" y="1030481"/>
                  <a:pt x="6699399" y="1009023"/>
                </a:cubicBezTo>
                <a:cubicBezTo>
                  <a:pt x="6699399" y="987565"/>
                  <a:pt x="6682004" y="970170"/>
                  <a:pt x="6660546" y="970170"/>
                </a:cubicBezTo>
                <a:close/>
                <a:moveTo>
                  <a:pt x="6504275" y="970170"/>
                </a:moveTo>
                <a:cubicBezTo>
                  <a:pt x="6482817" y="970170"/>
                  <a:pt x="6465422" y="987565"/>
                  <a:pt x="6465422" y="1009023"/>
                </a:cubicBezTo>
                <a:cubicBezTo>
                  <a:pt x="6465422" y="1030481"/>
                  <a:pt x="6482817" y="1047876"/>
                  <a:pt x="6504275" y="1047876"/>
                </a:cubicBezTo>
                <a:cubicBezTo>
                  <a:pt x="6525733" y="1047876"/>
                  <a:pt x="6543128" y="1030481"/>
                  <a:pt x="6543128" y="1009023"/>
                </a:cubicBezTo>
                <a:cubicBezTo>
                  <a:pt x="6543128" y="987565"/>
                  <a:pt x="6525733" y="970170"/>
                  <a:pt x="6504275" y="970170"/>
                </a:cubicBezTo>
                <a:close/>
                <a:moveTo>
                  <a:pt x="6379721" y="970170"/>
                </a:moveTo>
                <a:cubicBezTo>
                  <a:pt x="6358263" y="970170"/>
                  <a:pt x="6340868" y="987565"/>
                  <a:pt x="6340868" y="1009023"/>
                </a:cubicBezTo>
                <a:cubicBezTo>
                  <a:pt x="6340868" y="1030481"/>
                  <a:pt x="6358263" y="1047876"/>
                  <a:pt x="6379721" y="1047876"/>
                </a:cubicBezTo>
                <a:cubicBezTo>
                  <a:pt x="6401179" y="1047876"/>
                  <a:pt x="6418574" y="1030481"/>
                  <a:pt x="6418574" y="1009023"/>
                </a:cubicBezTo>
                <a:cubicBezTo>
                  <a:pt x="6418574" y="987565"/>
                  <a:pt x="6401179" y="970170"/>
                  <a:pt x="6379721" y="970170"/>
                </a:cubicBezTo>
                <a:close/>
                <a:moveTo>
                  <a:pt x="6191734" y="970170"/>
                </a:moveTo>
                <a:cubicBezTo>
                  <a:pt x="6170276" y="970170"/>
                  <a:pt x="6152881" y="987565"/>
                  <a:pt x="6152881" y="1009023"/>
                </a:cubicBezTo>
                <a:cubicBezTo>
                  <a:pt x="6152881" y="1030481"/>
                  <a:pt x="6170276" y="1047876"/>
                  <a:pt x="6191734" y="1047876"/>
                </a:cubicBezTo>
                <a:cubicBezTo>
                  <a:pt x="6213192" y="1047876"/>
                  <a:pt x="6230587" y="1030481"/>
                  <a:pt x="6230587" y="1009023"/>
                </a:cubicBezTo>
                <a:cubicBezTo>
                  <a:pt x="6230587" y="987565"/>
                  <a:pt x="6213192" y="970170"/>
                  <a:pt x="6191734" y="970170"/>
                </a:cubicBezTo>
                <a:close/>
                <a:moveTo>
                  <a:pt x="6035464" y="970170"/>
                </a:moveTo>
                <a:cubicBezTo>
                  <a:pt x="6014006" y="970170"/>
                  <a:pt x="5996611" y="987565"/>
                  <a:pt x="5996611" y="1009023"/>
                </a:cubicBezTo>
                <a:cubicBezTo>
                  <a:pt x="5996611" y="1030481"/>
                  <a:pt x="6014006" y="1047876"/>
                  <a:pt x="6035464" y="1047876"/>
                </a:cubicBezTo>
                <a:cubicBezTo>
                  <a:pt x="6056922" y="1047876"/>
                  <a:pt x="6074317" y="1030481"/>
                  <a:pt x="6074317" y="1009023"/>
                </a:cubicBezTo>
                <a:cubicBezTo>
                  <a:pt x="6074317" y="987565"/>
                  <a:pt x="6056922" y="970170"/>
                  <a:pt x="6035464" y="970170"/>
                </a:cubicBezTo>
                <a:close/>
                <a:moveTo>
                  <a:pt x="5910910" y="970170"/>
                </a:moveTo>
                <a:cubicBezTo>
                  <a:pt x="5889452" y="970170"/>
                  <a:pt x="5872057" y="987565"/>
                  <a:pt x="5872057" y="1009023"/>
                </a:cubicBezTo>
                <a:cubicBezTo>
                  <a:pt x="5872057" y="1030481"/>
                  <a:pt x="5889452" y="1047876"/>
                  <a:pt x="5910910" y="1047876"/>
                </a:cubicBezTo>
                <a:cubicBezTo>
                  <a:pt x="5932368" y="1047876"/>
                  <a:pt x="5949763" y="1030481"/>
                  <a:pt x="5949763" y="1009023"/>
                </a:cubicBezTo>
                <a:cubicBezTo>
                  <a:pt x="5949763" y="987565"/>
                  <a:pt x="5932368" y="970170"/>
                  <a:pt x="5910910" y="970170"/>
                </a:cubicBezTo>
                <a:close/>
                <a:moveTo>
                  <a:pt x="5754640" y="970170"/>
                </a:moveTo>
                <a:cubicBezTo>
                  <a:pt x="5733182" y="970170"/>
                  <a:pt x="5715787" y="987565"/>
                  <a:pt x="5715787" y="1009023"/>
                </a:cubicBezTo>
                <a:cubicBezTo>
                  <a:pt x="5715787" y="1030481"/>
                  <a:pt x="5733182" y="1047876"/>
                  <a:pt x="5754640" y="1047876"/>
                </a:cubicBezTo>
                <a:cubicBezTo>
                  <a:pt x="5776098" y="1047876"/>
                  <a:pt x="5793493" y="1030481"/>
                  <a:pt x="5793493" y="1009023"/>
                </a:cubicBezTo>
                <a:cubicBezTo>
                  <a:pt x="5793493" y="987565"/>
                  <a:pt x="5776098" y="970170"/>
                  <a:pt x="5754640" y="970170"/>
                </a:cubicBezTo>
                <a:close/>
                <a:moveTo>
                  <a:pt x="5566653" y="970170"/>
                </a:moveTo>
                <a:cubicBezTo>
                  <a:pt x="5545195" y="970170"/>
                  <a:pt x="5527800" y="987565"/>
                  <a:pt x="5527800" y="1009023"/>
                </a:cubicBezTo>
                <a:cubicBezTo>
                  <a:pt x="5527800" y="1030481"/>
                  <a:pt x="5545195" y="1047876"/>
                  <a:pt x="5566653" y="1047876"/>
                </a:cubicBezTo>
                <a:cubicBezTo>
                  <a:pt x="5588111" y="1047876"/>
                  <a:pt x="5605506" y="1030481"/>
                  <a:pt x="5605506" y="1009023"/>
                </a:cubicBezTo>
                <a:cubicBezTo>
                  <a:pt x="5605506" y="987565"/>
                  <a:pt x="5588111" y="970170"/>
                  <a:pt x="5566653" y="970170"/>
                </a:cubicBezTo>
                <a:close/>
                <a:moveTo>
                  <a:pt x="5442099" y="970170"/>
                </a:moveTo>
                <a:cubicBezTo>
                  <a:pt x="5420641" y="970170"/>
                  <a:pt x="5403246" y="987565"/>
                  <a:pt x="5403246" y="1009023"/>
                </a:cubicBezTo>
                <a:cubicBezTo>
                  <a:pt x="5403246" y="1030481"/>
                  <a:pt x="5420641" y="1047876"/>
                  <a:pt x="5442099" y="1047876"/>
                </a:cubicBezTo>
                <a:cubicBezTo>
                  <a:pt x="5463557" y="1047876"/>
                  <a:pt x="5480952" y="1030481"/>
                  <a:pt x="5480952" y="1009023"/>
                </a:cubicBezTo>
                <a:cubicBezTo>
                  <a:pt x="5480952" y="987565"/>
                  <a:pt x="5463557" y="970170"/>
                  <a:pt x="5442099" y="970170"/>
                </a:cubicBezTo>
                <a:close/>
                <a:moveTo>
                  <a:pt x="5285828" y="970170"/>
                </a:moveTo>
                <a:cubicBezTo>
                  <a:pt x="5264370" y="970170"/>
                  <a:pt x="5246975" y="987565"/>
                  <a:pt x="5246975" y="1009023"/>
                </a:cubicBezTo>
                <a:cubicBezTo>
                  <a:pt x="5246975" y="1030481"/>
                  <a:pt x="5264370" y="1047876"/>
                  <a:pt x="5285828" y="1047876"/>
                </a:cubicBezTo>
                <a:cubicBezTo>
                  <a:pt x="5307286" y="1047876"/>
                  <a:pt x="5324681" y="1030481"/>
                  <a:pt x="5324681" y="1009023"/>
                </a:cubicBezTo>
                <a:cubicBezTo>
                  <a:pt x="5324681" y="987565"/>
                  <a:pt x="5307286" y="970170"/>
                  <a:pt x="5285828" y="970170"/>
                </a:cubicBezTo>
                <a:close/>
                <a:moveTo>
                  <a:pt x="5161274" y="970170"/>
                </a:moveTo>
                <a:cubicBezTo>
                  <a:pt x="5139816" y="970170"/>
                  <a:pt x="5122421" y="987565"/>
                  <a:pt x="5122421" y="1009023"/>
                </a:cubicBezTo>
                <a:cubicBezTo>
                  <a:pt x="5122421" y="1030481"/>
                  <a:pt x="5139816" y="1047876"/>
                  <a:pt x="5161274" y="1047876"/>
                </a:cubicBezTo>
                <a:cubicBezTo>
                  <a:pt x="5182732" y="1047876"/>
                  <a:pt x="5200127" y="1030481"/>
                  <a:pt x="5200127" y="1009023"/>
                </a:cubicBezTo>
                <a:cubicBezTo>
                  <a:pt x="5200127" y="987565"/>
                  <a:pt x="5182732" y="970170"/>
                  <a:pt x="5161274" y="970170"/>
                </a:cubicBezTo>
                <a:close/>
                <a:moveTo>
                  <a:pt x="4973287" y="970170"/>
                </a:moveTo>
                <a:cubicBezTo>
                  <a:pt x="4951829" y="970170"/>
                  <a:pt x="4934434" y="987565"/>
                  <a:pt x="4934434" y="1009023"/>
                </a:cubicBezTo>
                <a:cubicBezTo>
                  <a:pt x="4934434" y="1030481"/>
                  <a:pt x="4951829" y="1047876"/>
                  <a:pt x="4973287" y="1047876"/>
                </a:cubicBezTo>
                <a:cubicBezTo>
                  <a:pt x="4994745" y="1047876"/>
                  <a:pt x="5012140" y="1030481"/>
                  <a:pt x="5012140" y="1009023"/>
                </a:cubicBezTo>
                <a:cubicBezTo>
                  <a:pt x="5012140" y="987565"/>
                  <a:pt x="4994745" y="970170"/>
                  <a:pt x="4973287" y="970170"/>
                </a:cubicBezTo>
                <a:close/>
                <a:moveTo>
                  <a:pt x="4817017" y="970170"/>
                </a:moveTo>
                <a:cubicBezTo>
                  <a:pt x="4795559" y="970170"/>
                  <a:pt x="4778164" y="987565"/>
                  <a:pt x="4778164" y="1009023"/>
                </a:cubicBezTo>
                <a:cubicBezTo>
                  <a:pt x="4778164" y="1030481"/>
                  <a:pt x="4795559" y="1047876"/>
                  <a:pt x="4817017" y="1047876"/>
                </a:cubicBezTo>
                <a:cubicBezTo>
                  <a:pt x="4838475" y="1047876"/>
                  <a:pt x="4855870" y="1030481"/>
                  <a:pt x="4855870" y="1009023"/>
                </a:cubicBezTo>
                <a:cubicBezTo>
                  <a:pt x="4855870" y="987565"/>
                  <a:pt x="4838475" y="970170"/>
                  <a:pt x="4817017" y="970170"/>
                </a:cubicBezTo>
                <a:close/>
                <a:moveTo>
                  <a:pt x="4692463" y="970170"/>
                </a:moveTo>
                <a:cubicBezTo>
                  <a:pt x="4671005" y="970170"/>
                  <a:pt x="4653610" y="987565"/>
                  <a:pt x="4653610" y="1009023"/>
                </a:cubicBezTo>
                <a:cubicBezTo>
                  <a:pt x="4653610" y="1030481"/>
                  <a:pt x="4671005" y="1047876"/>
                  <a:pt x="4692463" y="1047876"/>
                </a:cubicBezTo>
                <a:cubicBezTo>
                  <a:pt x="4713921" y="1047876"/>
                  <a:pt x="4731316" y="1030481"/>
                  <a:pt x="4731316" y="1009023"/>
                </a:cubicBezTo>
                <a:cubicBezTo>
                  <a:pt x="4731316" y="987565"/>
                  <a:pt x="4713921" y="970170"/>
                  <a:pt x="4692463" y="970170"/>
                </a:cubicBezTo>
                <a:close/>
                <a:moveTo>
                  <a:pt x="4536193" y="970170"/>
                </a:moveTo>
                <a:cubicBezTo>
                  <a:pt x="4514735" y="970170"/>
                  <a:pt x="4497340" y="987565"/>
                  <a:pt x="4497340" y="1009023"/>
                </a:cubicBezTo>
                <a:cubicBezTo>
                  <a:pt x="4497340" y="1030481"/>
                  <a:pt x="4514735" y="1047876"/>
                  <a:pt x="4536193" y="1047876"/>
                </a:cubicBezTo>
                <a:cubicBezTo>
                  <a:pt x="4557651" y="1047876"/>
                  <a:pt x="4575046" y="1030481"/>
                  <a:pt x="4575046" y="1009023"/>
                </a:cubicBezTo>
                <a:cubicBezTo>
                  <a:pt x="4575046" y="987565"/>
                  <a:pt x="4557651" y="970170"/>
                  <a:pt x="4536193" y="970170"/>
                </a:cubicBezTo>
                <a:close/>
                <a:moveTo>
                  <a:pt x="4348206" y="970170"/>
                </a:moveTo>
                <a:cubicBezTo>
                  <a:pt x="4326748" y="970170"/>
                  <a:pt x="4309353" y="987565"/>
                  <a:pt x="4309353" y="1009023"/>
                </a:cubicBezTo>
                <a:cubicBezTo>
                  <a:pt x="4309353" y="1030481"/>
                  <a:pt x="4326748" y="1047876"/>
                  <a:pt x="4348206" y="1047876"/>
                </a:cubicBezTo>
                <a:cubicBezTo>
                  <a:pt x="4369664" y="1047876"/>
                  <a:pt x="4387059" y="1030481"/>
                  <a:pt x="4387059" y="1009023"/>
                </a:cubicBezTo>
                <a:cubicBezTo>
                  <a:pt x="4387059" y="987565"/>
                  <a:pt x="4369664" y="970170"/>
                  <a:pt x="4348206" y="970170"/>
                </a:cubicBezTo>
                <a:close/>
                <a:moveTo>
                  <a:pt x="4223652" y="970170"/>
                </a:moveTo>
                <a:cubicBezTo>
                  <a:pt x="4202194" y="970170"/>
                  <a:pt x="4184799" y="987565"/>
                  <a:pt x="4184799" y="1009023"/>
                </a:cubicBezTo>
                <a:cubicBezTo>
                  <a:pt x="4184799" y="1030481"/>
                  <a:pt x="4202194" y="1047876"/>
                  <a:pt x="4223652" y="1047876"/>
                </a:cubicBezTo>
                <a:cubicBezTo>
                  <a:pt x="4245110" y="1047876"/>
                  <a:pt x="4262505" y="1030481"/>
                  <a:pt x="4262505" y="1009023"/>
                </a:cubicBezTo>
                <a:cubicBezTo>
                  <a:pt x="4262505" y="987565"/>
                  <a:pt x="4245110" y="970170"/>
                  <a:pt x="4223652" y="970170"/>
                </a:cubicBezTo>
                <a:close/>
                <a:moveTo>
                  <a:pt x="4067381" y="970170"/>
                </a:moveTo>
                <a:cubicBezTo>
                  <a:pt x="4045923" y="970170"/>
                  <a:pt x="4028528" y="987565"/>
                  <a:pt x="4028528" y="1009023"/>
                </a:cubicBezTo>
                <a:cubicBezTo>
                  <a:pt x="4028528" y="1030481"/>
                  <a:pt x="4045923" y="1047876"/>
                  <a:pt x="4067381" y="1047876"/>
                </a:cubicBezTo>
                <a:cubicBezTo>
                  <a:pt x="4088839" y="1047876"/>
                  <a:pt x="4106234" y="1030481"/>
                  <a:pt x="4106234" y="1009023"/>
                </a:cubicBezTo>
                <a:cubicBezTo>
                  <a:pt x="4106234" y="987565"/>
                  <a:pt x="4088839" y="970170"/>
                  <a:pt x="4067381" y="970170"/>
                </a:cubicBezTo>
                <a:close/>
                <a:moveTo>
                  <a:pt x="3942827" y="970170"/>
                </a:moveTo>
                <a:cubicBezTo>
                  <a:pt x="3921369" y="970170"/>
                  <a:pt x="3903974" y="987565"/>
                  <a:pt x="3903974" y="1009023"/>
                </a:cubicBezTo>
                <a:cubicBezTo>
                  <a:pt x="3903974" y="1030481"/>
                  <a:pt x="3921369" y="1047876"/>
                  <a:pt x="3942827" y="1047876"/>
                </a:cubicBezTo>
                <a:cubicBezTo>
                  <a:pt x="3964285" y="1047876"/>
                  <a:pt x="3981680" y="1030481"/>
                  <a:pt x="3981680" y="1009023"/>
                </a:cubicBezTo>
                <a:cubicBezTo>
                  <a:pt x="3981680" y="987565"/>
                  <a:pt x="3964285" y="970170"/>
                  <a:pt x="3942827" y="970170"/>
                </a:cubicBezTo>
                <a:close/>
                <a:moveTo>
                  <a:pt x="3754840" y="970170"/>
                </a:moveTo>
                <a:cubicBezTo>
                  <a:pt x="3733382" y="970170"/>
                  <a:pt x="3715987" y="987565"/>
                  <a:pt x="3715987" y="1009023"/>
                </a:cubicBezTo>
                <a:cubicBezTo>
                  <a:pt x="3715987" y="1030481"/>
                  <a:pt x="3733382" y="1047876"/>
                  <a:pt x="3754840" y="1047876"/>
                </a:cubicBezTo>
                <a:cubicBezTo>
                  <a:pt x="3776298" y="1047876"/>
                  <a:pt x="3793693" y="1030481"/>
                  <a:pt x="3793693" y="1009023"/>
                </a:cubicBezTo>
                <a:cubicBezTo>
                  <a:pt x="3793693" y="987565"/>
                  <a:pt x="3776298" y="970170"/>
                  <a:pt x="3754840" y="970170"/>
                </a:cubicBezTo>
                <a:close/>
                <a:moveTo>
                  <a:pt x="3598570" y="970170"/>
                </a:moveTo>
                <a:cubicBezTo>
                  <a:pt x="3577112" y="970170"/>
                  <a:pt x="3559717" y="987565"/>
                  <a:pt x="3559717" y="1009023"/>
                </a:cubicBezTo>
                <a:cubicBezTo>
                  <a:pt x="3559717" y="1030481"/>
                  <a:pt x="3577112" y="1047876"/>
                  <a:pt x="3598570" y="1047876"/>
                </a:cubicBezTo>
                <a:cubicBezTo>
                  <a:pt x="3620028" y="1047876"/>
                  <a:pt x="3637423" y="1030481"/>
                  <a:pt x="3637423" y="1009023"/>
                </a:cubicBezTo>
                <a:cubicBezTo>
                  <a:pt x="3637423" y="987565"/>
                  <a:pt x="3620028" y="970170"/>
                  <a:pt x="3598570" y="970170"/>
                </a:cubicBezTo>
                <a:close/>
                <a:moveTo>
                  <a:pt x="3474016" y="970170"/>
                </a:moveTo>
                <a:cubicBezTo>
                  <a:pt x="3452558" y="970170"/>
                  <a:pt x="3435163" y="987565"/>
                  <a:pt x="3435163" y="1009023"/>
                </a:cubicBezTo>
                <a:cubicBezTo>
                  <a:pt x="3435163" y="1030481"/>
                  <a:pt x="3452558" y="1047876"/>
                  <a:pt x="3474016" y="1047876"/>
                </a:cubicBezTo>
                <a:cubicBezTo>
                  <a:pt x="3495474" y="1047876"/>
                  <a:pt x="3512869" y="1030481"/>
                  <a:pt x="3512869" y="1009023"/>
                </a:cubicBezTo>
                <a:cubicBezTo>
                  <a:pt x="3512869" y="987565"/>
                  <a:pt x="3495474" y="970170"/>
                  <a:pt x="3474016" y="970170"/>
                </a:cubicBezTo>
                <a:close/>
                <a:moveTo>
                  <a:pt x="3317746" y="970170"/>
                </a:moveTo>
                <a:cubicBezTo>
                  <a:pt x="3296288" y="970170"/>
                  <a:pt x="3278893" y="987565"/>
                  <a:pt x="3278893" y="1009023"/>
                </a:cubicBezTo>
                <a:cubicBezTo>
                  <a:pt x="3278893" y="1030481"/>
                  <a:pt x="3296288" y="1047876"/>
                  <a:pt x="3317746" y="1047876"/>
                </a:cubicBezTo>
                <a:cubicBezTo>
                  <a:pt x="3339204" y="1047876"/>
                  <a:pt x="3356599" y="1030481"/>
                  <a:pt x="3356599" y="1009023"/>
                </a:cubicBezTo>
                <a:cubicBezTo>
                  <a:pt x="3356599" y="987565"/>
                  <a:pt x="3339204" y="970170"/>
                  <a:pt x="3317746" y="970170"/>
                </a:cubicBezTo>
                <a:close/>
                <a:moveTo>
                  <a:pt x="3129759" y="970170"/>
                </a:moveTo>
                <a:cubicBezTo>
                  <a:pt x="3108301" y="970170"/>
                  <a:pt x="3090906" y="987565"/>
                  <a:pt x="3090906" y="1009023"/>
                </a:cubicBezTo>
                <a:cubicBezTo>
                  <a:pt x="3090906" y="1030481"/>
                  <a:pt x="3108301" y="1047876"/>
                  <a:pt x="3129759" y="1047876"/>
                </a:cubicBezTo>
                <a:cubicBezTo>
                  <a:pt x="3151217" y="1047876"/>
                  <a:pt x="3168612" y="1030481"/>
                  <a:pt x="3168612" y="1009023"/>
                </a:cubicBezTo>
                <a:cubicBezTo>
                  <a:pt x="3168612" y="987565"/>
                  <a:pt x="3151217" y="970170"/>
                  <a:pt x="3129759" y="970170"/>
                </a:cubicBezTo>
                <a:close/>
                <a:moveTo>
                  <a:pt x="3005205" y="970170"/>
                </a:moveTo>
                <a:cubicBezTo>
                  <a:pt x="2983747" y="970170"/>
                  <a:pt x="2966352" y="987565"/>
                  <a:pt x="2966352" y="1009023"/>
                </a:cubicBezTo>
                <a:cubicBezTo>
                  <a:pt x="2966352" y="1030481"/>
                  <a:pt x="2983747" y="1047876"/>
                  <a:pt x="3005205" y="1047876"/>
                </a:cubicBezTo>
                <a:cubicBezTo>
                  <a:pt x="3026663" y="1047876"/>
                  <a:pt x="3044058" y="1030481"/>
                  <a:pt x="3044058" y="1009023"/>
                </a:cubicBezTo>
                <a:cubicBezTo>
                  <a:pt x="3044058" y="987565"/>
                  <a:pt x="3026663" y="970170"/>
                  <a:pt x="3005205" y="970170"/>
                </a:cubicBezTo>
                <a:close/>
                <a:moveTo>
                  <a:pt x="2848934" y="970170"/>
                </a:moveTo>
                <a:cubicBezTo>
                  <a:pt x="2827476" y="970170"/>
                  <a:pt x="2810081" y="987565"/>
                  <a:pt x="2810081" y="1009023"/>
                </a:cubicBezTo>
                <a:cubicBezTo>
                  <a:pt x="2810081" y="1030481"/>
                  <a:pt x="2827476" y="1047876"/>
                  <a:pt x="2848934" y="1047876"/>
                </a:cubicBezTo>
                <a:cubicBezTo>
                  <a:pt x="2870392" y="1047876"/>
                  <a:pt x="2887787" y="1030481"/>
                  <a:pt x="2887787" y="1009023"/>
                </a:cubicBezTo>
                <a:cubicBezTo>
                  <a:pt x="2887787" y="987565"/>
                  <a:pt x="2870392" y="970170"/>
                  <a:pt x="2848934" y="970170"/>
                </a:cubicBezTo>
                <a:close/>
                <a:moveTo>
                  <a:pt x="2724380" y="970170"/>
                </a:moveTo>
                <a:cubicBezTo>
                  <a:pt x="2702922" y="970170"/>
                  <a:pt x="2685527" y="987565"/>
                  <a:pt x="2685527" y="1009023"/>
                </a:cubicBezTo>
                <a:cubicBezTo>
                  <a:pt x="2685527" y="1030481"/>
                  <a:pt x="2702922" y="1047876"/>
                  <a:pt x="2724380" y="1047876"/>
                </a:cubicBezTo>
                <a:cubicBezTo>
                  <a:pt x="2745838" y="1047876"/>
                  <a:pt x="2763233" y="1030481"/>
                  <a:pt x="2763233" y="1009023"/>
                </a:cubicBezTo>
                <a:cubicBezTo>
                  <a:pt x="2763233" y="987565"/>
                  <a:pt x="2745838" y="970170"/>
                  <a:pt x="2724380" y="970170"/>
                </a:cubicBezTo>
                <a:close/>
                <a:moveTo>
                  <a:pt x="2536393" y="970170"/>
                </a:moveTo>
                <a:cubicBezTo>
                  <a:pt x="2514935" y="970170"/>
                  <a:pt x="2497540" y="987565"/>
                  <a:pt x="2497540" y="1009023"/>
                </a:cubicBezTo>
                <a:cubicBezTo>
                  <a:pt x="2497540" y="1030481"/>
                  <a:pt x="2514935" y="1047876"/>
                  <a:pt x="2536393" y="1047876"/>
                </a:cubicBezTo>
                <a:cubicBezTo>
                  <a:pt x="2557851" y="1047876"/>
                  <a:pt x="2575246" y="1030481"/>
                  <a:pt x="2575246" y="1009023"/>
                </a:cubicBezTo>
                <a:cubicBezTo>
                  <a:pt x="2575246" y="987565"/>
                  <a:pt x="2557851" y="970170"/>
                  <a:pt x="2536393" y="970170"/>
                </a:cubicBezTo>
                <a:close/>
                <a:moveTo>
                  <a:pt x="2380123" y="970170"/>
                </a:moveTo>
                <a:cubicBezTo>
                  <a:pt x="2358665" y="970170"/>
                  <a:pt x="2341270" y="987565"/>
                  <a:pt x="2341270" y="1009023"/>
                </a:cubicBezTo>
                <a:cubicBezTo>
                  <a:pt x="2341270" y="1030481"/>
                  <a:pt x="2358665" y="1047876"/>
                  <a:pt x="2380123" y="1047876"/>
                </a:cubicBezTo>
                <a:cubicBezTo>
                  <a:pt x="2401581" y="1047876"/>
                  <a:pt x="2418976" y="1030481"/>
                  <a:pt x="2418976" y="1009023"/>
                </a:cubicBezTo>
                <a:cubicBezTo>
                  <a:pt x="2418976" y="987565"/>
                  <a:pt x="2401581" y="970170"/>
                  <a:pt x="2380123" y="970170"/>
                </a:cubicBezTo>
                <a:close/>
                <a:moveTo>
                  <a:pt x="2255569" y="970170"/>
                </a:moveTo>
                <a:cubicBezTo>
                  <a:pt x="2234111" y="970170"/>
                  <a:pt x="2216716" y="987565"/>
                  <a:pt x="2216716" y="1009023"/>
                </a:cubicBezTo>
                <a:cubicBezTo>
                  <a:pt x="2216716" y="1030481"/>
                  <a:pt x="2234111" y="1047876"/>
                  <a:pt x="2255569" y="1047876"/>
                </a:cubicBezTo>
                <a:cubicBezTo>
                  <a:pt x="2277027" y="1047876"/>
                  <a:pt x="2294422" y="1030481"/>
                  <a:pt x="2294422" y="1009023"/>
                </a:cubicBezTo>
                <a:cubicBezTo>
                  <a:pt x="2294422" y="987565"/>
                  <a:pt x="2277027" y="970170"/>
                  <a:pt x="2255569" y="970170"/>
                </a:cubicBezTo>
                <a:close/>
                <a:moveTo>
                  <a:pt x="2099299" y="970170"/>
                </a:moveTo>
                <a:cubicBezTo>
                  <a:pt x="2077841" y="970170"/>
                  <a:pt x="2060446" y="987565"/>
                  <a:pt x="2060446" y="1009023"/>
                </a:cubicBezTo>
                <a:cubicBezTo>
                  <a:pt x="2060446" y="1030481"/>
                  <a:pt x="2077841" y="1047876"/>
                  <a:pt x="2099299" y="1047876"/>
                </a:cubicBezTo>
                <a:cubicBezTo>
                  <a:pt x="2120757" y="1047876"/>
                  <a:pt x="2138152" y="1030481"/>
                  <a:pt x="2138152" y="1009023"/>
                </a:cubicBezTo>
                <a:cubicBezTo>
                  <a:pt x="2138152" y="987565"/>
                  <a:pt x="2120757" y="970170"/>
                  <a:pt x="2099299" y="970170"/>
                </a:cubicBezTo>
                <a:close/>
                <a:moveTo>
                  <a:pt x="1911312" y="970170"/>
                </a:moveTo>
                <a:cubicBezTo>
                  <a:pt x="1889854" y="970170"/>
                  <a:pt x="1872459" y="987565"/>
                  <a:pt x="1872459" y="1009023"/>
                </a:cubicBezTo>
                <a:cubicBezTo>
                  <a:pt x="1872459" y="1030481"/>
                  <a:pt x="1889854" y="1047876"/>
                  <a:pt x="1911312" y="1047876"/>
                </a:cubicBezTo>
                <a:cubicBezTo>
                  <a:pt x="1932770" y="1047876"/>
                  <a:pt x="1950165" y="1030481"/>
                  <a:pt x="1950165" y="1009023"/>
                </a:cubicBezTo>
                <a:cubicBezTo>
                  <a:pt x="1950165" y="987565"/>
                  <a:pt x="1932770" y="970170"/>
                  <a:pt x="1911312" y="970170"/>
                </a:cubicBezTo>
                <a:close/>
                <a:moveTo>
                  <a:pt x="1786758" y="970170"/>
                </a:moveTo>
                <a:cubicBezTo>
                  <a:pt x="1765300" y="970170"/>
                  <a:pt x="1747905" y="987565"/>
                  <a:pt x="1747905" y="1009023"/>
                </a:cubicBezTo>
                <a:cubicBezTo>
                  <a:pt x="1747905" y="1030481"/>
                  <a:pt x="1765300" y="1047876"/>
                  <a:pt x="1786758" y="1047876"/>
                </a:cubicBezTo>
                <a:cubicBezTo>
                  <a:pt x="1808216" y="1047876"/>
                  <a:pt x="1825611" y="1030481"/>
                  <a:pt x="1825611" y="1009023"/>
                </a:cubicBezTo>
                <a:cubicBezTo>
                  <a:pt x="1825611" y="987565"/>
                  <a:pt x="1808216" y="970170"/>
                  <a:pt x="1786758" y="970170"/>
                </a:cubicBezTo>
                <a:close/>
                <a:moveTo>
                  <a:pt x="1630487" y="970170"/>
                </a:moveTo>
                <a:cubicBezTo>
                  <a:pt x="1609029" y="970170"/>
                  <a:pt x="1591634" y="987565"/>
                  <a:pt x="1591634" y="1009023"/>
                </a:cubicBezTo>
                <a:cubicBezTo>
                  <a:pt x="1591634" y="1030481"/>
                  <a:pt x="1609029" y="1047876"/>
                  <a:pt x="1630487" y="1047876"/>
                </a:cubicBezTo>
                <a:cubicBezTo>
                  <a:pt x="1651945" y="1047876"/>
                  <a:pt x="1669340" y="1030481"/>
                  <a:pt x="1669340" y="1009023"/>
                </a:cubicBezTo>
                <a:cubicBezTo>
                  <a:pt x="1669340" y="987565"/>
                  <a:pt x="1651945" y="970170"/>
                  <a:pt x="1630487" y="970170"/>
                </a:cubicBezTo>
                <a:close/>
                <a:moveTo>
                  <a:pt x="1505933" y="970170"/>
                </a:moveTo>
                <a:cubicBezTo>
                  <a:pt x="1484475" y="970170"/>
                  <a:pt x="1467080" y="987565"/>
                  <a:pt x="1467080" y="1009023"/>
                </a:cubicBezTo>
                <a:cubicBezTo>
                  <a:pt x="1467080" y="1030481"/>
                  <a:pt x="1484475" y="1047876"/>
                  <a:pt x="1505933" y="1047876"/>
                </a:cubicBezTo>
                <a:cubicBezTo>
                  <a:pt x="1527391" y="1047876"/>
                  <a:pt x="1544786" y="1030481"/>
                  <a:pt x="1544786" y="1009023"/>
                </a:cubicBezTo>
                <a:cubicBezTo>
                  <a:pt x="1544786" y="987565"/>
                  <a:pt x="1527391" y="970170"/>
                  <a:pt x="1505933" y="970170"/>
                </a:cubicBezTo>
                <a:close/>
                <a:moveTo>
                  <a:pt x="1317946" y="970170"/>
                </a:moveTo>
                <a:cubicBezTo>
                  <a:pt x="1296488" y="970170"/>
                  <a:pt x="1279093" y="987565"/>
                  <a:pt x="1279093" y="1009023"/>
                </a:cubicBezTo>
                <a:cubicBezTo>
                  <a:pt x="1279093" y="1030481"/>
                  <a:pt x="1296488" y="1047876"/>
                  <a:pt x="1317946" y="1047876"/>
                </a:cubicBezTo>
                <a:cubicBezTo>
                  <a:pt x="1339404" y="1047876"/>
                  <a:pt x="1356799" y="1030481"/>
                  <a:pt x="1356799" y="1009023"/>
                </a:cubicBezTo>
                <a:cubicBezTo>
                  <a:pt x="1356799" y="987565"/>
                  <a:pt x="1339404" y="970170"/>
                  <a:pt x="1317946" y="970170"/>
                </a:cubicBezTo>
                <a:close/>
                <a:moveTo>
                  <a:pt x="1161676" y="970170"/>
                </a:moveTo>
                <a:cubicBezTo>
                  <a:pt x="1140218" y="970170"/>
                  <a:pt x="1122823" y="987565"/>
                  <a:pt x="1122823" y="1009023"/>
                </a:cubicBezTo>
                <a:cubicBezTo>
                  <a:pt x="1122823" y="1030481"/>
                  <a:pt x="1140218" y="1047876"/>
                  <a:pt x="1161676" y="1047876"/>
                </a:cubicBezTo>
                <a:cubicBezTo>
                  <a:pt x="1183134" y="1047876"/>
                  <a:pt x="1200529" y="1030481"/>
                  <a:pt x="1200529" y="1009023"/>
                </a:cubicBezTo>
                <a:cubicBezTo>
                  <a:pt x="1200529" y="987565"/>
                  <a:pt x="1183134" y="970170"/>
                  <a:pt x="1161676" y="970170"/>
                </a:cubicBezTo>
                <a:close/>
                <a:moveTo>
                  <a:pt x="1037122" y="970170"/>
                </a:moveTo>
                <a:cubicBezTo>
                  <a:pt x="1015664" y="970170"/>
                  <a:pt x="998269" y="987565"/>
                  <a:pt x="998269" y="1009023"/>
                </a:cubicBezTo>
                <a:cubicBezTo>
                  <a:pt x="998269" y="1030481"/>
                  <a:pt x="1015664" y="1047876"/>
                  <a:pt x="1037122" y="1047877"/>
                </a:cubicBezTo>
                <a:cubicBezTo>
                  <a:pt x="1058580" y="1047876"/>
                  <a:pt x="1075975" y="1030481"/>
                  <a:pt x="1075975" y="1009023"/>
                </a:cubicBezTo>
                <a:cubicBezTo>
                  <a:pt x="1075975" y="987565"/>
                  <a:pt x="1058580" y="970170"/>
                  <a:pt x="1037122" y="970170"/>
                </a:cubicBezTo>
                <a:close/>
                <a:moveTo>
                  <a:pt x="880852" y="970170"/>
                </a:moveTo>
                <a:cubicBezTo>
                  <a:pt x="859394" y="970170"/>
                  <a:pt x="841999" y="987565"/>
                  <a:pt x="841999" y="1009023"/>
                </a:cubicBezTo>
                <a:cubicBezTo>
                  <a:pt x="842000" y="1030481"/>
                  <a:pt x="859394" y="1047876"/>
                  <a:pt x="880852" y="1047877"/>
                </a:cubicBezTo>
                <a:cubicBezTo>
                  <a:pt x="902310" y="1047876"/>
                  <a:pt x="919705" y="1030481"/>
                  <a:pt x="919705" y="1009023"/>
                </a:cubicBezTo>
                <a:cubicBezTo>
                  <a:pt x="919703" y="987565"/>
                  <a:pt x="902308" y="970170"/>
                  <a:pt x="880852" y="970170"/>
                </a:cubicBezTo>
                <a:close/>
                <a:moveTo>
                  <a:pt x="692865" y="970170"/>
                </a:moveTo>
                <a:cubicBezTo>
                  <a:pt x="671407" y="970170"/>
                  <a:pt x="654012" y="987565"/>
                  <a:pt x="654012" y="1009023"/>
                </a:cubicBezTo>
                <a:cubicBezTo>
                  <a:pt x="654013" y="1030481"/>
                  <a:pt x="671407" y="1047876"/>
                  <a:pt x="692865" y="1047877"/>
                </a:cubicBezTo>
                <a:cubicBezTo>
                  <a:pt x="714323" y="1047876"/>
                  <a:pt x="731718" y="1030481"/>
                  <a:pt x="731718" y="1009023"/>
                </a:cubicBezTo>
                <a:cubicBezTo>
                  <a:pt x="731716" y="987565"/>
                  <a:pt x="714321" y="970170"/>
                  <a:pt x="692865" y="970170"/>
                </a:cubicBezTo>
                <a:close/>
                <a:moveTo>
                  <a:pt x="568311" y="970170"/>
                </a:moveTo>
                <a:cubicBezTo>
                  <a:pt x="546853" y="970170"/>
                  <a:pt x="529458" y="987565"/>
                  <a:pt x="529458" y="1009023"/>
                </a:cubicBezTo>
                <a:cubicBezTo>
                  <a:pt x="529459" y="1030481"/>
                  <a:pt x="546853" y="1047876"/>
                  <a:pt x="568311" y="1047877"/>
                </a:cubicBezTo>
                <a:cubicBezTo>
                  <a:pt x="589769" y="1047876"/>
                  <a:pt x="607164" y="1030481"/>
                  <a:pt x="607164" y="1009023"/>
                </a:cubicBezTo>
                <a:cubicBezTo>
                  <a:pt x="607162" y="987565"/>
                  <a:pt x="589767" y="970170"/>
                  <a:pt x="568311" y="970170"/>
                </a:cubicBezTo>
                <a:close/>
                <a:moveTo>
                  <a:pt x="412040" y="970170"/>
                </a:moveTo>
                <a:cubicBezTo>
                  <a:pt x="390582" y="970170"/>
                  <a:pt x="373187" y="987565"/>
                  <a:pt x="373187" y="1009023"/>
                </a:cubicBezTo>
                <a:cubicBezTo>
                  <a:pt x="373187" y="1030481"/>
                  <a:pt x="390582" y="1047876"/>
                  <a:pt x="412040" y="1047876"/>
                </a:cubicBezTo>
                <a:cubicBezTo>
                  <a:pt x="433498" y="1047876"/>
                  <a:pt x="450893" y="1030481"/>
                  <a:pt x="450893" y="1009023"/>
                </a:cubicBezTo>
                <a:cubicBezTo>
                  <a:pt x="450893" y="987565"/>
                  <a:pt x="433498" y="970170"/>
                  <a:pt x="412040" y="970170"/>
                </a:cubicBezTo>
                <a:close/>
                <a:moveTo>
                  <a:pt x="287486" y="970170"/>
                </a:moveTo>
                <a:cubicBezTo>
                  <a:pt x="266028" y="970170"/>
                  <a:pt x="248633" y="987565"/>
                  <a:pt x="248633" y="1009023"/>
                </a:cubicBezTo>
                <a:cubicBezTo>
                  <a:pt x="248633" y="1030481"/>
                  <a:pt x="266028" y="1047876"/>
                  <a:pt x="287486" y="1047876"/>
                </a:cubicBezTo>
                <a:cubicBezTo>
                  <a:pt x="308944" y="1047876"/>
                  <a:pt x="326339" y="1030481"/>
                  <a:pt x="326339" y="1009023"/>
                </a:cubicBezTo>
                <a:cubicBezTo>
                  <a:pt x="326339" y="987565"/>
                  <a:pt x="308944" y="970170"/>
                  <a:pt x="287486" y="970170"/>
                </a:cubicBezTo>
                <a:close/>
                <a:moveTo>
                  <a:pt x="99499" y="970170"/>
                </a:moveTo>
                <a:cubicBezTo>
                  <a:pt x="78041" y="970170"/>
                  <a:pt x="60646" y="987565"/>
                  <a:pt x="60646" y="1009023"/>
                </a:cubicBezTo>
                <a:cubicBezTo>
                  <a:pt x="60646" y="1030481"/>
                  <a:pt x="78041" y="1047876"/>
                  <a:pt x="99499" y="1047876"/>
                </a:cubicBezTo>
                <a:cubicBezTo>
                  <a:pt x="120957" y="1047876"/>
                  <a:pt x="138352" y="1030481"/>
                  <a:pt x="138352" y="1009023"/>
                </a:cubicBezTo>
                <a:cubicBezTo>
                  <a:pt x="138352" y="987565"/>
                  <a:pt x="120957" y="970170"/>
                  <a:pt x="99499" y="970170"/>
                </a:cubicBezTo>
                <a:close/>
                <a:moveTo>
                  <a:pt x="9100848" y="954868"/>
                </a:moveTo>
                <a:cubicBezTo>
                  <a:pt x="9117372" y="954868"/>
                  <a:pt x="9132167" y="962269"/>
                  <a:pt x="9141594" y="974368"/>
                </a:cubicBezTo>
                <a:lnTo>
                  <a:pt x="9141594" y="1043679"/>
                </a:lnTo>
                <a:cubicBezTo>
                  <a:pt x="9132167" y="1055778"/>
                  <a:pt x="9117372" y="1063178"/>
                  <a:pt x="9100848" y="1063178"/>
                </a:cubicBezTo>
                <a:cubicBezTo>
                  <a:pt x="9070939" y="1063178"/>
                  <a:pt x="9046693" y="1038932"/>
                  <a:pt x="9046693" y="1009023"/>
                </a:cubicBezTo>
                <a:cubicBezTo>
                  <a:pt x="9046693" y="979114"/>
                  <a:pt x="9070939" y="954868"/>
                  <a:pt x="9100848" y="954868"/>
                </a:cubicBezTo>
                <a:close/>
                <a:moveTo>
                  <a:pt x="9022713" y="954868"/>
                </a:moveTo>
                <a:cubicBezTo>
                  <a:pt x="9026986" y="954868"/>
                  <a:pt x="9030450" y="958332"/>
                  <a:pt x="9030450" y="962605"/>
                </a:cubicBezTo>
                <a:cubicBezTo>
                  <a:pt x="9030450" y="993551"/>
                  <a:pt x="9030449" y="1024496"/>
                  <a:pt x="9030449" y="1055442"/>
                </a:cubicBezTo>
                <a:lnTo>
                  <a:pt x="9022713" y="1063178"/>
                </a:lnTo>
                <a:cubicBezTo>
                  <a:pt x="9018440" y="1063178"/>
                  <a:pt x="9014976" y="1059714"/>
                  <a:pt x="9014976" y="1055441"/>
                </a:cubicBezTo>
                <a:lnTo>
                  <a:pt x="9014976" y="962605"/>
                </a:lnTo>
                <a:cubicBezTo>
                  <a:pt x="9014976" y="958332"/>
                  <a:pt x="9018440" y="954868"/>
                  <a:pt x="9022713" y="954868"/>
                </a:cubicBezTo>
                <a:close/>
                <a:moveTo>
                  <a:pt x="8944577" y="954868"/>
                </a:moveTo>
                <a:cubicBezTo>
                  <a:pt x="8974486" y="954868"/>
                  <a:pt x="8998732" y="979114"/>
                  <a:pt x="8998732" y="1009023"/>
                </a:cubicBezTo>
                <a:cubicBezTo>
                  <a:pt x="8998732" y="1038932"/>
                  <a:pt x="8974486" y="1063178"/>
                  <a:pt x="8944577" y="1063178"/>
                </a:cubicBezTo>
                <a:cubicBezTo>
                  <a:pt x="8914668" y="1063178"/>
                  <a:pt x="8890422" y="1038932"/>
                  <a:pt x="8890422" y="1009023"/>
                </a:cubicBezTo>
                <a:cubicBezTo>
                  <a:pt x="8890422" y="979114"/>
                  <a:pt x="8914668" y="954868"/>
                  <a:pt x="8944577" y="954868"/>
                </a:cubicBezTo>
                <a:close/>
                <a:moveTo>
                  <a:pt x="8820023" y="954868"/>
                </a:moveTo>
                <a:cubicBezTo>
                  <a:pt x="8849932" y="954868"/>
                  <a:pt x="8874178" y="979114"/>
                  <a:pt x="8874178" y="1009023"/>
                </a:cubicBezTo>
                <a:cubicBezTo>
                  <a:pt x="8874178" y="1038932"/>
                  <a:pt x="8849932" y="1063178"/>
                  <a:pt x="8820023" y="1063178"/>
                </a:cubicBezTo>
                <a:cubicBezTo>
                  <a:pt x="8790114" y="1063178"/>
                  <a:pt x="8765868" y="1038932"/>
                  <a:pt x="8765868" y="1009023"/>
                </a:cubicBezTo>
                <a:cubicBezTo>
                  <a:pt x="8765868" y="979114"/>
                  <a:pt x="8790114" y="954868"/>
                  <a:pt x="8820023" y="954868"/>
                </a:cubicBezTo>
                <a:close/>
                <a:moveTo>
                  <a:pt x="8741889" y="954868"/>
                </a:moveTo>
                <a:cubicBezTo>
                  <a:pt x="8746162" y="954868"/>
                  <a:pt x="8749626" y="958332"/>
                  <a:pt x="8749626" y="962605"/>
                </a:cubicBezTo>
                <a:cubicBezTo>
                  <a:pt x="8749626" y="993551"/>
                  <a:pt x="8749625" y="1024496"/>
                  <a:pt x="8749625" y="1055442"/>
                </a:cubicBezTo>
                <a:lnTo>
                  <a:pt x="8741889" y="1063178"/>
                </a:lnTo>
                <a:cubicBezTo>
                  <a:pt x="8737616" y="1063178"/>
                  <a:pt x="8734152" y="1059714"/>
                  <a:pt x="8734152" y="1055441"/>
                </a:cubicBezTo>
                <a:lnTo>
                  <a:pt x="8734152" y="962605"/>
                </a:lnTo>
                <a:cubicBezTo>
                  <a:pt x="8734152" y="958332"/>
                  <a:pt x="8737616" y="954868"/>
                  <a:pt x="8741889" y="954868"/>
                </a:cubicBezTo>
                <a:close/>
                <a:moveTo>
                  <a:pt x="8710172" y="954868"/>
                </a:moveTo>
                <a:cubicBezTo>
                  <a:pt x="8714445" y="954868"/>
                  <a:pt x="8717909" y="958332"/>
                  <a:pt x="8717909" y="962605"/>
                </a:cubicBezTo>
                <a:cubicBezTo>
                  <a:pt x="8717909" y="993551"/>
                  <a:pt x="8717908" y="1024496"/>
                  <a:pt x="8717908" y="1055442"/>
                </a:cubicBezTo>
                <a:lnTo>
                  <a:pt x="8710172" y="1063178"/>
                </a:lnTo>
                <a:cubicBezTo>
                  <a:pt x="8705899" y="1063178"/>
                  <a:pt x="8702435" y="1059714"/>
                  <a:pt x="8702435" y="1055441"/>
                </a:cubicBezTo>
                <a:lnTo>
                  <a:pt x="8702435" y="962605"/>
                </a:lnTo>
                <a:cubicBezTo>
                  <a:pt x="8702435" y="958332"/>
                  <a:pt x="8705899" y="954868"/>
                  <a:pt x="8710172" y="954868"/>
                </a:cubicBezTo>
                <a:close/>
                <a:moveTo>
                  <a:pt x="8632036" y="954868"/>
                </a:moveTo>
                <a:cubicBezTo>
                  <a:pt x="8661945" y="954868"/>
                  <a:pt x="8686191" y="979114"/>
                  <a:pt x="8686191" y="1009023"/>
                </a:cubicBezTo>
                <a:cubicBezTo>
                  <a:pt x="8686191" y="1038932"/>
                  <a:pt x="8661945" y="1063178"/>
                  <a:pt x="8632036" y="1063178"/>
                </a:cubicBezTo>
                <a:cubicBezTo>
                  <a:pt x="8602127" y="1063178"/>
                  <a:pt x="8577881" y="1038932"/>
                  <a:pt x="8577881" y="1009023"/>
                </a:cubicBezTo>
                <a:cubicBezTo>
                  <a:pt x="8577881" y="979114"/>
                  <a:pt x="8602127" y="954868"/>
                  <a:pt x="8632036" y="954868"/>
                </a:cubicBezTo>
                <a:close/>
                <a:moveTo>
                  <a:pt x="8553902" y="954868"/>
                </a:moveTo>
                <a:cubicBezTo>
                  <a:pt x="8558175" y="954868"/>
                  <a:pt x="8561639" y="958332"/>
                  <a:pt x="8561639" y="962605"/>
                </a:cubicBezTo>
                <a:cubicBezTo>
                  <a:pt x="8561639" y="993551"/>
                  <a:pt x="8561638" y="1024496"/>
                  <a:pt x="8561638" y="1055442"/>
                </a:cubicBezTo>
                <a:lnTo>
                  <a:pt x="8553902" y="1063178"/>
                </a:lnTo>
                <a:cubicBezTo>
                  <a:pt x="8549629" y="1063178"/>
                  <a:pt x="8546165" y="1059714"/>
                  <a:pt x="8546165" y="1055441"/>
                </a:cubicBezTo>
                <a:lnTo>
                  <a:pt x="8546165" y="962605"/>
                </a:lnTo>
                <a:cubicBezTo>
                  <a:pt x="8546165" y="958332"/>
                  <a:pt x="8549629" y="954868"/>
                  <a:pt x="8553902" y="954868"/>
                </a:cubicBezTo>
                <a:close/>
                <a:moveTo>
                  <a:pt x="8475766" y="954868"/>
                </a:moveTo>
                <a:cubicBezTo>
                  <a:pt x="8505675" y="954868"/>
                  <a:pt x="8529921" y="979114"/>
                  <a:pt x="8529921" y="1009023"/>
                </a:cubicBezTo>
                <a:cubicBezTo>
                  <a:pt x="8529921" y="1038932"/>
                  <a:pt x="8505675" y="1063178"/>
                  <a:pt x="8475766" y="1063178"/>
                </a:cubicBezTo>
                <a:cubicBezTo>
                  <a:pt x="8445857" y="1063178"/>
                  <a:pt x="8421611" y="1038932"/>
                  <a:pt x="8421611" y="1009023"/>
                </a:cubicBezTo>
                <a:cubicBezTo>
                  <a:pt x="8421611" y="979114"/>
                  <a:pt x="8445857" y="954868"/>
                  <a:pt x="8475766" y="954868"/>
                </a:cubicBezTo>
                <a:close/>
                <a:moveTo>
                  <a:pt x="8351212" y="954868"/>
                </a:moveTo>
                <a:cubicBezTo>
                  <a:pt x="8381121" y="954868"/>
                  <a:pt x="8405367" y="979114"/>
                  <a:pt x="8405367" y="1009023"/>
                </a:cubicBezTo>
                <a:cubicBezTo>
                  <a:pt x="8405367" y="1038932"/>
                  <a:pt x="8381121" y="1063178"/>
                  <a:pt x="8351212" y="1063178"/>
                </a:cubicBezTo>
                <a:cubicBezTo>
                  <a:pt x="8321303" y="1063178"/>
                  <a:pt x="8297057" y="1038932"/>
                  <a:pt x="8297057" y="1009023"/>
                </a:cubicBezTo>
                <a:cubicBezTo>
                  <a:pt x="8297057" y="979114"/>
                  <a:pt x="8321303" y="954868"/>
                  <a:pt x="8351212" y="954868"/>
                </a:cubicBezTo>
                <a:close/>
                <a:moveTo>
                  <a:pt x="8273078" y="954868"/>
                </a:moveTo>
                <a:cubicBezTo>
                  <a:pt x="8277351" y="954868"/>
                  <a:pt x="8280815" y="958332"/>
                  <a:pt x="8280815" y="962605"/>
                </a:cubicBezTo>
                <a:cubicBezTo>
                  <a:pt x="8280815" y="993551"/>
                  <a:pt x="8280814" y="1024496"/>
                  <a:pt x="8280814" y="1055442"/>
                </a:cubicBezTo>
                <a:lnTo>
                  <a:pt x="8273078" y="1063178"/>
                </a:lnTo>
                <a:cubicBezTo>
                  <a:pt x="8268805" y="1063178"/>
                  <a:pt x="8265341" y="1059714"/>
                  <a:pt x="8265341" y="1055441"/>
                </a:cubicBezTo>
                <a:lnTo>
                  <a:pt x="8265341" y="962605"/>
                </a:lnTo>
                <a:cubicBezTo>
                  <a:pt x="8265341" y="958332"/>
                  <a:pt x="8268805" y="954868"/>
                  <a:pt x="8273078" y="954868"/>
                </a:cubicBezTo>
                <a:close/>
                <a:moveTo>
                  <a:pt x="8194942" y="954868"/>
                </a:moveTo>
                <a:cubicBezTo>
                  <a:pt x="8224851" y="954868"/>
                  <a:pt x="8249097" y="979114"/>
                  <a:pt x="8249097" y="1009023"/>
                </a:cubicBezTo>
                <a:cubicBezTo>
                  <a:pt x="8249097" y="1038932"/>
                  <a:pt x="8224851" y="1063178"/>
                  <a:pt x="8194942" y="1063178"/>
                </a:cubicBezTo>
                <a:cubicBezTo>
                  <a:pt x="8165033" y="1063178"/>
                  <a:pt x="8140787" y="1038932"/>
                  <a:pt x="8140787" y="1009023"/>
                </a:cubicBezTo>
                <a:cubicBezTo>
                  <a:pt x="8140787" y="979114"/>
                  <a:pt x="8165033" y="954868"/>
                  <a:pt x="8194942" y="954868"/>
                </a:cubicBezTo>
                <a:close/>
                <a:moveTo>
                  <a:pt x="8116807" y="954868"/>
                </a:moveTo>
                <a:cubicBezTo>
                  <a:pt x="8121080" y="954868"/>
                  <a:pt x="8124544" y="958332"/>
                  <a:pt x="8124544" y="962605"/>
                </a:cubicBezTo>
                <a:cubicBezTo>
                  <a:pt x="8124544" y="993551"/>
                  <a:pt x="8124543" y="1024496"/>
                  <a:pt x="8124543" y="1055442"/>
                </a:cubicBezTo>
                <a:lnTo>
                  <a:pt x="8116807" y="1063178"/>
                </a:lnTo>
                <a:cubicBezTo>
                  <a:pt x="8112534" y="1063178"/>
                  <a:pt x="8109070" y="1059714"/>
                  <a:pt x="8109070" y="1055441"/>
                </a:cubicBezTo>
                <a:lnTo>
                  <a:pt x="8109070" y="962605"/>
                </a:lnTo>
                <a:cubicBezTo>
                  <a:pt x="8109070" y="958332"/>
                  <a:pt x="8112534" y="954868"/>
                  <a:pt x="8116807" y="954868"/>
                </a:cubicBezTo>
                <a:close/>
                <a:moveTo>
                  <a:pt x="8085091" y="954868"/>
                </a:moveTo>
                <a:cubicBezTo>
                  <a:pt x="8089364" y="954868"/>
                  <a:pt x="8092828" y="958332"/>
                  <a:pt x="8092828" y="962605"/>
                </a:cubicBezTo>
                <a:cubicBezTo>
                  <a:pt x="8092828" y="993551"/>
                  <a:pt x="8092827" y="1024496"/>
                  <a:pt x="8092827" y="1055442"/>
                </a:cubicBezTo>
                <a:lnTo>
                  <a:pt x="8085091" y="1063178"/>
                </a:lnTo>
                <a:cubicBezTo>
                  <a:pt x="8080818" y="1063178"/>
                  <a:pt x="8077354" y="1059714"/>
                  <a:pt x="8077354" y="1055441"/>
                </a:cubicBezTo>
                <a:lnTo>
                  <a:pt x="8077354" y="962605"/>
                </a:lnTo>
                <a:cubicBezTo>
                  <a:pt x="8077354" y="958332"/>
                  <a:pt x="8080818" y="954868"/>
                  <a:pt x="8085091" y="954868"/>
                </a:cubicBezTo>
                <a:close/>
                <a:moveTo>
                  <a:pt x="8006955" y="954868"/>
                </a:moveTo>
                <a:cubicBezTo>
                  <a:pt x="8036864" y="954868"/>
                  <a:pt x="8061110" y="979114"/>
                  <a:pt x="8061110" y="1009023"/>
                </a:cubicBezTo>
                <a:cubicBezTo>
                  <a:pt x="8061110" y="1038932"/>
                  <a:pt x="8036864" y="1063178"/>
                  <a:pt x="8006955" y="1063178"/>
                </a:cubicBezTo>
                <a:cubicBezTo>
                  <a:pt x="7977046" y="1063178"/>
                  <a:pt x="7952800" y="1038932"/>
                  <a:pt x="7952800" y="1009023"/>
                </a:cubicBezTo>
                <a:cubicBezTo>
                  <a:pt x="7952800" y="979114"/>
                  <a:pt x="7977046" y="954868"/>
                  <a:pt x="8006955" y="954868"/>
                </a:cubicBezTo>
                <a:close/>
                <a:moveTo>
                  <a:pt x="7882401" y="954868"/>
                </a:moveTo>
                <a:cubicBezTo>
                  <a:pt x="7912310" y="954868"/>
                  <a:pt x="7936556" y="979114"/>
                  <a:pt x="7936556" y="1009023"/>
                </a:cubicBezTo>
                <a:cubicBezTo>
                  <a:pt x="7936556" y="1038932"/>
                  <a:pt x="7912310" y="1063178"/>
                  <a:pt x="7882401" y="1063178"/>
                </a:cubicBezTo>
                <a:cubicBezTo>
                  <a:pt x="7852492" y="1063178"/>
                  <a:pt x="7828246" y="1038932"/>
                  <a:pt x="7828246" y="1009023"/>
                </a:cubicBezTo>
                <a:cubicBezTo>
                  <a:pt x="7828246" y="979114"/>
                  <a:pt x="7852492" y="954868"/>
                  <a:pt x="7882401" y="954868"/>
                </a:cubicBezTo>
                <a:close/>
                <a:moveTo>
                  <a:pt x="7804266" y="954868"/>
                </a:moveTo>
                <a:cubicBezTo>
                  <a:pt x="7808539" y="954868"/>
                  <a:pt x="7812003" y="958332"/>
                  <a:pt x="7812003" y="962605"/>
                </a:cubicBezTo>
                <a:cubicBezTo>
                  <a:pt x="7812003" y="993551"/>
                  <a:pt x="7812002" y="1024496"/>
                  <a:pt x="7812002" y="1055442"/>
                </a:cubicBezTo>
                <a:lnTo>
                  <a:pt x="7804266" y="1063178"/>
                </a:lnTo>
                <a:cubicBezTo>
                  <a:pt x="7799993" y="1063178"/>
                  <a:pt x="7796529" y="1059714"/>
                  <a:pt x="7796529" y="1055441"/>
                </a:cubicBezTo>
                <a:lnTo>
                  <a:pt x="7796529" y="962605"/>
                </a:lnTo>
                <a:cubicBezTo>
                  <a:pt x="7796529" y="958332"/>
                  <a:pt x="7799993" y="954868"/>
                  <a:pt x="7804266" y="954868"/>
                </a:cubicBezTo>
                <a:close/>
                <a:moveTo>
                  <a:pt x="7726130" y="954868"/>
                </a:moveTo>
                <a:cubicBezTo>
                  <a:pt x="7756039" y="954868"/>
                  <a:pt x="7780285" y="979114"/>
                  <a:pt x="7780285" y="1009023"/>
                </a:cubicBezTo>
                <a:cubicBezTo>
                  <a:pt x="7780285" y="1038932"/>
                  <a:pt x="7756039" y="1063178"/>
                  <a:pt x="7726130" y="1063178"/>
                </a:cubicBezTo>
                <a:cubicBezTo>
                  <a:pt x="7696221" y="1063178"/>
                  <a:pt x="7671975" y="1038932"/>
                  <a:pt x="7671975" y="1009023"/>
                </a:cubicBezTo>
                <a:cubicBezTo>
                  <a:pt x="7671975" y="979114"/>
                  <a:pt x="7696221" y="954868"/>
                  <a:pt x="7726130" y="954868"/>
                </a:cubicBezTo>
                <a:close/>
                <a:moveTo>
                  <a:pt x="7601576" y="954868"/>
                </a:moveTo>
                <a:cubicBezTo>
                  <a:pt x="7631485" y="954868"/>
                  <a:pt x="7655731" y="979114"/>
                  <a:pt x="7655731" y="1009023"/>
                </a:cubicBezTo>
                <a:cubicBezTo>
                  <a:pt x="7655731" y="1038932"/>
                  <a:pt x="7631485" y="1063178"/>
                  <a:pt x="7601576" y="1063178"/>
                </a:cubicBezTo>
                <a:cubicBezTo>
                  <a:pt x="7571667" y="1063178"/>
                  <a:pt x="7547421" y="1038932"/>
                  <a:pt x="7547421" y="1009023"/>
                </a:cubicBezTo>
                <a:cubicBezTo>
                  <a:pt x="7547421" y="979114"/>
                  <a:pt x="7571667" y="954868"/>
                  <a:pt x="7601576" y="954868"/>
                </a:cubicBezTo>
                <a:close/>
                <a:moveTo>
                  <a:pt x="7523442" y="954868"/>
                </a:moveTo>
                <a:cubicBezTo>
                  <a:pt x="7527715" y="954868"/>
                  <a:pt x="7531179" y="958332"/>
                  <a:pt x="7531179" y="962605"/>
                </a:cubicBezTo>
                <a:cubicBezTo>
                  <a:pt x="7531179" y="993551"/>
                  <a:pt x="7531178" y="1024496"/>
                  <a:pt x="7531178" y="1055442"/>
                </a:cubicBezTo>
                <a:lnTo>
                  <a:pt x="7523442" y="1063178"/>
                </a:lnTo>
                <a:cubicBezTo>
                  <a:pt x="7519169" y="1063178"/>
                  <a:pt x="7515705" y="1059714"/>
                  <a:pt x="7515705" y="1055441"/>
                </a:cubicBezTo>
                <a:lnTo>
                  <a:pt x="7515705" y="962605"/>
                </a:lnTo>
                <a:cubicBezTo>
                  <a:pt x="7515705" y="958332"/>
                  <a:pt x="7519169" y="954868"/>
                  <a:pt x="7523442" y="954868"/>
                </a:cubicBezTo>
                <a:close/>
                <a:moveTo>
                  <a:pt x="7491725" y="954868"/>
                </a:moveTo>
                <a:cubicBezTo>
                  <a:pt x="7495998" y="954868"/>
                  <a:pt x="7499462" y="958332"/>
                  <a:pt x="7499462" y="962605"/>
                </a:cubicBezTo>
                <a:cubicBezTo>
                  <a:pt x="7499462" y="993551"/>
                  <a:pt x="7499461" y="1024496"/>
                  <a:pt x="7499461" y="1055442"/>
                </a:cubicBezTo>
                <a:lnTo>
                  <a:pt x="7491725" y="1063178"/>
                </a:lnTo>
                <a:cubicBezTo>
                  <a:pt x="7487452" y="1063178"/>
                  <a:pt x="7483988" y="1059714"/>
                  <a:pt x="7483988" y="1055441"/>
                </a:cubicBezTo>
                <a:lnTo>
                  <a:pt x="7483988" y="962605"/>
                </a:lnTo>
                <a:cubicBezTo>
                  <a:pt x="7483988" y="958332"/>
                  <a:pt x="7487452" y="954868"/>
                  <a:pt x="7491725" y="954868"/>
                </a:cubicBezTo>
                <a:close/>
                <a:moveTo>
                  <a:pt x="7413589" y="954868"/>
                </a:moveTo>
                <a:cubicBezTo>
                  <a:pt x="7443498" y="954868"/>
                  <a:pt x="7467744" y="979114"/>
                  <a:pt x="7467744" y="1009023"/>
                </a:cubicBezTo>
                <a:cubicBezTo>
                  <a:pt x="7467744" y="1038932"/>
                  <a:pt x="7443498" y="1063178"/>
                  <a:pt x="7413589" y="1063178"/>
                </a:cubicBezTo>
                <a:cubicBezTo>
                  <a:pt x="7383680" y="1063178"/>
                  <a:pt x="7359434" y="1038932"/>
                  <a:pt x="7359434" y="1009023"/>
                </a:cubicBezTo>
                <a:cubicBezTo>
                  <a:pt x="7359434" y="979114"/>
                  <a:pt x="7383680" y="954868"/>
                  <a:pt x="7413589" y="954868"/>
                </a:cubicBezTo>
                <a:close/>
                <a:moveTo>
                  <a:pt x="7335455" y="954868"/>
                </a:moveTo>
                <a:cubicBezTo>
                  <a:pt x="7339728" y="954868"/>
                  <a:pt x="7343192" y="958332"/>
                  <a:pt x="7343192" y="962605"/>
                </a:cubicBezTo>
                <a:cubicBezTo>
                  <a:pt x="7343192" y="993551"/>
                  <a:pt x="7343191" y="1024496"/>
                  <a:pt x="7343191" y="1055442"/>
                </a:cubicBezTo>
                <a:lnTo>
                  <a:pt x="7335455" y="1063178"/>
                </a:lnTo>
                <a:cubicBezTo>
                  <a:pt x="7331182" y="1063178"/>
                  <a:pt x="7327718" y="1059714"/>
                  <a:pt x="7327718" y="1055441"/>
                </a:cubicBezTo>
                <a:lnTo>
                  <a:pt x="7327718" y="962605"/>
                </a:lnTo>
                <a:cubicBezTo>
                  <a:pt x="7327718" y="958332"/>
                  <a:pt x="7331182" y="954868"/>
                  <a:pt x="7335455" y="954868"/>
                </a:cubicBezTo>
                <a:close/>
                <a:moveTo>
                  <a:pt x="7257319" y="954868"/>
                </a:moveTo>
                <a:cubicBezTo>
                  <a:pt x="7287228" y="954868"/>
                  <a:pt x="7311474" y="979114"/>
                  <a:pt x="7311474" y="1009023"/>
                </a:cubicBezTo>
                <a:cubicBezTo>
                  <a:pt x="7311474" y="1038932"/>
                  <a:pt x="7287228" y="1063178"/>
                  <a:pt x="7257319" y="1063178"/>
                </a:cubicBezTo>
                <a:cubicBezTo>
                  <a:pt x="7227410" y="1063178"/>
                  <a:pt x="7203164" y="1038932"/>
                  <a:pt x="7203164" y="1009023"/>
                </a:cubicBezTo>
                <a:cubicBezTo>
                  <a:pt x="7203164" y="979114"/>
                  <a:pt x="7227410" y="954868"/>
                  <a:pt x="7257319" y="954868"/>
                </a:cubicBezTo>
                <a:close/>
                <a:moveTo>
                  <a:pt x="7129359" y="954868"/>
                </a:moveTo>
                <a:cubicBezTo>
                  <a:pt x="7159268" y="954868"/>
                  <a:pt x="7183514" y="979114"/>
                  <a:pt x="7183514" y="1009023"/>
                </a:cubicBezTo>
                <a:cubicBezTo>
                  <a:pt x="7183514" y="1038932"/>
                  <a:pt x="7159268" y="1063178"/>
                  <a:pt x="7129359" y="1063178"/>
                </a:cubicBezTo>
                <a:cubicBezTo>
                  <a:pt x="7099450" y="1063178"/>
                  <a:pt x="7075204" y="1038932"/>
                  <a:pt x="7075204" y="1009023"/>
                </a:cubicBezTo>
                <a:cubicBezTo>
                  <a:pt x="7075204" y="979114"/>
                  <a:pt x="7099450" y="954868"/>
                  <a:pt x="7129359" y="954868"/>
                </a:cubicBezTo>
                <a:close/>
                <a:moveTo>
                  <a:pt x="7051221" y="954868"/>
                </a:moveTo>
                <a:cubicBezTo>
                  <a:pt x="7055494" y="954868"/>
                  <a:pt x="7058958" y="958332"/>
                  <a:pt x="7058958" y="962605"/>
                </a:cubicBezTo>
                <a:lnTo>
                  <a:pt x="7058958" y="1055441"/>
                </a:lnTo>
                <a:cubicBezTo>
                  <a:pt x="7058958" y="1059714"/>
                  <a:pt x="7055494" y="1063178"/>
                  <a:pt x="7051221" y="1063178"/>
                </a:cubicBezTo>
                <a:lnTo>
                  <a:pt x="7043485" y="1055442"/>
                </a:lnTo>
                <a:cubicBezTo>
                  <a:pt x="7043485" y="1024496"/>
                  <a:pt x="7043484" y="993551"/>
                  <a:pt x="7043484" y="962605"/>
                </a:cubicBezTo>
                <a:cubicBezTo>
                  <a:pt x="7043484" y="958332"/>
                  <a:pt x="7046948" y="954868"/>
                  <a:pt x="7051221" y="954868"/>
                </a:cubicBezTo>
                <a:close/>
                <a:moveTo>
                  <a:pt x="6973087" y="954868"/>
                </a:moveTo>
                <a:cubicBezTo>
                  <a:pt x="7002996" y="954868"/>
                  <a:pt x="7027242" y="979114"/>
                  <a:pt x="7027242" y="1009023"/>
                </a:cubicBezTo>
                <a:cubicBezTo>
                  <a:pt x="7027242" y="1038932"/>
                  <a:pt x="7002996" y="1063178"/>
                  <a:pt x="6973087" y="1063178"/>
                </a:cubicBezTo>
                <a:cubicBezTo>
                  <a:pt x="6943178" y="1063178"/>
                  <a:pt x="6918932" y="1038932"/>
                  <a:pt x="6918932" y="1009023"/>
                </a:cubicBezTo>
                <a:cubicBezTo>
                  <a:pt x="6918932" y="979114"/>
                  <a:pt x="6943178" y="954868"/>
                  <a:pt x="6973087" y="954868"/>
                </a:cubicBezTo>
                <a:close/>
                <a:moveTo>
                  <a:pt x="6894951" y="954868"/>
                </a:moveTo>
                <a:cubicBezTo>
                  <a:pt x="6899224" y="954868"/>
                  <a:pt x="6902688" y="958332"/>
                  <a:pt x="6902688" y="962605"/>
                </a:cubicBezTo>
                <a:lnTo>
                  <a:pt x="6902688" y="1055441"/>
                </a:lnTo>
                <a:lnTo>
                  <a:pt x="6894951" y="1063178"/>
                </a:lnTo>
                <a:cubicBezTo>
                  <a:pt x="6890678" y="1063179"/>
                  <a:pt x="6887215" y="1059715"/>
                  <a:pt x="6887215" y="1055442"/>
                </a:cubicBezTo>
                <a:cubicBezTo>
                  <a:pt x="6887215" y="1024496"/>
                  <a:pt x="6887214" y="993551"/>
                  <a:pt x="6887214" y="962605"/>
                </a:cubicBezTo>
                <a:cubicBezTo>
                  <a:pt x="6887214" y="958332"/>
                  <a:pt x="6890678" y="954868"/>
                  <a:pt x="6894951" y="954868"/>
                </a:cubicBezTo>
                <a:close/>
                <a:moveTo>
                  <a:pt x="6863234" y="954868"/>
                </a:moveTo>
                <a:cubicBezTo>
                  <a:pt x="6867507" y="954868"/>
                  <a:pt x="6870971" y="958332"/>
                  <a:pt x="6870971" y="962605"/>
                </a:cubicBezTo>
                <a:lnTo>
                  <a:pt x="6870971" y="1055441"/>
                </a:lnTo>
                <a:lnTo>
                  <a:pt x="6863234" y="1063178"/>
                </a:lnTo>
                <a:cubicBezTo>
                  <a:pt x="6858961" y="1063179"/>
                  <a:pt x="6855498" y="1059715"/>
                  <a:pt x="6855498" y="1055442"/>
                </a:cubicBezTo>
                <a:cubicBezTo>
                  <a:pt x="6855498" y="1024496"/>
                  <a:pt x="6855497" y="993551"/>
                  <a:pt x="6855497" y="962605"/>
                </a:cubicBezTo>
                <a:cubicBezTo>
                  <a:pt x="6855497" y="958332"/>
                  <a:pt x="6858961" y="954868"/>
                  <a:pt x="6863234" y="954868"/>
                </a:cubicBezTo>
                <a:close/>
                <a:moveTo>
                  <a:pt x="6785100" y="954868"/>
                </a:moveTo>
                <a:cubicBezTo>
                  <a:pt x="6815009" y="954868"/>
                  <a:pt x="6839255" y="979114"/>
                  <a:pt x="6839255" y="1009023"/>
                </a:cubicBezTo>
                <a:cubicBezTo>
                  <a:pt x="6839255" y="1038932"/>
                  <a:pt x="6815009" y="1063178"/>
                  <a:pt x="6785100" y="1063178"/>
                </a:cubicBezTo>
                <a:cubicBezTo>
                  <a:pt x="6755191" y="1063178"/>
                  <a:pt x="6730945" y="1038932"/>
                  <a:pt x="6730945" y="1009023"/>
                </a:cubicBezTo>
                <a:cubicBezTo>
                  <a:pt x="6730945" y="979114"/>
                  <a:pt x="6755191" y="954868"/>
                  <a:pt x="6785100" y="954868"/>
                </a:cubicBezTo>
                <a:close/>
                <a:moveTo>
                  <a:pt x="6660546" y="954868"/>
                </a:moveTo>
                <a:cubicBezTo>
                  <a:pt x="6690455" y="954868"/>
                  <a:pt x="6714701" y="979114"/>
                  <a:pt x="6714701" y="1009023"/>
                </a:cubicBezTo>
                <a:cubicBezTo>
                  <a:pt x="6714701" y="1038932"/>
                  <a:pt x="6690455" y="1063178"/>
                  <a:pt x="6660546" y="1063178"/>
                </a:cubicBezTo>
                <a:cubicBezTo>
                  <a:pt x="6630637" y="1063178"/>
                  <a:pt x="6606391" y="1038932"/>
                  <a:pt x="6606391" y="1009023"/>
                </a:cubicBezTo>
                <a:cubicBezTo>
                  <a:pt x="6606391" y="979114"/>
                  <a:pt x="6630637" y="954868"/>
                  <a:pt x="6660546" y="954868"/>
                </a:cubicBezTo>
                <a:close/>
                <a:moveTo>
                  <a:pt x="6582410" y="954868"/>
                </a:moveTo>
                <a:cubicBezTo>
                  <a:pt x="6586683" y="954868"/>
                  <a:pt x="6590147" y="958332"/>
                  <a:pt x="6590147" y="962605"/>
                </a:cubicBezTo>
                <a:lnTo>
                  <a:pt x="6590147" y="1055441"/>
                </a:lnTo>
                <a:lnTo>
                  <a:pt x="6582410" y="1063178"/>
                </a:lnTo>
                <a:cubicBezTo>
                  <a:pt x="6578137" y="1063179"/>
                  <a:pt x="6574674" y="1059715"/>
                  <a:pt x="6574674" y="1055442"/>
                </a:cubicBezTo>
                <a:cubicBezTo>
                  <a:pt x="6574674" y="1024496"/>
                  <a:pt x="6574673" y="993551"/>
                  <a:pt x="6574673" y="962605"/>
                </a:cubicBezTo>
                <a:cubicBezTo>
                  <a:pt x="6574673" y="958332"/>
                  <a:pt x="6578137" y="954868"/>
                  <a:pt x="6582410" y="954868"/>
                </a:cubicBezTo>
                <a:close/>
                <a:moveTo>
                  <a:pt x="6504275" y="954868"/>
                </a:moveTo>
                <a:cubicBezTo>
                  <a:pt x="6534184" y="954868"/>
                  <a:pt x="6558430" y="979114"/>
                  <a:pt x="6558430" y="1009023"/>
                </a:cubicBezTo>
                <a:cubicBezTo>
                  <a:pt x="6558430" y="1038932"/>
                  <a:pt x="6534184" y="1063178"/>
                  <a:pt x="6504275" y="1063178"/>
                </a:cubicBezTo>
                <a:cubicBezTo>
                  <a:pt x="6474366" y="1063178"/>
                  <a:pt x="6450120" y="1038932"/>
                  <a:pt x="6450120" y="1009023"/>
                </a:cubicBezTo>
                <a:cubicBezTo>
                  <a:pt x="6450120" y="979114"/>
                  <a:pt x="6474366" y="954868"/>
                  <a:pt x="6504275" y="954868"/>
                </a:cubicBezTo>
                <a:close/>
                <a:moveTo>
                  <a:pt x="6379721" y="954868"/>
                </a:moveTo>
                <a:cubicBezTo>
                  <a:pt x="6409630" y="954868"/>
                  <a:pt x="6433876" y="979114"/>
                  <a:pt x="6433876" y="1009023"/>
                </a:cubicBezTo>
                <a:cubicBezTo>
                  <a:pt x="6433876" y="1038932"/>
                  <a:pt x="6409630" y="1063178"/>
                  <a:pt x="6379721" y="1063178"/>
                </a:cubicBezTo>
                <a:cubicBezTo>
                  <a:pt x="6349812" y="1063178"/>
                  <a:pt x="6325566" y="1038932"/>
                  <a:pt x="6325566" y="1009023"/>
                </a:cubicBezTo>
                <a:cubicBezTo>
                  <a:pt x="6325566" y="979114"/>
                  <a:pt x="6349812" y="954868"/>
                  <a:pt x="6379721" y="954868"/>
                </a:cubicBezTo>
                <a:close/>
                <a:moveTo>
                  <a:pt x="6301586" y="954868"/>
                </a:moveTo>
                <a:cubicBezTo>
                  <a:pt x="6305859" y="954868"/>
                  <a:pt x="6309323" y="958332"/>
                  <a:pt x="6309323" y="962605"/>
                </a:cubicBezTo>
                <a:lnTo>
                  <a:pt x="6309323" y="1055441"/>
                </a:lnTo>
                <a:lnTo>
                  <a:pt x="6301586" y="1063178"/>
                </a:lnTo>
                <a:cubicBezTo>
                  <a:pt x="6297313" y="1063179"/>
                  <a:pt x="6293850" y="1059715"/>
                  <a:pt x="6293850" y="1055442"/>
                </a:cubicBezTo>
                <a:cubicBezTo>
                  <a:pt x="6293850" y="1024496"/>
                  <a:pt x="6293849" y="993551"/>
                  <a:pt x="6293849" y="962605"/>
                </a:cubicBezTo>
                <a:cubicBezTo>
                  <a:pt x="6293849" y="958332"/>
                  <a:pt x="6297313" y="954868"/>
                  <a:pt x="6301586" y="954868"/>
                </a:cubicBezTo>
                <a:close/>
                <a:moveTo>
                  <a:pt x="6269869" y="954868"/>
                </a:moveTo>
                <a:cubicBezTo>
                  <a:pt x="6274142" y="954868"/>
                  <a:pt x="6277606" y="958332"/>
                  <a:pt x="6277606" y="962605"/>
                </a:cubicBezTo>
                <a:lnTo>
                  <a:pt x="6277606" y="1055441"/>
                </a:lnTo>
                <a:lnTo>
                  <a:pt x="6269869" y="1063178"/>
                </a:lnTo>
                <a:cubicBezTo>
                  <a:pt x="6265596" y="1063179"/>
                  <a:pt x="6262133" y="1059715"/>
                  <a:pt x="6262133" y="1055442"/>
                </a:cubicBezTo>
                <a:cubicBezTo>
                  <a:pt x="6262133" y="1024496"/>
                  <a:pt x="6262132" y="993551"/>
                  <a:pt x="6262132" y="962605"/>
                </a:cubicBezTo>
                <a:cubicBezTo>
                  <a:pt x="6262132" y="958332"/>
                  <a:pt x="6265596" y="954868"/>
                  <a:pt x="6269869" y="954868"/>
                </a:cubicBezTo>
                <a:close/>
                <a:moveTo>
                  <a:pt x="6191734" y="954868"/>
                </a:moveTo>
                <a:cubicBezTo>
                  <a:pt x="6221643" y="954868"/>
                  <a:pt x="6245889" y="979114"/>
                  <a:pt x="6245889" y="1009023"/>
                </a:cubicBezTo>
                <a:cubicBezTo>
                  <a:pt x="6245889" y="1038932"/>
                  <a:pt x="6221643" y="1063178"/>
                  <a:pt x="6191734" y="1063178"/>
                </a:cubicBezTo>
                <a:cubicBezTo>
                  <a:pt x="6161825" y="1063178"/>
                  <a:pt x="6137579" y="1038932"/>
                  <a:pt x="6137579" y="1009023"/>
                </a:cubicBezTo>
                <a:cubicBezTo>
                  <a:pt x="6137579" y="979114"/>
                  <a:pt x="6161825" y="954868"/>
                  <a:pt x="6191734" y="954868"/>
                </a:cubicBezTo>
                <a:close/>
                <a:moveTo>
                  <a:pt x="6113599" y="954868"/>
                </a:moveTo>
                <a:cubicBezTo>
                  <a:pt x="6117872" y="954868"/>
                  <a:pt x="6121336" y="958332"/>
                  <a:pt x="6121336" y="962605"/>
                </a:cubicBezTo>
                <a:lnTo>
                  <a:pt x="6121336" y="1055441"/>
                </a:lnTo>
                <a:lnTo>
                  <a:pt x="6113599" y="1063178"/>
                </a:lnTo>
                <a:cubicBezTo>
                  <a:pt x="6109327" y="1063179"/>
                  <a:pt x="6105863" y="1059715"/>
                  <a:pt x="6105863" y="1055442"/>
                </a:cubicBezTo>
                <a:cubicBezTo>
                  <a:pt x="6105863" y="1024496"/>
                  <a:pt x="6105862" y="993551"/>
                  <a:pt x="6105862" y="962605"/>
                </a:cubicBezTo>
                <a:cubicBezTo>
                  <a:pt x="6105862" y="958332"/>
                  <a:pt x="6109326" y="954868"/>
                  <a:pt x="6113599" y="954868"/>
                </a:cubicBezTo>
                <a:close/>
                <a:moveTo>
                  <a:pt x="6035464" y="954868"/>
                </a:moveTo>
                <a:cubicBezTo>
                  <a:pt x="6065373" y="954868"/>
                  <a:pt x="6089619" y="979114"/>
                  <a:pt x="6089619" y="1009023"/>
                </a:cubicBezTo>
                <a:cubicBezTo>
                  <a:pt x="6089619" y="1038932"/>
                  <a:pt x="6065373" y="1063178"/>
                  <a:pt x="6035464" y="1063178"/>
                </a:cubicBezTo>
                <a:cubicBezTo>
                  <a:pt x="6005555" y="1063178"/>
                  <a:pt x="5981309" y="1038932"/>
                  <a:pt x="5981309" y="1009023"/>
                </a:cubicBezTo>
                <a:cubicBezTo>
                  <a:pt x="5981309" y="979114"/>
                  <a:pt x="6005555" y="954868"/>
                  <a:pt x="6035464" y="954868"/>
                </a:cubicBezTo>
                <a:close/>
                <a:moveTo>
                  <a:pt x="5910910" y="954868"/>
                </a:moveTo>
                <a:cubicBezTo>
                  <a:pt x="5940819" y="954868"/>
                  <a:pt x="5965065" y="979114"/>
                  <a:pt x="5965065" y="1009023"/>
                </a:cubicBezTo>
                <a:cubicBezTo>
                  <a:pt x="5965065" y="1038932"/>
                  <a:pt x="5940819" y="1063178"/>
                  <a:pt x="5910910" y="1063178"/>
                </a:cubicBezTo>
                <a:cubicBezTo>
                  <a:pt x="5881001" y="1063178"/>
                  <a:pt x="5856755" y="1038932"/>
                  <a:pt x="5856755" y="1009023"/>
                </a:cubicBezTo>
                <a:cubicBezTo>
                  <a:pt x="5856755" y="979114"/>
                  <a:pt x="5881001" y="954868"/>
                  <a:pt x="5910910" y="954868"/>
                </a:cubicBezTo>
                <a:close/>
                <a:moveTo>
                  <a:pt x="5832775" y="954868"/>
                </a:moveTo>
                <a:cubicBezTo>
                  <a:pt x="5837048" y="954868"/>
                  <a:pt x="5840512" y="958332"/>
                  <a:pt x="5840512" y="962605"/>
                </a:cubicBezTo>
                <a:lnTo>
                  <a:pt x="5840512" y="1055441"/>
                </a:lnTo>
                <a:lnTo>
                  <a:pt x="5832775" y="1063178"/>
                </a:lnTo>
                <a:cubicBezTo>
                  <a:pt x="5828503" y="1063179"/>
                  <a:pt x="5825039" y="1059715"/>
                  <a:pt x="5825039" y="1055442"/>
                </a:cubicBezTo>
                <a:cubicBezTo>
                  <a:pt x="5825039" y="1024496"/>
                  <a:pt x="5825038" y="993551"/>
                  <a:pt x="5825038" y="962605"/>
                </a:cubicBezTo>
                <a:cubicBezTo>
                  <a:pt x="5825038" y="958332"/>
                  <a:pt x="5828502" y="954868"/>
                  <a:pt x="5832775" y="954868"/>
                </a:cubicBezTo>
                <a:close/>
                <a:moveTo>
                  <a:pt x="5754640" y="954868"/>
                </a:moveTo>
                <a:cubicBezTo>
                  <a:pt x="5784549" y="954868"/>
                  <a:pt x="5808795" y="979114"/>
                  <a:pt x="5808795" y="1009023"/>
                </a:cubicBezTo>
                <a:cubicBezTo>
                  <a:pt x="5808795" y="1038932"/>
                  <a:pt x="5784549" y="1063178"/>
                  <a:pt x="5754640" y="1063178"/>
                </a:cubicBezTo>
                <a:cubicBezTo>
                  <a:pt x="5724731" y="1063178"/>
                  <a:pt x="5700485" y="1038932"/>
                  <a:pt x="5700485" y="1009023"/>
                </a:cubicBezTo>
                <a:cubicBezTo>
                  <a:pt x="5700485" y="979114"/>
                  <a:pt x="5724731" y="954868"/>
                  <a:pt x="5754640" y="954868"/>
                </a:cubicBezTo>
                <a:close/>
                <a:moveTo>
                  <a:pt x="5676504" y="954868"/>
                </a:moveTo>
                <a:cubicBezTo>
                  <a:pt x="5680777" y="954868"/>
                  <a:pt x="5684241" y="958332"/>
                  <a:pt x="5684241" y="962605"/>
                </a:cubicBezTo>
                <a:lnTo>
                  <a:pt x="5684241" y="1055441"/>
                </a:lnTo>
                <a:lnTo>
                  <a:pt x="5676504" y="1063178"/>
                </a:lnTo>
                <a:cubicBezTo>
                  <a:pt x="5672232" y="1063179"/>
                  <a:pt x="5668768" y="1059715"/>
                  <a:pt x="5668768" y="1055442"/>
                </a:cubicBezTo>
                <a:cubicBezTo>
                  <a:pt x="5668768" y="1024496"/>
                  <a:pt x="5668767" y="993551"/>
                  <a:pt x="5668767" y="962605"/>
                </a:cubicBezTo>
                <a:cubicBezTo>
                  <a:pt x="5668767" y="958332"/>
                  <a:pt x="5672231" y="954868"/>
                  <a:pt x="5676504" y="954868"/>
                </a:cubicBezTo>
                <a:close/>
                <a:moveTo>
                  <a:pt x="5644787" y="954868"/>
                </a:moveTo>
                <a:cubicBezTo>
                  <a:pt x="5649060" y="954868"/>
                  <a:pt x="5652524" y="958332"/>
                  <a:pt x="5652524" y="962605"/>
                </a:cubicBezTo>
                <a:lnTo>
                  <a:pt x="5652524" y="1055441"/>
                </a:lnTo>
                <a:lnTo>
                  <a:pt x="5644787" y="1063178"/>
                </a:lnTo>
                <a:cubicBezTo>
                  <a:pt x="5640515" y="1063179"/>
                  <a:pt x="5637051" y="1059715"/>
                  <a:pt x="5637051" y="1055442"/>
                </a:cubicBezTo>
                <a:cubicBezTo>
                  <a:pt x="5637051" y="1024496"/>
                  <a:pt x="5637050" y="993551"/>
                  <a:pt x="5637050" y="962605"/>
                </a:cubicBezTo>
                <a:cubicBezTo>
                  <a:pt x="5637050" y="958332"/>
                  <a:pt x="5640514" y="954868"/>
                  <a:pt x="5644787" y="954868"/>
                </a:cubicBezTo>
                <a:close/>
                <a:moveTo>
                  <a:pt x="5566653" y="954868"/>
                </a:moveTo>
                <a:cubicBezTo>
                  <a:pt x="5596562" y="954868"/>
                  <a:pt x="5620808" y="979114"/>
                  <a:pt x="5620808" y="1009023"/>
                </a:cubicBezTo>
                <a:cubicBezTo>
                  <a:pt x="5620808" y="1038932"/>
                  <a:pt x="5596562" y="1063178"/>
                  <a:pt x="5566653" y="1063178"/>
                </a:cubicBezTo>
                <a:cubicBezTo>
                  <a:pt x="5536744" y="1063178"/>
                  <a:pt x="5512498" y="1038932"/>
                  <a:pt x="5512498" y="1009023"/>
                </a:cubicBezTo>
                <a:cubicBezTo>
                  <a:pt x="5512498" y="979114"/>
                  <a:pt x="5536744" y="954868"/>
                  <a:pt x="5566653" y="954868"/>
                </a:cubicBezTo>
                <a:close/>
                <a:moveTo>
                  <a:pt x="5442099" y="954868"/>
                </a:moveTo>
                <a:cubicBezTo>
                  <a:pt x="5472008" y="954868"/>
                  <a:pt x="5496254" y="979114"/>
                  <a:pt x="5496254" y="1009023"/>
                </a:cubicBezTo>
                <a:cubicBezTo>
                  <a:pt x="5496254" y="1038932"/>
                  <a:pt x="5472008" y="1063178"/>
                  <a:pt x="5442099" y="1063178"/>
                </a:cubicBezTo>
                <a:cubicBezTo>
                  <a:pt x="5412190" y="1063178"/>
                  <a:pt x="5387944" y="1038932"/>
                  <a:pt x="5387944" y="1009023"/>
                </a:cubicBezTo>
                <a:cubicBezTo>
                  <a:pt x="5387944" y="979114"/>
                  <a:pt x="5412190" y="954868"/>
                  <a:pt x="5442099" y="954868"/>
                </a:cubicBezTo>
                <a:close/>
                <a:moveTo>
                  <a:pt x="5363963" y="954868"/>
                </a:moveTo>
                <a:cubicBezTo>
                  <a:pt x="5368236" y="954868"/>
                  <a:pt x="5371700" y="958332"/>
                  <a:pt x="5371700" y="962605"/>
                </a:cubicBezTo>
                <a:lnTo>
                  <a:pt x="5371700" y="1055441"/>
                </a:lnTo>
                <a:lnTo>
                  <a:pt x="5363963" y="1063178"/>
                </a:lnTo>
                <a:cubicBezTo>
                  <a:pt x="5359691" y="1063179"/>
                  <a:pt x="5356227" y="1059715"/>
                  <a:pt x="5356227" y="1055442"/>
                </a:cubicBezTo>
                <a:cubicBezTo>
                  <a:pt x="5356227" y="1024496"/>
                  <a:pt x="5356226" y="993551"/>
                  <a:pt x="5356226" y="962605"/>
                </a:cubicBezTo>
                <a:cubicBezTo>
                  <a:pt x="5356226" y="958332"/>
                  <a:pt x="5359690" y="954868"/>
                  <a:pt x="5363963" y="954868"/>
                </a:cubicBezTo>
                <a:close/>
                <a:moveTo>
                  <a:pt x="5285828" y="954868"/>
                </a:moveTo>
                <a:cubicBezTo>
                  <a:pt x="5315737" y="954868"/>
                  <a:pt x="5339983" y="979114"/>
                  <a:pt x="5339983" y="1009023"/>
                </a:cubicBezTo>
                <a:cubicBezTo>
                  <a:pt x="5339983" y="1038932"/>
                  <a:pt x="5315737" y="1063178"/>
                  <a:pt x="5285828" y="1063178"/>
                </a:cubicBezTo>
                <a:cubicBezTo>
                  <a:pt x="5255919" y="1063178"/>
                  <a:pt x="5231673" y="1038932"/>
                  <a:pt x="5231673" y="1009023"/>
                </a:cubicBezTo>
                <a:cubicBezTo>
                  <a:pt x="5231673" y="979114"/>
                  <a:pt x="5255919" y="954868"/>
                  <a:pt x="5285828" y="954868"/>
                </a:cubicBezTo>
                <a:close/>
                <a:moveTo>
                  <a:pt x="5161274" y="954868"/>
                </a:moveTo>
                <a:cubicBezTo>
                  <a:pt x="5191183" y="954868"/>
                  <a:pt x="5215429" y="979114"/>
                  <a:pt x="5215429" y="1009023"/>
                </a:cubicBezTo>
                <a:cubicBezTo>
                  <a:pt x="5215429" y="1038932"/>
                  <a:pt x="5191183" y="1063178"/>
                  <a:pt x="5161274" y="1063178"/>
                </a:cubicBezTo>
                <a:cubicBezTo>
                  <a:pt x="5131365" y="1063178"/>
                  <a:pt x="5107119" y="1038932"/>
                  <a:pt x="5107119" y="1009023"/>
                </a:cubicBezTo>
                <a:cubicBezTo>
                  <a:pt x="5107119" y="979114"/>
                  <a:pt x="5131365" y="954868"/>
                  <a:pt x="5161274" y="954868"/>
                </a:cubicBezTo>
                <a:close/>
                <a:moveTo>
                  <a:pt x="5083139" y="954868"/>
                </a:moveTo>
                <a:cubicBezTo>
                  <a:pt x="5087412" y="954868"/>
                  <a:pt x="5090876" y="958332"/>
                  <a:pt x="5090876" y="962605"/>
                </a:cubicBezTo>
                <a:lnTo>
                  <a:pt x="5090876" y="1055441"/>
                </a:lnTo>
                <a:lnTo>
                  <a:pt x="5083139" y="1063178"/>
                </a:lnTo>
                <a:cubicBezTo>
                  <a:pt x="5078867" y="1063179"/>
                  <a:pt x="5075403" y="1059715"/>
                  <a:pt x="5075403" y="1055442"/>
                </a:cubicBezTo>
                <a:cubicBezTo>
                  <a:pt x="5075403" y="1024496"/>
                  <a:pt x="5075402" y="993551"/>
                  <a:pt x="5075402" y="962605"/>
                </a:cubicBezTo>
                <a:cubicBezTo>
                  <a:pt x="5075402" y="958332"/>
                  <a:pt x="5078866" y="954868"/>
                  <a:pt x="5083139" y="954868"/>
                </a:cubicBezTo>
                <a:close/>
                <a:moveTo>
                  <a:pt x="5051422" y="954868"/>
                </a:moveTo>
                <a:cubicBezTo>
                  <a:pt x="5055695" y="954868"/>
                  <a:pt x="5059159" y="958332"/>
                  <a:pt x="5059159" y="962605"/>
                </a:cubicBezTo>
                <a:lnTo>
                  <a:pt x="5059159" y="1055441"/>
                </a:lnTo>
                <a:lnTo>
                  <a:pt x="5051422" y="1063178"/>
                </a:lnTo>
                <a:cubicBezTo>
                  <a:pt x="5047150" y="1063179"/>
                  <a:pt x="5043686" y="1059715"/>
                  <a:pt x="5043686" y="1055442"/>
                </a:cubicBezTo>
                <a:cubicBezTo>
                  <a:pt x="5043686" y="1024496"/>
                  <a:pt x="5043685" y="993551"/>
                  <a:pt x="5043685" y="962605"/>
                </a:cubicBezTo>
                <a:cubicBezTo>
                  <a:pt x="5043685" y="958332"/>
                  <a:pt x="5047149" y="954868"/>
                  <a:pt x="5051422" y="954868"/>
                </a:cubicBezTo>
                <a:close/>
                <a:moveTo>
                  <a:pt x="4973287" y="954868"/>
                </a:moveTo>
                <a:cubicBezTo>
                  <a:pt x="5003196" y="954868"/>
                  <a:pt x="5027442" y="979114"/>
                  <a:pt x="5027442" y="1009023"/>
                </a:cubicBezTo>
                <a:cubicBezTo>
                  <a:pt x="5027442" y="1038932"/>
                  <a:pt x="5003196" y="1063178"/>
                  <a:pt x="4973287" y="1063178"/>
                </a:cubicBezTo>
                <a:cubicBezTo>
                  <a:pt x="4943378" y="1063178"/>
                  <a:pt x="4919132" y="1038932"/>
                  <a:pt x="4919132" y="1009023"/>
                </a:cubicBezTo>
                <a:cubicBezTo>
                  <a:pt x="4919132" y="979114"/>
                  <a:pt x="4943378" y="954868"/>
                  <a:pt x="4973287" y="954868"/>
                </a:cubicBezTo>
                <a:close/>
                <a:moveTo>
                  <a:pt x="4895152" y="954868"/>
                </a:moveTo>
                <a:cubicBezTo>
                  <a:pt x="4899425" y="954868"/>
                  <a:pt x="4902889" y="958332"/>
                  <a:pt x="4902889" y="962605"/>
                </a:cubicBezTo>
                <a:lnTo>
                  <a:pt x="4902889" y="1055441"/>
                </a:lnTo>
                <a:cubicBezTo>
                  <a:pt x="4902889" y="1059714"/>
                  <a:pt x="4899425" y="1063178"/>
                  <a:pt x="4895152" y="1063178"/>
                </a:cubicBezTo>
                <a:lnTo>
                  <a:pt x="4887416" y="1055442"/>
                </a:lnTo>
                <a:cubicBezTo>
                  <a:pt x="4887416" y="1024496"/>
                  <a:pt x="4887415" y="993551"/>
                  <a:pt x="4887415" y="962605"/>
                </a:cubicBezTo>
                <a:cubicBezTo>
                  <a:pt x="4887415" y="958332"/>
                  <a:pt x="4890879" y="954868"/>
                  <a:pt x="4895152" y="954868"/>
                </a:cubicBezTo>
                <a:close/>
                <a:moveTo>
                  <a:pt x="4817017" y="954868"/>
                </a:moveTo>
                <a:cubicBezTo>
                  <a:pt x="4846926" y="954868"/>
                  <a:pt x="4871172" y="979114"/>
                  <a:pt x="4871172" y="1009023"/>
                </a:cubicBezTo>
                <a:cubicBezTo>
                  <a:pt x="4871172" y="1038932"/>
                  <a:pt x="4846926" y="1063178"/>
                  <a:pt x="4817017" y="1063178"/>
                </a:cubicBezTo>
                <a:cubicBezTo>
                  <a:pt x="4787108" y="1063178"/>
                  <a:pt x="4762862" y="1038932"/>
                  <a:pt x="4762862" y="1009023"/>
                </a:cubicBezTo>
                <a:cubicBezTo>
                  <a:pt x="4762862" y="979114"/>
                  <a:pt x="4787108" y="954868"/>
                  <a:pt x="4817017" y="954868"/>
                </a:cubicBezTo>
                <a:close/>
                <a:moveTo>
                  <a:pt x="4692463" y="954868"/>
                </a:moveTo>
                <a:cubicBezTo>
                  <a:pt x="4722372" y="954868"/>
                  <a:pt x="4746618" y="979114"/>
                  <a:pt x="4746618" y="1009023"/>
                </a:cubicBezTo>
                <a:cubicBezTo>
                  <a:pt x="4746618" y="1038932"/>
                  <a:pt x="4722372" y="1063178"/>
                  <a:pt x="4692463" y="1063178"/>
                </a:cubicBezTo>
                <a:cubicBezTo>
                  <a:pt x="4662554" y="1063178"/>
                  <a:pt x="4638308" y="1038932"/>
                  <a:pt x="4638308" y="1009023"/>
                </a:cubicBezTo>
                <a:cubicBezTo>
                  <a:pt x="4638308" y="979114"/>
                  <a:pt x="4662554" y="954868"/>
                  <a:pt x="4692463" y="954868"/>
                </a:cubicBezTo>
                <a:close/>
                <a:moveTo>
                  <a:pt x="4614329" y="954868"/>
                </a:moveTo>
                <a:cubicBezTo>
                  <a:pt x="4618602" y="954868"/>
                  <a:pt x="4622066" y="958332"/>
                  <a:pt x="4622066" y="962605"/>
                </a:cubicBezTo>
                <a:cubicBezTo>
                  <a:pt x="4622066" y="993551"/>
                  <a:pt x="4622065" y="1024496"/>
                  <a:pt x="4622065" y="1055442"/>
                </a:cubicBezTo>
                <a:lnTo>
                  <a:pt x="4614329" y="1063178"/>
                </a:lnTo>
                <a:cubicBezTo>
                  <a:pt x="4610056" y="1063178"/>
                  <a:pt x="4606592" y="1059714"/>
                  <a:pt x="4606592" y="1055441"/>
                </a:cubicBezTo>
                <a:lnTo>
                  <a:pt x="4606592" y="962605"/>
                </a:lnTo>
                <a:cubicBezTo>
                  <a:pt x="4606592" y="958332"/>
                  <a:pt x="4610056" y="954868"/>
                  <a:pt x="4614329" y="954868"/>
                </a:cubicBezTo>
                <a:close/>
                <a:moveTo>
                  <a:pt x="4536193" y="954868"/>
                </a:moveTo>
                <a:cubicBezTo>
                  <a:pt x="4566102" y="954868"/>
                  <a:pt x="4590348" y="979114"/>
                  <a:pt x="4590348" y="1009023"/>
                </a:cubicBezTo>
                <a:cubicBezTo>
                  <a:pt x="4590348" y="1038932"/>
                  <a:pt x="4566102" y="1063178"/>
                  <a:pt x="4536193" y="1063178"/>
                </a:cubicBezTo>
                <a:cubicBezTo>
                  <a:pt x="4506284" y="1063178"/>
                  <a:pt x="4482038" y="1038932"/>
                  <a:pt x="4482038" y="1009023"/>
                </a:cubicBezTo>
                <a:cubicBezTo>
                  <a:pt x="4482038" y="979114"/>
                  <a:pt x="4506284" y="954868"/>
                  <a:pt x="4536193" y="954868"/>
                </a:cubicBezTo>
                <a:close/>
                <a:moveTo>
                  <a:pt x="4458058" y="954868"/>
                </a:moveTo>
                <a:cubicBezTo>
                  <a:pt x="4462331" y="954868"/>
                  <a:pt x="4465795" y="958332"/>
                  <a:pt x="4465795" y="962605"/>
                </a:cubicBezTo>
                <a:cubicBezTo>
                  <a:pt x="4465795" y="993551"/>
                  <a:pt x="4465794" y="1024496"/>
                  <a:pt x="4465794" y="1055442"/>
                </a:cubicBezTo>
                <a:lnTo>
                  <a:pt x="4458058" y="1063178"/>
                </a:lnTo>
                <a:cubicBezTo>
                  <a:pt x="4453785" y="1063178"/>
                  <a:pt x="4450321" y="1059714"/>
                  <a:pt x="4450321" y="1055441"/>
                </a:cubicBezTo>
                <a:lnTo>
                  <a:pt x="4450321" y="962605"/>
                </a:lnTo>
                <a:cubicBezTo>
                  <a:pt x="4450321" y="958332"/>
                  <a:pt x="4453785" y="954868"/>
                  <a:pt x="4458058" y="954868"/>
                </a:cubicBezTo>
                <a:close/>
                <a:moveTo>
                  <a:pt x="4426342" y="954868"/>
                </a:moveTo>
                <a:cubicBezTo>
                  <a:pt x="4430615" y="954868"/>
                  <a:pt x="4434079" y="958332"/>
                  <a:pt x="4434079" y="962605"/>
                </a:cubicBezTo>
                <a:cubicBezTo>
                  <a:pt x="4434079" y="993551"/>
                  <a:pt x="4434078" y="1024496"/>
                  <a:pt x="4434078" y="1055442"/>
                </a:cubicBezTo>
                <a:lnTo>
                  <a:pt x="4426342" y="1063178"/>
                </a:lnTo>
                <a:cubicBezTo>
                  <a:pt x="4422069" y="1063178"/>
                  <a:pt x="4418605" y="1059714"/>
                  <a:pt x="4418605" y="1055441"/>
                </a:cubicBezTo>
                <a:lnTo>
                  <a:pt x="4418605" y="962605"/>
                </a:lnTo>
                <a:cubicBezTo>
                  <a:pt x="4418605" y="958332"/>
                  <a:pt x="4422069" y="954868"/>
                  <a:pt x="4426342" y="954868"/>
                </a:cubicBezTo>
                <a:close/>
                <a:moveTo>
                  <a:pt x="4348206" y="954868"/>
                </a:moveTo>
                <a:cubicBezTo>
                  <a:pt x="4378115" y="954868"/>
                  <a:pt x="4402361" y="979114"/>
                  <a:pt x="4402361" y="1009023"/>
                </a:cubicBezTo>
                <a:cubicBezTo>
                  <a:pt x="4402361" y="1038932"/>
                  <a:pt x="4378115" y="1063178"/>
                  <a:pt x="4348206" y="1063178"/>
                </a:cubicBezTo>
                <a:cubicBezTo>
                  <a:pt x="4318297" y="1063178"/>
                  <a:pt x="4294051" y="1038932"/>
                  <a:pt x="4294051" y="1009023"/>
                </a:cubicBezTo>
                <a:cubicBezTo>
                  <a:pt x="4294051" y="979114"/>
                  <a:pt x="4318297" y="954868"/>
                  <a:pt x="4348206" y="954868"/>
                </a:cubicBezTo>
                <a:close/>
                <a:moveTo>
                  <a:pt x="4223652" y="954868"/>
                </a:moveTo>
                <a:cubicBezTo>
                  <a:pt x="4253561" y="954868"/>
                  <a:pt x="4277807" y="979114"/>
                  <a:pt x="4277807" y="1009023"/>
                </a:cubicBezTo>
                <a:cubicBezTo>
                  <a:pt x="4277807" y="1038932"/>
                  <a:pt x="4253561" y="1063178"/>
                  <a:pt x="4223652" y="1063178"/>
                </a:cubicBezTo>
                <a:cubicBezTo>
                  <a:pt x="4193743" y="1063178"/>
                  <a:pt x="4169497" y="1038932"/>
                  <a:pt x="4169497" y="1009023"/>
                </a:cubicBezTo>
                <a:cubicBezTo>
                  <a:pt x="4169497" y="979114"/>
                  <a:pt x="4193743" y="954868"/>
                  <a:pt x="4223652" y="954868"/>
                </a:cubicBezTo>
                <a:close/>
                <a:moveTo>
                  <a:pt x="4145517" y="954868"/>
                </a:moveTo>
                <a:cubicBezTo>
                  <a:pt x="4149790" y="954868"/>
                  <a:pt x="4153254" y="958332"/>
                  <a:pt x="4153254" y="962605"/>
                </a:cubicBezTo>
                <a:cubicBezTo>
                  <a:pt x="4153254" y="993551"/>
                  <a:pt x="4153253" y="1024496"/>
                  <a:pt x="4153253" y="1055442"/>
                </a:cubicBezTo>
                <a:lnTo>
                  <a:pt x="4145517" y="1063178"/>
                </a:lnTo>
                <a:cubicBezTo>
                  <a:pt x="4141244" y="1063178"/>
                  <a:pt x="4137780" y="1059714"/>
                  <a:pt x="4137780" y="1055441"/>
                </a:cubicBezTo>
                <a:lnTo>
                  <a:pt x="4137780" y="962605"/>
                </a:lnTo>
                <a:cubicBezTo>
                  <a:pt x="4137780" y="958332"/>
                  <a:pt x="4141244" y="954868"/>
                  <a:pt x="4145517" y="954868"/>
                </a:cubicBezTo>
                <a:close/>
                <a:moveTo>
                  <a:pt x="4067381" y="954868"/>
                </a:moveTo>
                <a:cubicBezTo>
                  <a:pt x="4097290" y="954868"/>
                  <a:pt x="4121536" y="979114"/>
                  <a:pt x="4121536" y="1009023"/>
                </a:cubicBezTo>
                <a:cubicBezTo>
                  <a:pt x="4121536" y="1038932"/>
                  <a:pt x="4097290" y="1063178"/>
                  <a:pt x="4067381" y="1063178"/>
                </a:cubicBezTo>
                <a:cubicBezTo>
                  <a:pt x="4037472" y="1063178"/>
                  <a:pt x="4013226" y="1038932"/>
                  <a:pt x="4013226" y="1009023"/>
                </a:cubicBezTo>
                <a:cubicBezTo>
                  <a:pt x="4013226" y="979114"/>
                  <a:pt x="4037472" y="954868"/>
                  <a:pt x="4067381" y="954868"/>
                </a:cubicBezTo>
                <a:close/>
                <a:moveTo>
                  <a:pt x="3942827" y="954868"/>
                </a:moveTo>
                <a:cubicBezTo>
                  <a:pt x="3972736" y="954868"/>
                  <a:pt x="3996982" y="979114"/>
                  <a:pt x="3996982" y="1009023"/>
                </a:cubicBezTo>
                <a:cubicBezTo>
                  <a:pt x="3996982" y="1038932"/>
                  <a:pt x="3972736" y="1063178"/>
                  <a:pt x="3942827" y="1063178"/>
                </a:cubicBezTo>
                <a:cubicBezTo>
                  <a:pt x="3912918" y="1063178"/>
                  <a:pt x="3888672" y="1038932"/>
                  <a:pt x="3888672" y="1009023"/>
                </a:cubicBezTo>
                <a:cubicBezTo>
                  <a:pt x="3888672" y="979114"/>
                  <a:pt x="3912918" y="954868"/>
                  <a:pt x="3942827" y="954868"/>
                </a:cubicBezTo>
                <a:close/>
                <a:moveTo>
                  <a:pt x="3864693" y="954868"/>
                </a:moveTo>
                <a:cubicBezTo>
                  <a:pt x="3868966" y="954868"/>
                  <a:pt x="3872430" y="958332"/>
                  <a:pt x="3872430" y="962605"/>
                </a:cubicBezTo>
                <a:cubicBezTo>
                  <a:pt x="3872430" y="993551"/>
                  <a:pt x="3872429" y="1024496"/>
                  <a:pt x="3872429" y="1055442"/>
                </a:cubicBezTo>
                <a:lnTo>
                  <a:pt x="3864693" y="1063178"/>
                </a:lnTo>
                <a:cubicBezTo>
                  <a:pt x="3860420" y="1063178"/>
                  <a:pt x="3856956" y="1059714"/>
                  <a:pt x="3856956" y="1055441"/>
                </a:cubicBezTo>
                <a:lnTo>
                  <a:pt x="3856956" y="962605"/>
                </a:lnTo>
                <a:cubicBezTo>
                  <a:pt x="3856956" y="958332"/>
                  <a:pt x="3860420" y="954868"/>
                  <a:pt x="3864693" y="954868"/>
                </a:cubicBezTo>
                <a:close/>
                <a:moveTo>
                  <a:pt x="3832976" y="954868"/>
                </a:moveTo>
                <a:cubicBezTo>
                  <a:pt x="3837249" y="954868"/>
                  <a:pt x="3840713" y="958332"/>
                  <a:pt x="3840713" y="962605"/>
                </a:cubicBezTo>
                <a:cubicBezTo>
                  <a:pt x="3840713" y="993551"/>
                  <a:pt x="3840712" y="1024496"/>
                  <a:pt x="3840712" y="1055442"/>
                </a:cubicBezTo>
                <a:lnTo>
                  <a:pt x="3832976" y="1063178"/>
                </a:lnTo>
                <a:cubicBezTo>
                  <a:pt x="3828703" y="1063178"/>
                  <a:pt x="3825239" y="1059714"/>
                  <a:pt x="3825239" y="1055441"/>
                </a:cubicBezTo>
                <a:lnTo>
                  <a:pt x="3825239" y="962605"/>
                </a:lnTo>
                <a:cubicBezTo>
                  <a:pt x="3825239" y="958332"/>
                  <a:pt x="3828703" y="954868"/>
                  <a:pt x="3832976" y="954868"/>
                </a:cubicBezTo>
                <a:close/>
                <a:moveTo>
                  <a:pt x="3754840" y="954868"/>
                </a:moveTo>
                <a:cubicBezTo>
                  <a:pt x="3784749" y="954868"/>
                  <a:pt x="3808995" y="979114"/>
                  <a:pt x="3808995" y="1009023"/>
                </a:cubicBezTo>
                <a:cubicBezTo>
                  <a:pt x="3808995" y="1038932"/>
                  <a:pt x="3784749" y="1063178"/>
                  <a:pt x="3754840" y="1063178"/>
                </a:cubicBezTo>
                <a:cubicBezTo>
                  <a:pt x="3724931" y="1063178"/>
                  <a:pt x="3700685" y="1038932"/>
                  <a:pt x="3700685" y="1009023"/>
                </a:cubicBezTo>
                <a:cubicBezTo>
                  <a:pt x="3700685" y="979114"/>
                  <a:pt x="3724931" y="954868"/>
                  <a:pt x="3754840" y="954868"/>
                </a:cubicBezTo>
                <a:close/>
                <a:moveTo>
                  <a:pt x="3676706" y="954868"/>
                </a:moveTo>
                <a:cubicBezTo>
                  <a:pt x="3680979" y="954868"/>
                  <a:pt x="3684443" y="958332"/>
                  <a:pt x="3684443" y="962605"/>
                </a:cubicBezTo>
                <a:cubicBezTo>
                  <a:pt x="3684443" y="993551"/>
                  <a:pt x="3684442" y="1024496"/>
                  <a:pt x="3684442" y="1055442"/>
                </a:cubicBezTo>
                <a:lnTo>
                  <a:pt x="3676706" y="1063178"/>
                </a:lnTo>
                <a:cubicBezTo>
                  <a:pt x="3672433" y="1063178"/>
                  <a:pt x="3668969" y="1059714"/>
                  <a:pt x="3668969" y="1055441"/>
                </a:cubicBezTo>
                <a:lnTo>
                  <a:pt x="3668969" y="962605"/>
                </a:lnTo>
                <a:cubicBezTo>
                  <a:pt x="3668969" y="958332"/>
                  <a:pt x="3672433" y="954868"/>
                  <a:pt x="3676706" y="954868"/>
                </a:cubicBezTo>
                <a:close/>
                <a:moveTo>
                  <a:pt x="3598570" y="954868"/>
                </a:moveTo>
                <a:cubicBezTo>
                  <a:pt x="3628479" y="954868"/>
                  <a:pt x="3652725" y="979114"/>
                  <a:pt x="3652725" y="1009023"/>
                </a:cubicBezTo>
                <a:cubicBezTo>
                  <a:pt x="3652725" y="1038932"/>
                  <a:pt x="3628479" y="1063178"/>
                  <a:pt x="3598570" y="1063178"/>
                </a:cubicBezTo>
                <a:cubicBezTo>
                  <a:pt x="3568661" y="1063178"/>
                  <a:pt x="3544415" y="1038932"/>
                  <a:pt x="3544415" y="1009023"/>
                </a:cubicBezTo>
                <a:cubicBezTo>
                  <a:pt x="3544415" y="979114"/>
                  <a:pt x="3568661" y="954868"/>
                  <a:pt x="3598570" y="954868"/>
                </a:cubicBezTo>
                <a:close/>
                <a:moveTo>
                  <a:pt x="3474016" y="954868"/>
                </a:moveTo>
                <a:cubicBezTo>
                  <a:pt x="3503925" y="954868"/>
                  <a:pt x="3528171" y="979114"/>
                  <a:pt x="3528171" y="1009023"/>
                </a:cubicBezTo>
                <a:cubicBezTo>
                  <a:pt x="3528171" y="1038932"/>
                  <a:pt x="3503925" y="1063178"/>
                  <a:pt x="3474016" y="1063178"/>
                </a:cubicBezTo>
                <a:cubicBezTo>
                  <a:pt x="3444107" y="1063178"/>
                  <a:pt x="3419861" y="1038932"/>
                  <a:pt x="3419861" y="1009023"/>
                </a:cubicBezTo>
                <a:cubicBezTo>
                  <a:pt x="3419861" y="979114"/>
                  <a:pt x="3444107" y="954868"/>
                  <a:pt x="3474016" y="954868"/>
                </a:cubicBezTo>
                <a:close/>
                <a:moveTo>
                  <a:pt x="3395881" y="954868"/>
                </a:moveTo>
                <a:cubicBezTo>
                  <a:pt x="3400154" y="954868"/>
                  <a:pt x="3403618" y="958332"/>
                  <a:pt x="3403618" y="962605"/>
                </a:cubicBezTo>
                <a:lnTo>
                  <a:pt x="3403618" y="1055441"/>
                </a:lnTo>
                <a:lnTo>
                  <a:pt x="3395881" y="1063178"/>
                </a:lnTo>
                <a:cubicBezTo>
                  <a:pt x="3391609" y="1063179"/>
                  <a:pt x="3388145" y="1059715"/>
                  <a:pt x="3388145" y="1055442"/>
                </a:cubicBezTo>
                <a:cubicBezTo>
                  <a:pt x="3388145" y="1024496"/>
                  <a:pt x="3388144" y="993551"/>
                  <a:pt x="3388144" y="962605"/>
                </a:cubicBezTo>
                <a:cubicBezTo>
                  <a:pt x="3388144" y="958332"/>
                  <a:pt x="3391608" y="954868"/>
                  <a:pt x="3395881" y="954868"/>
                </a:cubicBezTo>
                <a:close/>
                <a:moveTo>
                  <a:pt x="3317746" y="954868"/>
                </a:moveTo>
                <a:cubicBezTo>
                  <a:pt x="3347655" y="954868"/>
                  <a:pt x="3371901" y="979114"/>
                  <a:pt x="3371901" y="1009023"/>
                </a:cubicBezTo>
                <a:cubicBezTo>
                  <a:pt x="3371901" y="1038932"/>
                  <a:pt x="3347655" y="1063178"/>
                  <a:pt x="3317746" y="1063178"/>
                </a:cubicBezTo>
                <a:cubicBezTo>
                  <a:pt x="3287837" y="1063178"/>
                  <a:pt x="3263591" y="1038932"/>
                  <a:pt x="3263591" y="1009023"/>
                </a:cubicBezTo>
                <a:cubicBezTo>
                  <a:pt x="3263591" y="979114"/>
                  <a:pt x="3287837" y="954868"/>
                  <a:pt x="3317746" y="954868"/>
                </a:cubicBezTo>
                <a:close/>
                <a:moveTo>
                  <a:pt x="3239610" y="954868"/>
                </a:moveTo>
                <a:cubicBezTo>
                  <a:pt x="3243883" y="954868"/>
                  <a:pt x="3247347" y="958332"/>
                  <a:pt x="3247347" y="962605"/>
                </a:cubicBezTo>
                <a:lnTo>
                  <a:pt x="3247347" y="1055441"/>
                </a:lnTo>
                <a:lnTo>
                  <a:pt x="3239610" y="1063178"/>
                </a:lnTo>
                <a:cubicBezTo>
                  <a:pt x="3235338" y="1063179"/>
                  <a:pt x="3231874" y="1059715"/>
                  <a:pt x="3231874" y="1055442"/>
                </a:cubicBezTo>
                <a:cubicBezTo>
                  <a:pt x="3231874" y="1024496"/>
                  <a:pt x="3231873" y="993551"/>
                  <a:pt x="3231873" y="962605"/>
                </a:cubicBezTo>
                <a:cubicBezTo>
                  <a:pt x="3231873" y="958332"/>
                  <a:pt x="3235337" y="954868"/>
                  <a:pt x="3239610" y="954868"/>
                </a:cubicBezTo>
                <a:close/>
                <a:moveTo>
                  <a:pt x="3207894" y="954868"/>
                </a:moveTo>
                <a:cubicBezTo>
                  <a:pt x="3212167" y="954868"/>
                  <a:pt x="3215631" y="958332"/>
                  <a:pt x="3215631" y="962605"/>
                </a:cubicBezTo>
                <a:lnTo>
                  <a:pt x="3215631" y="1055441"/>
                </a:lnTo>
                <a:cubicBezTo>
                  <a:pt x="3215631" y="1059714"/>
                  <a:pt x="3212167" y="1063178"/>
                  <a:pt x="3207894" y="1063178"/>
                </a:cubicBezTo>
                <a:lnTo>
                  <a:pt x="3200158" y="1055442"/>
                </a:lnTo>
                <a:cubicBezTo>
                  <a:pt x="3200158" y="1024496"/>
                  <a:pt x="3200157" y="993551"/>
                  <a:pt x="3200157" y="962605"/>
                </a:cubicBezTo>
                <a:cubicBezTo>
                  <a:pt x="3200157" y="958332"/>
                  <a:pt x="3203621" y="954868"/>
                  <a:pt x="3207894" y="954868"/>
                </a:cubicBezTo>
                <a:close/>
                <a:moveTo>
                  <a:pt x="3129759" y="954868"/>
                </a:moveTo>
                <a:cubicBezTo>
                  <a:pt x="3159668" y="954868"/>
                  <a:pt x="3183914" y="979114"/>
                  <a:pt x="3183914" y="1009023"/>
                </a:cubicBezTo>
                <a:cubicBezTo>
                  <a:pt x="3183914" y="1038932"/>
                  <a:pt x="3159668" y="1063178"/>
                  <a:pt x="3129759" y="1063178"/>
                </a:cubicBezTo>
                <a:cubicBezTo>
                  <a:pt x="3099850" y="1063178"/>
                  <a:pt x="3075604" y="1038932"/>
                  <a:pt x="3075604" y="1009023"/>
                </a:cubicBezTo>
                <a:cubicBezTo>
                  <a:pt x="3075604" y="979114"/>
                  <a:pt x="3099850" y="954868"/>
                  <a:pt x="3129759" y="954868"/>
                </a:cubicBezTo>
                <a:close/>
                <a:moveTo>
                  <a:pt x="3005205" y="954868"/>
                </a:moveTo>
                <a:cubicBezTo>
                  <a:pt x="3035114" y="954868"/>
                  <a:pt x="3059360" y="979114"/>
                  <a:pt x="3059360" y="1009023"/>
                </a:cubicBezTo>
                <a:cubicBezTo>
                  <a:pt x="3059360" y="1038932"/>
                  <a:pt x="3035114" y="1063178"/>
                  <a:pt x="3005205" y="1063178"/>
                </a:cubicBezTo>
                <a:cubicBezTo>
                  <a:pt x="2975296" y="1063178"/>
                  <a:pt x="2951050" y="1038932"/>
                  <a:pt x="2951050" y="1009023"/>
                </a:cubicBezTo>
                <a:cubicBezTo>
                  <a:pt x="2951050" y="979114"/>
                  <a:pt x="2975296" y="954868"/>
                  <a:pt x="3005205" y="954868"/>
                </a:cubicBezTo>
                <a:close/>
                <a:moveTo>
                  <a:pt x="2927069" y="954868"/>
                </a:moveTo>
                <a:cubicBezTo>
                  <a:pt x="2931342" y="954868"/>
                  <a:pt x="2934806" y="958332"/>
                  <a:pt x="2934806" y="962605"/>
                </a:cubicBezTo>
                <a:lnTo>
                  <a:pt x="2934806" y="1055441"/>
                </a:lnTo>
                <a:lnTo>
                  <a:pt x="2927069" y="1063178"/>
                </a:lnTo>
                <a:cubicBezTo>
                  <a:pt x="2922797" y="1063178"/>
                  <a:pt x="2919333" y="1059715"/>
                  <a:pt x="2919333" y="1055442"/>
                </a:cubicBezTo>
                <a:cubicBezTo>
                  <a:pt x="2919333" y="1024496"/>
                  <a:pt x="2919332" y="993551"/>
                  <a:pt x="2919332" y="962605"/>
                </a:cubicBezTo>
                <a:cubicBezTo>
                  <a:pt x="2919332" y="958332"/>
                  <a:pt x="2922796" y="954868"/>
                  <a:pt x="2927069" y="954868"/>
                </a:cubicBezTo>
                <a:close/>
                <a:moveTo>
                  <a:pt x="2848934" y="954868"/>
                </a:moveTo>
                <a:cubicBezTo>
                  <a:pt x="2878843" y="954868"/>
                  <a:pt x="2903089" y="979114"/>
                  <a:pt x="2903089" y="1009023"/>
                </a:cubicBezTo>
                <a:cubicBezTo>
                  <a:pt x="2903089" y="1038932"/>
                  <a:pt x="2878843" y="1063178"/>
                  <a:pt x="2848934" y="1063178"/>
                </a:cubicBezTo>
                <a:cubicBezTo>
                  <a:pt x="2819025" y="1063178"/>
                  <a:pt x="2794779" y="1038932"/>
                  <a:pt x="2794779" y="1009023"/>
                </a:cubicBezTo>
                <a:cubicBezTo>
                  <a:pt x="2794779" y="979114"/>
                  <a:pt x="2819025" y="954868"/>
                  <a:pt x="2848934" y="954868"/>
                </a:cubicBezTo>
                <a:close/>
                <a:moveTo>
                  <a:pt x="2724380" y="954868"/>
                </a:moveTo>
                <a:cubicBezTo>
                  <a:pt x="2754289" y="954868"/>
                  <a:pt x="2778535" y="979114"/>
                  <a:pt x="2778535" y="1009023"/>
                </a:cubicBezTo>
                <a:cubicBezTo>
                  <a:pt x="2778535" y="1038932"/>
                  <a:pt x="2754289" y="1063178"/>
                  <a:pt x="2724380" y="1063178"/>
                </a:cubicBezTo>
                <a:cubicBezTo>
                  <a:pt x="2694471" y="1063178"/>
                  <a:pt x="2670225" y="1038932"/>
                  <a:pt x="2670225" y="1009023"/>
                </a:cubicBezTo>
                <a:cubicBezTo>
                  <a:pt x="2670225" y="979114"/>
                  <a:pt x="2694471" y="954868"/>
                  <a:pt x="2724380" y="954868"/>
                </a:cubicBezTo>
                <a:close/>
                <a:moveTo>
                  <a:pt x="2646245" y="954868"/>
                </a:moveTo>
                <a:cubicBezTo>
                  <a:pt x="2650518" y="954868"/>
                  <a:pt x="2653982" y="958332"/>
                  <a:pt x="2653982" y="962605"/>
                </a:cubicBezTo>
                <a:lnTo>
                  <a:pt x="2653982" y="1055441"/>
                </a:lnTo>
                <a:lnTo>
                  <a:pt x="2646245" y="1063178"/>
                </a:lnTo>
                <a:cubicBezTo>
                  <a:pt x="2641973" y="1063179"/>
                  <a:pt x="2638509" y="1059715"/>
                  <a:pt x="2638509" y="1055442"/>
                </a:cubicBezTo>
                <a:cubicBezTo>
                  <a:pt x="2638509" y="1024496"/>
                  <a:pt x="2638508" y="993551"/>
                  <a:pt x="2638508" y="962605"/>
                </a:cubicBezTo>
                <a:cubicBezTo>
                  <a:pt x="2638508" y="958332"/>
                  <a:pt x="2641972" y="954868"/>
                  <a:pt x="2646245" y="954868"/>
                </a:cubicBezTo>
                <a:close/>
                <a:moveTo>
                  <a:pt x="2614528" y="954868"/>
                </a:moveTo>
                <a:cubicBezTo>
                  <a:pt x="2618801" y="954868"/>
                  <a:pt x="2622265" y="958332"/>
                  <a:pt x="2622265" y="962605"/>
                </a:cubicBezTo>
                <a:lnTo>
                  <a:pt x="2622265" y="1055441"/>
                </a:lnTo>
                <a:lnTo>
                  <a:pt x="2614528" y="1063178"/>
                </a:lnTo>
                <a:cubicBezTo>
                  <a:pt x="2610256" y="1063179"/>
                  <a:pt x="2606792" y="1059715"/>
                  <a:pt x="2606792" y="1055442"/>
                </a:cubicBezTo>
                <a:cubicBezTo>
                  <a:pt x="2606792" y="1024496"/>
                  <a:pt x="2606791" y="993551"/>
                  <a:pt x="2606791" y="962605"/>
                </a:cubicBezTo>
                <a:cubicBezTo>
                  <a:pt x="2606791" y="958332"/>
                  <a:pt x="2610255" y="954868"/>
                  <a:pt x="2614528" y="954868"/>
                </a:cubicBezTo>
                <a:close/>
                <a:moveTo>
                  <a:pt x="2536393" y="954868"/>
                </a:moveTo>
                <a:cubicBezTo>
                  <a:pt x="2566302" y="954868"/>
                  <a:pt x="2590548" y="979114"/>
                  <a:pt x="2590548" y="1009023"/>
                </a:cubicBezTo>
                <a:cubicBezTo>
                  <a:pt x="2590548" y="1038932"/>
                  <a:pt x="2566302" y="1063178"/>
                  <a:pt x="2536393" y="1063178"/>
                </a:cubicBezTo>
                <a:cubicBezTo>
                  <a:pt x="2506484" y="1063178"/>
                  <a:pt x="2482238" y="1038932"/>
                  <a:pt x="2482238" y="1009023"/>
                </a:cubicBezTo>
                <a:cubicBezTo>
                  <a:pt x="2482238" y="979114"/>
                  <a:pt x="2506484" y="954868"/>
                  <a:pt x="2536393" y="954868"/>
                </a:cubicBezTo>
                <a:close/>
                <a:moveTo>
                  <a:pt x="2458258" y="954868"/>
                </a:moveTo>
                <a:cubicBezTo>
                  <a:pt x="2462531" y="954868"/>
                  <a:pt x="2465995" y="958332"/>
                  <a:pt x="2465995" y="962605"/>
                </a:cubicBezTo>
                <a:lnTo>
                  <a:pt x="2465995" y="1055441"/>
                </a:lnTo>
                <a:cubicBezTo>
                  <a:pt x="2465995" y="1059714"/>
                  <a:pt x="2462531" y="1063178"/>
                  <a:pt x="2458258" y="1063178"/>
                </a:cubicBezTo>
                <a:lnTo>
                  <a:pt x="2450522" y="1055442"/>
                </a:lnTo>
                <a:cubicBezTo>
                  <a:pt x="2450522" y="1024496"/>
                  <a:pt x="2450521" y="993551"/>
                  <a:pt x="2450521" y="962605"/>
                </a:cubicBezTo>
                <a:cubicBezTo>
                  <a:pt x="2450521" y="958332"/>
                  <a:pt x="2453985" y="954868"/>
                  <a:pt x="2458258" y="954868"/>
                </a:cubicBezTo>
                <a:close/>
                <a:moveTo>
                  <a:pt x="2380123" y="954868"/>
                </a:moveTo>
                <a:cubicBezTo>
                  <a:pt x="2410032" y="954868"/>
                  <a:pt x="2434278" y="979114"/>
                  <a:pt x="2434278" y="1009023"/>
                </a:cubicBezTo>
                <a:cubicBezTo>
                  <a:pt x="2434278" y="1038932"/>
                  <a:pt x="2410032" y="1063178"/>
                  <a:pt x="2380123" y="1063178"/>
                </a:cubicBezTo>
                <a:cubicBezTo>
                  <a:pt x="2350214" y="1063178"/>
                  <a:pt x="2325968" y="1038932"/>
                  <a:pt x="2325968" y="1009023"/>
                </a:cubicBezTo>
                <a:cubicBezTo>
                  <a:pt x="2325968" y="979114"/>
                  <a:pt x="2350214" y="954868"/>
                  <a:pt x="2380123" y="954868"/>
                </a:cubicBezTo>
                <a:close/>
                <a:moveTo>
                  <a:pt x="2255569" y="954868"/>
                </a:moveTo>
                <a:cubicBezTo>
                  <a:pt x="2285478" y="954868"/>
                  <a:pt x="2309724" y="979114"/>
                  <a:pt x="2309724" y="1009023"/>
                </a:cubicBezTo>
                <a:cubicBezTo>
                  <a:pt x="2309724" y="1038932"/>
                  <a:pt x="2285478" y="1063178"/>
                  <a:pt x="2255569" y="1063178"/>
                </a:cubicBezTo>
                <a:cubicBezTo>
                  <a:pt x="2225660" y="1063178"/>
                  <a:pt x="2201414" y="1038932"/>
                  <a:pt x="2201414" y="1009023"/>
                </a:cubicBezTo>
                <a:cubicBezTo>
                  <a:pt x="2201414" y="979114"/>
                  <a:pt x="2225660" y="954868"/>
                  <a:pt x="2255569" y="954868"/>
                </a:cubicBezTo>
                <a:close/>
                <a:moveTo>
                  <a:pt x="2177435" y="954868"/>
                </a:moveTo>
                <a:cubicBezTo>
                  <a:pt x="2181708" y="954868"/>
                  <a:pt x="2185172" y="958332"/>
                  <a:pt x="2185172" y="962605"/>
                </a:cubicBezTo>
                <a:cubicBezTo>
                  <a:pt x="2185172" y="993551"/>
                  <a:pt x="2185171" y="1024496"/>
                  <a:pt x="2185171" y="1055442"/>
                </a:cubicBezTo>
                <a:lnTo>
                  <a:pt x="2177435" y="1063178"/>
                </a:lnTo>
                <a:cubicBezTo>
                  <a:pt x="2173162" y="1063178"/>
                  <a:pt x="2169698" y="1059714"/>
                  <a:pt x="2169698" y="1055441"/>
                </a:cubicBezTo>
                <a:lnTo>
                  <a:pt x="2169698" y="962605"/>
                </a:lnTo>
                <a:cubicBezTo>
                  <a:pt x="2169698" y="958332"/>
                  <a:pt x="2173162" y="954868"/>
                  <a:pt x="2177435" y="954868"/>
                </a:cubicBezTo>
                <a:close/>
                <a:moveTo>
                  <a:pt x="2099299" y="954868"/>
                </a:moveTo>
                <a:cubicBezTo>
                  <a:pt x="2129208" y="954868"/>
                  <a:pt x="2153454" y="979114"/>
                  <a:pt x="2153454" y="1009023"/>
                </a:cubicBezTo>
                <a:cubicBezTo>
                  <a:pt x="2153454" y="1038932"/>
                  <a:pt x="2129208" y="1063178"/>
                  <a:pt x="2099299" y="1063178"/>
                </a:cubicBezTo>
                <a:cubicBezTo>
                  <a:pt x="2069390" y="1063178"/>
                  <a:pt x="2045144" y="1038932"/>
                  <a:pt x="2045144" y="1009023"/>
                </a:cubicBezTo>
                <a:cubicBezTo>
                  <a:pt x="2045144" y="979114"/>
                  <a:pt x="2069390" y="954868"/>
                  <a:pt x="2099299" y="954868"/>
                </a:cubicBezTo>
                <a:close/>
                <a:moveTo>
                  <a:pt x="2021164" y="954868"/>
                </a:moveTo>
                <a:cubicBezTo>
                  <a:pt x="2025437" y="954868"/>
                  <a:pt x="2028901" y="958332"/>
                  <a:pt x="2028901" y="962605"/>
                </a:cubicBezTo>
                <a:cubicBezTo>
                  <a:pt x="2028901" y="993551"/>
                  <a:pt x="2028900" y="1024496"/>
                  <a:pt x="2028900" y="1055442"/>
                </a:cubicBezTo>
                <a:lnTo>
                  <a:pt x="2021164" y="1063178"/>
                </a:lnTo>
                <a:cubicBezTo>
                  <a:pt x="2016891" y="1063178"/>
                  <a:pt x="2013427" y="1059714"/>
                  <a:pt x="2013427" y="1055441"/>
                </a:cubicBezTo>
                <a:lnTo>
                  <a:pt x="2013427" y="962605"/>
                </a:lnTo>
                <a:cubicBezTo>
                  <a:pt x="2013427" y="958332"/>
                  <a:pt x="2016891" y="954868"/>
                  <a:pt x="2021164" y="954868"/>
                </a:cubicBezTo>
                <a:close/>
                <a:moveTo>
                  <a:pt x="1989448" y="954868"/>
                </a:moveTo>
                <a:cubicBezTo>
                  <a:pt x="1993721" y="954868"/>
                  <a:pt x="1997185" y="958332"/>
                  <a:pt x="1997185" y="962605"/>
                </a:cubicBezTo>
                <a:cubicBezTo>
                  <a:pt x="1997185" y="993551"/>
                  <a:pt x="1997184" y="1024496"/>
                  <a:pt x="1997184" y="1055442"/>
                </a:cubicBezTo>
                <a:lnTo>
                  <a:pt x="1989448" y="1063178"/>
                </a:lnTo>
                <a:cubicBezTo>
                  <a:pt x="1985175" y="1063178"/>
                  <a:pt x="1981711" y="1059714"/>
                  <a:pt x="1981711" y="1055441"/>
                </a:cubicBezTo>
                <a:lnTo>
                  <a:pt x="1981711" y="962605"/>
                </a:lnTo>
                <a:cubicBezTo>
                  <a:pt x="1981711" y="958332"/>
                  <a:pt x="1985175" y="954868"/>
                  <a:pt x="1989448" y="954868"/>
                </a:cubicBezTo>
                <a:close/>
                <a:moveTo>
                  <a:pt x="1911312" y="954868"/>
                </a:moveTo>
                <a:cubicBezTo>
                  <a:pt x="1941221" y="954868"/>
                  <a:pt x="1965467" y="979114"/>
                  <a:pt x="1965467" y="1009023"/>
                </a:cubicBezTo>
                <a:cubicBezTo>
                  <a:pt x="1965467" y="1038932"/>
                  <a:pt x="1941221" y="1063178"/>
                  <a:pt x="1911312" y="1063178"/>
                </a:cubicBezTo>
                <a:cubicBezTo>
                  <a:pt x="1881403" y="1063178"/>
                  <a:pt x="1857157" y="1038932"/>
                  <a:pt x="1857157" y="1009023"/>
                </a:cubicBezTo>
                <a:cubicBezTo>
                  <a:pt x="1857157" y="979114"/>
                  <a:pt x="1881403" y="954868"/>
                  <a:pt x="1911312" y="954868"/>
                </a:cubicBezTo>
                <a:close/>
                <a:moveTo>
                  <a:pt x="1786758" y="954868"/>
                </a:moveTo>
                <a:cubicBezTo>
                  <a:pt x="1816667" y="954868"/>
                  <a:pt x="1840913" y="979114"/>
                  <a:pt x="1840913" y="1009023"/>
                </a:cubicBezTo>
                <a:cubicBezTo>
                  <a:pt x="1840913" y="1038932"/>
                  <a:pt x="1816667" y="1063178"/>
                  <a:pt x="1786758" y="1063178"/>
                </a:cubicBezTo>
                <a:cubicBezTo>
                  <a:pt x="1756849" y="1063178"/>
                  <a:pt x="1732603" y="1038932"/>
                  <a:pt x="1732603" y="1009023"/>
                </a:cubicBezTo>
                <a:cubicBezTo>
                  <a:pt x="1732603" y="979114"/>
                  <a:pt x="1756849" y="954868"/>
                  <a:pt x="1786758" y="954868"/>
                </a:cubicBezTo>
                <a:close/>
                <a:moveTo>
                  <a:pt x="1708623" y="954868"/>
                </a:moveTo>
                <a:cubicBezTo>
                  <a:pt x="1712896" y="954868"/>
                  <a:pt x="1716360" y="958332"/>
                  <a:pt x="1716360" y="962605"/>
                </a:cubicBezTo>
                <a:cubicBezTo>
                  <a:pt x="1716360" y="993551"/>
                  <a:pt x="1716359" y="1024496"/>
                  <a:pt x="1716359" y="1055442"/>
                </a:cubicBezTo>
                <a:lnTo>
                  <a:pt x="1708623" y="1063178"/>
                </a:lnTo>
                <a:cubicBezTo>
                  <a:pt x="1704350" y="1063178"/>
                  <a:pt x="1700886" y="1059714"/>
                  <a:pt x="1700886" y="1055441"/>
                </a:cubicBezTo>
                <a:lnTo>
                  <a:pt x="1700886" y="962605"/>
                </a:lnTo>
                <a:cubicBezTo>
                  <a:pt x="1700886" y="958332"/>
                  <a:pt x="1704350" y="954868"/>
                  <a:pt x="1708623" y="954868"/>
                </a:cubicBezTo>
                <a:close/>
                <a:moveTo>
                  <a:pt x="1630487" y="954868"/>
                </a:moveTo>
                <a:cubicBezTo>
                  <a:pt x="1660396" y="954868"/>
                  <a:pt x="1684642" y="979114"/>
                  <a:pt x="1684642" y="1009023"/>
                </a:cubicBezTo>
                <a:cubicBezTo>
                  <a:pt x="1684642" y="1038932"/>
                  <a:pt x="1660396" y="1063178"/>
                  <a:pt x="1630487" y="1063178"/>
                </a:cubicBezTo>
                <a:cubicBezTo>
                  <a:pt x="1600578" y="1063178"/>
                  <a:pt x="1576332" y="1038932"/>
                  <a:pt x="1576332" y="1009023"/>
                </a:cubicBezTo>
                <a:cubicBezTo>
                  <a:pt x="1576332" y="979114"/>
                  <a:pt x="1600578" y="954868"/>
                  <a:pt x="1630487" y="954868"/>
                </a:cubicBezTo>
                <a:close/>
                <a:moveTo>
                  <a:pt x="1505933" y="954868"/>
                </a:moveTo>
                <a:cubicBezTo>
                  <a:pt x="1535842" y="954868"/>
                  <a:pt x="1560088" y="979114"/>
                  <a:pt x="1560088" y="1009023"/>
                </a:cubicBezTo>
                <a:cubicBezTo>
                  <a:pt x="1560088" y="1038932"/>
                  <a:pt x="1535842" y="1063178"/>
                  <a:pt x="1505933" y="1063178"/>
                </a:cubicBezTo>
                <a:cubicBezTo>
                  <a:pt x="1476024" y="1063178"/>
                  <a:pt x="1451778" y="1038932"/>
                  <a:pt x="1451778" y="1009023"/>
                </a:cubicBezTo>
                <a:cubicBezTo>
                  <a:pt x="1451778" y="979114"/>
                  <a:pt x="1476024" y="954868"/>
                  <a:pt x="1505933" y="954868"/>
                </a:cubicBezTo>
                <a:close/>
                <a:moveTo>
                  <a:pt x="1427799" y="954868"/>
                </a:moveTo>
                <a:cubicBezTo>
                  <a:pt x="1432072" y="954868"/>
                  <a:pt x="1435536" y="958332"/>
                  <a:pt x="1435536" y="962605"/>
                </a:cubicBezTo>
                <a:cubicBezTo>
                  <a:pt x="1435536" y="993551"/>
                  <a:pt x="1435535" y="1024496"/>
                  <a:pt x="1435535" y="1055442"/>
                </a:cubicBezTo>
                <a:lnTo>
                  <a:pt x="1427799" y="1063178"/>
                </a:lnTo>
                <a:cubicBezTo>
                  <a:pt x="1423526" y="1063178"/>
                  <a:pt x="1420062" y="1059714"/>
                  <a:pt x="1420062" y="1055441"/>
                </a:cubicBezTo>
                <a:lnTo>
                  <a:pt x="1420062" y="962605"/>
                </a:lnTo>
                <a:cubicBezTo>
                  <a:pt x="1420062" y="958332"/>
                  <a:pt x="1423526" y="954868"/>
                  <a:pt x="1427799" y="954868"/>
                </a:cubicBezTo>
                <a:close/>
                <a:moveTo>
                  <a:pt x="1396082" y="954868"/>
                </a:moveTo>
                <a:cubicBezTo>
                  <a:pt x="1400355" y="954868"/>
                  <a:pt x="1403819" y="958332"/>
                  <a:pt x="1403819" y="962605"/>
                </a:cubicBezTo>
                <a:cubicBezTo>
                  <a:pt x="1403819" y="993551"/>
                  <a:pt x="1403818" y="1024496"/>
                  <a:pt x="1403818" y="1055442"/>
                </a:cubicBezTo>
                <a:lnTo>
                  <a:pt x="1396082" y="1063178"/>
                </a:lnTo>
                <a:cubicBezTo>
                  <a:pt x="1391809" y="1063178"/>
                  <a:pt x="1388345" y="1059714"/>
                  <a:pt x="1388345" y="1055441"/>
                </a:cubicBezTo>
                <a:lnTo>
                  <a:pt x="1388345" y="962605"/>
                </a:lnTo>
                <a:cubicBezTo>
                  <a:pt x="1388345" y="958332"/>
                  <a:pt x="1391809" y="954868"/>
                  <a:pt x="1396082" y="954868"/>
                </a:cubicBezTo>
                <a:close/>
                <a:moveTo>
                  <a:pt x="1317946" y="954868"/>
                </a:moveTo>
                <a:cubicBezTo>
                  <a:pt x="1347855" y="954868"/>
                  <a:pt x="1372101" y="979114"/>
                  <a:pt x="1372101" y="1009023"/>
                </a:cubicBezTo>
                <a:cubicBezTo>
                  <a:pt x="1372101" y="1038932"/>
                  <a:pt x="1347855" y="1063178"/>
                  <a:pt x="1317946" y="1063178"/>
                </a:cubicBezTo>
                <a:cubicBezTo>
                  <a:pt x="1288037" y="1063178"/>
                  <a:pt x="1263791" y="1038932"/>
                  <a:pt x="1263791" y="1009023"/>
                </a:cubicBezTo>
                <a:cubicBezTo>
                  <a:pt x="1263791" y="979114"/>
                  <a:pt x="1288037" y="954868"/>
                  <a:pt x="1317946" y="954868"/>
                </a:cubicBezTo>
                <a:close/>
                <a:moveTo>
                  <a:pt x="1239812" y="954868"/>
                </a:moveTo>
                <a:cubicBezTo>
                  <a:pt x="1244085" y="954868"/>
                  <a:pt x="1247549" y="958332"/>
                  <a:pt x="1247549" y="962605"/>
                </a:cubicBezTo>
                <a:cubicBezTo>
                  <a:pt x="1247549" y="993551"/>
                  <a:pt x="1247548" y="1024496"/>
                  <a:pt x="1247548" y="1055442"/>
                </a:cubicBezTo>
                <a:lnTo>
                  <a:pt x="1239812" y="1063178"/>
                </a:lnTo>
                <a:cubicBezTo>
                  <a:pt x="1235539" y="1063178"/>
                  <a:pt x="1232075" y="1059714"/>
                  <a:pt x="1232075" y="1055441"/>
                </a:cubicBezTo>
                <a:lnTo>
                  <a:pt x="1232075" y="962605"/>
                </a:lnTo>
                <a:cubicBezTo>
                  <a:pt x="1232075" y="958332"/>
                  <a:pt x="1235539" y="954868"/>
                  <a:pt x="1239812" y="954868"/>
                </a:cubicBezTo>
                <a:close/>
                <a:moveTo>
                  <a:pt x="1161676" y="954868"/>
                </a:moveTo>
                <a:cubicBezTo>
                  <a:pt x="1191585" y="954868"/>
                  <a:pt x="1215831" y="979114"/>
                  <a:pt x="1215831" y="1009023"/>
                </a:cubicBezTo>
                <a:cubicBezTo>
                  <a:pt x="1215831" y="1038932"/>
                  <a:pt x="1191585" y="1063178"/>
                  <a:pt x="1161676" y="1063178"/>
                </a:cubicBezTo>
                <a:cubicBezTo>
                  <a:pt x="1131767" y="1063178"/>
                  <a:pt x="1107521" y="1038932"/>
                  <a:pt x="1107521" y="1009023"/>
                </a:cubicBezTo>
                <a:cubicBezTo>
                  <a:pt x="1107521" y="979114"/>
                  <a:pt x="1131767" y="954868"/>
                  <a:pt x="1161676" y="954868"/>
                </a:cubicBezTo>
                <a:close/>
                <a:moveTo>
                  <a:pt x="1037122" y="954868"/>
                </a:moveTo>
                <a:cubicBezTo>
                  <a:pt x="1067031" y="954868"/>
                  <a:pt x="1091277" y="979114"/>
                  <a:pt x="1091276" y="1009023"/>
                </a:cubicBezTo>
                <a:cubicBezTo>
                  <a:pt x="1091277" y="1038932"/>
                  <a:pt x="1067031" y="1063178"/>
                  <a:pt x="1037122" y="1063178"/>
                </a:cubicBezTo>
                <a:cubicBezTo>
                  <a:pt x="1007213" y="1063178"/>
                  <a:pt x="982967" y="1038932"/>
                  <a:pt x="982967" y="1009023"/>
                </a:cubicBezTo>
                <a:cubicBezTo>
                  <a:pt x="982967" y="979114"/>
                  <a:pt x="1007213" y="954868"/>
                  <a:pt x="1037122" y="954868"/>
                </a:cubicBezTo>
                <a:close/>
                <a:moveTo>
                  <a:pt x="958988" y="954868"/>
                </a:moveTo>
                <a:cubicBezTo>
                  <a:pt x="963261" y="954868"/>
                  <a:pt x="966725" y="958332"/>
                  <a:pt x="966725" y="962605"/>
                </a:cubicBezTo>
                <a:cubicBezTo>
                  <a:pt x="966725" y="993551"/>
                  <a:pt x="966724" y="1024496"/>
                  <a:pt x="966724" y="1055442"/>
                </a:cubicBezTo>
                <a:lnTo>
                  <a:pt x="958988" y="1063178"/>
                </a:lnTo>
                <a:cubicBezTo>
                  <a:pt x="954715" y="1063178"/>
                  <a:pt x="951251" y="1059714"/>
                  <a:pt x="951251" y="1055442"/>
                </a:cubicBezTo>
                <a:lnTo>
                  <a:pt x="951251" y="962605"/>
                </a:lnTo>
                <a:cubicBezTo>
                  <a:pt x="951251" y="958332"/>
                  <a:pt x="954715" y="954868"/>
                  <a:pt x="958988" y="954868"/>
                </a:cubicBezTo>
                <a:close/>
                <a:moveTo>
                  <a:pt x="880852" y="954868"/>
                </a:moveTo>
                <a:cubicBezTo>
                  <a:pt x="910761" y="954868"/>
                  <a:pt x="935007" y="979114"/>
                  <a:pt x="935007" y="1009023"/>
                </a:cubicBezTo>
                <a:cubicBezTo>
                  <a:pt x="935007" y="1038932"/>
                  <a:pt x="910761" y="1063178"/>
                  <a:pt x="880852" y="1063178"/>
                </a:cubicBezTo>
                <a:cubicBezTo>
                  <a:pt x="850943" y="1063178"/>
                  <a:pt x="826697" y="1038932"/>
                  <a:pt x="826697" y="1009023"/>
                </a:cubicBezTo>
                <a:cubicBezTo>
                  <a:pt x="826698" y="979114"/>
                  <a:pt x="850944" y="954868"/>
                  <a:pt x="880852" y="954868"/>
                </a:cubicBezTo>
                <a:close/>
                <a:moveTo>
                  <a:pt x="802717" y="954868"/>
                </a:moveTo>
                <a:cubicBezTo>
                  <a:pt x="806990" y="954868"/>
                  <a:pt x="810454" y="958332"/>
                  <a:pt x="810454" y="962605"/>
                </a:cubicBezTo>
                <a:cubicBezTo>
                  <a:pt x="810454" y="993551"/>
                  <a:pt x="810453" y="1024496"/>
                  <a:pt x="810453" y="1055442"/>
                </a:cubicBezTo>
                <a:lnTo>
                  <a:pt x="802717" y="1063178"/>
                </a:lnTo>
                <a:cubicBezTo>
                  <a:pt x="798444" y="1063178"/>
                  <a:pt x="794980" y="1059714"/>
                  <a:pt x="794980" y="1055442"/>
                </a:cubicBezTo>
                <a:lnTo>
                  <a:pt x="794980" y="962605"/>
                </a:lnTo>
                <a:cubicBezTo>
                  <a:pt x="795007" y="958332"/>
                  <a:pt x="798444" y="954868"/>
                  <a:pt x="802717" y="954868"/>
                </a:cubicBezTo>
                <a:close/>
                <a:moveTo>
                  <a:pt x="771001" y="954868"/>
                </a:moveTo>
                <a:cubicBezTo>
                  <a:pt x="775274" y="954868"/>
                  <a:pt x="778738" y="958332"/>
                  <a:pt x="778738" y="962605"/>
                </a:cubicBezTo>
                <a:cubicBezTo>
                  <a:pt x="778738" y="993551"/>
                  <a:pt x="778737" y="1024496"/>
                  <a:pt x="778737" y="1055442"/>
                </a:cubicBezTo>
                <a:lnTo>
                  <a:pt x="771001" y="1063178"/>
                </a:lnTo>
                <a:cubicBezTo>
                  <a:pt x="766728" y="1063178"/>
                  <a:pt x="763264" y="1059714"/>
                  <a:pt x="763264" y="1055442"/>
                </a:cubicBezTo>
                <a:lnTo>
                  <a:pt x="763264" y="962605"/>
                </a:lnTo>
                <a:cubicBezTo>
                  <a:pt x="763291" y="958332"/>
                  <a:pt x="766728" y="954868"/>
                  <a:pt x="771001" y="954868"/>
                </a:cubicBezTo>
                <a:close/>
                <a:moveTo>
                  <a:pt x="692865" y="954868"/>
                </a:moveTo>
                <a:cubicBezTo>
                  <a:pt x="722774" y="954868"/>
                  <a:pt x="747020" y="979114"/>
                  <a:pt x="747020" y="1009023"/>
                </a:cubicBezTo>
                <a:cubicBezTo>
                  <a:pt x="747020" y="1038932"/>
                  <a:pt x="722774" y="1063178"/>
                  <a:pt x="692865" y="1063178"/>
                </a:cubicBezTo>
                <a:cubicBezTo>
                  <a:pt x="662956" y="1063178"/>
                  <a:pt x="638710" y="1038932"/>
                  <a:pt x="638710" y="1009023"/>
                </a:cubicBezTo>
                <a:cubicBezTo>
                  <a:pt x="638711" y="979114"/>
                  <a:pt x="662957" y="954868"/>
                  <a:pt x="692865" y="954868"/>
                </a:cubicBezTo>
                <a:close/>
                <a:moveTo>
                  <a:pt x="568311" y="954868"/>
                </a:moveTo>
                <a:cubicBezTo>
                  <a:pt x="598220" y="954868"/>
                  <a:pt x="622466" y="979114"/>
                  <a:pt x="622466" y="1009023"/>
                </a:cubicBezTo>
                <a:cubicBezTo>
                  <a:pt x="622466" y="1038932"/>
                  <a:pt x="598220" y="1063178"/>
                  <a:pt x="568311" y="1063178"/>
                </a:cubicBezTo>
                <a:cubicBezTo>
                  <a:pt x="538402" y="1063178"/>
                  <a:pt x="514156" y="1038932"/>
                  <a:pt x="514156" y="1009023"/>
                </a:cubicBezTo>
                <a:cubicBezTo>
                  <a:pt x="514157" y="979114"/>
                  <a:pt x="538403" y="954868"/>
                  <a:pt x="568311" y="954868"/>
                </a:cubicBezTo>
                <a:close/>
                <a:moveTo>
                  <a:pt x="490176" y="954868"/>
                </a:moveTo>
                <a:cubicBezTo>
                  <a:pt x="494449" y="954868"/>
                  <a:pt x="497913" y="958332"/>
                  <a:pt x="497913" y="962605"/>
                </a:cubicBezTo>
                <a:cubicBezTo>
                  <a:pt x="497913" y="993551"/>
                  <a:pt x="497912" y="1024496"/>
                  <a:pt x="497912" y="1055442"/>
                </a:cubicBezTo>
                <a:lnTo>
                  <a:pt x="490176" y="1063178"/>
                </a:lnTo>
                <a:cubicBezTo>
                  <a:pt x="485903" y="1063178"/>
                  <a:pt x="482439" y="1059714"/>
                  <a:pt x="482439" y="1055441"/>
                </a:cubicBezTo>
                <a:lnTo>
                  <a:pt x="482439" y="962605"/>
                </a:lnTo>
                <a:cubicBezTo>
                  <a:pt x="482466" y="958332"/>
                  <a:pt x="485903" y="954868"/>
                  <a:pt x="490176" y="954868"/>
                </a:cubicBezTo>
                <a:close/>
                <a:moveTo>
                  <a:pt x="412040" y="954868"/>
                </a:moveTo>
                <a:cubicBezTo>
                  <a:pt x="441949" y="954868"/>
                  <a:pt x="466195" y="979114"/>
                  <a:pt x="466195" y="1009023"/>
                </a:cubicBezTo>
                <a:cubicBezTo>
                  <a:pt x="466195" y="1038932"/>
                  <a:pt x="441949" y="1063178"/>
                  <a:pt x="412040" y="1063178"/>
                </a:cubicBezTo>
                <a:cubicBezTo>
                  <a:pt x="382131" y="1063178"/>
                  <a:pt x="357885" y="1038932"/>
                  <a:pt x="357885" y="1009023"/>
                </a:cubicBezTo>
                <a:cubicBezTo>
                  <a:pt x="357885" y="979114"/>
                  <a:pt x="382131" y="954868"/>
                  <a:pt x="412040" y="954868"/>
                </a:cubicBezTo>
                <a:close/>
                <a:moveTo>
                  <a:pt x="287486" y="954868"/>
                </a:moveTo>
                <a:cubicBezTo>
                  <a:pt x="317395" y="954868"/>
                  <a:pt x="341641" y="979114"/>
                  <a:pt x="341641" y="1009023"/>
                </a:cubicBezTo>
                <a:cubicBezTo>
                  <a:pt x="341641" y="1038932"/>
                  <a:pt x="317395" y="1063178"/>
                  <a:pt x="287486" y="1063178"/>
                </a:cubicBezTo>
                <a:cubicBezTo>
                  <a:pt x="257577" y="1063178"/>
                  <a:pt x="233331" y="1038932"/>
                  <a:pt x="233331" y="1009023"/>
                </a:cubicBezTo>
                <a:cubicBezTo>
                  <a:pt x="233331" y="979114"/>
                  <a:pt x="257577" y="954868"/>
                  <a:pt x="287486" y="954868"/>
                </a:cubicBezTo>
                <a:close/>
                <a:moveTo>
                  <a:pt x="209352" y="954868"/>
                </a:moveTo>
                <a:cubicBezTo>
                  <a:pt x="213625" y="954868"/>
                  <a:pt x="217089" y="958332"/>
                  <a:pt x="217089" y="962605"/>
                </a:cubicBezTo>
                <a:cubicBezTo>
                  <a:pt x="217089" y="993551"/>
                  <a:pt x="217088" y="1024496"/>
                  <a:pt x="217088" y="1055442"/>
                </a:cubicBezTo>
                <a:lnTo>
                  <a:pt x="209352" y="1063178"/>
                </a:lnTo>
                <a:cubicBezTo>
                  <a:pt x="205079" y="1063178"/>
                  <a:pt x="201615" y="1059714"/>
                  <a:pt x="201615" y="1055441"/>
                </a:cubicBezTo>
                <a:lnTo>
                  <a:pt x="201615" y="962605"/>
                </a:lnTo>
                <a:cubicBezTo>
                  <a:pt x="201629" y="958332"/>
                  <a:pt x="205092" y="954868"/>
                  <a:pt x="209352" y="954868"/>
                </a:cubicBezTo>
                <a:close/>
                <a:moveTo>
                  <a:pt x="177635" y="954868"/>
                </a:moveTo>
                <a:cubicBezTo>
                  <a:pt x="181908" y="954868"/>
                  <a:pt x="185372" y="958332"/>
                  <a:pt x="185372" y="962605"/>
                </a:cubicBezTo>
                <a:cubicBezTo>
                  <a:pt x="185372" y="993551"/>
                  <a:pt x="185371" y="1024496"/>
                  <a:pt x="185371" y="1055442"/>
                </a:cubicBezTo>
                <a:lnTo>
                  <a:pt x="177635" y="1063178"/>
                </a:lnTo>
                <a:cubicBezTo>
                  <a:pt x="173362" y="1063178"/>
                  <a:pt x="169898" y="1059714"/>
                  <a:pt x="169898" y="1055441"/>
                </a:cubicBezTo>
                <a:lnTo>
                  <a:pt x="169898" y="962605"/>
                </a:lnTo>
                <a:cubicBezTo>
                  <a:pt x="169912" y="958332"/>
                  <a:pt x="173376" y="954868"/>
                  <a:pt x="177635" y="954868"/>
                </a:cubicBezTo>
                <a:close/>
                <a:moveTo>
                  <a:pt x="99499" y="954868"/>
                </a:moveTo>
                <a:cubicBezTo>
                  <a:pt x="129408" y="954868"/>
                  <a:pt x="153654" y="979114"/>
                  <a:pt x="153654" y="1009023"/>
                </a:cubicBezTo>
                <a:cubicBezTo>
                  <a:pt x="153654" y="1038932"/>
                  <a:pt x="129408" y="1063178"/>
                  <a:pt x="99499" y="1063178"/>
                </a:cubicBezTo>
                <a:cubicBezTo>
                  <a:pt x="69590" y="1063178"/>
                  <a:pt x="45344" y="1038932"/>
                  <a:pt x="45344" y="1009023"/>
                </a:cubicBezTo>
                <a:cubicBezTo>
                  <a:pt x="45344" y="979114"/>
                  <a:pt x="69590" y="954868"/>
                  <a:pt x="99499" y="954868"/>
                </a:cubicBezTo>
                <a:close/>
                <a:moveTo>
                  <a:pt x="21365" y="954868"/>
                </a:moveTo>
                <a:cubicBezTo>
                  <a:pt x="25638" y="954868"/>
                  <a:pt x="29102" y="958332"/>
                  <a:pt x="29102" y="962605"/>
                </a:cubicBezTo>
                <a:cubicBezTo>
                  <a:pt x="29102" y="993551"/>
                  <a:pt x="29101" y="1024496"/>
                  <a:pt x="29101" y="1055442"/>
                </a:cubicBezTo>
                <a:lnTo>
                  <a:pt x="21365" y="1063178"/>
                </a:lnTo>
                <a:cubicBezTo>
                  <a:pt x="17092" y="1063178"/>
                  <a:pt x="13628" y="1059714"/>
                  <a:pt x="13628" y="1055441"/>
                </a:cubicBezTo>
                <a:lnTo>
                  <a:pt x="13628" y="962605"/>
                </a:lnTo>
                <a:cubicBezTo>
                  <a:pt x="13642" y="958332"/>
                  <a:pt x="17099" y="954868"/>
                  <a:pt x="21365" y="954868"/>
                </a:cubicBezTo>
                <a:close/>
                <a:moveTo>
                  <a:pt x="623931" y="926826"/>
                </a:moveTo>
                <a:lnTo>
                  <a:pt x="623931" y="926826"/>
                </a:lnTo>
                <a:lnTo>
                  <a:pt x="623930" y="926827"/>
                </a:lnTo>
                <a:cubicBezTo>
                  <a:pt x="623931" y="926827"/>
                  <a:pt x="623931" y="926826"/>
                  <a:pt x="623931" y="926826"/>
                </a:cubicBezTo>
                <a:close/>
                <a:moveTo>
                  <a:pt x="9075117" y="833818"/>
                </a:moveTo>
                <a:cubicBezTo>
                  <a:pt x="9053659" y="833818"/>
                  <a:pt x="9036264" y="851213"/>
                  <a:pt x="9036264" y="872671"/>
                </a:cubicBezTo>
                <a:cubicBezTo>
                  <a:pt x="9036264" y="894129"/>
                  <a:pt x="9053659" y="911524"/>
                  <a:pt x="9075117" y="911524"/>
                </a:cubicBezTo>
                <a:cubicBezTo>
                  <a:pt x="9096575" y="911524"/>
                  <a:pt x="9113970" y="894129"/>
                  <a:pt x="9113970" y="872671"/>
                </a:cubicBezTo>
                <a:cubicBezTo>
                  <a:pt x="9113970" y="851213"/>
                  <a:pt x="9096575" y="833818"/>
                  <a:pt x="9075117" y="833818"/>
                </a:cubicBezTo>
                <a:close/>
                <a:moveTo>
                  <a:pt x="8911126" y="833818"/>
                </a:moveTo>
                <a:cubicBezTo>
                  <a:pt x="8889668" y="833818"/>
                  <a:pt x="8872273" y="851213"/>
                  <a:pt x="8872273" y="872671"/>
                </a:cubicBezTo>
                <a:cubicBezTo>
                  <a:pt x="8872273" y="894129"/>
                  <a:pt x="8889668" y="911524"/>
                  <a:pt x="8911126" y="911524"/>
                </a:cubicBezTo>
                <a:cubicBezTo>
                  <a:pt x="8932584" y="911524"/>
                  <a:pt x="8949979" y="894129"/>
                  <a:pt x="8949979" y="872671"/>
                </a:cubicBezTo>
                <a:cubicBezTo>
                  <a:pt x="8949979" y="851213"/>
                  <a:pt x="8932584" y="833818"/>
                  <a:pt x="8911126" y="833818"/>
                </a:cubicBezTo>
                <a:close/>
                <a:moveTo>
                  <a:pt x="8711557" y="833818"/>
                </a:moveTo>
                <a:cubicBezTo>
                  <a:pt x="8690099" y="833818"/>
                  <a:pt x="8672704" y="851213"/>
                  <a:pt x="8672704" y="872671"/>
                </a:cubicBezTo>
                <a:cubicBezTo>
                  <a:pt x="8672704" y="894129"/>
                  <a:pt x="8690099" y="911524"/>
                  <a:pt x="8711557" y="911524"/>
                </a:cubicBezTo>
                <a:cubicBezTo>
                  <a:pt x="8733015" y="911524"/>
                  <a:pt x="8750410" y="894129"/>
                  <a:pt x="8750410" y="872671"/>
                </a:cubicBezTo>
                <a:cubicBezTo>
                  <a:pt x="8750410" y="851213"/>
                  <a:pt x="8733015" y="833818"/>
                  <a:pt x="8711557" y="833818"/>
                </a:cubicBezTo>
                <a:close/>
                <a:moveTo>
                  <a:pt x="8547565" y="833818"/>
                </a:moveTo>
                <a:cubicBezTo>
                  <a:pt x="8526107" y="833818"/>
                  <a:pt x="8508712" y="851213"/>
                  <a:pt x="8508712" y="872671"/>
                </a:cubicBezTo>
                <a:cubicBezTo>
                  <a:pt x="8508712" y="894129"/>
                  <a:pt x="8526107" y="911524"/>
                  <a:pt x="8547565" y="911524"/>
                </a:cubicBezTo>
                <a:cubicBezTo>
                  <a:pt x="8569023" y="911524"/>
                  <a:pt x="8586418" y="894129"/>
                  <a:pt x="8586418" y="872671"/>
                </a:cubicBezTo>
                <a:cubicBezTo>
                  <a:pt x="8586418" y="851213"/>
                  <a:pt x="8569023" y="833818"/>
                  <a:pt x="8547565" y="833818"/>
                </a:cubicBezTo>
                <a:close/>
                <a:moveTo>
                  <a:pt x="8347998" y="833818"/>
                </a:moveTo>
                <a:cubicBezTo>
                  <a:pt x="8326540" y="833818"/>
                  <a:pt x="8309145" y="851213"/>
                  <a:pt x="8309145" y="872671"/>
                </a:cubicBezTo>
                <a:cubicBezTo>
                  <a:pt x="8309145" y="894129"/>
                  <a:pt x="8326540" y="911524"/>
                  <a:pt x="8347998" y="911524"/>
                </a:cubicBezTo>
                <a:cubicBezTo>
                  <a:pt x="8369456" y="911524"/>
                  <a:pt x="8386851" y="894129"/>
                  <a:pt x="8386851" y="872671"/>
                </a:cubicBezTo>
                <a:cubicBezTo>
                  <a:pt x="8386851" y="851213"/>
                  <a:pt x="8369456" y="833818"/>
                  <a:pt x="8347998" y="833818"/>
                </a:cubicBezTo>
                <a:close/>
                <a:moveTo>
                  <a:pt x="8219583" y="833818"/>
                </a:moveTo>
                <a:cubicBezTo>
                  <a:pt x="8198125" y="833818"/>
                  <a:pt x="8180730" y="851213"/>
                  <a:pt x="8180730" y="872671"/>
                </a:cubicBezTo>
                <a:cubicBezTo>
                  <a:pt x="8180730" y="894129"/>
                  <a:pt x="8198125" y="911524"/>
                  <a:pt x="8219583" y="911524"/>
                </a:cubicBezTo>
                <a:cubicBezTo>
                  <a:pt x="8241041" y="911524"/>
                  <a:pt x="8258436" y="894129"/>
                  <a:pt x="8258436" y="872671"/>
                </a:cubicBezTo>
                <a:cubicBezTo>
                  <a:pt x="8258436" y="851213"/>
                  <a:pt x="8241041" y="833818"/>
                  <a:pt x="8219583" y="833818"/>
                </a:cubicBezTo>
                <a:close/>
                <a:moveTo>
                  <a:pt x="8020016" y="833818"/>
                </a:moveTo>
                <a:cubicBezTo>
                  <a:pt x="7998558" y="833818"/>
                  <a:pt x="7981163" y="851213"/>
                  <a:pt x="7981163" y="872671"/>
                </a:cubicBezTo>
                <a:cubicBezTo>
                  <a:pt x="7981163" y="894129"/>
                  <a:pt x="7998558" y="911524"/>
                  <a:pt x="8020016" y="911524"/>
                </a:cubicBezTo>
                <a:cubicBezTo>
                  <a:pt x="8041474" y="911524"/>
                  <a:pt x="8058869" y="894129"/>
                  <a:pt x="8058869" y="872671"/>
                </a:cubicBezTo>
                <a:cubicBezTo>
                  <a:pt x="8058869" y="851213"/>
                  <a:pt x="8041474" y="833818"/>
                  <a:pt x="8020016" y="833818"/>
                </a:cubicBezTo>
                <a:close/>
                <a:moveTo>
                  <a:pt x="7856025" y="833818"/>
                </a:moveTo>
                <a:cubicBezTo>
                  <a:pt x="7834567" y="833818"/>
                  <a:pt x="7817172" y="851213"/>
                  <a:pt x="7817172" y="872671"/>
                </a:cubicBezTo>
                <a:cubicBezTo>
                  <a:pt x="7817172" y="894129"/>
                  <a:pt x="7834567" y="911524"/>
                  <a:pt x="7856025" y="911524"/>
                </a:cubicBezTo>
                <a:cubicBezTo>
                  <a:pt x="7877483" y="911524"/>
                  <a:pt x="7894878" y="894129"/>
                  <a:pt x="7894878" y="872671"/>
                </a:cubicBezTo>
                <a:cubicBezTo>
                  <a:pt x="7894878" y="851213"/>
                  <a:pt x="7877483" y="833818"/>
                  <a:pt x="7856025" y="833818"/>
                </a:cubicBezTo>
                <a:close/>
                <a:moveTo>
                  <a:pt x="7692033" y="833818"/>
                </a:moveTo>
                <a:cubicBezTo>
                  <a:pt x="7670575" y="833818"/>
                  <a:pt x="7653180" y="851213"/>
                  <a:pt x="7653180" y="872671"/>
                </a:cubicBezTo>
                <a:cubicBezTo>
                  <a:pt x="7653180" y="894129"/>
                  <a:pt x="7670575" y="911524"/>
                  <a:pt x="7692033" y="911524"/>
                </a:cubicBezTo>
                <a:cubicBezTo>
                  <a:pt x="7713491" y="911524"/>
                  <a:pt x="7730886" y="894129"/>
                  <a:pt x="7730886" y="872671"/>
                </a:cubicBezTo>
                <a:cubicBezTo>
                  <a:pt x="7730886" y="851213"/>
                  <a:pt x="7713491" y="833818"/>
                  <a:pt x="7692033" y="833818"/>
                </a:cubicBezTo>
                <a:close/>
                <a:moveTo>
                  <a:pt x="7492464" y="833818"/>
                </a:moveTo>
                <a:cubicBezTo>
                  <a:pt x="7471006" y="833818"/>
                  <a:pt x="7453611" y="851213"/>
                  <a:pt x="7453611" y="872671"/>
                </a:cubicBezTo>
                <a:cubicBezTo>
                  <a:pt x="7453611" y="894129"/>
                  <a:pt x="7471006" y="911524"/>
                  <a:pt x="7492464" y="911524"/>
                </a:cubicBezTo>
                <a:cubicBezTo>
                  <a:pt x="7513922" y="911524"/>
                  <a:pt x="7531317" y="894129"/>
                  <a:pt x="7531317" y="872671"/>
                </a:cubicBezTo>
                <a:cubicBezTo>
                  <a:pt x="7531317" y="851213"/>
                  <a:pt x="7513922" y="833818"/>
                  <a:pt x="7492464" y="833818"/>
                </a:cubicBezTo>
                <a:close/>
                <a:moveTo>
                  <a:pt x="7328473" y="833818"/>
                </a:moveTo>
                <a:cubicBezTo>
                  <a:pt x="7307015" y="833818"/>
                  <a:pt x="7289620" y="851213"/>
                  <a:pt x="7289620" y="872671"/>
                </a:cubicBezTo>
                <a:cubicBezTo>
                  <a:pt x="7289620" y="894129"/>
                  <a:pt x="7307015" y="911524"/>
                  <a:pt x="7328473" y="911524"/>
                </a:cubicBezTo>
                <a:cubicBezTo>
                  <a:pt x="7349931" y="911524"/>
                  <a:pt x="7367326" y="894129"/>
                  <a:pt x="7367326" y="872671"/>
                </a:cubicBezTo>
                <a:cubicBezTo>
                  <a:pt x="7367326" y="851213"/>
                  <a:pt x="7349931" y="833818"/>
                  <a:pt x="7328473" y="833818"/>
                </a:cubicBezTo>
                <a:close/>
                <a:moveTo>
                  <a:pt x="7058218" y="833818"/>
                </a:moveTo>
                <a:cubicBezTo>
                  <a:pt x="7036760" y="833818"/>
                  <a:pt x="7019365" y="851213"/>
                  <a:pt x="7019365" y="872671"/>
                </a:cubicBezTo>
                <a:cubicBezTo>
                  <a:pt x="7019365" y="894129"/>
                  <a:pt x="7036760" y="911524"/>
                  <a:pt x="7058218" y="911524"/>
                </a:cubicBezTo>
                <a:cubicBezTo>
                  <a:pt x="7079676" y="911524"/>
                  <a:pt x="7097071" y="894129"/>
                  <a:pt x="7097071" y="872671"/>
                </a:cubicBezTo>
                <a:cubicBezTo>
                  <a:pt x="7097071" y="851213"/>
                  <a:pt x="7079676" y="833818"/>
                  <a:pt x="7058218" y="833818"/>
                </a:cubicBezTo>
                <a:close/>
                <a:moveTo>
                  <a:pt x="6894226" y="833818"/>
                </a:moveTo>
                <a:cubicBezTo>
                  <a:pt x="6872768" y="833818"/>
                  <a:pt x="6855373" y="851213"/>
                  <a:pt x="6855373" y="872671"/>
                </a:cubicBezTo>
                <a:cubicBezTo>
                  <a:pt x="6855373" y="894129"/>
                  <a:pt x="6872768" y="911524"/>
                  <a:pt x="6894226" y="911524"/>
                </a:cubicBezTo>
                <a:cubicBezTo>
                  <a:pt x="6915684" y="911524"/>
                  <a:pt x="6933079" y="894129"/>
                  <a:pt x="6933079" y="872671"/>
                </a:cubicBezTo>
                <a:cubicBezTo>
                  <a:pt x="6933079" y="851213"/>
                  <a:pt x="6915684" y="833818"/>
                  <a:pt x="6894226" y="833818"/>
                </a:cubicBezTo>
                <a:close/>
                <a:moveTo>
                  <a:pt x="6694657" y="833818"/>
                </a:moveTo>
                <a:cubicBezTo>
                  <a:pt x="6673199" y="833818"/>
                  <a:pt x="6655804" y="851213"/>
                  <a:pt x="6655804" y="872671"/>
                </a:cubicBezTo>
                <a:cubicBezTo>
                  <a:pt x="6655804" y="894129"/>
                  <a:pt x="6673199" y="911524"/>
                  <a:pt x="6694657" y="911524"/>
                </a:cubicBezTo>
                <a:cubicBezTo>
                  <a:pt x="6716115" y="911524"/>
                  <a:pt x="6733510" y="894129"/>
                  <a:pt x="6733510" y="872671"/>
                </a:cubicBezTo>
                <a:cubicBezTo>
                  <a:pt x="6733510" y="851213"/>
                  <a:pt x="6716115" y="833818"/>
                  <a:pt x="6694657" y="833818"/>
                </a:cubicBezTo>
                <a:close/>
                <a:moveTo>
                  <a:pt x="6530665" y="833818"/>
                </a:moveTo>
                <a:cubicBezTo>
                  <a:pt x="6509207" y="833818"/>
                  <a:pt x="6491812" y="851213"/>
                  <a:pt x="6491812" y="872671"/>
                </a:cubicBezTo>
                <a:cubicBezTo>
                  <a:pt x="6491812" y="894129"/>
                  <a:pt x="6509207" y="911524"/>
                  <a:pt x="6530665" y="911524"/>
                </a:cubicBezTo>
                <a:cubicBezTo>
                  <a:pt x="6552123" y="911524"/>
                  <a:pt x="6569518" y="894129"/>
                  <a:pt x="6569518" y="872671"/>
                </a:cubicBezTo>
                <a:cubicBezTo>
                  <a:pt x="6569518" y="851213"/>
                  <a:pt x="6552123" y="833818"/>
                  <a:pt x="6530665" y="833818"/>
                </a:cubicBezTo>
                <a:close/>
                <a:moveTo>
                  <a:pt x="6366674" y="833818"/>
                </a:moveTo>
                <a:cubicBezTo>
                  <a:pt x="6345216" y="833818"/>
                  <a:pt x="6327821" y="851213"/>
                  <a:pt x="6327821" y="872671"/>
                </a:cubicBezTo>
                <a:cubicBezTo>
                  <a:pt x="6327821" y="894129"/>
                  <a:pt x="6345216" y="911524"/>
                  <a:pt x="6366674" y="911524"/>
                </a:cubicBezTo>
                <a:cubicBezTo>
                  <a:pt x="6388132" y="911524"/>
                  <a:pt x="6405527" y="894129"/>
                  <a:pt x="6405527" y="872671"/>
                </a:cubicBezTo>
                <a:cubicBezTo>
                  <a:pt x="6405527" y="851213"/>
                  <a:pt x="6388132" y="833818"/>
                  <a:pt x="6366674" y="833818"/>
                </a:cubicBezTo>
                <a:close/>
                <a:moveTo>
                  <a:pt x="6167107" y="833818"/>
                </a:moveTo>
                <a:cubicBezTo>
                  <a:pt x="6145649" y="833818"/>
                  <a:pt x="6128254" y="851213"/>
                  <a:pt x="6128254" y="872671"/>
                </a:cubicBezTo>
                <a:cubicBezTo>
                  <a:pt x="6128254" y="894129"/>
                  <a:pt x="6145649" y="911524"/>
                  <a:pt x="6167107" y="911524"/>
                </a:cubicBezTo>
                <a:cubicBezTo>
                  <a:pt x="6188565" y="911524"/>
                  <a:pt x="6205960" y="894129"/>
                  <a:pt x="6205960" y="872671"/>
                </a:cubicBezTo>
                <a:cubicBezTo>
                  <a:pt x="6205960" y="851213"/>
                  <a:pt x="6188565" y="833818"/>
                  <a:pt x="6167107" y="833818"/>
                </a:cubicBezTo>
                <a:close/>
                <a:moveTo>
                  <a:pt x="6038692" y="833818"/>
                </a:moveTo>
                <a:cubicBezTo>
                  <a:pt x="6017234" y="833818"/>
                  <a:pt x="5999839" y="851213"/>
                  <a:pt x="5999839" y="872671"/>
                </a:cubicBezTo>
                <a:cubicBezTo>
                  <a:pt x="5999839" y="894129"/>
                  <a:pt x="6017234" y="911524"/>
                  <a:pt x="6038692" y="911524"/>
                </a:cubicBezTo>
                <a:cubicBezTo>
                  <a:pt x="6060150" y="911524"/>
                  <a:pt x="6077545" y="894129"/>
                  <a:pt x="6077545" y="872671"/>
                </a:cubicBezTo>
                <a:cubicBezTo>
                  <a:pt x="6077545" y="851213"/>
                  <a:pt x="6060150" y="833818"/>
                  <a:pt x="6038692" y="833818"/>
                </a:cubicBezTo>
                <a:close/>
                <a:moveTo>
                  <a:pt x="5839125" y="833818"/>
                </a:moveTo>
                <a:cubicBezTo>
                  <a:pt x="5817667" y="833818"/>
                  <a:pt x="5800272" y="851213"/>
                  <a:pt x="5800272" y="872671"/>
                </a:cubicBezTo>
                <a:cubicBezTo>
                  <a:pt x="5800272" y="894129"/>
                  <a:pt x="5817667" y="911524"/>
                  <a:pt x="5839125" y="911524"/>
                </a:cubicBezTo>
                <a:cubicBezTo>
                  <a:pt x="5860583" y="911524"/>
                  <a:pt x="5877978" y="894129"/>
                  <a:pt x="5877978" y="872671"/>
                </a:cubicBezTo>
                <a:cubicBezTo>
                  <a:pt x="5877978" y="851213"/>
                  <a:pt x="5860583" y="833818"/>
                  <a:pt x="5839125" y="833818"/>
                </a:cubicBezTo>
                <a:close/>
                <a:moveTo>
                  <a:pt x="5675133" y="833818"/>
                </a:moveTo>
                <a:cubicBezTo>
                  <a:pt x="5653675" y="833818"/>
                  <a:pt x="5636280" y="851213"/>
                  <a:pt x="5636280" y="872671"/>
                </a:cubicBezTo>
                <a:cubicBezTo>
                  <a:pt x="5636280" y="894129"/>
                  <a:pt x="5653675" y="911524"/>
                  <a:pt x="5675133" y="911524"/>
                </a:cubicBezTo>
                <a:cubicBezTo>
                  <a:pt x="5696591" y="911524"/>
                  <a:pt x="5713986" y="894129"/>
                  <a:pt x="5713986" y="872671"/>
                </a:cubicBezTo>
                <a:cubicBezTo>
                  <a:pt x="5713986" y="851213"/>
                  <a:pt x="5696591" y="833818"/>
                  <a:pt x="5675133" y="833818"/>
                </a:cubicBezTo>
                <a:close/>
                <a:moveTo>
                  <a:pt x="5475565" y="833818"/>
                </a:moveTo>
                <a:cubicBezTo>
                  <a:pt x="5454107" y="833818"/>
                  <a:pt x="5436712" y="851213"/>
                  <a:pt x="5436712" y="872671"/>
                </a:cubicBezTo>
                <a:cubicBezTo>
                  <a:pt x="5436712" y="894129"/>
                  <a:pt x="5454107" y="911524"/>
                  <a:pt x="5475565" y="911524"/>
                </a:cubicBezTo>
                <a:cubicBezTo>
                  <a:pt x="5497023" y="911524"/>
                  <a:pt x="5514418" y="894129"/>
                  <a:pt x="5514418" y="872671"/>
                </a:cubicBezTo>
                <a:cubicBezTo>
                  <a:pt x="5514418" y="851213"/>
                  <a:pt x="5497023" y="833818"/>
                  <a:pt x="5475565" y="833818"/>
                </a:cubicBezTo>
                <a:close/>
                <a:moveTo>
                  <a:pt x="5311573" y="833818"/>
                </a:moveTo>
                <a:cubicBezTo>
                  <a:pt x="5290115" y="833818"/>
                  <a:pt x="5272720" y="851213"/>
                  <a:pt x="5272720" y="872671"/>
                </a:cubicBezTo>
                <a:cubicBezTo>
                  <a:pt x="5272720" y="894129"/>
                  <a:pt x="5290115" y="911524"/>
                  <a:pt x="5311573" y="911524"/>
                </a:cubicBezTo>
                <a:cubicBezTo>
                  <a:pt x="5333031" y="911524"/>
                  <a:pt x="5350426" y="894129"/>
                  <a:pt x="5350426" y="872671"/>
                </a:cubicBezTo>
                <a:cubicBezTo>
                  <a:pt x="5350426" y="851213"/>
                  <a:pt x="5333031" y="833818"/>
                  <a:pt x="5311573" y="833818"/>
                </a:cubicBezTo>
                <a:close/>
                <a:moveTo>
                  <a:pt x="5147582" y="833818"/>
                </a:moveTo>
                <a:cubicBezTo>
                  <a:pt x="5126124" y="833818"/>
                  <a:pt x="5108729" y="851213"/>
                  <a:pt x="5108729" y="872671"/>
                </a:cubicBezTo>
                <a:cubicBezTo>
                  <a:pt x="5108729" y="894129"/>
                  <a:pt x="5126124" y="911524"/>
                  <a:pt x="5147582" y="911524"/>
                </a:cubicBezTo>
                <a:cubicBezTo>
                  <a:pt x="5169040" y="911524"/>
                  <a:pt x="5186435" y="894129"/>
                  <a:pt x="5186435" y="872671"/>
                </a:cubicBezTo>
                <a:cubicBezTo>
                  <a:pt x="5186435" y="851213"/>
                  <a:pt x="5169040" y="833818"/>
                  <a:pt x="5147582" y="833818"/>
                </a:cubicBezTo>
                <a:close/>
                <a:moveTo>
                  <a:pt x="4948014" y="833818"/>
                </a:moveTo>
                <a:cubicBezTo>
                  <a:pt x="4926556" y="833818"/>
                  <a:pt x="4909161" y="851213"/>
                  <a:pt x="4909161" y="872671"/>
                </a:cubicBezTo>
                <a:cubicBezTo>
                  <a:pt x="4909161" y="894129"/>
                  <a:pt x="4926556" y="911524"/>
                  <a:pt x="4948014" y="911524"/>
                </a:cubicBezTo>
                <a:cubicBezTo>
                  <a:pt x="4969472" y="911524"/>
                  <a:pt x="4986867" y="894129"/>
                  <a:pt x="4986867" y="872671"/>
                </a:cubicBezTo>
                <a:cubicBezTo>
                  <a:pt x="4986867" y="851213"/>
                  <a:pt x="4969472" y="833818"/>
                  <a:pt x="4948014" y="833818"/>
                </a:cubicBezTo>
                <a:close/>
                <a:moveTo>
                  <a:pt x="4819600" y="833818"/>
                </a:moveTo>
                <a:cubicBezTo>
                  <a:pt x="4798142" y="833818"/>
                  <a:pt x="4780747" y="851213"/>
                  <a:pt x="4780747" y="872671"/>
                </a:cubicBezTo>
                <a:cubicBezTo>
                  <a:pt x="4780747" y="894129"/>
                  <a:pt x="4798142" y="911524"/>
                  <a:pt x="4819600" y="911524"/>
                </a:cubicBezTo>
                <a:cubicBezTo>
                  <a:pt x="4841058" y="911524"/>
                  <a:pt x="4858453" y="894129"/>
                  <a:pt x="4858453" y="872671"/>
                </a:cubicBezTo>
                <a:cubicBezTo>
                  <a:pt x="4858453" y="851213"/>
                  <a:pt x="4841058" y="833818"/>
                  <a:pt x="4819600" y="833818"/>
                </a:cubicBezTo>
                <a:close/>
                <a:moveTo>
                  <a:pt x="4691186" y="833818"/>
                </a:moveTo>
                <a:cubicBezTo>
                  <a:pt x="4669728" y="833818"/>
                  <a:pt x="4652333" y="851213"/>
                  <a:pt x="4652333" y="872671"/>
                </a:cubicBezTo>
                <a:cubicBezTo>
                  <a:pt x="4652333" y="894129"/>
                  <a:pt x="4669728" y="911524"/>
                  <a:pt x="4691186" y="911524"/>
                </a:cubicBezTo>
                <a:cubicBezTo>
                  <a:pt x="4712644" y="911524"/>
                  <a:pt x="4730039" y="894129"/>
                  <a:pt x="4730039" y="872671"/>
                </a:cubicBezTo>
                <a:cubicBezTo>
                  <a:pt x="4730039" y="851213"/>
                  <a:pt x="4712644" y="833818"/>
                  <a:pt x="4691186" y="833818"/>
                </a:cubicBezTo>
                <a:close/>
                <a:moveTo>
                  <a:pt x="4562771" y="833818"/>
                </a:moveTo>
                <a:cubicBezTo>
                  <a:pt x="4541313" y="833818"/>
                  <a:pt x="4523918" y="851213"/>
                  <a:pt x="4523918" y="872671"/>
                </a:cubicBezTo>
                <a:cubicBezTo>
                  <a:pt x="4523918" y="894129"/>
                  <a:pt x="4541313" y="911524"/>
                  <a:pt x="4562771" y="911524"/>
                </a:cubicBezTo>
                <a:cubicBezTo>
                  <a:pt x="4584229" y="911524"/>
                  <a:pt x="4601624" y="894129"/>
                  <a:pt x="4601624" y="872671"/>
                </a:cubicBezTo>
                <a:cubicBezTo>
                  <a:pt x="4601624" y="851213"/>
                  <a:pt x="4584229" y="833818"/>
                  <a:pt x="4562771" y="833818"/>
                </a:cubicBezTo>
                <a:close/>
                <a:moveTo>
                  <a:pt x="4363204" y="833818"/>
                </a:moveTo>
                <a:cubicBezTo>
                  <a:pt x="4341746" y="833818"/>
                  <a:pt x="4324351" y="851213"/>
                  <a:pt x="4324351" y="872671"/>
                </a:cubicBezTo>
                <a:cubicBezTo>
                  <a:pt x="4324351" y="894129"/>
                  <a:pt x="4341746" y="911524"/>
                  <a:pt x="4363204" y="911524"/>
                </a:cubicBezTo>
                <a:cubicBezTo>
                  <a:pt x="4384662" y="911524"/>
                  <a:pt x="4402057" y="894129"/>
                  <a:pt x="4402057" y="872671"/>
                </a:cubicBezTo>
                <a:cubicBezTo>
                  <a:pt x="4402057" y="851213"/>
                  <a:pt x="4384662" y="833818"/>
                  <a:pt x="4363204" y="833818"/>
                </a:cubicBezTo>
                <a:close/>
                <a:moveTo>
                  <a:pt x="4199213" y="833818"/>
                </a:moveTo>
                <a:cubicBezTo>
                  <a:pt x="4177755" y="833818"/>
                  <a:pt x="4160360" y="851213"/>
                  <a:pt x="4160360" y="872671"/>
                </a:cubicBezTo>
                <a:cubicBezTo>
                  <a:pt x="4160360" y="894129"/>
                  <a:pt x="4177755" y="911524"/>
                  <a:pt x="4199213" y="911524"/>
                </a:cubicBezTo>
                <a:cubicBezTo>
                  <a:pt x="4220671" y="911524"/>
                  <a:pt x="4238066" y="894129"/>
                  <a:pt x="4238066" y="872671"/>
                </a:cubicBezTo>
                <a:cubicBezTo>
                  <a:pt x="4238066" y="851213"/>
                  <a:pt x="4220671" y="833818"/>
                  <a:pt x="4199213" y="833818"/>
                </a:cubicBezTo>
                <a:close/>
                <a:moveTo>
                  <a:pt x="4035221" y="833818"/>
                </a:moveTo>
                <a:cubicBezTo>
                  <a:pt x="4013763" y="833818"/>
                  <a:pt x="3996368" y="851213"/>
                  <a:pt x="3996368" y="872671"/>
                </a:cubicBezTo>
                <a:cubicBezTo>
                  <a:pt x="3996368" y="894129"/>
                  <a:pt x="4013763" y="911524"/>
                  <a:pt x="4035221" y="911524"/>
                </a:cubicBezTo>
                <a:cubicBezTo>
                  <a:pt x="4056679" y="911524"/>
                  <a:pt x="4074074" y="894129"/>
                  <a:pt x="4074074" y="872671"/>
                </a:cubicBezTo>
                <a:cubicBezTo>
                  <a:pt x="4074074" y="851213"/>
                  <a:pt x="4056679" y="833818"/>
                  <a:pt x="4035221" y="833818"/>
                </a:cubicBezTo>
                <a:close/>
                <a:moveTo>
                  <a:pt x="3835652" y="833818"/>
                </a:moveTo>
                <a:cubicBezTo>
                  <a:pt x="3814194" y="833818"/>
                  <a:pt x="3796799" y="851213"/>
                  <a:pt x="3796799" y="872671"/>
                </a:cubicBezTo>
                <a:cubicBezTo>
                  <a:pt x="3796799" y="894129"/>
                  <a:pt x="3814194" y="911524"/>
                  <a:pt x="3835652" y="911524"/>
                </a:cubicBezTo>
                <a:cubicBezTo>
                  <a:pt x="3857110" y="911524"/>
                  <a:pt x="3874505" y="894129"/>
                  <a:pt x="3874505" y="872671"/>
                </a:cubicBezTo>
                <a:cubicBezTo>
                  <a:pt x="3874505" y="851213"/>
                  <a:pt x="3857110" y="833818"/>
                  <a:pt x="3835652" y="833818"/>
                </a:cubicBezTo>
                <a:close/>
                <a:moveTo>
                  <a:pt x="3671661" y="833818"/>
                </a:moveTo>
                <a:cubicBezTo>
                  <a:pt x="3650203" y="833818"/>
                  <a:pt x="3632808" y="851213"/>
                  <a:pt x="3632808" y="872671"/>
                </a:cubicBezTo>
                <a:cubicBezTo>
                  <a:pt x="3632808" y="894129"/>
                  <a:pt x="3650203" y="911524"/>
                  <a:pt x="3671661" y="911524"/>
                </a:cubicBezTo>
                <a:cubicBezTo>
                  <a:pt x="3693119" y="911524"/>
                  <a:pt x="3710514" y="894129"/>
                  <a:pt x="3710514" y="872671"/>
                </a:cubicBezTo>
                <a:cubicBezTo>
                  <a:pt x="3710514" y="851213"/>
                  <a:pt x="3693119" y="833818"/>
                  <a:pt x="3671661" y="833818"/>
                </a:cubicBezTo>
                <a:close/>
                <a:moveTo>
                  <a:pt x="3436516" y="833818"/>
                </a:moveTo>
                <a:cubicBezTo>
                  <a:pt x="3415058" y="833818"/>
                  <a:pt x="3397663" y="851213"/>
                  <a:pt x="3397663" y="872671"/>
                </a:cubicBezTo>
                <a:cubicBezTo>
                  <a:pt x="3397663" y="894129"/>
                  <a:pt x="3415058" y="911524"/>
                  <a:pt x="3436516" y="911524"/>
                </a:cubicBezTo>
                <a:cubicBezTo>
                  <a:pt x="3457974" y="911524"/>
                  <a:pt x="3475369" y="894129"/>
                  <a:pt x="3475369" y="872671"/>
                </a:cubicBezTo>
                <a:cubicBezTo>
                  <a:pt x="3475369" y="851213"/>
                  <a:pt x="3457974" y="833818"/>
                  <a:pt x="3436516" y="833818"/>
                </a:cubicBezTo>
                <a:close/>
                <a:moveTo>
                  <a:pt x="3236948" y="833818"/>
                </a:moveTo>
                <a:cubicBezTo>
                  <a:pt x="3215490" y="833818"/>
                  <a:pt x="3198095" y="851213"/>
                  <a:pt x="3198095" y="872671"/>
                </a:cubicBezTo>
                <a:cubicBezTo>
                  <a:pt x="3198095" y="894129"/>
                  <a:pt x="3215490" y="911524"/>
                  <a:pt x="3236948" y="911524"/>
                </a:cubicBezTo>
                <a:cubicBezTo>
                  <a:pt x="3258406" y="911524"/>
                  <a:pt x="3275801" y="894129"/>
                  <a:pt x="3275801" y="872671"/>
                </a:cubicBezTo>
                <a:cubicBezTo>
                  <a:pt x="3275801" y="851213"/>
                  <a:pt x="3258406" y="833818"/>
                  <a:pt x="3236948" y="833818"/>
                </a:cubicBezTo>
                <a:close/>
                <a:moveTo>
                  <a:pt x="3037379" y="833818"/>
                </a:moveTo>
                <a:cubicBezTo>
                  <a:pt x="3015921" y="833818"/>
                  <a:pt x="2998526" y="851213"/>
                  <a:pt x="2998526" y="872671"/>
                </a:cubicBezTo>
                <a:cubicBezTo>
                  <a:pt x="2998526" y="894129"/>
                  <a:pt x="3015921" y="911524"/>
                  <a:pt x="3037379" y="911524"/>
                </a:cubicBezTo>
                <a:cubicBezTo>
                  <a:pt x="3058837" y="911524"/>
                  <a:pt x="3076232" y="894129"/>
                  <a:pt x="3076232" y="872671"/>
                </a:cubicBezTo>
                <a:cubicBezTo>
                  <a:pt x="3076232" y="851213"/>
                  <a:pt x="3058837" y="833818"/>
                  <a:pt x="3037379" y="833818"/>
                </a:cubicBezTo>
                <a:close/>
                <a:moveTo>
                  <a:pt x="2873387" y="833818"/>
                </a:moveTo>
                <a:cubicBezTo>
                  <a:pt x="2851929" y="833818"/>
                  <a:pt x="2834534" y="851213"/>
                  <a:pt x="2834534" y="872671"/>
                </a:cubicBezTo>
                <a:cubicBezTo>
                  <a:pt x="2834534" y="894129"/>
                  <a:pt x="2851929" y="911524"/>
                  <a:pt x="2873387" y="911524"/>
                </a:cubicBezTo>
                <a:cubicBezTo>
                  <a:pt x="2894845" y="911524"/>
                  <a:pt x="2912240" y="894129"/>
                  <a:pt x="2912240" y="872671"/>
                </a:cubicBezTo>
                <a:cubicBezTo>
                  <a:pt x="2912240" y="851213"/>
                  <a:pt x="2894845" y="833818"/>
                  <a:pt x="2873387" y="833818"/>
                </a:cubicBezTo>
                <a:close/>
                <a:moveTo>
                  <a:pt x="2709396" y="833818"/>
                </a:moveTo>
                <a:cubicBezTo>
                  <a:pt x="2687938" y="833818"/>
                  <a:pt x="2670543" y="851213"/>
                  <a:pt x="2670543" y="872671"/>
                </a:cubicBezTo>
                <a:cubicBezTo>
                  <a:pt x="2670543" y="894129"/>
                  <a:pt x="2687938" y="911524"/>
                  <a:pt x="2709396" y="911524"/>
                </a:cubicBezTo>
                <a:cubicBezTo>
                  <a:pt x="2730854" y="911524"/>
                  <a:pt x="2748249" y="894129"/>
                  <a:pt x="2748249" y="872671"/>
                </a:cubicBezTo>
                <a:cubicBezTo>
                  <a:pt x="2748249" y="851213"/>
                  <a:pt x="2730854" y="833818"/>
                  <a:pt x="2709396" y="833818"/>
                </a:cubicBezTo>
                <a:close/>
                <a:moveTo>
                  <a:pt x="2509829" y="833818"/>
                </a:moveTo>
                <a:cubicBezTo>
                  <a:pt x="2488371" y="833818"/>
                  <a:pt x="2470976" y="851213"/>
                  <a:pt x="2470976" y="872671"/>
                </a:cubicBezTo>
                <a:cubicBezTo>
                  <a:pt x="2470976" y="894129"/>
                  <a:pt x="2488371" y="911524"/>
                  <a:pt x="2509829" y="911524"/>
                </a:cubicBezTo>
                <a:cubicBezTo>
                  <a:pt x="2531287" y="911524"/>
                  <a:pt x="2548682" y="894129"/>
                  <a:pt x="2548682" y="872671"/>
                </a:cubicBezTo>
                <a:cubicBezTo>
                  <a:pt x="2548682" y="851213"/>
                  <a:pt x="2531287" y="833818"/>
                  <a:pt x="2509829" y="833818"/>
                </a:cubicBezTo>
                <a:close/>
                <a:moveTo>
                  <a:pt x="2381414" y="833818"/>
                </a:moveTo>
                <a:cubicBezTo>
                  <a:pt x="2359956" y="833818"/>
                  <a:pt x="2342561" y="851213"/>
                  <a:pt x="2342561" y="872671"/>
                </a:cubicBezTo>
                <a:cubicBezTo>
                  <a:pt x="2342561" y="894129"/>
                  <a:pt x="2359956" y="911524"/>
                  <a:pt x="2381414" y="911524"/>
                </a:cubicBezTo>
                <a:cubicBezTo>
                  <a:pt x="2402872" y="911524"/>
                  <a:pt x="2420267" y="894129"/>
                  <a:pt x="2420267" y="872671"/>
                </a:cubicBezTo>
                <a:cubicBezTo>
                  <a:pt x="2420267" y="851213"/>
                  <a:pt x="2402872" y="833818"/>
                  <a:pt x="2381414" y="833818"/>
                </a:cubicBezTo>
                <a:close/>
                <a:moveTo>
                  <a:pt x="2253000" y="833818"/>
                </a:moveTo>
                <a:cubicBezTo>
                  <a:pt x="2231542" y="833818"/>
                  <a:pt x="2214147" y="851213"/>
                  <a:pt x="2214147" y="872671"/>
                </a:cubicBezTo>
                <a:cubicBezTo>
                  <a:pt x="2214147" y="894129"/>
                  <a:pt x="2231542" y="911524"/>
                  <a:pt x="2253000" y="911524"/>
                </a:cubicBezTo>
                <a:cubicBezTo>
                  <a:pt x="2274458" y="911524"/>
                  <a:pt x="2291853" y="894129"/>
                  <a:pt x="2291853" y="872671"/>
                </a:cubicBezTo>
                <a:cubicBezTo>
                  <a:pt x="2291853" y="851213"/>
                  <a:pt x="2274458" y="833818"/>
                  <a:pt x="2253000" y="833818"/>
                </a:cubicBezTo>
                <a:close/>
                <a:moveTo>
                  <a:pt x="2124586" y="833818"/>
                </a:moveTo>
                <a:cubicBezTo>
                  <a:pt x="2103128" y="833818"/>
                  <a:pt x="2085733" y="851213"/>
                  <a:pt x="2085733" y="872671"/>
                </a:cubicBezTo>
                <a:cubicBezTo>
                  <a:pt x="2085733" y="894129"/>
                  <a:pt x="2103128" y="911524"/>
                  <a:pt x="2124586" y="911524"/>
                </a:cubicBezTo>
                <a:cubicBezTo>
                  <a:pt x="2146044" y="911524"/>
                  <a:pt x="2163439" y="894129"/>
                  <a:pt x="2163439" y="872671"/>
                </a:cubicBezTo>
                <a:cubicBezTo>
                  <a:pt x="2163439" y="851213"/>
                  <a:pt x="2146044" y="833818"/>
                  <a:pt x="2124586" y="833818"/>
                </a:cubicBezTo>
                <a:close/>
                <a:moveTo>
                  <a:pt x="1925018" y="833818"/>
                </a:moveTo>
                <a:cubicBezTo>
                  <a:pt x="1903560" y="833818"/>
                  <a:pt x="1886165" y="851213"/>
                  <a:pt x="1886165" y="872671"/>
                </a:cubicBezTo>
                <a:cubicBezTo>
                  <a:pt x="1886165" y="894129"/>
                  <a:pt x="1903560" y="911524"/>
                  <a:pt x="1925018" y="911524"/>
                </a:cubicBezTo>
                <a:cubicBezTo>
                  <a:pt x="1946476" y="911524"/>
                  <a:pt x="1963871" y="894129"/>
                  <a:pt x="1963871" y="872671"/>
                </a:cubicBezTo>
                <a:cubicBezTo>
                  <a:pt x="1963871" y="851213"/>
                  <a:pt x="1946476" y="833818"/>
                  <a:pt x="1925018" y="833818"/>
                </a:cubicBezTo>
                <a:close/>
                <a:moveTo>
                  <a:pt x="1761027" y="833818"/>
                </a:moveTo>
                <a:cubicBezTo>
                  <a:pt x="1739569" y="833818"/>
                  <a:pt x="1722174" y="851213"/>
                  <a:pt x="1722174" y="872671"/>
                </a:cubicBezTo>
                <a:cubicBezTo>
                  <a:pt x="1722174" y="894129"/>
                  <a:pt x="1739569" y="911524"/>
                  <a:pt x="1761027" y="911524"/>
                </a:cubicBezTo>
                <a:cubicBezTo>
                  <a:pt x="1782485" y="911524"/>
                  <a:pt x="1799880" y="894129"/>
                  <a:pt x="1799880" y="872671"/>
                </a:cubicBezTo>
                <a:cubicBezTo>
                  <a:pt x="1799880" y="851213"/>
                  <a:pt x="1782485" y="833818"/>
                  <a:pt x="1761027" y="833818"/>
                </a:cubicBezTo>
                <a:close/>
                <a:moveTo>
                  <a:pt x="1597036" y="833818"/>
                </a:moveTo>
                <a:cubicBezTo>
                  <a:pt x="1575578" y="833818"/>
                  <a:pt x="1558183" y="851213"/>
                  <a:pt x="1558183" y="872671"/>
                </a:cubicBezTo>
                <a:cubicBezTo>
                  <a:pt x="1558183" y="894129"/>
                  <a:pt x="1575578" y="911524"/>
                  <a:pt x="1597036" y="911524"/>
                </a:cubicBezTo>
                <a:cubicBezTo>
                  <a:pt x="1618494" y="911524"/>
                  <a:pt x="1635889" y="894129"/>
                  <a:pt x="1635889" y="872671"/>
                </a:cubicBezTo>
                <a:cubicBezTo>
                  <a:pt x="1635889" y="851213"/>
                  <a:pt x="1618494" y="833818"/>
                  <a:pt x="1597036" y="833818"/>
                </a:cubicBezTo>
                <a:close/>
                <a:moveTo>
                  <a:pt x="1397467" y="833818"/>
                </a:moveTo>
                <a:cubicBezTo>
                  <a:pt x="1376009" y="833818"/>
                  <a:pt x="1358614" y="851213"/>
                  <a:pt x="1358614" y="872671"/>
                </a:cubicBezTo>
                <a:cubicBezTo>
                  <a:pt x="1358614" y="894129"/>
                  <a:pt x="1376009" y="911524"/>
                  <a:pt x="1397467" y="911524"/>
                </a:cubicBezTo>
                <a:cubicBezTo>
                  <a:pt x="1418925" y="911524"/>
                  <a:pt x="1436320" y="894129"/>
                  <a:pt x="1436320" y="872671"/>
                </a:cubicBezTo>
                <a:cubicBezTo>
                  <a:pt x="1436320" y="851213"/>
                  <a:pt x="1418925" y="833818"/>
                  <a:pt x="1397467" y="833818"/>
                </a:cubicBezTo>
                <a:close/>
                <a:moveTo>
                  <a:pt x="1233475" y="833818"/>
                </a:moveTo>
                <a:cubicBezTo>
                  <a:pt x="1212017" y="833818"/>
                  <a:pt x="1194622" y="851213"/>
                  <a:pt x="1194622" y="872671"/>
                </a:cubicBezTo>
                <a:cubicBezTo>
                  <a:pt x="1194622" y="894129"/>
                  <a:pt x="1212017" y="911524"/>
                  <a:pt x="1233475" y="911524"/>
                </a:cubicBezTo>
                <a:cubicBezTo>
                  <a:pt x="1254933" y="911524"/>
                  <a:pt x="1272328" y="894129"/>
                  <a:pt x="1272328" y="872671"/>
                </a:cubicBezTo>
                <a:cubicBezTo>
                  <a:pt x="1272328" y="851213"/>
                  <a:pt x="1254933" y="833818"/>
                  <a:pt x="1233475" y="833818"/>
                </a:cubicBezTo>
                <a:close/>
                <a:moveTo>
                  <a:pt x="1033908" y="833818"/>
                </a:moveTo>
                <a:cubicBezTo>
                  <a:pt x="1012450" y="833818"/>
                  <a:pt x="995055" y="851213"/>
                  <a:pt x="995055" y="872671"/>
                </a:cubicBezTo>
                <a:cubicBezTo>
                  <a:pt x="995055" y="894129"/>
                  <a:pt x="1012450" y="911524"/>
                  <a:pt x="1033908" y="911524"/>
                </a:cubicBezTo>
                <a:cubicBezTo>
                  <a:pt x="1055366" y="911524"/>
                  <a:pt x="1072761" y="894129"/>
                  <a:pt x="1072761" y="872671"/>
                </a:cubicBezTo>
                <a:cubicBezTo>
                  <a:pt x="1072761" y="851213"/>
                  <a:pt x="1055366" y="833818"/>
                  <a:pt x="1033908" y="833818"/>
                </a:cubicBezTo>
                <a:close/>
                <a:moveTo>
                  <a:pt x="905493" y="833818"/>
                </a:moveTo>
                <a:cubicBezTo>
                  <a:pt x="884035" y="833818"/>
                  <a:pt x="866640" y="851213"/>
                  <a:pt x="866639" y="872671"/>
                </a:cubicBezTo>
                <a:cubicBezTo>
                  <a:pt x="866640" y="894129"/>
                  <a:pt x="884035" y="911524"/>
                  <a:pt x="905493" y="911524"/>
                </a:cubicBezTo>
                <a:cubicBezTo>
                  <a:pt x="926951" y="911524"/>
                  <a:pt x="944346" y="894129"/>
                  <a:pt x="944345" y="872671"/>
                </a:cubicBezTo>
                <a:cubicBezTo>
                  <a:pt x="944346" y="851213"/>
                  <a:pt x="926951" y="833818"/>
                  <a:pt x="905493" y="833818"/>
                </a:cubicBezTo>
                <a:close/>
                <a:moveTo>
                  <a:pt x="705926" y="833818"/>
                </a:moveTo>
                <a:cubicBezTo>
                  <a:pt x="684468" y="833818"/>
                  <a:pt x="667073" y="851213"/>
                  <a:pt x="667073" y="872671"/>
                </a:cubicBezTo>
                <a:cubicBezTo>
                  <a:pt x="667073" y="894129"/>
                  <a:pt x="684468" y="911524"/>
                  <a:pt x="705926" y="911524"/>
                </a:cubicBezTo>
                <a:cubicBezTo>
                  <a:pt x="727384" y="911524"/>
                  <a:pt x="744779" y="894129"/>
                  <a:pt x="744779" y="872671"/>
                </a:cubicBezTo>
                <a:cubicBezTo>
                  <a:pt x="744779" y="851213"/>
                  <a:pt x="727384" y="833818"/>
                  <a:pt x="705926" y="833818"/>
                </a:cubicBezTo>
                <a:close/>
                <a:moveTo>
                  <a:pt x="541935" y="833818"/>
                </a:moveTo>
                <a:cubicBezTo>
                  <a:pt x="520477" y="833818"/>
                  <a:pt x="503082" y="851213"/>
                  <a:pt x="503082" y="872671"/>
                </a:cubicBezTo>
                <a:cubicBezTo>
                  <a:pt x="503082" y="894129"/>
                  <a:pt x="520477" y="911524"/>
                  <a:pt x="541935" y="911524"/>
                </a:cubicBezTo>
                <a:cubicBezTo>
                  <a:pt x="563393" y="911524"/>
                  <a:pt x="580788" y="894129"/>
                  <a:pt x="580788" y="872671"/>
                </a:cubicBezTo>
                <a:cubicBezTo>
                  <a:pt x="580788" y="851213"/>
                  <a:pt x="563393" y="833818"/>
                  <a:pt x="541935" y="833818"/>
                </a:cubicBezTo>
                <a:close/>
                <a:moveTo>
                  <a:pt x="377943" y="833818"/>
                </a:moveTo>
                <a:cubicBezTo>
                  <a:pt x="356485" y="833818"/>
                  <a:pt x="339090" y="851213"/>
                  <a:pt x="339090" y="872671"/>
                </a:cubicBezTo>
                <a:cubicBezTo>
                  <a:pt x="339090" y="894129"/>
                  <a:pt x="356485" y="911524"/>
                  <a:pt x="377943" y="911524"/>
                </a:cubicBezTo>
                <a:cubicBezTo>
                  <a:pt x="399401" y="911524"/>
                  <a:pt x="416796" y="894129"/>
                  <a:pt x="416796" y="872671"/>
                </a:cubicBezTo>
                <a:cubicBezTo>
                  <a:pt x="416796" y="851213"/>
                  <a:pt x="399401" y="833818"/>
                  <a:pt x="377943" y="833818"/>
                </a:cubicBezTo>
                <a:close/>
                <a:moveTo>
                  <a:pt x="178374" y="833818"/>
                </a:moveTo>
                <a:cubicBezTo>
                  <a:pt x="156916" y="833818"/>
                  <a:pt x="139521" y="851213"/>
                  <a:pt x="139521" y="872671"/>
                </a:cubicBezTo>
                <a:cubicBezTo>
                  <a:pt x="139521" y="894129"/>
                  <a:pt x="156916" y="911524"/>
                  <a:pt x="178374" y="911524"/>
                </a:cubicBezTo>
                <a:cubicBezTo>
                  <a:pt x="199832" y="911524"/>
                  <a:pt x="217227" y="894129"/>
                  <a:pt x="217227" y="872671"/>
                </a:cubicBezTo>
                <a:cubicBezTo>
                  <a:pt x="217227" y="851213"/>
                  <a:pt x="199832" y="833818"/>
                  <a:pt x="178374" y="833818"/>
                </a:cubicBezTo>
                <a:close/>
                <a:moveTo>
                  <a:pt x="9075117" y="818516"/>
                </a:moveTo>
                <a:cubicBezTo>
                  <a:pt x="9105026" y="818516"/>
                  <a:pt x="9129272" y="842762"/>
                  <a:pt x="9129272" y="872671"/>
                </a:cubicBezTo>
                <a:cubicBezTo>
                  <a:pt x="9129272" y="902580"/>
                  <a:pt x="9105026" y="926826"/>
                  <a:pt x="9075117" y="926826"/>
                </a:cubicBezTo>
                <a:cubicBezTo>
                  <a:pt x="9045208" y="926826"/>
                  <a:pt x="9020962" y="902580"/>
                  <a:pt x="9020962" y="872671"/>
                </a:cubicBezTo>
                <a:cubicBezTo>
                  <a:pt x="9020962" y="842762"/>
                  <a:pt x="9045208" y="818516"/>
                  <a:pt x="9075117" y="818516"/>
                </a:cubicBezTo>
                <a:close/>
                <a:moveTo>
                  <a:pt x="8993122" y="818516"/>
                </a:moveTo>
                <a:cubicBezTo>
                  <a:pt x="8997395" y="818516"/>
                  <a:pt x="9000859" y="821980"/>
                  <a:pt x="9000859" y="826252"/>
                </a:cubicBezTo>
                <a:cubicBezTo>
                  <a:pt x="9000859" y="857199"/>
                  <a:pt x="9000858" y="888144"/>
                  <a:pt x="9000858" y="919090"/>
                </a:cubicBezTo>
                <a:lnTo>
                  <a:pt x="8993122" y="926826"/>
                </a:lnTo>
                <a:cubicBezTo>
                  <a:pt x="8988849" y="926826"/>
                  <a:pt x="8985385" y="923362"/>
                  <a:pt x="8985385" y="919089"/>
                </a:cubicBezTo>
                <a:lnTo>
                  <a:pt x="8985385" y="826252"/>
                </a:lnTo>
                <a:cubicBezTo>
                  <a:pt x="8985385" y="821980"/>
                  <a:pt x="8988849" y="818516"/>
                  <a:pt x="8993122" y="818516"/>
                </a:cubicBezTo>
                <a:close/>
                <a:moveTo>
                  <a:pt x="8911127" y="818516"/>
                </a:moveTo>
                <a:cubicBezTo>
                  <a:pt x="8941037" y="818516"/>
                  <a:pt x="8965283" y="842762"/>
                  <a:pt x="8965283" y="872671"/>
                </a:cubicBezTo>
                <a:cubicBezTo>
                  <a:pt x="8965283" y="902580"/>
                  <a:pt x="8941037" y="926826"/>
                  <a:pt x="8911127" y="926826"/>
                </a:cubicBezTo>
                <a:cubicBezTo>
                  <a:pt x="8881217" y="926826"/>
                  <a:pt x="8856971" y="902580"/>
                  <a:pt x="8856971" y="872671"/>
                </a:cubicBezTo>
                <a:cubicBezTo>
                  <a:pt x="8856971" y="842762"/>
                  <a:pt x="8881217" y="818516"/>
                  <a:pt x="8911127" y="818516"/>
                </a:cubicBezTo>
                <a:close/>
                <a:moveTo>
                  <a:pt x="8829131" y="818516"/>
                </a:moveTo>
                <a:cubicBezTo>
                  <a:pt x="8833404" y="818516"/>
                  <a:pt x="8836868" y="821980"/>
                  <a:pt x="8836868" y="826252"/>
                </a:cubicBezTo>
                <a:cubicBezTo>
                  <a:pt x="8836868" y="857199"/>
                  <a:pt x="8836867" y="888144"/>
                  <a:pt x="8836867" y="919090"/>
                </a:cubicBezTo>
                <a:lnTo>
                  <a:pt x="8829131" y="926826"/>
                </a:lnTo>
                <a:cubicBezTo>
                  <a:pt x="8824858" y="926826"/>
                  <a:pt x="8821394" y="923362"/>
                  <a:pt x="8821394" y="919089"/>
                </a:cubicBezTo>
                <a:lnTo>
                  <a:pt x="8821394" y="826252"/>
                </a:lnTo>
                <a:cubicBezTo>
                  <a:pt x="8821394" y="821980"/>
                  <a:pt x="8824858" y="818516"/>
                  <a:pt x="8829131" y="818516"/>
                </a:cubicBezTo>
                <a:close/>
                <a:moveTo>
                  <a:pt x="8793554" y="818516"/>
                </a:moveTo>
                <a:cubicBezTo>
                  <a:pt x="8797827" y="818516"/>
                  <a:pt x="8801291" y="821980"/>
                  <a:pt x="8801291" y="826252"/>
                </a:cubicBezTo>
                <a:cubicBezTo>
                  <a:pt x="8801291" y="857199"/>
                  <a:pt x="8801290" y="888144"/>
                  <a:pt x="8801290" y="919090"/>
                </a:cubicBezTo>
                <a:lnTo>
                  <a:pt x="8793554" y="926826"/>
                </a:lnTo>
                <a:cubicBezTo>
                  <a:pt x="8789281" y="926826"/>
                  <a:pt x="8785817" y="923362"/>
                  <a:pt x="8785817" y="919089"/>
                </a:cubicBezTo>
                <a:lnTo>
                  <a:pt x="8785817" y="826252"/>
                </a:lnTo>
                <a:cubicBezTo>
                  <a:pt x="8785817" y="821980"/>
                  <a:pt x="8789281" y="818516"/>
                  <a:pt x="8793554" y="818516"/>
                </a:cubicBezTo>
                <a:close/>
                <a:moveTo>
                  <a:pt x="8711558" y="818516"/>
                </a:moveTo>
                <a:cubicBezTo>
                  <a:pt x="8741468" y="818516"/>
                  <a:pt x="8765714" y="842762"/>
                  <a:pt x="8765714" y="872671"/>
                </a:cubicBezTo>
                <a:cubicBezTo>
                  <a:pt x="8765714" y="902580"/>
                  <a:pt x="8741468" y="926826"/>
                  <a:pt x="8711558" y="926826"/>
                </a:cubicBezTo>
                <a:cubicBezTo>
                  <a:pt x="8681648" y="926826"/>
                  <a:pt x="8657402" y="902580"/>
                  <a:pt x="8657402" y="872671"/>
                </a:cubicBezTo>
                <a:cubicBezTo>
                  <a:pt x="8657402" y="842762"/>
                  <a:pt x="8681648" y="818516"/>
                  <a:pt x="8711558" y="818516"/>
                </a:cubicBezTo>
                <a:close/>
                <a:moveTo>
                  <a:pt x="8629562" y="818516"/>
                </a:moveTo>
                <a:cubicBezTo>
                  <a:pt x="8633835" y="818516"/>
                  <a:pt x="8637299" y="821980"/>
                  <a:pt x="8637299" y="826252"/>
                </a:cubicBezTo>
                <a:cubicBezTo>
                  <a:pt x="8637299" y="857199"/>
                  <a:pt x="8637298" y="888144"/>
                  <a:pt x="8637298" y="919090"/>
                </a:cubicBezTo>
                <a:lnTo>
                  <a:pt x="8629562" y="926826"/>
                </a:lnTo>
                <a:cubicBezTo>
                  <a:pt x="8625289" y="926826"/>
                  <a:pt x="8621825" y="923362"/>
                  <a:pt x="8621825" y="919089"/>
                </a:cubicBezTo>
                <a:lnTo>
                  <a:pt x="8621825" y="826252"/>
                </a:lnTo>
                <a:cubicBezTo>
                  <a:pt x="8621825" y="821980"/>
                  <a:pt x="8625289" y="818516"/>
                  <a:pt x="8629562" y="818516"/>
                </a:cubicBezTo>
                <a:close/>
                <a:moveTo>
                  <a:pt x="8547566" y="818516"/>
                </a:moveTo>
                <a:cubicBezTo>
                  <a:pt x="8577476" y="818516"/>
                  <a:pt x="8601722" y="842762"/>
                  <a:pt x="8601722" y="872671"/>
                </a:cubicBezTo>
                <a:cubicBezTo>
                  <a:pt x="8601722" y="902580"/>
                  <a:pt x="8577476" y="926826"/>
                  <a:pt x="8547566" y="926826"/>
                </a:cubicBezTo>
                <a:cubicBezTo>
                  <a:pt x="8517656" y="926826"/>
                  <a:pt x="8493410" y="902580"/>
                  <a:pt x="8493410" y="872671"/>
                </a:cubicBezTo>
                <a:cubicBezTo>
                  <a:pt x="8493410" y="842762"/>
                  <a:pt x="8517656" y="818516"/>
                  <a:pt x="8547566" y="818516"/>
                </a:cubicBezTo>
                <a:close/>
                <a:moveTo>
                  <a:pt x="8465571" y="818516"/>
                </a:moveTo>
                <a:cubicBezTo>
                  <a:pt x="8469844" y="818516"/>
                  <a:pt x="8473308" y="821980"/>
                  <a:pt x="8473308" y="826252"/>
                </a:cubicBezTo>
                <a:cubicBezTo>
                  <a:pt x="8473308" y="857199"/>
                  <a:pt x="8473307" y="888144"/>
                  <a:pt x="8473307" y="919090"/>
                </a:cubicBezTo>
                <a:lnTo>
                  <a:pt x="8465571" y="926826"/>
                </a:lnTo>
                <a:cubicBezTo>
                  <a:pt x="8461298" y="926826"/>
                  <a:pt x="8457834" y="923362"/>
                  <a:pt x="8457834" y="919089"/>
                </a:cubicBezTo>
                <a:lnTo>
                  <a:pt x="8457834" y="826252"/>
                </a:lnTo>
                <a:cubicBezTo>
                  <a:pt x="8457834" y="821980"/>
                  <a:pt x="8461298" y="818516"/>
                  <a:pt x="8465571" y="818516"/>
                </a:cubicBezTo>
                <a:close/>
                <a:moveTo>
                  <a:pt x="8429994" y="818516"/>
                </a:moveTo>
                <a:cubicBezTo>
                  <a:pt x="8434267" y="818516"/>
                  <a:pt x="8437731" y="821980"/>
                  <a:pt x="8437731" y="826252"/>
                </a:cubicBezTo>
                <a:cubicBezTo>
                  <a:pt x="8437731" y="857199"/>
                  <a:pt x="8437730" y="888144"/>
                  <a:pt x="8437730" y="919090"/>
                </a:cubicBezTo>
                <a:lnTo>
                  <a:pt x="8429994" y="926826"/>
                </a:lnTo>
                <a:cubicBezTo>
                  <a:pt x="8425721" y="926826"/>
                  <a:pt x="8422257" y="923362"/>
                  <a:pt x="8422257" y="919089"/>
                </a:cubicBezTo>
                <a:lnTo>
                  <a:pt x="8422257" y="826252"/>
                </a:lnTo>
                <a:cubicBezTo>
                  <a:pt x="8422257" y="821980"/>
                  <a:pt x="8425721" y="818516"/>
                  <a:pt x="8429994" y="818516"/>
                </a:cubicBezTo>
                <a:close/>
                <a:moveTo>
                  <a:pt x="8347998" y="818516"/>
                </a:moveTo>
                <a:cubicBezTo>
                  <a:pt x="8377907" y="818516"/>
                  <a:pt x="8402153" y="842762"/>
                  <a:pt x="8402153" y="872671"/>
                </a:cubicBezTo>
                <a:cubicBezTo>
                  <a:pt x="8402153" y="902580"/>
                  <a:pt x="8377907" y="926826"/>
                  <a:pt x="8347998" y="926826"/>
                </a:cubicBezTo>
                <a:cubicBezTo>
                  <a:pt x="8318089" y="926826"/>
                  <a:pt x="8293843" y="902580"/>
                  <a:pt x="8293843" y="872671"/>
                </a:cubicBezTo>
                <a:cubicBezTo>
                  <a:pt x="8293843" y="842762"/>
                  <a:pt x="8318089" y="818516"/>
                  <a:pt x="8347998" y="818516"/>
                </a:cubicBezTo>
                <a:close/>
                <a:moveTo>
                  <a:pt x="8219583" y="818516"/>
                </a:moveTo>
                <a:cubicBezTo>
                  <a:pt x="8249492" y="818516"/>
                  <a:pt x="8273738" y="842762"/>
                  <a:pt x="8273738" y="872671"/>
                </a:cubicBezTo>
                <a:cubicBezTo>
                  <a:pt x="8273738" y="902580"/>
                  <a:pt x="8249492" y="926826"/>
                  <a:pt x="8219583" y="926826"/>
                </a:cubicBezTo>
                <a:cubicBezTo>
                  <a:pt x="8189674" y="926826"/>
                  <a:pt x="8165428" y="902580"/>
                  <a:pt x="8165428" y="872671"/>
                </a:cubicBezTo>
                <a:cubicBezTo>
                  <a:pt x="8165428" y="842762"/>
                  <a:pt x="8189674" y="818516"/>
                  <a:pt x="8219583" y="818516"/>
                </a:cubicBezTo>
                <a:close/>
                <a:moveTo>
                  <a:pt x="8137589" y="818516"/>
                </a:moveTo>
                <a:cubicBezTo>
                  <a:pt x="8141862" y="818516"/>
                  <a:pt x="8145326" y="821980"/>
                  <a:pt x="8145326" y="826252"/>
                </a:cubicBezTo>
                <a:cubicBezTo>
                  <a:pt x="8145326" y="857199"/>
                  <a:pt x="8145325" y="888144"/>
                  <a:pt x="8145325" y="919090"/>
                </a:cubicBezTo>
                <a:lnTo>
                  <a:pt x="8137589" y="926826"/>
                </a:lnTo>
                <a:cubicBezTo>
                  <a:pt x="8133316" y="926826"/>
                  <a:pt x="8129852" y="923362"/>
                  <a:pt x="8129852" y="919089"/>
                </a:cubicBezTo>
                <a:lnTo>
                  <a:pt x="8129852" y="826252"/>
                </a:lnTo>
                <a:cubicBezTo>
                  <a:pt x="8129852" y="821980"/>
                  <a:pt x="8133316" y="818516"/>
                  <a:pt x="8137589" y="818516"/>
                </a:cubicBezTo>
                <a:close/>
                <a:moveTo>
                  <a:pt x="8102012" y="818516"/>
                </a:moveTo>
                <a:cubicBezTo>
                  <a:pt x="8106285" y="818516"/>
                  <a:pt x="8109749" y="821980"/>
                  <a:pt x="8109749" y="826252"/>
                </a:cubicBezTo>
                <a:cubicBezTo>
                  <a:pt x="8109749" y="857199"/>
                  <a:pt x="8109748" y="888144"/>
                  <a:pt x="8109748" y="919090"/>
                </a:cubicBezTo>
                <a:lnTo>
                  <a:pt x="8102012" y="926826"/>
                </a:lnTo>
                <a:cubicBezTo>
                  <a:pt x="8097739" y="926826"/>
                  <a:pt x="8094275" y="923362"/>
                  <a:pt x="8094275" y="919089"/>
                </a:cubicBezTo>
                <a:lnTo>
                  <a:pt x="8094275" y="826252"/>
                </a:lnTo>
                <a:cubicBezTo>
                  <a:pt x="8094275" y="821980"/>
                  <a:pt x="8097739" y="818516"/>
                  <a:pt x="8102012" y="818516"/>
                </a:cubicBezTo>
                <a:close/>
                <a:moveTo>
                  <a:pt x="8020016" y="818516"/>
                </a:moveTo>
                <a:cubicBezTo>
                  <a:pt x="8049925" y="818516"/>
                  <a:pt x="8074171" y="842762"/>
                  <a:pt x="8074171" y="872671"/>
                </a:cubicBezTo>
                <a:cubicBezTo>
                  <a:pt x="8074171" y="902580"/>
                  <a:pt x="8049925" y="926826"/>
                  <a:pt x="8020016" y="926826"/>
                </a:cubicBezTo>
                <a:cubicBezTo>
                  <a:pt x="7990107" y="926826"/>
                  <a:pt x="7965861" y="902580"/>
                  <a:pt x="7965861" y="872671"/>
                </a:cubicBezTo>
                <a:cubicBezTo>
                  <a:pt x="7965861" y="842762"/>
                  <a:pt x="7990107" y="818516"/>
                  <a:pt x="8020016" y="818516"/>
                </a:cubicBezTo>
                <a:close/>
                <a:moveTo>
                  <a:pt x="7938021" y="818516"/>
                </a:moveTo>
                <a:cubicBezTo>
                  <a:pt x="7942294" y="818516"/>
                  <a:pt x="7945758" y="821980"/>
                  <a:pt x="7945758" y="826252"/>
                </a:cubicBezTo>
                <a:cubicBezTo>
                  <a:pt x="7945758" y="857199"/>
                  <a:pt x="7945757" y="888144"/>
                  <a:pt x="7945757" y="919090"/>
                </a:cubicBezTo>
                <a:lnTo>
                  <a:pt x="7938021" y="926826"/>
                </a:lnTo>
                <a:cubicBezTo>
                  <a:pt x="7933748" y="926826"/>
                  <a:pt x="7930284" y="923362"/>
                  <a:pt x="7930284" y="919089"/>
                </a:cubicBezTo>
                <a:lnTo>
                  <a:pt x="7930284" y="826252"/>
                </a:lnTo>
                <a:cubicBezTo>
                  <a:pt x="7930284" y="821980"/>
                  <a:pt x="7933748" y="818516"/>
                  <a:pt x="7938021" y="818516"/>
                </a:cubicBezTo>
                <a:close/>
                <a:moveTo>
                  <a:pt x="7856025" y="818516"/>
                </a:moveTo>
                <a:cubicBezTo>
                  <a:pt x="7885934" y="818516"/>
                  <a:pt x="7910180" y="842762"/>
                  <a:pt x="7910180" y="872671"/>
                </a:cubicBezTo>
                <a:cubicBezTo>
                  <a:pt x="7910180" y="902580"/>
                  <a:pt x="7885934" y="926826"/>
                  <a:pt x="7856025" y="926826"/>
                </a:cubicBezTo>
                <a:cubicBezTo>
                  <a:pt x="7826116" y="926826"/>
                  <a:pt x="7801870" y="902580"/>
                  <a:pt x="7801870" y="872671"/>
                </a:cubicBezTo>
                <a:cubicBezTo>
                  <a:pt x="7801870" y="842762"/>
                  <a:pt x="7826116" y="818516"/>
                  <a:pt x="7856025" y="818516"/>
                </a:cubicBezTo>
                <a:close/>
                <a:moveTo>
                  <a:pt x="7774030" y="818516"/>
                </a:moveTo>
                <a:cubicBezTo>
                  <a:pt x="7778303" y="818516"/>
                  <a:pt x="7781767" y="821980"/>
                  <a:pt x="7781767" y="826252"/>
                </a:cubicBezTo>
                <a:cubicBezTo>
                  <a:pt x="7781767" y="857199"/>
                  <a:pt x="7781766" y="888144"/>
                  <a:pt x="7781766" y="919090"/>
                </a:cubicBezTo>
                <a:lnTo>
                  <a:pt x="7774030" y="926826"/>
                </a:lnTo>
                <a:cubicBezTo>
                  <a:pt x="7769757" y="926826"/>
                  <a:pt x="7766293" y="923362"/>
                  <a:pt x="7766293" y="919089"/>
                </a:cubicBezTo>
                <a:lnTo>
                  <a:pt x="7766293" y="826252"/>
                </a:lnTo>
                <a:cubicBezTo>
                  <a:pt x="7766293" y="821980"/>
                  <a:pt x="7769757" y="818516"/>
                  <a:pt x="7774030" y="818516"/>
                </a:cubicBezTo>
                <a:close/>
                <a:moveTo>
                  <a:pt x="7692034" y="818516"/>
                </a:moveTo>
                <a:cubicBezTo>
                  <a:pt x="7721944" y="818516"/>
                  <a:pt x="7746190" y="842762"/>
                  <a:pt x="7746190" y="872671"/>
                </a:cubicBezTo>
                <a:cubicBezTo>
                  <a:pt x="7746190" y="902580"/>
                  <a:pt x="7721944" y="926826"/>
                  <a:pt x="7692034" y="926826"/>
                </a:cubicBezTo>
                <a:cubicBezTo>
                  <a:pt x="7662124" y="926826"/>
                  <a:pt x="7637878" y="902580"/>
                  <a:pt x="7637878" y="872671"/>
                </a:cubicBezTo>
                <a:cubicBezTo>
                  <a:pt x="7637878" y="842762"/>
                  <a:pt x="7662124" y="818516"/>
                  <a:pt x="7692034" y="818516"/>
                </a:cubicBezTo>
                <a:close/>
                <a:moveTo>
                  <a:pt x="7610038" y="818516"/>
                </a:moveTo>
                <a:cubicBezTo>
                  <a:pt x="7614311" y="818516"/>
                  <a:pt x="7617775" y="821980"/>
                  <a:pt x="7617775" y="826252"/>
                </a:cubicBezTo>
                <a:cubicBezTo>
                  <a:pt x="7617775" y="857199"/>
                  <a:pt x="7617774" y="888144"/>
                  <a:pt x="7617774" y="919090"/>
                </a:cubicBezTo>
                <a:lnTo>
                  <a:pt x="7610038" y="926826"/>
                </a:lnTo>
                <a:cubicBezTo>
                  <a:pt x="7605765" y="926826"/>
                  <a:pt x="7602301" y="923362"/>
                  <a:pt x="7602301" y="919089"/>
                </a:cubicBezTo>
                <a:lnTo>
                  <a:pt x="7602301" y="826252"/>
                </a:lnTo>
                <a:cubicBezTo>
                  <a:pt x="7602301" y="821980"/>
                  <a:pt x="7605765" y="818516"/>
                  <a:pt x="7610038" y="818516"/>
                </a:cubicBezTo>
                <a:close/>
                <a:moveTo>
                  <a:pt x="7574461" y="818516"/>
                </a:moveTo>
                <a:cubicBezTo>
                  <a:pt x="7578734" y="818516"/>
                  <a:pt x="7582198" y="821980"/>
                  <a:pt x="7582198" y="826252"/>
                </a:cubicBezTo>
                <a:cubicBezTo>
                  <a:pt x="7582198" y="857199"/>
                  <a:pt x="7582197" y="888144"/>
                  <a:pt x="7582197" y="919090"/>
                </a:cubicBezTo>
                <a:lnTo>
                  <a:pt x="7574461" y="926826"/>
                </a:lnTo>
                <a:cubicBezTo>
                  <a:pt x="7570188" y="926826"/>
                  <a:pt x="7566724" y="923362"/>
                  <a:pt x="7566724" y="919089"/>
                </a:cubicBezTo>
                <a:lnTo>
                  <a:pt x="7566724" y="826252"/>
                </a:lnTo>
                <a:cubicBezTo>
                  <a:pt x="7566724" y="821980"/>
                  <a:pt x="7570188" y="818516"/>
                  <a:pt x="7574461" y="818516"/>
                </a:cubicBezTo>
                <a:close/>
                <a:moveTo>
                  <a:pt x="7492465" y="818516"/>
                </a:moveTo>
                <a:cubicBezTo>
                  <a:pt x="7522375" y="818516"/>
                  <a:pt x="7546621" y="842762"/>
                  <a:pt x="7546621" y="872671"/>
                </a:cubicBezTo>
                <a:cubicBezTo>
                  <a:pt x="7546621" y="902580"/>
                  <a:pt x="7522375" y="926826"/>
                  <a:pt x="7492465" y="926826"/>
                </a:cubicBezTo>
                <a:cubicBezTo>
                  <a:pt x="7462555" y="926826"/>
                  <a:pt x="7438309" y="902580"/>
                  <a:pt x="7438309" y="872671"/>
                </a:cubicBezTo>
                <a:cubicBezTo>
                  <a:pt x="7438309" y="842762"/>
                  <a:pt x="7462555" y="818516"/>
                  <a:pt x="7492465" y="818516"/>
                </a:cubicBezTo>
                <a:close/>
                <a:moveTo>
                  <a:pt x="7410470" y="818516"/>
                </a:moveTo>
                <a:cubicBezTo>
                  <a:pt x="7414743" y="818516"/>
                  <a:pt x="7418207" y="821980"/>
                  <a:pt x="7418207" y="826252"/>
                </a:cubicBezTo>
                <a:cubicBezTo>
                  <a:pt x="7418207" y="857199"/>
                  <a:pt x="7418206" y="888144"/>
                  <a:pt x="7418206" y="919090"/>
                </a:cubicBezTo>
                <a:lnTo>
                  <a:pt x="7410470" y="926826"/>
                </a:lnTo>
                <a:cubicBezTo>
                  <a:pt x="7406197" y="926826"/>
                  <a:pt x="7402733" y="923362"/>
                  <a:pt x="7402733" y="919089"/>
                </a:cubicBezTo>
                <a:lnTo>
                  <a:pt x="7402733" y="826252"/>
                </a:lnTo>
                <a:cubicBezTo>
                  <a:pt x="7402733" y="821980"/>
                  <a:pt x="7406197" y="818516"/>
                  <a:pt x="7410470" y="818516"/>
                </a:cubicBezTo>
                <a:close/>
                <a:moveTo>
                  <a:pt x="7328474" y="818516"/>
                </a:moveTo>
                <a:cubicBezTo>
                  <a:pt x="7358384" y="818516"/>
                  <a:pt x="7382630" y="842762"/>
                  <a:pt x="7382630" y="872671"/>
                </a:cubicBezTo>
                <a:cubicBezTo>
                  <a:pt x="7382630" y="902580"/>
                  <a:pt x="7358384" y="926826"/>
                  <a:pt x="7328474" y="926826"/>
                </a:cubicBezTo>
                <a:cubicBezTo>
                  <a:pt x="7298564" y="926826"/>
                  <a:pt x="7274318" y="902580"/>
                  <a:pt x="7274318" y="872671"/>
                </a:cubicBezTo>
                <a:cubicBezTo>
                  <a:pt x="7274318" y="842762"/>
                  <a:pt x="7298564" y="818516"/>
                  <a:pt x="7328474" y="818516"/>
                </a:cubicBezTo>
                <a:close/>
                <a:moveTo>
                  <a:pt x="7246478" y="818516"/>
                </a:moveTo>
                <a:cubicBezTo>
                  <a:pt x="7250751" y="818516"/>
                  <a:pt x="7254215" y="821980"/>
                  <a:pt x="7254215" y="826252"/>
                </a:cubicBezTo>
                <a:cubicBezTo>
                  <a:pt x="7254215" y="857199"/>
                  <a:pt x="7254214" y="888144"/>
                  <a:pt x="7254214" y="919090"/>
                </a:cubicBezTo>
                <a:lnTo>
                  <a:pt x="7246478" y="926826"/>
                </a:lnTo>
                <a:cubicBezTo>
                  <a:pt x="7242205" y="926826"/>
                  <a:pt x="7238741" y="923362"/>
                  <a:pt x="7238741" y="919089"/>
                </a:cubicBezTo>
                <a:lnTo>
                  <a:pt x="7238741" y="826252"/>
                </a:lnTo>
                <a:cubicBezTo>
                  <a:pt x="7238741" y="821980"/>
                  <a:pt x="7242205" y="818516"/>
                  <a:pt x="7246478" y="818516"/>
                </a:cubicBezTo>
                <a:close/>
                <a:moveTo>
                  <a:pt x="7210901" y="818516"/>
                </a:moveTo>
                <a:cubicBezTo>
                  <a:pt x="7215174" y="818516"/>
                  <a:pt x="7218638" y="821980"/>
                  <a:pt x="7218638" y="826252"/>
                </a:cubicBezTo>
                <a:cubicBezTo>
                  <a:pt x="7218638" y="857199"/>
                  <a:pt x="7218637" y="888144"/>
                  <a:pt x="7218637" y="919090"/>
                </a:cubicBezTo>
                <a:lnTo>
                  <a:pt x="7210901" y="926826"/>
                </a:lnTo>
                <a:cubicBezTo>
                  <a:pt x="7206628" y="926826"/>
                  <a:pt x="7203164" y="923362"/>
                  <a:pt x="7203164" y="919089"/>
                </a:cubicBezTo>
                <a:lnTo>
                  <a:pt x="7203164" y="826252"/>
                </a:lnTo>
                <a:cubicBezTo>
                  <a:pt x="7203164" y="821980"/>
                  <a:pt x="7206628" y="818516"/>
                  <a:pt x="7210901" y="818516"/>
                </a:cubicBezTo>
                <a:close/>
                <a:moveTo>
                  <a:pt x="7175777" y="818516"/>
                </a:moveTo>
                <a:cubicBezTo>
                  <a:pt x="7180050" y="818516"/>
                  <a:pt x="7183514" y="821980"/>
                  <a:pt x="7183514" y="826253"/>
                </a:cubicBezTo>
                <a:lnTo>
                  <a:pt x="7183514" y="919089"/>
                </a:lnTo>
                <a:cubicBezTo>
                  <a:pt x="7183514" y="923362"/>
                  <a:pt x="7180050" y="926826"/>
                  <a:pt x="7175777" y="926826"/>
                </a:cubicBezTo>
                <a:lnTo>
                  <a:pt x="7168041" y="919090"/>
                </a:lnTo>
                <a:cubicBezTo>
                  <a:pt x="7168041" y="888144"/>
                  <a:pt x="7168040" y="857199"/>
                  <a:pt x="7168040" y="826253"/>
                </a:cubicBezTo>
                <a:cubicBezTo>
                  <a:pt x="7168040" y="821980"/>
                  <a:pt x="7171504" y="818516"/>
                  <a:pt x="7175777" y="818516"/>
                </a:cubicBezTo>
                <a:close/>
                <a:moveTo>
                  <a:pt x="7140213" y="818516"/>
                </a:moveTo>
                <a:cubicBezTo>
                  <a:pt x="7144486" y="818516"/>
                  <a:pt x="7147950" y="821980"/>
                  <a:pt x="7147950" y="826253"/>
                </a:cubicBezTo>
                <a:lnTo>
                  <a:pt x="7147950" y="919089"/>
                </a:lnTo>
                <a:cubicBezTo>
                  <a:pt x="7147950" y="923362"/>
                  <a:pt x="7144486" y="926826"/>
                  <a:pt x="7140213" y="926826"/>
                </a:cubicBezTo>
                <a:lnTo>
                  <a:pt x="7132477" y="919090"/>
                </a:lnTo>
                <a:cubicBezTo>
                  <a:pt x="7132477" y="888144"/>
                  <a:pt x="7132476" y="857199"/>
                  <a:pt x="7132476" y="826253"/>
                </a:cubicBezTo>
                <a:cubicBezTo>
                  <a:pt x="7132476" y="821980"/>
                  <a:pt x="7135940" y="818516"/>
                  <a:pt x="7140213" y="818516"/>
                </a:cubicBezTo>
                <a:close/>
                <a:moveTo>
                  <a:pt x="7058217" y="818516"/>
                </a:moveTo>
                <a:cubicBezTo>
                  <a:pt x="7088127" y="818516"/>
                  <a:pt x="7112373" y="842762"/>
                  <a:pt x="7112373" y="872671"/>
                </a:cubicBezTo>
                <a:cubicBezTo>
                  <a:pt x="7112373" y="902580"/>
                  <a:pt x="7088127" y="926826"/>
                  <a:pt x="7058217" y="926826"/>
                </a:cubicBezTo>
                <a:cubicBezTo>
                  <a:pt x="7028307" y="926826"/>
                  <a:pt x="7004061" y="902580"/>
                  <a:pt x="7004061" y="872671"/>
                </a:cubicBezTo>
                <a:cubicBezTo>
                  <a:pt x="7004061" y="842762"/>
                  <a:pt x="7028307" y="818516"/>
                  <a:pt x="7058217" y="818516"/>
                </a:cubicBezTo>
                <a:close/>
                <a:moveTo>
                  <a:pt x="6976221" y="818516"/>
                </a:moveTo>
                <a:cubicBezTo>
                  <a:pt x="6980494" y="818516"/>
                  <a:pt x="6983958" y="821980"/>
                  <a:pt x="6983958" y="826253"/>
                </a:cubicBezTo>
                <a:lnTo>
                  <a:pt x="6983958" y="919089"/>
                </a:lnTo>
                <a:cubicBezTo>
                  <a:pt x="6983958" y="923362"/>
                  <a:pt x="6980494" y="926826"/>
                  <a:pt x="6976221" y="926826"/>
                </a:cubicBezTo>
                <a:lnTo>
                  <a:pt x="6968485" y="919090"/>
                </a:lnTo>
                <a:cubicBezTo>
                  <a:pt x="6968485" y="888144"/>
                  <a:pt x="6968484" y="857199"/>
                  <a:pt x="6968484" y="826253"/>
                </a:cubicBezTo>
                <a:cubicBezTo>
                  <a:pt x="6968484" y="821980"/>
                  <a:pt x="6971948" y="818516"/>
                  <a:pt x="6976221" y="818516"/>
                </a:cubicBezTo>
                <a:close/>
                <a:moveTo>
                  <a:pt x="6894225" y="818516"/>
                </a:moveTo>
                <a:cubicBezTo>
                  <a:pt x="6924135" y="818516"/>
                  <a:pt x="6948381" y="842762"/>
                  <a:pt x="6948381" y="872671"/>
                </a:cubicBezTo>
                <a:cubicBezTo>
                  <a:pt x="6948381" y="902580"/>
                  <a:pt x="6924135" y="926826"/>
                  <a:pt x="6894225" y="926826"/>
                </a:cubicBezTo>
                <a:cubicBezTo>
                  <a:pt x="6864315" y="926826"/>
                  <a:pt x="6840069" y="902580"/>
                  <a:pt x="6840069" y="872671"/>
                </a:cubicBezTo>
                <a:cubicBezTo>
                  <a:pt x="6840069" y="842762"/>
                  <a:pt x="6864315" y="818516"/>
                  <a:pt x="6894225" y="818516"/>
                </a:cubicBezTo>
                <a:close/>
                <a:moveTo>
                  <a:pt x="6812229" y="818516"/>
                </a:moveTo>
                <a:cubicBezTo>
                  <a:pt x="6816502" y="818516"/>
                  <a:pt x="6819966" y="821980"/>
                  <a:pt x="6819966" y="826253"/>
                </a:cubicBezTo>
                <a:lnTo>
                  <a:pt x="6819966" y="919089"/>
                </a:lnTo>
                <a:cubicBezTo>
                  <a:pt x="6819966" y="923362"/>
                  <a:pt x="6816502" y="926826"/>
                  <a:pt x="6812229" y="926826"/>
                </a:cubicBezTo>
                <a:lnTo>
                  <a:pt x="6804493" y="919090"/>
                </a:lnTo>
                <a:cubicBezTo>
                  <a:pt x="6804493" y="888144"/>
                  <a:pt x="6804492" y="857199"/>
                  <a:pt x="6804492" y="826253"/>
                </a:cubicBezTo>
                <a:cubicBezTo>
                  <a:pt x="6804492" y="821980"/>
                  <a:pt x="6807956" y="818516"/>
                  <a:pt x="6812229" y="818516"/>
                </a:cubicBezTo>
                <a:close/>
                <a:moveTo>
                  <a:pt x="6776652" y="818516"/>
                </a:moveTo>
                <a:cubicBezTo>
                  <a:pt x="6780925" y="818516"/>
                  <a:pt x="6784389" y="821980"/>
                  <a:pt x="6784389" y="826253"/>
                </a:cubicBezTo>
                <a:lnTo>
                  <a:pt x="6784389" y="919089"/>
                </a:lnTo>
                <a:cubicBezTo>
                  <a:pt x="6784389" y="923362"/>
                  <a:pt x="6780925" y="926826"/>
                  <a:pt x="6776652" y="926826"/>
                </a:cubicBezTo>
                <a:lnTo>
                  <a:pt x="6768916" y="919090"/>
                </a:lnTo>
                <a:cubicBezTo>
                  <a:pt x="6768916" y="888144"/>
                  <a:pt x="6768915" y="857199"/>
                  <a:pt x="6768915" y="826253"/>
                </a:cubicBezTo>
                <a:cubicBezTo>
                  <a:pt x="6768915" y="821980"/>
                  <a:pt x="6772379" y="818516"/>
                  <a:pt x="6776652" y="818516"/>
                </a:cubicBezTo>
                <a:close/>
                <a:moveTo>
                  <a:pt x="6694656" y="818516"/>
                </a:moveTo>
                <a:cubicBezTo>
                  <a:pt x="6724566" y="818516"/>
                  <a:pt x="6748812" y="842762"/>
                  <a:pt x="6748812" y="872671"/>
                </a:cubicBezTo>
                <a:cubicBezTo>
                  <a:pt x="6748812" y="902580"/>
                  <a:pt x="6724566" y="926826"/>
                  <a:pt x="6694656" y="926826"/>
                </a:cubicBezTo>
                <a:cubicBezTo>
                  <a:pt x="6664746" y="926826"/>
                  <a:pt x="6640500" y="902580"/>
                  <a:pt x="6640500" y="872671"/>
                </a:cubicBezTo>
                <a:cubicBezTo>
                  <a:pt x="6640500" y="842762"/>
                  <a:pt x="6664746" y="818516"/>
                  <a:pt x="6694656" y="818516"/>
                </a:cubicBezTo>
                <a:close/>
                <a:moveTo>
                  <a:pt x="6612661" y="818516"/>
                </a:moveTo>
                <a:cubicBezTo>
                  <a:pt x="6616934" y="818516"/>
                  <a:pt x="6620398" y="821980"/>
                  <a:pt x="6620398" y="826253"/>
                </a:cubicBezTo>
                <a:lnTo>
                  <a:pt x="6620398" y="919089"/>
                </a:lnTo>
                <a:cubicBezTo>
                  <a:pt x="6620398" y="923362"/>
                  <a:pt x="6616934" y="926826"/>
                  <a:pt x="6612661" y="926826"/>
                </a:cubicBezTo>
                <a:lnTo>
                  <a:pt x="6604925" y="919090"/>
                </a:lnTo>
                <a:cubicBezTo>
                  <a:pt x="6604925" y="888144"/>
                  <a:pt x="6604924" y="857199"/>
                  <a:pt x="6604924" y="826253"/>
                </a:cubicBezTo>
                <a:cubicBezTo>
                  <a:pt x="6604924" y="821980"/>
                  <a:pt x="6608388" y="818516"/>
                  <a:pt x="6612661" y="818516"/>
                </a:cubicBezTo>
                <a:close/>
                <a:moveTo>
                  <a:pt x="6530665" y="818516"/>
                </a:moveTo>
                <a:cubicBezTo>
                  <a:pt x="6560574" y="818516"/>
                  <a:pt x="6584820" y="842762"/>
                  <a:pt x="6584820" y="872671"/>
                </a:cubicBezTo>
                <a:cubicBezTo>
                  <a:pt x="6584820" y="902580"/>
                  <a:pt x="6560574" y="926826"/>
                  <a:pt x="6530665" y="926826"/>
                </a:cubicBezTo>
                <a:cubicBezTo>
                  <a:pt x="6500756" y="926826"/>
                  <a:pt x="6476510" y="902580"/>
                  <a:pt x="6476510" y="872671"/>
                </a:cubicBezTo>
                <a:cubicBezTo>
                  <a:pt x="6476510" y="842762"/>
                  <a:pt x="6500756" y="818516"/>
                  <a:pt x="6530665" y="818516"/>
                </a:cubicBezTo>
                <a:close/>
                <a:moveTo>
                  <a:pt x="6448670" y="818516"/>
                </a:moveTo>
                <a:cubicBezTo>
                  <a:pt x="6452943" y="818516"/>
                  <a:pt x="6456407" y="821980"/>
                  <a:pt x="6456407" y="826253"/>
                </a:cubicBezTo>
                <a:lnTo>
                  <a:pt x="6456407" y="919089"/>
                </a:lnTo>
                <a:cubicBezTo>
                  <a:pt x="6456407" y="923362"/>
                  <a:pt x="6452943" y="926826"/>
                  <a:pt x="6448670" y="926826"/>
                </a:cubicBezTo>
                <a:lnTo>
                  <a:pt x="6440934" y="919090"/>
                </a:lnTo>
                <a:cubicBezTo>
                  <a:pt x="6440934" y="888144"/>
                  <a:pt x="6440933" y="857199"/>
                  <a:pt x="6440933" y="826253"/>
                </a:cubicBezTo>
                <a:cubicBezTo>
                  <a:pt x="6440933" y="821980"/>
                  <a:pt x="6444397" y="818516"/>
                  <a:pt x="6448670" y="818516"/>
                </a:cubicBezTo>
                <a:close/>
                <a:moveTo>
                  <a:pt x="6366674" y="818516"/>
                </a:moveTo>
                <a:cubicBezTo>
                  <a:pt x="6396583" y="818516"/>
                  <a:pt x="6420829" y="842762"/>
                  <a:pt x="6420829" y="872671"/>
                </a:cubicBezTo>
                <a:cubicBezTo>
                  <a:pt x="6420829" y="902580"/>
                  <a:pt x="6396583" y="926826"/>
                  <a:pt x="6366674" y="926826"/>
                </a:cubicBezTo>
                <a:cubicBezTo>
                  <a:pt x="6336765" y="926826"/>
                  <a:pt x="6312519" y="902580"/>
                  <a:pt x="6312519" y="872671"/>
                </a:cubicBezTo>
                <a:cubicBezTo>
                  <a:pt x="6312519" y="842762"/>
                  <a:pt x="6336765" y="818516"/>
                  <a:pt x="6366674" y="818516"/>
                </a:cubicBezTo>
                <a:close/>
                <a:moveTo>
                  <a:pt x="6284679" y="818516"/>
                </a:moveTo>
                <a:cubicBezTo>
                  <a:pt x="6288952" y="818516"/>
                  <a:pt x="6292416" y="821980"/>
                  <a:pt x="6292416" y="826253"/>
                </a:cubicBezTo>
                <a:lnTo>
                  <a:pt x="6292416" y="919089"/>
                </a:lnTo>
                <a:cubicBezTo>
                  <a:pt x="6292416" y="923362"/>
                  <a:pt x="6288952" y="926826"/>
                  <a:pt x="6284679" y="926826"/>
                </a:cubicBezTo>
                <a:lnTo>
                  <a:pt x="6276943" y="919090"/>
                </a:lnTo>
                <a:cubicBezTo>
                  <a:pt x="6276943" y="888144"/>
                  <a:pt x="6276942" y="857199"/>
                  <a:pt x="6276942" y="826253"/>
                </a:cubicBezTo>
                <a:cubicBezTo>
                  <a:pt x="6276942" y="821980"/>
                  <a:pt x="6280406" y="818516"/>
                  <a:pt x="6284679" y="818516"/>
                </a:cubicBezTo>
                <a:close/>
                <a:moveTo>
                  <a:pt x="6249102" y="818516"/>
                </a:moveTo>
                <a:cubicBezTo>
                  <a:pt x="6253375" y="818516"/>
                  <a:pt x="6256839" y="821980"/>
                  <a:pt x="6256839" y="826253"/>
                </a:cubicBezTo>
                <a:lnTo>
                  <a:pt x="6256839" y="919089"/>
                </a:lnTo>
                <a:cubicBezTo>
                  <a:pt x="6256839" y="923362"/>
                  <a:pt x="6253375" y="926826"/>
                  <a:pt x="6249102" y="926826"/>
                </a:cubicBezTo>
                <a:lnTo>
                  <a:pt x="6241366" y="919090"/>
                </a:lnTo>
                <a:cubicBezTo>
                  <a:pt x="6241366" y="888144"/>
                  <a:pt x="6241365" y="857199"/>
                  <a:pt x="6241365" y="826253"/>
                </a:cubicBezTo>
                <a:cubicBezTo>
                  <a:pt x="6241365" y="821980"/>
                  <a:pt x="6244829" y="818516"/>
                  <a:pt x="6249102" y="818516"/>
                </a:cubicBezTo>
                <a:close/>
                <a:moveTo>
                  <a:pt x="6167107" y="818516"/>
                </a:moveTo>
                <a:cubicBezTo>
                  <a:pt x="6197016" y="818516"/>
                  <a:pt x="6221262" y="842762"/>
                  <a:pt x="6221262" y="872671"/>
                </a:cubicBezTo>
                <a:cubicBezTo>
                  <a:pt x="6221262" y="902580"/>
                  <a:pt x="6197016" y="926826"/>
                  <a:pt x="6167107" y="926826"/>
                </a:cubicBezTo>
                <a:cubicBezTo>
                  <a:pt x="6137198" y="926826"/>
                  <a:pt x="6112952" y="902580"/>
                  <a:pt x="6112952" y="872671"/>
                </a:cubicBezTo>
                <a:cubicBezTo>
                  <a:pt x="6112952" y="842762"/>
                  <a:pt x="6137198" y="818516"/>
                  <a:pt x="6167107" y="818516"/>
                </a:cubicBezTo>
                <a:close/>
                <a:moveTo>
                  <a:pt x="6038692" y="818516"/>
                </a:moveTo>
                <a:cubicBezTo>
                  <a:pt x="6068601" y="818516"/>
                  <a:pt x="6092847" y="842762"/>
                  <a:pt x="6092847" y="872671"/>
                </a:cubicBezTo>
                <a:cubicBezTo>
                  <a:pt x="6092847" y="902580"/>
                  <a:pt x="6068601" y="926826"/>
                  <a:pt x="6038692" y="926826"/>
                </a:cubicBezTo>
                <a:cubicBezTo>
                  <a:pt x="6008783" y="926826"/>
                  <a:pt x="5984537" y="902580"/>
                  <a:pt x="5984537" y="872671"/>
                </a:cubicBezTo>
                <a:cubicBezTo>
                  <a:pt x="5984537" y="842762"/>
                  <a:pt x="6008783" y="818516"/>
                  <a:pt x="6038692" y="818516"/>
                </a:cubicBezTo>
                <a:close/>
                <a:moveTo>
                  <a:pt x="5956697" y="818516"/>
                </a:moveTo>
                <a:cubicBezTo>
                  <a:pt x="5960970" y="818516"/>
                  <a:pt x="5964434" y="821980"/>
                  <a:pt x="5964434" y="826253"/>
                </a:cubicBezTo>
                <a:lnTo>
                  <a:pt x="5964434" y="919089"/>
                </a:lnTo>
                <a:cubicBezTo>
                  <a:pt x="5964434" y="923362"/>
                  <a:pt x="5960970" y="926826"/>
                  <a:pt x="5956697" y="926826"/>
                </a:cubicBezTo>
                <a:lnTo>
                  <a:pt x="5948961" y="919090"/>
                </a:lnTo>
                <a:cubicBezTo>
                  <a:pt x="5948961" y="888144"/>
                  <a:pt x="5948960" y="857199"/>
                  <a:pt x="5948960" y="826253"/>
                </a:cubicBezTo>
                <a:cubicBezTo>
                  <a:pt x="5948960" y="821980"/>
                  <a:pt x="5952424" y="818516"/>
                  <a:pt x="5956697" y="818516"/>
                </a:cubicBezTo>
                <a:close/>
                <a:moveTo>
                  <a:pt x="5921120" y="818516"/>
                </a:moveTo>
                <a:cubicBezTo>
                  <a:pt x="5925393" y="818516"/>
                  <a:pt x="5928857" y="821980"/>
                  <a:pt x="5928857" y="826253"/>
                </a:cubicBezTo>
                <a:lnTo>
                  <a:pt x="5928857" y="919089"/>
                </a:lnTo>
                <a:cubicBezTo>
                  <a:pt x="5928857" y="923362"/>
                  <a:pt x="5925393" y="926826"/>
                  <a:pt x="5921120" y="926826"/>
                </a:cubicBezTo>
                <a:lnTo>
                  <a:pt x="5913384" y="919090"/>
                </a:lnTo>
                <a:cubicBezTo>
                  <a:pt x="5913384" y="888144"/>
                  <a:pt x="5913383" y="857199"/>
                  <a:pt x="5913383" y="826253"/>
                </a:cubicBezTo>
                <a:cubicBezTo>
                  <a:pt x="5913383" y="821980"/>
                  <a:pt x="5916847" y="818516"/>
                  <a:pt x="5921120" y="818516"/>
                </a:cubicBezTo>
                <a:close/>
                <a:moveTo>
                  <a:pt x="5839124" y="818516"/>
                </a:moveTo>
                <a:cubicBezTo>
                  <a:pt x="5869034" y="818516"/>
                  <a:pt x="5893280" y="842762"/>
                  <a:pt x="5893280" y="872671"/>
                </a:cubicBezTo>
                <a:cubicBezTo>
                  <a:pt x="5893280" y="902580"/>
                  <a:pt x="5869034" y="926826"/>
                  <a:pt x="5839124" y="926826"/>
                </a:cubicBezTo>
                <a:cubicBezTo>
                  <a:pt x="5809214" y="926826"/>
                  <a:pt x="5784968" y="902580"/>
                  <a:pt x="5784968" y="872671"/>
                </a:cubicBezTo>
                <a:cubicBezTo>
                  <a:pt x="5784968" y="842762"/>
                  <a:pt x="5809214" y="818516"/>
                  <a:pt x="5839124" y="818516"/>
                </a:cubicBezTo>
                <a:close/>
                <a:moveTo>
                  <a:pt x="5757128" y="818516"/>
                </a:moveTo>
                <a:cubicBezTo>
                  <a:pt x="5761401" y="818516"/>
                  <a:pt x="5764865" y="821980"/>
                  <a:pt x="5764865" y="826253"/>
                </a:cubicBezTo>
                <a:lnTo>
                  <a:pt x="5764865" y="919089"/>
                </a:lnTo>
                <a:cubicBezTo>
                  <a:pt x="5764865" y="923362"/>
                  <a:pt x="5761401" y="926826"/>
                  <a:pt x="5757128" y="926826"/>
                </a:cubicBezTo>
                <a:lnTo>
                  <a:pt x="5749392" y="919090"/>
                </a:lnTo>
                <a:cubicBezTo>
                  <a:pt x="5749392" y="888144"/>
                  <a:pt x="5749391" y="857199"/>
                  <a:pt x="5749391" y="826253"/>
                </a:cubicBezTo>
                <a:cubicBezTo>
                  <a:pt x="5749391" y="821980"/>
                  <a:pt x="5752855" y="818516"/>
                  <a:pt x="5757128" y="818516"/>
                </a:cubicBezTo>
                <a:close/>
                <a:moveTo>
                  <a:pt x="5675132" y="818516"/>
                </a:moveTo>
                <a:cubicBezTo>
                  <a:pt x="5705042" y="818516"/>
                  <a:pt x="5729288" y="842762"/>
                  <a:pt x="5729288" y="872671"/>
                </a:cubicBezTo>
                <a:cubicBezTo>
                  <a:pt x="5729288" y="902580"/>
                  <a:pt x="5705042" y="926826"/>
                  <a:pt x="5675132" y="926826"/>
                </a:cubicBezTo>
                <a:cubicBezTo>
                  <a:pt x="5645222" y="926826"/>
                  <a:pt x="5620976" y="902580"/>
                  <a:pt x="5620976" y="872671"/>
                </a:cubicBezTo>
                <a:cubicBezTo>
                  <a:pt x="5620976" y="842762"/>
                  <a:pt x="5645222" y="818516"/>
                  <a:pt x="5675132" y="818516"/>
                </a:cubicBezTo>
                <a:close/>
                <a:moveTo>
                  <a:pt x="5593136" y="818516"/>
                </a:moveTo>
                <a:cubicBezTo>
                  <a:pt x="5597409" y="818516"/>
                  <a:pt x="5600873" y="821980"/>
                  <a:pt x="5600873" y="826253"/>
                </a:cubicBezTo>
                <a:lnTo>
                  <a:pt x="5600873" y="919089"/>
                </a:lnTo>
                <a:cubicBezTo>
                  <a:pt x="5600873" y="923362"/>
                  <a:pt x="5597409" y="926826"/>
                  <a:pt x="5593136" y="926826"/>
                </a:cubicBezTo>
                <a:lnTo>
                  <a:pt x="5585400" y="919090"/>
                </a:lnTo>
                <a:cubicBezTo>
                  <a:pt x="5585400" y="888144"/>
                  <a:pt x="5585399" y="857199"/>
                  <a:pt x="5585399" y="826253"/>
                </a:cubicBezTo>
                <a:cubicBezTo>
                  <a:pt x="5585399" y="821980"/>
                  <a:pt x="5588863" y="818516"/>
                  <a:pt x="5593136" y="818516"/>
                </a:cubicBezTo>
                <a:close/>
                <a:moveTo>
                  <a:pt x="5557560" y="818516"/>
                </a:moveTo>
                <a:cubicBezTo>
                  <a:pt x="5561833" y="818516"/>
                  <a:pt x="5565297" y="821980"/>
                  <a:pt x="5565297" y="826253"/>
                </a:cubicBezTo>
                <a:lnTo>
                  <a:pt x="5565297" y="919089"/>
                </a:lnTo>
                <a:cubicBezTo>
                  <a:pt x="5565297" y="923362"/>
                  <a:pt x="5561833" y="926826"/>
                  <a:pt x="5557560" y="926826"/>
                </a:cubicBezTo>
                <a:lnTo>
                  <a:pt x="5549824" y="919090"/>
                </a:lnTo>
                <a:cubicBezTo>
                  <a:pt x="5549824" y="888144"/>
                  <a:pt x="5549823" y="857199"/>
                  <a:pt x="5549823" y="826253"/>
                </a:cubicBezTo>
                <a:cubicBezTo>
                  <a:pt x="5549823" y="821980"/>
                  <a:pt x="5553287" y="818516"/>
                  <a:pt x="5557560" y="818516"/>
                </a:cubicBezTo>
                <a:close/>
                <a:moveTo>
                  <a:pt x="5475564" y="818516"/>
                </a:moveTo>
                <a:cubicBezTo>
                  <a:pt x="5505474" y="818516"/>
                  <a:pt x="5529720" y="842762"/>
                  <a:pt x="5529720" y="872671"/>
                </a:cubicBezTo>
                <a:cubicBezTo>
                  <a:pt x="5529720" y="902580"/>
                  <a:pt x="5505474" y="926826"/>
                  <a:pt x="5475564" y="926826"/>
                </a:cubicBezTo>
                <a:cubicBezTo>
                  <a:pt x="5445654" y="926826"/>
                  <a:pt x="5421408" y="902580"/>
                  <a:pt x="5421408" y="872671"/>
                </a:cubicBezTo>
                <a:cubicBezTo>
                  <a:pt x="5421408" y="842762"/>
                  <a:pt x="5445654" y="818516"/>
                  <a:pt x="5475564" y="818516"/>
                </a:cubicBezTo>
                <a:close/>
                <a:moveTo>
                  <a:pt x="5393568" y="818516"/>
                </a:moveTo>
                <a:cubicBezTo>
                  <a:pt x="5397841" y="818516"/>
                  <a:pt x="5401305" y="821980"/>
                  <a:pt x="5401305" y="826253"/>
                </a:cubicBezTo>
                <a:lnTo>
                  <a:pt x="5401305" y="919089"/>
                </a:lnTo>
                <a:cubicBezTo>
                  <a:pt x="5401305" y="923362"/>
                  <a:pt x="5397841" y="926826"/>
                  <a:pt x="5393568" y="926826"/>
                </a:cubicBezTo>
                <a:lnTo>
                  <a:pt x="5385832" y="919090"/>
                </a:lnTo>
                <a:cubicBezTo>
                  <a:pt x="5385832" y="888144"/>
                  <a:pt x="5385831" y="857199"/>
                  <a:pt x="5385831" y="826253"/>
                </a:cubicBezTo>
                <a:cubicBezTo>
                  <a:pt x="5385831" y="821980"/>
                  <a:pt x="5389295" y="818516"/>
                  <a:pt x="5393568" y="818516"/>
                </a:cubicBezTo>
                <a:close/>
                <a:moveTo>
                  <a:pt x="5311573" y="818516"/>
                </a:moveTo>
                <a:cubicBezTo>
                  <a:pt x="5341482" y="818516"/>
                  <a:pt x="5365728" y="842762"/>
                  <a:pt x="5365728" y="872671"/>
                </a:cubicBezTo>
                <a:cubicBezTo>
                  <a:pt x="5365728" y="902580"/>
                  <a:pt x="5341482" y="926826"/>
                  <a:pt x="5311573" y="926826"/>
                </a:cubicBezTo>
                <a:cubicBezTo>
                  <a:pt x="5281664" y="926826"/>
                  <a:pt x="5257418" y="902580"/>
                  <a:pt x="5257418" y="872671"/>
                </a:cubicBezTo>
                <a:cubicBezTo>
                  <a:pt x="5257418" y="842762"/>
                  <a:pt x="5281664" y="818516"/>
                  <a:pt x="5311573" y="818516"/>
                </a:cubicBezTo>
                <a:close/>
                <a:moveTo>
                  <a:pt x="5229577" y="818516"/>
                </a:moveTo>
                <a:cubicBezTo>
                  <a:pt x="5233850" y="818516"/>
                  <a:pt x="5237314" y="821980"/>
                  <a:pt x="5237314" y="826253"/>
                </a:cubicBezTo>
                <a:lnTo>
                  <a:pt x="5237314" y="919089"/>
                </a:lnTo>
                <a:cubicBezTo>
                  <a:pt x="5237314" y="923362"/>
                  <a:pt x="5233850" y="926826"/>
                  <a:pt x="5229577" y="926826"/>
                </a:cubicBezTo>
                <a:lnTo>
                  <a:pt x="5221841" y="919090"/>
                </a:lnTo>
                <a:cubicBezTo>
                  <a:pt x="5221841" y="888144"/>
                  <a:pt x="5221840" y="857199"/>
                  <a:pt x="5221840" y="826253"/>
                </a:cubicBezTo>
                <a:cubicBezTo>
                  <a:pt x="5221840" y="821980"/>
                  <a:pt x="5225304" y="818516"/>
                  <a:pt x="5229577" y="818516"/>
                </a:cubicBezTo>
                <a:close/>
                <a:moveTo>
                  <a:pt x="5147582" y="818516"/>
                </a:moveTo>
                <a:cubicBezTo>
                  <a:pt x="5177491" y="818516"/>
                  <a:pt x="5201737" y="842762"/>
                  <a:pt x="5201737" y="872671"/>
                </a:cubicBezTo>
                <a:cubicBezTo>
                  <a:pt x="5201737" y="902580"/>
                  <a:pt x="5177491" y="926826"/>
                  <a:pt x="5147582" y="926826"/>
                </a:cubicBezTo>
                <a:cubicBezTo>
                  <a:pt x="5117673" y="926826"/>
                  <a:pt x="5093427" y="902580"/>
                  <a:pt x="5093427" y="872671"/>
                </a:cubicBezTo>
                <a:cubicBezTo>
                  <a:pt x="5093427" y="842762"/>
                  <a:pt x="5117673" y="818516"/>
                  <a:pt x="5147582" y="818516"/>
                </a:cubicBezTo>
                <a:close/>
                <a:moveTo>
                  <a:pt x="5065586" y="818516"/>
                </a:moveTo>
                <a:cubicBezTo>
                  <a:pt x="5069859" y="818516"/>
                  <a:pt x="5073323" y="821980"/>
                  <a:pt x="5073323" y="826253"/>
                </a:cubicBezTo>
                <a:lnTo>
                  <a:pt x="5073323" y="919089"/>
                </a:lnTo>
                <a:cubicBezTo>
                  <a:pt x="5073323" y="923362"/>
                  <a:pt x="5069859" y="926826"/>
                  <a:pt x="5065586" y="926826"/>
                </a:cubicBezTo>
                <a:lnTo>
                  <a:pt x="5057850" y="919090"/>
                </a:lnTo>
                <a:cubicBezTo>
                  <a:pt x="5057850" y="888144"/>
                  <a:pt x="5057849" y="857199"/>
                  <a:pt x="5057849" y="826253"/>
                </a:cubicBezTo>
                <a:cubicBezTo>
                  <a:pt x="5057849" y="821980"/>
                  <a:pt x="5061313" y="818516"/>
                  <a:pt x="5065586" y="818516"/>
                </a:cubicBezTo>
                <a:close/>
                <a:moveTo>
                  <a:pt x="5030009" y="818516"/>
                </a:moveTo>
                <a:cubicBezTo>
                  <a:pt x="5034282" y="818516"/>
                  <a:pt x="5037746" y="821980"/>
                  <a:pt x="5037746" y="826253"/>
                </a:cubicBezTo>
                <a:lnTo>
                  <a:pt x="5037746" y="919089"/>
                </a:lnTo>
                <a:cubicBezTo>
                  <a:pt x="5037746" y="923362"/>
                  <a:pt x="5034282" y="926826"/>
                  <a:pt x="5030009" y="926826"/>
                </a:cubicBezTo>
                <a:lnTo>
                  <a:pt x="5022273" y="919090"/>
                </a:lnTo>
                <a:cubicBezTo>
                  <a:pt x="5022273" y="888144"/>
                  <a:pt x="5022272" y="857199"/>
                  <a:pt x="5022272" y="826253"/>
                </a:cubicBezTo>
                <a:cubicBezTo>
                  <a:pt x="5022272" y="821980"/>
                  <a:pt x="5025736" y="818516"/>
                  <a:pt x="5030009" y="818516"/>
                </a:cubicBezTo>
                <a:close/>
                <a:moveTo>
                  <a:pt x="4948014" y="818516"/>
                </a:moveTo>
                <a:cubicBezTo>
                  <a:pt x="4977923" y="818516"/>
                  <a:pt x="5002169" y="842762"/>
                  <a:pt x="5002169" y="872671"/>
                </a:cubicBezTo>
                <a:cubicBezTo>
                  <a:pt x="5002169" y="902580"/>
                  <a:pt x="4977923" y="926826"/>
                  <a:pt x="4948014" y="926826"/>
                </a:cubicBezTo>
                <a:cubicBezTo>
                  <a:pt x="4918105" y="926826"/>
                  <a:pt x="4893859" y="902580"/>
                  <a:pt x="4893859" y="872671"/>
                </a:cubicBezTo>
                <a:cubicBezTo>
                  <a:pt x="4893859" y="842762"/>
                  <a:pt x="4918105" y="818516"/>
                  <a:pt x="4948014" y="818516"/>
                </a:cubicBezTo>
                <a:close/>
                <a:moveTo>
                  <a:pt x="4819600" y="818516"/>
                </a:moveTo>
                <a:cubicBezTo>
                  <a:pt x="4849509" y="818516"/>
                  <a:pt x="4873755" y="842762"/>
                  <a:pt x="4873755" y="872671"/>
                </a:cubicBezTo>
                <a:cubicBezTo>
                  <a:pt x="4873755" y="902580"/>
                  <a:pt x="4849509" y="926826"/>
                  <a:pt x="4819600" y="926826"/>
                </a:cubicBezTo>
                <a:cubicBezTo>
                  <a:pt x="4789691" y="926826"/>
                  <a:pt x="4765445" y="902580"/>
                  <a:pt x="4765445" y="872671"/>
                </a:cubicBezTo>
                <a:cubicBezTo>
                  <a:pt x="4765445" y="842762"/>
                  <a:pt x="4789691" y="818516"/>
                  <a:pt x="4819600" y="818516"/>
                </a:cubicBezTo>
                <a:close/>
                <a:moveTo>
                  <a:pt x="4691186" y="818516"/>
                </a:moveTo>
                <a:cubicBezTo>
                  <a:pt x="4721095" y="818516"/>
                  <a:pt x="4745341" y="842762"/>
                  <a:pt x="4745341" y="872671"/>
                </a:cubicBezTo>
                <a:cubicBezTo>
                  <a:pt x="4745341" y="902580"/>
                  <a:pt x="4721095" y="926826"/>
                  <a:pt x="4691186" y="926826"/>
                </a:cubicBezTo>
                <a:cubicBezTo>
                  <a:pt x="4661277" y="926826"/>
                  <a:pt x="4637031" y="902580"/>
                  <a:pt x="4637031" y="872671"/>
                </a:cubicBezTo>
                <a:cubicBezTo>
                  <a:pt x="4637031" y="842762"/>
                  <a:pt x="4661277" y="818516"/>
                  <a:pt x="4691186" y="818516"/>
                </a:cubicBezTo>
                <a:close/>
                <a:moveTo>
                  <a:pt x="4562771" y="818516"/>
                </a:moveTo>
                <a:cubicBezTo>
                  <a:pt x="4592680" y="818516"/>
                  <a:pt x="4616926" y="842762"/>
                  <a:pt x="4616926" y="872671"/>
                </a:cubicBezTo>
                <a:cubicBezTo>
                  <a:pt x="4616926" y="902580"/>
                  <a:pt x="4592680" y="926826"/>
                  <a:pt x="4562771" y="926826"/>
                </a:cubicBezTo>
                <a:cubicBezTo>
                  <a:pt x="4532862" y="926826"/>
                  <a:pt x="4508616" y="902580"/>
                  <a:pt x="4508616" y="872671"/>
                </a:cubicBezTo>
                <a:cubicBezTo>
                  <a:pt x="4508616" y="842762"/>
                  <a:pt x="4532862" y="818516"/>
                  <a:pt x="4562771" y="818516"/>
                </a:cubicBezTo>
                <a:close/>
                <a:moveTo>
                  <a:pt x="4480777" y="818516"/>
                </a:moveTo>
                <a:cubicBezTo>
                  <a:pt x="4485050" y="818516"/>
                  <a:pt x="4488514" y="821980"/>
                  <a:pt x="4488514" y="826253"/>
                </a:cubicBezTo>
                <a:cubicBezTo>
                  <a:pt x="4488514" y="857199"/>
                  <a:pt x="4488513" y="888144"/>
                  <a:pt x="4488513" y="919090"/>
                </a:cubicBezTo>
                <a:lnTo>
                  <a:pt x="4480777" y="926826"/>
                </a:lnTo>
                <a:cubicBezTo>
                  <a:pt x="4476504" y="926826"/>
                  <a:pt x="4473040" y="923362"/>
                  <a:pt x="4473040" y="919089"/>
                </a:cubicBezTo>
                <a:lnTo>
                  <a:pt x="4473040" y="826253"/>
                </a:lnTo>
                <a:cubicBezTo>
                  <a:pt x="4473040" y="821980"/>
                  <a:pt x="4476504" y="818516"/>
                  <a:pt x="4480777" y="818516"/>
                </a:cubicBezTo>
                <a:close/>
                <a:moveTo>
                  <a:pt x="4445200" y="818516"/>
                </a:moveTo>
                <a:cubicBezTo>
                  <a:pt x="4449473" y="818516"/>
                  <a:pt x="4452937" y="821980"/>
                  <a:pt x="4452937" y="826253"/>
                </a:cubicBezTo>
                <a:cubicBezTo>
                  <a:pt x="4452937" y="857199"/>
                  <a:pt x="4452936" y="888144"/>
                  <a:pt x="4452936" y="919090"/>
                </a:cubicBezTo>
                <a:lnTo>
                  <a:pt x="4445200" y="926826"/>
                </a:lnTo>
                <a:cubicBezTo>
                  <a:pt x="4440927" y="926826"/>
                  <a:pt x="4437463" y="923362"/>
                  <a:pt x="4437463" y="919089"/>
                </a:cubicBezTo>
                <a:lnTo>
                  <a:pt x="4437463" y="826253"/>
                </a:lnTo>
                <a:cubicBezTo>
                  <a:pt x="4437463" y="821980"/>
                  <a:pt x="4440927" y="818516"/>
                  <a:pt x="4445200" y="818516"/>
                </a:cubicBezTo>
                <a:close/>
                <a:moveTo>
                  <a:pt x="4363204" y="818516"/>
                </a:moveTo>
                <a:cubicBezTo>
                  <a:pt x="4393113" y="818516"/>
                  <a:pt x="4417359" y="842762"/>
                  <a:pt x="4417359" y="872671"/>
                </a:cubicBezTo>
                <a:cubicBezTo>
                  <a:pt x="4417359" y="902580"/>
                  <a:pt x="4393113" y="926826"/>
                  <a:pt x="4363204" y="926826"/>
                </a:cubicBezTo>
                <a:cubicBezTo>
                  <a:pt x="4333295" y="926826"/>
                  <a:pt x="4309049" y="902580"/>
                  <a:pt x="4309049" y="872671"/>
                </a:cubicBezTo>
                <a:cubicBezTo>
                  <a:pt x="4309049" y="842762"/>
                  <a:pt x="4333295" y="818516"/>
                  <a:pt x="4363204" y="818516"/>
                </a:cubicBezTo>
                <a:close/>
                <a:moveTo>
                  <a:pt x="4281209" y="818516"/>
                </a:moveTo>
                <a:cubicBezTo>
                  <a:pt x="4285482" y="818516"/>
                  <a:pt x="4288946" y="821980"/>
                  <a:pt x="4288946" y="826253"/>
                </a:cubicBezTo>
                <a:cubicBezTo>
                  <a:pt x="4288946" y="857199"/>
                  <a:pt x="4288945" y="888144"/>
                  <a:pt x="4288945" y="919090"/>
                </a:cubicBezTo>
                <a:lnTo>
                  <a:pt x="4281209" y="926826"/>
                </a:lnTo>
                <a:cubicBezTo>
                  <a:pt x="4276936" y="926826"/>
                  <a:pt x="4273472" y="923362"/>
                  <a:pt x="4273472" y="919089"/>
                </a:cubicBezTo>
                <a:lnTo>
                  <a:pt x="4273472" y="826253"/>
                </a:lnTo>
                <a:cubicBezTo>
                  <a:pt x="4273472" y="821980"/>
                  <a:pt x="4276936" y="818516"/>
                  <a:pt x="4281209" y="818516"/>
                </a:cubicBezTo>
                <a:close/>
                <a:moveTo>
                  <a:pt x="4199213" y="818516"/>
                </a:moveTo>
                <a:cubicBezTo>
                  <a:pt x="4229122" y="818516"/>
                  <a:pt x="4253368" y="842762"/>
                  <a:pt x="4253368" y="872671"/>
                </a:cubicBezTo>
                <a:cubicBezTo>
                  <a:pt x="4253368" y="902580"/>
                  <a:pt x="4229122" y="926826"/>
                  <a:pt x="4199213" y="926826"/>
                </a:cubicBezTo>
                <a:cubicBezTo>
                  <a:pt x="4169304" y="926826"/>
                  <a:pt x="4145058" y="902580"/>
                  <a:pt x="4145058" y="872671"/>
                </a:cubicBezTo>
                <a:cubicBezTo>
                  <a:pt x="4145058" y="842762"/>
                  <a:pt x="4169304" y="818516"/>
                  <a:pt x="4199213" y="818516"/>
                </a:cubicBezTo>
                <a:close/>
                <a:moveTo>
                  <a:pt x="4117218" y="818516"/>
                </a:moveTo>
                <a:cubicBezTo>
                  <a:pt x="4121491" y="818516"/>
                  <a:pt x="4124955" y="821980"/>
                  <a:pt x="4124955" y="826253"/>
                </a:cubicBezTo>
                <a:cubicBezTo>
                  <a:pt x="4124955" y="857199"/>
                  <a:pt x="4124954" y="888144"/>
                  <a:pt x="4124954" y="919090"/>
                </a:cubicBezTo>
                <a:lnTo>
                  <a:pt x="4117218" y="926826"/>
                </a:lnTo>
                <a:cubicBezTo>
                  <a:pt x="4112945" y="926826"/>
                  <a:pt x="4109481" y="923362"/>
                  <a:pt x="4109481" y="919089"/>
                </a:cubicBezTo>
                <a:lnTo>
                  <a:pt x="4109481" y="826253"/>
                </a:lnTo>
                <a:cubicBezTo>
                  <a:pt x="4109481" y="821980"/>
                  <a:pt x="4112945" y="818516"/>
                  <a:pt x="4117218" y="818516"/>
                </a:cubicBezTo>
                <a:close/>
                <a:moveTo>
                  <a:pt x="4035222" y="818516"/>
                </a:moveTo>
                <a:cubicBezTo>
                  <a:pt x="4065132" y="818516"/>
                  <a:pt x="4089378" y="842762"/>
                  <a:pt x="4089378" y="872671"/>
                </a:cubicBezTo>
                <a:cubicBezTo>
                  <a:pt x="4089378" y="902580"/>
                  <a:pt x="4065132" y="926826"/>
                  <a:pt x="4035222" y="926826"/>
                </a:cubicBezTo>
                <a:cubicBezTo>
                  <a:pt x="4005312" y="926826"/>
                  <a:pt x="3981066" y="902580"/>
                  <a:pt x="3981066" y="872671"/>
                </a:cubicBezTo>
                <a:cubicBezTo>
                  <a:pt x="3981066" y="842762"/>
                  <a:pt x="4005312" y="818516"/>
                  <a:pt x="4035222" y="818516"/>
                </a:cubicBezTo>
                <a:close/>
                <a:moveTo>
                  <a:pt x="3953226" y="818516"/>
                </a:moveTo>
                <a:cubicBezTo>
                  <a:pt x="3957499" y="818516"/>
                  <a:pt x="3960963" y="821980"/>
                  <a:pt x="3960963" y="826253"/>
                </a:cubicBezTo>
                <a:cubicBezTo>
                  <a:pt x="3960963" y="857199"/>
                  <a:pt x="3960962" y="888144"/>
                  <a:pt x="3960962" y="919090"/>
                </a:cubicBezTo>
                <a:lnTo>
                  <a:pt x="3953226" y="926826"/>
                </a:lnTo>
                <a:cubicBezTo>
                  <a:pt x="3948953" y="926826"/>
                  <a:pt x="3945489" y="923362"/>
                  <a:pt x="3945489" y="919089"/>
                </a:cubicBezTo>
                <a:lnTo>
                  <a:pt x="3945489" y="826253"/>
                </a:lnTo>
                <a:cubicBezTo>
                  <a:pt x="3945489" y="821980"/>
                  <a:pt x="3948953" y="818516"/>
                  <a:pt x="3953226" y="818516"/>
                </a:cubicBezTo>
                <a:close/>
                <a:moveTo>
                  <a:pt x="3917649" y="818516"/>
                </a:moveTo>
                <a:cubicBezTo>
                  <a:pt x="3921922" y="818516"/>
                  <a:pt x="3925386" y="821980"/>
                  <a:pt x="3925386" y="826253"/>
                </a:cubicBezTo>
                <a:cubicBezTo>
                  <a:pt x="3925386" y="857199"/>
                  <a:pt x="3925385" y="888144"/>
                  <a:pt x="3925385" y="919090"/>
                </a:cubicBezTo>
                <a:lnTo>
                  <a:pt x="3917649" y="926826"/>
                </a:lnTo>
                <a:cubicBezTo>
                  <a:pt x="3913376" y="926826"/>
                  <a:pt x="3909912" y="923362"/>
                  <a:pt x="3909912" y="919089"/>
                </a:cubicBezTo>
                <a:lnTo>
                  <a:pt x="3909912" y="826253"/>
                </a:lnTo>
                <a:cubicBezTo>
                  <a:pt x="3909912" y="821980"/>
                  <a:pt x="3913376" y="818516"/>
                  <a:pt x="3917649" y="818516"/>
                </a:cubicBezTo>
                <a:close/>
                <a:moveTo>
                  <a:pt x="3835653" y="818516"/>
                </a:moveTo>
                <a:cubicBezTo>
                  <a:pt x="3865563" y="818516"/>
                  <a:pt x="3889809" y="842762"/>
                  <a:pt x="3889809" y="872671"/>
                </a:cubicBezTo>
                <a:cubicBezTo>
                  <a:pt x="3889809" y="902580"/>
                  <a:pt x="3865563" y="926826"/>
                  <a:pt x="3835653" y="926826"/>
                </a:cubicBezTo>
                <a:cubicBezTo>
                  <a:pt x="3805743" y="926826"/>
                  <a:pt x="3781497" y="902580"/>
                  <a:pt x="3781497" y="872671"/>
                </a:cubicBezTo>
                <a:cubicBezTo>
                  <a:pt x="3781497" y="842762"/>
                  <a:pt x="3805743" y="818516"/>
                  <a:pt x="3835653" y="818516"/>
                </a:cubicBezTo>
                <a:close/>
                <a:moveTo>
                  <a:pt x="3753658" y="818516"/>
                </a:moveTo>
                <a:cubicBezTo>
                  <a:pt x="3757931" y="818516"/>
                  <a:pt x="3761395" y="821980"/>
                  <a:pt x="3761395" y="826253"/>
                </a:cubicBezTo>
                <a:cubicBezTo>
                  <a:pt x="3761395" y="857199"/>
                  <a:pt x="3761394" y="888144"/>
                  <a:pt x="3761394" y="919090"/>
                </a:cubicBezTo>
                <a:lnTo>
                  <a:pt x="3753658" y="926826"/>
                </a:lnTo>
                <a:cubicBezTo>
                  <a:pt x="3749385" y="926826"/>
                  <a:pt x="3745921" y="923362"/>
                  <a:pt x="3745921" y="919089"/>
                </a:cubicBezTo>
                <a:lnTo>
                  <a:pt x="3745921" y="826253"/>
                </a:lnTo>
                <a:cubicBezTo>
                  <a:pt x="3745921" y="821980"/>
                  <a:pt x="3749385" y="818516"/>
                  <a:pt x="3753658" y="818516"/>
                </a:cubicBezTo>
                <a:close/>
                <a:moveTo>
                  <a:pt x="3671662" y="818516"/>
                </a:moveTo>
                <a:cubicBezTo>
                  <a:pt x="3701572" y="818516"/>
                  <a:pt x="3725818" y="842762"/>
                  <a:pt x="3725818" y="872671"/>
                </a:cubicBezTo>
                <a:cubicBezTo>
                  <a:pt x="3725818" y="902580"/>
                  <a:pt x="3701572" y="926826"/>
                  <a:pt x="3671662" y="926826"/>
                </a:cubicBezTo>
                <a:cubicBezTo>
                  <a:pt x="3641752" y="926826"/>
                  <a:pt x="3617506" y="902580"/>
                  <a:pt x="3617506" y="872671"/>
                </a:cubicBezTo>
                <a:cubicBezTo>
                  <a:pt x="3617506" y="842762"/>
                  <a:pt x="3641752" y="818516"/>
                  <a:pt x="3671662" y="818516"/>
                </a:cubicBezTo>
                <a:close/>
                <a:moveTo>
                  <a:pt x="3589666" y="818516"/>
                </a:moveTo>
                <a:cubicBezTo>
                  <a:pt x="3593939" y="818516"/>
                  <a:pt x="3597403" y="821980"/>
                  <a:pt x="3597403" y="826253"/>
                </a:cubicBezTo>
                <a:cubicBezTo>
                  <a:pt x="3597403" y="857199"/>
                  <a:pt x="3597402" y="888144"/>
                  <a:pt x="3597402" y="919090"/>
                </a:cubicBezTo>
                <a:lnTo>
                  <a:pt x="3589666" y="926826"/>
                </a:lnTo>
                <a:cubicBezTo>
                  <a:pt x="3585393" y="926826"/>
                  <a:pt x="3581929" y="923362"/>
                  <a:pt x="3581929" y="919089"/>
                </a:cubicBezTo>
                <a:lnTo>
                  <a:pt x="3581929" y="826253"/>
                </a:lnTo>
                <a:cubicBezTo>
                  <a:pt x="3581929" y="821980"/>
                  <a:pt x="3585393" y="818516"/>
                  <a:pt x="3589666" y="818516"/>
                </a:cubicBezTo>
                <a:close/>
                <a:moveTo>
                  <a:pt x="3554089" y="818516"/>
                </a:moveTo>
                <a:cubicBezTo>
                  <a:pt x="3558362" y="818516"/>
                  <a:pt x="3561826" y="821980"/>
                  <a:pt x="3561826" y="826253"/>
                </a:cubicBezTo>
                <a:cubicBezTo>
                  <a:pt x="3561826" y="857199"/>
                  <a:pt x="3561825" y="888144"/>
                  <a:pt x="3561825" y="919090"/>
                </a:cubicBezTo>
                <a:lnTo>
                  <a:pt x="3554089" y="926826"/>
                </a:lnTo>
                <a:cubicBezTo>
                  <a:pt x="3549816" y="926826"/>
                  <a:pt x="3546352" y="923362"/>
                  <a:pt x="3546352" y="919089"/>
                </a:cubicBezTo>
                <a:lnTo>
                  <a:pt x="3546352" y="826253"/>
                </a:lnTo>
                <a:cubicBezTo>
                  <a:pt x="3546352" y="821980"/>
                  <a:pt x="3549816" y="818516"/>
                  <a:pt x="3554089" y="818516"/>
                </a:cubicBezTo>
                <a:close/>
                <a:moveTo>
                  <a:pt x="3518511" y="818516"/>
                </a:moveTo>
                <a:cubicBezTo>
                  <a:pt x="3522784" y="818516"/>
                  <a:pt x="3526248" y="821980"/>
                  <a:pt x="3526248" y="826253"/>
                </a:cubicBezTo>
                <a:lnTo>
                  <a:pt x="3526248" y="919089"/>
                </a:lnTo>
                <a:cubicBezTo>
                  <a:pt x="3526248" y="923362"/>
                  <a:pt x="3522784" y="926826"/>
                  <a:pt x="3518511" y="926826"/>
                </a:cubicBezTo>
                <a:lnTo>
                  <a:pt x="3510775" y="919090"/>
                </a:lnTo>
                <a:cubicBezTo>
                  <a:pt x="3510775" y="888144"/>
                  <a:pt x="3510774" y="857199"/>
                  <a:pt x="3510774" y="826253"/>
                </a:cubicBezTo>
                <a:cubicBezTo>
                  <a:pt x="3510774" y="821980"/>
                  <a:pt x="3514238" y="818516"/>
                  <a:pt x="3518511" y="818516"/>
                </a:cubicBezTo>
                <a:close/>
                <a:moveTo>
                  <a:pt x="3436515" y="818516"/>
                </a:moveTo>
                <a:cubicBezTo>
                  <a:pt x="3466425" y="818516"/>
                  <a:pt x="3490671" y="842762"/>
                  <a:pt x="3490671" y="872671"/>
                </a:cubicBezTo>
                <a:cubicBezTo>
                  <a:pt x="3490671" y="902580"/>
                  <a:pt x="3466425" y="926826"/>
                  <a:pt x="3436515" y="926826"/>
                </a:cubicBezTo>
                <a:cubicBezTo>
                  <a:pt x="3406605" y="926826"/>
                  <a:pt x="3382359" y="902580"/>
                  <a:pt x="3382359" y="872671"/>
                </a:cubicBezTo>
                <a:cubicBezTo>
                  <a:pt x="3382359" y="842762"/>
                  <a:pt x="3406605" y="818516"/>
                  <a:pt x="3436515" y="818516"/>
                </a:cubicBezTo>
                <a:close/>
                <a:moveTo>
                  <a:pt x="3354520" y="818516"/>
                </a:moveTo>
                <a:cubicBezTo>
                  <a:pt x="3358793" y="818516"/>
                  <a:pt x="3362257" y="821980"/>
                  <a:pt x="3362257" y="826253"/>
                </a:cubicBezTo>
                <a:lnTo>
                  <a:pt x="3362257" y="919089"/>
                </a:lnTo>
                <a:cubicBezTo>
                  <a:pt x="3362257" y="923362"/>
                  <a:pt x="3358793" y="926826"/>
                  <a:pt x="3354520" y="926826"/>
                </a:cubicBezTo>
                <a:lnTo>
                  <a:pt x="3346784" y="919090"/>
                </a:lnTo>
                <a:cubicBezTo>
                  <a:pt x="3346784" y="888144"/>
                  <a:pt x="3346783" y="857199"/>
                  <a:pt x="3346783" y="826253"/>
                </a:cubicBezTo>
                <a:cubicBezTo>
                  <a:pt x="3346783" y="821980"/>
                  <a:pt x="3350247" y="818516"/>
                  <a:pt x="3354520" y="818516"/>
                </a:cubicBezTo>
                <a:close/>
                <a:moveTo>
                  <a:pt x="3318943" y="818516"/>
                </a:moveTo>
                <a:cubicBezTo>
                  <a:pt x="3323216" y="818516"/>
                  <a:pt x="3326680" y="821980"/>
                  <a:pt x="3326680" y="826253"/>
                </a:cubicBezTo>
                <a:lnTo>
                  <a:pt x="3326680" y="919089"/>
                </a:lnTo>
                <a:cubicBezTo>
                  <a:pt x="3326680" y="923362"/>
                  <a:pt x="3323216" y="926826"/>
                  <a:pt x="3318943" y="926826"/>
                </a:cubicBezTo>
                <a:lnTo>
                  <a:pt x="3311207" y="919090"/>
                </a:lnTo>
                <a:cubicBezTo>
                  <a:pt x="3311207" y="888144"/>
                  <a:pt x="3311206" y="857199"/>
                  <a:pt x="3311206" y="826253"/>
                </a:cubicBezTo>
                <a:cubicBezTo>
                  <a:pt x="3311206" y="821980"/>
                  <a:pt x="3314670" y="818516"/>
                  <a:pt x="3318943" y="818516"/>
                </a:cubicBezTo>
                <a:close/>
                <a:moveTo>
                  <a:pt x="3236947" y="818516"/>
                </a:moveTo>
                <a:cubicBezTo>
                  <a:pt x="3266857" y="818516"/>
                  <a:pt x="3291103" y="842762"/>
                  <a:pt x="3291103" y="872671"/>
                </a:cubicBezTo>
                <a:cubicBezTo>
                  <a:pt x="3291103" y="902580"/>
                  <a:pt x="3266857" y="926826"/>
                  <a:pt x="3236947" y="926826"/>
                </a:cubicBezTo>
                <a:cubicBezTo>
                  <a:pt x="3207037" y="926826"/>
                  <a:pt x="3182791" y="902580"/>
                  <a:pt x="3182791" y="872671"/>
                </a:cubicBezTo>
                <a:cubicBezTo>
                  <a:pt x="3182791" y="842762"/>
                  <a:pt x="3207037" y="818516"/>
                  <a:pt x="3236947" y="818516"/>
                </a:cubicBezTo>
                <a:close/>
                <a:moveTo>
                  <a:pt x="3154951" y="818516"/>
                </a:moveTo>
                <a:cubicBezTo>
                  <a:pt x="3159224" y="818516"/>
                  <a:pt x="3162688" y="821980"/>
                  <a:pt x="3162688" y="826253"/>
                </a:cubicBezTo>
                <a:lnTo>
                  <a:pt x="3162688" y="919089"/>
                </a:lnTo>
                <a:cubicBezTo>
                  <a:pt x="3162688" y="923362"/>
                  <a:pt x="3159224" y="926826"/>
                  <a:pt x="3154951" y="926826"/>
                </a:cubicBezTo>
                <a:lnTo>
                  <a:pt x="3147215" y="919090"/>
                </a:lnTo>
                <a:cubicBezTo>
                  <a:pt x="3147215" y="888144"/>
                  <a:pt x="3147214" y="857199"/>
                  <a:pt x="3147214" y="826253"/>
                </a:cubicBezTo>
                <a:cubicBezTo>
                  <a:pt x="3147214" y="821980"/>
                  <a:pt x="3150678" y="818516"/>
                  <a:pt x="3154951" y="818516"/>
                </a:cubicBezTo>
                <a:close/>
                <a:moveTo>
                  <a:pt x="3119374" y="818516"/>
                </a:moveTo>
                <a:cubicBezTo>
                  <a:pt x="3123647" y="818516"/>
                  <a:pt x="3127111" y="821980"/>
                  <a:pt x="3127111" y="826253"/>
                </a:cubicBezTo>
                <a:lnTo>
                  <a:pt x="3127111" y="919089"/>
                </a:lnTo>
                <a:cubicBezTo>
                  <a:pt x="3127111" y="923362"/>
                  <a:pt x="3123647" y="926826"/>
                  <a:pt x="3119374" y="926826"/>
                </a:cubicBezTo>
                <a:lnTo>
                  <a:pt x="3111638" y="919090"/>
                </a:lnTo>
                <a:cubicBezTo>
                  <a:pt x="3111638" y="888144"/>
                  <a:pt x="3111637" y="857199"/>
                  <a:pt x="3111637" y="826253"/>
                </a:cubicBezTo>
                <a:cubicBezTo>
                  <a:pt x="3111637" y="821980"/>
                  <a:pt x="3115101" y="818516"/>
                  <a:pt x="3119374" y="818516"/>
                </a:cubicBezTo>
                <a:close/>
                <a:moveTo>
                  <a:pt x="3037378" y="818516"/>
                </a:moveTo>
                <a:cubicBezTo>
                  <a:pt x="3067288" y="818516"/>
                  <a:pt x="3091534" y="842762"/>
                  <a:pt x="3091534" y="872671"/>
                </a:cubicBezTo>
                <a:cubicBezTo>
                  <a:pt x="3091534" y="902580"/>
                  <a:pt x="3067288" y="926826"/>
                  <a:pt x="3037378" y="926826"/>
                </a:cubicBezTo>
                <a:cubicBezTo>
                  <a:pt x="3007468" y="926826"/>
                  <a:pt x="2983222" y="902580"/>
                  <a:pt x="2983222" y="872671"/>
                </a:cubicBezTo>
                <a:cubicBezTo>
                  <a:pt x="2983222" y="842762"/>
                  <a:pt x="3007468" y="818516"/>
                  <a:pt x="3037378" y="818516"/>
                </a:cubicBezTo>
                <a:close/>
                <a:moveTo>
                  <a:pt x="2955383" y="818516"/>
                </a:moveTo>
                <a:cubicBezTo>
                  <a:pt x="2959656" y="818516"/>
                  <a:pt x="2963120" y="821980"/>
                  <a:pt x="2963120" y="826253"/>
                </a:cubicBezTo>
                <a:lnTo>
                  <a:pt x="2963120" y="919089"/>
                </a:lnTo>
                <a:cubicBezTo>
                  <a:pt x="2963120" y="923362"/>
                  <a:pt x="2959656" y="926826"/>
                  <a:pt x="2955383" y="926826"/>
                </a:cubicBezTo>
                <a:lnTo>
                  <a:pt x="2947647" y="919090"/>
                </a:lnTo>
                <a:cubicBezTo>
                  <a:pt x="2947647" y="888144"/>
                  <a:pt x="2947646" y="857199"/>
                  <a:pt x="2947646" y="826253"/>
                </a:cubicBezTo>
                <a:cubicBezTo>
                  <a:pt x="2947646" y="821980"/>
                  <a:pt x="2951110" y="818516"/>
                  <a:pt x="2955383" y="818516"/>
                </a:cubicBezTo>
                <a:close/>
                <a:moveTo>
                  <a:pt x="2873387" y="818516"/>
                </a:moveTo>
                <a:cubicBezTo>
                  <a:pt x="2903296" y="818516"/>
                  <a:pt x="2927542" y="842762"/>
                  <a:pt x="2927542" y="872671"/>
                </a:cubicBezTo>
                <a:cubicBezTo>
                  <a:pt x="2927542" y="902580"/>
                  <a:pt x="2903296" y="926826"/>
                  <a:pt x="2873387" y="926826"/>
                </a:cubicBezTo>
                <a:cubicBezTo>
                  <a:pt x="2843478" y="926826"/>
                  <a:pt x="2819232" y="902580"/>
                  <a:pt x="2819232" y="872671"/>
                </a:cubicBezTo>
                <a:cubicBezTo>
                  <a:pt x="2819232" y="842762"/>
                  <a:pt x="2843478" y="818516"/>
                  <a:pt x="2873387" y="818516"/>
                </a:cubicBezTo>
                <a:close/>
                <a:moveTo>
                  <a:pt x="2791392" y="818516"/>
                </a:moveTo>
                <a:cubicBezTo>
                  <a:pt x="2795665" y="818516"/>
                  <a:pt x="2799129" y="821980"/>
                  <a:pt x="2799129" y="826253"/>
                </a:cubicBezTo>
                <a:lnTo>
                  <a:pt x="2799129" y="919089"/>
                </a:lnTo>
                <a:cubicBezTo>
                  <a:pt x="2799129" y="923362"/>
                  <a:pt x="2795665" y="926826"/>
                  <a:pt x="2791392" y="926826"/>
                </a:cubicBezTo>
                <a:lnTo>
                  <a:pt x="2783656" y="919090"/>
                </a:lnTo>
                <a:cubicBezTo>
                  <a:pt x="2783656" y="888144"/>
                  <a:pt x="2783655" y="857199"/>
                  <a:pt x="2783655" y="826253"/>
                </a:cubicBezTo>
                <a:cubicBezTo>
                  <a:pt x="2783655" y="821980"/>
                  <a:pt x="2787119" y="818516"/>
                  <a:pt x="2791392" y="818516"/>
                </a:cubicBezTo>
                <a:close/>
                <a:moveTo>
                  <a:pt x="2709396" y="818516"/>
                </a:moveTo>
                <a:cubicBezTo>
                  <a:pt x="2739305" y="818516"/>
                  <a:pt x="2763551" y="842762"/>
                  <a:pt x="2763551" y="872671"/>
                </a:cubicBezTo>
                <a:cubicBezTo>
                  <a:pt x="2763551" y="902580"/>
                  <a:pt x="2739305" y="926826"/>
                  <a:pt x="2709396" y="926826"/>
                </a:cubicBezTo>
                <a:cubicBezTo>
                  <a:pt x="2679487" y="926826"/>
                  <a:pt x="2655241" y="902580"/>
                  <a:pt x="2655241" y="872671"/>
                </a:cubicBezTo>
                <a:cubicBezTo>
                  <a:pt x="2655241" y="842762"/>
                  <a:pt x="2679487" y="818516"/>
                  <a:pt x="2709396" y="818516"/>
                </a:cubicBezTo>
                <a:close/>
                <a:moveTo>
                  <a:pt x="2627401" y="818516"/>
                </a:moveTo>
                <a:cubicBezTo>
                  <a:pt x="2631674" y="818516"/>
                  <a:pt x="2635138" y="821980"/>
                  <a:pt x="2635138" y="826253"/>
                </a:cubicBezTo>
                <a:lnTo>
                  <a:pt x="2635138" y="919089"/>
                </a:lnTo>
                <a:cubicBezTo>
                  <a:pt x="2635138" y="923362"/>
                  <a:pt x="2631674" y="926826"/>
                  <a:pt x="2627401" y="926826"/>
                </a:cubicBezTo>
                <a:lnTo>
                  <a:pt x="2619665" y="919090"/>
                </a:lnTo>
                <a:cubicBezTo>
                  <a:pt x="2619665" y="888144"/>
                  <a:pt x="2619664" y="857199"/>
                  <a:pt x="2619664" y="826253"/>
                </a:cubicBezTo>
                <a:cubicBezTo>
                  <a:pt x="2619664" y="821980"/>
                  <a:pt x="2623128" y="818516"/>
                  <a:pt x="2627401" y="818516"/>
                </a:cubicBezTo>
                <a:close/>
                <a:moveTo>
                  <a:pt x="2591824" y="818516"/>
                </a:moveTo>
                <a:cubicBezTo>
                  <a:pt x="2596097" y="818516"/>
                  <a:pt x="2599561" y="821980"/>
                  <a:pt x="2599561" y="826253"/>
                </a:cubicBezTo>
                <a:lnTo>
                  <a:pt x="2599561" y="919089"/>
                </a:lnTo>
                <a:cubicBezTo>
                  <a:pt x="2599561" y="923362"/>
                  <a:pt x="2596097" y="926826"/>
                  <a:pt x="2591824" y="926826"/>
                </a:cubicBezTo>
                <a:lnTo>
                  <a:pt x="2584088" y="919090"/>
                </a:lnTo>
                <a:cubicBezTo>
                  <a:pt x="2584088" y="888144"/>
                  <a:pt x="2584087" y="857199"/>
                  <a:pt x="2584087" y="826253"/>
                </a:cubicBezTo>
                <a:cubicBezTo>
                  <a:pt x="2584087" y="821980"/>
                  <a:pt x="2587551" y="818516"/>
                  <a:pt x="2591824" y="818516"/>
                </a:cubicBezTo>
                <a:close/>
                <a:moveTo>
                  <a:pt x="2509829" y="818516"/>
                </a:moveTo>
                <a:cubicBezTo>
                  <a:pt x="2539738" y="818516"/>
                  <a:pt x="2563984" y="842762"/>
                  <a:pt x="2563984" y="872671"/>
                </a:cubicBezTo>
                <a:cubicBezTo>
                  <a:pt x="2563984" y="902580"/>
                  <a:pt x="2539738" y="926826"/>
                  <a:pt x="2509829" y="926826"/>
                </a:cubicBezTo>
                <a:cubicBezTo>
                  <a:pt x="2479920" y="926826"/>
                  <a:pt x="2455674" y="902580"/>
                  <a:pt x="2455674" y="872671"/>
                </a:cubicBezTo>
                <a:cubicBezTo>
                  <a:pt x="2455674" y="842762"/>
                  <a:pt x="2479920" y="818516"/>
                  <a:pt x="2509829" y="818516"/>
                </a:cubicBezTo>
                <a:close/>
                <a:moveTo>
                  <a:pt x="2381414" y="818516"/>
                </a:moveTo>
                <a:cubicBezTo>
                  <a:pt x="2411323" y="818516"/>
                  <a:pt x="2435569" y="842762"/>
                  <a:pt x="2435569" y="872671"/>
                </a:cubicBezTo>
                <a:cubicBezTo>
                  <a:pt x="2435569" y="902580"/>
                  <a:pt x="2411323" y="926826"/>
                  <a:pt x="2381414" y="926826"/>
                </a:cubicBezTo>
                <a:cubicBezTo>
                  <a:pt x="2351505" y="926826"/>
                  <a:pt x="2327259" y="902580"/>
                  <a:pt x="2327259" y="872671"/>
                </a:cubicBezTo>
                <a:cubicBezTo>
                  <a:pt x="2327259" y="842762"/>
                  <a:pt x="2351505" y="818516"/>
                  <a:pt x="2381414" y="818516"/>
                </a:cubicBezTo>
                <a:close/>
                <a:moveTo>
                  <a:pt x="2253000" y="818516"/>
                </a:moveTo>
                <a:cubicBezTo>
                  <a:pt x="2282909" y="818516"/>
                  <a:pt x="2307155" y="842762"/>
                  <a:pt x="2307155" y="872671"/>
                </a:cubicBezTo>
                <a:cubicBezTo>
                  <a:pt x="2307155" y="902580"/>
                  <a:pt x="2282909" y="926826"/>
                  <a:pt x="2253000" y="926826"/>
                </a:cubicBezTo>
                <a:cubicBezTo>
                  <a:pt x="2223091" y="926826"/>
                  <a:pt x="2198845" y="902580"/>
                  <a:pt x="2198845" y="872671"/>
                </a:cubicBezTo>
                <a:cubicBezTo>
                  <a:pt x="2198845" y="842762"/>
                  <a:pt x="2223091" y="818516"/>
                  <a:pt x="2253000" y="818516"/>
                </a:cubicBezTo>
                <a:close/>
                <a:moveTo>
                  <a:pt x="2124586" y="818516"/>
                </a:moveTo>
                <a:cubicBezTo>
                  <a:pt x="2154495" y="818516"/>
                  <a:pt x="2178741" y="842762"/>
                  <a:pt x="2178741" y="872671"/>
                </a:cubicBezTo>
                <a:cubicBezTo>
                  <a:pt x="2178741" y="902580"/>
                  <a:pt x="2154495" y="926826"/>
                  <a:pt x="2124586" y="926826"/>
                </a:cubicBezTo>
                <a:cubicBezTo>
                  <a:pt x="2094677" y="926826"/>
                  <a:pt x="2070431" y="902580"/>
                  <a:pt x="2070431" y="872671"/>
                </a:cubicBezTo>
                <a:cubicBezTo>
                  <a:pt x="2070431" y="842762"/>
                  <a:pt x="2094677" y="818516"/>
                  <a:pt x="2124586" y="818516"/>
                </a:cubicBezTo>
                <a:close/>
                <a:moveTo>
                  <a:pt x="2042591" y="818516"/>
                </a:moveTo>
                <a:cubicBezTo>
                  <a:pt x="2046864" y="818516"/>
                  <a:pt x="2050328" y="821980"/>
                  <a:pt x="2050328" y="826253"/>
                </a:cubicBezTo>
                <a:cubicBezTo>
                  <a:pt x="2050328" y="857199"/>
                  <a:pt x="2050327" y="888144"/>
                  <a:pt x="2050327" y="919090"/>
                </a:cubicBezTo>
                <a:lnTo>
                  <a:pt x="2042591" y="926826"/>
                </a:lnTo>
                <a:cubicBezTo>
                  <a:pt x="2038318" y="926826"/>
                  <a:pt x="2034854" y="923362"/>
                  <a:pt x="2034854" y="919089"/>
                </a:cubicBezTo>
                <a:lnTo>
                  <a:pt x="2034854" y="826253"/>
                </a:lnTo>
                <a:cubicBezTo>
                  <a:pt x="2034854" y="821980"/>
                  <a:pt x="2038318" y="818516"/>
                  <a:pt x="2042591" y="818516"/>
                </a:cubicBezTo>
                <a:close/>
                <a:moveTo>
                  <a:pt x="2007014" y="818516"/>
                </a:moveTo>
                <a:cubicBezTo>
                  <a:pt x="2011287" y="818516"/>
                  <a:pt x="2014751" y="821980"/>
                  <a:pt x="2014751" y="826253"/>
                </a:cubicBezTo>
                <a:cubicBezTo>
                  <a:pt x="2014751" y="857199"/>
                  <a:pt x="2014750" y="888144"/>
                  <a:pt x="2014750" y="919090"/>
                </a:cubicBezTo>
                <a:lnTo>
                  <a:pt x="2007014" y="926826"/>
                </a:lnTo>
                <a:cubicBezTo>
                  <a:pt x="2002741" y="926826"/>
                  <a:pt x="1999277" y="923362"/>
                  <a:pt x="1999277" y="919089"/>
                </a:cubicBezTo>
                <a:lnTo>
                  <a:pt x="1999277" y="826253"/>
                </a:lnTo>
                <a:cubicBezTo>
                  <a:pt x="1999277" y="821980"/>
                  <a:pt x="2002741" y="818516"/>
                  <a:pt x="2007014" y="818516"/>
                </a:cubicBezTo>
                <a:close/>
                <a:moveTo>
                  <a:pt x="1925018" y="818516"/>
                </a:moveTo>
                <a:cubicBezTo>
                  <a:pt x="1954927" y="818516"/>
                  <a:pt x="1979173" y="842762"/>
                  <a:pt x="1979173" y="872671"/>
                </a:cubicBezTo>
                <a:cubicBezTo>
                  <a:pt x="1979173" y="902580"/>
                  <a:pt x="1954927" y="926826"/>
                  <a:pt x="1925018" y="926826"/>
                </a:cubicBezTo>
                <a:cubicBezTo>
                  <a:pt x="1895109" y="926826"/>
                  <a:pt x="1870863" y="902580"/>
                  <a:pt x="1870863" y="872671"/>
                </a:cubicBezTo>
                <a:cubicBezTo>
                  <a:pt x="1870863" y="842762"/>
                  <a:pt x="1895109" y="818516"/>
                  <a:pt x="1925018" y="818516"/>
                </a:cubicBezTo>
                <a:close/>
                <a:moveTo>
                  <a:pt x="1843023" y="818516"/>
                </a:moveTo>
                <a:cubicBezTo>
                  <a:pt x="1847296" y="818516"/>
                  <a:pt x="1850760" y="821980"/>
                  <a:pt x="1850760" y="826253"/>
                </a:cubicBezTo>
                <a:cubicBezTo>
                  <a:pt x="1850760" y="857199"/>
                  <a:pt x="1850759" y="888144"/>
                  <a:pt x="1850759" y="919090"/>
                </a:cubicBezTo>
                <a:lnTo>
                  <a:pt x="1843023" y="926826"/>
                </a:lnTo>
                <a:cubicBezTo>
                  <a:pt x="1838750" y="926826"/>
                  <a:pt x="1835286" y="923362"/>
                  <a:pt x="1835286" y="919089"/>
                </a:cubicBezTo>
                <a:lnTo>
                  <a:pt x="1835286" y="826253"/>
                </a:lnTo>
                <a:cubicBezTo>
                  <a:pt x="1835286" y="821980"/>
                  <a:pt x="1838750" y="818516"/>
                  <a:pt x="1843023" y="818516"/>
                </a:cubicBezTo>
                <a:close/>
                <a:moveTo>
                  <a:pt x="1761027" y="818516"/>
                </a:moveTo>
                <a:cubicBezTo>
                  <a:pt x="1790936" y="818516"/>
                  <a:pt x="1815182" y="842762"/>
                  <a:pt x="1815182" y="872671"/>
                </a:cubicBezTo>
                <a:cubicBezTo>
                  <a:pt x="1815182" y="902580"/>
                  <a:pt x="1790936" y="926826"/>
                  <a:pt x="1761027" y="926826"/>
                </a:cubicBezTo>
                <a:cubicBezTo>
                  <a:pt x="1731118" y="926826"/>
                  <a:pt x="1706872" y="902580"/>
                  <a:pt x="1706872" y="872671"/>
                </a:cubicBezTo>
                <a:cubicBezTo>
                  <a:pt x="1706872" y="842762"/>
                  <a:pt x="1731118" y="818516"/>
                  <a:pt x="1761027" y="818516"/>
                </a:cubicBezTo>
                <a:close/>
                <a:moveTo>
                  <a:pt x="1679032" y="818516"/>
                </a:moveTo>
                <a:cubicBezTo>
                  <a:pt x="1683305" y="818516"/>
                  <a:pt x="1686769" y="821980"/>
                  <a:pt x="1686769" y="826253"/>
                </a:cubicBezTo>
                <a:cubicBezTo>
                  <a:pt x="1686769" y="857199"/>
                  <a:pt x="1686768" y="888144"/>
                  <a:pt x="1686768" y="919090"/>
                </a:cubicBezTo>
                <a:lnTo>
                  <a:pt x="1679032" y="926826"/>
                </a:lnTo>
                <a:cubicBezTo>
                  <a:pt x="1674759" y="926826"/>
                  <a:pt x="1671295" y="923362"/>
                  <a:pt x="1671295" y="919089"/>
                </a:cubicBezTo>
                <a:lnTo>
                  <a:pt x="1671295" y="826253"/>
                </a:lnTo>
                <a:cubicBezTo>
                  <a:pt x="1671295" y="821980"/>
                  <a:pt x="1674759" y="818516"/>
                  <a:pt x="1679032" y="818516"/>
                </a:cubicBezTo>
                <a:close/>
                <a:moveTo>
                  <a:pt x="1597037" y="818516"/>
                </a:moveTo>
                <a:cubicBezTo>
                  <a:pt x="1626947" y="818516"/>
                  <a:pt x="1651193" y="842762"/>
                  <a:pt x="1651193" y="872671"/>
                </a:cubicBezTo>
                <a:cubicBezTo>
                  <a:pt x="1651193" y="902580"/>
                  <a:pt x="1626947" y="926826"/>
                  <a:pt x="1597037" y="926826"/>
                </a:cubicBezTo>
                <a:cubicBezTo>
                  <a:pt x="1567127" y="926826"/>
                  <a:pt x="1542881" y="902580"/>
                  <a:pt x="1542881" y="872671"/>
                </a:cubicBezTo>
                <a:cubicBezTo>
                  <a:pt x="1542881" y="842762"/>
                  <a:pt x="1567127" y="818516"/>
                  <a:pt x="1597037" y="818516"/>
                </a:cubicBezTo>
                <a:close/>
                <a:moveTo>
                  <a:pt x="1515041" y="818516"/>
                </a:moveTo>
                <a:cubicBezTo>
                  <a:pt x="1519314" y="818516"/>
                  <a:pt x="1522778" y="821980"/>
                  <a:pt x="1522778" y="826253"/>
                </a:cubicBezTo>
                <a:cubicBezTo>
                  <a:pt x="1522778" y="857199"/>
                  <a:pt x="1522777" y="888144"/>
                  <a:pt x="1522777" y="919090"/>
                </a:cubicBezTo>
                <a:lnTo>
                  <a:pt x="1515041" y="926826"/>
                </a:lnTo>
                <a:cubicBezTo>
                  <a:pt x="1510768" y="926826"/>
                  <a:pt x="1507304" y="923362"/>
                  <a:pt x="1507304" y="919089"/>
                </a:cubicBezTo>
                <a:lnTo>
                  <a:pt x="1507304" y="826253"/>
                </a:lnTo>
                <a:cubicBezTo>
                  <a:pt x="1507304" y="821980"/>
                  <a:pt x="1510768" y="818516"/>
                  <a:pt x="1515041" y="818516"/>
                </a:cubicBezTo>
                <a:close/>
                <a:moveTo>
                  <a:pt x="1479464" y="818516"/>
                </a:moveTo>
                <a:cubicBezTo>
                  <a:pt x="1483737" y="818516"/>
                  <a:pt x="1487201" y="821980"/>
                  <a:pt x="1487201" y="826253"/>
                </a:cubicBezTo>
                <a:cubicBezTo>
                  <a:pt x="1487201" y="857199"/>
                  <a:pt x="1487200" y="888144"/>
                  <a:pt x="1487200" y="919090"/>
                </a:cubicBezTo>
                <a:lnTo>
                  <a:pt x="1479464" y="926826"/>
                </a:lnTo>
                <a:cubicBezTo>
                  <a:pt x="1475191" y="926826"/>
                  <a:pt x="1471727" y="923362"/>
                  <a:pt x="1471727" y="919089"/>
                </a:cubicBezTo>
                <a:lnTo>
                  <a:pt x="1471727" y="826253"/>
                </a:lnTo>
                <a:cubicBezTo>
                  <a:pt x="1471727" y="821980"/>
                  <a:pt x="1475191" y="818516"/>
                  <a:pt x="1479464" y="818516"/>
                </a:cubicBezTo>
                <a:close/>
                <a:moveTo>
                  <a:pt x="1397468" y="818516"/>
                </a:moveTo>
                <a:cubicBezTo>
                  <a:pt x="1427378" y="818516"/>
                  <a:pt x="1451624" y="842762"/>
                  <a:pt x="1451624" y="872671"/>
                </a:cubicBezTo>
                <a:cubicBezTo>
                  <a:pt x="1451624" y="902580"/>
                  <a:pt x="1427378" y="926826"/>
                  <a:pt x="1397468" y="926826"/>
                </a:cubicBezTo>
                <a:cubicBezTo>
                  <a:pt x="1367558" y="926826"/>
                  <a:pt x="1343312" y="902580"/>
                  <a:pt x="1343312" y="872671"/>
                </a:cubicBezTo>
                <a:cubicBezTo>
                  <a:pt x="1343312" y="842762"/>
                  <a:pt x="1367558" y="818516"/>
                  <a:pt x="1397468" y="818516"/>
                </a:cubicBezTo>
                <a:close/>
                <a:moveTo>
                  <a:pt x="1315472" y="818516"/>
                </a:moveTo>
                <a:cubicBezTo>
                  <a:pt x="1319745" y="818516"/>
                  <a:pt x="1323209" y="821980"/>
                  <a:pt x="1323209" y="826253"/>
                </a:cubicBezTo>
                <a:cubicBezTo>
                  <a:pt x="1323209" y="857199"/>
                  <a:pt x="1323208" y="888144"/>
                  <a:pt x="1323208" y="919090"/>
                </a:cubicBezTo>
                <a:lnTo>
                  <a:pt x="1315472" y="926826"/>
                </a:lnTo>
                <a:cubicBezTo>
                  <a:pt x="1311199" y="926826"/>
                  <a:pt x="1307735" y="923362"/>
                  <a:pt x="1307735" y="919089"/>
                </a:cubicBezTo>
                <a:lnTo>
                  <a:pt x="1307735" y="826253"/>
                </a:lnTo>
                <a:cubicBezTo>
                  <a:pt x="1307735" y="821980"/>
                  <a:pt x="1311199" y="818516"/>
                  <a:pt x="1315472" y="818516"/>
                </a:cubicBezTo>
                <a:close/>
                <a:moveTo>
                  <a:pt x="1233476" y="818516"/>
                </a:moveTo>
                <a:cubicBezTo>
                  <a:pt x="1263386" y="818516"/>
                  <a:pt x="1287632" y="842762"/>
                  <a:pt x="1287632" y="872671"/>
                </a:cubicBezTo>
                <a:cubicBezTo>
                  <a:pt x="1287632" y="902580"/>
                  <a:pt x="1263386" y="926826"/>
                  <a:pt x="1233476" y="926826"/>
                </a:cubicBezTo>
                <a:cubicBezTo>
                  <a:pt x="1203566" y="926826"/>
                  <a:pt x="1179320" y="902580"/>
                  <a:pt x="1179320" y="872671"/>
                </a:cubicBezTo>
                <a:cubicBezTo>
                  <a:pt x="1179320" y="842762"/>
                  <a:pt x="1203566" y="818516"/>
                  <a:pt x="1233476" y="818516"/>
                </a:cubicBezTo>
                <a:close/>
                <a:moveTo>
                  <a:pt x="1151481" y="818516"/>
                </a:moveTo>
                <a:cubicBezTo>
                  <a:pt x="1155754" y="818516"/>
                  <a:pt x="1159218" y="821980"/>
                  <a:pt x="1159218" y="826253"/>
                </a:cubicBezTo>
                <a:cubicBezTo>
                  <a:pt x="1159218" y="857199"/>
                  <a:pt x="1159217" y="888144"/>
                  <a:pt x="1159217" y="919090"/>
                </a:cubicBezTo>
                <a:lnTo>
                  <a:pt x="1151481" y="926826"/>
                </a:lnTo>
                <a:cubicBezTo>
                  <a:pt x="1147208" y="926826"/>
                  <a:pt x="1143744" y="923362"/>
                  <a:pt x="1143744" y="919089"/>
                </a:cubicBezTo>
                <a:lnTo>
                  <a:pt x="1143744" y="826253"/>
                </a:lnTo>
                <a:cubicBezTo>
                  <a:pt x="1143744" y="821980"/>
                  <a:pt x="1147208" y="818516"/>
                  <a:pt x="1151481" y="818516"/>
                </a:cubicBezTo>
                <a:close/>
                <a:moveTo>
                  <a:pt x="1115904" y="818516"/>
                </a:moveTo>
                <a:cubicBezTo>
                  <a:pt x="1120177" y="818516"/>
                  <a:pt x="1123641" y="821980"/>
                  <a:pt x="1123641" y="826253"/>
                </a:cubicBezTo>
                <a:cubicBezTo>
                  <a:pt x="1123641" y="857199"/>
                  <a:pt x="1123640" y="888144"/>
                  <a:pt x="1123640" y="919090"/>
                </a:cubicBezTo>
                <a:lnTo>
                  <a:pt x="1115904" y="926826"/>
                </a:lnTo>
                <a:cubicBezTo>
                  <a:pt x="1111631" y="926826"/>
                  <a:pt x="1108167" y="923362"/>
                  <a:pt x="1108167" y="919089"/>
                </a:cubicBezTo>
                <a:lnTo>
                  <a:pt x="1108167" y="826253"/>
                </a:lnTo>
                <a:cubicBezTo>
                  <a:pt x="1108167" y="821980"/>
                  <a:pt x="1111631" y="818516"/>
                  <a:pt x="1115904" y="818516"/>
                </a:cubicBezTo>
                <a:close/>
                <a:moveTo>
                  <a:pt x="1033908" y="818516"/>
                </a:moveTo>
                <a:cubicBezTo>
                  <a:pt x="1063817" y="818516"/>
                  <a:pt x="1088063" y="842762"/>
                  <a:pt x="1088063" y="872671"/>
                </a:cubicBezTo>
                <a:cubicBezTo>
                  <a:pt x="1088063" y="902580"/>
                  <a:pt x="1063817" y="926826"/>
                  <a:pt x="1033908" y="926826"/>
                </a:cubicBezTo>
                <a:cubicBezTo>
                  <a:pt x="1003999" y="926826"/>
                  <a:pt x="979753" y="902580"/>
                  <a:pt x="979753" y="872671"/>
                </a:cubicBezTo>
                <a:cubicBezTo>
                  <a:pt x="979753" y="842762"/>
                  <a:pt x="1003999" y="818516"/>
                  <a:pt x="1033908" y="818516"/>
                </a:cubicBezTo>
                <a:close/>
                <a:moveTo>
                  <a:pt x="905493" y="818516"/>
                </a:moveTo>
                <a:cubicBezTo>
                  <a:pt x="935402" y="818516"/>
                  <a:pt x="959648" y="842762"/>
                  <a:pt x="959648" y="872671"/>
                </a:cubicBezTo>
                <a:cubicBezTo>
                  <a:pt x="959648" y="902580"/>
                  <a:pt x="935402" y="926826"/>
                  <a:pt x="905493" y="926826"/>
                </a:cubicBezTo>
                <a:cubicBezTo>
                  <a:pt x="875584" y="926826"/>
                  <a:pt x="851338" y="902580"/>
                  <a:pt x="851337" y="872671"/>
                </a:cubicBezTo>
                <a:cubicBezTo>
                  <a:pt x="851338" y="842762"/>
                  <a:pt x="875584" y="818516"/>
                  <a:pt x="905493" y="818516"/>
                </a:cubicBezTo>
                <a:close/>
                <a:moveTo>
                  <a:pt x="823499" y="818516"/>
                </a:moveTo>
                <a:cubicBezTo>
                  <a:pt x="827772" y="818516"/>
                  <a:pt x="831236" y="821980"/>
                  <a:pt x="831236" y="826252"/>
                </a:cubicBezTo>
                <a:cubicBezTo>
                  <a:pt x="831236" y="857199"/>
                  <a:pt x="831235" y="888144"/>
                  <a:pt x="831235" y="919090"/>
                </a:cubicBezTo>
                <a:lnTo>
                  <a:pt x="823499" y="926826"/>
                </a:lnTo>
                <a:cubicBezTo>
                  <a:pt x="819226" y="926826"/>
                  <a:pt x="815762" y="923362"/>
                  <a:pt x="815762" y="919089"/>
                </a:cubicBezTo>
                <a:lnTo>
                  <a:pt x="815762" y="826252"/>
                </a:lnTo>
                <a:cubicBezTo>
                  <a:pt x="815762" y="821980"/>
                  <a:pt x="819226" y="818516"/>
                  <a:pt x="823499" y="818516"/>
                </a:cubicBezTo>
                <a:close/>
                <a:moveTo>
                  <a:pt x="787922" y="818516"/>
                </a:moveTo>
                <a:cubicBezTo>
                  <a:pt x="792195" y="818516"/>
                  <a:pt x="795659" y="821980"/>
                  <a:pt x="795659" y="826252"/>
                </a:cubicBezTo>
                <a:cubicBezTo>
                  <a:pt x="795659" y="857199"/>
                  <a:pt x="795658" y="888144"/>
                  <a:pt x="795658" y="919090"/>
                </a:cubicBezTo>
                <a:lnTo>
                  <a:pt x="787922" y="926826"/>
                </a:lnTo>
                <a:cubicBezTo>
                  <a:pt x="783649" y="926826"/>
                  <a:pt x="780185" y="923362"/>
                  <a:pt x="780185" y="919089"/>
                </a:cubicBezTo>
                <a:lnTo>
                  <a:pt x="780185" y="826252"/>
                </a:lnTo>
                <a:cubicBezTo>
                  <a:pt x="780185" y="821980"/>
                  <a:pt x="783649" y="818516"/>
                  <a:pt x="787922" y="818516"/>
                </a:cubicBezTo>
                <a:close/>
                <a:moveTo>
                  <a:pt x="705926" y="818516"/>
                </a:moveTo>
                <a:cubicBezTo>
                  <a:pt x="735835" y="818516"/>
                  <a:pt x="760081" y="842762"/>
                  <a:pt x="760081" y="872671"/>
                </a:cubicBezTo>
                <a:cubicBezTo>
                  <a:pt x="760081" y="902580"/>
                  <a:pt x="735835" y="926826"/>
                  <a:pt x="705926" y="926826"/>
                </a:cubicBezTo>
                <a:cubicBezTo>
                  <a:pt x="676017" y="926826"/>
                  <a:pt x="651771" y="902580"/>
                  <a:pt x="651770" y="872671"/>
                </a:cubicBezTo>
                <a:cubicBezTo>
                  <a:pt x="651771" y="842762"/>
                  <a:pt x="676017" y="818516"/>
                  <a:pt x="705926" y="818516"/>
                </a:cubicBezTo>
                <a:close/>
                <a:moveTo>
                  <a:pt x="623931" y="818516"/>
                </a:moveTo>
                <a:cubicBezTo>
                  <a:pt x="628204" y="818516"/>
                  <a:pt x="631668" y="821980"/>
                  <a:pt x="631668" y="826252"/>
                </a:cubicBezTo>
                <a:cubicBezTo>
                  <a:pt x="631668" y="857199"/>
                  <a:pt x="631667" y="888144"/>
                  <a:pt x="631667" y="919090"/>
                </a:cubicBezTo>
                <a:lnTo>
                  <a:pt x="623931" y="926826"/>
                </a:lnTo>
                <a:cubicBezTo>
                  <a:pt x="619658" y="926826"/>
                  <a:pt x="616194" y="923362"/>
                  <a:pt x="616194" y="919089"/>
                </a:cubicBezTo>
                <a:lnTo>
                  <a:pt x="616194" y="826252"/>
                </a:lnTo>
                <a:cubicBezTo>
                  <a:pt x="616194" y="821980"/>
                  <a:pt x="619658" y="818516"/>
                  <a:pt x="623931" y="818516"/>
                </a:cubicBezTo>
                <a:close/>
                <a:moveTo>
                  <a:pt x="541935" y="818516"/>
                </a:moveTo>
                <a:cubicBezTo>
                  <a:pt x="571844" y="818516"/>
                  <a:pt x="596090" y="842762"/>
                  <a:pt x="596090" y="872671"/>
                </a:cubicBezTo>
                <a:cubicBezTo>
                  <a:pt x="596090" y="902580"/>
                  <a:pt x="571844" y="926826"/>
                  <a:pt x="541935" y="926826"/>
                </a:cubicBezTo>
                <a:cubicBezTo>
                  <a:pt x="512026" y="926826"/>
                  <a:pt x="487780" y="902580"/>
                  <a:pt x="487780" y="872671"/>
                </a:cubicBezTo>
                <a:cubicBezTo>
                  <a:pt x="487780" y="842762"/>
                  <a:pt x="512026" y="818516"/>
                  <a:pt x="541935" y="818516"/>
                </a:cubicBezTo>
                <a:close/>
                <a:moveTo>
                  <a:pt x="459940" y="818516"/>
                </a:moveTo>
                <a:cubicBezTo>
                  <a:pt x="464213" y="818516"/>
                  <a:pt x="467677" y="821980"/>
                  <a:pt x="467677" y="826252"/>
                </a:cubicBezTo>
                <a:cubicBezTo>
                  <a:pt x="467677" y="857199"/>
                  <a:pt x="467676" y="888144"/>
                  <a:pt x="467676" y="919090"/>
                </a:cubicBezTo>
                <a:lnTo>
                  <a:pt x="459940" y="926826"/>
                </a:lnTo>
                <a:cubicBezTo>
                  <a:pt x="455667" y="926826"/>
                  <a:pt x="452203" y="923362"/>
                  <a:pt x="452203" y="919089"/>
                </a:cubicBezTo>
                <a:lnTo>
                  <a:pt x="452203" y="826252"/>
                </a:lnTo>
                <a:cubicBezTo>
                  <a:pt x="452203" y="821980"/>
                  <a:pt x="455667" y="818516"/>
                  <a:pt x="459940" y="818516"/>
                </a:cubicBezTo>
                <a:close/>
                <a:moveTo>
                  <a:pt x="377944" y="818516"/>
                </a:moveTo>
                <a:cubicBezTo>
                  <a:pt x="407854" y="818516"/>
                  <a:pt x="432100" y="842762"/>
                  <a:pt x="432100" y="872671"/>
                </a:cubicBezTo>
                <a:cubicBezTo>
                  <a:pt x="432100" y="902580"/>
                  <a:pt x="407854" y="926826"/>
                  <a:pt x="377944" y="926826"/>
                </a:cubicBezTo>
                <a:cubicBezTo>
                  <a:pt x="348034" y="926826"/>
                  <a:pt x="323788" y="902580"/>
                  <a:pt x="323788" y="872671"/>
                </a:cubicBezTo>
                <a:cubicBezTo>
                  <a:pt x="323788" y="842762"/>
                  <a:pt x="348034" y="818516"/>
                  <a:pt x="377944" y="818516"/>
                </a:cubicBezTo>
                <a:close/>
                <a:moveTo>
                  <a:pt x="295948" y="818516"/>
                </a:moveTo>
                <a:cubicBezTo>
                  <a:pt x="300221" y="818516"/>
                  <a:pt x="303685" y="821980"/>
                  <a:pt x="303685" y="826253"/>
                </a:cubicBezTo>
                <a:cubicBezTo>
                  <a:pt x="303685" y="857199"/>
                  <a:pt x="303684" y="888144"/>
                  <a:pt x="303684" y="919090"/>
                </a:cubicBezTo>
                <a:lnTo>
                  <a:pt x="295948" y="926826"/>
                </a:lnTo>
                <a:cubicBezTo>
                  <a:pt x="291675" y="926826"/>
                  <a:pt x="288211" y="923362"/>
                  <a:pt x="288211" y="919089"/>
                </a:cubicBezTo>
                <a:lnTo>
                  <a:pt x="288211" y="826253"/>
                </a:lnTo>
                <a:cubicBezTo>
                  <a:pt x="288212" y="821980"/>
                  <a:pt x="291676" y="818516"/>
                  <a:pt x="295948" y="818516"/>
                </a:cubicBezTo>
                <a:close/>
                <a:moveTo>
                  <a:pt x="260371" y="818516"/>
                </a:moveTo>
                <a:cubicBezTo>
                  <a:pt x="264644" y="818516"/>
                  <a:pt x="268108" y="821980"/>
                  <a:pt x="268108" y="826253"/>
                </a:cubicBezTo>
                <a:cubicBezTo>
                  <a:pt x="268108" y="857199"/>
                  <a:pt x="268107" y="888144"/>
                  <a:pt x="268107" y="919090"/>
                </a:cubicBezTo>
                <a:lnTo>
                  <a:pt x="260371" y="926826"/>
                </a:lnTo>
                <a:cubicBezTo>
                  <a:pt x="256098" y="926826"/>
                  <a:pt x="252634" y="923362"/>
                  <a:pt x="252634" y="919089"/>
                </a:cubicBezTo>
                <a:lnTo>
                  <a:pt x="252634" y="826253"/>
                </a:lnTo>
                <a:cubicBezTo>
                  <a:pt x="252635" y="821980"/>
                  <a:pt x="256099" y="818516"/>
                  <a:pt x="260371" y="818516"/>
                </a:cubicBezTo>
                <a:close/>
                <a:moveTo>
                  <a:pt x="178375" y="818516"/>
                </a:moveTo>
                <a:cubicBezTo>
                  <a:pt x="208285" y="818516"/>
                  <a:pt x="232531" y="842762"/>
                  <a:pt x="232531" y="872671"/>
                </a:cubicBezTo>
                <a:cubicBezTo>
                  <a:pt x="232531" y="902580"/>
                  <a:pt x="208285" y="926826"/>
                  <a:pt x="178375" y="926826"/>
                </a:cubicBezTo>
                <a:cubicBezTo>
                  <a:pt x="148465" y="926826"/>
                  <a:pt x="124219" y="902580"/>
                  <a:pt x="124219" y="872671"/>
                </a:cubicBezTo>
                <a:cubicBezTo>
                  <a:pt x="124219" y="842762"/>
                  <a:pt x="148465" y="818516"/>
                  <a:pt x="178375" y="818516"/>
                </a:cubicBezTo>
                <a:close/>
                <a:moveTo>
                  <a:pt x="96380" y="818516"/>
                </a:moveTo>
                <a:cubicBezTo>
                  <a:pt x="100653" y="818516"/>
                  <a:pt x="104117" y="821980"/>
                  <a:pt x="104117" y="826253"/>
                </a:cubicBezTo>
                <a:cubicBezTo>
                  <a:pt x="104117" y="857199"/>
                  <a:pt x="104116" y="888144"/>
                  <a:pt x="104116" y="919090"/>
                </a:cubicBezTo>
                <a:lnTo>
                  <a:pt x="96380" y="926826"/>
                </a:lnTo>
                <a:cubicBezTo>
                  <a:pt x="92107" y="926826"/>
                  <a:pt x="88643" y="923362"/>
                  <a:pt x="88643" y="919089"/>
                </a:cubicBezTo>
                <a:lnTo>
                  <a:pt x="88643" y="826253"/>
                </a:lnTo>
                <a:cubicBezTo>
                  <a:pt x="88644" y="821980"/>
                  <a:pt x="92107" y="818516"/>
                  <a:pt x="96380" y="818516"/>
                </a:cubicBezTo>
                <a:close/>
                <a:moveTo>
                  <a:pt x="14384" y="818516"/>
                </a:moveTo>
                <a:cubicBezTo>
                  <a:pt x="44294" y="818516"/>
                  <a:pt x="68540" y="842762"/>
                  <a:pt x="68540" y="872671"/>
                </a:cubicBezTo>
                <a:cubicBezTo>
                  <a:pt x="68540" y="902580"/>
                  <a:pt x="44294" y="926826"/>
                  <a:pt x="14384" y="926826"/>
                </a:cubicBezTo>
                <a:lnTo>
                  <a:pt x="0" y="923922"/>
                </a:lnTo>
                <a:lnTo>
                  <a:pt x="0" y="905566"/>
                </a:lnTo>
                <a:cubicBezTo>
                  <a:pt x="3579" y="910366"/>
                  <a:pt x="8846" y="911524"/>
                  <a:pt x="14383" y="911524"/>
                </a:cubicBezTo>
                <a:cubicBezTo>
                  <a:pt x="35841" y="911524"/>
                  <a:pt x="53236" y="894129"/>
                  <a:pt x="53236" y="872671"/>
                </a:cubicBezTo>
                <a:cubicBezTo>
                  <a:pt x="53236" y="851213"/>
                  <a:pt x="35841" y="833818"/>
                  <a:pt x="14383" y="833818"/>
                </a:cubicBezTo>
                <a:lnTo>
                  <a:pt x="0" y="839776"/>
                </a:lnTo>
                <a:lnTo>
                  <a:pt x="0" y="821420"/>
                </a:lnTo>
                <a:cubicBezTo>
                  <a:pt x="4403" y="819213"/>
                  <a:pt x="9312" y="818516"/>
                  <a:pt x="14384" y="818516"/>
                </a:cubicBezTo>
                <a:close/>
                <a:moveTo>
                  <a:pt x="9141594" y="701207"/>
                </a:moveTo>
                <a:lnTo>
                  <a:pt x="9141594" y="771429"/>
                </a:lnTo>
                <a:cubicBezTo>
                  <a:pt x="9132879" y="762317"/>
                  <a:pt x="9127878" y="749902"/>
                  <a:pt x="9127878" y="736319"/>
                </a:cubicBezTo>
                <a:cubicBezTo>
                  <a:pt x="9127878" y="722735"/>
                  <a:pt x="9132879" y="710320"/>
                  <a:pt x="9141594" y="701207"/>
                </a:cubicBezTo>
                <a:close/>
                <a:moveTo>
                  <a:pt x="968736" y="697466"/>
                </a:moveTo>
                <a:cubicBezTo>
                  <a:pt x="947278" y="697465"/>
                  <a:pt x="929883" y="714860"/>
                  <a:pt x="929882" y="736319"/>
                </a:cubicBezTo>
                <a:cubicBezTo>
                  <a:pt x="929883" y="757776"/>
                  <a:pt x="947278" y="775171"/>
                  <a:pt x="968736" y="775171"/>
                </a:cubicBezTo>
                <a:cubicBezTo>
                  <a:pt x="990194" y="775171"/>
                  <a:pt x="1007589" y="757776"/>
                  <a:pt x="1007589" y="736319"/>
                </a:cubicBezTo>
                <a:cubicBezTo>
                  <a:pt x="1007589" y="714860"/>
                  <a:pt x="990194" y="697465"/>
                  <a:pt x="968736" y="697466"/>
                </a:cubicBezTo>
                <a:close/>
                <a:moveTo>
                  <a:pt x="808973" y="697466"/>
                </a:moveTo>
                <a:cubicBezTo>
                  <a:pt x="787515" y="697465"/>
                  <a:pt x="770120" y="714860"/>
                  <a:pt x="770120" y="736319"/>
                </a:cubicBezTo>
                <a:cubicBezTo>
                  <a:pt x="770120" y="757776"/>
                  <a:pt x="787515" y="775171"/>
                  <a:pt x="808973" y="775171"/>
                </a:cubicBezTo>
                <a:cubicBezTo>
                  <a:pt x="830431" y="775171"/>
                  <a:pt x="847826" y="757776"/>
                  <a:pt x="847826" y="736319"/>
                </a:cubicBezTo>
                <a:cubicBezTo>
                  <a:pt x="847826" y="714860"/>
                  <a:pt x="830431" y="697465"/>
                  <a:pt x="808973" y="697466"/>
                </a:cubicBezTo>
                <a:close/>
                <a:moveTo>
                  <a:pt x="649209" y="697466"/>
                </a:moveTo>
                <a:cubicBezTo>
                  <a:pt x="627751" y="697465"/>
                  <a:pt x="610356" y="714860"/>
                  <a:pt x="610356" y="736319"/>
                </a:cubicBezTo>
                <a:cubicBezTo>
                  <a:pt x="610356" y="757776"/>
                  <a:pt x="627751" y="775171"/>
                  <a:pt x="649209" y="775171"/>
                </a:cubicBezTo>
                <a:cubicBezTo>
                  <a:pt x="670667" y="775171"/>
                  <a:pt x="688062" y="757776"/>
                  <a:pt x="688062" y="736319"/>
                </a:cubicBezTo>
                <a:cubicBezTo>
                  <a:pt x="688062" y="714860"/>
                  <a:pt x="670667" y="697465"/>
                  <a:pt x="649209" y="697466"/>
                </a:cubicBezTo>
                <a:close/>
                <a:moveTo>
                  <a:pt x="455982" y="697466"/>
                </a:moveTo>
                <a:cubicBezTo>
                  <a:pt x="434524" y="697465"/>
                  <a:pt x="417129" y="714860"/>
                  <a:pt x="417129" y="736319"/>
                </a:cubicBezTo>
                <a:cubicBezTo>
                  <a:pt x="417129" y="757776"/>
                  <a:pt x="434524" y="775171"/>
                  <a:pt x="455982" y="775171"/>
                </a:cubicBezTo>
                <a:cubicBezTo>
                  <a:pt x="477440" y="775171"/>
                  <a:pt x="494835" y="757776"/>
                  <a:pt x="494835" y="736319"/>
                </a:cubicBezTo>
                <a:cubicBezTo>
                  <a:pt x="494835" y="714860"/>
                  <a:pt x="477440" y="697465"/>
                  <a:pt x="455982" y="697466"/>
                </a:cubicBezTo>
                <a:close/>
                <a:moveTo>
                  <a:pt x="8988806" y="697465"/>
                </a:moveTo>
                <a:cubicBezTo>
                  <a:pt x="8967348" y="697465"/>
                  <a:pt x="8949953" y="714860"/>
                  <a:pt x="8949953" y="736319"/>
                </a:cubicBezTo>
                <a:cubicBezTo>
                  <a:pt x="8949953" y="757776"/>
                  <a:pt x="8967348" y="775171"/>
                  <a:pt x="8988806" y="775171"/>
                </a:cubicBezTo>
                <a:cubicBezTo>
                  <a:pt x="9010264" y="775171"/>
                  <a:pt x="9027659" y="757776"/>
                  <a:pt x="9027659" y="736319"/>
                </a:cubicBezTo>
                <a:cubicBezTo>
                  <a:pt x="9027659" y="714860"/>
                  <a:pt x="9010264" y="697465"/>
                  <a:pt x="8988806" y="697465"/>
                </a:cubicBezTo>
                <a:close/>
                <a:moveTo>
                  <a:pt x="8476053" y="697465"/>
                </a:moveTo>
                <a:cubicBezTo>
                  <a:pt x="8454595" y="697465"/>
                  <a:pt x="8437200" y="714860"/>
                  <a:pt x="8437200" y="736319"/>
                </a:cubicBezTo>
                <a:cubicBezTo>
                  <a:pt x="8437200" y="757776"/>
                  <a:pt x="8454595" y="775171"/>
                  <a:pt x="8476053" y="775171"/>
                </a:cubicBezTo>
                <a:cubicBezTo>
                  <a:pt x="8497511" y="775171"/>
                  <a:pt x="8514906" y="757776"/>
                  <a:pt x="8514906" y="736319"/>
                </a:cubicBezTo>
                <a:cubicBezTo>
                  <a:pt x="8514906" y="714860"/>
                  <a:pt x="8497511" y="697465"/>
                  <a:pt x="8476053" y="697465"/>
                </a:cubicBezTo>
                <a:close/>
                <a:moveTo>
                  <a:pt x="8282826" y="697465"/>
                </a:moveTo>
                <a:cubicBezTo>
                  <a:pt x="8261368" y="697465"/>
                  <a:pt x="8243973" y="714860"/>
                  <a:pt x="8243973" y="736319"/>
                </a:cubicBezTo>
                <a:cubicBezTo>
                  <a:pt x="8243973" y="757776"/>
                  <a:pt x="8261368" y="775171"/>
                  <a:pt x="8282826" y="775171"/>
                </a:cubicBezTo>
                <a:cubicBezTo>
                  <a:pt x="8304284" y="775171"/>
                  <a:pt x="8321679" y="757776"/>
                  <a:pt x="8321679" y="736319"/>
                </a:cubicBezTo>
                <a:cubicBezTo>
                  <a:pt x="8321679" y="714860"/>
                  <a:pt x="8304284" y="697465"/>
                  <a:pt x="8282826" y="697465"/>
                </a:cubicBezTo>
                <a:close/>
                <a:moveTo>
                  <a:pt x="8123063" y="697465"/>
                </a:moveTo>
                <a:cubicBezTo>
                  <a:pt x="8101605" y="697465"/>
                  <a:pt x="8084210" y="714860"/>
                  <a:pt x="8084210" y="736319"/>
                </a:cubicBezTo>
                <a:cubicBezTo>
                  <a:pt x="8084210" y="757776"/>
                  <a:pt x="8101605" y="775171"/>
                  <a:pt x="8123063" y="775171"/>
                </a:cubicBezTo>
                <a:cubicBezTo>
                  <a:pt x="8144521" y="775171"/>
                  <a:pt x="8161916" y="757776"/>
                  <a:pt x="8161916" y="736319"/>
                </a:cubicBezTo>
                <a:cubicBezTo>
                  <a:pt x="8161916" y="714860"/>
                  <a:pt x="8144521" y="697465"/>
                  <a:pt x="8123063" y="697465"/>
                </a:cubicBezTo>
                <a:close/>
                <a:moveTo>
                  <a:pt x="7963299" y="697465"/>
                </a:moveTo>
                <a:cubicBezTo>
                  <a:pt x="7941841" y="697465"/>
                  <a:pt x="7924446" y="714860"/>
                  <a:pt x="7924446" y="736319"/>
                </a:cubicBezTo>
                <a:cubicBezTo>
                  <a:pt x="7924446" y="757776"/>
                  <a:pt x="7941841" y="775171"/>
                  <a:pt x="7963299" y="775171"/>
                </a:cubicBezTo>
                <a:cubicBezTo>
                  <a:pt x="7984757" y="775171"/>
                  <a:pt x="8002152" y="757776"/>
                  <a:pt x="8002152" y="736319"/>
                </a:cubicBezTo>
                <a:cubicBezTo>
                  <a:pt x="8002152" y="714860"/>
                  <a:pt x="7984757" y="697465"/>
                  <a:pt x="7963299" y="697465"/>
                </a:cubicBezTo>
                <a:close/>
                <a:moveTo>
                  <a:pt x="7770072" y="697465"/>
                </a:moveTo>
                <a:cubicBezTo>
                  <a:pt x="7748614" y="697465"/>
                  <a:pt x="7731219" y="714860"/>
                  <a:pt x="7731219" y="736319"/>
                </a:cubicBezTo>
                <a:cubicBezTo>
                  <a:pt x="7731219" y="757776"/>
                  <a:pt x="7748614" y="775171"/>
                  <a:pt x="7770072" y="775171"/>
                </a:cubicBezTo>
                <a:cubicBezTo>
                  <a:pt x="7791530" y="775171"/>
                  <a:pt x="7808925" y="757776"/>
                  <a:pt x="7808925" y="736319"/>
                </a:cubicBezTo>
                <a:cubicBezTo>
                  <a:pt x="7808925" y="714860"/>
                  <a:pt x="7791530" y="697465"/>
                  <a:pt x="7770072" y="697465"/>
                </a:cubicBezTo>
                <a:close/>
                <a:moveTo>
                  <a:pt x="7257319" y="697465"/>
                </a:moveTo>
                <a:cubicBezTo>
                  <a:pt x="7235861" y="697465"/>
                  <a:pt x="7218466" y="714860"/>
                  <a:pt x="7218466" y="736319"/>
                </a:cubicBezTo>
                <a:cubicBezTo>
                  <a:pt x="7218466" y="757776"/>
                  <a:pt x="7235861" y="775171"/>
                  <a:pt x="7257319" y="775171"/>
                </a:cubicBezTo>
                <a:cubicBezTo>
                  <a:pt x="7278777" y="775171"/>
                  <a:pt x="7296172" y="757776"/>
                  <a:pt x="7296172" y="736319"/>
                </a:cubicBezTo>
                <a:cubicBezTo>
                  <a:pt x="7296172" y="714860"/>
                  <a:pt x="7278777" y="697465"/>
                  <a:pt x="7257319" y="697465"/>
                </a:cubicBezTo>
                <a:close/>
                <a:moveTo>
                  <a:pt x="7129359" y="697465"/>
                </a:moveTo>
                <a:cubicBezTo>
                  <a:pt x="7107901" y="697465"/>
                  <a:pt x="7090506" y="714860"/>
                  <a:pt x="7090506" y="736318"/>
                </a:cubicBezTo>
                <a:cubicBezTo>
                  <a:pt x="7090506" y="757776"/>
                  <a:pt x="7107901" y="775171"/>
                  <a:pt x="7129359" y="775171"/>
                </a:cubicBezTo>
                <a:cubicBezTo>
                  <a:pt x="7150817" y="775171"/>
                  <a:pt x="7168212" y="757776"/>
                  <a:pt x="7168212" y="736318"/>
                </a:cubicBezTo>
                <a:cubicBezTo>
                  <a:pt x="7168212" y="714860"/>
                  <a:pt x="7150817" y="697465"/>
                  <a:pt x="7129359" y="697465"/>
                </a:cubicBezTo>
                <a:close/>
                <a:moveTo>
                  <a:pt x="6616581" y="697465"/>
                </a:moveTo>
                <a:cubicBezTo>
                  <a:pt x="6595123" y="697465"/>
                  <a:pt x="6577728" y="714860"/>
                  <a:pt x="6577728" y="736318"/>
                </a:cubicBezTo>
                <a:cubicBezTo>
                  <a:pt x="6577728" y="757776"/>
                  <a:pt x="6595123" y="775171"/>
                  <a:pt x="6616581" y="775171"/>
                </a:cubicBezTo>
                <a:cubicBezTo>
                  <a:pt x="6638039" y="775171"/>
                  <a:pt x="6655434" y="757776"/>
                  <a:pt x="6655434" y="736318"/>
                </a:cubicBezTo>
                <a:cubicBezTo>
                  <a:pt x="6655434" y="714860"/>
                  <a:pt x="6638039" y="697465"/>
                  <a:pt x="6616581" y="697465"/>
                </a:cubicBezTo>
                <a:close/>
                <a:moveTo>
                  <a:pt x="6423355" y="697465"/>
                </a:moveTo>
                <a:cubicBezTo>
                  <a:pt x="6401897" y="697465"/>
                  <a:pt x="6384502" y="714860"/>
                  <a:pt x="6384502" y="736318"/>
                </a:cubicBezTo>
                <a:cubicBezTo>
                  <a:pt x="6384502" y="757776"/>
                  <a:pt x="6401897" y="775171"/>
                  <a:pt x="6423355" y="775171"/>
                </a:cubicBezTo>
                <a:cubicBezTo>
                  <a:pt x="6444813" y="775171"/>
                  <a:pt x="6462208" y="757776"/>
                  <a:pt x="6462208" y="736318"/>
                </a:cubicBezTo>
                <a:cubicBezTo>
                  <a:pt x="6462208" y="714860"/>
                  <a:pt x="6444813" y="697465"/>
                  <a:pt x="6423355" y="697465"/>
                </a:cubicBezTo>
                <a:close/>
                <a:moveTo>
                  <a:pt x="6263591" y="697465"/>
                </a:moveTo>
                <a:cubicBezTo>
                  <a:pt x="6242133" y="697465"/>
                  <a:pt x="6224738" y="714860"/>
                  <a:pt x="6224738" y="736318"/>
                </a:cubicBezTo>
                <a:cubicBezTo>
                  <a:pt x="6224738" y="757776"/>
                  <a:pt x="6242133" y="775171"/>
                  <a:pt x="6263591" y="775171"/>
                </a:cubicBezTo>
                <a:cubicBezTo>
                  <a:pt x="6285049" y="775171"/>
                  <a:pt x="6302444" y="757776"/>
                  <a:pt x="6302444" y="736318"/>
                </a:cubicBezTo>
                <a:cubicBezTo>
                  <a:pt x="6302444" y="714860"/>
                  <a:pt x="6285049" y="697465"/>
                  <a:pt x="6263591" y="697465"/>
                </a:cubicBezTo>
                <a:close/>
                <a:moveTo>
                  <a:pt x="6103827" y="697465"/>
                </a:moveTo>
                <a:cubicBezTo>
                  <a:pt x="6082369" y="697465"/>
                  <a:pt x="6064974" y="714860"/>
                  <a:pt x="6064974" y="736318"/>
                </a:cubicBezTo>
                <a:cubicBezTo>
                  <a:pt x="6064974" y="757776"/>
                  <a:pt x="6082369" y="775171"/>
                  <a:pt x="6103827" y="775171"/>
                </a:cubicBezTo>
                <a:cubicBezTo>
                  <a:pt x="6125285" y="775171"/>
                  <a:pt x="6142680" y="757776"/>
                  <a:pt x="6142680" y="736318"/>
                </a:cubicBezTo>
                <a:cubicBezTo>
                  <a:pt x="6142680" y="714860"/>
                  <a:pt x="6125285" y="697465"/>
                  <a:pt x="6103827" y="697465"/>
                </a:cubicBezTo>
                <a:close/>
                <a:moveTo>
                  <a:pt x="5910600" y="697465"/>
                </a:moveTo>
                <a:cubicBezTo>
                  <a:pt x="5889142" y="697465"/>
                  <a:pt x="5871747" y="714860"/>
                  <a:pt x="5871747" y="736318"/>
                </a:cubicBezTo>
                <a:cubicBezTo>
                  <a:pt x="5871747" y="757776"/>
                  <a:pt x="5889142" y="775171"/>
                  <a:pt x="5910600" y="775171"/>
                </a:cubicBezTo>
                <a:cubicBezTo>
                  <a:pt x="5932058" y="775171"/>
                  <a:pt x="5949453" y="757776"/>
                  <a:pt x="5949453" y="736318"/>
                </a:cubicBezTo>
                <a:cubicBezTo>
                  <a:pt x="5949453" y="714860"/>
                  <a:pt x="5932058" y="697465"/>
                  <a:pt x="5910600" y="697465"/>
                </a:cubicBezTo>
                <a:close/>
                <a:moveTo>
                  <a:pt x="5397847" y="697465"/>
                </a:moveTo>
                <a:cubicBezTo>
                  <a:pt x="5376389" y="697465"/>
                  <a:pt x="5358994" y="714860"/>
                  <a:pt x="5358994" y="736318"/>
                </a:cubicBezTo>
                <a:cubicBezTo>
                  <a:pt x="5358994" y="757776"/>
                  <a:pt x="5376389" y="775171"/>
                  <a:pt x="5397847" y="775171"/>
                </a:cubicBezTo>
                <a:cubicBezTo>
                  <a:pt x="5419305" y="775171"/>
                  <a:pt x="5436700" y="757776"/>
                  <a:pt x="5436700" y="736318"/>
                </a:cubicBezTo>
                <a:cubicBezTo>
                  <a:pt x="5436700" y="714860"/>
                  <a:pt x="5419305" y="697465"/>
                  <a:pt x="5397847" y="697465"/>
                </a:cubicBezTo>
                <a:close/>
                <a:moveTo>
                  <a:pt x="5204620" y="697465"/>
                </a:moveTo>
                <a:cubicBezTo>
                  <a:pt x="5183162" y="697465"/>
                  <a:pt x="5165767" y="714860"/>
                  <a:pt x="5165767" y="736318"/>
                </a:cubicBezTo>
                <a:cubicBezTo>
                  <a:pt x="5165767" y="757776"/>
                  <a:pt x="5183162" y="775171"/>
                  <a:pt x="5204620" y="775171"/>
                </a:cubicBezTo>
                <a:cubicBezTo>
                  <a:pt x="5226078" y="775171"/>
                  <a:pt x="5243473" y="757776"/>
                  <a:pt x="5243473" y="736318"/>
                </a:cubicBezTo>
                <a:cubicBezTo>
                  <a:pt x="5243473" y="714860"/>
                  <a:pt x="5226078" y="697465"/>
                  <a:pt x="5204620" y="697465"/>
                </a:cubicBezTo>
                <a:close/>
                <a:moveTo>
                  <a:pt x="5044856" y="697465"/>
                </a:moveTo>
                <a:cubicBezTo>
                  <a:pt x="5023398" y="697465"/>
                  <a:pt x="5006003" y="714860"/>
                  <a:pt x="5006003" y="736318"/>
                </a:cubicBezTo>
                <a:cubicBezTo>
                  <a:pt x="5006003" y="757776"/>
                  <a:pt x="5023398" y="775171"/>
                  <a:pt x="5044856" y="775171"/>
                </a:cubicBezTo>
                <a:cubicBezTo>
                  <a:pt x="5066314" y="775171"/>
                  <a:pt x="5083709" y="757776"/>
                  <a:pt x="5083709" y="736318"/>
                </a:cubicBezTo>
                <a:cubicBezTo>
                  <a:pt x="5083709" y="714860"/>
                  <a:pt x="5066314" y="697465"/>
                  <a:pt x="5044856" y="697465"/>
                </a:cubicBezTo>
                <a:close/>
                <a:moveTo>
                  <a:pt x="4885093" y="697465"/>
                </a:moveTo>
                <a:cubicBezTo>
                  <a:pt x="4863635" y="697465"/>
                  <a:pt x="4846240" y="714860"/>
                  <a:pt x="4846240" y="736318"/>
                </a:cubicBezTo>
                <a:cubicBezTo>
                  <a:pt x="4846240" y="757776"/>
                  <a:pt x="4863635" y="775171"/>
                  <a:pt x="4885093" y="775171"/>
                </a:cubicBezTo>
                <a:cubicBezTo>
                  <a:pt x="4906551" y="775171"/>
                  <a:pt x="4923946" y="757776"/>
                  <a:pt x="4923946" y="736318"/>
                </a:cubicBezTo>
                <a:cubicBezTo>
                  <a:pt x="4923946" y="714860"/>
                  <a:pt x="4906551" y="697465"/>
                  <a:pt x="4885093" y="697465"/>
                </a:cubicBezTo>
                <a:close/>
                <a:moveTo>
                  <a:pt x="4658402" y="697465"/>
                </a:moveTo>
                <a:cubicBezTo>
                  <a:pt x="4636944" y="697465"/>
                  <a:pt x="4619549" y="714860"/>
                  <a:pt x="4619549" y="736318"/>
                </a:cubicBezTo>
                <a:cubicBezTo>
                  <a:pt x="4619549" y="757776"/>
                  <a:pt x="4636944" y="775171"/>
                  <a:pt x="4658402" y="775171"/>
                </a:cubicBezTo>
                <a:cubicBezTo>
                  <a:pt x="4679860" y="775171"/>
                  <a:pt x="4697255" y="757776"/>
                  <a:pt x="4697255" y="736318"/>
                </a:cubicBezTo>
                <a:cubicBezTo>
                  <a:pt x="4697255" y="714860"/>
                  <a:pt x="4679860" y="697465"/>
                  <a:pt x="4658402" y="697465"/>
                </a:cubicBezTo>
                <a:close/>
                <a:moveTo>
                  <a:pt x="4498638" y="697465"/>
                </a:moveTo>
                <a:cubicBezTo>
                  <a:pt x="4477180" y="697465"/>
                  <a:pt x="4459785" y="714860"/>
                  <a:pt x="4459785" y="736318"/>
                </a:cubicBezTo>
                <a:cubicBezTo>
                  <a:pt x="4459785" y="757776"/>
                  <a:pt x="4477180" y="775171"/>
                  <a:pt x="4498638" y="775171"/>
                </a:cubicBezTo>
                <a:cubicBezTo>
                  <a:pt x="4520096" y="775171"/>
                  <a:pt x="4537491" y="757776"/>
                  <a:pt x="4537491" y="736318"/>
                </a:cubicBezTo>
                <a:cubicBezTo>
                  <a:pt x="4537491" y="714860"/>
                  <a:pt x="4520096" y="697465"/>
                  <a:pt x="4498638" y="697465"/>
                </a:cubicBezTo>
                <a:close/>
                <a:moveTo>
                  <a:pt x="4338874" y="697465"/>
                </a:moveTo>
                <a:cubicBezTo>
                  <a:pt x="4317416" y="697465"/>
                  <a:pt x="4300021" y="714860"/>
                  <a:pt x="4300021" y="736318"/>
                </a:cubicBezTo>
                <a:cubicBezTo>
                  <a:pt x="4300021" y="757776"/>
                  <a:pt x="4317416" y="775171"/>
                  <a:pt x="4338874" y="775171"/>
                </a:cubicBezTo>
                <a:cubicBezTo>
                  <a:pt x="4360332" y="775171"/>
                  <a:pt x="4377727" y="757776"/>
                  <a:pt x="4377727" y="736318"/>
                </a:cubicBezTo>
                <a:cubicBezTo>
                  <a:pt x="4377727" y="714860"/>
                  <a:pt x="4360332" y="697465"/>
                  <a:pt x="4338874" y="697465"/>
                </a:cubicBezTo>
                <a:close/>
                <a:moveTo>
                  <a:pt x="4145648" y="697465"/>
                </a:moveTo>
                <a:cubicBezTo>
                  <a:pt x="4124190" y="697465"/>
                  <a:pt x="4106795" y="714860"/>
                  <a:pt x="4106795" y="736318"/>
                </a:cubicBezTo>
                <a:cubicBezTo>
                  <a:pt x="4106795" y="757776"/>
                  <a:pt x="4124190" y="775171"/>
                  <a:pt x="4145648" y="775171"/>
                </a:cubicBezTo>
                <a:cubicBezTo>
                  <a:pt x="4167106" y="775171"/>
                  <a:pt x="4184501" y="757776"/>
                  <a:pt x="4184501" y="736318"/>
                </a:cubicBezTo>
                <a:cubicBezTo>
                  <a:pt x="4184501" y="714860"/>
                  <a:pt x="4167106" y="697465"/>
                  <a:pt x="4145648" y="697465"/>
                </a:cubicBezTo>
                <a:close/>
                <a:moveTo>
                  <a:pt x="3599432" y="697465"/>
                </a:moveTo>
                <a:cubicBezTo>
                  <a:pt x="3577974" y="697465"/>
                  <a:pt x="3560579" y="714860"/>
                  <a:pt x="3560579" y="736318"/>
                </a:cubicBezTo>
                <a:cubicBezTo>
                  <a:pt x="3560579" y="757776"/>
                  <a:pt x="3577974" y="775171"/>
                  <a:pt x="3599432" y="775171"/>
                </a:cubicBezTo>
                <a:cubicBezTo>
                  <a:pt x="3620890" y="775171"/>
                  <a:pt x="3638285" y="757776"/>
                  <a:pt x="3638285" y="736318"/>
                </a:cubicBezTo>
                <a:cubicBezTo>
                  <a:pt x="3638285" y="714860"/>
                  <a:pt x="3620890" y="697465"/>
                  <a:pt x="3599432" y="697465"/>
                </a:cubicBezTo>
                <a:close/>
                <a:moveTo>
                  <a:pt x="3473132" y="697465"/>
                </a:moveTo>
                <a:cubicBezTo>
                  <a:pt x="3451674" y="697465"/>
                  <a:pt x="3434279" y="714860"/>
                  <a:pt x="3434279" y="736318"/>
                </a:cubicBezTo>
                <a:cubicBezTo>
                  <a:pt x="3434279" y="757776"/>
                  <a:pt x="3451674" y="775171"/>
                  <a:pt x="3473132" y="775171"/>
                </a:cubicBezTo>
                <a:cubicBezTo>
                  <a:pt x="3494590" y="775171"/>
                  <a:pt x="3511985" y="757776"/>
                  <a:pt x="3511985" y="736318"/>
                </a:cubicBezTo>
                <a:cubicBezTo>
                  <a:pt x="3511985" y="714860"/>
                  <a:pt x="3494590" y="697465"/>
                  <a:pt x="3473132" y="697465"/>
                </a:cubicBezTo>
                <a:close/>
                <a:moveTo>
                  <a:pt x="2960379" y="697465"/>
                </a:moveTo>
                <a:cubicBezTo>
                  <a:pt x="2938921" y="697465"/>
                  <a:pt x="2921526" y="714860"/>
                  <a:pt x="2921526" y="736318"/>
                </a:cubicBezTo>
                <a:cubicBezTo>
                  <a:pt x="2921526" y="757776"/>
                  <a:pt x="2938921" y="775171"/>
                  <a:pt x="2960379" y="775171"/>
                </a:cubicBezTo>
                <a:cubicBezTo>
                  <a:pt x="2981837" y="775171"/>
                  <a:pt x="2999232" y="757776"/>
                  <a:pt x="2999232" y="736318"/>
                </a:cubicBezTo>
                <a:cubicBezTo>
                  <a:pt x="2999232" y="714860"/>
                  <a:pt x="2981837" y="697465"/>
                  <a:pt x="2960379" y="697465"/>
                </a:cubicBezTo>
                <a:close/>
                <a:moveTo>
                  <a:pt x="2767152" y="697465"/>
                </a:moveTo>
                <a:cubicBezTo>
                  <a:pt x="2745694" y="697465"/>
                  <a:pt x="2728299" y="714860"/>
                  <a:pt x="2728299" y="736318"/>
                </a:cubicBezTo>
                <a:cubicBezTo>
                  <a:pt x="2728299" y="757776"/>
                  <a:pt x="2745694" y="775171"/>
                  <a:pt x="2767152" y="775171"/>
                </a:cubicBezTo>
                <a:cubicBezTo>
                  <a:pt x="2788610" y="775171"/>
                  <a:pt x="2806005" y="757776"/>
                  <a:pt x="2806005" y="736318"/>
                </a:cubicBezTo>
                <a:cubicBezTo>
                  <a:pt x="2806005" y="714860"/>
                  <a:pt x="2788610" y="697465"/>
                  <a:pt x="2767152" y="697465"/>
                </a:cubicBezTo>
                <a:close/>
                <a:moveTo>
                  <a:pt x="2607388" y="697465"/>
                </a:moveTo>
                <a:cubicBezTo>
                  <a:pt x="2585930" y="697465"/>
                  <a:pt x="2568535" y="714860"/>
                  <a:pt x="2568535" y="736318"/>
                </a:cubicBezTo>
                <a:cubicBezTo>
                  <a:pt x="2568535" y="757776"/>
                  <a:pt x="2585930" y="775171"/>
                  <a:pt x="2607388" y="775171"/>
                </a:cubicBezTo>
                <a:cubicBezTo>
                  <a:pt x="2628846" y="775171"/>
                  <a:pt x="2646241" y="757776"/>
                  <a:pt x="2646241" y="736318"/>
                </a:cubicBezTo>
                <a:cubicBezTo>
                  <a:pt x="2646241" y="714860"/>
                  <a:pt x="2628846" y="697465"/>
                  <a:pt x="2607388" y="697465"/>
                </a:cubicBezTo>
                <a:close/>
                <a:moveTo>
                  <a:pt x="2414161" y="697465"/>
                </a:moveTo>
                <a:cubicBezTo>
                  <a:pt x="2392703" y="697465"/>
                  <a:pt x="2375308" y="714860"/>
                  <a:pt x="2375308" y="736318"/>
                </a:cubicBezTo>
                <a:cubicBezTo>
                  <a:pt x="2375308" y="757776"/>
                  <a:pt x="2392703" y="775171"/>
                  <a:pt x="2414161" y="775171"/>
                </a:cubicBezTo>
                <a:cubicBezTo>
                  <a:pt x="2435619" y="775171"/>
                  <a:pt x="2453014" y="757776"/>
                  <a:pt x="2453014" y="736318"/>
                </a:cubicBezTo>
                <a:cubicBezTo>
                  <a:pt x="2453014" y="714860"/>
                  <a:pt x="2435619" y="697465"/>
                  <a:pt x="2414161" y="697465"/>
                </a:cubicBezTo>
                <a:close/>
                <a:moveTo>
                  <a:pt x="2220934" y="697465"/>
                </a:moveTo>
                <a:cubicBezTo>
                  <a:pt x="2199476" y="697465"/>
                  <a:pt x="2182081" y="714860"/>
                  <a:pt x="2182081" y="736318"/>
                </a:cubicBezTo>
                <a:cubicBezTo>
                  <a:pt x="2182081" y="757776"/>
                  <a:pt x="2199476" y="775171"/>
                  <a:pt x="2220934" y="775171"/>
                </a:cubicBezTo>
                <a:cubicBezTo>
                  <a:pt x="2242392" y="775171"/>
                  <a:pt x="2259787" y="757776"/>
                  <a:pt x="2259787" y="736318"/>
                </a:cubicBezTo>
                <a:cubicBezTo>
                  <a:pt x="2259787" y="714860"/>
                  <a:pt x="2242392" y="697465"/>
                  <a:pt x="2220934" y="697465"/>
                </a:cubicBezTo>
                <a:close/>
                <a:moveTo>
                  <a:pt x="2027707" y="697465"/>
                </a:moveTo>
                <a:cubicBezTo>
                  <a:pt x="2006249" y="697465"/>
                  <a:pt x="1988854" y="714860"/>
                  <a:pt x="1988854" y="736318"/>
                </a:cubicBezTo>
                <a:cubicBezTo>
                  <a:pt x="1988854" y="757776"/>
                  <a:pt x="2006249" y="775171"/>
                  <a:pt x="2027707" y="775171"/>
                </a:cubicBezTo>
                <a:cubicBezTo>
                  <a:pt x="2049165" y="775171"/>
                  <a:pt x="2066560" y="757776"/>
                  <a:pt x="2066560" y="736318"/>
                </a:cubicBezTo>
                <a:cubicBezTo>
                  <a:pt x="2066560" y="714860"/>
                  <a:pt x="2049165" y="697465"/>
                  <a:pt x="2027707" y="697465"/>
                </a:cubicBezTo>
                <a:close/>
                <a:moveTo>
                  <a:pt x="1867943" y="697465"/>
                </a:moveTo>
                <a:cubicBezTo>
                  <a:pt x="1846485" y="697465"/>
                  <a:pt x="1829090" y="714860"/>
                  <a:pt x="1829090" y="736318"/>
                </a:cubicBezTo>
                <a:cubicBezTo>
                  <a:pt x="1829090" y="757776"/>
                  <a:pt x="1846485" y="775171"/>
                  <a:pt x="1867943" y="775171"/>
                </a:cubicBezTo>
                <a:cubicBezTo>
                  <a:pt x="1889401" y="775171"/>
                  <a:pt x="1906796" y="757776"/>
                  <a:pt x="1906796" y="736318"/>
                </a:cubicBezTo>
                <a:cubicBezTo>
                  <a:pt x="1906796" y="714860"/>
                  <a:pt x="1889401" y="697465"/>
                  <a:pt x="1867943" y="697465"/>
                </a:cubicBezTo>
                <a:close/>
                <a:moveTo>
                  <a:pt x="1674716" y="697465"/>
                </a:moveTo>
                <a:cubicBezTo>
                  <a:pt x="1653258" y="697465"/>
                  <a:pt x="1635863" y="714860"/>
                  <a:pt x="1635863" y="736318"/>
                </a:cubicBezTo>
                <a:cubicBezTo>
                  <a:pt x="1635863" y="757776"/>
                  <a:pt x="1653258" y="775171"/>
                  <a:pt x="1674716" y="775171"/>
                </a:cubicBezTo>
                <a:cubicBezTo>
                  <a:pt x="1696174" y="775171"/>
                  <a:pt x="1713569" y="757776"/>
                  <a:pt x="1713569" y="736318"/>
                </a:cubicBezTo>
                <a:cubicBezTo>
                  <a:pt x="1713569" y="714860"/>
                  <a:pt x="1696174" y="697465"/>
                  <a:pt x="1674716" y="697465"/>
                </a:cubicBezTo>
                <a:close/>
                <a:moveTo>
                  <a:pt x="1161963" y="697465"/>
                </a:moveTo>
                <a:cubicBezTo>
                  <a:pt x="1140505" y="697465"/>
                  <a:pt x="1123110" y="714860"/>
                  <a:pt x="1123110" y="736318"/>
                </a:cubicBezTo>
                <a:cubicBezTo>
                  <a:pt x="1123110" y="757776"/>
                  <a:pt x="1140505" y="775171"/>
                  <a:pt x="1161963" y="775171"/>
                </a:cubicBezTo>
                <a:cubicBezTo>
                  <a:pt x="1183421" y="775171"/>
                  <a:pt x="1200816" y="757776"/>
                  <a:pt x="1200816" y="736318"/>
                </a:cubicBezTo>
                <a:cubicBezTo>
                  <a:pt x="1200816" y="714860"/>
                  <a:pt x="1183421" y="697465"/>
                  <a:pt x="1161963" y="697465"/>
                </a:cubicBezTo>
                <a:close/>
                <a:moveTo>
                  <a:pt x="8829043" y="695950"/>
                </a:moveTo>
                <a:cubicBezTo>
                  <a:pt x="8807585" y="695950"/>
                  <a:pt x="8790190" y="713345"/>
                  <a:pt x="8790190" y="734803"/>
                </a:cubicBezTo>
                <a:cubicBezTo>
                  <a:pt x="8790190" y="756261"/>
                  <a:pt x="8807585" y="773656"/>
                  <a:pt x="8829043" y="773656"/>
                </a:cubicBezTo>
                <a:cubicBezTo>
                  <a:pt x="8850501" y="773656"/>
                  <a:pt x="8867896" y="756261"/>
                  <a:pt x="8867896" y="734803"/>
                </a:cubicBezTo>
                <a:cubicBezTo>
                  <a:pt x="8867896" y="713345"/>
                  <a:pt x="8850501" y="695950"/>
                  <a:pt x="8829043" y="695950"/>
                </a:cubicBezTo>
                <a:close/>
                <a:moveTo>
                  <a:pt x="8669280" y="695950"/>
                </a:moveTo>
                <a:cubicBezTo>
                  <a:pt x="8647822" y="695950"/>
                  <a:pt x="8630427" y="713345"/>
                  <a:pt x="8630427" y="734803"/>
                </a:cubicBezTo>
                <a:cubicBezTo>
                  <a:pt x="8630427" y="756261"/>
                  <a:pt x="8647822" y="773656"/>
                  <a:pt x="8669280" y="773656"/>
                </a:cubicBezTo>
                <a:cubicBezTo>
                  <a:pt x="8690738" y="773656"/>
                  <a:pt x="8708133" y="756261"/>
                  <a:pt x="8708133" y="734803"/>
                </a:cubicBezTo>
                <a:cubicBezTo>
                  <a:pt x="8708133" y="713345"/>
                  <a:pt x="8690738" y="695950"/>
                  <a:pt x="8669280" y="695950"/>
                </a:cubicBezTo>
                <a:close/>
                <a:moveTo>
                  <a:pt x="7610309" y="695950"/>
                </a:moveTo>
                <a:cubicBezTo>
                  <a:pt x="7588851" y="695950"/>
                  <a:pt x="7571456" y="713345"/>
                  <a:pt x="7571456" y="734803"/>
                </a:cubicBezTo>
                <a:cubicBezTo>
                  <a:pt x="7571456" y="756261"/>
                  <a:pt x="7588851" y="773656"/>
                  <a:pt x="7610309" y="773656"/>
                </a:cubicBezTo>
                <a:cubicBezTo>
                  <a:pt x="7631767" y="773656"/>
                  <a:pt x="7649162" y="756261"/>
                  <a:pt x="7649162" y="734803"/>
                </a:cubicBezTo>
                <a:cubicBezTo>
                  <a:pt x="7649162" y="713345"/>
                  <a:pt x="7631767" y="695950"/>
                  <a:pt x="7610309" y="695950"/>
                </a:cubicBezTo>
                <a:close/>
                <a:moveTo>
                  <a:pt x="7450546" y="695950"/>
                </a:moveTo>
                <a:cubicBezTo>
                  <a:pt x="7429088" y="695950"/>
                  <a:pt x="7411693" y="713345"/>
                  <a:pt x="7411693" y="734803"/>
                </a:cubicBezTo>
                <a:cubicBezTo>
                  <a:pt x="7411693" y="756261"/>
                  <a:pt x="7429088" y="773656"/>
                  <a:pt x="7450546" y="773656"/>
                </a:cubicBezTo>
                <a:cubicBezTo>
                  <a:pt x="7472004" y="773656"/>
                  <a:pt x="7489399" y="756261"/>
                  <a:pt x="7489399" y="734803"/>
                </a:cubicBezTo>
                <a:cubicBezTo>
                  <a:pt x="7489399" y="713345"/>
                  <a:pt x="7472004" y="695950"/>
                  <a:pt x="7450546" y="695950"/>
                </a:cubicBezTo>
                <a:close/>
                <a:moveTo>
                  <a:pt x="6936107" y="695950"/>
                </a:moveTo>
                <a:cubicBezTo>
                  <a:pt x="6914649" y="695950"/>
                  <a:pt x="6897254" y="713345"/>
                  <a:pt x="6897254" y="734803"/>
                </a:cubicBezTo>
                <a:cubicBezTo>
                  <a:pt x="6897254" y="756261"/>
                  <a:pt x="6914649" y="773656"/>
                  <a:pt x="6936107" y="773656"/>
                </a:cubicBezTo>
                <a:cubicBezTo>
                  <a:pt x="6957565" y="773656"/>
                  <a:pt x="6974960" y="756261"/>
                  <a:pt x="6974960" y="734803"/>
                </a:cubicBezTo>
                <a:cubicBezTo>
                  <a:pt x="6974960" y="713345"/>
                  <a:pt x="6957565" y="695950"/>
                  <a:pt x="6936107" y="695950"/>
                </a:cubicBezTo>
                <a:close/>
                <a:moveTo>
                  <a:pt x="6776344" y="695950"/>
                </a:moveTo>
                <a:cubicBezTo>
                  <a:pt x="6754886" y="695950"/>
                  <a:pt x="6737491" y="713345"/>
                  <a:pt x="6737491" y="734803"/>
                </a:cubicBezTo>
                <a:cubicBezTo>
                  <a:pt x="6737491" y="756261"/>
                  <a:pt x="6754886" y="773656"/>
                  <a:pt x="6776344" y="773656"/>
                </a:cubicBezTo>
                <a:cubicBezTo>
                  <a:pt x="6797802" y="773656"/>
                  <a:pt x="6815197" y="756261"/>
                  <a:pt x="6815197" y="734803"/>
                </a:cubicBezTo>
                <a:cubicBezTo>
                  <a:pt x="6815197" y="713345"/>
                  <a:pt x="6797802" y="695950"/>
                  <a:pt x="6776344" y="695950"/>
                </a:cubicBezTo>
                <a:close/>
                <a:moveTo>
                  <a:pt x="5717373" y="695950"/>
                </a:moveTo>
                <a:cubicBezTo>
                  <a:pt x="5695915" y="695950"/>
                  <a:pt x="5678520" y="713345"/>
                  <a:pt x="5678520" y="734803"/>
                </a:cubicBezTo>
                <a:cubicBezTo>
                  <a:pt x="5678520" y="756261"/>
                  <a:pt x="5695915" y="773656"/>
                  <a:pt x="5717373" y="773656"/>
                </a:cubicBezTo>
                <a:cubicBezTo>
                  <a:pt x="5738831" y="773656"/>
                  <a:pt x="5756226" y="756261"/>
                  <a:pt x="5756226" y="734803"/>
                </a:cubicBezTo>
                <a:cubicBezTo>
                  <a:pt x="5756226" y="713345"/>
                  <a:pt x="5738831" y="695950"/>
                  <a:pt x="5717373" y="695950"/>
                </a:cubicBezTo>
                <a:close/>
                <a:moveTo>
                  <a:pt x="5557610" y="695950"/>
                </a:moveTo>
                <a:cubicBezTo>
                  <a:pt x="5536152" y="695950"/>
                  <a:pt x="5518757" y="713345"/>
                  <a:pt x="5518757" y="734803"/>
                </a:cubicBezTo>
                <a:cubicBezTo>
                  <a:pt x="5518757" y="756261"/>
                  <a:pt x="5536152" y="773656"/>
                  <a:pt x="5557610" y="773656"/>
                </a:cubicBezTo>
                <a:cubicBezTo>
                  <a:pt x="5579068" y="773656"/>
                  <a:pt x="5596463" y="756261"/>
                  <a:pt x="5596463" y="734803"/>
                </a:cubicBezTo>
                <a:cubicBezTo>
                  <a:pt x="5596463" y="713345"/>
                  <a:pt x="5579068" y="695950"/>
                  <a:pt x="5557610" y="695950"/>
                </a:cubicBezTo>
                <a:close/>
                <a:moveTo>
                  <a:pt x="3952421" y="695950"/>
                </a:moveTo>
                <a:cubicBezTo>
                  <a:pt x="3930963" y="695950"/>
                  <a:pt x="3913568" y="713345"/>
                  <a:pt x="3913568" y="734803"/>
                </a:cubicBezTo>
                <a:cubicBezTo>
                  <a:pt x="3913568" y="756261"/>
                  <a:pt x="3930963" y="773656"/>
                  <a:pt x="3952421" y="773656"/>
                </a:cubicBezTo>
                <a:cubicBezTo>
                  <a:pt x="3973879" y="773656"/>
                  <a:pt x="3991274" y="756261"/>
                  <a:pt x="3991274" y="734803"/>
                </a:cubicBezTo>
                <a:cubicBezTo>
                  <a:pt x="3991274" y="713345"/>
                  <a:pt x="3973879" y="695950"/>
                  <a:pt x="3952421" y="695950"/>
                </a:cubicBezTo>
                <a:close/>
                <a:moveTo>
                  <a:pt x="3792658" y="695950"/>
                </a:moveTo>
                <a:cubicBezTo>
                  <a:pt x="3771200" y="695950"/>
                  <a:pt x="3753805" y="713345"/>
                  <a:pt x="3753805" y="734803"/>
                </a:cubicBezTo>
                <a:cubicBezTo>
                  <a:pt x="3753805" y="756261"/>
                  <a:pt x="3771200" y="773656"/>
                  <a:pt x="3792658" y="773656"/>
                </a:cubicBezTo>
                <a:cubicBezTo>
                  <a:pt x="3814116" y="773656"/>
                  <a:pt x="3831511" y="756261"/>
                  <a:pt x="3831511" y="734803"/>
                </a:cubicBezTo>
                <a:cubicBezTo>
                  <a:pt x="3831511" y="713345"/>
                  <a:pt x="3814116" y="695950"/>
                  <a:pt x="3792658" y="695950"/>
                </a:cubicBezTo>
                <a:close/>
                <a:moveTo>
                  <a:pt x="3279905" y="695950"/>
                </a:moveTo>
                <a:cubicBezTo>
                  <a:pt x="3258447" y="695950"/>
                  <a:pt x="3241052" y="713345"/>
                  <a:pt x="3241052" y="734803"/>
                </a:cubicBezTo>
                <a:cubicBezTo>
                  <a:pt x="3241052" y="756261"/>
                  <a:pt x="3258447" y="773656"/>
                  <a:pt x="3279905" y="773656"/>
                </a:cubicBezTo>
                <a:cubicBezTo>
                  <a:pt x="3301363" y="773656"/>
                  <a:pt x="3318758" y="756261"/>
                  <a:pt x="3318758" y="734803"/>
                </a:cubicBezTo>
                <a:cubicBezTo>
                  <a:pt x="3318758" y="713345"/>
                  <a:pt x="3301363" y="695950"/>
                  <a:pt x="3279905" y="695950"/>
                </a:cubicBezTo>
                <a:close/>
                <a:moveTo>
                  <a:pt x="3120141" y="695950"/>
                </a:moveTo>
                <a:cubicBezTo>
                  <a:pt x="3098683" y="695950"/>
                  <a:pt x="3081288" y="713345"/>
                  <a:pt x="3081288" y="734803"/>
                </a:cubicBezTo>
                <a:cubicBezTo>
                  <a:pt x="3081288" y="756261"/>
                  <a:pt x="3098683" y="773656"/>
                  <a:pt x="3120141" y="773656"/>
                </a:cubicBezTo>
                <a:cubicBezTo>
                  <a:pt x="3141599" y="773656"/>
                  <a:pt x="3158994" y="756261"/>
                  <a:pt x="3158994" y="734803"/>
                </a:cubicBezTo>
                <a:cubicBezTo>
                  <a:pt x="3158994" y="713345"/>
                  <a:pt x="3141599" y="695950"/>
                  <a:pt x="3120141" y="695950"/>
                </a:cubicBezTo>
                <a:close/>
                <a:moveTo>
                  <a:pt x="1514953" y="695950"/>
                </a:moveTo>
                <a:cubicBezTo>
                  <a:pt x="1493495" y="695950"/>
                  <a:pt x="1476100" y="713345"/>
                  <a:pt x="1476100" y="734803"/>
                </a:cubicBezTo>
                <a:cubicBezTo>
                  <a:pt x="1476100" y="756261"/>
                  <a:pt x="1493495" y="773656"/>
                  <a:pt x="1514953" y="773656"/>
                </a:cubicBezTo>
                <a:cubicBezTo>
                  <a:pt x="1536411" y="773656"/>
                  <a:pt x="1553806" y="756261"/>
                  <a:pt x="1553806" y="734803"/>
                </a:cubicBezTo>
                <a:cubicBezTo>
                  <a:pt x="1553806" y="713345"/>
                  <a:pt x="1536411" y="695950"/>
                  <a:pt x="1514953" y="695950"/>
                </a:cubicBezTo>
                <a:close/>
                <a:moveTo>
                  <a:pt x="1355190" y="695950"/>
                </a:moveTo>
                <a:cubicBezTo>
                  <a:pt x="1333732" y="695950"/>
                  <a:pt x="1316337" y="713345"/>
                  <a:pt x="1316337" y="734803"/>
                </a:cubicBezTo>
                <a:cubicBezTo>
                  <a:pt x="1316337" y="756261"/>
                  <a:pt x="1333732" y="773656"/>
                  <a:pt x="1355190" y="773656"/>
                </a:cubicBezTo>
                <a:cubicBezTo>
                  <a:pt x="1376648" y="773656"/>
                  <a:pt x="1394043" y="756261"/>
                  <a:pt x="1394043" y="734803"/>
                </a:cubicBezTo>
                <a:cubicBezTo>
                  <a:pt x="1394043" y="713345"/>
                  <a:pt x="1376648" y="695950"/>
                  <a:pt x="1355190" y="695950"/>
                </a:cubicBezTo>
                <a:close/>
                <a:moveTo>
                  <a:pt x="296219" y="695950"/>
                </a:moveTo>
                <a:cubicBezTo>
                  <a:pt x="274761" y="695950"/>
                  <a:pt x="257366" y="713345"/>
                  <a:pt x="257366" y="734803"/>
                </a:cubicBezTo>
                <a:cubicBezTo>
                  <a:pt x="257366" y="756261"/>
                  <a:pt x="274761" y="773656"/>
                  <a:pt x="296219" y="773656"/>
                </a:cubicBezTo>
                <a:cubicBezTo>
                  <a:pt x="317677" y="773656"/>
                  <a:pt x="335072" y="756261"/>
                  <a:pt x="335072" y="734803"/>
                </a:cubicBezTo>
                <a:cubicBezTo>
                  <a:pt x="335072" y="713345"/>
                  <a:pt x="317677" y="695950"/>
                  <a:pt x="296219" y="695950"/>
                </a:cubicBezTo>
                <a:close/>
                <a:moveTo>
                  <a:pt x="136456" y="695950"/>
                </a:moveTo>
                <a:cubicBezTo>
                  <a:pt x="114998" y="695950"/>
                  <a:pt x="97603" y="713345"/>
                  <a:pt x="97603" y="734803"/>
                </a:cubicBezTo>
                <a:cubicBezTo>
                  <a:pt x="97603" y="756261"/>
                  <a:pt x="114998" y="773656"/>
                  <a:pt x="136456" y="773656"/>
                </a:cubicBezTo>
                <a:cubicBezTo>
                  <a:pt x="157914" y="773656"/>
                  <a:pt x="175309" y="756261"/>
                  <a:pt x="175309" y="734803"/>
                </a:cubicBezTo>
                <a:cubicBezTo>
                  <a:pt x="175309" y="713345"/>
                  <a:pt x="157914" y="695950"/>
                  <a:pt x="136456" y="695950"/>
                </a:cubicBezTo>
                <a:close/>
                <a:moveTo>
                  <a:pt x="9102152" y="682163"/>
                </a:moveTo>
                <a:cubicBezTo>
                  <a:pt x="9106425" y="682163"/>
                  <a:pt x="9109889" y="685627"/>
                  <a:pt x="9109889" y="689900"/>
                </a:cubicBezTo>
                <a:cubicBezTo>
                  <a:pt x="9109889" y="720846"/>
                  <a:pt x="9109888" y="751791"/>
                  <a:pt x="9109888" y="782737"/>
                </a:cubicBezTo>
                <a:lnTo>
                  <a:pt x="9102152" y="790474"/>
                </a:lnTo>
                <a:cubicBezTo>
                  <a:pt x="9097879" y="790473"/>
                  <a:pt x="9094415" y="787009"/>
                  <a:pt x="9094415" y="782736"/>
                </a:cubicBezTo>
                <a:lnTo>
                  <a:pt x="9094415" y="689900"/>
                </a:lnTo>
                <a:cubicBezTo>
                  <a:pt x="9094415" y="685627"/>
                  <a:pt x="9097879" y="682163"/>
                  <a:pt x="9102152" y="682163"/>
                </a:cubicBezTo>
                <a:close/>
                <a:moveTo>
                  <a:pt x="9068689" y="682163"/>
                </a:moveTo>
                <a:cubicBezTo>
                  <a:pt x="9072962" y="682163"/>
                  <a:pt x="9076426" y="685627"/>
                  <a:pt x="9076426" y="689900"/>
                </a:cubicBezTo>
                <a:cubicBezTo>
                  <a:pt x="9076426" y="720846"/>
                  <a:pt x="9076425" y="751791"/>
                  <a:pt x="9076425" y="782737"/>
                </a:cubicBezTo>
                <a:lnTo>
                  <a:pt x="9068689" y="790474"/>
                </a:lnTo>
                <a:cubicBezTo>
                  <a:pt x="9064416" y="790473"/>
                  <a:pt x="9060952" y="787009"/>
                  <a:pt x="9060952" y="782736"/>
                </a:cubicBezTo>
                <a:lnTo>
                  <a:pt x="9060952" y="689900"/>
                </a:lnTo>
                <a:cubicBezTo>
                  <a:pt x="9060952" y="685627"/>
                  <a:pt x="9064416" y="682163"/>
                  <a:pt x="9068689" y="682163"/>
                </a:cubicBezTo>
                <a:close/>
                <a:moveTo>
                  <a:pt x="8988807" y="682163"/>
                </a:moveTo>
                <a:cubicBezTo>
                  <a:pt x="9018717" y="682163"/>
                  <a:pt x="9042963" y="706409"/>
                  <a:pt x="9042963" y="736319"/>
                </a:cubicBezTo>
                <a:cubicBezTo>
                  <a:pt x="9042963" y="766227"/>
                  <a:pt x="9018717" y="790473"/>
                  <a:pt x="8988807" y="790474"/>
                </a:cubicBezTo>
                <a:cubicBezTo>
                  <a:pt x="8958897" y="790473"/>
                  <a:pt x="8934651" y="766227"/>
                  <a:pt x="8934651" y="736319"/>
                </a:cubicBezTo>
                <a:cubicBezTo>
                  <a:pt x="8934651" y="706409"/>
                  <a:pt x="8958897" y="682163"/>
                  <a:pt x="8988807" y="682163"/>
                </a:cubicBezTo>
                <a:close/>
                <a:moveTo>
                  <a:pt x="8589399" y="682163"/>
                </a:moveTo>
                <a:cubicBezTo>
                  <a:pt x="8593672" y="682163"/>
                  <a:pt x="8597136" y="685627"/>
                  <a:pt x="8597136" y="689900"/>
                </a:cubicBezTo>
                <a:cubicBezTo>
                  <a:pt x="8597136" y="720846"/>
                  <a:pt x="8597135" y="751791"/>
                  <a:pt x="8597135" y="782737"/>
                </a:cubicBezTo>
                <a:lnTo>
                  <a:pt x="8589399" y="790474"/>
                </a:lnTo>
                <a:cubicBezTo>
                  <a:pt x="8585126" y="790473"/>
                  <a:pt x="8581662" y="787009"/>
                  <a:pt x="8581662" y="782736"/>
                </a:cubicBezTo>
                <a:lnTo>
                  <a:pt x="8581662" y="689900"/>
                </a:lnTo>
                <a:cubicBezTo>
                  <a:pt x="8581662" y="685627"/>
                  <a:pt x="8585126" y="682163"/>
                  <a:pt x="8589399" y="682163"/>
                </a:cubicBezTo>
                <a:close/>
                <a:moveTo>
                  <a:pt x="8555936" y="682163"/>
                </a:moveTo>
                <a:cubicBezTo>
                  <a:pt x="8560209" y="682163"/>
                  <a:pt x="8563673" y="685627"/>
                  <a:pt x="8563673" y="689900"/>
                </a:cubicBezTo>
                <a:cubicBezTo>
                  <a:pt x="8563673" y="720846"/>
                  <a:pt x="8563672" y="751791"/>
                  <a:pt x="8563672" y="782737"/>
                </a:cubicBezTo>
                <a:lnTo>
                  <a:pt x="8555936" y="790474"/>
                </a:lnTo>
                <a:cubicBezTo>
                  <a:pt x="8551663" y="790473"/>
                  <a:pt x="8548199" y="787009"/>
                  <a:pt x="8548199" y="782736"/>
                </a:cubicBezTo>
                <a:lnTo>
                  <a:pt x="8548199" y="689900"/>
                </a:lnTo>
                <a:cubicBezTo>
                  <a:pt x="8548199" y="685627"/>
                  <a:pt x="8551663" y="682163"/>
                  <a:pt x="8555936" y="682163"/>
                </a:cubicBezTo>
                <a:close/>
                <a:moveTo>
                  <a:pt x="8476054" y="682163"/>
                </a:moveTo>
                <a:cubicBezTo>
                  <a:pt x="8505964" y="682163"/>
                  <a:pt x="8530210" y="706409"/>
                  <a:pt x="8530210" y="736319"/>
                </a:cubicBezTo>
                <a:cubicBezTo>
                  <a:pt x="8530210" y="766227"/>
                  <a:pt x="8505964" y="790473"/>
                  <a:pt x="8476054" y="790474"/>
                </a:cubicBezTo>
                <a:cubicBezTo>
                  <a:pt x="8446144" y="790473"/>
                  <a:pt x="8421898" y="766227"/>
                  <a:pt x="8421898" y="736319"/>
                </a:cubicBezTo>
                <a:cubicBezTo>
                  <a:pt x="8421898" y="706409"/>
                  <a:pt x="8446144" y="682163"/>
                  <a:pt x="8476054" y="682163"/>
                </a:cubicBezTo>
                <a:close/>
                <a:moveTo>
                  <a:pt x="8396172" y="682163"/>
                </a:moveTo>
                <a:cubicBezTo>
                  <a:pt x="8400445" y="682163"/>
                  <a:pt x="8403909" y="685627"/>
                  <a:pt x="8403909" y="689900"/>
                </a:cubicBezTo>
                <a:cubicBezTo>
                  <a:pt x="8403909" y="720846"/>
                  <a:pt x="8403908" y="751791"/>
                  <a:pt x="8403908" y="782737"/>
                </a:cubicBezTo>
                <a:lnTo>
                  <a:pt x="8396172" y="790474"/>
                </a:lnTo>
                <a:cubicBezTo>
                  <a:pt x="8391899" y="790473"/>
                  <a:pt x="8388435" y="787009"/>
                  <a:pt x="8388435" y="782736"/>
                </a:cubicBezTo>
                <a:lnTo>
                  <a:pt x="8388435" y="689900"/>
                </a:lnTo>
                <a:cubicBezTo>
                  <a:pt x="8388435" y="685627"/>
                  <a:pt x="8391899" y="682163"/>
                  <a:pt x="8396172" y="682163"/>
                </a:cubicBezTo>
                <a:close/>
                <a:moveTo>
                  <a:pt x="8362709" y="682163"/>
                </a:moveTo>
                <a:cubicBezTo>
                  <a:pt x="8366982" y="682163"/>
                  <a:pt x="8370446" y="685627"/>
                  <a:pt x="8370446" y="689900"/>
                </a:cubicBezTo>
                <a:cubicBezTo>
                  <a:pt x="8370446" y="720846"/>
                  <a:pt x="8370445" y="751791"/>
                  <a:pt x="8370445" y="782737"/>
                </a:cubicBezTo>
                <a:lnTo>
                  <a:pt x="8362709" y="790474"/>
                </a:lnTo>
                <a:cubicBezTo>
                  <a:pt x="8358436" y="790473"/>
                  <a:pt x="8354972" y="787009"/>
                  <a:pt x="8354972" y="782736"/>
                </a:cubicBezTo>
                <a:lnTo>
                  <a:pt x="8354972" y="689900"/>
                </a:lnTo>
                <a:cubicBezTo>
                  <a:pt x="8354972" y="685627"/>
                  <a:pt x="8358436" y="682163"/>
                  <a:pt x="8362709" y="682163"/>
                </a:cubicBezTo>
                <a:close/>
                <a:moveTo>
                  <a:pt x="8282827" y="682163"/>
                </a:moveTo>
                <a:cubicBezTo>
                  <a:pt x="8312737" y="682163"/>
                  <a:pt x="8336983" y="706409"/>
                  <a:pt x="8336983" y="736319"/>
                </a:cubicBezTo>
                <a:cubicBezTo>
                  <a:pt x="8336983" y="766227"/>
                  <a:pt x="8312737" y="790473"/>
                  <a:pt x="8282827" y="790474"/>
                </a:cubicBezTo>
                <a:cubicBezTo>
                  <a:pt x="8252917" y="790473"/>
                  <a:pt x="8228671" y="766227"/>
                  <a:pt x="8228671" y="736319"/>
                </a:cubicBezTo>
                <a:cubicBezTo>
                  <a:pt x="8228671" y="706409"/>
                  <a:pt x="8252917" y="682163"/>
                  <a:pt x="8282827" y="682163"/>
                </a:cubicBezTo>
                <a:close/>
                <a:moveTo>
                  <a:pt x="8202946" y="682163"/>
                </a:moveTo>
                <a:cubicBezTo>
                  <a:pt x="8207219" y="682163"/>
                  <a:pt x="8210683" y="685627"/>
                  <a:pt x="8210683" y="689900"/>
                </a:cubicBezTo>
                <a:cubicBezTo>
                  <a:pt x="8210683" y="720846"/>
                  <a:pt x="8210682" y="751791"/>
                  <a:pt x="8210682" y="782737"/>
                </a:cubicBezTo>
                <a:lnTo>
                  <a:pt x="8202946" y="790474"/>
                </a:lnTo>
                <a:cubicBezTo>
                  <a:pt x="8198673" y="790473"/>
                  <a:pt x="8195209" y="787009"/>
                  <a:pt x="8195209" y="782736"/>
                </a:cubicBezTo>
                <a:lnTo>
                  <a:pt x="8195209" y="689900"/>
                </a:lnTo>
                <a:cubicBezTo>
                  <a:pt x="8195209" y="685627"/>
                  <a:pt x="8198673" y="682163"/>
                  <a:pt x="8202946" y="682163"/>
                </a:cubicBezTo>
                <a:close/>
                <a:moveTo>
                  <a:pt x="8123064" y="682163"/>
                </a:moveTo>
                <a:cubicBezTo>
                  <a:pt x="8152974" y="682163"/>
                  <a:pt x="8177220" y="706409"/>
                  <a:pt x="8177220" y="736319"/>
                </a:cubicBezTo>
                <a:cubicBezTo>
                  <a:pt x="8177220" y="766227"/>
                  <a:pt x="8152974" y="790473"/>
                  <a:pt x="8123064" y="790474"/>
                </a:cubicBezTo>
                <a:cubicBezTo>
                  <a:pt x="8093154" y="790473"/>
                  <a:pt x="8068908" y="766227"/>
                  <a:pt x="8068908" y="736319"/>
                </a:cubicBezTo>
                <a:cubicBezTo>
                  <a:pt x="8068908" y="706409"/>
                  <a:pt x="8093154" y="682163"/>
                  <a:pt x="8123064" y="682163"/>
                </a:cubicBezTo>
                <a:close/>
                <a:moveTo>
                  <a:pt x="8043182" y="682163"/>
                </a:moveTo>
                <a:cubicBezTo>
                  <a:pt x="8047455" y="682163"/>
                  <a:pt x="8050919" y="685627"/>
                  <a:pt x="8050919" y="689900"/>
                </a:cubicBezTo>
                <a:cubicBezTo>
                  <a:pt x="8050919" y="720846"/>
                  <a:pt x="8050918" y="751791"/>
                  <a:pt x="8050918" y="782737"/>
                </a:cubicBezTo>
                <a:lnTo>
                  <a:pt x="8043182" y="790474"/>
                </a:lnTo>
                <a:cubicBezTo>
                  <a:pt x="8038909" y="790473"/>
                  <a:pt x="8035445" y="787009"/>
                  <a:pt x="8035445" y="782736"/>
                </a:cubicBezTo>
                <a:lnTo>
                  <a:pt x="8035445" y="689900"/>
                </a:lnTo>
                <a:cubicBezTo>
                  <a:pt x="8035445" y="685627"/>
                  <a:pt x="8038909" y="682163"/>
                  <a:pt x="8043182" y="682163"/>
                </a:cubicBezTo>
                <a:close/>
                <a:moveTo>
                  <a:pt x="7963300" y="682163"/>
                </a:moveTo>
                <a:cubicBezTo>
                  <a:pt x="7993210" y="682163"/>
                  <a:pt x="8017456" y="706409"/>
                  <a:pt x="8017456" y="736319"/>
                </a:cubicBezTo>
                <a:cubicBezTo>
                  <a:pt x="8017456" y="766227"/>
                  <a:pt x="7993210" y="790473"/>
                  <a:pt x="7963300" y="790474"/>
                </a:cubicBezTo>
                <a:cubicBezTo>
                  <a:pt x="7933390" y="790473"/>
                  <a:pt x="7909144" y="766227"/>
                  <a:pt x="7909144" y="736319"/>
                </a:cubicBezTo>
                <a:cubicBezTo>
                  <a:pt x="7909144" y="706409"/>
                  <a:pt x="7933390" y="682163"/>
                  <a:pt x="7963300" y="682163"/>
                </a:cubicBezTo>
                <a:close/>
                <a:moveTo>
                  <a:pt x="7883418" y="682163"/>
                </a:moveTo>
                <a:cubicBezTo>
                  <a:pt x="7887691" y="682163"/>
                  <a:pt x="7891155" y="685627"/>
                  <a:pt x="7891155" y="689900"/>
                </a:cubicBezTo>
                <a:cubicBezTo>
                  <a:pt x="7891155" y="720846"/>
                  <a:pt x="7891154" y="751791"/>
                  <a:pt x="7891154" y="782737"/>
                </a:cubicBezTo>
                <a:lnTo>
                  <a:pt x="7883418" y="790474"/>
                </a:lnTo>
                <a:cubicBezTo>
                  <a:pt x="7879145" y="790473"/>
                  <a:pt x="7875681" y="787009"/>
                  <a:pt x="7875681" y="782736"/>
                </a:cubicBezTo>
                <a:lnTo>
                  <a:pt x="7875681" y="689900"/>
                </a:lnTo>
                <a:cubicBezTo>
                  <a:pt x="7875681" y="685627"/>
                  <a:pt x="7879145" y="682163"/>
                  <a:pt x="7883418" y="682163"/>
                </a:cubicBezTo>
                <a:close/>
                <a:moveTo>
                  <a:pt x="7849955" y="682163"/>
                </a:moveTo>
                <a:cubicBezTo>
                  <a:pt x="7854228" y="682163"/>
                  <a:pt x="7857692" y="685627"/>
                  <a:pt x="7857692" y="689900"/>
                </a:cubicBezTo>
                <a:cubicBezTo>
                  <a:pt x="7857692" y="720846"/>
                  <a:pt x="7857691" y="751791"/>
                  <a:pt x="7857691" y="782737"/>
                </a:cubicBezTo>
                <a:lnTo>
                  <a:pt x="7849955" y="790474"/>
                </a:lnTo>
                <a:cubicBezTo>
                  <a:pt x="7845682" y="790473"/>
                  <a:pt x="7842218" y="787009"/>
                  <a:pt x="7842218" y="782736"/>
                </a:cubicBezTo>
                <a:lnTo>
                  <a:pt x="7842218" y="689900"/>
                </a:lnTo>
                <a:cubicBezTo>
                  <a:pt x="7842218" y="685627"/>
                  <a:pt x="7845682" y="682163"/>
                  <a:pt x="7849955" y="682163"/>
                </a:cubicBezTo>
                <a:close/>
                <a:moveTo>
                  <a:pt x="7770073" y="682163"/>
                </a:moveTo>
                <a:cubicBezTo>
                  <a:pt x="7799983" y="682163"/>
                  <a:pt x="7824229" y="706409"/>
                  <a:pt x="7824229" y="736319"/>
                </a:cubicBezTo>
                <a:cubicBezTo>
                  <a:pt x="7824229" y="766227"/>
                  <a:pt x="7799983" y="790473"/>
                  <a:pt x="7770073" y="790474"/>
                </a:cubicBezTo>
                <a:cubicBezTo>
                  <a:pt x="7740163" y="790473"/>
                  <a:pt x="7715917" y="766227"/>
                  <a:pt x="7715917" y="736319"/>
                </a:cubicBezTo>
                <a:cubicBezTo>
                  <a:pt x="7715917" y="706409"/>
                  <a:pt x="7740163" y="682163"/>
                  <a:pt x="7770073" y="682163"/>
                </a:cubicBezTo>
                <a:close/>
                <a:moveTo>
                  <a:pt x="7370665" y="682163"/>
                </a:moveTo>
                <a:cubicBezTo>
                  <a:pt x="7374938" y="682163"/>
                  <a:pt x="7378402" y="685627"/>
                  <a:pt x="7378402" y="689900"/>
                </a:cubicBezTo>
                <a:cubicBezTo>
                  <a:pt x="7378402" y="720846"/>
                  <a:pt x="7378401" y="751791"/>
                  <a:pt x="7378401" y="782737"/>
                </a:cubicBezTo>
                <a:lnTo>
                  <a:pt x="7370665" y="790474"/>
                </a:lnTo>
                <a:cubicBezTo>
                  <a:pt x="7366392" y="790473"/>
                  <a:pt x="7362928" y="787009"/>
                  <a:pt x="7362928" y="782736"/>
                </a:cubicBezTo>
                <a:lnTo>
                  <a:pt x="7362928" y="689900"/>
                </a:lnTo>
                <a:cubicBezTo>
                  <a:pt x="7362928" y="685627"/>
                  <a:pt x="7366392" y="682163"/>
                  <a:pt x="7370665" y="682163"/>
                </a:cubicBezTo>
                <a:close/>
                <a:moveTo>
                  <a:pt x="7337202" y="682163"/>
                </a:moveTo>
                <a:cubicBezTo>
                  <a:pt x="7341475" y="682163"/>
                  <a:pt x="7344939" y="685627"/>
                  <a:pt x="7344939" y="689900"/>
                </a:cubicBezTo>
                <a:cubicBezTo>
                  <a:pt x="7344939" y="720846"/>
                  <a:pt x="7344938" y="751791"/>
                  <a:pt x="7344938" y="782737"/>
                </a:cubicBezTo>
                <a:lnTo>
                  <a:pt x="7337202" y="790474"/>
                </a:lnTo>
                <a:cubicBezTo>
                  <a:pt x="7332929" y="790473"/>
                  <a:pt x="7329465" y="787009"/>
                  <a:pt x="7329465" y="782736"/>
                </a:cubicBezTo>
                <a:lnTo>
                  <a:pt x="7329465" y="689900"/>
                </a:lnTo>
                <a:cubicBezTo>
                  <a:pt x="7329465" y="685627"/>
                  <a:pt x="7332929" y="682163"/>
                  <a:pt x="7337202" y="682163"/>
                </a:cubicBezTo>
                <a:close/>
                <a:moveTo>
                  <a:pt x="7257320" y="682163"/>
                </a:moveTo>
                <a:cubicBezTo>
                  <a:pt x="7287230" y="682163"/>
                  <a:pt x="7311476" y="706409"/>
                  <a:pt x="7311476" y="736319"/>
                </a:cubicBezTo>
                <a:cubicBezTo>
                  <a:pt x="7311476" y="766227"/>
                  <a:pt x="7287230" y="790473"/>
                  <a:pt x="7257320" y="790474"/>
                </a:cubicBezTo>
                <a:cubicBezTo>
                  <a:pt x="7227410" y="790473"/>
                  <a:pt x="7203164" y="766227"/>
                  <a:pt x="7203164" y="736319"/>
                </a:cubicBezTo>
                <a:cubicBezTo>
                  <a:pt x="7203164" y="706409"/>
                  <a:pt x="7227410" y="682163"/>
                  <a:pt x="7257320" y="682163"/>
                </a:cubicBezTo>
                <a:close/>
                <a:moveTo>
                  <a:pt x="7129358" y="682163"/>
                </a:moveTo>
                <a:cubicBezTo>
                  <a:pt x="7159268" y="682163"/>
                  <a:pt x="7183514" y="706409"/>
                  <a:pt x="7183514" y="736318"/>
                </a:cubicBezTo>
                <a:cubicBezTo>
                  <a:pt x="7183514" y="766227"/>
                  <a:pt x="7159268" y="790473"/>
                  <a:pt x="7129358" y="790473"/>
                </a:cubicBezTo>
                <a:cubicBezTo>
                  <a:pt x="7099448" y="790473"/>
                  <a:pt x="7075202" y="766227"/>
                  <a:pt x="7075202" y="736318"/>
                </a:cubicBezTo>
                <a:cubicBezTo>
                  <a:pt x="7075202" y="706409"/>
                  <a:pt x="7099448" y="682163"/>
                  <a:pt x="7129358" y="682163"/>
                </a:cubicBezTo>
                <a:close/>
                <a:moveTo>
                  <a:pt x="7049451" y="682163"/>
                </a:moveTo>
                <a:cubicBezTo>
                  <a:pt x="7053724" y="682163"/>
                  <a:pt x="7057188" y="685627"/>
                  <a:pt x="7057188" y="689900"/>
                </a:cubicBezTo>
                <a:lnTo>
                  <a:pt x="7057188" y="782736"/>
                </a:lnTo>
                <a:cubicBezTo>
                  <a:pt x="7057188" y="787009"/>
                  <a:pt x="7053724" y="790473"/>
                  <a:pt x="7049451" y="790473"/>
                </a:cubicBezTo>
                <a:lnTo>
                  <a:pt x="7041715" y="782737"/>
                </a:lnTo>
                <a:cubicBezTo>
                  <a:pt x="7041715" y="751788"/>
                  <a:pt x="7041714" y="720846"/>
                  <a:pt x="7041714" y="689900"/>
                </a:cubicBezTo>
                <a:cubicBezTo>
                  <a:pt x="7041714" y="685627"/>
                  <a:pt x="7045178" y="682163"/>
                  <a:pt x="7049451" y="682163"/>
                </a:cubicBezTo>
                <a:close/>
                <a:moveTo>
                  <a:pt x="7015988" y="682163"/>
                </a:moveTo>
                <a:cubicBezTo>
                  <a:pt x="7020261" y="682163"/>
                  <a:pt x="7023725" y="685627"/>
                  <a:pt x="7023725" y="689900"/>
                </a:cubicBezTo>
                <a:lnTo>
                  <a:pt x="7023725" y="782736"/>
                </a:lnTo>
                <a:cubicBezTo>
                  <a:pt x="7023725" y="787009"/>
                  <a:pt x="7020261" y="790473"/>
                  <a:pt x="7015988" y="790473"/>
                </a:cubicBezTo>
                <a:lnTo>
                  <a:pt x="7008252" y="782737"/>
                </a:lnTo>
                <a:cubicBezTo>
                  <a:pt x="7008252" y="751788"/>
                  <a:pt x="7008251" y="720846"/>
                  <a:pt x="7008251" y="689900"/>
                </a:cubicBezTo>
                <a:cubicBezTo>
                  <a:pt x="7008251" y="685627"/>
                  <a:pt x="7011715" y="682163"/>
                  <a:pt x="7015988" y="682163"/>
                </a:cubicBezTo>
                <a:close/>
                <a:moveTo>
                  <a:pt x="6616580" y="682163"/>
                </a:moveTo>
                <a:cubicBezTo>
                  <a:pt x="6646490" y="682163"/>
                  <a:pt x="6670736" y="706409"/>
                  <a:pt x="6670736" y="736318"/>
                </a:cubicBezTo>
                <a:cubicBezTo>
                  <a:pt x="6670736" y="766227"/>
                  <a:pt x="6646490" y="790473"/>
                  <a:pt x="6616580" y="790473"/>
                </a:cubicBezTo>
                <a:cubicBezTo>
                  <a:pt x="6586670" y="790473"/>
                  <a:pt x="6562424" y="766227"/>
                  <a:pt x="6562424" y="736318"/>
                </a:cubicBezTo>
                <a:cubicBezTo>
                  <a:pt x="6562424" y="706409"/>
                  <a:pt x="6586670" y="682163"/>
                  <a:pt x="6616580" y="682163"/>
                </a:cubicBezTo>
                <a:close/>
                <a:moveTo>
                  <a:pt x="6536698" y="682163"/>
                </a:moveTo>
                <a:cubicBezTo>
                  <a:pt x="6540971" y="682163"/>
                  <a:pt x="6544435" y="685627"/>
                  <a:pt x="6544435" y="689900"/>
                </a:cubicBezTo>
                <a:lnTo>
                  <a:pt x="6544435" y="782736"/>
                </a:lnTo>
                <a:cubicBezTo>
                  <a:pt x="6544435" y="787009"/>
                  <a:pt x="6540971" y="790473"/>
                  <a:pt x="6536698" y="790473"/>
                </a:cubicBezTo>
                <a:lnTo>
                  <a:pt x="6528962" y="782737"/>
                </a:lnTo>
                <a:cubicBezTo>
                  <a:pt x="6528962" y="751788"/>
                  <a:pt x="6528961" y="720846"/>
                  <a:pt x="6528961" y="689900"/>
                </a:cubicBezTo>
                <a:cubicBezTo>
                  <a:pt x="6528961" y="685627"/>
                  <a:pt x="6532425" y="682163"/>
                  <a:pt x="6536698" y="682163"/>
                </a:cubicBezTo>
                <a:close/>
                <a:moveTo>
                  <a:pt x="6503235" y="682163"/>
                </a:moveTo>
                <a:cubicBezTo>
                  <a:pt x="6507508" y="682163"/>
                  <a:pt x="6510972" y="685627"/>
                  <a:pt x="6510972" y="689900"/>
                </a:cubicBezTo>
                <a:lnTo>
                  <a:pt x="6510972" y="782736"/>
                </a:lnTo>
                <a:cubicBezTo>
                  <a:pt x="6510972" y="787009"/>
                  <a:pt x="6507508" y="790473"/>
                  <a:pt x="6503235" y="790473"/>
                </a:cubicBezTo>
                <a:lnTo>
                  <a:pt x="6495499" y="782737"/>
                </a:lnTo>
                <a:cubicBezTo>
                  <a:pt x="6495499" y="751788"/>
                  <a:pt x="6495498" y="720846"/>
                  <a:pt x="6495498" y="689900"/>
                </a:cubicBezTo>
                <a:cubicBezTo>
                  <a:pt x="6495498" y="685627"/>
                  <a:pt x="6498962" y="682163"/>
                  <a:pt x="6503235" y="682163"/>
                </a:cubicBezTo>
                <a:close/>
                <a:moveTo>
                  <a:pt x="6423354" y="682163"/>
                </a:moveTo>
                <a:cubicBezTo>
                  <a:pt x="6453264" y="682163"/>
                  <a:pt x="6477510" y="706409"/>
                  <a:pt x="6477510" y="736318"/>
                </a:cubicBezTo>
                <a:cubicBezTo>
                  <a:pt x="6477510" y="766227"/>
                  <a:pt x="6453264" y="790473"/>
                  <a:pt x="6423354" y="790473"/>
                </a:cubicBezTo>
                <a:cubicBezTo>
                  <a:pt x="6393444" y="790473"/>
                  <a:pt x="6369198" y="766227"/>
                  <a:pt x="6369198" y="736318"/>
                </a:cubicBezTo>
                <a:cubicBezTo>
                  <a:pt x="6369198" y="706409"/>
                  <a:pt x="6393444" y="682163"/>
                  <a:pt x="6423354" y="682163"/>
                </a:cubicBezTo>
                <a:close/>
                <a:moveTo>
                  <a:pt x="6343472" y="682163"/>
                </a:moveTo>
                <a:cubicBezTo>
                  <a:pt x="6347745" y="682163"/>
                  <a:pt x="6351209" y="685627"/>
                  <a:pt x="6351209" y="689900"/>
                </a:cubicBezTo>
                <a:lnTo>
                  <a:pt x="6351209" y="782736"/>
                </a:lnTo>
                <a:cubicBezTo>
                  <a:pt x="6351209" y="787009"/>
                  <a:pt x="6347745" y="790473"/>
                  <a:pt x="6343472" y="790473"/>
                </a:cubicBezTo>
                <a:lnTo>
                  <a:pt x="6335736" y="782737"/>
                </a:lnTo>
                <a:cubicBezTo>
                  <a:pt x="6335736" y="751788"/>
                  <a:pt x="6335735" y="720846"/>
                  <a:pt x="6335735" y="689900"/>
                </a:cubicBezTo>
                <a:cubicBezTo>
                  <a:pt x="6335735" y="685627"/>
                  <a:pt x="6339199" y="682163"/>
                  <a:pt x="6343472" y="682163"/>
                </a:cubicBezTo>
                <a:close/>
                <a:moveTo>
                  <a:pt x="6263590" y="682163"/>
                </a:moveTo>
                <a:cubicBezTo>
                  <a:pt x="6293500" y="682163"/>
                  <a:pt x="6317746" y="706409"/>
                  <a:pt x="6317746" y="736318"/>
                </a:cubicBezTo>
                <a:cubicBezTo>
                  <a:pt x="6317746" y="766227"/>
                  <a:pt x="6293500" y="790473"/>
                  <a:pt x="6263590" y="790473"/>
                </a:cubicBezTo>
                <a:cubicBezTo>
                  <a:pt x="6233680" y="790473"/>
                  <a:pt x="6209434" y="766227"/>
                  <a:pt x="6209434" y="736318"/>
                </a:cubicBezTo>
                <a:cubicBezTo>
                  <a:pt x="6209434" y="706409"/>
                  <a:pt x="6233680" y="682163"/>
                  <a:pt x="6263590" y="682163"/>
                </a:cubicBezTo>
                <a:close/>
                <a:moveTo>
                  <a:pt x="6183708" y="682163"/>
                </a:moveTo>
                <a:cubicBezTo>
                  <a:pt x="6187981" y="682163"/>
                  <a:pt x="6191445" y="685627"/>
                  <a:pt x="6191445" y="689900"/>
                </a:cubicBezTo>
                <a:lnTo>
                  <a:pt x="6191445" y="782736"/>
                </a:lnTo>
                <a:cubicBezTo>
                  <a:pt x="6191445" y="787009"/>
                  <a:pt x="6187981" y="790473"/>
                  <a:pt x="6183708" y="790473"/>
                </a:cubicBezTo>
                <a:lnTo>
                  <a:pt x="6175972" y="782737"/>
                </a:lnTo>
                <a:cubicBezTo>
                  <a:pt x="6175972" y="751788"/>
                  <a:pt x="6175971" y="720846"/>
                  <a:pt x="6175971" y="689900"/>
                </a:cubicBezTo>
                <a:cubicBezTo>
                  <a:pt x="6175971" y="685627"/>
                  <a:pt x="6179435" y="682163"/>
                  <a:pt x="6183708" y="682163"/>
                </a:cubicBezTo>
                <a:close/>
                <a:moveTo>
                  <a:pt x="6103826" y="682163"/>
                </a:moveTo>
                <a:cubicBezTo>
                  <a:pt x="6133736" y="682163"/>
                  <a:pt x="6157982" y="706409"/>
                  <a:pt x="6157982" y="736318"/>
                </a:cubicBezTo>
                <a:cubicBezTo>
                  <a:pt x="6157982" y="766227"/>
                  <a:pt x="6133736" y="790473"/>
                  <a:pt x="6103826" y="790473"/>
                </a:cubicBezTo>
                <a:cubicBezTo>
                  <a:pt x="6073916" y="790473"/>
                  <a:pt x="6049670" y="766227"/>
                  <a:pt x="6049670" y="736318"/>
                </a:cubicBezTo>
                <a:cubicBezTo>
                  <a:pt x="6049670" y="706409"/>
                  <a:pt x="6073916" y="682163"/>
                  <a:pt x="6103826" y="682163"/>
                </a:cubicBezTo>
                <a:close/>
                <a:moveTo>
                  <a:pt x="6023944" y="682163"/>
                </a:moveTo>
                <a:cubicBezTo>
                  <a:pt x="6028217" y="682163"/>
                  <a:pt x="6031681" y="685627"/>
                  <a:pt x="6031681" y="689900"/>
                </a:cubicBezTo>
                <a:lnTo>
                  <a:pt x="6031681" y="782736"/>
                </a:lnTo>
                <a:cubicBezTo>
                  <a:pt x="6031681" y="787009"/>
                  <a:pt x="6028217" y="790473"/>
                  <a:pt x="6023944" y="790473"/>
                </a:cubicBezTo>
                <a:lnTo>
                  <a:pt x="6016208" y="782737"/>
                </a:lnTo>
                <a:cubicBezTo>
                  <a:pt x="6016208" y="751788"/>
                  <a:pt x="6016207" y="720846"/>
                  <a:pt x="6016207" y="689900"/>
                </a:cubicBezTo>
                <a:cubicBezTo>
                  <a:pt x="6016207" y="685627"/>
                  <a:pt x="6019671" y="682163"/>
                  <a:pt x="6023944" y="682163"/>
                </a:cubicBezTo>
                <a:close/>
                <a:moveTo>
                  <a:pt x="5990481" y="682163"/>
                </a:moveTo>
                <a:cubicBezTo>
                  <a:pt x="5994754" y="682163"/>
                  <a:pt x="5998218" y="685627"/>
                  <a:pt x="5998218" y="689900"/>
                </a:cubicBezTo>
                <a:lnTo>
                  <a:pt x="5998218" y="782736"/>
                </a:lnTo>
                <a:cubicBezTo>
                  <a:pt x="5998218" y="787009"/>
                  <a:pt x="5994754" y="790473"/>
                  <a:pt x="5990481" y="790473"/>
                </a:cubicBezTo>
                <a:lnTo>
                  <a:pt x="5982745" y="782737"/>
                </a:lnTo>
                <a:cubicBezTo>
                  <a:pt x="5982745" y="751788"/>
                  <a:pt x="5982744" y="720846"/>
                  <a:pt x="5982744" y="689900"/>
                </a:cubicBezTo>
                <a:cubicBezTo>
                  <a:pt x="5982744" y="685627"/>
                  <a:pt x="5986208" y="682163"/>
                  <a:pt x="5990481" y="682163"/>
                </a:cubicBezTo>
                <a:close/>
                <a:moveTo>
                  <a:pt x="5910599" y="682163"/>
                </a:moveTo>
                <a:cubicBezTo>
                  <a:pt x="5940509" y="682163"/>
                  <a:pt x="5964755" y="706409"/>
                  <a:pt x="5964755" y="736318"/>
                </a:cubicBezTo>
                <a:cubicBezTo>
                  <a:pt x="5964755" y="766227"/>
                  <a:pt x="5940509" y="790473"/>
                  <a:pt x="5910599" y="790473"/>
                </a:cubicBezTo>
                <a:cubicBezTo>
                  <a:pt x="5880689" y="790473"/>
                  <a:pt x="5856443" y="766227"/>
                  <a:pt x="5856443" y="736318"/>
                </a:cubicBezTo>
                <a:cubicBezTo>
                  <a:pt x="5856443" y="706409"/>
                  <a:pt x="5880689" y="682163"/>
                  <a:pt x="5910599" y="682163"/>
                </a:cubicBezTo>
                <a:close/>
                <a:moveTo>
                  <a:pt x="5830717" y="682163"/>
                </a:moveTo>
                <a:cubicBezTo>
                  <a:pt x="5834990" y="682163"/>
                  <a:pt x="5838454" y="685627"/>
                  <a:pt x="5838454" y="689900"/>
                </a:cubicBezTo>
                <a:lnTo>
                  <a:pt x="5838454" y="782736"/>
                </a:lnTo>
                <a:cubicBezTo>
                  <a:pt x="5838454" y="787009"/>
                  <a:pt x="5834990" y="790473"/>
                  <a:pt x="5830717" y="790473"/>
                </a:cubicBezTo>
                <a:lnTo>
                  <a:pt x="5822981" y="782737"/>
                </a:lnTo>
                <a:cubicBezTo>
                  <a:pt x="5822981" y="751788"/>
                  <a:pt x="5822980" y="720846"/>
                  <a:pt x="5822980" y="689900"/>
                </a:cubicBezTo>
                <a:cubicBezTo>
                  <a:pt x="5822980" y="685627"/>
                  <a:pt x="5826444" y="682163"/>
                  <a:pt x="5830717" y="682163"/>
                </a:cubicBezTo>
                <a:close/>
                <a:moveTo>
                  <a:pt x="5797254" y="682163"/>
                </a:moveTo>
                <a:cubicBezTo>
                  <a:pt x="5801527" y="682163"/>
                  <a:pt x="5804991" y="685627"/>
                  <a:pt x="5804991" y="689900"/>
                </a:cubicBezTo>
                <a:lnTo>
                  <a:pt x="5804991" y="782736"/>
                </a:lnTo>
                <a:cubicBezTo>
                  <a:pt x="5804991" y="787009"/>
                  <a:pt x="5801527" y="790473"/>
                  <a:pt x="5797254" y="790473"/>
                </a:cubicBezTo>
                <a:lnTo>
                  <a:pt x="5789518" y="782737"/>
                </a:lnTo>
                <a:cubicBezTo>
                  <a:pt x="5789518" y="751788"/>
                  <a:pt x="5789517" y="720846"/>
                  <a:pt x="5789517" y="689900"/>
                </a:cubicBezTo>
                <a:cubicBezTo>
                  <a:pt x="5789517" y="685627"/>
                  <a:pt x="5792981" y="682163"/>
                  <a:pt x="5797254" y="682163"/>
                </a:cubicBezTo>
                <a:close/>
                <a:moveTo>
                  <a:pt x="5397846" y="682163"/>
                </a:moveTo>
                <a:cubicBezTo>
                  <a:pt x="5427756" y="682163"/>
                  <a:pt x="5452002" y="706409"/>
                  <a:pt x="5452002" y="736318"/>
                </a:cubicBezTo>
                <a:cubicBezTo>
                  <a:pt x="5452002" y="766227"/>
                  <a:pt x="5427756" y="790473"/>
                  <a:pt x="5397846" y="790473"/>
                </a:cubicBezTo>
                <a:cubicBezTo>
                  <a:pt x="5367936" y="790473"/>
                  <a:pt x="5343690" y="766227"/>
                  <a:pt x="5343690" y="736318"/>
                </a:cubicBezTo>
                <a:cubicBezTo>
                  <a:pt x="5343690" y="706409"/>
                  <a:pt x="5367936" y="682163"/>
                  <a:pt x="5397846" y="682163"/>
                </a:cubicBezTo>
                <a:close/>
                <a:moveTo>
                  <a:pt x="5317964" y="682163"/>
                </a:moveTo>
                <a:cubicBezTo>
                  <a:pt x="5322237" y="682163"/>
                  <a:pt x="5325701" y="685627"/>
                  <a:pt x="5325701" y="689900"/>
                </a:cubicBezTo>
                <a:lnTo>
                  <a:pt x="5325701" y="782736"/>
                </a:lnTo>
                <a:cubicBezTo>
                  <a:pt x="5325701" y="787009"/>
                  <a:pt x="5322237" y="790473"/>
                  <a:pt x="5317964" y="790473"/>
                </a:cubicBezTo>
                <a:lnTo>
                  <a:pt x="5310228" y="782737"/>
                </a:lnTo>
                <a:cubicBezTo>
                  <a:pt x="5310228" y="751788"/>
                  <a:pt x="5310227" y="720846"/>
                  <a:pt x="5310227" y="689900"/>
                </a:cubicBezTo>
                <a:cubicBezTo>
                  <a:pt x="5310227" y="685627"/>
                  <a:pt x="5313691" y="682163"/>
                  <a:pt x="5317964" y="682163"/>
                </a:cubicBezTo>
                <a:close/>
                <a:moveTo>
                  <a:pt x="5284501" y="682163"/>
                </a:moveTo>
                <a:cubicBezTo>
                  <a:pt x="5288774" y="682163"/>
                  <a:pt x="5292238" y="685627"/>
                  <a:pt x="5292238" y="689900"/>
                </a:cubicBezTo>
                <a:lnTo>
                  <a:pt x="5292238" y="782736"/>
                </a:lnTo>
                <a:cubicBezTo>
                  <a:pt x="5292238" y="787009"/>
                  <a:pt x="5288774" y="790473"/>
                  <a:pt x="5284501" y="790473"/>
                </a:cubicBezTo>
                <a:lnTo>
                  <a:pt x="5276765" y="782737"/>
                </a:lnTo>
                <a:cubicBezTo>
                  <a:pt x="5276765" y="751788"/>
                  <a:pt x="5276764" y="720846"/>
                  <a:pt x="5276764" y="689900"/>
                </a:cubicBezTo>
                <a:cubicBezTo>
                  <a:pt x="5276764" y="685627"/>
                  <a:pt x="5280228" y="682163"/>
                  <a:pt x="5284501" y="682163"/>
                </a:cubicBezTo>
                <a:close/>
                <a:moveTo>
                  <a:pt x="5204619" y="682163"/>
                </a:moveTo>
                <a:cubicBezTo>
                  <a:pt x="5234529" y="682163"/>
                  <a:pt x="5258775" y="706409"/>
                  <a:pt x="5258775" y="736318"/>
                </a:cubicBezTo>
                <a:cubicBezTo>
                  <a:pt x="5258775" y="766227"/>
                  <a:pt x="5234529" y="790473"/>
                  <a:pt x="5204619" y="790473"/>
                </a:cubicBezTo>
                <a:cubicBezTo>
                  <a:pt x="5174709" y="790473"/>
                  <a:pt x="5150463" y="766227"/>
                  <a:pt x="5150463" y="736318"/>
                </a:cubicBezTo>
                <a:cubicBezTo>
                  <a:pt x="5150463" y="706409"/>
                  <a:pt x="5174709" y="682163"/>
                  <a:pt x="5204619" y="682163"/>
                </a:cubicBezTo>
                <a:close/>
                <a:moveTo>
                  <a:pt x="5124737" y="682163"/>
                </a:moveTo>
                <a:cubicBezTo>
                  <a:pt x="5129010" y="682163"/>
                  <a:pt x="5132474" y="685627"/>
                  <a:pt x="5132474" y="689900"/>
                </a:cubicBezTo>
                <a:lnTo>
                  <a:pt x="5132474" y="782736"/>
                </a:lnTo>
                <a:cubicBezTo>
                  <a:pt x="5132474" y="787009"/>
                  <a:pt x="5129010" y="790473"/>
                  <a:pt x="5124737" y="790473"/>
                </a:cubicBezTo>
                <a:lnTo>
                  <a:pt x="5117001" y="782737"/>
                </a:lnTo>
                <a:cubicBezTo>
                  <a:pt x="5117001" y="751788"/>
                  <a:pt x="5117000" y="720846"/>
                  <a:pt x="5117000" y="689900"/>
                </a:cubicBezTo>
                <a:cubicBezTo>
                  <a:pt x="5117000" y="685627"/>
                  <a:pt x="5120464" y="682163"/>
                  <a:pt x="5124737" y="682163"/>
                </a:cubicBezTo>
                <a:close/>
                <a:moveTo>
                  <a:pt x="5044855" y="682163"/>
                </a:moveTo>
                <a:cubicBezTo>
                  <a:pt x="5074765" y="682163"/>
                  <a:pt x="5099011" y="706409"/>
                  <a:pt x="5099011" y="736318"/>
                </a:cubicBezTo>
                <a:cubicBezTo>
                  <a:pt x="5099011" y="766227"/>
                  <a:pt x="5074765" y="790473"/>
                  <a:pt x="5044855" y="790473"/>
                </a:cubicBezTo>
                <a:cubicBezTo>
                  <a:pt x="5014945" y="790473"/>
                  <a:pt x="4990699" y="766227"/>
                  <a:pt x="4990699" y="736318"/>
                </a:cubicBezTo>
                <a:cubicBezTo>
                  <a:pt x="4990699" y="706409"/>
                  <a:pt x="5014945" y="682163"/>
                  <a:pt x="5044855" y="682163"/>
                </a:cubicBezTo>
                <a:close/>
                <a:moveTo>
                  <a:pt x="4964974" y="682163"/>
                </a:moveTo>
                <a:cubicBezTo>
                  <a:pt x="4969247" y="682163"/>
                  <a:pt x="4972711" y="685627"/>
                  <a:pt x="4972711" y="689900"/>
                </a:cubicBezTo>
                <a:lnTo>
                  <a:pt x="4972711" y="782736"/>
                </a:lnTo>
                <a:cubicBezTo>
                  <a:pt x="4972711" y="787009"/>
                  <a:pt x="4969247" y="790473"/>
                  <a:pt x="4964974" y="790473"/>
                </a:cubicBezTo>
                <a:lnTo>
                  <a:pt x="4957238" y="782737"/>
                </a:lnTo>
                <a:cubicBezTo>
                  <a:pt x="4957238" y="751788"/>
                  <a:pt x="4957237" y="720846"/>
                  <a:pt x="4957237" y="689900"/>
                </a:cubicBezTo>
                <a:cubicBezTo>
                  <a:pt x="4957237" y="685627"/>
                  <a:pt x="4960701" y="682163"/>
                  <a:pt x="4964974" y="682163"/>
                </a:cubicBezTo>
                <a:close/>
                <a:moveTo>
                  <a:pt x="4885092" y="682163"/>
                </a:moveTo>
                <a:cubicBezTo>
                  <a:pt x="4915002" y="682163"/>
                  <a:pt x="4939248" y="706409"/>
                  <a:pt x="4939248" y="736318"/>
                </a:cubicBezTo>
                <a:cubicBezTo>
                  <a:pt x="4939248" y="766227"/>
                  <a:pt x="4915002" y="790473"/>
                  <a:pt x="4885092" y="790473"/>
                </a:cubicBezTo>
                <a:cubicBezTo>
                  <a:pt x="4855182" y="790473"/>
                  <a:pt x="4830936" y="766227"/>
                  <a:pt x="4830936" y="736318"/>
                </a:cubicBezTo>
                <a:cubicBezTo>
                  <a:pt x="4830936" y="706409"/>
                  <a:pt x="4855182" y="682163"/>
                  <a:pt x="4885092" y="682163"/>
                </a:cubicBezTo>
                <a:close/>
                <a:moveTo>
                  <a:pt x="4805210" y="682163"/>
                </a:moveTo>
                <a:cubicBezTo>
                  <a:pt x="4809483" y="682163"/>
                  <a:pt x="4812947" y="685627"/>
                  <a:pt x="4812947" y="689900"/>
                </a:cubicBezTo>
                <a:lnTo>
                  <a:pt x="4812947" y="782736"/>
                </a:lnTo>
                <a:cubicBezTo>
                  <a:pt x="4812947" y="787009"/>
                  <a:pt x="4809483" y="790473"/>
                  <a:pt x="4805210" y="790473"/>
                </a:cubicBezTo>
                <a:lnTo>
                  <a:pt x="4797474" y="782737"/>
                </a:lnTo>
                <a:cubicBezTo>
                  <a:pt x="4797474" y="751788"/>
                  <a:pt x="4797473" y="720846"/>
                  <a:pt x="4797473" y="689900"/>
                </a:cubicBezTo>
                <a:cubicBezTo>
                  <a:pt x="4797473" y="685627"/>
                  <a:pt x="4800937" y="682163"/>
                  <a:pt x="4805210" y="682163"/>
                </a:cubicBezTo>
                <a:close/>
                <a:moveTo>
                  <a:pt x="4771747" y="682163"/>
                </a:moveTo>
                <a:cubicBezTo>
                  <a:pt x="4776020" y="682163"/>
                  <a:pt x="4779484" y="685627"/>
                  <a:pt x="4779484" y="689900"/>
                </a:cubicBezTo>
                <a:lnTo>
                  <a:pt x="4779484" y="782736"/>
                </a:lnTo>
                <a:cubicBezTo>
                  <a:pt x="4779484" y="787009"/>
                  <a:pt x="4776020" y="790473"/>
                  <a:pt x="4771747" y="790473"/>
                </a:cubicBezTo>
                <a:lnTo>
                  <a:pt x="4764011" y="782737"/>
                </a:lnTo>
                <a:cubicBezTo>
                  <a:pt x="4764011" y="751788"/>
                  <a:pt x="4764010" y="720846"/>
                  <a:pt x="4764010" y="689900"/>
                </a:cubicBezTo>
                <a:cubicBezTo>
                  <a:pt x="4764010" y="685627"/>
                  <a:pt x="4767474" y="682163"/>
                  <a:pt x="4771747" y="682163"/>
                </a:cubicBezTo>
                <a:close/>
                <a:moveTo>
                  <a:pt x="4738285" y="682163"/>
                </a:moveTo>
                <a:cubicBezTo>
                  <a:pt x="4742558" y="682163"/>
                  <a:pt x="4746022" y="685627"/>
                  <a:pt x="4746022" y="689900"/>
                </a:cubicBezTo>
                <a:cubicBezTo>
                  <a:pt x="4746022" y="720846"/>
                  <a:pt x="4746021" y="751791"/>
                  <a:pt x="4746021" y="782737"/>
                </a:cubicBezTo>
                <a:lnTo>
                  <a:pt x="4738285" y="790473"/>
                </a:lnTo>
                <a:cubicBezTo>
                  <a:pt x="4734012" y="790473"/>
                  <a:pt x="4730548" y="787009"/>
                  <a:pt x="4730548" y="782736"/>
                </a:cubicBezTo>
                <a:lnTo>
                  <a:pt x="4730548" y="689900"/>
                </a:lnTo>
                <a:cubicBezTo>
                  <a:pt x="4730548" y="685627"/>
                  <a:pt x="4734012" y="682163"/>
                  <a:pt x="4738285" y="682163"/>
                </a:cubicBezTo>
                <a:close/>
                <a:moveTo>
                  <a:pt x="4658403" y="682163"/>
                </a:moveTo>
                <a:cubicBezTo>
                  <a:pt x="4688313" y="682163"/>
                  <a:pt x="4712559" y="706409"/>
                  <a:pt x="4712559" y="736318"/>
                </a:cubicBezTo>
                <a:cubicBezTo>
                  <a:pt x="4712559" y="766227"/>
                  <a:pt x="4688313" y="790473"/>
                  <a:pt x="4658403" y="790473"/>
                </a:cubicBezTo>
                <a:cubicBezTo>
                  <a:pt x="4628493" y="790473"/>
                  <a:pt x="4604247" y="766227"/>
                  <a:pt x="4604247" y="736318"/>
                </a:cubicBezTo>
                <a:cubicBezTo>
                  <a:pt x="4604247" y="706409"/>
                  <a:pt x="4628493" y="682163"/>
                  <a:pt x="4658403" y="682163"/>
                </a:cubicBezTo>
                <a:close/>
                <a:moveTo>
                  <a:pt x="4578521" y="682163"/>
                </a:moveTo>
                <a:cubicBezTo>
                  <a:pt x="4582794" y="682163"/>
                  <a:pt x="4586258" y="685627"/>
                  <a:pt x="4586258" y="689900"/>
                </a:cubicBezTo>
                <a:cubicBezTo>
                  <a:pt x="4586258" y="720846"/>
                  <a:pt x="4586257" y="751791"/>
                  <a:pt x="4586257" y="782737"/>
                </a:cubicBezTo>
                <a:lnTo>
                  <a:pt x="4578521" y="790473"/>
                </a:lnTo>
                <a:cubicBezTo>
                  <a:pt x="4574248" y="790473"/>
                  <a:pt x="4570784" y="787009"/>
                  <a:pt x="4570784" y="782736"/>
                </a:cubicBezTo>
                <a:lnTo>
                  <a:pt x="4570784" y="689900"/>
                </a:lnTo>
                <a:cubicBezTo>
                  <a:pt x="4570784" y="685627"/>
                  <a:pt x="4574248" y="682163"/>
                  <a:pt x="4578521" y="682163"/>
                </a:cubicBezTo>
                <a:close/>
                <a:moveTo>
                  <a:pt x="4498639" y="682163"/>
                </a:moveTo>
                <a:cubicBezTo>
                  <a:pt x="4528549" y="682163"/>
                  <a:pt x="4552795" y="706409"/>
                  <a:pt x="4552795" y="736318"/>
                </a:cubicBezTo>
                <a:cubicBezTo>
                  <a:pt x="4552795" y="766227"/>
                  <a:pt x="4528549" y="790473"/>
                  <a:pt x="4498639" y="790473"/>
                </a:cubicBezTo>
                <a:cubicBezTo>
                  <a:pt x="4468729" y="790473"/>
                  <a:pt x="4444483" y="766227"/>
                  <a:pt x="4444483" y="736318"/>
                </a:cubicBezTo>
                <a:cubicBezTo>
                  <a:pt x="4444483" y="706409"/>
                  <a:pt x="4468729" y="682163"/>
                  <a:pt x="4498639" y="682163"/>
                </a:cubicBezTo>
                <a:close/>
                <a:moveTo>
                  <a:pt x="4418757" y="682163"/>
                </a:moveTo>
                <a:cubicBezTo>
                  <a:pt x="4423030" y="682163"/>
                  <a:pt x="4426494" y="685627"/>
                  <a:pt x="4426494" y="689900"/>
                </a:cubicBezTo>
                <a:cubicBezTo>
                  <a:pt x="4426494" y="720846"/>
                  <a:pt x="4426493" y="751791"/>
                  <a:pt x="4426493" y="782737"/>
                </a:cubicBezTo>
                <a:lnTo>
                  <a:pt x="4418757" y="790473"/>
                </a:lnTo>
                <a:cubicBezTo>
                  <a:pt x="4414484" y="790473"/>
                  <a:pt x="4411020" y="787009"/>
                  <a:pt x="4411020" y="782736"/>
                </a:cubicBezTo>
                <a:lnTo>
                  <a:pt x="4411020" y="689900"/>
                </a:lnTo>
                <a:cubicBezTo>
                  <a:pt x="4411020" y="685627"/>
                  <a:pt x="4414484" y="682163"/>
                  <a:pt x="4418757" y="682163"/>
                </a:cubicBezTo>
                <a:close/>
                <a:moveTo>
                  <a:pt x="4338875" y="682163"/>
                </a:moveTo>
                <a:cubicBezTo>
                  <a:pt x="4368785" y="682163"/>
                  <a:pt x="4393031" y="706409"/>
                  <a:pt x="4393031" y="736318"/>
                </a:cubicBezTo>
                <a:cubicBezTo>
                  <a:pt x="4393031" y="766227"/>
                  <a:pt x="4368785" y="790473"/>
                  <a:pt x="4338875" y="790473"/>
                </a:cubicBezTo>
                <a:cubicBezTo>
                  <a:pt x="4308965" y="790473"/>
                  <a:pt x="4284719" y="766227"/>
                  <a:pt x="4284719" y="736318"/>
                </a:cubicBezTo>
                <a:cubicBezTo>
                  <a:pt x="4284719" y="706409"/>
                  <a:pt x="4308965" y="682163"/>
                  <a:pt x="4338875" y="682163"/>
                </a:cubicBezTo>
                <a:close/>
                <a:moveTo>
                  <a:pt x="4258993" y="682163"/>
                </a:moveTo>
                <a:cubicBezTo>
                  <a:pt x="4263266" y="682163"/>
                  <a:pt x="4266730" y="685627"/>
                  <a:pt x="4266730" y="689900"/>
                </a:cubicBezTo>
                <a:cubicBezTo>
                  <a:pt x="4266730" y="720846"/>
                  <a:pt x="4266729" y="751791"/>
                  <a:pt x="4266729" y="782737"/>
                </a:cubicBezTo>
                <a:lnTo>
                  <a:pt x="4258993" y="790473"/>
                </a:lnTo>
                <a:cubicBezTo>
                  <a:pt x="4254720" y="790473"/>
                  <a:pt x="4251256" y="787009"/>
                  <a:pt x="4251256" y="782736"/>
                </a:cubicBezTo>
                <a:lnTo>
                  <a:pt x="4251256" y="689900"/>
                </a:lnTo>
                <a:cubicBezTo>
                  <a:pt x="4251256" y="685627"/>
                  <a:pt x="4254720" y="682163"/>
                  <a:pt x="4258993" y="682163"/>
                </a:cubicBezTo>
                <a:close/>
                <a:moveTo>
                  <a:pt x="4225530" y="682163"/>
                </a:moveTo>
                <a:cubicBezTo>
                  <a:pt x="4229803" y="682163"/>
                  <a:pt x="4233267" y="685627"/>
                  <a:pt x="4233267" y="689900"/>
                </a:cubicBezTo>
                <a:cubicBezTo>
                  <a:pt x="4233267" y="720846"/>
                  <a:pt x="4233266" y="751791"/>
                  <a:pt x="4233266" y="782737"/>
                </a:cubicBezTo>
                <a:lnTo>
                  <a:pt x="4225530" y="790473"/>
                </a:lnTo>
                <a:cubicBezTo>
                  <a:pt x="4221257" y="790473"/>
                  <a:pt x="4217793" y="787009"/>
                  <a:pt x="4217793" y="782736"/>
                </a:cubicBezTo>
                <a:lnTo>
                  <a:pt x="4217793" y="689900"/>
                </a:lnTo>
                <a:cubicBezTo>
                  <a:pt x="4217793" y="685627"/>
                  <a:pt x="4221257" y="682163"/>
                  <a:pt x="4225530" y="682163"/>
                </a:cubicBezTo>
                <a:close/>
                <a:moveTo>
                  <a:pt x="4145649" y="682163"/>
                </a:moveTo>
                <a:cubicBezTo>
                  <a:pt x="4175559" y="682163"/>
                  <a:pt x="4199805" y="706409"/>
                  <a:pt x="4199805" y="736318"/>
                </a:cubicBezTo>
                <a:cubicBezTo>
                  <a:pt x="4199805" y="766227"/>
                  <a:pt x="4175559" y="790473"/>
                  <a:pt x="4145649" y="790473"/>
                </a:cubicBezTo>
                <a:cubicBezTo>
                  <a:pt x="4115739" y="790473"/>
                  <a:pt x="4091493" y="766227"/>
                  <a:pt x="4091493" y="736318"/>
                </a:cubicBezTo>
                <a:cubicBezTo>
                  <a:pt x="4091493" y="706409"/>
                  <a:pt x="4115739" y="682163"/>
                  <a:pt x="4145649" y="682163"/>
                </a:cubicBezTo>
                <a:close/>
                <a:moveTo>
                  <a:pt x="4032304" y="682163"/>
                </a:moveTo>
                <a:cubicBezTo>
                  <a:pt x="4036577" y="682163"/>
                  <a:pt x="4040041" y="685627"/>
                  <a:pt x="4040041" y="689900"/>
                </a:cubicBezTo>
                <a:cubicBezTo>
                  <a:pt x="4040041" y="720846"/>
                  <a:pt x="4040040" y="751791"/>
                  <a:pt x="4040040" y="782737"/>
                </a:cubicBezTo>
                <a:lnTo>
                  <a:pt x="4032304" y="790473"/>
                </a:lnTo>
                <a:cubicBezTo>
                  <a:pt x="4028031" y="790473"/>
                  <a:pt x="4024567" y="787009"/>
                  <a:pt x="4024567" y="782736"/>
                </a:cubicBezTo>
                <a:lnTo>
                  <a:pt x="4024567" y="689900"/>
                </a:lnTo>
                <a:cubicBezTo>
                  <a:pt x="4024567" y="685627"/>
                  <a:pt x="4028031" y="682163"/>
                  <a:pt x="4032304" y="682163"/>
                </a:cubicBezTo>
                <a:close/>
                <a:moveTo>
                  <a:pt x="3712777" y="682163"/>
                </a:moveTo>
                <a:cubicBezTo>
                  <a:pt x="3717050" y="682163"/>
                  <a:pt x="3720514" y="685627"/>
                  <a:pt x="3720514" y="689900"/>
                </a:cubicBezTo>
                <a:cubicBezTo>
                  <a:pt x="3720514" y="720846"/>
                  <a:pt x="3720513" y="751791"/>
                  <a:pt x="3720513" y="782737"/>
                </a:cubicBezTo>
                <a:lnTo>
                  <a:pt x="3712777" y="790473"/>
                </a:lnTo>
                <a:cubicBezTo>
                  <a:pt x="3708504" y="790473"/>
                  <a:pt x="3705040" y="787009"/>
                  <a:pt x="3705040" y="782736"/>
                </a:cubicBezTo>
                <a:lnTo>
                  <a:pt x="3705040" y="689900"/>
                </a:lnTo>
                <a:cubicBezTo>
                  <a:pt x="3705040" y="685627"/>
                  <a:pt x="3708504" y="682163"/>
                  <a:pt x="3712777" y="682163"/>
                </a:cubicBezTo>
                <a:close/>
                <a:moveTo>
                  <a:pt x="3679315" y="682163"/>
                </a:moveTo>
                <a:cubicBezTo>
                  <a:pt x="3683588" y="682163"/>
                  <a:pt x="3687052" y="685627"/>
                  <a:pt x="3687052" y="689900"/>
                </a:cubicBezTo>
                <a:cubicBezTo>
                  <a:pt x="3687052" y="720846"/>
                  <a:pt x="3687051" y="751791"/>
                  <a:pt x="3687051" y="782737"/>
                </a:cubicBezTo>
                <a:lnTo>
                  <a:pt x="3679315" y="790473"/>
                </a:lnTo>
                <a:cubicBezTo>
                  <a:pt x="3675042" y="790473"/>
                  <a:pt x="3671578" y="787009"/>
                  <a:pt x="3671578" y="782736"/>
                </a:cubicBezTo>
                <a:lnTo>
                  <a:pt x="3671578" y="689900"/>
                </a:lnTo>
                <a:cubicBezTo>
                  <a:pt x="3671578" y="685627"/>
                  <a:pt x="3675042" y="682163"/>
                  <a:pt x="3679315" y="682163"/>
                </a:cubicBezTo>
                <a:close/>
                <a:moveTo>
                  <a:pt x="3599433" y="682163"/>
                </a:moveTo>
                <a:cubicBezTo>
                  <a:pt x="3629343" y="682163"/>
                  <a:pt x="3653589" y="706409"/>
                  <a:pt x="3653589" y="736318"/>
                </a:cubicBezTo>
                <a:cubicBezTo>
                  <a:pt x="3653589" y="766227"/>
                  <a:pt x="3629343" y="790473"/>
                  <a:pt x="3599433" y="790473"/>
                </a:cubicBezTo>
                <a:cubicBezTo>
                  <a:pt x="3569523" y="790473"/>
                  <a:pt x="3545277" y="766227"/>
                  <a:pt x="3545277" y="736318"/>
                </a:cubicBezTo>
                <a:cubicBezTo>
                  <a:pt x="3545277" y="706409"/>
                  <a:pt x="3569523" y="682163"/>
                  <a:pt x="3599433" y="682163"/>
                </a:cubicBezTo>
                <a:close/>
                <a:moveTo>
                  <a:pt x="3473131" y="682163"/>
                </a:moveTo>
                <a:cubicBezTo>
                  <a:pt x="3503041" y="682163"/>
                  <a:pt x="3527287" y="706409"/>
                  <a:pt x="3527287" y="736318"/>
                </a:cubicBezTo>
                <a:cubicBezTo>
                  <a:pt x="3527287" y="766227"/>
                  <a:pt x="3503041" y="790473"/>
                  <a:pt x="3473131" y="790473"/>
                </a:cubicBezTo>
                <a:cubicBezTo>
                  <a:pt x="3443221" y="790473"/>
                  <a:pt x="3418975" y="766227"/>
                  <a:pt x="3418975" y="736318"/>
                </a:cubicBezTo>
                <a:cubicBezTo>
                  <a:pt x="3418975" y="706409"/>
                  <a:pt x="3443221" y="682163"/>
                  <a:pt x="3473131" y="682163"/>
                </a:cubicBezTo>
                <a:close/>
                <a:moveTo>
                  <a:pt x="3393249" y="682163"/>
                </a:moveTo>
                <a:cubicBezTo>
                  <a:pt x="3397522" y="682163"/>
                  <a:pt x="3400986" y="685627"/>
                  <a:pt x="3400986" y="689900"/>
                </a:cubicBezTo>
                <a:lnTo>
                  <a:pt x="3400986" y="782736"/>
                </a:lnTo>
                <a:cubicBezTo>
                  <a:pt x="3400986" y="787009"/>
                  <a:pt x="3397522" y="790473"/>
                  <a:pt x="3393249" y="790473"/>
                </a:cubicBezTo>
                <a:lnTo>
                  <a:pt x="3385513" y="782737"/>
                </a:lnTo>
                <a:cubicBezTo>
                  <a:pt x="3385513" y="751788"/>
                  <a:pt x="3385512" y="720846"/>
                  <a:pt x="3385512" y="689900"/>
                </a:cubicBezTo>
                <a:cubicBezTo>
                  <a:pt x="3385512" y="685627"/>
                  <a:pt x="3388976" y="682163"/>
                  <a:pt x="3393249" y="682163"/>
                </a:cubicBezTo>
                <a:close/>
                <a:moveTo>
                  <a:pt x="3359786" y="682163"/>
                </a:moveTo>
                <a:cubicBezTo>
                  <a:pt x="3364059" y="682163"/>
                  <a:pt x="3367523" y="685627"/>
                  <a:pt x="3367523" y="689900"/>
                </a:cubicBezTo>
                <a:lnTo>
                  <a:pt x="3367523" y="782736"/>
                </a:lnTo>
                <a:cubicBezTo>
                  <a:pt x="3367523" y="787009"/>
                  <a:pt x="3364059" y="790473"/>
                  <a:pt x="3359786" y="790473"/>
                </a:cubicBezTo>
                <a:lnTo>
                  <a:pt x="3352050" y="782737"/>
                </a:lnTo>
                <a:cubicBezTo>
                  <a:pt x="3352050" y="751788"/>
                  <a:pt x="3352049" y="720846"/>
                  <a:pt x="3352049" y="689900"/>
                </a:cubicBezTo>
                <a:cubicBezTo>
                  <a:pt x="3352049" y="685627"/>
                  <a:pt x="3355513" y="682163"/>
                  <a:pt x="3359786" y="682163"/>
                </a:cubicBezTo>
                <a:close/>
                <a:moveTo>
                  <a:pt x="2960378" y="682163"/>
                </a:moveTo>
                <a:cubicBezTo>
                  <a:pt x="2990288" y="682163"/>
                  <a:pt x="3014534" y="706409"/>
                  <a:pt x="3014534" y="736318"/>
                </a:cubicBezTo>
                <a:cubicBezTo>
                  <a:pt x="3014534" y="766227"/>
                  <a:pt x="2990288" y="790473"/>
                  <a:pt x="2960378" y="790473"/>
                </a:cubicBezTo>
                <a:cubicBezTo>
                  <a:pt x="2930468" y="790473"/>
                  <a:pt x="2906222" y="766227"/>
                  <a:pt x="2906222" y="736318"/>
                </a:cubicBezTo>
                <a:cubicBezTo>
                  <a:pt x="2906222" y="706409"/>
                  <a:pt x="2930468" y="682163"/>
                  <a:pt x="2960378" y="682163"/>
                </a:cubicBezTo>
                <a:close/>
                <a:moveTo>
                  <a:pt x="2880496" y="682163"/>
                </a:moveTo>
                <a:cubicBezTo>
                  <a:pt x="2884769" y="682163"/>
                  <a:pt x="2888233" y="685627"/>
                  <a:pt x="2888233" y="689900"/>
                </a:cubicBezTo>
                <a:lnTo>
                  <a:pt x="2888233" y="782736"/>
                </a:lnTo>
                <a:cubicBezTo>
                  <a:pt x="2888233" y="787009"/>
                  <a:pt x="2884769" y="790473"/>
                  <a:pt x="2880496" y="790473"/>
                </a:cubicBezTo>
                <a:lnTo>
                  <a:pt x="2872760" y="782737"/>
                </a:lnTo>
                <a:cubicBezTo>
                  <a:pt x="2872760" y="751788"/>
                  <a:pt x="2872759" y="720846"/>
                  <a:pt x="2872759" y="689900"/>
                </a:cubicBezTo>
                <a:cubicBezTo>
                  <a:pt x="2872759" y="685627"/>
                  <a:pt x="2876223" y="682163"/>
                  <a:pt x="2880496" y="682163"/>
                </a:cubicBezTo>
                <a:close/>
                <a:moveTo>
                  <a:pt x="2847033" y="682163"/>
                </a:moveTo>
                <a:cubicBezTo>
                  <a:pt x="2851306" y="682163"/>
                  <a:pt x="2854770" y="685627"/>
                  <a:pt x="2854770" y="689900"/>
                </a:cubicBezTo>
                <a:lnTo>
                  <a:pt x="2854770" y="782736"/>
                </a:lnTo>
                <a:cubicBezTo>
                  <a:pt x="2854770" y="787009"/>
                  <a:pt x="2851306" y="790473"/>
                  <a:pt x="2847033" y="790473"/>
                </a:cubicBezTo>
                <a:lnTo>
                  <a:pt x="2839297" y="782737"/>
                </a:lnTo>
                <a:cubicBezTo>
                  <a:pt x="2839297" y="751788"/>
                  <a:pt x="2839296" y="720846"/>
                  <a:pt x="2839296" y="689900"/>
                </a:cubicBezTo>
                <a:cubicBezTo>
                  <a:pt x="2839296" y="685627"/>
                  <a:pt x="2842760" y="682163"/>
                  <a:pt x="2847033" y="682163"/>
                </a:cubicBezTo>
                <a:close/>
                <a:moveTo>
                  <a:pt x="2767151" y="682163"/>
                </a:moveTo>
                <a:cubicBezTo>
                  <a:pt x="2797061" y="682163"/>
                  <a:pt x="2821307" y="706409"/>
                  <a:pt x="2821307" y="736318"/>
                </a:cubicBezTo>
                <a:cubicBezTo>
                  <a:pt x="2821307" y="766227"/>
                  <a:pt x="2797061" y="790473"/>
                  <a:pt x="2767151" y="790473"/>
                </a:cubicBezTo>
                <a:cubicBezTo>
                  <a:pt x="2737241" y="790473"/>
                  <a:pt x="2712995" y="766227"/>
                  <a:pt x="2712995" y="736318"/>
                </a:cubicBezTo>
                <a:cubicBezTo>
                  <a:pt x="2712995" y="706409"/>
                  <a:pt x="2737241" y="682163"/>
                  <a:pt x="2767151" y="682163"/>
                </a:cubicBezTo>
                <a:close/>
                <a:moveTo>
                  <a:pt x="2687269" y="682163"/>
                </a:moveTo>
                <a:cubicBezTo>
                  <a:pt x="2691542" y="682163"/>
                  <a:pt x="2695006" y="685627"/>
                  <a:pt x="2695006" y="689900"/>
                </a:cubicBezTo>
                <a:lnTo>
                  <a:pt x="2695006" y="782736"/>
                </a:lnTo>
                <a:cubicBezTo>
                  <a:pt x="2695006" y="787009"/>
                  <a:pt x="2691542" y="790473"/>
                  <a:pt x="2687269" y="790473"/>
                </a:cubicBezTo>
                <a:lnTo>
                  <a:pt x="2679533" y="782737"/>
                </a:lnTo>
                <a:cubicBezTo>
                  <a:pt x="2679533" y="751788"/>
                  <a:pt x="2679532" y="720846"/>
                  <a:pt x="2679532" y="689900"/>
                </a:cubicBezTo>
                <a:cubicBezTo>
                  <a:pt x="2679532" y="685627"/>
                  <a:pt x="2682996" y="682163"/>
                  <a:pt x="2687269" y="682163"/>
                </a:cubicBezTo>
                <a:close/>
                <a:moveTo>
                  <a:pt x="2607387" y="682163"/>
                </a:moveTo>
                <a:cubicBezTo>
                  <a:pt x="2637297" y="682163"/>
                  <a:pt x="2661543" y="706409"/>
                  <a:pt x="2661543" y="736318"/>
                </a:cubicBezTo>
                <a:cubicBezTo>
                  <a:pt x="2661543" y="766227"/>
                  <a:pt x="2637297" y="790473"/>
                  <a:pt x="2607387" y="790473"/>
                </a:cubicBezTo>
                <a:cubicBezTo>
                  <a:pt x="2577477" y="790473"/>
                  <a:pt x="2553231" y="766227"/>
                  <a:pt x="2553231" y="736318"/>
                </a:cubicBezTo>
                <a:cubicBezTo>
                  <a:pt x="2553231" y="706409"/>
                  <a:pt x="2577477" y="682163"/>
                  <a:pt x="2607387" y="682163"/>
                </a:cubicBezTo>
                <a:close/>
                <a:moveTo>
                  <a:pt x="2527505" y="682163"/>
                </a:moveTo>
                <a:cubicBezTo>
                  <a:pt x="2531778" y="682163"/>
                  <a:pt x="2535242" y="685627"/>
                  <a:pt x="2535242" y="689900"/>
                </a:cubicBezTo>
                <a:lnTo>
                  <a:pt x="2535242" y="782736"/>
                </a:lnTo>
                <a:cubicBezTo>
                  <a:pt x="2535242" y="787009"/>
                  <a:pt x="2531778" y="790473"/>
                  <a:pt x="2527505" y="790473"/>
                </a:cubicBezTo>
                <a:lnTo>
                  <a:pt x="2519769" y="782737"/>
                </a:lnTo>
                <a:cubicBezTo>
                  <a:pt x="2519769" y="751788"/>
                  <a:pt x="2519768" y="720846"/>
                  <a:pt x="2519768" y="689900"/>
                </a:cubicBezTo>
                <a:cubicBezTo>
                  <a:pt x="2519768" y="685627"/>
                  <a:pt x="2523232" y="682163"/>
                  <a:pt x="2527505" y="682163"/>
                </a:cubicBezTo>
                <a:close/>
                <a:moveTo>
                  <a:pt x="2494042" y="682163"/>
                </a:moveTo>
                <a:cubicBezTo>
                  <a:pt x="2498315" y="682163"/>
                  <a:pt x="2501779" y="685627"/>
                  <a:pt x="2501779" y="689900"/>
                </a:cubicBezTo>
                <a:lnTo>
                  <a:pt x="2501779" y="782736"/>
                </a:lnTo>
                <a:cubicBezTo>
                  <a:pt x="2501779" y="787009"/>
                  <a:pt x="2498315" y="790473"/>
                  <a:pt x="2494042" y="790473"/>
                </a:cubicBezTo>
                <a:lnTo>
                  <a:pt x="2486306" y="782737"/>
                </a:lnTo>
                <a:cubicBezTo>
                  <a:pt x="2486306" y="751788"/>
                  <a:pt x="2486305" y="720846"/>
                  <a:pt x="2486305" y="689900"/>
                </a:cubicBezTo>
                <a:cubicBezTo>
                  <a:pt x="2486305" y="685627"/>
                  <a:pt x="2489769" y="682163"/>
                  <a:pt x="2494042" y="682163"/>
                </a:cubicBezTo>
                <a:close/>
                <a:moveTo>
                  <a:pt x="2414160" y="682163"/>
                </a:moveTo>
                <a:cubicBezTo>
                  <a:pt x="2444070" y="682163"/>
                  <a:pt x="2468316" y="706409"/>
                  <a:pt x="2468316" y="736318"/>
                </a:cubicBezTo>
                <a:cubicBezTo>
                  <a:pt x="2468316" y="766227"/>
                  <a:pt x="2444070" y="790473"/>
                  <a:pt x="2414160" y="790473"/>
                </a:cubicBezTo>
                <a:cubicBezTo>
                  <a:pt x="2384250" y="790473"/>
                  <a:pt x="2360004" y="766227"/>
                  <a:pt x="2360004" y="736318"/>
                </a:cubicBezTo>
                <a:cubicBezTo>
                  <a:pt x="2360004" y="706409"/>
                  <a:pt x="2384250" y="682163"/>
                  <a:pt x="2414160" y="682163"/>
                </a:cubicBezTo>
                <a:close/>
                <a:moveTo>
                  <a:pt x="2334278" y="682163"/>
                </a:moveTo>
                <a:cubicBezTo>
                  <a:pt x="2338551" y="682163"/>
                  <a:pt x="2342015" y="685627"/>
                  <a:pt x="2342015" y="689900"/>
                </a:cubicBezTo>
                <a:lnTo>
                  <a:pt x="2342015" y="782736"/>
                </a:lnTo>
                <a:cubicBezTo>
                  <a:pt x="2342015" y="787009"/>
                  <a:pt x="2338551" y="790473"/>
                  <a:pt x="2334278" y="790473"/>
                </a:cubicBezTo>
                <a:lnTo>
                  <a:pt x="2326542" y="782737"/>
                </a:lnTo>
                <a:cubicBezTo>
                  <a:pt x="2326542" y="751788"/>
                  <a:pt x="2326541" y="720846"/>
                  <a:pt x="2326541" y="689900"/>
                </a:cubicBezTo>
                <a:cubicBezTo>
                  <a:pt x="2326541" y="685627"/>
                  <a:pt x="2330005" y="682163"/>
                  <a:pt x="2334278" y="682163"/>
                </a:cubicBezTo>
                <a:close/>
                <a:moveTo>
                  <a:pt x="2300816" y="682163"/>
                </a:moveTo>
                <a:cubicBezTo>
                  <a:pt x="2305089" y="682163"/>
                  <a:pt x="2308553" y="685627"/>
                  <a:pt x="2308553" y="689900"/>
                </a:cubicBezTo>
                <a:cubicBezTo>
                  <a:pt x="2308553" y="720846"/>
                  <a:pt x="2308552" y="751791"/>
                  <a:pt x="2308552" y="782737"/>
                </a:cubicBezTo>
                <a:lnTo>
                  <a:pt x="2300816" y="790473"/>
                </a:lnTo>
                <a:cubicBezTo>
                  <a:pt x="2296543" y="790473"/>
                  <a:pt x="2293079" y="787009"/>
                  <a:pt x="2293079" y="782736"/>
                </a:cubicBezTo>
                <a:lnTo>
                  <a:pt x="2293079" y="689900"/>
                </a:lnTo>
                <a:cubicBezTo>
                  <a:pt x="2293079" y="685627"/>
                  <a:pt x="2296543" y="682163"/>
                  <a:pt x="2300816" y="682163"/>
                </a:cubicBezTo>
                <a:close/>
                <a:moveTo>
                  <a:pt x="2220935" y="682163"/>
                </a:moveTo>
                <a:cubicBezTo>
                  <a:pt x="2250845" y="682163"/>
                  <a:pt x="2275091" y="706409"/>
                  <a:pt x="2275091" y="736318"/>
                </a:cubicBezTo>
                <a:cubicBezTo>
                  <a:pt x="2275091" y="766227"/>
                  <a:pt x="2250845" y="790473"/>
                  <a:pt x="2220935" y="790473"/>
                </a:cubicBezTo>
                <a:cubicBezTo>
                  <a:pt x="2191025" y="790473"/>
                  <a:pt x="2166779" y="766227"/>
                  <a:pt x="2166779" y="736318"/>
                </a:cubicBezTo>
                <a:cubicBezTo>
                  <a:pt x="2166779" y="706409"/>
                  <a:pt x="2191025" y="682163"/>
                  <a:pt x="2220935" y="682163"/>
                </a:cubicBezTo>
                <a:close/>
                <a:moveTo>
                  <a:pt x="2141053" y="682163"/>
                </a:moveTo>
                <a:cubicBezTo>
                  <a:pt x="2145326" y="682163"/>
                  <a:pt x="2148790" y="685627"/>
                  <a:pt x="2148790" y="689900"/>
                </a:cubicBezTo>
                <a:cubicBezTo>
                  <a:pt x="2148790" y="720846"/>
                  <a:pt x="2148789" y="751791"/>
                  <a:pt x="2148789" y="782737"/>
                </a:cubicBezTo>
                <a:lnTo>
                  <a:pt x="2141053" y="790473"/>
                </a:lnTo>
                <a:cubicBezTo>
                  <a:pt x="2136780" y="790473"/>
                  <a:pt x="2133316" y="787009"/>
                  <a:pt x="2133316" y="782736"/>
                </a:cubicBezTo>
                <a:lnTo>
                  <a:pt x="2133316" y="689900"/>
                </a:lnTo>
                <a:cubicBezTo>
                  <a:pt x="2133316" y="685627"/>
                  <a:pt x="2136780" y="682163"/>
                  <a:pt x="2141053" y="682163"/>
                </a:cubicBezTo>
                <a:close/>
                <a:moveTo>
                  <a:pt x="2107590" y="682163"/>
                </a:moveTo>
                <a:cubicBezTo>
                  <a:pt x="2111863" y="682163"/>
                  <a:pt x="2115327" y="685627"/>
                  <a:pt x="2115327" y="689900"/>
                </a:cubicBezTo>
                <a:cubicBezTo>
                  <a:pt x="2115327" y="720846"/>
                  <a:pt x="2115326" y="751791"/>
                  <a:pt x="2115326" y="782737"/>
                </a:cubicBezTo>
                <a:lnTo>
                  <a:pt x="2107590" y="790473"/>
                </a:lnTo>
                <a:cubicBezTo>
                  <a:pt x="2103317" y="790473"/>
                  <a:pt x="2099853" y="787009"/>
                  <a:pt x="2099853" y="782736"/>
                </a:cubicBezTo>
                <a:lnTo>
                  <a:pt x="2099853" y="689900"/>
                </a:lnTo>
                <a:cubicBezTo>
                  <a:pt x="2099853" y="685627"/>
                  <a:pt x="2103317" y="682163"/>
                  <a:pt x="2107590" y="682163"/>
                </a:cubicBezTo>
                <a:close/>
                <a:moveTo>
                  <a:pt x="2027708" y="682163"/>
                </a:moveTo>
                <a:cubicBezTo>
                  <a:pt x="2057618" y="682163"/>
                  <a:pt x="2081864" y="706409"/>
                  <a:pt x="2081864" y="736318"/>
                </a:cubicBezTo>
                <a:cubicBezTo>
                  <a:pt x="2081864" y="766227"/>
                  <a:pt x="2057618" y="790473"/>
                  <a:pt x="2027708" y="790473"/>
                </a:cubicBezTo>
                <a:cubicBezTo>
                  <a:pt x="1997798" y="790473"/>
                  <a:pt x="1973552" y="766227"/>
                  <a:pt x="1973552" y="736318"/>
                </a:cubicBezTo>
                <a:cubicBezTo>
                  <a:pt x="1973552" y="706409"/>
                  <a:pt x="1997798" y="682163"/>
                  <a:pt x="2027708" y="682163"/>
                </a:cubicBezTo>
                <a:close/>
                <a:moveTo>
                  <a:pt x="1947826" y="682163"/>
                </a:moveTo>
                <a:cubicBezTo>
                  <a:pt x="1952099" y="682163"/>
                  <a:pt x="1955563" y="685627"/>
                  <a:pt x="1955563" y="689900"/>
                </a:cubicBezTo>
                <a:cubicBezTo>
                  <a:pt x="1955563" y="720846"/>
                  <a:pt x="1955562" y="751791"/>
                  <a:pt x="1955562" y="782737"/>
                </a:cubicBezTo>
                <a:lnTo>
                  <a:pt x="1947826" y="790473"/>
                </a:lnTo>
                <a:cubicBezTo>
                  <a:pt x="1943553" y="790473"/>
                  <a:pt x="1940089" y="787009"/>
                  <a:pt x="1940089" y="782736"/>
                </a:cubicBezTo>
                <a:lnTo>
                  <a:pt x="1940089" y="689900"/>
                </a:lnTo>
                <a:cubicBezTo>
                  <a:pt x="1940089" y="685627"/>
                  <a:pt x="1943553" y="682163"/>
                  <a:pt x="1947826" y="682163"/>
                </a:cubicBezTo>
                <a:close/>
                <a:moveTo>
                  <a:pt x="1867944" y="682163"/>
                </a:moveTo>
                <a:cubicBezTo>
                  <a:pt x="1897854" y="682163"/>
                  <a:pt x="1922100" y="706409"/>
                  <a:pt x="1922100" y="736318"/>
                </a:cubicBezTo>
                <a:cubicBezTo>
                  <a:pt x="1922100" y="766227"/>
                  <a:pt x="1897854" y="790473"/>
                  <a:pt x="1867944" y="790473"/>
                </a:cubicBezTo>
                <a:cubicBezTo>
                  <a:pt x="1838034" y="790473"/>
                  <a:pt x="1813788" y="766227"/>
                  <a:pt x="1813788" y="736318"/>
                </a:cubicBezTo>
                <a:cubicBezTo>
                  <a:pt x="1813788" y="706409"/>
                  <a:pt x="1838034" y="682163"/>
                  <a:pt x="1867944" y="682163"/>
                </a:cubicBezTo>
                <a:close/>
                <a:moveTo>
                  <a:pt x="1788062" y="682163"/>
                </a:moveTo>
                <a:cubicBezTo>
                  <a:pt x="1792335" y="682163"/>
                  <a:pt x="1795799" y="685627"/>
                  <a:pt x="1795799" y="689900"/>
                </a:cubicBezTo>
                <a:cubicBezTo>
                  <a:pt x="1795799" y="720846"/>
                  <a:pt x="1795798" y="751791"/>
                  <a:pt x="1795798" y="782737"/>
                </a:cubicBezTo>
                <a:lnTo>
                  <a:pt x="1788062" y="790473"/>
                </a:lnTo>
                <a:cubicBezTo>
                  <a:pt x="1783789" y="790473"/>
                  <a:pt x="1780325" y="787009"/>
                  <a:pt x="1780325" y="782736"/>
                </a:cubicBezTo>
                <a:lnTo>
                  <a:pt x="1780325" y="689900"/>
                </a:lnTo>
                <a:cubicBezTo>
                  <a:pt x="1780325" y="685627"/>
                  <a:pt x="1783789" y="682163"/>
                  <a:pt x="1788062" y="682163"/>
                </a:cubicBezTo>
                <a:close/>
                <a:moveTo>
                  <a:pt x="1754599" y="682163"/>
                </a:moveTo>
                <a:cubicBezTo>
                  <a:pt x="1758872" y="682163"/>
                  <a:pt x="1762336" y="685627"/>
                  <a:pt x="1762336" y="689900"/>
                </a:cubicBezTo>
                <a:cubicBezTo>
                  <a:pt x="1762336" y="720846"/>
                  <a:pt x="1762335" y="751791"/>
                  <a:pt x="1762335" y="782737"/>
                </a:cubicBezTo>
                <a:lnTo>
                  <a:pt x="1754599" y="790473"/>
                </a:lnTo>
                <a:cubicBezTo>
                  <a:pt x="1750326" y="790473"/>
                  <a:pt x="1746862" y="787009"/>
                  <a:pt x="1746862" y="782736"/>
                </a:cubicBezTo>
                <a:lnTo>
                  <a:pt x="1746862" y="689900"/>
                </a:lnTo>
                <a:cubicBezTo>
                  <a:pt x="1746862" y="685627"/>
                  <a:pt x="1750326" y="682163"/>
                  <a:pt x="1754599" y="682163"/>
                </a:cubicBezTo>
                <a:close/>
                <a:moveTo>
                  <a:pt x="1674717" y="682163"/>
                </a:moveTo>
                <a:cubicBezTo>
                  <a:pt x="1704627" y="682163"/>
                  <a:pt x="1728873" y="706409"/>
                  <a:pt x="1728873" y="736318"/>
                </a:cubicBezTo>
                <a:cubicBezTo>
                  <a:pt x="1728873" y="766227"/>
                  <a:pt x="1704627" y="790473"/>
                  <a:pt x="1674717" y="790473"/>
                </a:cubicBezTo>
                <a:cubicBezTo>
                  <a:pt x="1644807" y="790473"/>
                  <a:pt x="1620561" y="766227"/>
                  <a:pt x="1620561" y="736318"/>
                </a:cubicBezTo>
                <a:cubicBezTo>
                  <a:pt x="1620561" y="706409"/>
                  <a:pt x="1644807" y="682163"/>
                  <a:pt x="1674717" y="682163"/>
                </a:cubicBezTo>
                <a:close/>
                <a:moveTo>
                  <a:pt x="1275309" y="682163"/>
                </a:moveTo>
                <a:cubicBezTo>
                  <a:pt x="1279582" y="682163"/>
                  <a:pt x="1283046" y="685627"/>
                  <a:pt x="1283046" y="689900"/>
                </a:cubicBezTo>
                <a:cubicBezTo>
                  <a:pt x="1283046" y="720846"/>
                  <a:pt x="1283045" y="751791"/>
                  <a:pt x="1283045" y="782737"/>
                </a:cubicBezTo>
                <a:lnTo>
                  <a:pt x="1275309" y="790473"/>
                </a:lnTo>
                <a:cubicBezTo>
                  <a:pt x="1271036" y="790473"/>
                  <a:pt x="1267572" y="787009"/>
                  <a:pt x="1267572" y="782736"/>
                </a:cubicBezTo>
                <a:lnTo>
                  <a:pt x="1267572" y="689900"/>
                </a:lnTo>
                <a:cubicBezTo>
                  <a:pt x="1267572" y="685627"/>
                  <a:pt x="1271036" y="682163"/>
                  <a:pt x="1275309" y="682163"/>
                </a:cubicBezTo>
                <a:close/>
                <a:moveTo>
                  <a:pt x="1241846" y="682163"/>
                </a:moveTo>
                <a:cubicBezTo>
                  <a:pt x="1246119" y="682163"/>
                  <a:pt x="1249583" y="685627"/>
                  <a:pt x="1249583" y="689900"/>
                </a:cubicBezTo>
                <a:cubicBezTo>
                  <a:pt x="1249583" y="720846"/>
                  <a:pt x="1249582" y="751791"/>
                  <a:pt x="1249582" y="782737"/>
                </a:cubicBezTo>
                <a:lnTo>
                  <a:pt x="1241846" y="790473"/>
                </a:lnTo>
                <a:cubicBezTo>
                  <a:pt x="1237573" y="790473"/>
                  <a:pt x="1234109" y="787009"/>
                  <a:pt x="1234109" y="782736"/>
                </a:cubicBezTo>
                <a:lnTo>
                  <a:pt x="1234109" y="689900"/>
                </a:lnTo>
                <a:cubicBezTo>
                  <a:pt x="1234109" y="685627"/>
                  <a:pt x="1237573" y="682163"/>
                  <a:pt x="1241846" y="682163"/>
                </a:cubicBezTo>
                <a:close/>
                <a:moveTo>
                  <a:pt x="1161964" y="682163"/>
                </a:moveTo>
                <a:cubicBezTo>
                  <a:pt x="1191874" y="682163"/>
                  <a:pt x="1216120" y="706409"/>
                  <a:pt x="1216120" y="736318"/>
                </a:cubicBezTo>
                <a:cubicBezTo>
                  <a:pt x="1216120" y="766227"/>
                  <a:pt x="1191874" y="790473"/>
                  <a:pt x="1161964" y="790473"/>
                </a:cubicBezTo>
                <a:cubicBezTo>
                  <a:pt x="1132054" y="790473"/>
                  <a:pt x="1107808" y="766227"/>
                  <a:pt x="1107808" y="736318"/>
                </a:cubicBezTo>
                <a:cubicBezTo>
                  <a:pt x="1107808" y="706409"/>
                  <a:pt x="1132054" y="682163"/>
                  <a:pt x="1161964" y="682163"/>
                </a:cubicBezTo>
                <a:close/>
                <a:moveTo>
                  <a:pt x="1082082" y="682163"/>
                </a:moveTo>
                <a:cubicBezTo>
                  <a:pt x="1086355" y="682163"/>
                  <a:pt x="1089819" y="685627"/>
                  <a:pt x="1089819" y="689900"/>
                </a:cubicBezTo>
                <a:cubicBezTo>
                  <a:pt x="1089819" y="720846"/>
                  <a:pt x="1089818" y="751791"/>
                  <a:pt x="1089818" y="782737"/>
                </a:cubicBezTo>
                <a:lnTo>
                  <a:pt x="1082082" y="790474"/>
                </a:lnTo>
                <a:cubicBezTo>
                  <a:pt x="1077809" y="790473"/>
                  <a:pt x="1074345" y="787009"/>
                  <a:pt x="1074345" y="782736"/>
                </a:cubicBezTo>
                <a:lnTo>
                  <a:pt x="1074345" y="689900"/>
                </a:lnTo>
                <a:cubicBezTo>
                  <a:pt x="1074345" y="685627"/>
                  <a:pt x="1077809" y="682163"/>
                  <a:pt x="1082082" y="682163"/>
                </a:cubicBezTo>
                <a:close/>
                <a:moveTo>
                  <a:pt x="1048618" y="682163"/>
                </a:moveTo>
                <a:cubicBezTo>
                  <a:pt x="1052892" y="682163"/>
                  <a:pt x="1056356" y="685627"/>
                  <a:pt x="1056355" y="689900"/>
                </a:cubicBezTo>
                <a:cubicBezTo>
                  <a:pt x="1056356" y="720846"/>
                  <a:pt x="1056355" y="751791"/>
                  <a:pt x="1056355" y="782737"/>
                </a:cubicBezTo>
                <a:lnTo>
                  <a:pt x="1048618" y="790474"/>
                </a:lnTo>
                <a:cubicBezTo>
                  <a:pt x="1044346" y="790473"/>
                  <a:pt x="1040882" y="787009"/>
                  <a:pt x="1040882" y="782736"/>
                </a:cubicBezTo>
                <a:lnTo>
                  <a:pt x="1040882" y="689900"/>
                </a:lnTo>
                <a:cubicBezTo>
                  <a:pt x="1040882" y="685627"/>
                  <a:pt x="1044346" y="682163"/>
                  <a:pt x="1048618" y="682163"/>
                </a:cubicBezTo>
                <a:close/>
                <a:moveTo>
                  <a:pt x="968737" y="682163"/>
                </a:moveTo>
                <a:cubicBezTo>
                  <a:pt x="998647" y="682163"/>
                  <a:pt x="1022893" y="706409"/>
                  <a:pt x="1022893" y="736319"/>
                </a:cubicBezTo>
                <a:cubicBezTo>
                  <a:pt x="1022893" y="766227"/>
                  <a:pt x="998647" y="790473"/>
                  <a:pt x="968737" y="790474"/>
                </a:cubicBezTo>
                <a:cubicBezTo>
                  <a:pt x="938827" y="790473"/>
                  <a:pt x="914581" y="766227"/>
                  <a:pt x="914581" y="736319"/>
                </a:cubicBezTo>
                <a:cubicBezTo>
                  <a:pt x="914581" y="706409"/>
                  <a:pt x="938827" y="682163"/>
                  <a:pt x="968737" y="682163"/>
                </a:cubicBezTo>
                <a:close/>
                <a:moveTo>
                  <a:pt x="888856" y="682163"/>
                </a:moveTo>
                <a:cubicBezTo>
                  <a:pt x="893129" y="682163"/>
                  <a:pt x="896593" y="685627"/>
                  <a:pt x="896593" y="689900"/>
                </a:cubicBezTo>
                <a:cubicBezTo>
                  <a:pt x="896593" y="720846"/>
                  <a:pt x="896592" y="751791"/>
                  <a:pt x="896592" y="782737"/>
                </a:cubicBezTo>
                <a:lnTo>
                  <a:pt x="888856" y="790474"/>
                </a:lnTo>
                <a:cubicBezTo>
                  <a:pt x="884583" y="790473"/>
                  <a:pt x="881119" y="787009"/>
                  <a:pt x="881119" y="782736"/>
                </a:cubicBezTo>
                <a:lnTo>
                  <a:pt x="881119" y="689900"/>
                </a:lnTo>
                <a:cubicBezTo>
                  <a:pt x="881119" y="685627"/>
                  <a:pt x="884583" y="682163"/>
                  <a:pt x="888856" y="682163"/>
                </a:cubicBezTo>
                <a:close/>
                <a:moveTo>
                  <a:pt x="808974" y="682163"/>
                </a:moveTo>
                <a:cubicBezTo>
                  <a:pt x="838884" y="682163"/>
                  <a:pt x="863130" y="706409"/>
                  <a:pt x="863130" y="736319"/>
                </a:cubicBezTo>
                <a:cubicBezTo>
                  <a:pt x="863130" y="766227"/>
                  <a:pt x="838884" y="790473"/>
                  <a:pt x="808974" y="790474"/>
                </a:cubicBezTo>
                <a:cubicBezTo>
                  <a:pt x="779064" y="790473"/>
                  <a:pt x="754818" y="766227"/>
                  <a:pt x="754818" y="736319"/>
                </a:cubicBezTo>
                <a:cubicBezTo>
                  <a:pt x="754818" y="706409"/>
                  <a:pt x="779064" y="682163"/>
                  <a:pt x="808974" y="682163"/>
                </a:cubicBezTo>
                <a:close/>
                <a:moveTo>
                  <a:pt x="729092" y="682163"/>
                </a:moveTo>
                <a:cubicBezTo>
                  <a:pt x="733365" y="682163"/>
                  <a:pt x="736829" y="685627"/>
                  <a:pt x="736829" y="689900"/>
                </a:cubicBezTo>
                <a:cubicBezTo>
                  <a:pt x="736829" y="720846"/>
                  <a:pt x="736828" y="751791"/>
                  <a:pt x="736828" y="782737"/>
                </a:cubicBezTo>
                <a:lnTo>
                  <a:pt x="729092" y="790474"/>
                </a:lnTo>
                <a:cubicBezTo>
                  <a:pt x="724819" y="790473"/>
                  <a:pt x="721355" y="787009"/>
                  <a:pt x="721355" y="782736"/>
                </a:cubicBezTo>
                <a:lnTo>
                  <a:pt x="721355" y="689900"/>
                </a:lnTo>
                <a:cubicBezTo>
                  <a:pt x="721355" y="685627"/>
                  <a:pt x="724819" y="682163"/>
                  <a:pt x="729092" y="682163"/>
                </a:cubicBezTo>
                <a:close/>
                <a:moveTo>
                  <a:pt x="649210" y="682163"/>
                </a:moveTo>
                <a:cubicBezTo>
                  <a:pt x="679120" y="682163"/>
                  <a:pt x="703366" y="706409"/>
                  <a:pt x="703366" y="736319"/>
                </a:cubicBezTo>
                <a:cubicBezTo>
                  <a:pt x="703366" y="766227"/>
                  <a:pt x="679120" y="790473"/>
                  <a:pt x="649210" y="790474"/>
                </a:cubicBezTo>
                <a:cubicBezTo>
                  <a:pt x="619300" y="790473"/>
                  <a:pt x="595054" y="766227"/>
                  <a:pt x="595054" y="736319"/>
                </a:cubicBezTo>
                <a:cubicBezTo>
                  <a:pt x="595054" y="706409"/>
                  <a:pt x="619300" y="682163"/>
                  <a:pt x="649210" y="682163"/>
                </a:cubicBezTo>
                <a:close/>
                <a:moveTo>
                  <a:pt x="569328" y="682163"/>
                </a:moveTo>
                <a:cubicBezTo>
                  <a:pt x="573601" y="682163"/>
                  <a:pt x="577065" y="685627"/>
                  <a:pt x="577064" y="689900"/>
                </a:cubicBezTo>
                <a:cubicBezTo>
                  <a:pt x="577065" y="720846"/>
                  <a:pt x="577064" y="751791"/>
                  <a:pt x="577064" y="782737"/>
                </a:cubicBezTo>
                <a:lnTo>
                  <a:pt x="569328" y="790474"/>
                </a:lnTo>
                <a:cubicBezTo>
                  <a:pt x="565055" y="790473"/>
                  <a:pt x="561591" y="787009"/>
                  <a:pt x="561591" y="782736"/>
                </a:cubicBezTo>
                <a:lnTo>
                  <a:pt x="561591" y="689900"/>
                </a:lnTo>
                <a:cubicBezTo>
                  <a:pt x="561591" y="685627"/>
                  <a:pt x="565055" y="682163"/>
                  <a:pt x="569328" y="682163"/>
                </a:cubicBezTo>
                <a:close/>
                <a:moveTo>
                  <a:pt x="535865" y="682163"/>
                </a:moveTo>
                <a:cubicBezTo>
                  <a:pt x="540138" y="682163"/>
                  <a:pt x="543602" y="685627"/>
                  <a:pt x="543602" y="689900"/>
                </a:cubicBezTo>
                <a:cubicBezTo>
                  <a:pt x="543602" y="720846"/>
                  <a:pt x="543601" y="751791"/>
                  <a:pt x="543601" y="782737"/>
                </a:cubicBezTo>
                <a:lnTo>
                  <a:pt x="535865" y="790474"/>
                </a:lnTo>
                <a:cubicBezTo>
                  <a:pt x="531592" y="790473"/>
                  <a:pt x="528128" y="787009"/>
                  <a:pt x="528128" y="782736"/>
                </a:cubicBezTo>
                <a:lnTo>
                  <a:pt x="528128" y="689900"/>
                </a:lnTo>
                <a:cubicBezTo>
                  <a:pt x="528128" y="685627"/>
                  <a:pt x="531592" y="682163"/>
                  <a:pt x="535865" y="682163"/>
                </a:cubicBezTo>
                <a:close/>
                <a:moveTo>
                  <a:pt x="455983" y="682163"/>
                </a:moveTo>
                <a:cubicBezTo>
                  <a:pt x="485893" y="682163"/>
                  <a:pt x="510139" y="706409"/>
                  <a:pt x="510139" y="736319"/>
                </a:cubicBezTo>
                <a:cubicBezTo>
                  <a:pt x="510139" y="766227"/>
                  <a:pt x="485893" y="790473"/>
                  <a:pt x="455983" y="790474"/>
                </a:cubicBezTo>
                <a:cubicBezTo>
                  <a:pt x="426073" y="790473"/>
                  <a:pt x="401827" y="766227"/>
                  <a:pt x="401827" y="736319"/>
                </a:cubicBezTo>
                <a:cubicBezTo>
                  <a:pt x="401827" y="706409"/>
                  <a:pt x="426073" y="682163"/>
                  <a:pt x="455983" y="682163"/>
                </a:cubicBezTo>
                <a:close/>
                <a:moveTo>
                  <a:pt x="56575" y="682163"/>
                </a:moveTo>
                <a:cubicBezTo>
                  <a:pt x="60848" y="682163"/>
                  <a:pt x="64312" y="685627"/>
                  <a:pt x="64312" y="689900"/>
                </a:cubicBezTo>
                <a:cubicBezTo>
                  <a:pt x="64312" y="720846"/>
                  <a:pt x="64311" y="751791"/>
                  <a:pt x="64311" y="782737"/>
                </a:cubicBezTo>
                <a:lnTo>
                  <a:pt x="56575" y="790473"/>
                </a:lnTo>
                <a:cubicBezTo>
                  <a:pt x="52302" y="790473"/>
                  <a:pt x="48838" y="787009"/>
                  <a:pt x="48838" y="782736"/>
                </a:cubicBezTo>
                <a:lnTo>
                  <a:pt x="48838" y="689900"/>
                </a:lnTo>
                <a:cubicBezTo>
                  <a:pt x="48845" y="685627"/>
                  <a:pt x="52309" y="682163"/>
                  <a:pt x="56575" y="682163"/>
                </a:cubicBezTo>
                <a:close/>
                <a:moveTo>
                  <a:pt x="23112" y="682163"/>
                </a:moveTo>
                <a:cubicBezTo>
                  <a:pt x="27385" y="682163"/>
                  <a:pt x="30849" y="685627"/>
                  <a:pt x="30849" y="689900"/>
                </a:cubicBezTo>
                <a:cubicBezTo>
                  <a:pt x="30849" y="720846"/>
                  <a:pt x="30848" y="751791"/>
                  <a:pt x="30848" y="782737"/>
                </a:cubicBezTo>
                <a:lnTo>
                  <a:pt x="23112" y="790473"/>
                </a:lnTo>
                <a:cubicBezTo>
                  <a:pt x="18839" y="790473"/>
                  <a:pt x="15375" y="787009"/>
                  <a:pt x="15375" y="782736"/>
                </a:cubicBezTo>
                <a:lnTo>
                  <a:pt x="15375" y="689900"/>
                </a:lnTo>
                <a:cubicBezTo>
                  <a:pt x="15382" y="685627"/>
                  <a:pt x="18846" y="682163"/>
                  <a:pt x="23112" y="682163"/>
                </a:cubicBezTo>
                <a:close/>
                <a:moveTo>
                  <a:pt x="8908925" y="680648"/>
                </a:moveTo>
                <a:cubicBezTo>
                  <a:pt x="8913198" y="680648"/>
                  <a:pt x="8916662" y="684112"/>
                  <a:pt x="8916662" y="688385"/>
                </a:cubicBezTo>
                <a:cubicBezTo>
                  <a:pt x="8916662" y="719331"/>
                  <a:pt x="8916661" y="750276"/>
                  <a:pt x="8916661" y="781222"/>
                </a:cubicBezTo>
                <a:lnTo>
                  <a:pt x="8908925" y="788957"/>
                </a:lnTo>
                <a:cubicBezTo>
                  <a:pt x="8904652" y="788958"/>
                  <a:pt x="8901188" y="785494"/>
                  <a:pt x="8901188" y="781221"/>
                </a:cubicBezTo>
                <a:lnTo>
                  <a:pt x="8901188" y="688385"/>
                </a:lnTo>
                <a:cubicBezTo>
                  <a:pt x="8901188" y="684112"/>
                  <a:pt x="8904652" y="680648"/>
                  <a:pt x="8908925" y="680648"/>
                </a:cubicBezTo>
                <a:close/>
                <a:moveTo>
                  <a:pt x="8829043" y="680648"/>
                </a:moveTo>
                <a:cubicBezTo>
                  <a:pt x="8858952" y="680648"/>
                  <a:pt x="8883198" y="704894"/>
                  <a:pt x="8883198" y="734803"/>
                </a:cubicBezTo>
                <a:cubicBezTo>
                  <a:pt x="8883198" y="764712"/>
                  <a:pt x="8858952" y="788958"/>
                  <a:pt x="8829043" y="788957"/>
                </a:cubicBezTo>
                <a:cubicBezTo>
                  <a:pt x="8799134" y="788958"/>
                  <a:pt x="8774888" y="764712"/>
                  <a:pt x="8774888" y="734803"/>
                </a:cubicBezTo>
                <a:cubicBezTo>
                  <a:pt x="8774888" y="704894"/>
                  <a:pt x="8799134" y="680648"/>
                  <a:pt x="8829043" y="680648"/>
                </a:cubicBezTo>
                <a:close/>
                <a:moveTo>
                  <a:pt x="8749162" y="680648"/>
                </a:moveTo>
                <a:cubicBezTo>
                  <a:pt x="8753435" y="680648"/>
                  <a:pt x="8756899" y="684112"/>
                  <a:pt x="8756899" y="688385"/>
                </a:cubicBezTo>
                <a:cubicBezTo>
                  <a:pt x="8756899" y="719331"/>
                  <a:pt x="8756898" y="750276"/>
                  <a:pt x="8756898" y="781222"/>
                </a:cubicBezTo>
                <a:lnTo>
                  <a:pt x="8749162" y="788957"/>
                </a:lnTo>
                <a:cubicBezTo>
                  <a:pt x="8744889" y="788958"/>
                  <a:pt x="8741425" y="785494"/>
                  <a:pt x="8741425" y="781221"/>
                </a:cubicBezTo>
                <a:lnTo>
                  <a:pt x="8741425" y="688385"/>
                </a:lnTo>
                <a:cubicBezTo>
                  <a:pt x="8741425" y="684112"/>
                  <a:pt x="8744889" y="680648"/>
                  <a:pt x="8749162" y="680648"/>
                </a:cubicBezTo>
                <a:close/>
                <a:moveTo>
                  <a:pt x="8669280" y="680648"/>
                </a:moveTo>
                <a:cubicBezTo>
                  <a:pt x="8699189" y="680648"/>
                  <a:pt x="8723435" y="704894"/>
                  <a:pt x="8723435" y="734803"/>
                </a:cubicBezTo>
                <a:cubicBezTo>
                  <a:pt x="8723435" y="764712"/>
                  <a:pt x="8699189" y="788958"/>
                  <a:pt x="8669280" y="788957"/>
                </a:cubicBezTo>
                <a:cubicBezTo>
                  <a:pt x="8639371" y="788958"/>
                  <a:pt x="8615125" y="764712"/>
                  <a:pt x="8615125" y="734803"/>
                </a:cubicBezTo>
                <a:cubicBezTo>
                  <a:pt x="8615125" y="704894"/>
                  <a:pt x="8639371" y="680648"/>
                  <a:pt x="8669280" y="680648"/>
                </a:cubicBezTo>
                <a:close/>
                <a:moveTo>
                  <a:pt x="7690191" y="680648"/>
                </a:moveTo>
                <a:cubicBezTo>
                  <a:pt x="7694464" y="680648"/>
                  <a:pt x="7697928" y="684112"/>
                  <a:pt x="7697928" y="688385"/>
                </a:cubicBezTo>
                <a:cubicBezTo>
                  <a:pt x="7697928" y="719331"/>
                  <a:pt x="7697927" y="750276"/>
                  <a:pt x="7697927" y="781222"/>
                </a:cubicBezTo>
                <a:lnTo>
                  <a:pt x="7690191" y="788957"/>
                </a:lnTo>
                <a:cubicBezTo>
                  <a:pt x="7685918" y="788958"/>
                  <a:pt x="7682454" y="785494"/>
                  <a:pt x="7682454" y="781221"/>
                </a:cubicBezTo>
                <a:lnTo>
                  <a:pt x="7682454" y="688385"/>
                </a:lnTo>
                <a:cubicBezTo>
                  <a:pt x="7682454" y="684112"/>
                  <a:pt x="7685918" y="680648"/>
                  <a:pt x="7690191" y="680648"/>
                </a:cubicBezTo>
                <a:close/>
                <a:moveTo>
                  <a:pt x="7610309" y="680648"/>
                </a:moveTo>
                <a:cubicBezTo>
                  <a:pt x="7640218" y="680648"/>
                  <a:pt x="7664464" y="704894"/>
                  <a:pt x="7664464" y="734803"/>
                </a:cubicBezTo>
                <a:cubicBezTo>
                  <a:pt x="7664464" y="764712"/>
                  <a:pt x="7640218" y="788958"/>
                  <a:pt x="7610309" y="788957"/>
                </a:cubicBezTo>
                <a:cubicBezTo>
                  <a:pt x="7580400" y="788958"/>
                  <a:pt x="7556154" y="764712"/>
                  <a:pt x="7556154" y="734803"/>
                </a:cubicBezTo>
                <a:cubicBezTo>
                  <a:pt x="7556154" y="704894"/>
                  <a:pt x="7580400" y="680648"/>
                  <a:pt x="7610309" y="680648"/>
                </a:cubicBezTo>
                <a:close/>
                <a:moveTo>
                  <a:pt x="7530428" y="680648"/>
                </a:moveTo>
                <a:cubicBezTo>
                  <a:pt x="7534701" y="680648"/>
                  <a:pt x="7538165" y="684112"/>
                  <a:pt x="7538165" y="688385"/>
                </a:cubicBezTo>
                <a:cubicBezTo>
                  <a:pt x="7538165" y="719331"/>
                  <a:pt x="7538164" y="750276"/>
                  <a:pt x="7538164" y="781222"/>
                </a:cubicBezTo>
                <a:lnTo>
                  <a:pt x="7530428" y="788957"/>
                </a:lnTo>
                <a:cubicBezTo>
                  <a:pt x="7526155" y="788958"/>
                  <a:pt x="7522691" y="785494"/>
                  <a:pt x="7522691" y="781221"/>
                </a:cubicBezTo>
                <a:lnTo>
                  <a:pt x="7522691" y="688385"/>
                </a:lnTo>
                <a:cubicBezTo>
                  <a:pt x="7522691" y="684112"/>
                  <a:pt x="7526155" y="680648"/>
                  <a:pt x="7530428" y="680648"/>
                </a:cubicBezTo>
                <a:close/>
                <a:moveTo>
                  <a:pt x="7450546" y="680648"/>
                </a:moveTo>
                <a:cubicBezTo>
                  <a:pt x="7480455" y="680648"/>
                  <a:pt x="7504701" y="704894"/>
                  <a:pt x="7504701" y="734803"/>
                </a:cubicBezTo>
                <a:cubicBezTo>
                  <a:pt x="7504701" y="764712"/>
                  <a:pt x="7480455" y="788958"/>
                  <a:pt x="7450546" y="788957"/>
                </a:cubicBezTo>
                <a:cubicBezTo>
                  <a:pt x="7420637" y="788958"/>
                  <a:pt x="7396391" y="764712"/>
                  <a:pt x="7396391" y="734803"/>
                </a:cubicBezTo>
                <a:cubicBezTo>
                  <a:pt x="7396391" y="704894"/>
                  <a:pt x="7420637" y="680648"/>
                  <a:pt x="7450546" y="680648"/>
                </a:cubicBezTo>
                <a:close/>
                <a:moveTo>
                  <a:pt x="6936107" y="680648"/>
                </a:moveTo>
                <a:cubicBezTo>
                  <a:pt x="6966016" y="680648"/>
                  <a:pt x="6990262" y="704894"/>
                  <a:pt x="6990262" y="734803"/>
                </a:cubicBezTo>
                <a:cubicBezTo>
                  <a:pt x="6990262" y="764712"/>
                  <a:pt x="6966016" y="788958"/>
                  <a:pt x="6936107" y="788958"/>
                </a:cubicBezTo>
                <a:cubicBezTo>
                  <a:pt x="6906198" y="788958"/>
                  <a:pt x="6881952" y="764712"/>
                  <a:pt x="6881952" y="734803"/>
                </a:cubicBezTo>
                <a:cubicBezTo>
                  <a:pt x="6881952" y="704894"/>
                  <a:pt x="6906198" y="680648"/>
                  <a:pt x="6936107" y="680648"/>
                </a:cubicBezTo>
                <a:close/>
                <a:moveTo>
                  <a:pt x="6856225" y="680648"/>
                </a:moveTo>
                <a:cubicBezTo>
                  <a:pt x="6860498" y="680648"/>
                  <a:pt x="6863962" y="684112"/>
                  <a:pt x="6863962" y="688385"/>
                </a:cubicBezTo>
                <a:lnTo>
                  <a:pt x="6863962" y="781221"/>
                </a:lnTo>
                <a:cubicBezTo>
                  <a:pt x="6863962" y="785494"/>
                  <a:pt x="6860498" y="788958"/>
                  <a:pt x="6856225" y="788958"/>
                </a:cubicBezTo>
                <a:lnTo>
                  <a:pt x="6848489" y="781222"/>
                </a:lnTo>
                <a:cubicBezTo>
                  <a:pt x="6848489" y="750273"/>
                  <a:pt x="6848488" y="719331"/>
                  <a:pt x="6848488" y="688385"/>
                </a:cubicBezTo>
                <a:cubicBezTo>
                  <a:pt x="6848488" y="684112"/>
                  <a:pt x="6851952" y="680648"/>
                  <a:pt x="6856225" y="680648"/>
                </a:cubicBezTo>
                <a:close/>
                <a:moveTo>
                  <a:pt x="6776344" y="680648"/>
                </a:moveTo>
                <a:cubicBezTo>
                  <a:pt x="6806253" y="680648"/>
                  <a:pt x="6830499" y="704894"/>
                  <a:pt x="6830499" y="734803"/>
                </a:cubicBezTo>
                <a:cubicBezTo>
                  <a:pt x="6830499" y="764712"/>
                  <a:pt x="6806253" y="788958"/>
                  <a:pt x="6776344" y="788958"/>
                </a:cubicBezTo>
                <a:cubicBezTo>
                  <a:pt x="6746435" y="788958"/>
                  <a:pt x="6722189" y="764712"/>
                  <a:pt x="6722189" y="734803"/>
                </a:cubicBezTo>
                <a:cubicBezTo>
                  <a:pt x="6722189" y="704894"/>
                  <a:pt x="6746435" y="680648"/>
                  <a:pt x="6776344" y="680648"/>
                </a:cubicBezTo>
                <a:close/>
                <a:moveTo>
                  <a:pt x="6696462" y="680648"/>
                </a:moveTo>
                <a:cubicBezTo>
                  <a:pt x="6700735" y="680648"/>
                  <a:pt x="6704199" y="684112"/>
                  <a:pt x="6704199" y="688385"/>
                </a:cubicBezTo>
                <a:lnTo>
                  <a:pt x="6704199" y="781221"/>
                </a:lnTo>
                <a:cubicBezTo>
                  <a:pt x="6704199" y="785494"/>
                  <a:pt x="6700735" y="788958"/>
                  <a:pt x="6696462" y="788958"/>
                </a:cubicBezTo>
                <a:lnTo>
                  <a:pt x="6688726" y="781222"/>
                </a:lnTo>
                <a:cubicBezTo>
                  <a:pt x="6688726" y="750273"/>
                  <a:pt x="6688725" y="719331"/>
                  <a:pt x="6688725" y="688385"/>
                </a:cubicBezTo>
                <a:cubicBezTo>
                  <a:pt x="6688725" y="684112"/>
                  <a:pt x="6692189" y="680648"/>
                  <a:pt x="6696462" y="680648"/>
                </a:cubicBezTo>
                <a:close/>
                <a:moveTo>
                  <a:pt x="5717373" y="680648"/>
                </a:moveTo>
                <a:cubicBezTo>
                  <a:pt x="5747282" y="680648"/>
                  <a:pt x="5771528" y="704894"/>
                  <a:pt x="5771528" y="734803"/>
                </a:cubicBezTo>
                <a:cubicBezTo>
                  <a:pt x="5771528" y="764712"/>
                  <a:pt x="5747282" y="788958"/>
                  <a:pt x="5717373" y="788958"/>
                </a:cubicBezTo>
                <a:cubicBezTo>
                  <a:pt x="5687464" y="788958"/>
                  <a:pt x="5663218" y="764712"/>
                  <a:pt x="5663218" y="734803"/>
                </a:cubicBezTo>
                <a:cubicBezTo>
                  <a:pt x="5663218" y="704894"/>
                  <a:pt x="5687464" y="680648"/>
                  <a:pt x="5717373" y="680648"/>
                </a:cubicBezTo>
                <a:close/>
                <a:moveTo>
                  <a:pt x="5637491" y="680648"/>
                </a:moveTo>
                <a:cubicBezTo>
                  <a:pt x="5641764" y="680648"/>
                  <a:pt x="5645228" y="684112"/>
                  <a:pt x="5645228" y="688385"/>
                </a:cubicBezTo>
                <a:lnTo>
                  <a:pt x="5645228" y="781221"/>
                </a:lnTo>
                <a:cubicBezTo>
                  <a:pt x="5645228" y="785494"/>
                  <a:pt x="5641764" y="788958"/>
                  <a:pt x="5637491" y="788958"/>
                </a:cubicBezTo>
                <a:lnTo>
                  <a:pt x="5629755" y="781222"/>
                </a:lnTo>
                <a:cubicBezTo>
                  <a:pt x="5629755" y="750273"/>
                  <a:pt x="5629754" y="719331"/>
                  <a:pt x="5629754" y="688385"/>
                </a:cubicBezTo>
                <a:cubicBezTo>
                  <a:pt x="5629754" y="684112"/>
                  <a:pt x="5633218" y="680648"/>
                  <a:pt x="5637491" y="680648"/>
                </a:cubicBezTo>
                <a:close/>
                <a:moveTo>
                  <a:pt x="5557610" y="680648"/>
                </a:moveTo>
                <a:cubicBezTo>
                  <a:pt x="5587519" y="680648"/>
                  <a:pt x="5611765" y="704894"/>
                  <a:pt x="5611765" y="734803"/>
                </a:cubicBezTo>
                <a:cubicBezTo>
                  <a:pt x="5611765" y="764712"/>
                  <a:pt x="5587519" y="788958"/>
                  <a:pt x="5557610" y="788958"/>
                </a:cubicBezTo>
                <a:cubicBezTo>
                  <a:pt x="5527701" y="788958"/>
                  <a:pt x="5503455" y="764712"/>
                  <a:pt x="5503455" y="734803"/>
                </a:cubicBezTo>
                <a:cubicBezTo>
                  <a:pt x="5503455" y="704894"/>
                  <a:pt x="5527701" y="680648"/>
                  <a:pt x="5557610" y="680648"/>
                </a:cubicBezTo>
                <a:close/>
                <a:moveTo>
                  <a:pt x="5477728" y="680648"/>
                </a:moveTo>
                <a:cubicBezTo>
                  <a:pt x="5482001" y="680648"/>
                  <a:pt x="5485465" y="684112"/>
                  <a:pt x="5485465" y="688385"/>
                </a:cubicBezTo>
                <a:lnTo>
                  <a:pt x="5485465" y="781221"/>
                </a:lnTo>
                <a:cubicBezTo>
                  <a:pt x="5485465" y="785494"/>
                  <a:pt x="5482001" y="788958"/>
                  <a:pt x="5477728" y="788958"/>
                </a:cubicBezTo>
                <a:lnTo>
                  <a:pt x="5469992" y="781222"/>
                </a:lnTo>
                <a:cubicBezTo>
                  <a:pt x="5469992" y="750273"/>
                  <a:pt x="5469991" y="719331"/>
                  <a:pt x="5469991" y="688385"/>
                </a:cubicBezTo>
                <a:cubicBezTo>
                  <a:pt x="5469991" y="684112"/>
                  <a:pt x="5473455" y="680648"/>
                  <a:pt x="5477728" y="680648"/>
                </a:cubicBezTo>
                <a:close/>
                <a:moveTo>
                  <a:pt x="4065767" y="680648"/>
                </a:moveTo>
                <a:cubicBezTo>
                  <a:pt x="4070040" y="680648"/>
                  <a:pt x="4073504" y="684112"/>
                  <a:pt x="4073504" y="688385"/>
                </a:cubicBezTo>
                <a:cubicBezTo>
                  <a:pt x="4073504" y="719331"/>
                  <a:pt x="4073503" y="750276"/>
                  <a:pt x="4073503" y="781222"/>
                </a:cubicBezTo>
                <a:lnTo>
                  <a:pt x="4065767" y="788958"/>
                </a:lnTo>
                <a:cubicBezTo>
                  <a:pt x="4061494" y="788958"/>
                  <a:pt x="4058030" y="785494"/>
                  <a:pt x="4058030" y="781221"/>
                </a:cubicBezTo>
                <a:lnTo>
                  <a:pt x="4058030" y="688385"/>
                </a:lnTo>
                <a:cubicBezTo>
                  <a:pt x="4058030" y="684112"/>
                  <a:pt x="4061494" y="680648"/>
                  <a:pt x="4065767" y="680648"/>
                </a:cubicBezTo>
                <a:close/>
                <a:moveTo>
                  <a:pt x="3952421" y="680648"/>
                </a:moveTo>
                <a:cubicBezTo>
                  <a:pt x="3982330" y="680648"/>
                  <a:pt x="4006576" y="704894"/>
                  <a:pt x="4006576" y="734803"/>
                </a:cubicBezTo>
                <a:cubicBezTo>
                  <a:pt x="4006576" y="764712"/>
                  <a:pt x="3982330" y="788958"/>
                  <a:pt x="3952421" y="788958"/>
                </a:cubicBezTo>
                <a:cubicBezTo>
                  <a:pt x="3922512" y="788958"/>
                  <a:pt x="3898266" y="764712"/>
                  <a:pt x="3898266" y="734803"/>
                </a:cubicBezTo>
                <a:cubicBezTo>
                  <a:pt x="3898266" y="704894"/>
                  <a:pt x="3922512" y="680648"/>
                  <a:pt x="3952421" y="680648"/>
                </a:cubicBezTo>
                <a:close/>
                <a:moveTo>
                  <a:pt x="3872541" y="680648"/>
                </a:moveTo>
                <a:cubicBezTo>
                  <a:pt x="3876814" y="680648"/>
                  <a:pt x="3880278" y="684112"/>
                  <a:pt x="3880278" y="688385"/>
                </a:cubicBezTo>
                <a:cubicBezTo>
                  <a:pt x="3880278" y="719331"/>
                  <a:pt x="3880277" y="750276"/>
                  <a:pt x="3880277" y="781222"/>
                </a:cubicBezTo>
                <a:lnTo>
                  <a:pt x="3872541" y="788958"/>
                </a:lnTo>
                <a:cubicBezTo>
                  <a:pt x="3868268" y="788958"/>
                  <a:pt x="3864804" y="785494"/>
                  <a:pt x="3864804" y="781221"/>
                </a:cubicBezTo>
                <a:lnTo>
                  <a:pt x="3864804" y="688385"/>
                </a:lnTo>
                <a:cubicBezTo>
                  <a:pt x="3864804" y="684112"/>
                  <a:pt x="3868268" y="680648"/>
                  <a:pt x="3872541" y="680648"/>
                </a:cubicBezTo>
                <a:close/>
                <a:moveTo>
                  <a:pt x="3792658" y="680648"/>
                </a:moveTo>
                <a:cubicBezTo>
                  <a:pt x="3822567" y="680648"/>
                  <a:pt x="3846813" y="704894"/>
                  <a:pt x="3846813" y="734803"/>
                </a:cubicBezTo>
                <a:cubicBezTo>
                  <a:pt x="3846813" y="764712"/>
                  <a:pt x="3822567" y="788958"/>
                  <a:pt x="3792658" y="788958"/>
                </a:cubicBezTo>
                <a:cubicBezTo>
                  <a:pt x="3762749" y="788958"/>
                  <a:pt x="3738503" y="764712"/>
                  <a:pt x="3738503" y="734803"/>
                </a:cubicBezTo>
                <a:cubicBezTo>
                  <a:pt x="3738503" y="704894"/>
                  <a:pt x="3762749" y="680648"/>
                  <a:pt x="3792658" y="680648"/>
                </a:cubicBezTo>
                <a:close/>
                <a:moveTo>
                  <a:pt x="3279905" y="680648"/>
                </a:moveTo>
                <a:cubicBezTo>
                  <a:pt x="3309814" y="680648"/>
                  <a:pt x="3334060" y="704894"/>
                  <a:pt x="3334060" y="734803"/>
                </a:cubicBezTo>
                <a:cubicBezTo>
                  <a:pt x="3334060" y="764712"/>
                  <a:pt x="3309814" y="788958"/>
                  <a:pt x="3279905" y="788958"/>
                </a:cubicBezTo>
                <a:cubicBezTo>
                  <a:pt x="3249996" y="788958"/>
                  <a:pt x="3225750" y="764712"/>
                  <a:pt x="3225750" y="734803"/>
                </a:cubicBezTo>
                <a:cubicBezTo>
                  <a:pt x="3225750" y="704894"/>
                  <a:pt x="3249996" y="680648"/>
                  <a:pt x="3279905" y="680648"/>
                </a:cubicBezTo>
                <a:close/>
                <a:moveTo>
                  <a:pt x="3200023" y="680648"/>
                </a:moveTo>
                <a:cubicBezTo>
                  <a:pt x="3204296" y="680648"/>
                  <a:pt x="3207760" y="684112"/>
                  <a:pt x="3207760" y="688385"/>
                </a:cubicBezTo>
                <a:lnTo>
                  <a:pt x="3207760" y="781221"/>
                </a:lnTo>
                <a:cubicBezTo>
                  <a:pt x="3207760" y="785494"/>
                  <a:pt x="3204296" y="788958"/>
                  <a:pt x="3200023" y="788958"/>
                </a:cubicBezTo>
                <a:lnTo>
                  <a:pt x="3192287" y="781222"/>
                </a:lnTo>
                <a:cubicBezTo>
                  <a:pt x="3192287" y="750273"/>
                  <a:pt x="3192286" y="719331"/>
                  <a:pt x="3192286" y="688385"/>
                </a:cubicBezTo>
                <a:cubicBezTo>
                  <a:pt x="3192286" y="684112"/>
                  <a:pt x="3195750" y="680648"/>
                  <a:pt x="3200023" y="680648"/>
                </a:cubicBezTo>
                <a:close/>
                <a:moveTo>
                  <a:pt x="3120141" y="680648"/>
                </a:moveTo>
                <a:cubicBezTo>
                  <a:pt x="3150050" y="680648"/>
                  <a:pt x="3174296" y="704894"/>
                  <a:pt x="3174296" y="734803"/>
                </a:cubicBezTo>
                <a:cubicBezTo>
                  <a:pt x="3174296" y="764712"/>
                  <a:pt x="3150050" y="788958"/>
                  <a:pt x="3120141" y="788958"/>
                </a:cubicBezTo>
                <a:cubicBezTo>
                  <a:pt x="3090232" y="788958"/>
                  <a:pt x="3065986" y="764712"/>
                  <a:pt x="3065986" y="734803"/>
                </a:cubicBezTo>
                <a:cubicBezTo>
                  <a:pt x="3065986" y="704894"/>
                  <a:pt x="3090232" y="680648"/>
                  <a:pt x="3120141" y="680648"/>
                </a:cubicBezTo>
                <a:close/>
                <a:moveTo>
                  <a:pt x="3040260" y="680648"/>
                </a:moveTo>
                <a:cubicBezTo>
                  <a:pt x="3044533" y="680648"/>
                  <a:pt x="3047997" y="684112"/>
                  <a:pt x="3047997" y="688385"/>
                </a:cubicBezTo>
                <a:lnTo>
                  <a:pt x="3047997" y="781221"/>
                </a:lnTo>
                <a:cubicBezTo>
                  <a:pt x="3047997" y="785494"/>
                  <a:pt x="3044533" y="788958"/>
                  <a:pt x="3040260" y="788958"/>
                </a:cubicBezTo>
                <a:lnTo>
                  <a:pt x="3032524" y="781222"/>
                </a:lnTo>
                <a:cubicBezTo>
                  <a:pt x="3032524" y="750273"/>
                  <a:pt x="3032523" y="719331"/>
                  <a:pt x="3032523" y="688385"/>
                </a:cubicBezTo>
                <a:cubicBezTo>
                  <a:pt x="3032523" y="684112"/>
                  <a:pt x="3035987" y="680648"/>
                  <a:pt x="3040260" y="680648"/>
                </a:cubicBezTo>
                <a:close/>
                <a:moveTo>
                  <a:pt x="1594835" y="680648"/>
                </a:moveTo>
                <a:cubicBezTo>
                  <a:pt x="1599108" y="680648"/>
                  <a:pt x="1602572" y="684112"/>
                  <a:pt x="1602572" y="688385"/>
                </a:cubicBezTo>
                <a:cubicBezTo>
                  <a:pt x="1602572" y="719331"/>
                  <a:pt x="1602571" y="750276"/>
                  <a:pt x="1602571" y="781222"/>
                </a:cubicBezTo>
                <a:lnTo>
                  <a:pt x="1594835" y="788958"/>
                </a:lnTo>
                <a:cubicBezTo>
                  <a:pt x="1590562" y="788958"/>
                  <a:pt x="1587098" y="785494"/>
                  <a:pt x="1587098" y="781221"/>
                </a:cubicBezTo>
                <a:lnTo>
                  <a:pt x="1587098" y="688385"/>
                </a:lnTo>
                <a:cubicBezTo>
                  <a:pt x="1587098" y="684112"/>
                  <a:pt x="1590562" y="680648"/>
                  <a:pt x="1594835" y="680648"/>
                </a:cubicBezTo>
                <a:close/>
                <a:moveTo>
                  <a:pt x="1514953" y="680648"/>
                </a:moveTo>
                <a:cubicBezTo>
                  <a:pt x="1544862" y="680648"/>
                  <a:pt x="1569108" y="704894"/>
                  <a:pt x="1569108" y="734803"/>
                </a:cubicBezTo>
                <a:cubicBezTo>
                  <a:pt x="1569108" y="764712"/>
                  <a:pt x="1544862" y="788958"/>
                  <a:pt x="1514953" y="788958"/>
                </a:cubicBezTo>
                <a:cubicBezTo>
                  <a:pt x="1485044" y="788958"/>
                  <a:pt x="1460798" y="764712"/>
                  <a:pt x="1460798" y="734803"/>
                </a:cubicBezTo>
                <a:cubicBezTo>
                  <a:pt x="1460798" y="704894"/>
                  <a:pt x="1485044" y="680648"/>
                  <a:pt x="1514953" y="680648"/>
                </a:cubicBezTo>
                <a:close/>
                <a:moveTo>
                  <a:pt x="1435072" y="680648"/>
                </a:moveTo>
                <a:cubicBezTo>
                  <a:pt x="1439345" y="680648"/>
                  <a:pt x="1442809" y="684112"/>
                  <a:pt x="1442809" y="688385"/>
                </a:cubicBezTo>
                <a:cubicBezTo>
                  <a:pt x="1442809" y="719331"/>
                  <a:pt x="1442808" y="750276"/>
                  <a:pt x="1442808" y="781222"/>
                </a:cubicBezTo>
                <a:lnTo>
                  <a:pt x="1435072" y="788958"/>
                </a:lnTo>
                <a:cubicBezTo>
                  <a:pt x="1430799" y="788958"/>
                  <a:pt x="1427335" y="785494"/>
                  <a:pt x="1427335" y="781221"/>
                </a:cubicBezTo>
                <a:lnTo>
                  <a:pt x="1427335" y="688385"/>
                </a:lnTo>
                <a:cubicBezTo>
                  <a:pt x="1427335" y="684112"/>
                  <a:pt x="1430799" y="680648"/>
                  <a:pt x="1435072" y="680648"/>
                </a:cubicBezTo>
                <a:close/>
                <a:moveTo>
                  <a:pt x="1355190" y="680648"/>
                </a:moveTo>
                <a:cubicBezTo>
                  <a:pt x="1385099" y="680648"/>
                  <a:pt x="1409345" y="704894"/>
                  <a:pt x="1409345" y="734803"/>
                </a:cubicBezTo>
                <a:cubicBezTo>
                  <a:pt x="1409345" y="764712"/>
                  <a:pt x="1385099" y="788958"/>
                  <a:pt x="1355190" y="788958"/>
                </a:cubicBezTo>
                <a:cubicBezTo>
                  <a:pt x="1325281" y="788958"/>
                  <a:pt x="1301035" y="764712"/>
                  <a:pt x="1301035" y="734803"/>
                </a:cubicBezTo>
                <a:cubicBezTo>
                  <a:pt x="1301035" y="704894"/>
                  <a:pt x="1325281" y="680648"/>
                  <a:pt x="1355190" y="680648"/>
                </a:cubicBezTo>
                <a:close/>
                <a:moveTo>
                  <a:pt x="376101" y="680648"/>
                </a:moveTo>
                <a:cubicBezTo>
                  <a:pt x="380374" y="680648"/>
                  <a:pt x="383838" y="684112"/>
                  <a:pt x="383838" y="688385"/>
                </a:cubicBezTo>
                <a:cubicBezTo>
                  <a:pt x="383838" y="719331"/>
                  <a:pt x="383837" y="750276"/>
                  <a:pt x="383837" y="781222"/>
                </a:cubicBezTo>
                <a:lnTo>
                  <a:pt x="376101" y="788958"/>
                </a:lnTo>
                <a:cubicBezTo>
                  <a:pt x="371828" y="788958"/>
                  <a:pt x="368364" y="785494"/>
                  <a:pt x="368364" y="781221"/>
                </a:cubicBezTo>
                <a:lnTo>
                  <a:pt x="368364" y="688385"/>
                </a:lnTo>
                <a:cubicBezTo>
                  <a:pt x="368365" y="684112"/>
                  <a:pt x="371829" y="680648"/>
                  <a:pt x="376101" y="680648"/>
                </a:cubicBezTo>
                <a:close/>
                <a:moveTo>
                  <a:pt x="296219" y="680648"/>
                </a:moveTo>
                <a:cubicBezTo>
                  <a:pt x="326128" y="680648"/>
                  <a:pt x="350374" y="704894"/>
                  <a:pt x="350374" y="734803"/>
                </a:cubicBezTo>
                <a:cubicBezTo>
                  <a:pt x="350374" y="764712"/>
                  <a:pt x="326128" y="788958"/>
                  <a:pt x="296219" y="788958"/>
                </a:cubicBezTo>
                <a:cubicBezTo>
                  <a:pt x="266310" y="788958"/>
                  <a:pt x="242064" y="764712"/>
                  <a:pt x="242064" y="734803"/>
                </a:cubicBezTo>
                <a:cubicBezTo>
                  <a:pt x="242064" y="704894"/>
                  <a:pt x="266310" y="680648"/>
                  <a:pt x="296219" y="680648"/>
                </a:cubicBezTo>
                <a:close/>
                <a:moveTo>
                  <a:pt x="216338" y="680648"/>
                </a:moveTo>
                <a:cubicBezTo>
                  <a:pt x="220611" y="680648"/>
                  <a:pt x="224075" y="684112"/>
                  <a:pt x="224075" y="688385"/>
                </a:cubicBezTo>
                <a:cubicBezTo>
                  <a:pt x="224075" y="719331"/>
                  <a:pt x="224074" y="750276"/>
                  <a:pt x="224074" y="781222"/>
                </a:cubicBezTo>
                <a:lnTo>
                  <a:pt x="216338" y="788958"/>
                </a:lnTo>
                <a:cubicBezTo>
                  <a:pt x="212065" y="788958"/>
                  <a:pt x="208601" y="785494"/>
                  <a:pt x="208601" y="781221"/>
                </a:cubicBezTo>
                <a:lnTo>
                  <a:pt x="208601" y="688385"/>
                </a:lnTo>
                <a:cubicBezTo>
                  <a:pt x="208602" y="684112"/>
                  <a:pt x="212066" y="680648"/>
                  <a:pt x="216338" y="680648"/>
                </a:cubicBezTo>
                <a:close/>
                <a:moveTo>
                  <a:pt x="136456" y="680648"/>
                </a:moveTo>
                <a:cubicBezTo>
                  <a:pt x="166365" y="680648"/>
                  <a:pt x="190611" y="704894"/>
                  <a:pt x="190611" y="734803"/>
                </a:cubicBezTo>
                <a:cubicBezTo>
                  <a:pt x="190611" y="764712"/>
                  <a:pt x="166365" y="788958"/>
                  <a:pt x="136456" y="788958"/>
                </a:cubicBezTo>
                <a:cubicBezTo>
                  <a:pt x="106547" y="788958"/>
                  <a:pt x="82301" y="764712"/>
                  <a:pt x="82301" y="734803"/>
                </a:cubicBezTo>
                <a:cubicBezTo>
                  <a:pt x="82301" y="704894"/>
                  <a:pt x="106547" y="680648"/>
                  <a:pt x="136456" y="680648"/>
                </a:cubicBezTo>
                <a:close/>
                <a:moveTo>
                  <a:pt x="9069131" y="561113"/>
                </a:moveTo>
                <a:cubicBezTo>
                  <a:pt x="9047673" y="561113"/>
                  <a:pt x="9030278" y="578508"/>
                  <a:pt x="9030278" y="599966"/>
                </a:cubicBezTo>
                <a:cubicBezTo>
                  <a:pt x="9030278" y="621424"/>
                  <a:pt x="9047673" y="638819"/>
                  <a:pt x="9069131" y="638819"/>
                </a:cubicBezTo>
                <a:cubicBezTo>
                  <a:pt x="9090589" y="638819"/>
                  <a:pt x="9107984" y="621424"/>
                  <a:pt x="9107984" y="599966"/>
                </a:cubicBezTo>
                <a:cubicBezTo>
                  <a:pt x="9107984" y="578508"/>
                  <a:pt x="9090589" y="561113"/>
                  <a:pt x="9069131" y="561113"/>
                </a:cubicBezTo>
                <a:close/>
                <a:moveTo>
                  <a:pt x="8912861" y="561113"/>
                </a:moveTo>
                <a:cubicBezTo>
                  <a:pt x="8891403" y="561113"/>
                  <a:pt x="8874008" y="578508"/>
                  <a:pt x="8874008" y="599966"/>
                </a:cubicBezTo>
                <a:cubicBezTo>
                  <a:pt x="8874008" y="621424"/>
                  <a:pt x="8891403" y="638819"/>
                  <a:pt x="8912861" y="638819"/>
                </a:cubicBezTo>
                <a:cubicBezTo>
                  <a:pt x="8934319" y="638819"/>
                  <a:pt x="8951714" y="621424"/>
                  <a:pt x="8951714" y="599966"/>
                </a:cubicBezTo>
                <a:cubicBezTo>
                  <a:pt x="8951714" y="578508"/>
                  <a:pt x="8934319" y="561113"/>
                  <a:pt x="8912861" y="561113"/>
                </a:cubicBezTo>
                <a:close/>
                <a:moveTo>
                  <a:pt x="8756590" y="561113"/>
                </a:moveTo>
                <a:cubicBezTo>
                  <a:pt x="8735132" y="561113"/>
                  <a:pt x="8717737" y="578508"/>
                  <a:pt x="8717737" y="599966"/>
                </a:cubicBezTo>
                <a:cubicBezTo>
                  <a:pt x="8717737" y="621424"/>
                  <a:pt x="8735132" y="638819"/>
                  <a:pt x="8756590" y="638819"/>
                </a:cubicBezTo>
                <a:cubicBezTo>
                  <a:pt x="8778048" y="638819"/>
                  <a:pt x="8795443" y="621424"/>
                  <a:pt x="8795443" y="599966"/>
                </a:cubicBezTo>
                <a:cubicBezTo>
                  <a:pt x="8795443" y="578508"/>
                  <a:pt x="8778048" y="561113"/>
                  <a:pt x="8756590" y="561113"/>
                </a:cubicBezTo>
                <a:close/>
                <a:moveTo>
                  <a:pt x="8632036" y="561113"/>
                </a:moveTo>
                <a:cubicBezTo>
                  <a:pt x="8610578" y="561113"/>
                  <a:pt x="8593183" y="578508"/>
                  <a:pt x="8593183" y="599966"/>
                </a:cubicBezTo>
                <a:cubicBezTo>
                  <a:pt x="8593183" y="621424"/>
                  <a:pt x="8610578" y="638819"/>
                  <a:pt x="8632036" y="638819"/>
                </a:cubicBezTo>
                <a:cubicBezTo>
                  <a:pt x="8653494" y="638819"/>
                  <a:pt x="8670889" y="621424"/>
                  <a:pt x="8670889" y="599966"/>
                </a:cubicBezTo>
                <a:cubicBezTo>
                  <a:pt x="8670889" y="578508"/>
                  <a:pt x="8653494" y="561113"/>
                  <a:pt x="8632036" y="561113"/>
                </a:cubicBezTo>
                <a:close/>
                <a:moveTo>
                  <a:pt x="8475766" y="561113"/>
                </a:moveTo>
                <a:cubicBezTo>
                  <a:pt x="8454308" y="561113"/>
                  <a:pt x="8436913" y="578508"/>
                  <a:pt x="8436913" y="599966"/>
                </a:cubicBezTo>
                <a:cubicBezTo>
                  <a:pt x="8436913" y="621424"/>
                  <a:pt x="8454308" y="638819"/>
                  <a:pt x="8475766" y="638819"/>
                </a:cubicBezTo>
                <a:cubicBezTo>
                  <a:pt x="8497224" y="638819"/>
                  <a:pt x="8514619" y="621424"/>
                  <a:pt x="8514619" y="599966"/>
                </a:cubicBezTo>
                <a:cubicBezTo>
                  <a:pt x="8514619" y="578508"/>
                  <a:pt x="8497224" y="561113"/>
                  <a:pt x="8475766" y="561113"/>
                </a:cubicBezTo>
                <a:close/>
                <a:moveTo>
                  <a:pt x="8351212" y="561113"/>
                </a:moveTo>
                <a:cubicBezTo>
                  <a:pt x="8329754" y="561113"/>
                  <a:pt x="8312359" y="578508"/>
                  <a:pt x="8312359" y="599966"/>
                </a:cubicBezTo>
                <a:cubicBezTo>
                  <a:pt x="8312359" y="621424"/>
                  <a:pt x="8329754" y="638819"/>
                  <a:pt x="8351212" y="638819"/>
                </a:cubicBezTo>
                <a:cubicBezTo>
                  <a:pt x="8372670" y="638819"/>
                  <a:pt x="8390065" y="621424"/>
                  <a:pt x="8390065" y="599966"/>
                </a:cubicBezTo>
                <a:cubicBezTo>
                  <a:pt x="8390065" y="578508"/>
                  <a:pt x="8372670" y="561113"/>
                  <a:pt x="8351212" y="561113"/>
                </a:cubicBezTo>
                <a:close/>
                <a:moveTo>
                  <a:pt x="8226658" y="561113"/>
                </a:moveTo>
                <a:cubicBezTo>
                  <a:pt x="8205200" y="561113"/>
                  <a:pt x="8187805" y="578508"/>
                  <a:pt x="8187805" y="599966"/>
                </a:cubicBezTo>
                <a:cubicBezTo>
                  <a:pt x="8187805" y="621424"/>
                  <a:pt x="8205200" y="638819"/>
                  <a:pt x="8226658" y="638819"/>
                </a:cubicBezTo>
                <a:cubicBezTo>
                  <a:pt x="8248116" y="638819"/>
                  <a:pt x="8265511" y="621424"/>
                  <a:pt x="8265511" y="599966"/>
                </a:cubicBezTo>
                <a:cubicBezTo>
                  <a:pt x="8265511" y="578508"/>
                  <a:pt x="8248116" y="561113"/>
                  <a:pt x="8226658" y="561113"/>
                </a:cubicBezTo>
                <a:close/>
                <a:moveTo>
                  <a:pt x="8038671" y="561113"/>
                </a:moveTo>
                <a:cubicBezTo>
                  <a:pt x="8017213" y="561113"/>
                  <a:pt x="7999818" y="578508"/>
                  <a:pt x="7999818" y="599966"/>
                </a:cubicBezTo>
                <a:cubicBezTo>
                  <a:pt x="7999818" y="621424"/>
                  <a:pt x="8017213" y="638819"/>
                  <a:pt x="8038671" y="638819"/>
                </a:cubicBezTo>
                <a:cubicBezTo>
                  <a:pt x="8060129" y="638819"/>
                  <a:pt x="8077524" y="621424"/>
                  <a:pt x="8077524" y="599966"/>
                </a:cubicBezTo>
                <a:cubicBezTo>
                  <a:pt x="8077524" y="578508"/>
                  <a:pt x="8060129" y="561113"/>
                  <a:pt x="8038671" y="561113"/>
                </a:cubicBezTo>
                <a:close/>
                <a:moveTo>
                  <a:pt x="7850684" y="561113"/>
                </a:moveTo>
                <a:cubicBezTo>
                  <a:pt x="7829226" y="561113"/>
                  <a:pt x="7811831" y="578508"/>
                  <a:pt x="7811831" y="599966"/>
                </a:cubicBezTo>
                <a:cubicBezTo>
                  <a:pt x="7811831" y="621424"/>
                  <a:pt x="7829226" y="638819"/>
                  <a:pt x="7850684" y="638819"/>
                </a:cubicBezTo>
                <a:cubicBezTo>
                  <a:pt x="7872142" y="638819"/>
                  <a:pt x="7889537" y="621424"/>
                  <a:pt x="7889537" y="599966"/>
                </a:cubicBezTo>
                <a:cubicBezTo>
                  <a:pt x="7889537" y="578508"/>
                  <a:pt x="7872142" y="561113"/>
                  <a:pt x="7850684" y="561113"/>
                </a:cubicBezTo>
                <a:close/>
                <a:moveTo>
                  <a:pt x="7694414" y="561113"/>
                </a:moveTo>
                <a:cubicBezTo>
                  <a:pt x="7672956" y="561113"/>
                  <a:pt x="7655561" y="578508"/>
                  <a:pt x="7655561" y="599966"/>
                </a:cubicBezTo>
                <a:cubicBezTo>
                  <a:pt x="7655561" y="621424"/>
                  <a:pt x="7672956" y="638819"/>
                  <a:pt x="7694414" y="638819"/>
                </a:cubicBezTo>
                <a:cubicBezTo>
                  <a:pt x="7715872" y="638819"/>
                  <a:pt x="7733267" y="621424"/>
                  <a:pt x="7733267" y="599966"/>
                </a:cubicBezTo>
                <a:cubicBezTo>
                  <a:pt x="7733267" y="578508"/>
                  <a:pt x="7715872" y="561113"/>
                  <a:pt x="7694414" y="561113"/>
                </a:cubicBezTo>
                <a:close/>
                <a:moveTo>
                  <a:pt x="7538143" y="561113"/>
                </a:moveTo>
                <a:cubicBezTo>
                  <a:pt x="7516685" y="561113"/>
                  <a:pt x="7499290" y="578508"/>
                  <a:pt x="7499290" y="599966"/>
                </a:cubicBezTo>
                <a:cubicBezTo>
                  <a:pt x="7499290" y="621424"/>
                  <a:pt x="7516685" y="638819"/>
                  <a:pt x="7538143" y="638819"/>
                </a:cubicBezTo>
                <a:cubicBezTo>
                  <a:pt x="7559601" y="638819"/>
                  <a:pt x="7576996" y="621424"/>
                  <a:pt x="7576996" y="599966"/>
                </a:cubicBezTo>
                <a:cubicBezTo>
                  <a:pt x="7576996" y="578508"/>
                  <a:pt x="7559601" y="561113"/>
                  <a:pt x="7538143" y="561113"/>
                </a:cubicBezTo>
                <a:close/>
                <a:moveTo>
                  <a:pt x="7413589" y="561113"/>
                </a:moveTo>
                <a:cubicBezTo>
                  <a:pt x="7392131" y="561113"/>
                  <a:pt x="7374736" y="578508"/>
                  <a:pt x="7374736" y="599966"/>
                </a:cubicBezTo>
                <a:cubicBezTo>
                  <a:pt x="7374736" y="621424"/>
                  <a:pt x="7392131" y="638819"/>
                  <a:pt x="7413589" y="638819"/>
                </a:cubicBezTo>
                <a:cubicBezTo>
                  <a:pt x="7435047" y="638819"/>
                  <a:pt x="7452442" y="621424"/>
                  <a:pt x="7452442" y="599966"/>
                </a:cubicBezTo>
                <a:cubicBezTo>
                  <a:pt x="7452442" y="578508"/>
                  <a:pt x="7435047" y="561113"/>
                  <a:pt x="7413589" y="561113"/>
                </a:cubicBezTo>
                <a:close/>
                <a:moveTo>
                  <a:pt x="7257319" y="561113"/>
                </a:moveTo>
                <a:cubicBezTo>
                  <a:pt x="7235861" y="561113"/>
                  <a:pt x="7218466" y="578508"/>
                  <a:pt x="7218466" y="599966"/>
                </a:cubicBezTo>
                <a:cubicBezTo>
                  <a:pt x="7218466" y="621424"/>
                  <a:pt x="7235861" y="638819"/>
                  <a:pt x="7257319" y="638819"/>
                </a:cubicBezTo>
                <a:cubicBezTo>
                  <a:pt x="7278777" y="638819"/>
                  <a:pt x="7296172" y="621424"/>
                  <a:pt x="7296172" y="599966"/>
                </a:cubicBezTo>
                <a:cubicBezTo>
                  <a:pt x="7296172" y="578508"/>
                  <a:pt x="7278777" y="561113"/>
                  <a:pt x="7257319" y="561113"/>
                </a:cubicBezTo>
                <a:close/>
                <a:moveTo>
                  <a:pt x="7129359" y="561113"/>
                </a:moveTo>
                <a:cubicBezTo>
                  <a:pt x="7107901" y="561113"/>
                  <a:pt x="7090506" y="578508"/>
                  <a:pt x="7090506" y="599966"/>
                </a:cubicBezTo>
                <a:cubicBezTo>
                  <a:pt x="7090506" y="621424"/>
                  <a:pt x="7107901" y="638819"/>
                  <a:pt x="7129359" y="638819"/>
                </a:cubicBezTo>
                <a:cubicBezTo>
                  <a:pt x="7150817" y="638819"/>
                  <a:pt x="7168212" y="621424"/>
                  <a:pt x="7168212" y="599966"/>
                </a:cubicBezTo>
                <a:cubicBezTo>
                  <a:pt x="7168212" y="578508"/>
                  <a:pt x="7150817" y="561113"/>
                  <a:pt x="7129359" y="561113"/>
                </a:cubicBezTo>
                <a:close/>
                <a:moveTo>
                  <a:pt x="6973087" y="561113"/>
                </a:moveTo>
                <a:cubicBezTo>
                  <a:pt x="6951629" y="561113"/>
                  <a:pt x="6934234" y="578508"/>
                  <a:pt x="6934234" y="599966"/>
                </a:cubicBezTo>
                <a:cubicBezTo>
                  <a:pt x="6934234" y="621424"/>
                  <a:pt x="6951629" y="638819"/>
                  <a:pt x="6973087" y="638819"/>
                </a:cubicBezTo>
                <a:cubicBezTo>
                  <a:pt x="6994545" y="638819"/>
                  <a:pt x="7011940" y="621424"/>
                  <a:pt x="7011940" y="599966"/>
                </a:cubicBezTo>
                <a:cubicBezTo>
                  <a:pt x="7011940" y="578508"/>
                  <a:pt x="6994545" y="561113"/>
                  <a:pt x="6973087" y="561113"/>
                </a:cubicBezTo>
                <a:close/>
                <a:moveTo>
                  <a:pt x="6848533" y="561113"/>
                </a:moveTo>
                <a:cubicBezTo>
                  <a:pt x="6827075" y="561113"/>
                  <a:pt x="6809680" y="578508"/>
                  <a:pt x="6809680" y="599966"/>
                </a:cubicBezTo>
                <a:cubicBezTo>
                  <a:pt x="6809680" y="621424"/>
                  <a:pt x="6827075" y="638819"/>
                  <a:pt x="6848533" y="638819"/>
                </a:cubicBezTo>
                <a:cubicBezTo>
                  <a:pt x="6869991" y="638819"/>
                  <a:pt x="6887386" y="621424"/>
                  <a:pt x="6887386" y="599966"/>
                </a:cubicBezTo>
                <a:cubicBezTo>
                  <a:pt x="6887386" y="578508"/>
                  <a:pt x="6869991" y="561113"/>
                  <a:pt x="6848533" y="561113"/>
                </a:cubicBezTo>
                <a:close/>
                <a:moveTo>
                  <a:pt x="6692262" y="561113"/>
                </a:moveTo>
                <a:cubicBezTo>
                  <a:pt x="6670804" y="561113"/>
                  <a:pt x="6653409" y="578508"/>
                  <a:pt x="6653409" y="599966"/>
                </a:cubicBezTo>
                <a:cubicBezTo>
                  <a:pt x="6653409" y="621424"/>
                  <a:pt x="6670804" y="638819"/>
                  <a:pt x="6692262" y="638819"/>
                </a:cubicBezTo>
                <a:cubicBezTo>
                  <a:pt x="6713720" y="638819"/>
                  <a:pt x="6731115" y="621424"/>
                  <a:pt x="6731115" y="599966"/>
                </a:cubicBezTo>
                <a:cubicBezTo>
                  <a:pt x="6731115" y="578508"/>
                  <a:pt x="6713720" y="561113"/>
                  <a:pt x="6692262" y="561113"/>
                </a:cubicBezTo>
                <a:close/>
                <a:moveTo>
                  <a:pt x="6504275" y="561113"/>
                </a:moveTo>
                <a:cubicBezTo>
                  <a:pt x="6482817" y="561113"/>
                  <a:pt x="6465422" y="578508"/>
                  <a:pt x="6465422" y="599966"/>
                </a:cubicBezTo>
                <a:cubicBezTo>
                  <a:pt x="6465422" y="621424"/>
                  <a:pt x="6482817" y="638819"/>
                  <a:pt x="6504275" y="638819"/>
                </a:cubicBezTo>
                <a:cubicBezTo>
                  <a:pt x="6525733" y="638819"/>
                  <a:pt x="6543128" y="621424"/>
                  <a:pt x="6543128" y="599966"/>
                </a:cubicBezTo>
                <a:cubicBezTo>
                  <a:pt x="6543128" y="578508"/>
                  <a:pt x="6525733" y="561113"/>
                  <a:pt x="6504275" y="561113"/>
                </a:cubicBezTo>
                <a:close/>
                <a:moveTo>
                  <a:pt x="6348005" y="561113"/>
                </a:moveTo>
                <a:cubicBezTo>
                  <a:pt x="6326547" y="561113"/>
                  <a:pt x="6309152" y="578508"/>
                  <a:pt x="6309152" y="599966"/>
                </a:cubicBezTo>
                <a:cubicBezTo>
                  <a:pt x="6309152" y="621424"/>
                  <a:pt x="6326547" y="638819"/>
                  <a:pt x="6348005" y="638819"/>
                </a:cubicBezTo>
                <a:cubicBezTo>
                  <a:pt x="6369463" y="638819"/>
                  <a:pt x="6386858" y="621424"/>
                  <a:pt x="6386858" y="599966"/>
                </a:cubicBezTo>
                <a:cubicBezTo>
                  <a:pt x="6386858" y="578508"/>
                  <a:pt x="6369463" y="561113"/>
                  <a:pt x="6348005" y="561113"/>
                </a:cubicBezTo>
                <a:close/>
                <a:moveTo>
                  <a:pt x="6160018" y="561113"/>
                </a:moveTo>
                <a:cubicBezTo>
                  <a:pt x="6138560" y="561113"/>
                  <a:pt x="6121165" y="578508"/>
                  <a:pt x="6121165" y="599966"/>
                </a:cubicBezTo>
                <a:cubicBezTo>
                  <a:pt x="6121165" y="621424"/>
                  <a:pt x="6138560" y="638819"/>
                  <a:pt x="6160018" y="638819"/>
                </a:cubicBezTo>
                <a:cubicBezTo>
                  <a:pt x="6181476" y="638819"/>
                  <a:pt x="6198871" y="621424"/>
                  <a:pt x="6198871" y="599966"/>
                </a:cubicBezTo>
                <a:cubicBezTo>
                  <a:pt x="6198871" y="578508"/>
                  <a:pt x="6181476" y="561113"/>
                  <a:pt x="6160018" y="561113"/>
                </a:cubicBezTo>
                <a:close/>
                <a:moveTo>
                  <a:pt x="6035464" y="561113"/>
                </a:moveTo>
                <a:cubicBezTo>
                  <a:pt x="6014006" y="561113"/>
                  <a:pt x="5996611" y="578508"/>
                  <a:pt x="5996611" y="599966"/>
                </a:cubicBezTo>
                <a:cubicBezTo>
                  <a:pt x="5996611" y="621424"/>
                  <a:pt x="6014006" y="638819"/>
                  <a:pt x="6035464" y="638819"/>
                </a:cubicBezTo>
                <a:cubicBezTo>
                  <a:pt x="6056922" y="638819"/>
                  <a:pt x="6074317" y="621424"/>
                  <a:pt x="6074317" y="599966"/>
                </a:cubicBezTo>
                <a:cubicBezTo>
                  <a:pt x="6074317" y="578508"/>
                  <a:pt x="6056922" y="561113"/>
                  <a:pt x="6035464" y="561113"/>
                </a:cubicBezTo>
                <a:close/>
                <a:moveTo>
                  <a:pt x="5910910" y="561113"/>
                </a:moveTo>
                <a:cubicBezTo>
                  <a:pt x="5889452" y="561113"/>
                  <a:pt x="5872057" y="578508"/>
                  <a:pt x="5872057" y="599966"/>
                </a:cubicBezTo>
                <a:cubicBezTo>
                  <a:pt x="5872057" y="621424"/>
                  <a:pt x="5889452" y="638819"/>
                  <a:pt x="5910910" y="638819"/>
                </a:cubicBezTo>
                <a:cubicBezTo>
                  <a:pt x="5932368" y="638819"/>
                  <a:pt x="5949763" y="621424"/>
                  <a:pt x="5949763" y="599966"/>
                </a:cubicBezTo>
                <a:cubicBezTo>
                  <a:pt x="5949763" y="578508"/>
                  <a:pt x="5932368" y="561113"/>
                  <a:pt x="5910910" y="561113"/>
                </a:cubicBezTo>
                <a:close/>
                <a:moveTo>
                  <a:pt x="5754640" y="561113"/>
                </a:moveTo>
                <a:cubicBezTo>
                  <a:pt x="5733182" y="561113"/>
                  <a:pt x="5715787" y="578508"/>
                  <a:pt x="5715787" y="599966"/>
                </a:cubicBezTo>
                <a:cubicBezTo>
                  <a:pt x="5715787" y="621424"/>
                  <a:pt x="5733182" y="638819"/>
                  <a:pt x="5754640" y="638819"/>
                </a:cubicBezTo>
                <a:cubicBezTo>
                  <a:pt x="5776098" y="638819"/>
                  <a:pt x="5793493" y="621424"/>
                  <a:pt x="5793493" y="599966"/>
                </a:cubicBezTo>
                <a:cubicBezTo>
                  <a:pt x="5793493" y="578508"/>
                  <a:pt x="5776098" y="561113"/>
                  <a:pt x="5754640" y="561113"/>
                </a:cubicBezTo>
                <a:close/>
                <a:moveTo>
                  <a:pt x="5630086" y="561113"/>
                </a:moveTo>
                <a:cubicBezTo>
                  <a:pt x="5608628" y="561113"/>
                  <a:pt x="5591233" y="578508"/>
                  <a:pt x="5591233" y="599966"/>
                </a:cubicBezTo>
                <a:cubicBezTo>
                  <a:pt x="5591233" y="621424"/>
                  <a:pt x="5608628" y="638819"/>
                  <a:pt x="5630086" y="638819"/>
                </a:cubicBezTo>
                <a:cubicBezTo>
                  <a:pt x="5651544" y="638819"/>
                  <a:pt x="5668939" y="621424"/>
                  <a:pt x="5668939" y="599966"/>
                </a:cubicBezTo>
                <a:cubicBezTo>
                  <a:pt x="5668939" y="578508"/>
                  <a:pt x="5651544" y="561113"/>
                  <a:pt x="5630086" y="561113"/>
                </a:cubicBezTo>
                <a:close/>
                <a:moveTo>
                  <a:pt x="5473815" y="561113"/>
                </a:moveTo>
                <a:cubicBezTo>
                  <a:pt x="5452357" y="561113"/>
                  <a:pt x="5434962" y="578508"/>
                  <a:pt x="5434962" y="599966"/>
                </a:cubicBezTo>
                <a:cubicBezTo>
                  <a:pt x="5434962" y="621424"/>
                  <a:pt x="5452357" y="638819"/>
                  <a:pt x="5473815" y="638819"/>
                </a:cubicBezTo>
                <a:cubicBezTo>
                  <a:pt x="5495273" y="638819"/>
                  <a:pt x="5512668" y="621424"/>
                  <a:pt x="5512668" y="599966"/>
                </a:cubicBezTo>
                <a:cubicBezTo>
                  <a:pt x="5512668" y="578508"/>
                  <a:pt x="5495273" y="561113"/>
                  <a:pt x="5473815" y="561113"/>
                </a:cubicBezTo>
                <a:close/>
                <a:moveTo>
                  <a:pt x="5317545" y="561113"/>
                </a:moveTo>
                <a:cubicBezTo>
                  <a:pt x="5296087" y="561113"/>
                  <a:pt x="5278692" y="578508"/>
                  <a:pt x="5278692" y="599966"/>
                </a:cubicBezTo>
                <a:cubicBezTo>
                  <a:pt x="5278692" y="621424"/>
                  <a:pt x="5296087" y="638819"/>
                  <a:pt x="5317545" y="638819"/>
                </a:cubicBezTo>
                <a:cubicBezTo>
                  <a:pt x="5339003" y="638819"/>
                  <a:pt x="5356398" y="621424"/>
                  <a:pt x="5356398" y="599966"/>
                </a:cubicBezTo>
                <a:cubicBezTo>
                  <a:pt x="5356398" y="578508"/>
                  <a:pt x="5339003" y="561113"/>
                  <a:pt x="5317545" y="561113"/>
                </a:cubicBezTo>
                <a:close/>
                <a:moveTo>
                  <a:pt x="5129558" y="561113"/>
                </a:moveTo>
                <a:cubicBezTo>
                  <a:pt x="5108100" y="561113"/>
                  <a:pt x="5090705" y="578508"/>
                  <a:pt x="5090705" y="599966"/>
                </a:cubicBezTo>
                <a:cubicBezTo>
                  <a:pt x="5090705" y="621424"/>
                  <a:pt x="5108100" y="638819"/>
                  <a:pt x="5129558" y="638819"/>
                </a:cubicBezTo>
                <a:cubicBezTo>
                  <a:pt x="5151016" y="638819"/>
                  <a:pt x="5168411" y="621424"/>
                  <a:pt x="5168411" y="599966"/>
                </a:cubicBezTo>
                <a:cubicBezTo>
                  <a:pt x="5168411" y="578508"/>
                  <a:pt x="5151016" y="561113"/>
                  <a:pt x="5129558" y="561113"/>
                </a:cubicBezTo>
                <a:close/>
                <a:moveTo>
                  <a:pt x="4941571" y="561113"/>
                </a:moveTo>
                <a:cubicBezTo>
                  <a:pt x="4920113" y="561113"/>
                  <a:pt x="4902718" y="578508"/>
                  <a:pt x="4902718" y="599966"/>
                </a:cubicBezTo>
                <a:cubicBezTo>
                  <a:pt x="4902718" y="621424"/>
                  <a:pt x="4920113" y="638819"/>
                  <a:pt x="4941571" y="638819"/>
                </a:cubicBezTo>
                <a:cubicBezTo>
                  <a:pt x="4963029" y="638819"/>
                  <a:pt x="4980424" y="621424"/>
                  <a:pt x="4980424" y="599966"/>
                </a:cubicBezTo>
                <a:cubicBezTo>
                  <a:pt x="4980424" y="578508"/>
                  <a:pt x="4963029" y="561113"/>
                  <a:pt x="4941571" y="561113"/>
                </a:cubicBezTo>
                <a:close/>
                <a:moveTo>
                  <a:pt x="4817017" y="561113"/>
                </a:moveTo>
                <a:cubicBezTo>
                  <a:pt x="4795559" y="561113"/>
                  <a:pt x="4778164" y="578508"/>
                  <a:pt x="4778164" y="599966"/>
                </a:cubicBezTo>
                <a:cubicBezTo>
                  <a:pt x="4778164" y="621424"/>
                  <a:pt x="4795559" y="638819"/>
                  <a:pt x="4817017" y="638819"/>
                </a:cubicBezTo>
                <a:cubicBezTo>
                  <a:pt x="4838475" y="638819"/>
                  <a:pt x="4855870" y="621424"/>
                  <a:pt x="4855870" y="599966"/>
                </a:cubicBezTo>
                <a:cubicBezTo>
                  <a:pt x="4855870" y="578508"/>
                  <a:pt x="4838475" y="561113"/>
                  <a:pt x="4817017" y="561113"/>
                </a:cubicBezTo>
                <a:close/>
                <a:moveTo>
                  <a:pt x="4692463" y="561113"/>
                </a:moveTo>
                <a:cubicBezTo>
                  <a:pt x="4671005" y="561113"/>
                  <a:pt x="4653610" y="578508"/>
                  <a:pt x="4653610" y="599966"/>
                </a:cubicBezTo>
                <a:cubicBezTo>
                  <a:pt x="4653610" y="621424"/>
                  <a:pt x="4671005" y="638819"/>
                  <a:pt x="4692463" y="638819"/>
                </a:cubicBezTo>
                <a:cubicBezTo>
                  <a:pt x="4713921" y="638819"/>
                  <a:pt x="4731316" y="621424"/>
                  <a:pt x="4731316" y="599966"/>
                </a:cubicBezTo>
                <a:cubicBezTo>
                  <a:pt x="4731316" y="578508"/>
                  <a:pt x="4713921" y="561113"/>
                  <a:pt x="4692463" y="561113"/>
                </a:cubicBezTo>
                <a:close/>
                <a:moveTo>
                  <a:pt x="4567909" y="561113"/>
                </a:moveTo>
                <a:cubicBezTo>
                  <a:pt x="4546451" y="561113"/>
                  <a:pt x="4529056" y="578508"/>
                  <a:pt x="4529056" y="599966"/>
                </a:cubicBezTo>
                <a:cubicBezTo>
                  <a:pt x="4529056" y="621424"/>
                  <a:pt x="4546451" y="638819"/>
                  <a:pt x="4567909" y="638819"/>
                </a:cubicBezTo>
                <a:cubicBezTo>
                  <a:pt x="4589367" y="638819"/>
                  <a:pt x="4606762" y="621424"/>
                  <a:pt x="4606762" y="599966"/>
                </a:cubicBezTo>
                <a:cubicBezTo>
                  <a:pt x="4606762" y="578508"/>
                  <a:pt x="4589367" y="561113"/>
                  <a:pt x="4567909" y="561113"/>
                </a:cubicBezTo>
                <a:close/>
                <a:moveTo>
                  <a:pt x="4379922" y="561113"/>
                </a:moveTo>
                <a:cubicBezTo>
                  <a:pt x="4358464" y="561113"/>
                  <a:pt x="4341069" y="578508"/>
                  <a:pt x="4341069" y="599966"/>
                </a:cubicBezTo>
                <a:cubicBezTo>
                  <a:pt x="4341069" y="621424"/>
                  <a:pt x="4358464" y="638819"/>
                  <a:pt x="4379922" y="638819"/>
                </a:cubicBezTo>
                <a:cubicBezTo>
                  <a:pt x="4401380" y="638819"/>
                  <a:pt x="4418775" y="621424"/>
                  <a:pt x="4418775" y="599966"/>
                </a:cubicBezTo>
                <a:cubicBezTo>
                  <a:pt x="4418775" y="578508"/>
                  <a:pt x="4401380" y="561113"/>
                  <a:pt x="4379922" y="561113"/>
                </a:cubicBezTo>
                <a:close/>
                <a:moveTo>
                  <a:pt x="4191935" y="561113"/>
                </a:moveTo>
                <a:cubicBezTo>
                  <a:pt x="4170477" y="561113"/>
                  <a:pt x="4153082" y="578508"/>
                  <a:pt x="4153082" y="599966"/>
                </a:cubicBezTo>
                <a:cubicBezTo>
                  <a:pt x="4153082" y="621424"/>
                  <a:pt x="4170477" y="638819"/>
                  <a:pt x="4191935" y="638819"/>
                </a:cubicBezTo>
                <a:cubicBezTo>
                  <a:pt x="4213393" y="638819"/>
                  <a:pt x="4230788" y="621424"/>
                  <a:pt x="4230788" y="599966"/>
                </a:cubicBezTo>
                <a:cubicBezTo>
                  <a:pt x="4230788" y="578508"/>
                  <a:pt x="4213393" y="561113"/>
                  <a:pt x="4191935" y="561113"/>
                </a:cubicBezTo>
                <a:close/>
                <a:moveTo>
                  <a:pt x="4035665" y="561113"/>
                </a:moveTo>
                <a:cubicBezTo>
                  <a:pt x="4014207" y="561113"/>
                  <a:pt x="3996812" y="578508"/>
                  <a:pt x="3996812" y="599966"/>
                </a:cubicBezTo>
                <a:cubicBezTo>
                  <a:pt x="3996812" y="621424"/>
                  <a:pt x="4014207" y="638819"/>
                  <a:pt x="4035665" y="638819"/>
                </a:cubicBezTo>
                <a:cubicBezTo>
                  <a:pt x="4057123" y="638819"/>
                  <a:pt x="4074518" y="621424"/>
                  <a:pt x="4074518" y="599966"/>
                </a:cubicBezTo>
                <a:cubicBezTo>
                  <a:pt x="4074518" y="578508"/>
                  <a:pt x="4057123" y="561113"/>
                  <a:pt x="4035665" y="561113"/>
                </a:cubicBezTo>
                <a:close/>
                <a:moveTo>
                  <a:pt x="3879394" y="561113"/>
                </a:moveTo>
                <a:cubicBezTo>
                  <a:pt x="3857936" y="561113"/>
                  <a:pt x="3840541" y="578508"/>
                  <a:pt x="3840541" y="599966"/>
                </a:cubicBezTo>
                <a:cubicBezTo>
                  <a:pt x="3840541" y="621424"/>
                  <a:pt x="3857936" y="638819"/>
                  <a:pt x="3879394" y="638819"/>
                </a:cubicBezTo>
                <a:cubicBezTo>
                  <a:pt x="3900852" y="638819"/>
                  <a:pt x="3918247" y="621424"/>
                  <a:pt x="3918247" y="599966"/>
                </a:cubicBezTo>
                <a:cubicBezTo>
                  <a:pt x="3918247" y="578508"/>
                  <a:pt x="3900852" y="561113"/>
                  <a:pt x="3879394" y="561113"/>
                </a:cubicBezTo>
                <a:close/>
                <a:moveTo>
                  <a:pt x="3754840" y="561113"/>
                </a:moveTo>
                <a:cubicBezTo>
                  <a:pt x="3733382" y="561113"/>
                  <a:pt x="3715987" y="578508"/>
                  <a:pt x="3715987" y="599966"/>
                </a:cubicBezTo>
                <a:cubicBezTo>
                  <a:pt x="3715987" y="621424"/>
                  <a:pt x="3733382" y="638819"/>
                  <a:pt x="3754840" y="638819"/>
                </a:cubicBezTo>
                <a:cubicBezTo>
                  <a:pt x="3776298" y="638819"/>
                  <a:pt x="3793693" y="621424"/>
                  <a:pt x="3793693" y="599966"/>
                </a:cubicBezTo>
                <a:cubicBezTo>
                  <a:pt x="3793693" y="578508"/>
                  <a:pt x="3776298" y="561113"/>
                  <a:pt x="3754840" y="561113"/>
                </a:cubicBezTo>
                <a:close/>
                <a:moveTo>
                  <a:pt x="3598570" y="561113"/>
                </a:moveTo>
                <a:cubicBezTo>
                  <a:pt x="3577112" y="561113"/>
                  <a:pt x="3559717" y="578508"/>
                  <a:pt x="3559717" y="599966"/>
                </a:cubicBezTo>
                <a:cubicBezTo>
                  <a:pt x="3559717" y="621424"/>
                  <a:pt x="3577112" y="638819"/>
                  <a:pt x="3598570" y="638819"/>
                </a:cubicBezTo>
                <a:cubicBezTo>
                  <a:pt x="3620028" y="638819"/>
                  <a:pt x="3637423" y="621424"/>
                  <a:pt x="3637423" y="599966"/>
                </a:cubicBezTo>
                <a:cubicBezTo>
                  <a:pt x="3637423" y="578508"/>
                  <a:pt x="3620028" y="561113"/>
                  <a:pt x="3598570" y="561113"/>
                </a:cubicBezTo>
                <a:close/>
                <a:moveTo>
                  <a:pt x="3474016" y="561113"/>
                </a:moveTo>
                <a:cubicBezTo>
                  <a:pt x="3452558" y="561113"/>
                  <a:pt x="3435163" y="578508"/>
                  <a:pt x="3435163" y="599966"/>
                </a:cubicBezTo>
                <a:cubicBezTo>
                  <a:pt x="3435163" y="621424"/>
                  <a:pt x="3452558" y="638819"/>
                  <a:pt x="3474016" y="638819"/>
                </a:cubicBezTo>
                <a:cubicBezTo>
                  <a:pt x="3495474" y="638819"/>
                  <a:pt x="3512869" y="621424"/>
                  <a:pt x="3512869" y="599966"/>
                </a:cubicBezTo>
                <a:cubicBezTo>
                  <a:pt x="3512869" y="578508"/>
                  <a:pt x="3495474" y="561113"/>
                  <a:pt x="3474016" y="561113"/>
                </a:cubicBezTo>
                <a:close/>
                <a:moveTo>
                  <a:pt x="3317746" y="561113"/>
                </a:moveTo>
                <a:cubicBezTo>
                  <a:pt x="3296288" y="561113"/>
                  <a:pt x="3278893" y="578508"/>
                  <a:pt x="3278893" y="599966"/>
                </a:cubicBezTo>
                <a:cubicBezTo>
                  <a:pt x="3278893" y="621424"/>
                  <a:pt x="3296288" y="638819"/>
                  <a:pt x="3317746" y="638819"/>
                </a:cubicBezTo>
                <a:cubicBezTo>
                  <a:pt x="3339204" y="638819"/>
                  <a:pt x="3356599" y="621424"/>
                  <a:pt x="3356599" y="599966"/>
                </a:cubicBezTo>
                <a:cubicBezTo>
                  <a:pt x="3356599" y="578508"/>
                  <a:pt x="3339204" y="561113"/>
                  <a:pt x="3317746" y="561113"/>
                </a:cubicBezTo>
                <a:close/>
                <a:moveTo>
                  <a:pt x="3193192" y="561113"/>
                </a:moveTo>
                <a:cubicBezTo>
                  <a:pt x="3171734" y="561113"/>
                  <a:pt x="3154339" y="578508"/>
                  <a:pt x="3154339" y="599966"/>
                </a:cubicBezTo>
                <a:cubicBezTo>
                  <a:pt x="3154339" y="621424"/>
                  <a:pt x="3171734" y="638819"/>
                  <a:pt x="3193192" y="638819"/>
                </a:cubicBezTo>
                <a:cubicBezTo>
                  <a:pt x="3214650" y="638819"/>
                  <a:pt x="3232045" y="621424"/>
                  <a:pt x="3232045" y="599966"/>
                </a:cubicBezTo>
                <a:cubicBezTo>
                  <a:pt x="3232045" y="578508"/>
                  <a:pt x="3214650" y="561113"/>
                  <a:pt x="3193192" y="561113"/>
                </a:cubicBezTo>
                <a:close/>
                <a:moveTo>
                  <a:pt x="3036921" y="561113"/>
                </a:moveTo>
                <a:cubicBezTo>
                  <a:pt x="3015463" y="561113"/>
                  <a:pt x="2998068" y="578508"/>
                  <a:pt x="2998068" y="599966"/>
                </a:cubicBezTo>
                <a:cubicBezTo>
                  <a:pt x="2998068" y="621424"/>
                  <a:pt x="3015463" y="638819"/>
                  <a:pt x="3036921" y="638819"/>
                </a:cubicBezTo>
                <a:cubicBezTo>
                  <a:pt x="3058379" y="638819"/>
                  <a:pt x="3075774" y="621424"/>
                  <a:pt x="3075774" y="599966"/>
                </a:cubicBezTo>
                <a:cubicBezTo>
                  <a:pt x="3075774" y="578508"/>
                  <a:pt x="3058379" y="561113"/>
                  <a:pt x="3036921" y="561113"/>
                </a:cubicBezTo>
                <a:close/>
                <a:moveTo>
                  <a:pt x="2880651" y="561113"/>
                </a:moveTo>
                <a:cubicBezTo>
                  <a:pt x="2859193" y="561113"/>
                  <a:pt x="2841798" y="578508"/>
                  <a:pt x="2841798" y="599966"/>
                </a:cubicBezTo>
                <a:cubicBezTo>
                  <a:pt x="2841798" y="621424"/>
                  <a:pt x="2859193" y="638819"/>
                  <a:pt x="2880651" y="638819"/>
                </a:cubicBezTo>
                <a:cubicBezTo>
                  <a:pt x="2902109" y="638819"/>
                  <a:pt x="2919504" y="621424"/>
                  <a:pt x="2919504" y="599966"/>
                </a:cubicBezTo>
                <a:cubicBezTo>
                  <a:pt x="2919504" y="578508"/>
                  <a:pt x="2902109" y="561113"/>
                  <a:pt x="2880651" y="561113"/>
                </a:cubicBezTo>
                <a:close/>
                <a:moveTo>
                  <a:pt x="2692664" y="561113"/>
                </a:moveTo>
                <a:cubicBezTo>
                  <a:pt x="2671206" y="561113"/>
                  <a:pt x="2653811" y="578508"/>
                  <a:pt x="2653811" y="599966"/>
                </a:cubicBezTo>
                <a:cubicBezTo>
                  <a:pt x="2653811" y="621424"/>
                  <a:pt x="2671206" y="638819"/>
                  <a:pt x="2692664" y="638819"/>
                </a:cubicBezTo>
                <a:cubicBezTo>
                  <a:pt x="2714122" y="638819"/>
                  <a:pt x="2731517" y="621424"/>
                  <a:pt x="2731517" y="599966"/>
                </a:cubicBezTo>
                <a:cubicBezTo>
                  <a:pt x="2731517" y="578508"/>
                  <a:pt x="2714122" y="561113"/>
                  <a:pt x="2692664" y="561113"/>
                </a:cubicBezTo>
                <a:close/>
                <a:moveTo>
                  <a:pt x="2504677" y="561113"/>
                </a:moveTo>
                <a:cubicBezTo>
                  <a:pt x="2483219" y="561113"/>
                  <a:pt x="2465824" y="578508"/>
                  <a:pt x="2465824" y="599966"/>
                </a:cubicBezTo>
                <a:cubicBezTo>
                  <a:pt x="2465824" y="621424"/>
                  <a:pt x="2483219" y="638819"/>
                  <a:pt x="2504677" y="638819"/>
                </a:cubicBezTo>
                <a:cubicBezTo>
                  <a:pt x="2526135" y="638819"/>
                  <a:pt x="2543530" y="621424"/>
                  <a:pt x="2543530" y="599966"/>
                </a:cubicBezTo>
                <a:cubicBezTo>
                  <a:pt x="2543530" y="578508"/>
                  <a:pt x="2526135" y="561113"/>
                  <a:pt x="2504677" y="561113"/>
                </a:cubicBezTo>
                <a:close/>
                <a:moveTo>
                  <a:pt x="2380123" y="561113"/>
                </a:moveTo>
                <a:cubicBezTo>
                  <a:pt x="2358665" y="561113"/>
                  <a:pt x="2341270" y="578508"/>
                  <a:pt x="2341270" y="599966"/>
                </a:cubicBezTo>
                <a:cubicBezTo>
                  <a:pt x="2341270" y="621424"/>
                  <a:pt x="2358665" y="638819"/>
                  <a:pt x="2380123" y="638819"/>
                </a:cubicBezTo>
                <a:cubicBezTo>
                  <a:pt x="2401581" y="638819"/>
                  <a:pt x="2418976" y="621424"/>
                  <a:pt x="2418976" y="599966"/>
                </a:cubicBezTo>
                <a:cubicBezTo>
                  <a:pt x="2418976" y="578508"/>
                  <a:pt x="2401581" y="561113"/>
                  <a:pt x="2380123" y="561113"/>
                </a:cubicBezTo>
                <a:close/>
                <a:moveTo>
                  <a:pt x="2255569" y="561113"/>
                </a:moveTo>
                <a:cubicBezTo>
                  <a:pt x="2234111" y="561113"/>
                  <a:pt x="2216716" y="578508"/>
                  <a:pt x="2216716" y="599966"/>
                </a:cubicBezTo>
                <a:cubicBezTo>
                  <a:pt x="2216716" y="621424"/>
                  <a:pt x="2234111" y="638819"/>
                  <a:pt x="2255569" y="638819"/>
                </a:cubicBezTo>
                <a:cubicBezTo>
                  <a:pt x="2277027" y="638819"/>
                  <a:pt x="2294422" y="621424"/>
                  <a:pt x="2294422" y="599966"/>
                </a:cubicBezTo>
                <a:cubicBezTo>
                  <a:pt x="2294422" y="578508"/>
                  <a:pt x="2277027" y="561113"/>
                  <a:pt x="2255569" y="561113"/>
                </a:cubicBezTo>
                <a:close/>
                <a:moveTo>
                  <a:pt x="2131015" y="561113"/>
                </a:moveTo>
                <a:cubicBezTo>
                  <a:pt x="2109557" y="561113"/>
                  <a:pt x="2092162" y="578508"/>
                  <a:pt x="2092162" y="599966"/>
                </a:cubicBezTo>
                <a:cubicBezTo>
                  <a:pt x="2092162" y="621424"/>
                  <a:pt x="2109557" y="638819"/>
                  <a:pt x="2131015" y="638819"/>
                </a:cubicBezTo>
                <a:cubicBezTo>
                  <a:pt x="2152473" y="638819"/>
                  <a:pt x="2169868" y="621424"/>
                  <a:pt x="2169868" y="599966"/>
                </a:cubicBezTo>
                <a:cubicBezTo>
                  <a:pt x="2169868" y="578508"/>
                  <a:pt x="2152473" y="561113"/>
                  <a:pt x="2131015" y="561113"/>
                </a:cubicBezTo>
                <a:close/>
                <a:moveTo>
                  <a:pt x="1943028" y="561113"/>
                </a:moveTo>
                <a:cubicBezTo>
                  <a:pt x="1921570" y="561113"/>
                  <a:pt x="1904175" y="578508"/>
                  <a:pt x="1904175" y="599966"/>
                </a:cubicBezTo>
                <a:cubicBezTo>
                  <a:pt x="1904175" y="621424"/>
                  <a:pt x="1921570" y="638819"/>
                  <a:pt x="1943028" y="638819"/>
                </a:cubicBezTo>
                <a:cubicBezTo>
                  <a:pt x="1964486" y="638819"/>
                  <a:pt x="1981881" y="621424"/>
                  <a:pt x="1981881" y="599966"/>
                </a:cubicBezTo>
                <a:cubicBezTo>
                  <a:pt x="1981881" y="578508"/>
                  <a:pt x="1964486" y="561113"/>
                  <a:pt x="1943028" y="561113"/>
                </a:cubicBezTo>
                <a:close/>
                <a:moveTo>
                  <a:pt x="1755041" y="561113"/>
                </a:moveTo>
                <a:cubicBezTo>
                  <a:pt x="1733583" y="561113"/>
                  <a:pt x="1716188" y="578508"/>
                  <a:pt x="1716188" y="599966"/>
                </a:cubicBezTo>
                <a:cubicBezTo>
                  <a:pt x="1716188" y="621424"/>
                  <a:pt x="1733583" y="638819"/>
                  <a:pt x="1755041" y="638819"/>
                </a:cubicBezTo>
                <a:cubicBezTo>
                  <a:pt x="1776499" y="638819"/>
                  <a:pt x="1793894" y="621424"/>
                  <a:pt x="1793894" y="599966"/>
                </a:cubicBezTo>
                <a:cubicBezTo>
                  <a:pt x="1793894" y="578508"/>
                  <a:pt x="1776499" y="561113"/>
                  <a:pt x="1755041" y="561113"/>
                </a:cubicBezTo>
                <a:close/>
                <a:moveTo>
                  <a:pt x="1598771" y="561113"/>
                </a:moveTo>
                <a:cubicBezTo>
                  <a:pt x="1577313" y="561113"/>
                  <a:pt x="1559918" y="578508"/>
                  <a:pt x="1559918" y="599966"/>
                </a:cubicBezTo>
                <a:cubicBezTo>
                  <a:pt x="1559918" y="621424"/>
                  <a:pt x="1577313" y="638819"/>
                  <a:pt x="1598771" y="638819"/>
                </a:cubicBezTo>
                <a:cubicBezTo>
                  <a:pt x="1620229" y="638819"/>
                  <a:pt x="1637624" y="621424"/>
                  <a:pt x="1637624" y="599966"/>
                </a:cubicBezTo>
                <a:cubicBezTo>
                  <a:pt x="1637624" y="578508"/>
                  <a:pt x="1620229" y="561113"/>
                  <a:pt x="1598771" y="561113"/>
                </a:cubicBezTo>
                <a:close/>
                <a:moveTo>
                  <a:pt x="1442500" y="561113"/>
                </a:moveTo>
                <a:cubicBezTo>
                  <a:pt x="1421042" y="561113"/>
                  <a:pt x="1403647" y="578508"/>
                  <a:pt x="1403647" y="599966"/>
                </a:cubicBezTo>
                <a:cubicBezTo>
                  <a:pt x="1403647" y="621424"/>
                  <a:pt x="1421042" y="638819"/>
                  <a:pt x="1442500" y="638819"/>
                </a:cubicBezTo>
                <a:cubicBezTo>
                  <a:pt x="1463958" y="638819"/>
                  <a:pt x="1481353" y="621424"/>
                  <a:pt x="1481353" y="599966"/>
                </a:cubicBezTo>
                <a:cubicBezTo>
                  <a:pt x="1481353" y="578508"/>
                  <a:pt x="1463958" y="561113"/>
                  <a:pt x="1442500" y="561113"/>
                </a:cubicBezTo>
                <a:close/>
                <a:moveTo>
                  <a:pt x="1317946" y="561113"/>
                </a:moveTo>
                <a:cubicBezTo>
                  <a:pt x="1296488" y="561113"/>
                  <a:pt x="1279093" y="578508"/>
                  <a:pt x="1279093" y="599966"/>
                </a:cubicBezTo>
                <a:cubicBezTo>
                  <a:pt x="1279093" y="621424"/>
                  <a:pt x="1296488" y="638819"/>
                  <a:pt x="1317946" y="638819"/>
                </a:cubicBezTo>
                <a:cubicBezTo>
                  <a:pt x="1339404" y="638819"/>
                  <a:pt x="1356799" y="621424"/>
                  <a:pt x="1356799" y="599966"/>
                </a:cubicBezTo>
                <a:cubicBezTo>
                  <a:pt x="1356799" y="578508"/>
                  <a:pt x="1339404" y="561113"/>
                  <a:pt x="1317946" y="561113"/>
                </a:cubicBezTo>
                <a:close/>
                <a:moveTo>
                  <a:pt x="1161676" y="561113"/>
                </a:moveTo>
                <a:cubicBezTo>
                  <a:pt x="1140218" y="561113"/>
                  <a:pt x="1122823" y="578508"/>
                  <a:pt x="1122823" y="599966"/>
                </a:cubicBezTo>
                <a:cubicBezTo>
                  <a:pt x="1122823" y="621424"/>
                  <a:pt x="1140218" y="638819"/>
                  <a:pt x="1161676" y="638819"/>
                </a:cubicBezTo>
                <a:cubicBezTo>
                  <a:pt x="1183134" y="638819"/>
                  <a:pt x="1200529" y="621424"/>
                  <a:pt x="1200529" y="599966"/>
                </a:cubicBezTo>
                <a:cubicBezTo>
                  <a:pt x="1200529" y="578508"/>
                  <a:pt x="1183134" y="561113"/>
                  <a:pt x="1161676" y="561113"/>
                </a:cubicBezTo>
                <a:close/>
                <a:moveTo>
                  <a:pt x="1037122" y="561113"/>
                </a:moveTo>
                <a:cubicBezTo>
                  <a:pt x="1015664" y="561113"/>
                  <a:pt x="998269" y="578508"/>
                  <a:pt x="998269" y="599966"/>
                </a:cubicBezTo>
                <a:cubicBezTo>
                  <a:pt x="998269" y="621424"/>
                  <a:pt x="1015664" y="638819"/>
                  <a:pt x="1037122" y="638819"/>
                </a:cubicBezTo>
                <a:cubicBezTo>
                  <a:pt x="1058580" y="638819"/>
                  <a:pt x="1075975" y="621424"/>
                  <a:pt x="1075975" y="599966"/>
                </a:cubicBezTo>
                <a:cubicBezTo>
                  <a:pt x="1075975" y="578508"/>
                  <a:pt x="1058580" y="561113"/>
                  <a:pt x="1037122" y="561113"/>
                </a:cubicBezTo>
                <a:close/>
                <a:moveTo>
                  <a:pt x="912568" y="561113"/>
                </a:moveTo>
                <a:cubicBezTo>
                  <a:pt x="891110" y="561113"/>
                  <a:pt x="873715" y="578508"/>
                  <a:pt x="873715" y="599966"/>
                </a:cubicBezTo>
                <a:cubicBezTo>
                  <a:pt x="873717" y="621424"/>
                  <a:pt x="891110" y="638819"/>
                  <a:pt x="912568" y="638819"/>
                </a:cubicBezTo>
                <a:cubicBezTo>
                  <a:pt x="934026" y="638819"/>
                  <a:pt x="951421" y="621424"/>
                  <a:pt x="951421" y="599966"/>
                </a:cubicBezTo>
                <a:cubicBezTo>
                  <a:pt x="951421" y="578508"/>
                  <a:pt x="934026" y="561113"/>
                  <a:pt x="912568" y="561113"/>
                </a:cubicBezTo>
                <a:close/>
                <a:moveTo>
                  <a:pt x="724581" y="561113"/>
                </a:moveTo>
                <a:cubicBezTo>
                  <a:pt x="703123" y="561113"/>
                  <a:pt x="685728" y="578508"/>
                  <a:pt x="685728" y="599966"/>
                </a:cubicBezTo>
                <a:cubicBezTo>
                  <a:pt x="685730" y="621424"/>
                  <a:pt x="703123" y="638819"/>
                  <a:pt x="724581" y="638819"/>
                </a:cubicBezTo>
                <a:cubicBezTo>
                  <a:pt x="746039" y="638819"/>
                  <a:pt x="763434" y="621424"/>
                  <a:pt x="763434" y="599966"/>
                </a:cubicBezTo>
                <a:cubicBezTo>
                  <a:pt x="763432" y="578508"/>
                  <a:pt x="746039" y="561113"/>
                  <a:pt x="724581" y="561113"/>
                </a:cubicBezTo>
                <a:close/>
                <a:moveTo>
                  <a:pt x="536594" y="561113"/>
                </a:moveTo>
                <a:cubicBezTo>
                  <a:pt x="515136" y="561113"/>
                  <a:pt x="497741" y="578508"/>
                  <a:pt x="497741" y="599966"/>
                </a:cubicBezTo>
                <a:cubicBezTo>
                  <a:pt x="497743" y="621424"/>
                  <a:pt x="515136" y="638819"/>
                  <a:pt x="536594" y="638819"/>
                </a:cubicBezTo>
                <a:cubicBezTo>
                  <a:pt x="558052" y="638819"/>
                  <a:pt x="575447" y="621424"/>
                  <a:pt x="575447" y="599966"/>
                </a:cubicBezTo>
                <a:cubicBezTo>
                  <a:pt x="575445" y="578508"/>
                  <a:pt x="558052" y="561113"/>
                  <a:pt x="536594" y="561113"/>
                </a:cubicBezTo>
                <a:close/>
                <a:moveTo>
                  <a:pt x="380324" y="561113"/>
                </a:moveTo>
                <a:cubicBezTo>
                  <a:pt x="358866" y="561113"/>
                  <a:pt x="341471" y="578508"/>
                  <a:pt x="341471" y="599966"/>
                </a:cubicBezTo>
                <a:cubicBezTo>
                  <a:pt x="341472" y="621424"/>
                  <a:pt x="358867" y="638819"/>
                  <a:pt x="380324" y="638819"/>
                </a:cubicBezTo>
                <a:cubicBezTo>
                  <a:pt x="401782" y="638819"/>
                  <a:pt x="419177" y="621424"/>
                  <a:pt x="419177" y="599966"/>
                </a:cubicBezTo>
                <a:cubicBezTo>
                  <a:pt x="419175" y="578508"/>
                  <a:pt x="401781" y="561113"/>
                  <a:pt x="380324" y="561113"/>
                </a:cubicBezTo>
                <a:close/>
                <a:moveTo>
                  <a:pt x="224053" y="561113"/>
                </a:moveTo>
                <a:cubicBezTo>
                  <a:pt x="202595" y="561113"/>
                  <a:pt x="185200" y="578508"/>
                  <a:pt x="185200" y="599966"/>
                </a:cubicBezTo>
                <a:cubicBezTo>
                  <a:pt x="185201" y="621424"/>
                  <a:pt x="202596" y="638819"/>
                  <a:pt x="224053" y="638819"/>
                </a:cubicBezTo>
                <a:cubicBezTo>
                  <a:pt x="245511" y="638819"/>
                  <a:pt x="262906" y="621424"/>
                  <a:pt x="262906" y="599966"/>
                </a:cubicBezTo>
                <a:cubicBezTo>
                  <a:pt x="262904" y="578508"/>
                  <a:pt x="245510" y="561113"/>
                  <a:pt x="224053" y="561113"/>
                </a:cubicBezTo>
                <a:close/>
                <a:moveTo>
                  <a:pt x="99499" y="561113"/>
                </a:moveTo>
                <a:cubicBezTo>
                  <a:pt x="78041" y="561113"/>
                  <a:pt x="60646" y="578508"/>
                  <a:pt x="60646" y="599966"/>
                </a:cubicBezTo>
                <a:cubicBezTo>
                  <a:pt x="60646" y="621424"/>
                  <a:pt x="78041" y="638819"/>
                  <a:pt x="99499" y="638819"/>
                </a:cubicBezTo>
                <a:cubicBezTo>
                  <a:pt x="120957" y="638819"/>
                  <a:pt x="138352" y="621424"/>
                  <a:pt x="138352" y="599966"/>
                </a:cubicBezTo>
                <a:cubicBezTo>
                  <a:pt x="138351" y="578508"/>
                  <a:pt x="120956" y="561113"/>
                  <a:pt x="99499" y="561113"/>
                </a:cubicBezTo>
                <a:close/>
                <a:moveTo>
                  <a:pt x="9141594" y="551484"/>
                </a:moveTo>
                <a:lnTo>
                  <a:pt x="9141594" y="648448"/>
                </a:lnTo>
                <a:cubicBezTo>
                  <a:pt x="9139694" y="648205"/>
                  <a:pt x="9139530" y="647314"/>
                  <a:pt x="9139530" y="646384"/>
                </a:cubicBezTo>
                <a:lnTo>
                  <a:pt x="9139530" y="553548"/>
                </a:lnTo>
                <a:close/>
                <a:moveTo>
                  <a:pt x="9069131" y="545811"/>
                </a:moveTo>
                <a:cubicBezTo>
                  <a:pt x="9099040" y="545811"/>
                  <a:pt x="9123286" y="570057"/>
                  <a:pt x="9123286" y="599966"/>
                </a:cubicBezTo>
                <a:cubicBezTo>
                  <a:pt x="9123286" y="629875"/>
                  <a:pt x="9099040" y="654121"/>
                  <a:pt x="9069131" y="654121"/>
                </a:cubicBezTo>
                <a:cubicBezTo>
                  <a:pt x="9039222" y="654121"/>
                  <a:pt x="9014976" y="629875"/>
                  <a:pt x="9014976" y="599966"/>
                </a:cubicBezTo>
                <a:cubicBezTo>
                  <a:pt x="9014976" y="570057"/>
                  <a:pt x="9039222" y="545811"/>
                  <a:pt x="9069131" y="545811"/>
                </a:cubicBezTo>
                <a:close/>
                <a:moveTo>
                  <a:pt x="8990997" y="545811"/>
                </a:moveTo>
                <a:cubicBezTo>
                  <a:pt x="8995270" y="545811"/>
                  <a:pt x="8998734" y="549275"/>
                  <a:pt x="8998734" y="553548"/>
                </a:cubicBezTo>
                <a:cubicBezTo>
                  <a:pt x="8998734" y="584495"/>
                  <a:pt x="8998733" y="615439"/>
                  <a:pt x="8998733" y="646385"/>
                </a:cubicBezTo>
                <a:lnTo>
                  <a:pt x="8990997" y="654121"/>
                </a:lnTo>
                <a:cubicBezTo>
                  <a:pt x="8986724" y="654121"/>
                  <a:pt x="8983260" y="650657"/>
                  <a:pt x="8983260" y="646384"/>
                </a:cubicBezTo>
                <a:lnTo>
                  <a:pt x="8983260" y="553548"/>
                </a:lnTo>
                <a:cubicBezTo>
                  <a:pt x="8983260" y="549275"/>
                  <a:pt x="8986724" y="545811"/>
                  <a:pt x="8990997" y="545811"/>
                </a:cubicBezTo>
                <a:close/>
                <a:moveTo>
                  <a:pt x="8912861" y="545811"/>
                </a:moveTo>
                <a:cubicBezTo>
                  <a:pt x="8942770" y="545811"/>
                  <a:pt x="8967016" y="570057"/>
                  <a:pt x="8967016" y="599966"/>
                </a:cubicBezTo>
                <a:cubicBezTo>
                  <a:pt x="8967016" y="629875"/>
                  <a:pt x="8942770" y="654121"/>
                  <a:pt x="8912861" y="654121"/>
                </a:cubicBezTo>
                <a:cubicBezTo>
                  <a:pt x="8882952" y="654121"/>
                  <a:pt x="8858706" y="629875"/>
                  <a:pt x="8858706" y="599966"/>
                </a:cubicBezTo>
                <a:cubicBezTo>
                  <a:pt x="8858706" y="570057"/>
                  <a:pt x="8882952" y="545811"/>
                  <a:pt x="8912861" y="545811"/>
                </a:cubicBezTo>
                <a:close/>
                <a:moveTo>
                  <a:pt x="8834725" y="545811"/>
                </a:moveTo>
                <a:cubicBezTo>
                  <a:pt x="8838998" y="545811"/>
                  <a:pt x="8842462" y="549275"/>
                  <a:pt x="8842462" y="553548"/>
                </a:cubicBezTo>
                <a:lnTo>
                  <a:pt x="8842462" y="646384"/>
                </a:lnTo>
                <a:cubicBezTo>
                  <a:pt x="8842462" y="650657"/>
                  <a:pt x="8838998" y="654121"/>
                  <a:pt x="8834725" y="654121"/>
                </a:cubicBezTo>
                <a:lnTo>
                  <a:pt x="8826989" y="646385"/>
                </a:lnTo>
                <a:cubicBezTo>
                  <a:pt x="8826989" y="615439"/>
                  <a:pt x="8826988" y="584494"/>
                  <a:pt x="8826988" y="553548"/>
                </a:cubicBezTo>
                <a:cubicBezTo>
                  <a:pt x="8826988" y="549275"/>
                  <a:pt x="8830452" y="545811"/>
                  <a:pt x="8834725" y="545811"/>
                </a:cubicBezTo>
                <a:close/>
                <a:moveTo>
                  <a:pt x="8756590" y="545811"/>
                </a:moveTo>
                <a:cubicBezTo>
                  <a:pt x="8786499" y="545811"/>
                  <a:pt x="8810745" y="570057"/>
                  <a:pt x="8810745" y="599966"/>
                </a:cubicBezTo>
                <a:cubicBezTo>
                  <a:pt x="8810745" y="629875"/>
                  <a:pt x="8786499" y="654121"/>
                  <a:pt x="8756590" y="654121"/>
                </a:cubicBezTo>
                <a:cubicBezTo>
                  <a:pt x="8726681" y="654121"/>
                  <a:pt x="8702435" y="629875"/>
                  <a:pt x="8702435" y="599966"/>
                </a:cubicBezTo>
                <a:cubicBezTo>
                  <a:pt x="8702435" y="570057"/>
                  <a:pt x="8726681" y="545811"/>
                  <a:pt x="8756590" y="545811"/>
                </a:cubicBezTo>
                <a:close/>
                <a:moveTo>
                  <a:pt x="8632036" y="545811"/>
                </a:moveTo>
                <a:cubicBezTo>
                  <a:pt x="8661945" y="545811"/>
                  <a:pt x="8686191" y="570057"/>
                  <a:pt x="8686191" y="599966"/>
                </a:cubicBezTo>
                <a:cubicBezTo>
                  <a:pt x="8686191" y="629875"/>
                  <a:pt x="8661945" y="654121"/>
                  <a:pt x="8632036" y="654121"/>
                </a:cubicBezTo>
                <a:cubicBezTo>
                  <a:pt x="8602127" y="654121"/>
                  <a:pt x="8577881" y="629875"/>
                  <a:pt x="8577881" y="599966"/>
                </a:cubicBezTo>
                <a:cubicBezTo>
                  <a:pt x="8577881" y="570057"/>
                  <a:pt x="8602127" y="545811"/>
                  <a:pt x="8632036" y="545811"/>
                </a:cubicBezTo>
                <a:close/>
                <a:moveTo>
                  <a:pt x="8553901" y="545811"/>
                </a:moveTo>
                <a:cubicBezTo>
                  <a:pt x="8558174" y="545811"/>
                  <a:pt x="8561638" y="549275"/>
                  <a:pt x="8561638" y="553548"/>
                </a:cubicBezTo>
                <a:lnTo>
                  <a:pt x="8561638" y="646384"/>
                </a:lnTo>
                <a:cubicBezTo>
                  <a:pt x="8561638" y="650657"/>
                  <a:pt x="8558174" y="654121"/>
                  <a:pt x="8553901" y="654121"/>
                </a:cubicBezTo>
                <a:lnTo>
                  <a:pt x="8546165" y="646385"/>
                </a:lnTo>
                <a:cubicBezTo>
                  <a:pt x="8546165" y="615439"/>
                  <a:pt x="8546164" y="584494"/>
                  <a:pt x="8546164" y="553548"/>
                </a:cubicBezTo>
                <a:cubicBezTo>
                  <a:pt x="8546164" y="549275"/>
                  <a:pt x="8549628" y="545811"/>
                  <a:pt x="8553901" y="545811"/>
                </a:cubicBezTo>
                <a:close/>
                <a:moveTo>
                  <a:pt x="8475766" y="545811"/>
                </a:moveTo>
                <a:cubicBezTo>
                  <a:pt x="8505675" y="545811"/>
                  <a:pt x="8529921" y="570057"/>
                  <a:pt x="8529921" y="599966"/>
                </a:cubicBezTo>
                <a:cubicBezTo>
                  <a:pt x="8529921" y="629875"/>
                  <a:pt x="8505675" y="654121"/>
                  <a:pt x="8475766" y="654121"/>
                </a:cubicBezTo>
                <a:cubicBezTo>
                  <a:pt x="8445857" y="654121"/>
                  <a:pt x="8421611" y="629875"/>
                  <a:pt x="8421611" y="599966"/>
                </a:cubicBezTo>
                <a:cubicBezTo>
                  <a:pt x="8421611" y="570057"/>
                  <a:pt x="8445857" y="545811"/>
                  <a:pt x="8475766" y="545811"/>
                </a:cubicBezTo>
                <a:close/>
                <a:moveTo>
                  <a:pt x="8351212" y="545811"/>
                </a:moveTo>
                <a:cubicBezTo>
                  <a:pt x="8381121" y="545811"/>
                  <a:pt x="8405367" y="570057"/>
                  <a:pt x="8405367" y="599966"/>
                </a:cubicBezTo>
                <a:cubicBezTo>
                  <a:pt x="8405367" y="629875"/>
                  <a:pt x="8381121" y="654121"/>
                  <a:pt x="8351212" y="654121"/>
                </a:cubicBezTo>
                <a:cubicBezTo>
                  <a:pt x="8321303" y="654121"/>
                  <a:pt x="8297057" y="629875"/>
                  <a:pt x="8297057" y="599966"/>
                </a:cubicBezTo>
                <a:cubicBezTo>
                  <a:pt x="8297057" y="570057"/>
                  <a:pt x="8321303" y="545811"/>
                  <a:pt x="8351212" y="545811"/>
                </a:cubicBezTo>
                <a:close/>
                <a:moveTo>
                  <a:pt x="8226658" y="545811"/>
                </a:moveTo>
                <a:cubicBezTo>
                  <a:pt x="8256567" y="545811"/>
                  <a:pt x="8280813" y="570057"/>
                  <a:pt x="8280813" y="599966"/>
                </a:cubicBezTo>
                <a:cubicBezTo>
                  <a:pt x="8280813" y="629875"/>
                  <a:pt x="8256567" y="654121"/>
                  <a:pt x="8226658" y="654121"/>
                </a:cubicBezTo>
                <a:cubicBezTo>
                  <a:pt x="8196749" y="654121"/>
                  <a:pt x="8172503" y="629875"/>
                  <a:pt x="8172503" y="599966"/>
                </a:cubicBezTo>
                <a:cubicBezTo>
                  <a:pt x="8172503" y="570057"/>
                  <a:pt x="8196749" y="545811"/>
                  <a:pt x="8226658" y="545811"/>
                </a:cubicBezTo>
                <a:close/>
                <a:moveTo>
                  <a:pt x="8148524" y="545811"/>
                </a:moveTo>
                <a:cubicBezTo>
                  <a:pt x="8152797" y="545811"/>
                  <a:pt x="8156261" y="549275"/>
                  <a:pt x="8156261" y="553548"/>
                </a:cubicBezTo>
                <a:cubicBezTo>
                  <a:pt x="8156261" y="584495"/>
                  <a:pt x="8156260" y="615439"/>
                  <a:pt x="8156260" y="646385"/>
                </a:cubicBezTo>
                <a:lnTo>
                  <a:pt x="8148524" y="654121"/>
                </a:lnTo>
                <a:cubicBezTo>
                  <a:pt x="8144251" y="654121"/>
                  <a:pt x="8140787" y="650657"/>
                  <a:pt x="8140787" y="646384"/>
                </a:cubicBezTo>
                <a:lnTo>
                  <a:pt x="8140787" y="553548"/>
                </a:lnTo>
                <a:cubicBezTo>
                  <a:pt x="8140787" y="549275"/>
                  <a:pt x="8144251" y="545811"/>
                  <a:pt x="8148524" y="545811"/>
                </a:cubicBezTo>
                <a:close/>
                <a:moveTo>
                  <a:pt x="8116807" y="545811"/>
                </a:moveTo>
                <a:cubicBezTo>
                  <a:pt x="8121080" y="545811"/>
                  <a:pt x="8124544" y="549275"/>
                  <a:pt x="8124544" y="553548"/>
                </a:cubicBezTo>
                <a:cubicBezTo>
                  <a:pt x="8124544" y="584495"/>
                  <a:pt x="8124543" y="615439"/>
                  <a:pt x="8124543" y="646385"/>
                </a:cubicBezTo>
                <a:lnTo>
                  <a:pt x="8116807" y="654121"/>
                </a:lnTo>
                <a:cubicBezTo>
                  <a:pt x="8112534" y="654121"/>
                  <a:pt x="8109070" y="650657"/>
                  <a:pt x="8109070" y="646384"/>
                </a:cubicBezTo>
                <a:lnTo>
                  <a:pt x="8109070" y="553548"/>
                </a:lnTo>
                <a:cubicBezTo>
                  <a:pt x="8109070" y="549275"/>
                  <a:pt x="8112534" y="545811"/>
                  <a:pt x="8116807" y="545811"/>
                </a:cubicBezTo>
                <a:close/>
                <a:moveTo>
                  <a:pt x="8038671" y="545811"/>
                </a:moveTo>
                <a:cubicBezTo>
                  <a:pt x="8068580" y="545811"/>
                  <a:pt x="8092826" y="570057"/>
                  <a:pt x="8092826" y="599966"/>
                </a:cubicBezTo>
                <a:cubicBezTo>
                  <a:pt x="8092826" y="629875"/>
                  <a:pt x="8068580" y="654121"/>
                  <a:pt x="8038671" y="654121"/>
                </a:cubicBezTo>
                <a:cubicBezTo>
                  <a:pt x="8008762" y="654121"/>
                  <a:pt x="7984516" y="629875"/>
                  <a:pt x="7984516" y="599966"/>
                </a:cubicBezTo>
                <a:cubicBezTo>
                  <a:pt x="7984516" y="570057"/>
                  <a:pt x="8008762" y="545811"/>
                  <a:pt x="8038671" y="545811"/>
                </a:cubicBezTo>
                <a:close/>
                <a:moveTo>
                  <a:pt x="7960537" y="545811"/>
                </a:moveTo>
                <a:cubicBezTo>
                  <a:pt x="7964810" y="545811"/>
                  <a:pt x="7968274" y="549275"/>
                  <a:pt x="7968274" y="553548"/>
                </a:cubicBezTo>
                <a:cubicBezTo>
                  <a:pt x="7968274" y="584495"/>
                  <a:pt x="7968273" y="615439"/>
                  <a:pt x="7968273" y="646385"/>
                </a:cubicBezTo>
                <a:lnTo>
                  <a:pt x="7960537" y="654121"/>
                </a:lnTo>
                <a:cubicBezTo>
                  <a:pt x="7956264" y="654121"/>
                  <a:pt x="7952800" y="650657"/>
                  <a:pt x="7952800" y="646384"/>
                </a:cubicBezTo>
                <a:lnTo>
                  <a:pt x="7952800" y="553548"/>
                </a:lnTo>
                <a:cubicBezTo>
                  <a:pt x="7952800" y="549275"/>
                  <a:pt x="7956264" y="545811"/>
                  <a:pt x="7960537" y="545811"/>
                </a:cubicBezTo>
                <a:close/>
                <a:moveTo>
                  <a:pt x="7928820" y="545811"/>
                </a:moveTo>
                <a:cubicBezTo>
                  <a:pt x="7933093" y="545811"/>
                  <a:pt x="7936557" y="549275"/>
                  <a:pt x="7936557" y="553548"/>
                </a:cubicBezTo>
                <a:cubicBezTo>
                  <a:pt x="7936557" y="584495"/>
                  <a:pt x="7936556" y="615439"/>
                  <a:pt x="7936556" y="646385"/>
                </a:cubicBezTo>
                <a:lnTo>
                  <a:pt x="7928820" y="654121"/>
                </a:lnTo>
                <a:cubicBezTo>
                  <a:pt x="7924547" y="654121"/>
                  <a:pt x="7921083" y="650657"/>
                  <a:pt x="7921083" y="646384"/>
                </a:cubicBezTo>
                <a:lnTo>
                  <a:pt x="7921083" y="553548"/>
                </a:lnTo>
                <a:cubicBezTo>
                  <a:pt x="7921083" y="549275"/>
                  <a:pt x="7924547" y="545811"/>
                  <a:pt x="7928820" y="545811"/>
                </a:cubicBezTo>
                <a:close/>
                <a:moveTo>
                  <a:pt x="7850684" y="545811"/>
                </a:moveTo>
                <a:cubicBezTo>
                  <a:pt x="7880593" y="545811"/>
                  <a:pt x="7904839" y="570057"/>
                  <a:pt x="7904839" y="599966"/>
                </a:cubicBezTo>
                <a:cubicBezTo>
                  <a:pt x="7904839" y="629875"/>
                  <a:pt x="7880593" y="654121"/>
                  <a:pt x="7850684" y="654121"/>
                </a:cubicBezTo>
                <a:cubicBezTo>
                  <a:pt x="7820775" y="654121"/>
                  <a:pt x="7796529" y="629875"/>
                  <a:pt x="7796529" y="599966"/>
                </a:cubicBezTo>
                <a:cubicBezTo>
                  <a:pt x="7796529" y="570057"/>
                  <a:pt x="7820775" y="545811"/>
                  <a:pt x="7850684" y="545811"/>
                </a:cubicBezTo>
                <a:close/>
                <a:moveTo>
                  <a:pt x="7772550" y="545811"/>
                </a:moveTo>
                <a:cubicBezTo>
                  <a:pt x="7776823" y="545811"/>
                  <a:pt x="7780287" y="549275"/>
                  <a:pt x="7780287" y="553548"/>
                </a:cubicBezTo>
                <a:cubicBezTo>
                  <a:pt x="7780287" y="584495"/>
                  <a:pt x="7780286" y="615439"/>
                  <a:pt x="7780286" y="646385"/>
                </a:cubicBezTo>
                <a:lnTo>
                  <a:pt x="7772550" y="654121"/>
                </a:lnTo>
                <a:cubicBezTo>
                  <a:pt x="7768277" y="654121"/>
                  <a:pt x="7764813" y="650657"/>
                  <a:pt x="7764813" y="646384"/>
                </a:cubicBezTo>
                <a:lnTo>
                  <a:pt x="7764813" y="553548"/>
                </a:lnTo>
                <a:cubicBezTo>
                  <a:pt x="7764813" y="549275"/>
                  <a:pt x="7768277" y="545811"/>
                  <a:pt x="7772550" y="545811"/>
                </a:cubicBezTo>
                <a:close/>
                <a:moveTo>
                  <a:pt x="7694414" y="545811"/>
                </a:moveTo>
                <a:cubicBezTo>
                  <a:pt x="7724323" y="545811"/>
                  <a:pt x="7748569" y="570057"/>
                  <a:pt x="7748569" y="599966"/>
                </a:cubicBezTo>
                <a:cubicBezTo>
                  <a:pt x="7748569" y="629875"/>
                  <a:pt x="7724323" y="654121"/>
                  <a:pt x="7694414" y="654121"/>
                </a:cubicBezTo>
                <a:cubicBezTo>
                  <a:pt x="7664505" y="654121"/>
                  <a:pt x="7640259" y="629875"/>
                  <a:pt x="7640259" y="599966"/>
                </a:cubicBezTo>
                <a:cubicBezTo>
                  <a:pt x="7640259" y="570057"/>
                  <a:pt x="7664505" y="545811"/>
                  <a:pt x="7694414" y="545811"/>
                </a:cubicBezTo>
                <a:close/>
                <a:moveTo>
                  <a:pt x="7616278" y="545811"/>
                </a:moveTo>
                <a:cubicBezTo>
                  <a:pt x="7620551" y="545811"/>
                  <a:pt x="7624015" y="549275"/>
                  <a:pt x="7624015" y="553548"/>
                </a:cubicBezTo>
                <a:lnTo>
                  <a:pt x="7624015" y="646384"/>
                </a:lnTo>
                <a:cubicBezTo>
                  <a:pt x="7624015" y="650657"/>
                  <a:pt x="7620551" y="654121"/>
                  <a:pt x="7616278" y="654121"/>
                </a:cubicBezTo>
                <a:lnTo>
                  <a:pt x="7608542" y="646385"/>
                </a:lnTo>
                <a:cubicBezTo>
                  <a:pt x="7608542" y="615439"/>
                  <a:pt x="7608541" y="584494"/>
                  <a:pt x="7608541" y="553548"/>
                </a:cubicBezTo>
                <a:cubicBezTo>
                  <a:pt x="7608541" y="549275"/>
                  <a:pt x="7612005" y="545811"/>
                  <a:pt x="7616278" y="545811"/>
                </a:cubicBezTo>
                <a:close/>
                <a:moveTo>
                  <a:pt x="7538143" y="545811"/>
                </a:moveTo>
                <a:cubicBezTo>
                  <a:pt x="7568052" y="545811"/>
                  <a:pt x="7592298" y="570057"/>
                  <a:pt x="7592298" y="599966"/>
                </a:cubicBezTo>
                <a:cubicBezTo>
                  <a:pt x="7592298" y="629875"/>
                  <a:pt x="7568052" y="654121"/>
                  <a:pt x="7538143" y="654121"/>
                </a:cubicBezTo>
                <a:cubicBezTo>
                  <a:pt x="7508234" y="654121"/>
                  <a:pt x="7483988" y="629875"/>
                  <a:pt x="7483988" y="599966"/>
                </a:cubicBezTo>
                <a:cubicBezTo>
                  <a:pt x="7483988" y="570057"/>
                  <a:pt x="7508234" y="545811"/>
                  <a:pt x="7538143" y="545811"/>
                </a:cubicBezTo>
                <a:close/>
                <a:moveTo>
                  <a:pt x="7413589" y="545811"/>
                </a:moveTo>
                <a:cubicBezTo>
                  <a:pt x="7443498" y="545811"/>
                  <a:pt x="7467744" y="570057"/>
                  <a:pt x="7467744" y="599966"/>
                </a:cubicBezTo>
                <a:cubicBezTo>
                  <a:pt x="7467744" y="629875"/>
                  <a:pt x="7443498" y="654121"/>
                  <a:pt x="7413589" y="654121"/>
                </a:cubicBezTo>
                <a:cubicBezTo>
                  <a:pt x="7383680" y="654121"/>
                  <a:pt x="7359434" y="629875"/>
                  <a:pt x="7359434" y="599966"/>
                </a:cubicBezTo>
                <a:cubicBezTo>
                  <a:pt x="7359434" y="570057"/>
                  <a:pt x="7383680" y="545811"/>
                  <a:pt x="7413589" y="545811"/>
                </a:cubicBezTo>
                <a:close/>
                <a:moveTo>
                  <a:pt x="7335454" y="545811"/>
                </a:moveTo>
                <a:cubicBezTo>
                  <a:pt x="7339727" y="545811"/>
                  <a:pt x="7343191" y="549275"/>
                  <a:pt x="7343191" y="553548"/>
                </a:cubicBezTo>
                <a:lnTo>
                  <a:pt x="7343191" y="646384"/>
                </a:lnTo>
                <a:cubicBezTo>
                  <a:pt x="7343191" y="650657"/>
                  <a:pt x="7339727" y="654121"/>
                  <a:pt x="7335454" y="654121"/>
                </a:cubicBezTo>
                <a:lnTo>
                  <a:pt x="7327718" y="646385"/>
                </a:lnTo>
                <a:cubicBezTo>
                  <a:pt x="7327718" y="615439"/>
                  <a:pt x="7327717" y="584494"/>
                  <a:pt x="7327717" y="553548"/>
                </a:cubicBezTo>
                <a:cubicBezTo>
                  <a:pt x="7327717" y="549275"/>
                  <a:pt x="7331181" y="545811"/>
                  <a:pt x="7335454" y="545811"/>
                </a:cubicBezTo>
                <a:close/>
                <a:moveTo>
                  <a:pt x="7257319" y="545811"/>
                </a:moveTo>
                <a:cubicBezTo>
                  <a:pt x="7287228" y="545811"/>
                  <a:pt x="7311474" y="570057"/>
                  <a:pt x="7311474" y="599966"/>
                </a:cubicBezTo>
                <a:cubicBezTo>
                  <a:pt x="7311474" y="629875"/>
                  <a:pt x="7287228" y="654121"/>
                  <a:pt x="7257319" y="654121"/>
                </a:cubicBezTo>
                <a:cubicBezTo>
                  <a:pt x="7227410" y="654121"/>
                  <a:pt x="7203164" y="629875"/>
                  <a:pt x="7203164" y="599966"/>
                </a:cubicBezTo>
                <a:cubicBezTo>
                  <a:pt x="7203164" y="570057"/>
                  <a:pt x="7227410" y="545811"/>
                  <a:pt x="7257319" y="545811"/>
                </a:cubicBezTo>
                <a:close/>
                <a:moveTo>
                  <a:pt x="7129359" y="545811"/>
                </a:moveTo>
                <a:cubicBezTo>
                  <a:pt x="7159268" y="545811"/>
                  <a:pt x="7183514" y="570057"/>
                  <a:pt x="7183514" y="599966"/>
                </a:cubicBezTo>
                <a:cubicBezTo>
                  <a:pt x="7183514" y="629875"/>
                  <a:pt x="7159268" y="654121"/>
                  <a:pt x="7129359" y="654121"/>
                </a:cubicBezTo>
                <a:cubicBezTo>
                  <a:pt x="7099450" y="654121"/>
                  <a:pt x="7075204" y="629875"/>
                  <a:pt x="7075204" y="599966"/>
                </a:cubicBezTo>
                <a:cubicBezTo>
                  <a:pt x="7075204" y="570057"/>
                  <a:pt x="7099450" y="545811"/>
                  <a:pt x="7129359" y="545811"/>
                </a:cubicBezTo>
                <a:close/>
                <a:moveTo>
                  <a:pt x="7051222" y="545811"/>
                </a:moveTo>
                <a:cubicBezTo>
                  <a:pt x="7055495" y="545811"/>
                  <a:pt x="7058959" y="549275"/>
                  <a:pt x="7058959" y="553548"/>
                </a:cubicBezTo>
                <a:cubicBezTo>
                  <a:pt x="7058959" y="584494"/>
                  <a:pt x="7058958" y="615439"/>
                  <a:pt x="7058958" y="646385"/>
                </a:cubicBezTo>
                <a:lnTo>
                  <a:pt x="7051222" y="654121"/>
                </a:lnTo>
                <a:cubicBezTo>
                  <a:pt x="7046949" y="654121"/>
                  <a:pt x="7043485" y="650657"/>
                  <a:pt x="7043485" y="646384"/>
                </a:cubicBezTo>
                <a:lnTo>
                  <a:pt x="7043485" y="553548"/>
                </a:lnTo>
                <a:cubicBezTo>
                  <a:pt x="7043485" y="549275"/>
                  <a:pt x="7046949" y="545811"/>
                  <a:pt x="7051222" y="545811"/>
                </a:cubicBezTo>
                <a:close/>
                <a:moveTo>
                  <a:pt x="6973087" y="545811"/>
                </a:moveTo>
                <a:cubicBezTo>
                  <a:pt x="7002996" y="545811"/>
                  <a:pt x="7027242" y="570057"/>
                  <a:pt x="7027242" y="599966"/>
                </a:cubicBezTo>
                <a:cubicBezTo>
                  <a:pt x="7027242" y="629875"/>
                  <a:pt x="7002996" y="654121"/>
                  <a:pt x="6973087" y="654121"/>
                </a:cubicBezTo>
                <a:cubicBezTo>
                  <a:pt x="6943178" y="654121"/>
                  <a:pt x="6918932" y="629875"/>
                  <a:pt x="6918932" y="599966"/>
                </a:cubicBezTo>
                <a:cubicBezTo>
                  <a:pt x="6918932" y="570057"/>
                  <a:pt x="6943178" y="545811"/>
                  <a:pt x="6973087" y="545811"/>
                </a:cubicBezTo>
                <a:close/>
                <a:moveTo>
                  <a:pt x="6848533" y="545811"/>
                </a:moveTo>
                <a:cubicBezTo>
                  <a:pt x="6878442" y="545811"/>
                  <a:pt x="6902688" y="570057"/>
                  <a:pt x="6902688" y="599966"/>
                </a:cubicBezTo>
                <a:cubicBezTo>
                  <a:pt x="6902688" y="629875"/>
                  <a:pt x="6878442" y="654121"/>
                  <a:pt x="6848533" y="654121"/>
                </a:cubicBezTo>
                <a:cubicBezTo>
                  <a:pt x="6818624" y="654121"/>
                  <a:pt x="6794378" y="629875"/>
                  <a:pt x="6794378" y="599966"/>
                </a:cubicBezTo>
                <a:cubicBezTo>
                  <a:pt x="6794378" y="570057"/>
                  <a:pt x="6818624" y="545811"/>
                  <a:pt x="6848533" y="545811"/>
                </a:cubicBezTo>
                <a:close/>
                <a:moveTo>
                  <a:pt x="6770398" y="545811"/>
                </a:moveTo>
                <a:cubicBezTo>
                  <a:pt x="6774671" y="545811"/>
                  <a:pt x="6778135" y="549275"/>
                  <a:pt x="6778135" y="553548"/>
                </a:cubicBezTo>
                <a:cubicBezTo>
                  <a:pt x="6778135" y="584494"/>
                  <a:pt x="6778134" y="615439"/>
                  <a:pt x="6778134" y="646385"/>
                </a:cubicBezTo>
                <a:lnTo>
                  <a:pt x="6770398" y="654121"/>
                </a:lnTo>
                <a:cubicBezTo>
                  <a:pt x="6766125" y="654121"/>
                  <a:pt x="6762661" y="650657"/>
                  <a:pt x="6762661" y="646384"/>
                </a:cubicBezTo>
                <a:lnTo>
                  <a:pt x="6762661" y="553548"/>
                </a:lnTo>
                <a:cubicBezTo>
                  <a:pt x="6762661" y="549275"/>
                  <a:pt x="6766125" y="545811"/>
                  <a:pt x="6770398" y="545811"/>
                </a:cubicBezTo>
                <a:close/>
                <a:moveTo>
                  <a:pt x="6692262" y="545811"/>
                </a:moveTo>
                <a:cubicBezTo>
                  <a:pt x="6722171" y="545811"/>
                  <a:pt x="6746417" y="570057"/>
                  <a:pt x="6746417" y="599966"/>
                </a:cubicBezTo>
                <a:cubicBezTo>
                  <a:pt x="6746417" y="629875"/>
                  <a:pt x="6722171" y="654121"/>
                  <a:pt x="6692262" y="654121"/>
                </a:cubicBezTo>
                <a:cubicBezTo>
                  <a:pt x="6662353" y="654121"/>
                  <a:pt x="6638107" y="629875"/>
                  <a:pt x="6638107" y="599966"/>
                </a:cubicBezTo>
                <a:cubicBezTo>
                  <a:pt x="6638107" y="570057"/>
                  <a:pt x="6662353" y="545811"/>
                  <a:pt x="6692262" y="545811"/>
                </a:cubicBezTo>
                <a:close/>
                <a:moveTo>
                  <a:pt x="6614127" y="545811"/>
                </a:moveTo>
                <a:cubicBezTo>
                  <a:pt x="6618400" y="545811"/>
                  <a:pt x="6621864" y="549275"/>
                  <a:pt x="6621864" y="553548"/>
                </a:cubicBezTo>
                <a:lnTo>
                  <a:pt x="6621864" y="646384"/>
                </a:lnTo>
                <a:cubicBezTo>
                  <a:pt x="6621864" y="650657"/>
                  <a:pt x="6618400" y="654121"/>
                  <a:pt x="6614127" y="654121"/>
                </a:cubicBezTo>
                <a:lnTo>
                  <a:pt x="6606391" y="646385"/>
                </a:lnTo>
                <a:cubicBezTo>
                  <a:pt x="6606391" y="615439"/>
                  <a:pt x="6606390" y="584494"/>
                  <a:pt x="6606390" y="553548"/>
                </a:cubicBezTo>
                <a:cubicBezTo>
                  <a:pt x="6606390" y="549275"/>
                  <a:pt x="6609854" y="545811"/>
                  <a:pt x="6614127" y="545811"/>
                </a:cubicBezTo>
                <a:close/>
                <a:moveTo>
                  <a:pt x="6582410" y="545811"/>
                </a:moveTo>
                <a:cubicBezTo>
                  <a:pt x="6586683" y="545811"/>
                  <a:pt x="6590147" y="549275"/>
                  <a:pt x="6590147" y="553548"/>
                </a:cubicBezTo>
                <a:lnTo>
                  <a:pt x="6590147" y="646384"/>
                </a:lnTo>
                <a:cubicBezTo>
                  <a:pt x="6590147" y="650657"/>
                  <a:pt x="6586683" y="654121"/>
                  <a:pt x="6582410" y="654121"/>
                </a:cubicBezTo>
                <a:lnTo>
                  <a:pt x="6574674" y="646385"/>
                </a:lnTo>
                <a:cubicBezTo>
                  <a:pt x="6574674" y="615439"/>
                  <a:pt x="6574673" y="584494"/>
                  <a:pt x="6574673" y="553548"/>
                </a:cubicBezTo>
                <a:cubicBezTo>
                  <a:pt x="6574673" y="549275"/>
                  <a:pt x="6578137" y="545811"/>
                  <a:pt x="6582410" y="545811"/>
                </a:cubicBezTo>
                <a:close/>
                <a:moveTo>
                  <a:pt x="6504275" y="545811"/>
                </a:moveTo>
                <a:cubicBezTo>
                  <a:pt x="6534184" y="545811"/>
                  <a:pt x="6558430" y="570057"/>
                  <a:pt x="6558430" y="599966"/>
                </a:cubicBezTo>
                <a:cubicBezTo>
                  <a:pt x="6558430" y="629875"/>
                  <a:pt x="6534184" y="654121"/>
                  <a:pt x="6504275" y="654121"/>
                </a:cubicBezTo>
                <a:cubicBezTo>
                  <a:pt x="6474366" y="654121"/>
                  <a:pt x="6450120" y="629875"/>
                  <a:pt x="6450120" y="599966"/>
                </a:cubicBezTo>
                <a:cubicBezTo>
                  <a:pt x="6450120" y="570057"/>
                  <a:pt x="6474366" y="545811"/>
                  <a:pt x="6504275" y="545811"/>
                </a:cubicBezTo>
                <a:close/>
                <a:moveTo>
                  <a:pt x="6426140" y="545811"/>
                </a:moveTo>
                <a:cubicBezTo>
                  <a:pt x="6430413" y="545811"/>
                  <a:pt x="6433877" y="549275"/>
                  <a:pt x="6433877" y="553548"/>
                </a:cubicBezTo>
                <a:lnTo>
                  <a:pt x="6433877" y="646384"/>
                </a:lnTo>
                <a:cubicBezTo>
                  <a:pt x="6433877" y="650657"/>
                  <a:pt x="6430413" y="654121"/>
                  <a:pt x="6426140" y="654121"/>
                </a:cubicBezTo>
                <a:lnTo>
                  <a:pt x="6418404" y="646385"/>
                </a:lnTo>
                <a:cubicBezTo>
                  <a:pt x="6418404" y="615439"/>
                  <a:pt x="6418403" y="584494"/>
                  <a:pt x="6418403" y="553548"/>
                </a:cubicBezTo>
                <a:cubicBezTo>
                  <a:pt x="6418403" y="549275"/>
                  <a:pt x="6421867" y="545811"/>
                  <a:pt x="6426140" y="545811"/>
                </a:cubicBezTo>
                <a:close/>
                <a:moveTo>
                  <a:pt x="6348005" y="545811"/>
                </a:moveTo>
                <a:cubicBezTo>
                  <a:pt x="6377914" y="545811"/>
                  <a:pt x="6402160" y="570057"/>
                  <a:pt x="6402160" y="599966"/>
                </a:cubicBezTo>
                <a:cubicBezTo>
                  <a:pt x="6402160" y="629875"/>
                  <a:pt x="6377914" y="654121"/>
                  <a:pt x="6348005" y="654121"/>
                </a:cubicBezTo>
                <a:cubicBezTo>
                  <a:pt x="6318096" y="654121"/>
                  <a:pt x="6293850" y="629875"/>
                  <a:pt x="6293850" y="599966"/>
                </a:cubicBezTo>
                <a:cubicBezTo>
                  <a:pt x="6293850" y="570057"/>
                  <a:pt x="6318096" y="545811"/>
                  <a:pt x="6348005" y="545811"/>
                </a:cubicBezTo>
                <a:close/>
                <a:moveTo>
                  <a:pt x="6269869" y="545811"/>
                </a:moveTo>
                <a:cubicBezTo>
                  <a:pt x="6274142" y="545811"/>
                  <a:pt x="6277606" y="549275"/>
                  <a:pt x="6277606" y="553548"/>
                </a:cubicBezTo>
                <a:lnTo>
                  <a:pt x="6277606" y="646384"/>
                </a:lnTo>
                <a:cubicBezTo>
                  <a:pt x="6277606" y="650657"/>
                  <a:pt x="6274142" y="654121"/>
                  <a:pt x="6269869" y="654121"/>
                </a:cubicBezTo>
                <a:lnTo>
                  <a:pt x="6262133" y="646385"/>
                </a:lnTo>
                <a:cubicBezTo>
                  <a:pt x="6262133" y="615439"/>
                  <a:pt x="6262132" y="584494"/>
                  <a:pt x="6262132" y="553548"/>
                </a:cubicBezTo>
                <a:cubicBezTo>
                  <a:pt x="6262132" y="549275"/>
                  <a:pt x="6265596" y="545811"/>
                  <a:pt x="6269869" y="545811"/>
                </a:cubicBezTo>
                <a:close/>
                <a:moveTo>
                  <a:pt x="6238153" y="545811"/>
                </a:moveTo>
                <a:cubicBezTo>
                  <a:pt x="6242426" y="545811"/>
                  <a:pt x="6245890" y="549275"/>
                  <a:pt x="6245890" y="553548"/>
                </a:cubicBezTo>
                <a:lnTo>
                  <a:pt x="6245890" y="646384"/>
                </a:lnTo>
                <a:cubicBezTo>
                  <a:pt x="6245890" y="650657"/>
                  <a:pt x="6242426" y="654121"/>
                  <a:pt x="6238153" y="654121"/>
                </a:cubicBezTo>
                <a:lnTo>
                  <a:pt x="6230417" y="646385"/>
                </a:lnTo>
                <a:cubicBezTo>
                  <a:pt x="6230417" y="615439"/>
                  <a:pt x="6230416" y="584494"/>
                  <a:pt x="6230416" y="553548"/>
                </a:cubicBezTo>
                <a:cubicBezTo>
                  <a:pt x="6230416" y="549275"/>
                  <a:pt x="6233880" y="545811"/>
                  <a:pt x="6238153" y="545811"/>
                </a:cubicBezTo>
                <a:close/>
                <a:moveTo>
                  <a:pt x="6160018" y="545811"/>
                </a:moveTo>
                <a:cubicBezTo>
                  <a:pt x="6189927" y="545811"/>
                  <a:pt x="6214173" y="570057"/>
                  <a:pt x="6214173" y="599966"/>
                </a:cubicBezTo>
                <a:cubicBezTo>
                  <a:pt x="6214173" y="629875"/>
                  <a:pt x="6189927" y="654121"/>
                  <a:pt x="6160018" y="654121"/>
                </a:cubicBezTo>
                <a:cubicBezTo>
                  <a:pt x="6130109" y="654121"/>
                  <a:pt x="6105863" y="629875"/>
                  <a:pt x="6105863" y="599966"/>
                </a:cubicBezTo>
                <a:cubicBezTo>
                  <a:pt x="6105863" y="570057"/>
                  <a:pt x="6130109" y="545811"/>
                  <a:pt x="6160018" y="545811"/>
                </a:cubicBezTo>
                <a:close/>
                <a:moveTo>
                  <a:pt x="6035464" y="545811"/>
                </a:moveTo>
                <a:cubicBezTo>
                  <a:pt x="6065373" y="545811"/>
                  <a:pt x="6089619" y="570057"/>
                  <a:pt x="6089619" y="599966"/>
                </a:cubicBezTo>
                <a:cubicBezTo>
                  <a:pt x="6089619" y="629875"/>
                  <a:pt x="6065373" y="654121"/>
                  <a:pt x="6035464" y="654121"/>
                </a:cubicBezTo>
                <a:cubicBezTo>
                  <a:pt x="6005555" y="654121"/>
                  <a:pt x="5981309" y="629875"/>
                  <a:pt x="5981309" y="599966"/>
                </a:cubicBezTo>
                <a:cubicBezTo>
                  <a:pt x="5981309" y="570057"/>
                  <a:pt x="6005555" y="545811"/>
                  <a:pt x="6035464" y="545811"/>
                </a:cubicBezTo>
                <a:close/>
                <a:moveTo>
                  <a:pt x="5910910" y="545811"/>
                </a:moveTo>
                <a:cubicBezTo>
                  <a:pt x="5940819" y="545811"/>
                  <a:pt x="5965065" y="570057"/>
                  <a:pt x="5965065" y="599966"/>
                </a:cubicBezTo>
                <a:cubicBezTo>
                  <a:pt x="5965065" y="629875"/>
                  <a:pt x="5940819" y="654121"/>
                  <a:pt x="5910910" y="654121"/>
                </a:cubicBezTo>
                <a:cubicBezTo>
                  <a:pt x="5881001" y="654121"/>
                  <a:pt x="5856755" y="629875"/>
                  <a:pt x="5856755" y="599966"/>
                </a:cubicBezTo>
                <a:cubicBezTo>
                  <a:pt x="5856755" y="570057"/>
                  <a:pt x="5881001" y="545811"/>
                  <a:pt x="5910910" y="545811"/>
                </a:cubicBezTo>
                <a:close/>
                <a:moveTo>
                  <a:pt x="5832776" y="545811"/>
                </a:moveTo>
                <a:cubicBezTo>
                  <a:pt x="5837049" y="545811"/>
                  <a:pt x="5840513" y="549275"/>
                  <a:pt x="5840513" y="553548"/>
                </a:cubicBezTo>
                <a:cubicBezTo>
                  <a:pt x="5840513" y="584494"/>
                  <a:pt x="5840512" y="615439"/>
                  <a:pt x="5840512" y="646385"/>
                </a:cubicBezTo>
                <a:lnTo>
                  <a:pt x="5832776" y="654121"/>
                </a:lnTo>
                <a:cubicBezTo>
                  <a:pt x="5828503" y="654121"/>
                  <a:pt x="5825039" y="650657"/>
                  <a:pt x="5825039" y="646384"/>
                </a:cubicBezTo>
                <a:lnTo>
                  <a:pt x="5825039" y="553548"/>
                </a:lnTo>
                <a:cubicBezTo>
                  <a:pt x="5825039" y="549275"/>
                  <a:pt x="5828503" y="545811"/>
                  <a:pt x="5832776" y="545811"/>
                </a:cubicBezTo>
                <a:close/>
                <a:moveTo>
                  <a:pt x="5754640" y="545811"/>
                </a:moveTo>
                <a:cubicBezTo>
                  <a:pt x="5784549" y="545811"/>
                  <a:pt x="5808795" y="570057"/>
                  <a:pt x="5808795" y="599966"/>
                </a:cubicBezTo>
                <a:cubicBezTo>
                  <a:pt x="5808795" y="629875"/>
                  <a:pt x="5784549" y="654121"/>
                  <a:pt x="5754640" y="654121"/>
                </a:cubicBezTo>
                <a:cubicBezTo>
                  <a:pt x="5724731" y="654121"/>
                  <a:pt x="5700485" y="629875"/>
                  <a:pt x="5700485" y="599966"/>
                </a:cubicBezTo>
                <a:cubicBezTo>
                  <a:pt x="5700485" y="570057"/>
                  <a:pt x="5724731" y="545811"/>
                  <a:pt x="5754640" y="545811"/>
                </a:cubicBezTo>
                <a:close/>
                <a:moveTo>
                  <a:pt x="5630086" y="545811"/>
                </a:moveTo>
                <a:cubicBezTo>
                  <a:pt x="5659995" y="545811"/>
                  <a:pt x="5684241" y="570057"/>
                  <a:pt x="5684241" y="599966"/>
                </a:cubicBezTo>
                <a:cubicBezTo>
                  <a:pt x="5684241" y="629875"/>
                  <a:pt x="5659995" y="654121"/>
                  <a:pt x="5630086" y="654121"/>
                </a:cubicBezTo>
                <a:cubicBezTo>
                  <a:pt x="5600177" y="654121"/>
                  <a:pt x="5575931" y="629875"/>
                  <a:pt x="5575931" y="599966"/>
                </a:cubicBezTo>
                <a:cubicBezTo>
                  <a:pt x="5575931" y="570057"/>
                  <a:pt x="5600177" y="545811"/>
                  <a:pt x="5630086" y="545811"/>
                </a:cubicBezTo>
                <a:close/>
                <a:moveTo>
                  <a:pt x="5551951" y="545811"/>
                </a:moveTo>
                <a:cubicBezTo>
                  <a:pt x="5556224" y="545811"/>
                  <a:pt x="5559688" y="549275"/>
                  <a:pt x="5559688" y="553548"/>
                </a:cubicBezTo>
                <a:cubicBezTo>
                  <a:pt x="5559688" y="584494"/>
                  <a:pt x="5559687" y="615439"/>
                  <a:pt x="5559687" y="646385"/>
                </a:cubicBezTo>
                <a:lnTo>
                  <a:pt x="5551951" y="654121"/>
                </a:lnTo>
                <a:cubicBezTo>
                  <a:pt x="5547678" y="654121"/>
                  <a:pt x="5544214" y="650657"/>
                  <a:pt x="5544214" y="646384"/>
                </a:cubicBezTo>
                <a:lnTo>
                  <a:pt x="5544214" y="553548"/>
                </a:lnTo>
                <a:cubicBezTo>
                  <a:pt x="5544214" y="549275"/>
                  <a:pt x="5547678" y="545811"/>
                  <a:pt x="5551951" y="545811"/>
                </a:cubicBezTo>
                <a:close/>
                <a:moveTo>
                  <a:pt x="5473815" y="545811"/>
                </a:moveTo>
                <a:cubicBezTo>
                  <a:pt x="5503724" y="545811"/>
                  <a:pt x="5527970" y="570057"/>
                  <a:pt x="5527970" y="599966"/>
                </a:cubicBezTo>
                <a:cubicBezTo>
                  <a:pt x="5527970" y="629875"/>
                  <a:pt x="5503724" y="654121"/>
                  <a:pt x="5473815" y="654121"/>
                </a:cubicBezTo>
                <a:cubicBezTo>
                  <a:pt x="5443906" y="654121"/>
                  <a:pt x="5419660" y="629875"/>
                  <a:pt x="5419660" y="599966"/>
                </a:cubicBezTo>
                <a:cubicBezTo>
                  <a:pt x="5419660" y="570057"/>
                  <a:pt x="5443906" y="545811"/>
                  <a:pt x="5473815" y="545811"/>
                </a:cubicBezTo>
                <a:close/>
                <a:moveTo>
                  <a:pt x="5395680" y="545811"/>
                </a:moveTo>
                <a:cubicBezTo>
                  <a:pt x="5399953" y="545811"/>
                  <a:pt x="5403417" y="549275"/>
                  <a:pt x="5403417" y="553548"/>
                </a:cubicBezTo>
                <a:lnTo>
                  <a:pt x="5403417" y="646384"/>
                </a:lnTo>
                <a:cubicBezTo>
                  <a:pt x="5403417" y="650657"/>
                  <a:pt x="5399953" y="654121"/>
                  <a:pt x="5395680" y="654121"/>
                </a:cubicBezTo>
                <a:lnTo>
                  <a:pt x="5387944" y="646385"/>
                </a:lnTo>
                <a:cubicBezTo>
                  <a:pt x="5387944" y="615439"/>
                  <a:pt x="5387943" y="584494"/>
                  <a:pt x="5387943" y="553548"/>
                </a:cubicBezTo>
                <a:cubicBezTo>
                  <a:pt x="5387943" y="549275"/>
                  <a:pt x="5391407" y="545811"/>
                  <a:pt x="5395680" y="545811"/>
                </a:cubicBezTo>
                <a:close/>
                <a:moveTo>
                  <a:pt x="5317545" y="545811"/>
                </a:moveTo>
                <a:cubicBezTo>
                  <a:pt x="5347454" y="545811"/>
                  <a:pt x="5371700" y="570057"/>
                  <a:pt x="5371700" y="599966"/>
                </a:cubicBezTo>
                <a:cubicBezTo>
                  <a:pt x="5371700" y="629875"/>
                  <a:pt x="5347454" y="654121"/>
                  <a:pt x="5317545" y="654121"/>
                </a:cubicBezTo>
                <a:cubicBezTo>
                  <a:pt x="5287636" y="654121"/>
                  <a:pt x="5263390" y="629875"/>
                  <a:pt x="5263390" y="599966"/>
                </a:cubicBezTo>
                <a:cubicBezTo>
                  <a:pt x="5263390" y="570057"/>
                  <a:pt x="5287636" y="545811"/>
                  <a:pt x="5317545" y="545811"/>
                </a:cubicBezTo>
                <a:close/>
                <a:moveTo>
                  <a:pt x="5239409" y="545811"/>
                </a:moveTo>
                <a:cubicBezTo>
                  <a:pt x="5243682" y="545811"/>
                  <a:pt x="5247146" y="549275"/>
                  <a:pt x="5247146" y="553548"/>
                </a:cubicBezTo>
                <a:lnTo>
                  <a:pt x="5247146" y="646384"/>
                </a:lnTo>
                <a:cubicBezTo>
                  <a:pt x="5247146" y="650657"/>
                  <a:pt x="5243682" y="654121"/>
                  <a:pt x="5239409" y="654121"/>
                </a:cubicBezTo>
                <a:lnTo>
                  <a:pt x="5231673" y="646385"/>
                </a:lnTo>
                <a:cubicBezTo>
                  <a:pt x="5231673" y="615439"/>
                  <a:pt x="5231672" y="584494"/>
                  <a:pt x="5231672" y="553548"/>
                </a:cubicBezTo>
                <a:cubicBezTo>
                  <a:pt x="5231672" y="549275"/>
                  <a:pt x="5235136" y="545811"/>
                  <a:pt x="5239409" y="545811"/>
                </a:cubicBezTo>
                <a:close/>
                <a:moveTo>
                  <a:pt x="5207693" y="545811"/>
                </a:moveTo>
                <a:cubicBezTo>
                  <a:pt x="5211966" y="545811"/>
                  <a:pt x="5215430" y="549275"/>
                  <a:pt x="5215430" y="553548"/>
                </a:cubicBezTo>
                <a:lnTo>
                  <a:pt x="5215430" y="646384"/>
                </a:lnTo>
                <a:cubicBezTo>
                  <a:pt x="5215430" y="650657"/>
                  <a:pt x="5211966" y="654121"/>
                  <a:pt x="5207693" y="654121"/>
                </a:cubicBezTo>
                <a:lnTo>
                  <a:pt x="5199957" y="646385"/>
                </a:lnTo>
                <a:cubicBezTo>
                  <a:pt x="5199957" y="615439"/>
                  <a:pt x="5199956" y="584494"/>
                  <a:pt x="5199956" y="553548"/>
                </a:cubicBezTo>
                <a:cubicBezTo>
                  <a:pt x="5199956" y="549275"/>
                  <a:pt x="5203420" y="545811"/>
                  <a:pt x="5207693" y="545811"/>
                </a:cubicBezTo>
                <a:close/>
                <a:moveTo>
                  <a:pt x="5129558" y="545811"/>
                </a:moveTo>
                <a:cubicBezTo>
                  <a:pt x="5159467" y="545811"/>
                  <a:pt x="5183713" y="570057"/>
                  <a:pt x="5183713" y="599966"/>
                </a:cubicBezTo>
                <a:cubicBezTo>
                  <a:pt x="5183713" y="629875"/>
                  <a:pt x="5159467" y="654121"/>
                  <a:pt x="5129558" y="654121"/>
                </a:cubicBezTo>
                <a:cubicBezTo>
                  <a:pt x="5099649" y="654121"/>
                  <a:pt x="5075403" y="629875"/>
                  <a:pt x="5075403" y="599966"/>
                </a:cubicBezTo>
                <a:cubicBezTo>
                  <a:pt x="5075403" y="570057"/>
                  <a:pt x="5099649" y="545811"/>
                  <a:pt x="5129558" y="545811"/>
                </a:cubicBezTo>
                <a:close/>
                <a:moveTo>
                  <a:pt x="5051422" y="545811"/>
                </a:moveTo>
                <a:cubicBezTo>
                  <a:pt x="5055695" y="545811"/>
                  <a:pt x="5059159" y="549275"/>
                  <a:pt x="5059159" y="553548"/>
                </a:cubicBezTo>
                <a:lnTo>
                  <a:pt x="5059159" y="646384"/>
                </a:lnTo>
                <a:cubicBezTo>
                  <a:pt x="5059159" y="650657"/>
                  <a:pt x="5055695" y="654121"/>
                  <a:pt x="5051422" y="654121"/>
                </a:cubicBezTo>
                <a:lnTo>
                  <a:pt x="5043686" y="646385"/>
                </a:lnTo>
                <a:cubicBezTo>
                  <a:pt x="5043686" y="615439"/>
                  <a:pt x="5043685" y="584494"/>
                  <a:pt x="5043685" y="553548"/>
                </a:cubicBezTo>
                <a:cubicBezTo>
                  <a:pt x="5043685" y="549275"/>
                  <a:pt x="5047149" y="545811"/>
                  <a:pt x="5051422" y="545811"/>
                </a:cubicBezTo>
                <a:close/>
                <a:moveTo>
                  <a:pt x="5019706" y="545811"/>
                </a:moveTo>
                <a:cubicBezTo>
                  <a:pt x="5023979" y="545811"/>
                  <a:pt x="5027443" y="549275"/>
                  <a:pt x="5027443" y="553548"/>
                </a:cubicBezTo>
                <a:lnTo>
                  <a:pt x="5027443" y="646384"/>
                </a:lnTo>
                <a:cubicBezTo>
                  <a:pt x="5027443" y="650657"/>
                  <a:pt x="5023979" y="654121"/>
                  <a:pt x="5019706" y="654121"/>
                </a:cubicBezTo>
                <a:lnTo>
                  <a:pt x="5011970" y="646385"/>
                </a:lnTo>
                <a:cubicBezTo>
                  <a:pt x="5011970" y="615439"/>
                  <a:pt x="5011969" y="584494"/>
                  <a:pt x="5011969" y="553548"/>
                </a:cubicBezTo>
                <a:cubicBezTo>
                  <a:pt x="5011969" y="549275"/>
                  <a:pt x="5015433" y="545811"/>
                  <a:pt x="5019706" y="545811"/>
                </a:cubicBezTo>
                <a:close/>
                <a:moveTo>
                  <a:pt x="4941571" y="545811"/>
                </a:moveTo>
                <a:cubicBezTo>
                  <a:pt x="4971480" y="545811"/>
                  <a:pt x="4995726" y="570057"/>
                  <a:pt x="4995726" y="599966"/>
                </a:cubicBezTo>
                <a:cubicBezTo>
                  <a:pt x="4995726" y="629875"/>
                  <a:pt x="4971480" y="654121"/>
                  <a:pt x="4941571" y="654121"/>
                </a:cubicBezTo>
                <a:cubicBezTo>
                  <a:pt x="4911662" y="654121"/>
                  <a:pt x="4887416" y="629875"/>
                  <a:pt x="4887416" y="599966"/>
                </a:cubicBezTo>
                <a:cubicBezTo>
                  <a:pt x="4887416" y="570057"/>
                  <a:pt x="4911662" y="545811"/>
                  <a:pt x="4941571" y="545811"/>
                </a:cubicBezTo>
                <a:close/>
                <a:moveTo>
                  <a:pt x="4817017" y="545811"/>
                </a:moveTo>
                <a:cubicBezTo>
                  <a:pt x="4846926" y="545811"/>
                  <a:pt x="4871172" y="570057"/>
                  <a:pt x="4871172" y="599966"/>
                </a:cubicBezTo>
                <a:cubicBezTo>
                  <a:pt x="4871172" y="629875"/>
                  <a:pt x="4846926" y="654121"/>
                  <a:pt x="4817017" y="654121"/>
                </a:cubicBezTo>
                <a:cubicBezTo>
                  <a:pt x="4787108" y="654121"/>
                  <a:pt x="4762862" y="629875"/>
                  <a:pt x="4762862" y="599966"/>
                </a:cubicBezTo>
                <a:cubicBezTo>
                  <a:pt x="4762862" y="570057"/>
                  <a:pt x="4787108" y="545811"/>
                  <a:pt x="4817017" y="545811"/>
                </a:cubicBezTo>
                <a:close/>
                <a:moveTo>
                  <a:pt x="4692463" y="545811"/>
                </a:moveTo>
                <a:cubicBezTo>
                  <a:pt x="4722372" y="545811"/>
                  <a:pt x="4746618" y="570057"/>
                  <a:pt x="4746618" y="599966"/>
                </a:cubicBezTo>
                <a:cubicBezTo>
                  <a:pt x="4746618" y="629875"/>
                  <a:pt x="4722372" y="654121"/>
                  <a:pt x="4692463" y="654121"/>
                </a:cubicBezTo>
                <a:cubicBezTo>
                  <a:pt x="4662554" y="654121"/>
                  <a:pt x="4638308" y="629875"/>
                  <a:pt x="4638308" y="599966"/>
                </a:cubicBezTo>
                <a:cubicBezTo>
                  <a:pt x="4638308" y="570057"/>
                  <a:pt x="4662554" y="545811"/>
                  <a:pt x="4692463" y="545811"/>
                </a:cubicBezTo>
                <a:close/>
                <a:moveTo>
                  <a:pt x="4567909" y="545811"/>
                </a:moveTo>
                <a:cubicBezTo>
                  <a:pt x="4597818" y="545811"/>
                  <a:pt x="4622064" y="570057"/>
                  <a:pt x="4622064" y="599966"/>
                </a:cubicBezTo>
                <a:cubicBezTo>
                  <a:pt x="4622064" y="629875"/>
                  <a:pt x="4597818" y="654121"/>
                  <a:pt x="4567909" y="654121"/>
                </a:cubicBezTo>
                <a:cubicBezTo>
                  <a:pt x="4538000" y="654121"/>
                  <a:pt x="4513754" y="629875"/>
                  <a:pt x="4513754" y="599966"/>
                </a:cubicBezTo>
                <a:cubicBezTo>
                  <a:pt x="4513754" y="570057"/>
                  <a:pt x="4538000" y="545811"/>
                  <a:pt x="4567909" y="545811"/>
                </a:cubicBezTo>
                <a:close/>
                <a:moveTo>
                  <a:pt x="4489775" y="545811"/>
                </a:moveTo>
                <a:cubicBezTo>
                  <a:pt x="4494048" y="545811"/>
                  <a:pt x="4497512" y="549275"/>
                  <a:pt x="4497512" y="553548"/>
                </a:cubicBezTo>
                <a:cubicBezTo>
                  <a:pt x="4497512" y="584494"/>
                  <a:pt x="4497511" y="615439"/>
                  <a:pt x="4497511" y="646385"/>
                </a:cubicBezTo>
                <a:lnTo>
                  <a:pt x="4489775" y="654121"/>
                </a:lnTo>
                <a:cubicBezTo>
                  <a:pt x="4485502" y="654121"/>
                  <a:pt x="4482038" y="650657"/>
                  <a:pt x="4482038" y="646384"/>
                </a:cubicBezTo>
                <a:lnTo>
                  <a:pt x="4482038" y="553548"/>
                </a:lnTo>
                <a:cubicBezTo>
                  <a:pt x="4482038" y="549275"/>
                  <a:pt x="4485502" y="545811"/>
                  <a:pt x="4489775" y="545811"/>
                </a:cubicBezTo>
                <a:close/>
                <a:moveTo>
                  <a:pt x="4458058" y="545811"/>
                </a:moveTo>
                <a:cubicBezTo>
                  <a:pt x="4462331" y="545811"/>
                  <a:pt x="4465795" y="549275"/>
                  <a:pt x="4465795" y="553548"/>
                </a:cubicBezTo>
                <a:cubicBezTo>
                  <a:pt x="4465795" y="584494"/>
                  <a:pt x="4465794" y="615439"/>
                  <a:pt x="4465794" y="646385"/>
                </a:cubicBezTo>
                <a:lnTo>
                  <a:pt x="4458058" y="654121"/>
                </a:lnTo>
                <a:cubicBezTo>
                  <a:pt x="4453785" y="654121"/>
                  <a:pt x="4450321" y="650657"/>
                  <a:pt x="4450321" y="646384"/>
                </a:cubicBezTo>
                <a:lnTo>
                  <a:pt x="4450321" y="553548"/>
                </a:lnTo>
                <a:cubicBezTo>
                  <a:pt x="4450321" y="549275"/>
                  <a:pt x="4453785" y="545811"/>
                  <a:pt x="4458058" y="545811"/>
                </a:cubicBezTo>
                <a:close/>
                <a:moveTo>
                  <a:pt x="4379922" y="545811"/>
                </a:moveTo>
                <a:cubicBezTo>
                  <a:pt x="4409831" y="545811"/>
                  <a:pt x="4434077" y="570057"/>
                  <a:pt x="4434077" y="599966"/>
                </a:cubicBezTo>
                <a:cubicBezTo>
                  <a:pt x="4434077" y="629875"/>
                  <a:pt x="4409831" y="654121"/>
                  <a:pt x="4379922" y="654121"/>
                </a:cubicBezTo>
                <a:cubicBezTo>
                  <a:pt x="4350013" y="654121"/>
                  <a:pt x="4325767" y="629875"/>
                  <a:pt x="4325767" y="599966"/>
                </a:cubicBezTo>
                <a:cubicBezTo>
                  <a:pt x="4325767" y="570057"/>
                  <a:pt x="4350013" y="545811"/>
                  <a:pt x="4379922" y="545811"/>
                </a:cubicBezTo>
                <a:close/>
                <a:moveTo>
                  <a:pt x="4301788" y="545811"/>
                </a:moveTo>
                <a:cubicBezTo>
                  <a:pt x="4306061" y="545811"/>
                  <a:pt x="4309525" y="549275"/>
                  <a:pt x="4309525" y="553548"/>
                </a:cubicBezTo>
                <a:cubicBezTo>
                  <a:pt x="4309525" y="584494"/>
                  <a:pt x="4309524" y="615439"/>
                  <a:pt x="4309524" y="646385"/>
                </a:cubicBezTo>
                <a:lnTo>
                  <a:pt x="4301788" y="654121"/>
                </a:lnTo>
                <a:cubicBezTo>
                  <a:pt x="4297515" y="654121"/>
                  <a:pt x="4294051" y="650657"/>
                  <a:pt x="4294051" y="646384"/>
                </a:cubicBezTo>
                <a:lnTo>
                  <a:pt x="4294051" y="553548"/>
                </a:lnTo>
                <a:cubicBezTo>
                  <a:pt x="4294051" y="549275"/>
                  <a:pt x="4297515" y="545811"/>
                  <a:pt x="4301788" y="545811"/>
                </a:cubicBezTo>
                <a:close/>
                <a:moveTo>
                  <a:pt x="4270071" y="545811"/>
                </a:moveTo>
                <a:cubicBezTo>
                  <a:pt x="4274344" y="545811"/>
                  <a:pt x="4277808" y="549275"/>
                  <a:pt x="4277808" y="553548"/>
                </a:cubicBezTo>
                <a:cubicBezTo>
                  <a:pt x="4277808" y="584494"/>
                  <a:pt x="4277807" y="615439"/>
                  <a:pt x="4277807" y="646385"/>
                </a:cubicBezTo>
                <a:lnTo>
                  <a:pt x="4270071" y="654121"/>
                </a:lnTo>
                <a:cubicBezTo>
                  <a:pt x="4265798" y="654121"/>
                  <a:pt x="4262334" y="650657"/>
                  <a:pt x="4262334" y="646384"/>
                </a:cubicBezTo>
                <a:lnTo>
                  <a:pt x="4262334" y="553548"/>
                </a:lnTo>
                <a:cubicBezTo>
                  <a:pt x="4262334" y="549275"/>
                  <a:pt x="4265798" y="545811"/>
                  <a:pt x="4270071" y="545811"/>
                </a:cubicBezTo>
                <a:close/>
                <a:moveTo>
                  <a:pt x="4191935" y="545811"/>
                </a:moveTo>
                <a:cubicBezTo>
                  <a:pt x="4221844" y="545811"/>
                  <a:pt x="4246090" y="570057"/>
                  <a:pt x="4246090" y="599966"/>
                </a:cubicBezTo>
                <a:cubicBezTo>
                  <a:pt x="4246090" y="629875"/>
                  <a:pt x="4221844" y="654121"/>
                  <a:pt x="4191935" y="654121"/>
                </a:cubicBezTo>
                <a:cubicBezTo>
                  <a:pt x="4162026" y="654121"/>
                  <a:pt x="4137780" y="629875"/>
                  <a:pt x="4137780" y="599966"/>
                </a:cubicBezTo>
                <a:cubicBezTo>
                  <a:pt x="4137780" y="570057"/>
                  <a:pt x="4162026" y="545811"/>
                  <a:pt x="4191935" y="545811"/>
                </a:cubicBezTo>
                <a:close/>
                <a:moveTo>
                  <a:pt x="4113801" y="545811"/>
                </a:moveTo>
                <a:cubicBezTo>
                  <a:pt x="4118074" y="545811"/>
                  <a:pt x="4121538" y="549275"/>
                  <a:pt x="4121538" y="553548"/>
                </a:cubicBezTo>
                <a:cubicBezTo>
                  <a:pt x="4121538" y="584494"/>
                  <a:pt x="4121537" y="615439"/>
                  <a:pt x="4121537" y="646385"/>
                </a:cubicBezTo>
                <a:lnTo>
                  <a:pt x="4113801" y="654121"/>
                </a:lnTo>
                <a:cubicBezTo>
                  <a:pt x="4109528" y="654121"/>
                  <a:pt x="4106064" y="650657"/>
                  <a:pt x="4106064" y="646384"/>
                </a:cubicBezTo>
                <a:lnTo>
                  <a:pt x="4106064" y="553548"/>
                </a:lnTo>
                <a:cubicBezTo>
                  <a:pt x="4106064" y="549275"/>
                  <a:pt x="4109528" y="545811"/>
                  <a:pt x="4113801" y="545811"/>
                </a:cubicBezTo>
                <a:close/>
                <a:moveTo>
                  <a:pt x="4035665" y="545811"/>
                </a:moveTo>
                <a:cubicBezTo>
                  <a:pt x="4065574" y="545811"/>
                  <a:pt x="4089820" y="570057"/>
                  <a:pt x="4089820" y="599966"/>
                </a:cubicBezTo>
                <a:cubicBezTo>
                  <a:pt x="4089820" y="629875"/>
                  <a:pt x="4065574" y="654121"/>
                  <a:pt x="4035665" y="654121"/>
                </a:cubicBezTo>
                <a:cubicBezTo>
                  <a:pt x="4005756" y="654121"/>
                  <a:pt x="3981510" y="629875"/>
                  <a:pt x="3981510" y="599966"/>
                </a:cubicBezTo>
                <a:cubicBezTo>
                  <a:pt x="3981510" y="570057"/>
                  <a:pt x="4005756" y="545811"/>
                  <a:pt x="4035665" y="545811"/>
                </a:cubicBezTo>
                <a:close/>
                <a:moveTo>
                  <a:pt x="3957529" y="545811"/>
                </a:moveTo>
                <a:cubicBezTo>
                  <a:pt x="3961802" y="545811"/>
                  <a:pt x="3965266" y="549275"/>
                  <a:pt x="3965266" y="553548"/>
                </a:cubicBezTo>
                <a:lnTo>
                  <a:pt x="3965266" y="646384"/>
                </a:lnTo>
                <a:cubicBezTo>
                  <a:pt x="3965266" y="650657"/>
                  <a:pt x="3961802" y="654121"/>
                  <a:pt x="3957529" y="654121"/>
                </a:cubicBezTo>
                <a:lnTo>
                  <a:pt x="3949793" y="646385"/>
                </a:lnTo>
                <a:cubicBezTo>
                  <a:pt x="3949793" y="615439"/>
                  <a:pt x="3949792" y="584494"/>
                  <a:pt x="3949792" y="553548"/>
                </a:cubicBezTo>
                <a:cubicBezTo>
                  <a:pt x="3949792" y="549275"/>
                  <a:pt x="3953256" y="545811"/>
                  <a:pt x="3957529" y="545811"/>
                </a:cubicBezTo>
                <a:close/>
                <a:moveTo>
                  <a:pt x="3879394" y="545811"/>
                </a:moveTo>
                <a:cubicBezTo>
                  <a:pt x="3909303" y="545811"/>
                  <a:pt x="3933549" y="570057"/>
                  <a:pt x="3933549" y="599966"/>
                </a:cubicBezTo>
                <a:cubicBezTo>
                  <a:pt x="3933549" y="629875"/>
                  <a:pt x="3909303" y="654121"/>
                  <a:pt x="3879394" y="654121"/>
                </a:cubicBezTo>
                <a:cubicBezTo>
                  <a:pt x="3849485" y="654121"/>
                  <a:pt x="3825239" y="629875"/>
                  <a:pt x="3825239" y="599966"/>
                </a:cubicBezTo>
                <a:cubicBezTo>
                  <a:pt x="3825239" y="570057"/>
                  <a:pt x="3849485" y="545811"/>
                  <a:pt x="3879394" y="545811"/>
                </a:cubicBezTo>
                <a:close/>
                <a:moveTo>
                  <a:pt x="3754840" y="545811"/>
                </a:moveTo>
                <a:cubicBezTo>
                  <a:pt x="3784749" y="545811"/>
                  <a:pt x="3808995" y="570057"/>
                  <a:pt x="3808995" y="599966"/>
                </a:cubicBezTo>
                <a:cubicBezTo>
                  <a:pt x="3808995" y="629875"/>
                  <a:pt x="3784749" y="654121"/>
                  <a:pt x="3754840" y="654121"/>
                </a:cubicBezTo>
                <a:cubicBezTo>
                  <a:pt x="3724931" y="654121"/>
                  <a:pt x="3700685" y="629875"/>
                  <a:pt x="3700685" y="599966"/>
                </a:cubicBezTo>
                <a:cubicBezTo>
                  <a:pt x="3700685" y="570057"/>
                  <a:pt x="3724931" y="545811"/>
                  <a:pt x="3754840" y="545811"/>
                </a:cubicBezTo>
                <a:close/>
                <a:moveTo>
                  <a:pt x="3676705" y="545811"/>
                </a:moveTo>
                <a:cubicBezTo>
                  <a:pt x="3680978" y="545811"/>
                  <a:pt x="3684442" y="549275"/>
                  <a:pt x="3684442" y="553548"/>
                </a:cubicBezTo>
                <a:lnTo>
                  <a:pt x="3684442" y="646384"/>
                </a:lnTo>
                <a:cubicBezTo>
                  <a:pt x="3684442" y="650657"/>
                  <a:pt x="3680978" y="654121"/>
                  <a:pt x="3676705" y="654121"/>
                </a:cubicBezTo>
                <a:lnTo>
                  <a:pt x="3668969" y="646385"/>
                </a:lnTo>
                <a:cubicBezTo>
                  <a:pt x="3668969" y="615439"/>
                  <a:pt x="3668968" y="584494"/>
                  <a:pt x="3668968" y="553548"/>
                </a:cubicBezTo>
                <a:cubicBezTo>
                  <a:pt x="3668968" y="549275"/>
                  <a:pt x="3672432" y="545811"/>
                  <a:pt x="3676705" y="545811"/>
                </a:cubicBezTo>
                <a:close/>
                <a:moveTo>
                  <a:pt x="3598570" y="545811"/>
                </a:moveTo>
                <a:cubicBezTo>
                  <a:pt x="3628479" y="545811"/>
                  <a:pt x="3652725" y="570057"/>
                  <a:pt x="3652725" y="599966"/>
                </a:cubicBezTo>
                <a:cubicBezTo>
                  <a:pt x="3652725" y="629875"/>
                  <a:pt x="3628479" y="654121"/>
                  <a:pt x="3598570" y="654121"/>
                </a:cubicBezTo>
                <a:cubicBezTo>
                  <a:pt x="3568661" y="654121"/>
                  <a:pt x="3544415" y="629875"/>
                  <a:pt x="3544415" y="599966"/>
                </a:cubicBezTo>
                <a:cubicBezTo>
                  <a:pt x="3544415" y="570057"/>
                  <a:pt x="3568661" y="545811"/>
                  <a:pt x="3598570" y="545811"/>
                </a:cubicBezTo>
                <a:close/>
                <a:moveTo>
                  <a:pt x="3474016" y="545811"/>
                </a:moveTo>
                <a:cubicBezTo>
                  <a:pt x="3503925" y="545811"/>
                  <a:pt x="3528171" y="570057"/>
                  <a:pt x="3528171" y="599966"/>
                </a:cubicBezTo>
                <a:cubicBezTo>
                  <a:pt x="3528171" y="629875"/>
                  <a:pt x="3503925" y="654121"/>
                  <a:pt x="3474016" y="654121"/>
                </a:cubicBezTo>
                <a:cubicBezTo>
                  <a:pt x="3444107" y="654121"/>
                  <a:pt x="3419861" y="629875"/>
                  <a:pt x="3419861" y="599966"/>
                </a:cubicBezTo>
                <a:cubicBezTo>
                  <a:pt x="3419861" y="570057"/>
                  <a:pt x="3444107" y="545811"/>
                  <a:pt x="3474016" y="545811"/>
                </a:cubicBezTo>
                <a:close/>
                <a:moveTo>
                  <a:pt x="3395882" y="545811"/>
                </a:moveTo>
                <a:cubicBezTo>
                  <a:pt x="3400155" y="545811"/>
                  <a:pt x="3403619" y="549275"/>
                  <a:pt x="3403619" y="553548"/>
                </a:cubicBezTo>
                <a:cubicBezTo>
                  <a:pt x="3403619" y="584494"/>
                  <a:pt x="3403618" y="615439"/>
                  <a:pt x="3403618" y="646385"/>
                </a:cubicBezTo>
                <a:lnTo>
                  <a:pt x="3395882" y="654121"/>
                </a:lnTo>
                <a:cubicBezTo>
                  <a:pt x="3391609" y="654121"/>
                  <a:pt x="3388145" y="650657"/>
                  <a:pt x="3388145" y="646384"/>
                </a:cubicBezTo>
                <a:lnTo>
                  <a:pt x="3388145" y="553548"/>
                </a:lnTo>
                <a:cubicBezTo>
                  <a:pt x="3388145" y="549275"/>
                  <a:pt x="3391609" y="545811"/>
                  <a:pt x="3395882" y="545811"/>
                </a:cubicBezTo>
                <a:close/>
                <a:moveTo>
                  <a:pt x="3317746" y="545811"/>
                </a:moveTo>
                <a:cubicBezTo>
                  <a:pt x="3347655" y="545811"/>
                  <a:pt x="3371901" y="570057"/>
                  <a:pt x="3371901" y="599966"/>
                </a:cubicBezTo>
                <a:cubicBezTo>
                  <a:pt x="3371901" y="629875"/>
                  <a:pt x="3347655" y="654121"/>
                  <a:pt x="3317746" y="654121"/>
                </a:cubicBezTo>
                <a:cubicBezTo>
                  <a:pt x="3287837" y="654121"/>
                  <a:pt x="3263591" y="629875"/>
                  <a:pt x="3263591" y="599966"/>
                </a:cubicBezTo>
                <a:cubicBezTo>
                  <a:pt x="3263591" y="570057"/>
                  <a:pt x="3287837" y="545811"/>
                  <a:pt x="3317746" y="545811"/>
                </a:cubicBezTo>
                <a:close/>
                <a:moveTo>
                  <a:pt x="3193192" y="545811"/>
                </a:moveTo>
                <a:cubicBezTo>
                  <a:pt x="3223101" y="545811"/>
                  <a:pt x="3247347" y="570057"/>
                  <a:pt x="3247347" y="599966"/>
                </a:cubicBezTo>
                <a:cubicBezTo>
                  <a:pt x="3247347" y="629875"/>
                  <a:pt x="3223101" y="654121"/>
                  <a:pt x="3193192" y="654121"/>
                </a:cubicBezTo>
                <a:cubicBezTo>
                  <a:pt x="3163283" y="654121"/>
                  <a:pt x="3139037" y="629875"/>
                  <a:pt x="3139037" y="599966"/>
                </a:cubicBezTo>
                <a:cubicBezTo>
                  <a:pt x="3139037" y="570057"/>
                  <a:pt x="3163283" y="545811"/>
                  <a:pt x="3193192" y="545811"/>
                </a:cubicBezTo>
                <a:close/>
                <a:moveTo>
                  <a:pt x="3115057" y="545811"/>
                </a:moveTo>
                <a:cubicBezTo>
                  <a:pt x="3119330" y="545811"/>
                  <a:pt x="3122794" y="549275"/>
                  <a:pt x="3122794" y="553548"/>
                </a:cubicBezTo>
                <a:cubicBezTo>
                  <a:pt x="3122794" y="584494"/>
                  <a:pt x="3122793" y="615439"/>
                  <a:pt x="3122793" y="646385"/>
                </a:cubicBezTo>
                <a:lnTo>
                  <a:pt x="3115057" y="654121"/>
                </a:lnTo>
                <a:cubicBezTo>
                  <a:pt x="3110784" y="654121"/>
                  <a:pt x="3107320" y="650657"/>
                  <a:pt x="3107320" y="646384"/>
                </a:cubicBezTo>
                <a:lnTo>
                  <a:pt x="3107320" y="553548"/>
                </a:lnTo>
                <a:cubicBezTo>
                  <a:pt x="3107320" y="549275"/>
                  <a:pt x="3110784" y="545811"/>
                  <a:pt x="3115057" y="545811"/>
                </a:cubicBezTo>
                <a:close/>
                <a:moveTo>
                  <a:pt x="3036921" y="545811"/>
                </a:moveTo>
                <a:cubicBezTo>
                  <a:pt x="3066830" y="545811"/>
                  <a:pt x="3091076" y="570057"/>
                  <a:pt x="3091076" y="599966"/>
                </a:cubicBezTo>
                <a:cubicBezTo>
                  <a:pt x="3091076" y="629875"/>
                  <a:pt x="3066830" y="654121"/>
                  <a:pt x="3036921" y="654121"/>
                </a:cubicBezTo>
                <a:cubicBezTo>
                  <a:pt x="3007012" y="654121"/>
                  <a:pt x="2982766" y="629875"/>
                  <a:pt x="2982766" y="599966"/>
                </a:cubicBezTo>
                <a:cubicBezTo>
                  <a:pt x="2982766" y="570057"/>
                  <a:pt x="3007012" y="545811"/>
                  <a:pt x="3036921" y="545811"/>
                </a:cubicBezTo>
                <a:close/>
                <a:moveTo>
                  <a:pt x="2958786" y="545811"/>
                </a:moveTo>
                <a:cubicBezTo>
                  <a:pt x="2963059" y="545811"/>
                  <a:pt x="2966523" y="549275"/>
                  <a:pt x="2966523" y="553548"/>
                </a:cubicBezTo>
                <a:lnTo>
                  <a:pt x="2966523" y="646384"/>
                </a:lnTo>
                <a:cubicBezTo>
                  <a:pt x="2966523" y="650657"/>
                  <a:pt x="2963059" y="654121"/>
                  <a:pt x="2958786" y="654121"/>
                </a:cubicBezTo>
                <a:lnTo>
                  <a:pt x="2951050" y="646385"/>
                </a:lnTo>
                <a:cubicBezTo>
                  <a:pt x="2951050" y="615439"/>
                  <a:pt x="2951049" y="584494"/>
                  <a:pt x="2951049" y="553548"/>
                </a:cubicBezTo>
                <a:cubicBezTo>
                  <a:pt x="2951049" y="549275"/>
                  <a:pt x="2954513" y="545811"/>
                  <a:pt x="2958786" y="545811"/>
                </a:cubicBezTo>
                <a:close/>
                <a:moveTo>
                  <a:pt x="2880651" y="545811"/>
                </a:moveTo>
                <a:cubicBezTo>
                  <a:pt x="2910560" y="545811"/>
                  <a:pt x="2934806" y="570057"/>
                  <a:pt x="2934806" y="599966"/>
                </a:cubicBezTo>
                <a:cubicBezTo>
                  <a:pt x="2934806" y="629875"/>
                  <a:pt x="2910560" y="654121"/>
                  <a:pt x="2880651" y="654121"/>
                </a:cubicBezTo>
                <a:cubicBezTo>
                  <a:pt x="2850742" y="654121"/>
                  <a:pt x="2826496" y="629875"/>
                  <a:pt x="2826496" y="599966"/>
                </a:cubicBezTo>
                <a:cubicBezTo>
                  <a:pt x="2826496" y="570057"/>
                  <a:pt x="2850742" y="545811"/>
                  <a:pt x="2880651" y="545811"/>
                </a:cubicBezTo>
                <a:close/>
                <a:moveTo>
                  <a:pt x="2802515" y="545811"/>
                </a:moveTo>
                <a:cubicBezTo>
                  <a:pt x="2806788" y="545811"/>
                  <a:pt x="2810252" y="549275"/>
                  <a:pt x="2810252" y="553548"/>
                </a:cubicBezTo>
                <a:lnTo>
                  <a:pt x="2810252" y="646384"/>
                </a:lnTo>
                <a:cubicBezTo>
                  <a:pt x="2810252" y="650657"/>
                  <a:pt x="2806788" y="654121"/>
                  <a:pt x="2802515" y="654121"/>
                </a:cubicBezTo>
                <a:lnTo>
                  <a:pt x="2794779" y="646385"/>
                </a:lnTo>
                <a:cubicBezTo>
                  <a:pt x="2794779" y="615439"/>
                  <a:pt x="2794778" y="584494"/>
                  <a:pt x="2794778" y="553548"/>
                </a:cubicBezTo>
                <a:cubicBezTo>
                  <a:pt x="2794778" y="549275"/>
                  <a:pt x="2798242" y="545811"/>
                  <a:pt x="2802515" y="545811"/>
                </a:cubicBezTo>
                <a:close/>
                <a:moveTo>
                  <a:pt x="2770799" y="545811"/>
                </a:moveTo>
                <a:cubicBezTo>
                  <a:pt x="2775072" y="545811"/>
                  <a:pt x="2778536" y="549275"/>
                  <a:pt x="2778536" y="553548"/>
                </a:cubicBezTo>
                <a:lnTo>
                  <a:pt x="2778536" y="646384"/>
                </a:lnTo>
                <a:cubicBezTo>
                  <a:pt x="2778536" y="650657"/>
                  <a:pt x="2775072" y="654121"/>
                  <a:pt x="2770799" y="654121"/>
                </a:cubicBezTo>
                <a:lnTo>
                  <a:pt x="2763063" y="646385"/>
                </a:lnTo>
                <a:cubicBezTo>
                  <a:pt x="2763063" y="615439"/>
                  <a:pt x="2763062" y="584494"/>
                  <a:pt x="2763062" y="553548"/>
                </a:cubicBezTo>
                <a:cubicBezTo>
                  <a:pt x="2763062" y="549275"/>
                  <a:pt x="2766526" y="545811"/>
                  <a:pt x="2770799" y="545811"/>
                </a:cubicBezTo>
                <a:close/>
                <a:moveTo>
                  <a:pt x="2692664" y="545811"/>
                </a:moveTo>
                <a:cubicBezTo>
                  <a:pt x="2722573" y="545811"/>
                  <a:pt x="2746819" y="570057"/>
                  <a:pt x="2746819" y="599966"/>
                </a:cubicBezTo>
                <a:cubicBezTo>
                  <a:pt x="2746819" y="629875"/>
                  <a:pt x="2722573" y="654121"/>
                  <a:pt x="2692664" y="654121"/>
                </a:cubicBezTo>
                <a:cubicBezTo>
                  <a:pt x="2662755" y="654121"/>
                  <a:pt x="2638509" y="629875"/>
                  <a:pt x="2638509" y="599966"/>
                </a:cubicBezTo>
                <a:cubicBezTo>
                  <a:pt x="2638509" y="570057"/>
                  <a:pt x="2662755" y="545811"/>
                  <a:pt x="2692664" y="545811"/>
                </a:cubicBezTo>
                <a:close/>
                <a:moveTo>
                  <a:pt x="2614528" y="545811"/>
                </a:moveTo>
                <a:cubicBezTo>
                  <a:pt x="2618801" y="545811"/>
                  <a:pt x="2622265" y="549275"/>
                  <a:pt x="2622265" y="553548"/>
                </a:cubicBezTo>
                <a:lnTo>
                  <a:pt x="2622265" y="646384"/>
                </a:lnTo>
                <a:cubicBezTo>
                  <a:pt x="2622265" y="650657"/>
                  <a:pt x="2618801" y="654121"/>
                  <a:pt x="2614528" y="654121"/>
                </a:cubicBezTo>
                <a:lnTo>
                  <a:pt x="2606792" y="646385"/>
                </a:lnTo>
                <a:cubicBezTo>
                  <a:pt x="2606792" y="615439"/>
                  <a:pt x="2606791" y="584494"/>
                  <a:pt x="2606791" y="553548"/>
                </a:cubicBezTo>
                <a:cubicBezTo>
                  <a:pt x="2606791" y="549275"/>
                  <a:pt x="2610255" y="545811"/>
                  <a:pt x="2614528" y="545811"/>
                </a:cubicBezTo>
                <a:close/>
                <a:moveTo>
                  <a:pt x="2582812" y="545811"/>
                </a:moveTo>
                <a:cubicBezTo>
                  <a:pt x="2587085" y="545811"/>
                  <a:pt x="2590549" y="549275"/>
                  <a:pt x="2590549" y="553548"/>
                </a:cubicBezTo>
                <a:lnTo>
                  <a:pt x="2590549" y="646384"/>
                </a:lnTo>
                <a:cubicBezTo>
                  <a:pt x="2590549" y="650657"/>
                  <a:pt x="2587085" y="654121"/>
                  <a:pt x="2582812" y="654121"/>
                </a:cubicBezTo>
                <a:lnTo>
                  <a:pt x="2575076" y="646385"/>
                </a:lnTo>
                <a:cubicBezTo>
                  <a:pt x="2575076" y="615439"/>
                  <a:pt x="2575075" y="584494"/>
                  <a:pt x="2575075" y="553548"/>
                </a:cubicBezTo>
                <a:cubicBezTo>
                  <a:pt x="2575075" y="549275"/>
                  <a:pt x="2578539" y="545811"/>
                  <a:pt x="2582812" y="545811"/>
                </a:cubicBezTo>
                <a:close/>
                <a:moveTo>
                  <a:pt x="2504677" y="545811"/>
                </a:moveTo>
                <a:cubicBezTo>
                  <a:pt x="2534586" y="545811"/>
                  <a:pt x="2558832" y="570057"/>
                  <a:pt x="2558832" y="599966"/>
                </a:cubicBezTo>
                <a:cubicBezTo>
                  <a:pt x="2558832" y="629875"/>
                  <a:pt x="2534586" y="654121"/>
                  <a:pt x="2504677" y="654121"/>
                </a:cubicBezTo>
                <a:cubicBezTo>
                  <a:pt x="2474768" y="654121"/>
                  <a:pt x="2450522" y="629875"/>
                  <a:pt x="2450522" y="599966"/>
                </a:cubicBezTo>
                <a:cubicBezTo>
                  <a:pt x="2450522" y="570057"/>
                  <a:pt x="2474768" y="545811"/>
                  <a:pt x="2504677" y="545811"/>
                </a:cubicBezTo>
                <a:close/>
                <a:moveTo>
                  <a:pt x="2380123" y="545811"/>
                </a:moveTo>
                <a:cubicBezTo>
                  <a:pt x="2410032" y="545811"/>
                  <a:pt x="2434278" y="570057"/>
                  <a:pt x="2434278" y="599966"/>
                </a:cubicBezTo>
                <a:cubicBezTo>
                  <a:pt x="2434278" y="629875"/>
                  <a:pt x="2410032" y="654121"/>
                  <a:pt x="2380123" y="654121"/>
                </a:cubicBezTo>
                <a:cubicBezTo>
                  <a:pt x="2350214" y="654121"/>
                  <a:pt x="2325968" y="629875"/>
                  <a:pt x="2325968" y="599966"/>
                </a:cubicBezTo>
                <a:cubicBezTo>
                  <a:pt x="2325968" y="570057"/>
                  <a:pt x="2350214" y="545811"/>
                  <a:pt x="2380123" y="545811"/>
                </a:cubicBezTo>
                <a:close/>
                <a:moveTo>
                  <a:pt x="2255569" y="545811"/>
                </a:moveTo>
                <a:cubicBezTo>
                  <a:pt x="2285478" y="545811"/>
                  <a:pt x="2309724" y="570057"/>
                  <a:pt x="2309724" y="599966"/>
                </a:cubicBezTo>
                <a:cubicBezTo>
                  <a:pt x="2309724" y="629875"/>
                  <a:pt x="2285478" y="654121"/>
                  <a:pt x="2255569" y="654121"/>
                </a:cubicBezTo>
                <a:cubicBezTo>
                  <a:pt x="2225660" y="654121"/>
                  <a:pt x="2201414" y="629875"/>
                  <a:pt x="2201414" y="599966"/>
                </a:cubicBezTo>
                <a:cubicBezTo>
                  <a:pt x="2201414" y="570057"/>
                  <a:pt x="2225660" y="545811"/>
                  <a:pt x="2255569" y="545811"/>
                </a:cubicBezTo>
                <a:close/>
                <a:moveTo>
                  <a:pt x="2131015" y="545811"/>
                </a:moveTo>
                <a:cubicBezTo>
                  <a:pt x="2160924" y="545811"/>
                  <a:pt x="2185170" y="570057"/>
                  <a:pt x="2185170" y="599966"/>
                </a:cubicBezTo>
                <a:cubicBezTo>
                  <a:pt x="2185170" y="629875"/>
                  <a:pt x="2160924" y="654121"/>
                  <a:pt x="2131015" y="654121"/>
                </a:cubicBezTo>
                <a:cubicBezTo>
                  <a:pt x="2101106" y="654121"/>
                  <a:pt x="2076860" y="629875"/>
                  <a:pt x="2076860" y="599966"/>
                </a:cubicBezTo>
                <a:cubicBezTo>
                  <a:pt x="2076860" y="570057"/>
                  <a:pt x="2101106" y="545811"/>
                  <a:pt x="2131015" y="545811"/>
                </a:cubicBezTo>
                <a:close/>
                <a:moveTo>
                  <a:pt x="2052881" y="545811"/>
                </a:moveTo>
                <a:cubicBezTo>
                  <a:pt x="2057154" y="545811"/>
                  <a:pt x="2060618" y="549275"/>
                  <a:pt x="2060618" y="553548"/>
                </a:cubicBezTo>
                <a:cubicBezTo>
                  <a:pt x="2060618" y="584494"/>
                  <a:pt x="2060617" y="615439"/>
                  <a:pt x="2060617" y="646385"/>
                </a:cubicBezTo>
                <a:lnTo>
                  <a:pt x="2052881" y="654121"/>
                </a:lnTo>
                <a:cubicBezTo>
                  <a:pt x="2048608" y="654121"/>
                  <a:pt x="2045144" y="650657"/>
                  <a:pt x="2045144" y="646384"/>
                </a:cubicBezTo>
                <a:lnTo>
                  <a:pt x="2045144" y="553548"/>
                </a:lnTo>
                <a:cubicBezTo>
                  <a:pt x="2045144" y="549275"/>
                  <a:pt x="2048608" y="545811"/>
                  <a:pt x="2052881" y="545811"/>
                </a:cubicBezTo>
                <a:close/>
                <a:moveTo>
                  <a:pt x="2021164" y="545811"/>
                </a:moveTo>
                <a:cubicBezTo>
                  <a:pt x="2025437" y="545811"/>
                  <a:pt x="2028901" y="549275"/>
                  <a:pt x="2028901" y="553548"/>
                </a:cubicBezTo>
                <a:cubicBezTo>
                  <a:pt x="2028901" y="584494"/>
                  <a:pt x="2028900" y="615439"/>
                  <a:pt x="2028900" y="646385"/>
                </a:cubicBezTo>
                <a:lnTo>
                  <a:pt x="2021164" y="654121"/>
                </a:lnTo>
                <a:cubicBezTo>
                  <a:pt x="2016891" y="654121"/>
                  <a:pt x="2013427" y="650657"/>
                  <a:pt x="2013427" y="646384"/>
                </a:cubicBezTo>
                <a:lnTo>
                  <a:pt x="2013427" y="553548"/>
                </a:lnTo>
                <a:cubicBezTo>
                  <a:pt x="2013427" y="549275"/>
                  <a:pt x="2016891" y="545811"/>
                  <a:pt x="2021164" y="545811"/>
                </a:cubicBezTo>
                <a:close/>
                <a:moveTo>
                  <a:pt x="1943028" y="545811"/>
                </a:moveTo>
                <a:cubicBezTo>
                  <a:pt x="1972937" y="545811"/>
                  <a:pt x="1997183" y="570057"/>
                  <a:pt x="1997183" y="599966"/>
                </a:cubicBezTo>
                <a:cubicBezTo>
                  <a:pt x="1997183" y="629875"/>
                  <a:pt x="1972937" y="654121"/>
                  <a:pt x="1943028" y="654121"/>
                </a:cubicBezTo>
                <a:cubicBezTo>
                  <a:pt x="1913119" y="654121"/>
                  <a:pt x="1888873" y="629875"/>
                  <a:pt x="1888873" y="599966"/>
                </a:cubicBezTo>
                <a:cubicBezTo>
                  <a:pt x="1888873" y="570057"/>
                  <a:pt x="1913119" y="545811"/>
                  <a:pt x="1943028" y="545811"/>
                </a:cubicBezTo>
                <a:close/>
                <a:moveTo>
                  <a:pt x="1864894" y="545811"/>
                </a:moveTo>
                <a:cubicBezTo>
                  <a:pt x="1869167" y="545811"/>
                  <a:pt x="1872631" y="549275"/>
                  <a:pt x="1872631" y="553548"/>
                </a:cubicBezTo>
                <a:cubicBezTo>
                  <a:pt x="1872631" y="584494"/>
                  <a:pt x="1872630" y="615439"/>
                  <a:pt x="1872630" y="646385"/>
                </a:cubicBezTo>
                <a:lnTo>
                  <a:pt x="1864894" y="654121"/>
                </a:lnTo>
                <a:cubicBezTo>
                  <a:pt x="1860621" y="654121"/>
                  <a:pt x="1857157" y="650657"/>
                  <a:pt x="1857157" y="646384"/>
                </a:cubicBezTo>
                <a:lnTo>
                  <a:pt x="1857157" y="553548"/>
                </a:lnTo>
                <a:cubicBezTo>
                  <a:pt x="1857157" y="549275"/>
                  <a:pt x="1860621" y="545811"/>
                  <a:pt x="1864894" y="545811"/>
                </a:cubicBezTo>
                <a:close/>
                <a:moveTo>
                  <a:pt x="1833177" y="545811"/>
                </a:moveTo>
                <a:cubicBezTo>
                  <a:pt x="1837450" y="545811"/>
                  <a:pt x="1840914" y="549275"/>
                  <a:pt x="1840914" y="553548"/>
                </a:cubicBezTo>
                <a:cubicBezTo>
                  <a:pt x="1840914" y="584494"/>
                  <a:pt x="1840913" y="615439"/>
                  <a:pt x="1840913" y="646385"/>
                </a:cubicBezTo>
                <a:lnTo>
                  <a:pt x="1833177" y="654121"/>
                </a:lnTo>
                <a:cubicBezTo>
                  <a:pt x="1828904" y="654121"/>
                  <a:pt x="1825440" y="650657"/>
                  <a:pt x="1825440" y="646384"/>
                </a:cubicBezTo>
                <a:lnTo>
                  <a:pt x="1825440" y="553548"/>
                </a:lnTo>
                <a:cubicBezTo>
                  <a:pt x="1825440" y="549275"/>
                  <a:pt x="1828904" y="545811"/>
                  <a:pt x="1833177" y="545811"/>
                </a:cubicBezTo>
                <a:close/>
                <a:moveTo>
                  <a:pt x="1755041" y="545811"/>
                </a:moveTo>
                <a:cubicBezTo>
                  <a:pt x="1784950" y="545811"/>
                  <a:pt x="1809196" y="570057"/>
                  <a:pt x="1809196" y="599966"/>
                </a:cubicBezTo>
                <a:cubicBezTo>
                  <a:pt x="1809196" y="629875"/>
                  <a:pt x="1784950" y="654121"/>
                  <a:pt x="1755041" y="654121"/>
                </a:cubicBezTo>
                <a:cubicBezTo>
                  <a:pt x="1725132" y="654121"/>
                  <a:pt x="1700886" y="629875"/>
                  <a:pt x="1700886" y="599966"/>
                </a:cubicBezTo>
                <a:cubicBezTo>
                  <a:pt x="1700886" y="570057"/>
                  <a:pt x="1725132" y="545811"/>
                  <a:pt x="1755041" y="545811"/>
                </a:cubicBezTo>
                <a:close/>
                <a:moveTo>
                  <a:pt x="1676907" y="545811"/>
                </a:moveTo>
                <a:cubicBezTo>
                  <a:pt x="1681180" y="545811"/>
                  <a:pt x="1684644" y="549275"/>
                  <a:pt x="1684644" y="553548"/>
                </a:cubicBezTo>
                <a:cubicBezTo>
                  <a:pt x="1684644" y="584494"/>
                  <a:pt x="1684643" y="615439"/>
                  <a:pt x="1684643" y="646385"/>
                </a:cubicBezTo>
                <a:lnTo>
                  <a:pt x="1676907" y="654121"/>
                </a:lnTo>
                <a:cubicBezTo>
                  <a:pt x="1672634" y="654121"/>
                  <a:pt x="1669170" y="650657"/>
                  <a:pt x="1669170" y="646384"/>
                </a:cubicBezTo>
                <a:lnTo>
                  <a:pt x="1669170" y="553548"/>
                </a:lnTo>
                <a:cubicBezTo>
                  <a:pt x="1669170" y="549275"/>
                  <a:pt x="1672634" y="545811"/>
                  <a:pt x="1676907" y="545811"/>
                </a:cubicBezTo>
                <a:close/>
                <a:moveTo>
                  <a:pt x="1598771" y="545811"/>
                </a:moveTo>
                <a:cubicBezTo>
                  <a:pt x="1628680" y="545811"/>
                  <a:pt x="1652926" y="570057"/>
                  <a:pt x="1652926" y="599966"/>
                </a:cubicBezTo>
                <a:cubicBezTo>
                  <a:pt x="1652926" y="629875"/>
                  <a:pt x="1628680" y="654121"/>
                  <a:pt x="1598771" y="654121"/>
                </a:cubicBezTo>
                <a:cubicBezTo>
                  <a:pt x="1568862" y="654121"/>
                  <a:pt x="1544616" y="629875"/>
                  <a:pt x="1544616" y="599966"/>
                </a:cubicBezTo>
                <a:cubicBezTo>
                  <a:pt x="1544616" y="570057"/>
                  <a:pt x="1568862" y="545811"/>
                  <a:pt x="1598771" y="545811"/>
                </a:cubicBezTo>
                <a:close/>
                <a:moveTo>
                  <a:pt x="1520635" y="545811"/>
                </a:moveTo>
                <a:cubicBezTo>
                  <a:pt x="1524908" y="545811"/>
                  <a:pt x="1528372" y="549275"/>
                  <a:pt x="1528372" y="553548"/>
                </a:cubicBezTo>
                <a:lnTo>
                  <a:pt x="1528372" y="646384"/>
                </a:lnTo>
                <a:cubicBezTo>
                  <a:pt x="1528372" y="650657"/>
                  <a:pt x="1524908" y="654121"/>
                  <a:pt x="1520635" y="654121"/>
                </a:cubicBezTo>
                <a:lnTo>
                  <a:pt x="1512899" y="646385"/>
                </a:lnTo>
                <a:cubicBezTo>
                  <a:pt x="1512899" y="615439"/>
                  <a:pt x="1512898" y="584494"/>
                  <a:pt x="1512898" y="553548"/>
                </a:cubicBezTo>
                <a:cubicBezTo>
                  <a:pt x="1512898" y="549275"/>
                  <a:pt x="1516362" y="545811"/>
                  <a:pt x="1520635" y="545811"/>
                </a:cubicBezTo>
                <a:close/>
                <a:moveTo>
                  <a:pt x="1442500" y="545811"/>
                </a:moveTo>
                <a:cubicBezTo>
                  <a:pt x="1472409" y="545811"/>
                  <a:pt x="1496655" y="570057"/>
                  <a:pt x="1496655" y="599966"/>
                </a:cubicBezTo>
                <a:cubicBezTo>
                  <a:pt x="1496655" y="629875"/>
                  <a:pt x="1472409" y="654121"/>
                  <a:pt x="1442500" y="654121"/>
                </a:cubicBezTo>
                <a:cubicBezTo>
                  <a:pt x="1412591" y="654121"/>
                  <a:pt x="1388345" y="629875"/>
                  <a:pt x="1388345" y="599966"/>
                </a:cubicBezTo>
                <a:cubicBezTo>
                  <a:pt x="1388345" y="570057"/>
                  <a:pt x="1412591" y="545811"/>
                  <a:pt x="1442500" y="545811"/>
                </a:cubicBezTo>
                <a:close/>
                <a:moveTo>
                  <a:pt x="1317946" y="545811"/>
                </a:moveTo>
                <a:cubicBezTo>
                  <a:pt x="1347855" y="545811"/>
                  <a:pt x="1372101" y="570057"/>
                  <a:pt x="1372101" y="599966"/>
                </a:cubicBezTo>
                <a:cubicBezTo>
                  <a:pt x="1372101" y="629875"/>
                  <a:pt x="1347855" y="654121"/>
                  <a:pt x="1317946" y="654121"/>
                </a:cubicBezTo>
                <a:cubicBezTo>
                  <a:pt x="1288037" y="654121"/>
                  <a:pt x="1263791" y="629875"/>
                  <a:pt x="1263791" y="599966"/>
                </a:cubicBezTo>
                <a:cubicBezTo>
                  <a:pt x="1263791" y="570057"/>
                  <a:pt x="1288037" y="545811"/>
                  <a:pt x="1317946" y="545811"/>
                </a:cubicBezTo>
                <a:close/>
                <a:moveTo>
                  <a:pt x="1239811" y="545811"/>
                </a:moveTo>
                <a:cubicBezTo>
                  <a:pt x="1244084" y="545811"/>
                  <a:pt x="1247548" y="549275"/>
                  <a:pt x="1247548" y="553548"/>
                </a:cubicBezTo>
                <a:lnTo>
                  <a:pt x="1247548" y="646384"/>
                </a:lnTo>
                <a:cubicBezTo>
                  <a:pt x="1247548" y="650657"/>
                  <a:pt x="1244084" y="654121"/>
                  <a:pt x="1239811" y="654121"/>
                </a:cubicBezTo>
                <a:lnTo>
                  <a:pt x="1232075" y="646385"/>
                </a:lnTo>
                <a:cubicBezTo>
                  <a:pt x="1232075" y="615439"/>
                  <a:pt x="1232074" y="584494"/>
                  <a:pt x="1232074" y="553548"/>
                </a:cubicBezTo>
                <a:cubicBezTo>
                  <a:pt x="1232074" y="549275"/>
                  <a:pt x="1235538" y="545811"/>
                  <a:pt x="1239811" y="545811"/>
                </a:cubicBezTo>
                <a:close/>
                <a:moveTo>
                  <a:pt x="1161676" y="545811"/>
                </a:moveTo>
                <a:cubicBezTo>
                  <a:pt x="1191585" y="545811"/>
                  <a:pt x="1215831" y="570057"/>
                  <a:pt x="1215831" y="599966"/>
                </a:cubicBezTo>
                <a:cubicBezTo>
                  <a:pt x="1215831" y="629875"/>
                  <a:pt x="1191585" y="654121"/>
                  <a:pt x="1161676" y="654121"/>
                </a:cubicBezTo>
                <a:cubicBezTo>
                  <a:pt x="1131767" y="654121"/>
                  <a:pt x="1107521" y="629875"/>
                  <a:pt x="1107521" y="599966"/>
                </a:cubicBezTo>
                <a:cubicBezTo>
                  <a:pt x="1107521" y="570057"/>
                  <a:pt x="1131767" y="545811"/>
                  <a:pt x="1161676" y="545811"/>
                </a:cubicBezTo>
                <a:close/>
                <a:moveTo>
                  <a:pt x="1037122" y="545811"/>
                </a:moveTo>
                <a:cubicBezTo>
                  <a:pt x="1067031" y="545811"/>
                  <a:pt x="1091277" y="570057"/>
                  <a:pt x="1091276" y="599966"/>
                </a:cubicBezTo>
                <a:cubicBezTo>
                  <a:pt x="1091277" y="629875"/>
                  <a:pt x="1067031" y="654121"/>
                  <a:pt x="1037122" y="654121"/>
                </a:cubicBezTo>
                <a:cubicBezTo>
                  <a:pt x="1007213" y="654121"/>
                  <a:pt x="982967" y="629875"/>
                  <a:pt x="982967" y="599966"/>
                </a:cubicBezTo>
                <a:cubicBezTo>
                  <a:pt x="982967" y="570057"/>
                  <a:pt x="1007213" y="545811"/>
                  <a:pt x="1037122" y="545811"/>
                </a:cubicBezTo>
                <a:close/>
                <a:moveTo>
                  <a:pt x="912568" y="545811"/>
                </a:moveTo>
                <a:cubicBezTo>
                  <a:pt x="942477" y="545811"/>
                  <a:pt x="966723" y="570057"/>
                  <a:pt x="966722" y="599966"/>
                </a:cubicBezTo>
                <a:cubicBezTo>
                  <a:pt x="966723" y="629875"/>
                  <a:pt x="942477" y="654121"/>
                  <a:pt x="912568" y="654121"/>
                </a:cubicBezTo>
                <a:cubicBezTo>
                  <a:pt x="882659" y="654121"/>
                  <a:pt x="858413" y="629875"/>
                  <a:pt x="858413" y="599966"/>
                </a:cubicBezTo>
                <a:cubicBezTo>
                  <a:pt x="858413" y="570057"/>
                  <a:pt x="882659" y="545811"/>
                  <a:pt x="912568" y="545811"/>
                </a:cubicBezTo>
                <a:close/>
                <a:moveTo>
                  <a:pt x="834434" y="545811"/>
                </a:moveTo>
                <a:cubicBezTo>
                  <a:pt x="838707" y="545811"/>
                  <a:pt x="842171" y="549275"/>
                  <a:pt x="842171" y="553548"/>
                </a:cubicBezTo>
                <a:cubicBezTo>
                  <a:pt x="842171" y="584494"/>
                  <a:pt x="842170" y="615439"/>
                  <a:pt x="842170" y="646385"/>
                </a:cubicBezTo>
                <a:lnTo>
                  <a:pt x="834434" y="654121"/>
                </a:lnTo>
                <a:cubicBezTo>
                  <a:pt x="830161" y="654121"/>
                  <a:pt x="826697" y="650657"/>
                  <a:pt x="826697" y="646384"/>
                </a:cubicBezTo>
                <a:lnTo>
                  <a:pt x="826697" y="553548"/>
                </a:lnTo>
                <a:cubicBezTo>
                  <a:pt x="826698" y="549275"/>
                  <a:pt x="830161" y="545811"/>
                  <a:pt x="834434" y="545811"/>
                </a:cubicBezTo>
                <a:close/>
                <a:moveTo>
                  <a:pt x="802717" y="545811"/>
                </a:moveTo>
                <a:cubicBezTo>
                  <a:pt x="806990" y="545811"/>
                  <a:pt x="810454" y="549275"/>
                  <a:pt x="810454" y="553548"/>
                </a:cubicBezTo>
                <a:cubicBezTo>
                  <a:pt x="810454" y="584494"/>
                  <a:pt x="810453" y="615439"/>
                  <a:pt x="810453" y="646385"/>
                </a:cubicBezTo>
                <a:lnTo>
                  <a:pt x="802717" y="654121"/>
                </a:lnTo>
                <a:cubicBezTo>
                  <a:pt x="798444" y="654121"/>
                  <a:pt x="794980" y="650657"/>
                  <a:pt x="794979" y="646384"/>
                </a:cubicBezTo>
                <a:lnTo>
                  <a:pt x="794979" y="553548"/>
                </a:lnTo>
                <a:cubicBezTo>
                  <a:pt x="794981" y="549275"/>
                  <a:pt x="798444" y="545811"/>
                  <a:pt x="802717" y="545811"/>
                </a:cubicBezTo>
                <a:close/>
                <a:moveTo>
                  <a:pt x="724581" y="545811"/>
                </a:moveTo>
                <a:cubicBezTo>
                  <a:pt x="754490" y="545811"/>
                  <a:pt x="778736" y="570057"/>
                  <a:pt x="778736" y="599966"/>
                </a:cubicBezTo>
                <a:cubicBezTo>
                  <a:pt x="778734" y="629875"/>
                  <a:pt x="754490" y="654121"/>
                  <a:pt x="724581" y="654121"/>
                </a:cubicBezTo>
                <a:cubicBezTo>
                  <a:pt x="694672" y="654121"/>
                  <a:pt x="670426" y="629875"/>
                  <a:pt x="670426" y="599966"/>
                </a:cubicBezTo>
                <a:cubicBezTo>
                  <a:pt x="670426" y="570057"/>
                  <a:pt x="694672" y="545811"/>
                  <a:pt x="724581" y="545811"/>
                </a:cubicBezTo>
                <a:close/>
                <a:moveTo>
                  <a:pt x="646447" y="545811"/>
                </a:moveTo>
                <a:cubicBezTo>
                  <a:pt x="650720" y="545811"/>
                  <a:pt x="654184" y="549275"/>
                  <a:pt x="654184" y="553548"/>
                </a:cubicBezTo>
                <a:cubicBezTo>
                  <a:pt x="654184" y="584494"/>
                  <a:pt x="654183" y="615439"/>
                  <a:pt x="654183" y="646385"/>
                </a:cubicBezTo>
                <a:lnTo>
                  <a:pt x="646447" y="654121"/>
                </a:lnTo>
                <a:cubicBezTo>
                  <a:pt x="642174" y="654121"/>
                  <a:pt x="638710" y="650657"/>
                  <a:pt x="638710" y="646384"/>
                </a:cubicBezTo>
                <a:lnTo>
                  <a:pt x="638710" y="553548"/>
                </a:lnTo>
                <a:cubicBezTo>
                  <a:pt x="638710" y="549275"/>
                  <a:pt x="642174" y="545811"/>
                  <a:pt x="646447" y="545811"/>
                </a:cubicBezTo>
                <a:close/>
                <a:moveTo>
                  <a:pt x="614730" y="545811"/>
                </a:moveTo>
                <a:cubicBezTo>
                  <a:pt x="619003" y="545811"/>
                  <a:pt x="622467" y="549275"/>
                  <a:pt x="622467" y="553548"/>
                </a:cubicBezTo>
                <a:cubicBezTo>
                  <a:pt x="622467" y="584494"/>
                  <a:pt x="622466" y="615439"/>
                  <a:pt x="622466" y="646385"/>
                </a:cubicBezTo>
                <a:lnTo>
                  <a:pt x="614730" y="654121"/>
                </a:lnTo>
                <a:cubicBezTo>
                  <a:pt x="610457" y="654121"/>
                  <a:pt x="606993" y="650657"/>
                  <a:pt x="606993" y="646384"/>
                </a:cubicBezTo>
                <a:lnTo>
                  <a:pt x="606993" y="553548"/>
                </a:lnTo>
                <a:cubicBezTo>
                  <a:pt x="606993" y="549275"/>
                  <a:pt x="610457" y="545811"/>
                  <a:pt x="614730" y="545811"/>
                </a:cubicBezTo>
                <a:close/>
                <a:moveTo>
                  <a:pt x="536594" y="545811"/>
                </a:moveTo>
                <a:cubicBezTo>
                  <a:pt x="566503" y="545811"/>
                  <a:pt x="590749" y="570057"/>
                  <a:pt x="590749" y="599966"/>
                </a:cubicBezTo>
                <a:cubicBezTo>
                  <a:pt x="590747" y="629875"/>
                  <a:pt x="566503" y="654121"/>
                  <a:pt x="536594" y="654121"/>
                </a:cubicBezTo>
                <a:cubicBezTo>
                  <a:pt x="506685" y="654121"/>
                  <a:pt x="482439" y="629875"/>
                  <a:pt x="482439" y="599966"/>
                </a:cubicBezTo>
                <a:cubicBezTo>
                  <a:pt x="482439" y="570057"/>
                  <a:pt x="506685" y="545811"/>
                  <a:pt x="536594" y="545811"/>
                </a:cubicBezTo>
                <a:close/>
                <a:moveTo>
                  <a:pt x="458460" y="545811"/>
                </a:moveTo>
                <a:cubicBezTo>
                  <a:pt x="462733" y="545811"/>
                  <a:pt x="466197" y="549275"/>
                  <a:pt x="466197" y="553548"/>
                </a:cubicBezTo>
                <a:cubicBezTo>
                  <a:pt x="466197" y="584494"/>
                  <a:pt x="466196" y="615439"/>
                  <a:pt x="466196" y="646385"/>
                </a:cubicBezTo>
                <a:lnTo>
                  <a:pt x="458460" y="654121"/>
                </a:lnTo>
                <a:cubicBezTo>
                  <a:pt x="454187" y="654121"/>
                  <a:pt x="450723" y="650657"/>
                  <a:pt x="450723" y="646384"/>
                </a:cubicBezTo>
                <a:lnTo>
                  <a:pt x="450723" y="553548"/>
                </a:lnTo>
                <a:cubicBezTo>
                  <a:pt x="450723" y="549275"/>
                  <a:pt x="454187" y="545811"/>
                  <a:pt x="458460" y="545811"/>
                </a:cubicBezTo>
                <a:close/>
                <a:moveTo>
                  <a:pt x="380324" y="545811"/>
                </a:moveTo>
                <a:cubicBezTo>
                  <a:pt x="410233" y="545811"/>
                  <a:pt x="434479" y="570057"/>
                  <a:pt x="434479" y="599966"/>
                </a:cubicBezTo>
                <a:cubicBezTo>
                  <a:pt x="434479" y="629875"/>
                  <a:pt x="410233" y="654121"/>
                  <a:pt x="380324" y="654121"/>
                </a:cubicBezTo>
                <a:cubicBezTo>
                  <a:pt x="350415" y="654121"/>
                  <a:pt x="326169" y="629875"/>
                  <a:pt x="326169" y="599966"/>
                </a:cubicBezTo>
                <a:cubicBezTo>
                  <a:pt x="326170" y="570057"/>
                  <a:pt x="350416" y="545811"/>
                  <a:pt x="380324" y="545811"/>
                </a:cubicBezTo>
                <a:close/>
                <a:moveTo>
                  <a:pt x="302188" y="545811"/>
                </a:moveTo>
                <a:cubicBezTo>
                  <a:pt x="306461" y="545811"/>
                  <a:pt x="309925" y="549275"/>
                  <a:pt x="309925" y="553548"/>
                </a:cubicBezTo>
                <a:lnTo>
                  <a:pt x="309925" y="646384"/>
                </a:lnTo>
                <a:cubicBezTo>
                  <a:pt x="309924" y="650657"/>
                  <a:pt x="306460" y="654121"/>
                  <a:pt x="302188" y="654121"/>
                </a:cubicBezTo>
                <a:lnTo>
                  <a:pt x="294452" y="646385"/>
                </a:lnTo>
                <a:cubicBezTo>
                  <a:pt x="294452" y="615439"/>
                  <a:pt x="294451" y="584494"/>
                  <a:pt x="294451" y="553548"/>
                </a:cubicBezTo>
                <a:cubicBezTo>
                  <a:pt x="294465" y="549275"/>
                  <a:pt x="297929" y="545811"/>
                  <a:pt x="302188" y="545811"/>
                </a:cubicBezTo>
                <a:close/>
                <a:moveTo>
                  <a:pt x="224053" y="545811"/>
                </a:moveTo>
                <a:cubicBezTo>
                  <a:pt x="253962" y="545811"/>
                  <a:pt x="278208" y="570057"/>
                  <a:pt x="278208" y="599966"/>
                </a:cubicBezTo>
                <a:cubicBezTo>
                  <a:pt x="278208" y="629875"/>
                  <a:pt x="253962" y="654121"/>
                  <a:pt x="224053" y="654121"/>
                </a:cubicBezTo>
                <a:cubicBezTo>
                  <a:pt x="194144" y="654121"/>
                  <a:pt x="169898" y="629875"/>
                  <a:pt x="169898" y="599966"/>
                </a:cubicBezTo>
                <a:cubicBezTo>
                  <a:pt x="169899" y="570057"/>
                  <a:pt x="194145" y="545811"/>
                  <a:pt x="224053" y="545811"/>
                </a:cubicBezTo>
                <a:close/>
                <a:moveTo>
                  <a:pt x="99499" y="545811"/>
                </a:moveTo>
                <a:cubicBezTo>
                  <a:pt x="129408" y="545811"/>
                  <a:pt x="153654" y="570057"/>
                  <a:pt x="153654" y="599966"/>
                </a:cubicBezTo>
                <a:cubicBezTo>
                  <a:pt x="153653" y="629875"/>
                  <a:pt x="129407" y="654121"/>
                  <a:pt x="99499" y="654121"/>
                </a:cubicBezTo>
                <a:cubicBezTo>
                  <a:pt x="69590" y="654121"/>
                  <a:pt x="45344" y="629875"/>
                  <a:pt x="45344" y="599966"/>
                </a:cubicBezTo>
                <a:cubicBezTo>
                  <a:pt x="45344" y="570057"/>
                  <a:pt x="69590" y="545811"/>
                  <a:pt x="99499" y="545811"/>
                </a:cubicBezTo>
                <a:close/>
                <a:moveTo>
                  <a:pt x="21364" y="545811"/>
                </a:moveTo>
                <a:cubicBezTo>
                  <a:pt x="25637" y="545811"/>
                  <a:pt x="29101" y="549275"/>
                  <a:pt x="29101" y="553548"/>
                </a:cubicBezTo>
                <a:lnTo>
                  <a:pt x="29101" y="646384"/>
                </a:lnTo>
                <a:cubicBezTo>
                  <a:pt x="29076" y="650657"/>
                  <a:pt x="25636" y="654121"/>
                  <a:pt x="21364" y="654121"/>
                </a:cubicBezTo>
                <a:lnTo>
                  <a:pt x="13628" y="646385"/>
                </a:lnTo>
                <a:cubicBezTo>
                  <a:pt x="13628" y="615439"/>
                  <a:pt x="13627" y="584494"/>
                  <a:pt x="13627" y="553548"/>
                </a:cubicBezTo>
                <a:cubicBezTo>
                  <a:pt x="13708" y="549275"/>
                  <a:pt x="17131" y="545811"/>
                  <a:pt x="21364" y="545811"/>
                </a:cubicBezTo>
                <a:close/>
                <a:moveTo>
                  <a:pt x="9003959" y="424760"/>
                </a:moveTo>
                <a:cubicBezTo>
                  <a:pt x="8982501" y="424760"/>
                  <a:pt x="8965106" y="442155"/>
                  <a:pt x="8965106" y="463613"/>
                </a:cubicBezTo>
                <a:cubicBezTo>
                  <a:pt x="8965106" y="485071"/>
                  <a:pt x="8982501" y="502466"/>
                  <a:pt x="9003959" y="502466"/>
                </a:cubicBezTo>
                <a:cubicBezTo>
                  <a:pt x="9025417" y="502466"/>
                  <a:pt x="9042812" y="485071"/>
                  <a:pt x="9042812" y="463613"/>
                </a:cubicBezTo>
                <a:cubicBezTo>
                  <a:pt x="9042812" y="442155"/>
                  <a:pt x="9025417" y="424760"/>
                  <a:pt x="9003959" y="424760"/>
                </a:cubicBezTo>
                <a:close/>
                <a:moveTo>
                  <a:pt x="8875545" y="424760"/>
                </a:moveTo>
                <a:cubicBezTo>
                  <a:pt x="8854087" y="424760"/>
                  <a:pt x="8836692" y="442155"/>
                  <a:pt x="8836692" y="463613"/>
                </a:cubicBezTo>
                <a:cubicBezTo>
                  <a:pt x="8836692" y="485071"/>
                  <a:pt x="8854087" y="502466"/>
                  <a:pt x="8875545" y="502466"/>
                </a:cubicBezTo>
                <a:cubicBezTo>
                  <a:pt x="8897003" y="502466"/>
                  <a:pt x="8914398" y="485071"/>
                  <a:pt x="8914398" y="463613"/>
                </a:cubicBezTo>
                <a:cubicBezTo>
                  <a:pt x="8914398" y="442155"/>
                  <a:pt x="8897003" y="424760"/>
                  <a:pt x="8875545" y="424760"/>
                </a:cubicBezTo>
                <a:close/>
                <a:moveTo>
                  <a:pt x="8711554" y="424760"/>
                </a:moveTo>
                <a:cubicBezTo>
                  <a:pt x="8690096" y="424760"/>
                  <a:pt x="8672701" y="442155"/>
                  <a:pt x="8672701" y="463613"/>
                </a:cubicBezTo>
                <a:cubicBezTo>
                  <a:pt x="8672701" y="485071"/>
                  <a:pt x="8690096" y="502466"/>
                  <a:pt x="8711554" y="502466"/>
                </a:cubicBezTo>
                <a:cubicBezTo>
                  <a:pt x="8733012" y="502466"/>
                  <a:pt x="8750407" y="485071"/>
                  <a:pt x="8750407" y="463613"/>
                </a:cubicBezTo>
                <a:cubicBezTo>
                  <a:pt x="8750407" y="442155"/>
                  <a:pt x="8733012" y="424760"/>
                  <a:pt x="8711554" y="424760"/>
                </a:cubicBezTo>
                <a:close/>
                <a:moveTo>
                  <a:pt x="8511986" y="424760"/>
                </a:moveTo>
                <a:cubicBezTo>
                  <a:pt x="8490528" y="424760"/>
                  <a:pt x="8473133" y="442155"/>
                  <a:pt x="8473133" y="463613"/>
                </a:cubicBezTo>
                <a:cubicBezTo>
                  <a:pt x="8473133" y="485071"/>
                  <a:pt x="8490528" y="502466"/>
                  <a:pt x="8511986" y="502466"/>
                </a:cubicBezTo>
                <a:cubicBezTo>
                  <a:pt x="8533444" y="502466"/>
                  <a:pt x="8550839" y="485071"/>
                  <a:pt x="8550839" y="463613"/>
                </a:cubicBezTo>
                <a:cubicBezTo>
                  <a:pt x="8550839" y="442155"/>
                  <a:pt x="8533444" y="424760"/>
                  <a:pt x="8511986" y="424760"/>
                </a:cubicBezTo>
                <a:close/>
                <a:moveTo>
                  <a:pt x="8276842" y="424760"/>
                </a:moveTo>
                <a:cubicBezTo>
                  <a:pt x="8255384" y="424760"/>
                  <a:pt x="8237989" y="442155"/>
                  <a:pt x="8237989" y="463613"/>
                </a:cubicBezTo>
                <a:cubicBezTo>
                  <a:pt x="8237989" y="485071"/>
                  <a:pt x="8255384" y="502466"/>
                  <a:pt x="8276842" y="502466"/>
                </a:cubicBezTo>
                <a:cubicBezTo>
                  <a:pt x="8298300" y="502466"/>
                  <a:pt x="8315695" y="485071"/>
                  <a:pt x="8315695" y="463613"/>
                </a:cubicBezTo>
                <a:cubicBezTo>
                  <a:pt x="8315695" y="442155"/>
                  <a:pt x="8298300" y="424760"/>
                  <a:pt x="8276842" y="424760"/>
                </a:cubicBezTo>
                <a:close/>
                <a:moveTo>
                  <a:pt x="8112851" y="424760"/>
                </a:moveTo>
                <a:cubicBezTo>
                  <a:pt x="8091393" y="424760"/>
                  <a:pt x="8073998" y="442155"/>
                  <a:pt x="8073998" y="463613"/>
                </a:cubicBezTo>
                <a:cubicBezTo>
                  <a:pt x="8073998" y="485071"/>
                  <a:pt x="8091393" y="502466"/>
                  <a:pt x="8112851" y="502466"/>
                </a:cubicBezTo>
                <a:cubicBezTo>
                  <a:pt x="8134309" y="502466"/>
                  <a:pt x="8151704" y="485071"/>
                  <a:pt x="8151704" y="463613"/>
                </a:cubicBezTo>
                <a:cubicBezTo>
                  <a:pt x="8151704" y="442155"/>
                  <a:pt x="8134309" y="424760"/>
                  <a:pt x="8112851" y="424760"/>
                </a:cubicBezTo>
                <a:close/>
                <a:moveTo>
                  <a:pt x="7984437" y="424760"/>
                </a:moveTo>
                <a:cubicBezTo>
                  <a:pt x="7962979" y="424760"/>
                  <a:pt x="7945584" y="442155"/>
                  <a:pt x="7945584" y="463613"/>
                </a:cubicBezTo>
                <a:cubicBezTo>
                  <a:pt x="7945584" y="485071"/>
                  <a:pt x="7962979" y="502466"/>
                  <a:pt x="7984437" y="502466"/>
                </a:cubicBezTo>
                <a:cubicBezTo>
                  <a:pt x="8005895" y="502466"/>
                  <a:pt x="8023290" y="485071"/>
                  <a:pt x="8023290" y="463613"/>
                </a:cubicBezTo>
                <a:cubicBezTo>
                  <a:pt x="8023290" y="442155"/>
                  <a:pt x="8005895" y="424760"/>
                  <a:pt x="7984437" y="424760"/>
                </a:cubicBezTo>
                <a:close/>
                <a:moveTo>
                  <a:pt x="7784869" y="424760"/>
                </a:moveTo>
                <a:cubicBezTo>
                  <a:pt x="7763411" y="424760"/>
                  <a:pt x="7746016" y="442155"/>
                  <a:pt x="7746016" y="463613"/>
                </a:cubicBezTo>
                <a:cubicBezTo>
                  <a:pt x="7746016" y="485071"/>
                  <a:pt x="7763411" y="502466"/>
                  <a:pt x="7784869" y="502466"/>
                </a:cubicBezTo>
                <a:cubicBezTo>
                  <a:pt x="7806327" y="502466"/>
                  <a:pt x="7823722" y="485071"/>
                  <a:pt x="7823722" y="463613"/>
                </a:cubicBezTo>
                <a:cubicBezTo>
                  <a:pt x="7823722" y="442155"/>
                  <a:pt x="7806327" y="424760"/>
                  <a:pt x="7784869" y="424760"/>
                </a:cubicBezTo>
                <a:close/>
                <a:moveTo>
                  <a:pt x="7656455" y="424760"/>
                </a:moveTo>
                <a:cubicBezTo>
                  <a:pt x="7634997" y="424760"/>
                  <a:pt x="7617602" y="442155"/>
                  <a:pt x="7617602" y="463613"/>
                </a:cubicBezTo>
                <a:cubicBezTo>
                  <a:pt x="7617602" y="485071"/>
                  <a:pt x="7634997" y="502466"/>
                  <a:pt x="7656455" y="502466"/>
                </a:cubicBezTo>
                <a:cubicBezTo>
                  <a:pt x="7677913" y="502466"/>
                  <a:pt x="7695308" y="485071"/>
                  <a:pt x="7695308" y="463613"/>
                </a:cubicBezTo>
                <a:cubicBezTo>
                  <a:pt x="7695308" y="442155"/>
                  <a:pt x="7677913" y="424760"/>
                  <a:pt x="7656455" y="424760"/>
                </a:cubicBezTo>
                <a:close/>
                <a:moveTo>
                  <a:pt x="7492464" y="424760"/>
                </a:moveTo>
                <a:cubicBezTo>
                  <a:pt x="7471006" y="424760"/>
                  <a:pt x="7453611" y="442155"/>
                  <a:pt x="7453611" y="463613"/>
                </a:cubicBezTo>
                <a:cubicBezTo>
                  <a:pt x="7453611" y="485071"/>
                  <a:pt x="7471006" y="502466"/>
                  <a:pt x="7492464" y="502466"/>
                </a:cubicBezTo>
                <a:cubicBezTo>
                  <a:pt x="7513922" y="502466"/>
                  <a:pt x="7531317" y="485071"/>
                  <a:pt x="7531317" y="463613"/>
                </a:cubicBezTo>
                <a:cubicBezTo>
                  <a:pt x="7531317" y="442155"/>
                  <a:pt x="7513922" y="424760"/>
                  <a:pt x="7492464" y="424760"/>
                </a:cubicBezTo>
                <a:close/>
                <a:moveTo>
                  <a:pt x="7292896" y="424760"/>
                </a:moveTo>
                <a:cubicBezTo>
                  <a:pt x="7271438" y="424760"/>
                  <a:pt x="7254043" y="442155"/>
                  <a:pt x="7254043" y="463613"/>
                </a:cubicBezTo>
                <a:cubicBezTo>
                  <a:pt x="7254043" y="485071"/>
                  <a:pt x="7271438" y="502466"/>
                  <a:pt x="7292896" y="502466"/>
                </a:cubicBezTo>
                <a:cubicBezTo>
                  <a:pt x="7314354" y="502466"/>
                  <a:pt x="7331749" y="485071"/>
                  <a:pt x="7331749" y="463613"/>
                </a:cubicBezTo>
                <a:cubicBezTo>
                  <a:pt x="7331749" y="442155"/>
                  <a:pt x="7314354" y="424760"/>
                  <a:pt x="7292896" y="424760"/>
                </a:cubicBezTo>
                <a:close/>
                <a:moveTo>
                  <a:pt x="7093782" y="424760"/>
                </a:moveTo>
                <a:cubicBezTo>
                  <a:pt x="7072324" y="424760"/>
                  <a:pt x="7054929" y="442155"/>
                  <a:pt x="7054929" y="463613"/>
                </a:cubicBezTo>
                <a:cubicBezTo>
                  <a:pt x="7054929" y="485071"/>
                  <a:pt x="7072324" y="502466"/>
                  <a:pt x="7093782" y="502466"/>
                </a:cubicBezTo>
                <a:cubicBezTo>
                  <a:pt x="7115240" y="502466"/>
                  <a:pt x="7132635" y="485071"/>
                  <a:pt x="7132635" y="463613"/>
                </a:cubicBezTo>
                <a:cubicBezTo>
                  <a:pt x="7132635" y="442155"/>
                  <a:pt x="7115240" y="424760"/>
                  <a:pt x="7093782" y="424760"/>
                </a:cubicBezTo>
                <a:close/>
                <a:moveTo>
                  <a:pt x="6929791" y="424760"/>
                </a:moveTo>
                <a:cubicBezTo>
                  <a:pt x="6908333" y="424760"/>
                  <a:pt x="6890938" y="442155"/>
                  <a:pt x="6890938" y="463613"/>
                </a:cubicBezTo>
                <a:cubicBezTo>
                  <a:pt x="6890938" y="485071"/>
                  <a:pt x="6908333" y="502466"/>
                  <a:pt x="6929791" y="502466"/>
                </a:cubicBezTo>
                <a:cubicBezTo>
                  <a:pt x="6951249" y="502466"/>
                  <a:pt x="6968644" y="485071"/>
                  <a:pt x="6968644" y="463613"/>
                </a:cubicBezTo>
                <a:cubicBezTo>
                  <a:pt x="6968644" y="442155"/>
                  <a:pt x="6951249" y="424760"/>
                  <a:pt x="6929791" y="424760"/>
                </a:cubicBezTo>
                <a:close/>
                <a:moveTo>
                  <a:pt x="6765800" y="424760"/>
                </a:moveTo>
                <a:cubicBezTo>
                  <a:pt x="6744342" y="424760"/>
                  <a:pt x="6726947" y="442155"/>
                  <a:pt x="6726947" y="463613"/>
                </a:cubicBezTo>
                <a:cubicBezTo>
                  <a:pt x="6726947" y="485071"/>
                  <a:pt x="6744342" y="502466"/>
                  <a:pt x="6765800" y="502466"/>
                </a:cubicBezTo>
                <a:cubicBezTo>
                  <a:pt x="6787258" y="502466"/>
                  <a:pt x="6804653" y="485071"/>
                  <a:pt x="6804653" y="463613"/>
                </a:cubicBezTo>
                <a:cubicBezTo>
                  <a:pt x="6804653" y="442155"/>
                  <a:pt x="6787258" y="424760"/>
                  <a:pt x="6765800" y="424760"/>
                </a:cubicBezTo>
                <a:close/>
                <a:moveTo>
                  <a:pt x="6637385" y="424760"/>
                </a:moveTo>
                <a:cubicBezTo>
                  <a:pt x="6615927" y="424760"/>
                  <a:pt x="6598532" y="442155"/>
                  <a:pt x="6598532" y="463613"/>
                </a:cubicBezTo>
                <a:cubicBezTo>
                  <a:pt x="6598532" y="485071"/>
                  <a:pt x="6615927" y="502466"/>
                  <a:pt x="6637385" y="502466"/>
                </a:cubicBezTo>
                <a:cubicBezTo>
                  <a:pt x="6658843" y="502466"/>
                  <a:pt x="6676238" y="485071"/>
                  <a:pt x="6676238" y="463613"/>
                </a:cubicBezTo>
                <a:cubicBezTo>
                  <a:pt x="6676238" y="442155"/>
                  <a:pt x="6658843" y="424760"/>
                  <a:pt x="6637385" y="424760"/>
                </a:cubicBezTo>
                <a:close/>
                <a:moveTo>
                  <a:pt x="6437818" y="424760"/>
                </a:moveTo>
                <a:cubicBezTo>
                  <a:pt x="6416360" y="424760"/>
                  <a:pt x="6398965" y="442155"/>
                  <a:pt x="6398965" y="463613"/>
                </a:cubicBezTo>
                <a:cubicBezTo>
                  <a:pt x="6398965" y="485071"/>
                  <a:pt x="6416360" y="502466"/>
                  <a:pt x="6437818" y="502466"/>
                </a:cubicBezTo>
                <a:cubicBezTo>
                  <a:pt x="6459276" y="502466"/>
                  <a:pt x="6476671" y="485071"/>
                  <a:pt x="6476671" y="463613"/>
                </a:cubicBezTo>
                <a:cubicBezTo>
                  <a:pt x="6476671" y="442155"/>
                  <a:pt x="6459276" y="424760"/>
                  <a:pt x="6437818" y="424760"/>
                </a:cubicBezTo>
                <a:close/>
                <a:moveTo>
                  <a:pt x="6273827" y="424760"/>
                </a:moveTo>
                <a:cubicBezTo>
                  <a:pt x="6252369" y="424760"/>
                  <a:pt x="6234974" y="442155"/>
                  <a:pt x="6234974" y="463613"/>
                </a:cubicBezTo>
                <a:cubicBezTo>
                  <a:pt x="6234974" y="485071"/>
                  <a:pt x="6252369" y="502466"/>
                  <a:pt x="6273827" y="502466"/>
                </a:cubicBezTo>
                <a:cubicBezTo>
                  <a:pt x="6295285" y="502466"/>
                  <a:pt x="6312680" y="485071"/>
                  <a:pt x="6312680" y="463613"/>
                </a:cubicBezTo>
                <a:cubicBezTo>
                  <a:pt x="6312680" y="442155"/>
                  <a:pt x="6295285" y="424760"/>
                  <a:pt x="6273827" y="424760"/>
                </a:cubicBezTo>
                <a:close/>
                <a:moveTo>
                  <a:pt x="6109836" y="424760"/>
                </a:moveTo>
                <a:cubicBezTo>
                  <a:pt x="6088378" y="424760"/>
                  <a:pt x="6070983" y="442155"/>
                  <a:pt x="6070983" y="463613"/>
                </a:cubicBezTo>
                <a:cubicBezTo>
                  <a:pt x="6070983" y="485071"/>
                  <a:pt x="6088378" y="502466"/>
                  <a:pt x="6109836" y="502466"/>
                </a:cubicBezTo>
                <a:cubicBezTo>
                  <a:pt x="6131294" y="502466"/>
                  <a:pt x="6148689" y="485071"/>
                  <a:pt x="6148689" y="463613"/>
                </a:cubicBezTo>
                <a:cubicBezTo>
                  <a:pt x="6148689" y="442155"/>
                  <a:pt x="6131294" y="424760"/>
                  <a:pt x="6109836" y="424760"/>
                </a:cubicBezTo>
                <a:close/>
                <a:moveTo>
                  <a:pt x="5874691" y="424760"/>
                </a:moveTo>
                <a:cubicBezTo>
                  <a:pt x="5853233" y="424760"/>
                  <a:pt x="5835838" y="442155"/>
                  <a:pt x="5835838" y="463613"/>
                </a:cubicBezTo>
                <a:cubicBezTo>
                  <a:pt x="5835838" y="485071"/>
                  <a:pt x="5853233" y="502466"/>
                  <a:pt x="5874691" y="502466"/>
                </a:cubicBezTo>
                <a:cubicBezTo>
                  <a:pt x="5896149" y="502466"/>
                  <a:pt x="5913544" y="485071"/>
                  <a:pt x="5913544" y="463613"/>
                </a:cubicBezTo>
                <a:cubicBezTo>
                  <a:pt x="5913544" y="442155"/>
                  <a:pt x="5896149" y="424760"/>
                  <a:pt x="5874691" y="424760"/>
                </a:cubicBezTo>
                <a:close/>
                <a:moveTo>
                  <a:pt x="5710700" y="424760"/>
                </a:moveTo>
                <a:cubicBezTo>
                  <a:pt x="5689242" y="424760"/>
                  <a:pt x="5671847" y="442155"/>
                  <a:pt x="5671847" y="463613"/>
                </a:cubicBezTo>
                <a:cubicBezTo>
                  <a:pt x="5671847" y="485071"/>
                  <a:pt x="5689242" y="502466"/>
                  <a:pt x="5710700" y="502466"/>
                </a:cubicBezTo>
                <a:cubicBezTo>
                  <a:pt x="5732158" y="502466"/>
                  <a:pt x="5749553" y="485071"/>
                  <a:pt x="5749553" y="463613"/>
                </a:cubicBezTo>
                <a:cubicBezTo>
                  <a:pt x="5749553" y="442155"/>
                  <a:pt x="5732158" y="424760"/>
                  <a:pt x="5710700" y="424760"/>
                </a:cubicBezTo>
                <a:close/>
                <a:moveTo>
                  <a:pt x="5511132" y="424760"/>
                </a:moveTo>
                <a:cubicBezTo>
                  <a:pt x="5489674" y="424760"/>
                  <a:pt x="5472279" y="442155"/>
                  <a:pt x="5472279" y="463613"/>
                </a:cubicBezTo>
                <a:cubicBezTo>
                  <a:pt x="5472279" y="485071"/>
                  <a:pt x="5489674" y="502466"/>
                  <a:pt x="5511132" y="502466"/>
                </a:cubicBezTo>
                <a:cubicBezTo>
                  <a:pt x="5532590" y="502466"/>
                  <a:pt x="5549985" y="485071"/>
                  <a:pt x="5549985" y="463613"/>
                </a:cubicBezTo>
                <a:cubicBezTo>
                  <a:pt x="5549985" y="442155"/>
                  <a:pt x="5532590" y="424760"/>
                  <a:pt x="5511132" y="424760"/>
                </a:cubicBezTo>
                <a:close/>
                <a:moveTo>
                  <a:pt x="5382718" y="424760"/>
                </a:moveTo>
                <a:cubicBezTo>
                  <a:pt x="5361260" y="424760"/>
                  <a:pt x="5343865" y="442155"/>
                  <a:pt x="5343865" y="463613"/>
                </a:cubicBezTo>
                <a:cubicBezTo>
                  <a:pt x="5343865" y="485071"/>
                  <a:pt x="5361260" y="502466"/>
                  <a:pt x="5382718" y="502466"/>
                </a:cubicBezTo>
                <a:cubicBezTo>
                  <a:pt x="5404176" y="502466"/>
                  <a:pt x="5421571" y="485071"/>
                  <a:pt x="5421571" y="463613"/>
                </a:cubicBezTo>
                <a:cubicBezTo>
                  <a:pt x="5421571" y="442155"/>
                  <a:pt x="5404176" y="424760"/>
                  <a:pt x="5382718" y="424760"/>
                </a:cubicBezTo>
                <a:close/>
                <a:moveTo>
                  <a:pt x="5183150" y="424760"/>
                </a:moveTo>
                <a:cubicBezTo>
                  <a:pt x="5161692" y="424760"/>
                  <a:pt x="5144297" y="442155"/>
                  <a:pt x="5144297" y="463613"/>
                </a:cubicBezTo>
                <a:cubicBezTo>
                  <a:pt x="5144297" y="485071"/>
                  <a:pt x="5161692" y="502466"/>
                  <a:pt x="5183150" y="502466"/>
                </a:cubicBezTo>
                <a:cubicBezTo>
                  <a:pt x="5204608" y="502466"/>
                  <a:pt x="5222003" y="485071"/>
                  <a:pt x="5222003" y="463613"/>
                </a:cubicBezTo>
                <a:cubicBezTo>
                  <a:pt x="5222003" y="442155"/>
                  <a:pt x="5204608" y="424760"/>
                  <a:pt x="5183150" y="424760"/>
                </a:cubicBezTo>
                <a:close/>
                <a:moveTo>
                  <a:pt x="5054736" y="424760"/>
                </a:moveTo>
                <a:cubicBezTo>
                  <a:pt x="5033278" y="424760"/>
                  <a:pt x="5015883" y="442155"/>
                  <a:pt x="5015883" y="463613"/>
                </a:cubicBezTo>
                <a:cubicBezTo>
                  <a:pt x="5015883" y="485071"/>
                  <a:pt x="5033278" y="502466"/>
                  <a:pt x="5054736" y="502466"/>
                </a:cubicBezTo>
                <a:cubicBezTo>
                  <a:pt x="5076194" y="502466"/>
                  <a:pt x="5093589" y="485071"/>
                  <a:pt x="5093589" y="463613"/>
                </a:cubicBezTo>
                <a:cubicBezTo>
                  <a:pt x="5093589" y="442155"/>
                  <a:pt x="5076194" y="424760"/>
                  <a:pt x="5054736" y="424760"/>
                </a:cubicBezTo>
                <a:close/>
                <a:moveTo>
                  <a:pt x="4855168" y="424760"/>
                </a:moveTo>
                <a:cubicBezTo>
                  <a:pt x="4833710" y="424760"/>
                  <a:pt x="4816315" y="442155"/>
                  <a:pt x="4816315" y="463613"/>
                </a:cubicBezTo>
                <a:cubicBezTo>
                  <a:pt x="4816315" y="485071"/>
                  <a:pt x="4833710" y="502466"/>
                  <a:pt x="4855168" y="502466"/>
                </a:cubicBezTo>
                <a:cubicBezTo>
                  <a:pt x="4876626" y="502466"/>
                  <a:pt x="4894021" y="485071"/>
                  <a:pt x="4894021" y="463613"/>
                </a:cubicBezTo>
                <a:cubicBezTo>
                  <a:pt x="4894021" y="442155"/>
                  <a:pt x="4876626" y="424760"/>
                  <a:pt x="4855168" y="424760"/>
                </a:cubicBezTo>
                <a:close/>
                <a:moveTo>
                  <a:pt x="4655600" y="424760"/>
                </a:moveTo>
                <a:cubicBezTo>
                  <a:pt x="4634142" y="424760"/>
                  <a:pt x="4616747" y="442155"/>
                  <a:pt x="4616747" y="463613"/>
                </a:cubicBezTo>
                <a:cubicBezTo>
                  <a:pt x="4616747" y="485071"/>
                  <a:pt x="4634142" y="502466"/>
                  <a:pt x="4655600" y="502466"/>
                </a:cubicBezTo>
                <a:cubicBezTo>
                  <a:pt x="4677058" y="502466"/>
                  <a:pt x="4694453" y="485071"/>
                  <a:pt x="4694453" y="463613"/>
                </a:cubicBezTo>
                <a:cubicBezTo>
                  <a:pt x="4694453" y="442155"/>
                  <a:pt x="4677058" y="424760"/>
                  <a:pt x="4655600" y="424760"/>
                </a:cubicBezTo>
                <a:close/>
                <a:moveTo>
                  <a:pt x="4491609" y="424760"/>
                </a:moveTo>
                <a:cubicBezTo>
                  <a:pt x="4470151" y="424760"/>
                  <a:pt x="4452756" y="442155"/>
                  <a:pt x="4452756" y="463613"/>
                </a:cubicBezTo>
                <a:cubicBezTo>
                  <a:pt x="4452756" y="485071"/>
                  <a:pt x="4470151" y="502466"/>
                  <a:pt x="4491609" y="502466"/>
                </a:cubicBezTo>
                <a:cubicBezTo>
                  <a:pt x="4513067" y="502466"/>
                  <a:pt x="4530462" y="485071"/>
                  <a:pt x="4530462" y="463613"/>
                </a:cubicBezTo>
                <a:cubicBezTo>
                  <a:pt x="4530462" y="442155"/>
                  <a:pt x="4513067" y="424760"/>
                  <a:pt x="4491609" y="424760"/>
                </a:cubicBezTo>
                <a:close/>
                <a:moveTo>
                  <a:pt x="4327618" y="424760"/>
                </a:moveTo>
                <a:cubicBezTo>
                  <a:pt x="4306160" y="424760"/>
                  <a:pt x="4288765" y="442155"/>
                  <a:pt x="4288765" y="463613"/>
                </a:cubicBezTo>
                <a:cubicBezTo>
                  <a:pt x="4288765" y="485071"/>
                  <a:pt x="4306160" y="502466"/>
                  <a:pt x="4327618" y="502466"/>
                </a:cubicBezTo>
                <a:cubicBezTo>
                  <a:pt x="4349076" y="502466"/>
                  <a:pt x="4366471" y="485071"/>
                  <a:pt x="4366471" y="463613"/>
                </a:cubicBezTo>
                <a:cubicBezTo>
                  <a:pt x="4366471" y="442155"/>
                  <a:pt x="4349076" y="424760"/>
                  <a:pt x="4327618" y="424760"/>
                </a:cubicBezTo>
                <a:close/>
                <a:moveTo>
                  <a:pt x="4128051" y="424760"/>
                </a:moveTo>
                <a:cubicBezTo>
                  <a:pt x="4106593" y="424760"/>
                  <a:pt x="4089198" y="442155"/>
                  <a:pt x="4089198" y="463613"/>
                </a:cubicBezTo>
                <a:cubicBezTo>
                  <a:pt x="4089198" y="485071"/>
                  <a:pt x="4106593" y="502466"/>
                  <a:pt x="4128051" y="502466"/>
                </a:cubicBezTo>
                <a:cubicBezTo>
                  <a:pt x="4149509" y="502466"/>
                  <a:pt x="4166904" y="485071"/>
                  <a:pt x="4166904" y="463613"/>
                </a:cubicBezTo>
                <a:cubicBezTo>
                  <a:pt x="4166904" y="442155"/>
                  <a:pt x="4149509" y="424760"/>
                  <a:pt x="4128051" y="424760"/>
                </a:cubicBezTo>
                <a:close/>
                <a:moveTo>
                  <a:pt x="3999636" y="424760"/>
                </a:moveTo>
                <a:cubicBezTo>
                  <a:pt x="3978178" y="424760"/>
                  <a:pt x="3960783" y="442155"/>
                  <a:pt x="3960783" y="463613"/>
                </a:cubicBezTo>
                <a:cubicBezTo>
                  <a:pt x="3960783" y="485071"/>
                  <a:pt x="3978178" y="502466"/>
                  <a:pt x="3999636" y="502466"/>
                </a:cubicBezTo>
                <a:cubicBezTo>
                  <a:pt x="4021094" y="502466"/>
                  <a:pt x="4038489" y="485071"/>
                  <a:pt x="4038489" y="463613"/>
                </a:cubicBezTo>
                <a:cubicBezTo>
                  <a:pt x="4038489" y="442155"/>
                  <a:pt x="4021094" y="424760"/>
                  <a:pt x="3999636" y="424760"/>
                </a:cubicBezTo>
                <a:close/>
                <a:moveTo>
                  <a:pt x="3835645" y="424760"/>
                </a:moveTo>
                <a:cubicBezTo>
                  <a:pt x="3814187" y="424760"/>
                  <a:pt x="3796792" y="442155"/>
                  <a:pt x="3796792" y="463613"/>
                </a:cubicBezTo>
                <a:cubicBezTo>
                  <a:pt x="3796792" y="485071"/>
                  <a:pt x="3814187" y="502466"/>
                  <a:pt x="3835645" y="502466"/>
                </a:cubicBezTo>
                <a:cubicBezTo>
                  <a:pt x="3857103" y="502466"/>
                  <a:pt x="3874498" y="485071"/>
                  <a:pt x="3874498" y="463613"/>
                </a:cubicBezTo>
                <a:cubicBezTo>
                  <a:pt x="3874498" y="442155"/>
                  <a:pt x="3857103" y="424760"/>
                  <a:pt x="3835645" y="424760"/>
                </a:cubicBezTo>
                <a:close/>
                <a:moveTo>
                  <a:pt x="3671654" y="424760"/>
                </a:moveTo>
                <a:cubicBezTo>
                  <a:pt x="3650196" y="424760"/>
                  <a:pt x="3632801" y="442155"/>
                  <a:pt x="3632801" y="463613"/>
                </a:cubicBezTo>
                <a:cubicBezTo>
                  <a:pt x="3632801" y="485071"/>
                  <a:pt x="3650196" y="502466"/>
                  <a:pt x="3671654" y="502466"/>
                </a:cubicBezTo>
                <a:cubicBezTo>
                  <a:pt x="3693112" y="502466"/>
                  <a:pt x="3710507" y="485071"/>
                  <a:pt x="3710507" y="463613"/>
                </a:cubicBezTo>
                <a:cubicBezTo>
                  <a:pt x="3710507" y="442155"/>
                  <a:pt x="3693112" y="424760"/>
                  <a:pt x="3671654" y="424760"/>
                </a:cubicBezTo>
                <a:close/>
                <a:moveTo>
                  <a:pt x="3436510" y="424760"/>
                </a:moveTo>
                <a:cubicBezTo>
                  <a:pt x="3415052" y="424760"/>
                  <a:pt x="3397657" y="442155"/>
                  <a:pt x="3397657" y="463613"/>
                </a:cubicBezTo>
                <a:cubicBezTo>
                  <a:pt x="3397657" y="485071"/>
                  <a:pt x="3415052" y="502466"/>
                  <a:pt x="3436510" y="502466"/>
                </a:cubicBezTo>
                <a:cubicBezTo>
                  <a:pt x="3457968" y="502466"/>
                  <a:pt x="3475363" y="485071"/>
                  <a:pt x="3475363" y="463613"/>
                </a:cubicBezTo>
                <a:cubicBezTo>
                  <a:pt x="3475363" y="442155"/>
                  <a:pt x="3457968" y="424760"/>
                  <a:pt x="3436510" y="424760"/>
                </a:cubicBezTo>
                <a:close/>
                <a:moveTo>
                  <a:pt x="3236942" y="424760"/>
                </a:moveTo>
                <a:cubicBezTo>
                  <a:pt x="3215484" y="424760"/>
                  <a:pt x="3198089" y="442155"/>
                  <a:pt x="3198089" y="463613"/>
                </a:cubicBezTo>
                <a:cubicBezTo>
                  <a:pt x="3198089" y="485071"/>
                  <a:pt x="3215484" y="502466"/>
                  <a:pt x="3236942" y="502466"/>
                </a:cubicBezTo>
                <a:cubicBezTo>
                  <a:pt x="3258400" y="502466"/>
                  <a:pt x="3275795" y="485071"/>
                  <a:pt x="3275795" y="463613"/>
                </a:cubicBezTo>
                <a:cubicBezTo>
                  <a:pt x="3275795" y="442155"/>
                  <a:pt x="3258400" y="424760"/>
                  <a:pt x="3236942" y="424760"/>
                </a:cubicBezTo>
                <a:close/>
                <a:moveTo>
                  <a:pt x="3072951" y="424760"/>
                </a:moveTo>
                <a:cubicBezTo>
                  <a:pt x="3051493" y="424760"/>
                  <a:pt x="3034098" y="442155"/>
                  <a:pt x="3034098" y="463613"/>
                </a:cubicBezTo>
                <a:cubicBezTo>
                  <a:pt x="3034098" y="485071"/>
                  <a:pt x="3051493" y="502466"/>
                  <a:pt x="3072951" y="502466"/>
                </a:cubicBezTo>
                <a:cubicBezTo>
                  <a:pt x="3094409" y="502466"/>
                  <a:pt x="3111804" y="485071"/>
                  <a:pt x="3111804" y="463613"/>
                </a:cubicBezTo>
                <a:cubicBezTo>
                  <a:pt x="3111804" y="442155"/>
                  <a:pt x="3094409" y="424760"/>
                  <a:pt x="3072951" y="424760"/>
                </a:cubicBezTo>
                <a:close/>
                <a:moveTo>
                  <a:pt x="2944537" y="424760"/>
                </a:moveTo>
                <a:cubicBezTo>
                  <a:pt x="2923079" y="424760"/>
                  <a:pt x="2905684" y="442155"/>
                  <a:pt x="2905684" y="463613"/>
                </a:cubicBezTo>
                <a:cubicBezTo>
                  <a:pt x="2905684" y="485071"/>
                  <a:pt x="2923079" y="502466"/>
                  <a:pt x="2944537" y="502466"/>
                </a:cubicBezTo>
                <a:cubicBezTo>
                  <a:pt x="2965995" y="502466"/>
                  <a:pt x="2983390" y="485071"/>
                  <a:pt x="2983390" y="463613"/>
                </a:cubicBezTo>
                <a:cubicBezTo>
                  <a:pt x="2983390" y="442155"/>
                  <a:pt x="2965995" y="424760"/>
                  <a:pt x="2944537" y="424760"/>
                </a:cubicBezTo>
                <a:close/>
                <a:moveTo>
                  <a:pt x="2744969" y="424760"/>
                </a:moveTo>
                <a:cubicBezTo>
                  <a:pt x="2723511" y="424760"/>
                  <a:pt x="2706116" y="442155"/>
                  <a:pt x="2706116" y="463613"/>
                </a:cubicBezTo>
                <a:cubicBezTo>
                  <a:pt x="2706116" y="485071"/>
                  <a:pt x="2723511" y="502466"/>
                  <a:pt x="2744969" y="502466"/>
                </a:cubicBezTo>
                <a:cubicBezTo>
                  <a:pt x="2766427" y="502466"/>
                  <a:pt x="2783822" y="485071"/>
                  <a:pt x="2783822" y="463613"/>
                </a:cubicBezTo>
                <a:cubicBezTo>
                  <a:pt x="2783822" y="442155"/>
                  <a:pt x="2766427" y="424760"/>
                  <a:pt x="2744969" y="424760"/>
                </a:cubicBezTo>
                <a:close/>
                <a:moveTo>
                  <a:pt x="2580978" y="424760"/>
                </a:moveTo>
                <a:cubicBezTo>
                  <a:pt x="2559520" y="424760"/>
                  <a:pt x="2542125" y="442155"/>
                  <a:pt x="2542125" y="463613"/>
                </a:cubicBezTo>
                <a:cubicBezTo>
                  <a:pt x="2542125" y="485071"/>
                  <a:pt x="2559520" y="502466"/>
                  <a:pt x="2580978" y="502466"/>
                </a:cubicBezTo>
                <a:cubicBezTo>
                  <a:pt x="2602436" y="502466"/>
                  <a:pt x="2619831" y="485071"/>
                  <a:pt x="2619831" y="463613"/>
                </a:cubicBezTo>
                <a:cubicBezTo>
                  <a:pt x="2619831" y="442155"/>
                  <a:pt x="2602436" y="424760"/>
                  <a:pt x="2580978" y="424760"/>
                </a:cubicBezTo>
                <a:close/>
                <a:moveTo>
                  <a:pt x="2416987" y="424760"/>
                </a:moveTo>
                <a:cubicBezTo>
                  <a:pt x="2395529" y="424760"/>
                  <a:pt x="2378134" y="442155"/>
                  <a:pt x="2378134" y="463613"/>
                </a:cubicBezTo>
                <a:cubicBezTo>
                  <a:pt x="2378134" y="485071"/>
                  <a:pt x="2395529" y="502466"/>
                  <a:pt x="2416987" y="502466"/>
                </a:cubicBezTo>
                <a:cubicBezTo>
                  <a:pt x="2438445" y="502466"/>
                  <a:pt x="2455840" y="485071"/>
                  <a:pt x="2455840" y="463613"/>
                </a:cubicBezTo>
                <a:cubicBezTo>
                  <a:pt x="2455840" y="442155"/>
                  <a:pt x="2438445" y="424760"/>
                  <a:pt x="2416987" y="424760"/>
                </a:cubicBezTo>
                <a:close/>
                <a:moveTo>
                  <a:pt x="2217419" y="424760"/>
                </a:moveTo>
                <a:cubicBezTo>
                  <a:pt x="2195961" y="424760"/>
                  <a:pt x="2178566" y="442155"/>
                  <a:pt x="2178566" y="463613"/>
                </a:cubicBezTo>
                <a:cubicBezTo>
                  <a:pt x="2178566" y="485071"/>
                  <a:pt x="2195961" y="502466"/>
                  <a:pt x="2217419" y="502466"/>
                </a:cubicBezTo>
                <a:cubicBezTo>
                  <a:pt x="2238877" y="502466"/>
                  <a:pt x="2256272" y="485071"/>
                  <a:pt x="2256272" y="463613"/>
                </a:cubicBezTo>
                <a:cubicBezTo>
                  <a:pt x="2256272" y="442155"/>
                  <a:pt x="2238877" y="424760"/>
                  <a:pt x="2217419" y="424760"/>
                </a:cubicBezTo>
                <a:close/>
                <a:moveTo>
                  <a:pt x="2053428" y="424760"/>
                </a:moveTo>
                <a:cubicBezTo>
                  <a:pt x="2031970" y="424760"/>
                  <a:pt x="2014575" y="442155"/>
                  <a:pt x="2014575" y="463613"/>
                </a:cubicBezTo>
                <a:cubicBezTo>
                  <a:pt x="2014575" y="485071"/>
                  <a:pt x="2031970" y="502466"/>
                  <a:pt x="2053428" y="502466"/>
                </a:cubicBezTo>
                <a:cubicBezTo>
                  <a:pt x="2074886" y="502466"/>
                  <a:pt x="2092281" y="485071"/>
                  <a:pt x="2092281" y="463613"/>
                </a:cubicBezTo>
                <a:cubicBezTo>
                  <a:pt x="2092281" y="442155"/>
                  <a:pt x="2074886" y="424760"/>
                  <a:pt x="2053428" y="424760"/>
                </a:cubicBezTo>
                <a:close/>
                <a:moveTo>
                  <a:pt x="1889437" y="424760"/>
                </a:moveTo>
                <a:cubicBezTo>
                  <a:pt x="1867979" y="424760"/>
                  <a:pt x="1850584" y="442155"/>
                  <a:pt x="1850584" y="463613"/>
                </a:cubicBezTo>
                <a:cubicBezTo>
                  <a:pt x="1850584" y="485071"/>
                  <a:pt x="1867979" y="502466"/>
                  <a:pt x="1889437" y="502466"/>
                </a:cubicBezTo>
                <a:cubicBezTo>
                  <a:pt x="1910895" y="502466"/>
                  <a:pt x="1928290" y="485071"/>
                  <a:pt x="1928290" y="463613"/>
                </a:cubicBezTo>
                <a:cubicBezTo>
                  <a:pt x="1928290" y="442155"/>
                  <a:pt x="1910895" y="424760"/>
                  <a:pt x="1889437" y="424760"/>
                </a:cubicBezTo>
                <a:close/>
                <a:moveTo>
                  <a:pt x="1689869" y="424760"/>
                </a:moveTo>
                <a:cubicBezTo>
                  <a:pt x="1668411" y="424760"/>
                  <a:pt x="1651016" y="442155"/>
                  <a:pt x="1651016" y="463613"/>
                </a:cubicBezTo>
                <a:cubicBezTo>
                  <a:pt x="1651016" y="485071"/>
                  <a:pt x="1668411" y="502466"/>
                  <a:pt x="1689869" y="502466"/>
                </a:cubicBezTo>
                <a:cubicBezTo>
                  <a:pt x="1711327" y="502466"/>
                  <a:pt x="1728722" y="485071"/>
                  <a:pt x="1728722" y="463613"/>
                </a:cubicBezTo>
                <a:cubicBezTo>
                  <a:pt x="1728722" y="442155"/>
                  <a:pt x="1711327" y="424760"/>
                  <a:pt x="1689869" y="424760"/>
                </a:cubicBezTo>
                <a:close/>
                <a:moveTo>
                  <a:pt x="1561455" y="424760"/>
                </a:moveTo>
                <a:cubicBezTo>
                  <a:pt x="1539997" y="424760"/>
                  <a:pt x="1522602" y="442155"/>
                  <a:pt x="1522602" y="463613"/>
                </a:cubicBezTo>
                <a:cubicBezTo>
                  <a:pt x="1522602" y="485071"/>
                  <a:pt x="1539997" y="502466"/>
                  <a:pt x="1561455" y="502466"/>
                </a:cubicBezTo>
                <a:cubicBezTo>
                  <a:pt x="1582913" y="502466"/>
                  <a:pt x="1600308" y="485071"/>
                  <a:pt x="1600308" y="463613"/>
                </a:cubicBezTo>
                <a:cubicBezTo>
                  <a:pt x="1600308" y="442155"/>
                  <a:pt x="1582913" y="424760"/>
                  <a:pt x="1561455" y="424760"/>
                </a:cubicBezTo>
                <a:close/>
                <a:moveTo>
                  <a:pt x="1397464" y="424760"/>
                </a:moveTo>
                <a:cubicBezTo>
                  <a:pt x="1376006" y="424760"/>
                  <a:pt x="1358611" y="442155"/>
                  <a:pt x="1358611" y="463613"/>
                </a:cubicBezTo>
                <a:cubicBezTo>
                  <a:pt x="1358611" y="485071"/>
                  <a:pt x="1376006" y="502466"/>
                  <a:pt x="1397464" y="502466"/>
                </a:cubicBezTo>
                <a:cubicBezTo>
                  <a:pt x="1418922" y="502466"/>
                  <a:pt x="1436317" y="485071"/>
                  <a:pt x="1436317" y="463613"/>
                </a:cubicBezTo>
                <a:cubicBezTo>
                  <a:pt x="1436317" y="442155"/>
                  <a:pt x="1418922" y="424760"/>
                  <a:pt x="1397464" y="424760"/>
                </a:cubicBezTo>
                <a:close/>
                <a:moveTo>
                  <a:pt x="1197896" y="424760"/>
                </a:moveTo>
                <a:cubicBezTo>
                  <a:pt x="1176438" y="424760"/>
                  <a:pt x="1159043" y="442155"/>
                  <a:pt x="1159043" y="463613"/>
                </a:cubicBezTo>
                <a:cubicBezTo>
                  <a:pt x="1159043" y="485071"/>
                  <a:pt x="1176438" y="502466"/>
                  <a:pt x="1197896" y="502466"/>
                </a:cubicBezTo>
                <a:cubicBezTo>
                  <a:pt x="1219354" y="502466"/>
                  <a:pt x="1236749" y="485071"/>
                  <a:pt x="1236749" y="463613"/>
                </a:cubicBezTo>
                <a:cubicBezTo>
                  <a:pt x="1236749" y="442155"/>
                  <a:pt x="1219354" y="424760"/>
                  <a:pt x="1197896" y="424760"/>
                </a:cubicBezTo>
                <a:close/>
                <a:moveTo>
                  <a:pt x="962752" y="424760"/>
                </a:moveTo>
                <a:cubicBezTo>
                  <a:pt x="941294" y="424760"/>
                  <a:pt x="923899" y="442155"/>
                  <a:pt x="923899" y="463613"/>
                </a:cubicBezTo>
                <a:cubicBezTo>
                  <a:pt x="923899" y="485071"/>
                  <a:pt x="941294" y="502466"/>
                  <a:pt x="962752" y="502466"/>
                </a:cubicBezTo>
                <a:cubicBezTo>
                  <a:pt x="984210" y="502466"/>
                  <a:pt x="1001605" y="485071"/>
                  <a:pt x="1001605" y="463613"/>
                </a:cubicBezTo>
                <a:cubicBezTo>
                  <a:pt x="1001605" y="442155"/>
                  <a:pt x="984210" y="424760"/>
                  <a:pt x="962752" y="424760"/>
                </a:cubicBezTo>
                <a:close/>
                <a:moveTo>
                  <a:pt x="798761" y="424760"/>
                </a:moveTo>
                <a:cubicBezTo>
                  <a:pt x="777303" y="424760"/>
                  <a:pt x="759908" y="442155"/>
                  <a:pt x="759908" y="463613"/>
                </a:cubicBezTo>
                <a:cubicBezTo>
                  <a:pt x="759908" y="485071"/>
                  <a:pt x="777303" y="502466"/>
                  <a:pt x="798761" y="502466"/>
                </a:cubicBezTo>
                <a:cubicBezTo>
                  <a:pt x="820219" y="502466"/>
                  <a:pt x="837614" y="485071"/>
                  <a:pt x="837614" y="463613"/>
                </a:cubicBezTo>
                <a:cubicBezTo>
                  <a:pt x="837613" y="442155"/>
                  <a:pt x="820219" y="424760"/>
                  <a:pt x="798761" y="424760"/>
                </a:cubicBezTo>
                <a:close/>
                <a:moveTo>
                  <a:pt x="670346" y="424760"/>
                </a:moveTo>
                <a:cubicBezTo>
                  <a:pt x="648889" y="424760"/>
                  <a:pt x="631494" y="442155"/>
                  <a:pt x="631494" y="463613"/>
                </a:cubicBezTo>
                <a:cubicBezTo>
                  <a:pt x="631494" y="485071"/>
                  <a:pt x="648889" y="502466"/>
                  <a:pt x="670346" y="502466"/>
                </a:cubicBezTo>
                <a:cubicBezTo>
                  <a:pt x="691805" y="502466"/>
                  <a:pt x="709200" y="485071"/>
                  <a:pt x="709200" y="463613"/>
                </a:cubicBezTo>
                <a:cubicBezTo>
                  <a:pt x="709199" y="442155"/>
                  <a:pt x="691805" y="424760"/>
                  <a:pt x="670346" y="424760"/>
                </a:cubicBezTo>
                <a:close/>
                <a:moveTo>
                  <a:pt x="470779" y="424760"/>
                </a:moveTo>
                <a:cubicBezTo>
                  <a:pt x="449321" y="424760"/>
                  <a:pt x="431926" y="442155"/>
                  <a:pt x="431926" y="463613"/>
                </a:cubicBezTo>
                <a:cubicBezTo>
                  <a:pt x="431926" y="485071"/>
                  <a:pt x="449321" y="502466"/>
                  <a:pt x="470779" y="502466"/>
                </a:cubicBezTo>
                <a:cubicBezTo>
                  <a:pt x="492237" y="502466"/>
                  <a:pt x="509632" y="485071"/>
                  <a:pt x="509632" y="463613"/>
                </a:cubicBezTo>
                <a:cubicBezTo>
                  <a:pt x="509631" y="442155"/>
                  <a:pt x="492237" y="424760"/>
                  <a:pt x="470779" y="424760"/>
                </a:cubicBezTo>
                <a:close/>
                <a:moveTo>
                  <a:pt x="342365" y="424760"/>
                </a:moveTo>
                <a:cubicBezTo>
                  <a:pt x="320907" y="424760"/>
                  <a:pt x="303512" y="442155"/>
                  <a:pt x="303512" y="463613"/>
                </a:cubicBezTo>
                <a:cubicBezTo>
                  <a:pt x="303513" y="485071"/>
                  <a:pt x="320908" y="502466"/>
                  <a:pt x="342365" y="502466"/>
                </a:cubicBezTo>
                <a:cubicBezTo>
                  <a:pt x="363823" y="502466"/>
                  <a:pt x="381218" y="485071"/>
                  <a:pt x="381218" y="463613"/>
                </a:cubicBezTo>
                <a:cubicBezTo>
                  <a:pt x="381217" y="442155"/>
                  <a:pt x="363822" y="424760"/>
                  <a:pt x="342365" y="424760"/>
                </a:cubicBezTo>
                <a:close/>
                <a:moveTo>
                  <a:pt x="178374" y="424760"/>
                </a:moveTo>
                <a:cubicBezTo>
                  <a:pt x="156916" y="424760"/>
                  <a:pt x="139521" y="442155"/>
                  <a:pt x="139521" y="463613"/>
                </a:cubicBezTo>
                <a:cubicBezTo>
                  <a:pt x="139522" y="485071"/>
                  <a:pt x="156917" y="502466"/>
                  <a:pt x="178374" y="502466"/>
                </a:cubicBezTo>
                <a:cubicBezTo>
                  <a:pt x="199832" y="502466"/>
                  <a:pt x="217227" y="485071"/>
                  <a:pt x="217227" y="463613"/>
                </a:cubicBezTo>
                <a:cubicBezTo>
                  <a:pt x="217226" y="442155"/>
                  <a:pt x="199831" y="424760"/>
                  <a:pt x="178374" y="424760"/>
                </a:cubicBezTo>
                <a:close/>
                <a:moveTo>
                  <a:pt x="0" y="413791"/>
                </a:moveTo>
                <a:cubicBezTo>
                  <a:pt x="19381" y="422017"/>
                  <a:pt x="32961" y="441229"/>
                  <a:pt x="32961" y="463613"/>
                </a:cubicBezTo>
                <a:cubicBezTo>
                  <a:pt x="32961" y="485997"/>
                  <a:pt x="19381" y="505209"/>
                  <a:pt x="0" y="513435"/>
                </a:cubicBezTo>
                <a:lnTo>
                  <a:pt x="0" y="493687"/>
                </a:lnTo>
                <a:cubicBezTo>
                  <a:pt x="11153" y="488339"/>
                  <a:pt x="17659" y="476736"/>
                  <a:pt x="17659" y="463613"/>
                </a:cubicBezTo>
                <a:cubicBezTo>
                  <a:pt x="17659" y="450490"/>
                  <a:pt x="11153" y="438887"/>
                  <a:pt x="0" y="433539"/>
                </a:cubicBezTo>
                <a:close/>
                <a:moveTo>
                  <a:pt x="9121532" y="409458"/>
                </a:moveTo>
                <a:cubicBezTo>
                  <a:pt x="9125805" y="409458"/>
                  <a:pt x="9129269" y="412922"/>
                  <a:pt x="9129269" y="417195"/>
                </a:cubicBezTo>
                <a:cubicBezTo>
                  <a:pt x="9129269" y="448143"/>
                  <a:pt x="9129268" y="479086"/>
                  <a:pt x="9129268" y="510032"/>
                </a:cubicBezTo>
                <a:lnTo>
                  <a:pt x="9121532" y="517768"/>
                </a:lnTo>
                <a:cubicBezTo>
                  <a:pt x="9117259" y="517768"/>
                  <a:pt x="9113795" y="514304"/>
                  <a:pt x="9113795" y="510031"/>
                </a:cubicBezTo>
                <a:lnTo>
                  <a:pt x="9113795" y="417195"/>
                </a:lnTo>
                <a:cubicBezTo>
                  <a:pt x="9113795" y="412922"/>
                  <a:pt x="9117259" y="409458"/>
                  <a:pt x="9121532" y="409458"/>
                </a:cubicBezTo>
                <a:close/>
                <a:moveTo>
                  <a:pt x="9085956" y="409458"/>
                </a:moveTo>
                <a:cubicBezTo>
                  <a:pt x="9090229" y="409458"/>
                  <a:pt x="9093693" y="412922"/>
                  <a:pt x="9093693" y="417195"/>
                </a:cubicBezTo>
                <a:cubicBezTo>
                  <a:pt x="9093693" y="448143"/>
                  <a:pt x="9093692" y="479086"/>
                  <a:pt x="9093692" y="510032"/>
                </a:cubicBezTo>
                <a:lnTo>
                  <a:pt x="9085956" y="517768"/>
                </a:lnTo>
                <a:cubicBezTo>
                  <a:pt x="9081683" y="517768"/>
                  <a:pt x="9078219" y="514304"/>
                  <a:pt x="9078219" y="510031"/>
                </a:cubicBezTo>
                <a:lnTo>
                  <a:pt x="9078219" y="417195"/>
                </a:lnTo>
                <a:cubicBezTo>
                  <a:pt x="9078219" y="412922"/>
                  <a:pt x="9081683" y="409458"/>
                  <a:pt x="9085956" y="409458"/>
                </a:cubicBezTo>
                <a:close/>
                <a:moveTo>
                  <a:pt x="9003959" y="409458"/>
                </a:moveTo>
                <a:cubicBezTo>
                  <a:pt x="9033868" y="409458"/>
                  <a:pt x="9058114" y="433704"/>
                  <a:pt x="9058114" y="463613"/>
                </a:cubicBezTo>
                <a:cubicBezTo>
                  <a:pt x="9058114" y="493522"/>
                  <a:pt x="9033868" y="517768"/>
                  <a:pt x="9003959" y="517768"/>
                </a:cubicBezTo>
                <a:cubicBezTo>
                  <a:pt x="8974050" y="517768"/>
                  <a:pt x="8949804" y="493522"/>
                  <a:pt x="8949804" y="463613"/>
                </a:cubicBezTo>
                <a:cubicBezTo>
                  <a:pt x="8949804" y="433704"/>
                  <a:pt x="8974050" y="409458"/>
                  <a:pt x="9003959" y="409458"/>
                </a:cubicBezTo>
                <a:close/>
                <a:moveTo>
                  <a:pt x="8875545" y="409458"/>
                </a:moveTo>
                <a:cubicBezTo>
                  <a:pt x="8905454" y="409458"/>
                  <a:pt x="8929700" y="433704"/>
                  <a:pt x="8929700" y="463613"/>
                </a:cubicBezTo>
                <a:cubicBezTo>
                  <a:pt x="8929700" y="493522"/>
                  <a:pt x="8905454" y="517768"/>
                  <a:pt x="8875545" y="517768"/>
                </a:cubicBezTo>
                <a:cubicBezTo>
                  <a:pt x="8845636" y="517768"/>
                  <a:pt x="8821390" y="493522"/>
                  <a:pt x="8821390" y="463613"/>
                </a:cubicBezTo>
                <a:cubicBezTo>
                  <a:pt x="8821390" y="433704"/>
                  <a:pt x="8845636" y="409458"/>
                  <a:pt x="8875545" y="409458"/>
                </a:cubicBezTo>
                <a:close/>
                <a:moveTo>
                  <a:pt x="8793550" y="409458"/>
                </a:moveTo>
                <a:cubicBezTo>
                  <a:pt x="8797823" y="409458"/>
                  <a:pt x="8801287" y="412922"/>
                  <a:pt x="8801287" y="417195"/>
                </a:cubicBezTo>
                <a:cubicBezTo>
                  <a:pt x="8801287" y="448143"/>
                  <a:pt x="8801286" y="479086"/>
                  <a:pt x="8801286" y="510032"/>
                </a:cubicBezTo>
                <a:lnTo>
                  <a:pt x="8793550" y="517768"/>
                </a:lnTo>
                <a:cubicBezTo>
                  <a:pt x="8789277" y="517768"/>
                  <a:pt x="8785813" y="514304"/>
                  <a:pt x="8785813" y="510031"/>
                </a:cubicBezTo>
                <a:lnTo>
                  <a:pt x="8785813" y="417195"/>
                </a:lnTo>
                <a:cubicBezTo>
                  <a:pt x="8785813" y="412922"/>
                  <a:pt x="8789277" y="409458"/>
                  <a:pt x="8793550" y="409458"/>
                </a:cubicBezTo>
                <a:close/>
                <a:moveTo>
                  <a:pt x="8711554" y="409458"/>
                </a:moveTo>
                <a:cubicBezTo>
                  <a:pt x="8741463" y="409458"/>
                  <a:pt x="8765709" y="433704"/>
                  <a:pt x="8765709" y="463613"/>
                </a:cubicBezTo>
                <a:cubicBezTo>
                  <a:pt x="8765709" y="493522"/>
                  <a:pt x="8741463" y="517768"/>
                  <a:pt x="8711554" y="517768"/>
                </a:cubicBezTo>
                <a:cubicBezTo>
                  <a:pt x="8681645" y="517768"/>
                  <a:pt x="8657399" y="493522"/>
                  <a:pt x="8657399" y="463613"/>
                </a:cubicBezTo>
                <a:cubicBezTo>
                  <a:pt x="8657399" y="433704"/>
                  <a:pt x="8681645" y="409458"/>
                  <a:pt x="8711554" y="409458"/>
                </a:cubicBezTo>
                <a:close/>
                <a:moveTo>
                  <a:pt x="8629559" y="409458"/>
                </a:moveTo>
                <a:cubicBezTo>
                  <a:pt x="8633832" y="409458"/>
                  <a:pt x="8637296" y="412922"/>
                  <a:pt x="8637296" y="417195"/>
                </a:cubicBezTo>
                <a:cubicBezTo>
                  <a:pt x="8637296" y="448143"/>
                  <a:pt x="8637295" y="479086"/>
                  <a:pt x="8637295" y="510032"/>
                </a:cubicBezTo>
                <a:lnTo>
                  <a:pt x="8629559" y="517768"/>
                </a:lnTo>
                <a:cubicBezTo>
                  <a:pt x="8625286" y="517768"/>
                  <a:pt x="8621822" y="514304"/>
                  <a:pt x="8621822" y="510031"/>
                </a:cubicBezTo>
                <a:lnTo>
                  <a:pt x="8621822" y="417195"/>
                </a:lnTo>
                <a:cubicBezTo>
                  <a:pt x="8621822" y="412922"/>
                  <a:pt x="8625286" y="409458"/>
                  <a:pt x="8629559" y="409458"/>
                </a:cubicBezTo>
                <a:close/>
                <a:moveTo>
                  <a:pt x="8593983" y="409458"/>
                </a:moveTo>
                <a:cubicBezTo>
                  <a:pt x="8598256" y="409458"/>
                  <a:pt x="8601720" y="412922"/>
                  <a:pt x="8601720" y="417195"/>
                </a:cubicBezTo>
                <a:cubicBezTo>
                  <a:pt x="8601720" y="448143"/>
                  <a:pt x="8601719" y="479086"/>
                  <a:pt x="8601719" y="510032"/>
                </a:cubicBezTo>
                <a:lnTo>
                  <a:pt x="8593983" y="517768"/>
                </a:lnTo>
                <a:cubicBezTo>
                  <a:pt x="8589710" y="517768"/>
                  <a:pt x="8586246" y="514304"/>
                  <a:pt x="8586246" y="510031"/>
                </a:cubicBezTo>
                <a:lnTo>
                  <a:pt x="8586246" y="417195"/>
                </a:lnTo>
                <a:cubicBezTo>
                  <a:pt x="8586246" y="412922"/>
                  <a:pt x="8589710" y="409458"/>
                  <a:pt x="8593983" y="409458"/>
                </a:cubicBezTo>
                <a:close/>
                <a:moveTo>
                  <a:pt x="8511986" y="409458"/>
                </a:moveTo>
                <a:cubicBezTo>
                  <a:pt x="8541895" y="409458"/>
                  <a:pt x="8566141" y="433704"/>
                  <a:pt x="8566141" y="463613"/>
                </a:cubicBezTo>
                <a:cubicBezTo>
                  <a:pt x="8566141" y="493522"/>
                  <a:pt x="8541895" y="517768"/>
                  <a:pt x="8511986" y="517768"/>
                </a:cubicBezTo>
                <a:cubicBezTo>
                  <a:pt x="8482077" y="517768"/>
                  <a:pt x="8457831" y="493522"/>
                  <a:pt x="8457831" y="463613"/>
                </a:cubicBezTo>
                <a:cubicBezTo>
                  <a:pt x="8457831" y="433704"/>
                  <a:pt x="8482077" y="409458"/>
                  <a:pt x="8511986" y="409458"/>
                </a:cubicBezTo>
                <a:close/>
                <a:moveTo>
                  <a:pt x="8429992" y="409458"/>
                </a:moveTo>
                <a:cubicBezTo>
                  <a:pt x="8434265" y="409458"/>
                  <a:pt x="8437729" y="412922"/>
                  <a:pt x="8437729" y="417195"/>
                </a:cubicBezTo>
                <a:cubicBezTo>
                  <a:pt x="8437729" y="448143"/>
                  <a:pt x="8437728" y="479086"/>
                  <a:pt x="8437728" y="510032"/>
                </a:cubicBezTo>
                <a:lnTo>
                  <a:pt x="8429992" y="517768"/>
                </a:lnTo>
                <a:cubicBezTo>
                  <a:pt x="8425719" y="517768"/>
                  <a:pt x="8422255" y="514304"/>
                  <a:pt x="8422255" y="510031"/>
                </a:cubicBezTo>
                <a:lnTo>
                  <a:pt x="8422255" y="417195"/>
                </a:lnTo>
                <a:cubicBezTo>
                  <a:pt x="8422255" y="412922"/>
                  <a:pt x="8425719" y="409458"/>
                  <a:pt x="8429992" y="409458"/>
                </a:cubicBezTo>
                <a:close/>
                <a:moveTo>
                  <a:pt x="8394415" y="409458"/>
                </a:moveTo>
                <a:cubicBezTo>
                  <a:pt x="8398688" y="409458"/>
                  <a:pt x="8402152" y="412922"/>
                  <a:pt x="8402152" y="417195"/>
                </a:cubicBezTo>
                <a:cubicBezTo>
                  <a:pt x="8402152" y="448143"/>
                  <a:pt x="8402151" y="479086"/>
                  <a:pt x="8402151" y="510032"/>
                </a:cubicBezTo>
                <a:lnTo>
                  <a:pt x="8394415" y="517768"/>
                </a:lnTo>
                <a:cubicBezTo>
                  <a:pt x="8390142" y="517768"/>
                  <a:pt x="8386678" y="514304"/>
                  <a:pt x="8386678" y="510031"/>
                </a:cubicBezTo>
                <a:lnTo>
                  <a:pt x="8386678" y="417195"/>
                </a:lnTo>
                <a:cubicBezTo>
                  <a:pt x="8386678" y="412922"/>
                  <a:pt x="8390142" y="409458"/>
                  <a:pt x="8394415" y="409458"/>
                </a:cubicBezTo>
                <a:close/>
                <a:moveTo>
                  <a:pt x="8358838" y="409458"/>
                </a:moveTo>
                <a:cubicBezTo>
                  <a:pt x="8363111" y="409458"/>
                  <a:pt x="8366575" y="412922"/>
                  <a:pt x="8366575" y="417195"/>
                </a:cubicBezTo>
                <a:cubicBezTo>
                  <a:pt x="8366575" y="448143"/>
                  <a:pt x="8366574" y="479086"/>
                  <a:pt x="8366574" y="510032"/>
                </a:cubicBezTo>
                <a:lnTo>
                  <a:pt x="8358838" y="517768"/>
                </a:lnTo>
                <a:cubicBezTo>
                  <a:pt x="8354565" y="517768"/>
                  <a:pt x="8351101" y="514304"/>
                  <a:pt x="8351101" y="510031"/>
                </a:cubicBezTo>
                <a:lnTo>
                  <a:pt x="8351101" y="417195"/>
                </a:lnTo>
                <a:cubicBezTo>
                  <a:pt x="8351101" y="412922"/>
                  <a:pt x="8354565" y="409458"/>
                  <a:pt x="8358838" y="409458"/>
                </a:cubicBezTo>
                <a:close/>
                <a:moveTo>
                  <a:pt x="8276842" y="409458"/>
                </a:moveTo>
                <a:cubicBezTo>
                  <a:pt x="8306751" y="409458"/>
                  <a:pt x="8330997" y="433704"/>
                  <a:pt x="8330997" y="463613"/>
                </a:cubicBezTo>
                <a:cubicBezTo>
                  <a:pt x="8330997" y="493522"/>
                  <a:pt x="8306751" y="517768"/>
                  <a:pt x="8276842" y="517768"/>
                </a:cubicBezTo>
                <a:cubicBezTo>
                  <a:pt x="8246933" y="517768"/>
                  <a:pt x="8222687" y="493522"/>
                  <a:pt x="8222687" y="463613"/>
                </a:cubicBezTo>
                <a:cubicBezTo>
                  <a:pt x="8222687" y="433704"/>
                  <a:pt x="8246933" y="409458"/>
                  <a:pt x="8276842" y="409458"/>
                </a:cubicBezTo>
                <a:close/>
                <a:moveTo>
                  <a:pt x="8194847" y="409458"/>
                </a:moveTo>
                <a:cubicBezTo>
                  <a:pt x="8199120" y="409458"/>
                  <a:pt x="8202584" y="412922"/>
                  <a:pt x="8202584" y="417195"/>
                </a:cubicBezTo>
                <a:cubicBezTo>
                  <a:pt x="8202584" y="448143"/>
                  <a:pt x="8202583" y="479086"/>
                  <a:pt x="8202583" y="510032"/>
                </a:cubicBezTo>
                <a:lnTo>
                  <a:pt x="8194847" y="517768"/>
                </a:lnTo>
                <a:cubicBezTo>
                  <a:pt x="8190574" y="517768"/>
                  <a:pt x="8187110" y="514304"/>
                  <a:pt x="8187110" y="510031"/>
                </a:cubicBezTo>
                <a:lnTo>
                  <a:pt x="8187110" y="417195"/>
                </a:lnTo>
                <a:cubicBezTo>
                  <a:pt x="8187110" y="412922"/>
                  <a:pt x="8190574" y="409458"/>
                  <a:pt x="8194847" y="409458"/>
                </a:cubicBezTo>
                <a:close/>
                <a:moveTo>
                  <a:pt x="8112851" y="409458"/>
                </a:moveTo>
                <a:cubicBezTo>
                  <a:pt x="8142760" y="409458"/>
                  <a:pt x="8167006" y="433704"/>
                  <a:pt x="8167006" y="463613"/>
                </a:cubicBezTo>
                <a:cubicBezTo>
                  <a:pt x="8167006" y="493522"/>
                  <a:pt x="8142760" y="517768"/>
                  <a:pt x="8112851" y="517768"/>
                </a:cubicBezTo>
                <a:cubicBezTo>
                  <a:pt x="8082942" y="517768"/>
                  <a:pt x="8058696" y="493522"/>
                  <a:pt x="8058696" y="463613"/>
                </a:cubicBezTo>
                <a:cubicBezTo>
                  <a:pt x="8058696" y="433704"/>
                  <a:pt x="8082942" y="409458"/>
                  <a:pt x="8112851" y="409458"/>
                </a:cubicBezTo>
                <a:close/>
                <a:moveTo>
                  <a:pt x="7984437" y="409458"/>
                </a:moveTo>
                <a:cubicBezTo>
                  <a:pt x="8014346" y="409458"/>
                  <a:pt x="8038592" y="433704"/>
                  <a:pt x="8038592" y="463613"/>
                </a:cubicBezTo>
                <a:cubicBezTo>
                  <a:pt x="8038592" y="493522"/>
                  <a:pt x="8014346" y="517768"/>
                  <a:pt x="7984437" y="517768"/>
                </a:cubicBezTo>
                <a:cubicBezTo>
                  <a:pt x="7954528" y="517768"/>
                  <a:pt x="7930282" y="493522"/>
                  <a:pt x="7930282" y="463613"/>
                </a:cubicBezTo>
                <a:cubicBezTo>
                  <a:pt x="7930282" y="433704"/>
                  <a:pt x="7954528" y="409458"/>
                  <a:pt x="7984437" y="409458"/>
                </a:cubicBezTo>
                <a:close/>
                <a:moveTo>
                  <a:pt x="7902442" y="409458"/>
                </a:moveTo>
                <a:cubicBezTo>
                  <a:pt x="7906715" y="409458"/>
                  <a:pt x="7910179" y="412922"/>
                  <a:pt x="7910179" y="417195"/>
                </a:cubicBezTo>
                <a:cubicBezTo>
                  <a:pt x="7910179" y="448143"/>
                  <a:pt x="7910178" y="479086"/>
                  <a:pt x="7910178" y="510032"/>
                </a:cubicBezTo>
                <a:lnTo>
                  <a:pt x="7902442" y="517768"/>
                </a:lnTo>
                <a:cubicBezTo>
                  <a:pt x="7898169" y="517768"/>
                  <a:pt x="7894705" y="514304"/>
                  <a:pt x="7894705" y="510031"/>
                </a:cubicBezTo>
                <a:lnTo>
                  <a:pt x="7894705" y="417195"/>
                </a:lnTo>
                <a:cubicBezTo>
                  <a:pt x="7894705" y="412922"/>
                  <a:pt x="7898169" y="409458"/>
                  <a:pt x="7902442" y="409458"/>
                </a:cubicBezTo>
                <a:close/>
                <a:moveTo>
                  <a:pt x="7866865" y="409458"/>
                </a:moveTo>
                <a:cubicBezTo>
                  <a:pt x="7871138" y="409458"/>
                  <a:pt x="7874602" y="412922"/>
                  <a:pt x="7874602" y="417195"/>
                </a:cubicBezTo>
                <a:cubicBezTo>
                  <a:pt x="7874602" y="448143"/>
                  <a:pt x="7874601" y="479086"/>
                  <a:pt x="7874601" y="510032"/>
                </a:cubicBezTo>
                <a:lnTo>
                  <a:pt x="7866865" y="517768"/>
                </a:lnTo>
                <a:cubicBezTo>
                  <a:pt x="7862592" y="517768"/>
                  <a:pt x="7859128" y="514304"/>
                  <a:pt x="7859128" y="510031"/>
                </a:cubicBezTo>
                <a:lnTo>
                  <a:pt x="7859128" y="417195"/>
                </a:lnTo>
                <a:cubicBezTo>
                  <a:pt x="7859128" y="412922"/>
                  <a:pt x="7862592" y="409458"/>
                  <a:pt x="7866865" y="409458"/>
                </a:cubicBezTo>
                <a:close/>
                <a:moveTo>
                  <a:pt x="7784869" y="409458"/>
                </a:moveTo>
                <a:cubicBezTo>
                  <a:pt x="7814778" y="409458"/>
                  <a:pt x="7839024" y="433704"/>
                  <a:pt x="7839024" y="463613"/>
                </a:cubicBezTo>
                <a:cubicBezTo>
                  <a:pt x="7839024" y="493522"/>
                  <a:pt x="7814778" y="517768"/>
                  <a:pt x="7784869" y="517768"/>
                </a:cubicBezTo>
                <a:cubicBezTo>
                  <a:pt x="7754960" y="517768"/>
                  <a:pt x="7730714" y="493522"/>
                  <a:pt x="7730714" y="463613"/>
                </a:cubicBezTo>
                <a:cubicBezTo>
                  <a:pt x="7730714" y="433704"/>
                  <a:pt x="7754960" y="409458"/>
                  <a:pt x="7784869" y="409458"/>
                </a:cubicBezTo>
                <a:close/>
                <a:moveTo>
                  <a:pt x="7656455" y="409458"/>
                </a:moveTo>
                <a:cubicBezTo>
                  <a:pt x="7686364" y="409458"/>
                  <a:pt x="7710610" y="433704"/>
                  <a:pt x="7710610" y="463613"/>
                </a:cubicBezTo>
                <a:cubicBezTo>
                  <a:pt x="7710610" y="493522"/>
                  <a:pt x="7686364" y="517768"/>
                  <a:pt x="7656455" y="517768"/>
                </a:cubicBezTo>
                <a:cubicBezTo>
                  <a:pt x="7626546" y="517768"/>
                  <a:pt x="7602300" y="493522"/>
                  <a:pt x="7602300" y="463613"/>
                </a:cubicBezTo>
                <a:cubicBezTo>
                  <a:pt x="7602300" y="433704"/>
                  <a:pt x="7626546" y="409458"/>
                  <a:pt x="7656455" y="409458"/>
                </a:cubicBezTo>
                <a:close/>
                <a:moveTo>
                  <a:pt x="7574460" y="409458"/>
                </a:moveTo>
                <a:cubicBezTo>
                  <a:pt x="7578733" y="409458"/>
                  <a:pt x="7582197" y="412922"/>
                  <a:pt x="7582197" y="417195"/>
                </a:cubicBezTo>
                <a:cubicBezTo>
                  <a:pt x="7582197" y="448143"/>
                  <a:pt x="7582196" y="479086"/>
                  <a:pt x="7582196" y="510032"/>
                </a:cubicBezTo>
                <a:lnTo>
                  <a:pt x="7574460" y="517768"/>
                </a:lnTo>
                <a:cubicBezTo>
                  <a:pt x="7570187" y="517768"/>
                  <a:pt x="7566723" y="514304"/>
                  <a:pt x="7566723" y="510031"/>
                </a:cubicBezTo>
                <a:lnTo>
                  <a:pt x="7566723" y="417195"/>
                </a:lnTo>
                <a:cubicBezTo>
                  <a:pt x="7566723" y="412922"/>
                  <a:pt x="7570187" y="409458"/>
                  <a:pt x="7574460" y="409458"/>
                </a:cubicBezTo>
                <a:close/>
                <a:moveTo>
                  <a:pt x="7492464" y="409458"/>
                </a:moveTo>
                <a:cubicBezTo>
                  <a:pt x="7522373" y="409458"/>
                  <a:pt x="7546619" y="433704"/>
                  <a:pt x="7546619" y="463613"/>
                </a:cubicBezTo>
                <a:cubicBezTo>
                  <a:pt x="7546619" y="493522"/>
                  <a:pt x="7522373" y="517768"/>
                  <a:pt x="7492464" y="517768"/>
                </a:cubicBezTo>
                <a:cubicBezTo>
                  <a:pt x="7462555" y="517768"/>
                  <a:pt x="7438309" y="493522"/>
                  <a:pt x="7438309" y="463613"/>
                </a:cubicBezTo>
                <a:cubicBezTo>
                  <a:pt x="7438309" y="433704"/>
                  <a:pt x="7462555" y="409458"/>
                  <a:pt x="7492464" y="409458"/>
                </a:cubicBezTo>
                <a:close/>
                <a:moveTo>
                  <a:pt x="7410469" y="409458"/>
                </a:moveTo>
                <a:cubicBezTo>
                  <a:pt x="7414742" y="409458"/>
                  <a:pt x="7418206" y="412922"/>
                  <a:pt x="7418206" y="417195"/>
                </a:cubicBezTo>
                <a:cubicBezTo>
                  <a:pt x="7418206" y="448143"/>
                  <a:pt x="7418205" y="479086"/>
                  <a:pt x="7418205" y="510032"/>
                </a:cubicBezTo>
                <a:lnTo>
                  <a:pt x="7410469" y="517768"/>
                </a:lnTo>
                <a:cubicBezTo>
                  <a:pt x="7406196" y="517768"/>
                  <a:pt x="7402732" y="514304"/>
                  <a:pt x="7402732" y="510031"/>
                </a:cubicBezTo>
                <a:lnTo>
                  <a:pt x="7402732" y="417195"/>
                </a:lnTo>
                <a:cubicBezTo>
                  <a:pt x="7402732" y="412922"/>
                  <a:pt x="7406196" y="409458"/>
                  <a:pt x="7410469" y="409458"/>
                </a:cubicBezTo>
                <a:close/>
                <a:moveTo>
                  <a:pt x="7374892" y="409458"/>
                </a:moveTo>
                <a:cubicBezTo>
                  <a:pt x="7379165" y="409458"/>
                  <a:pt x="7382629" y="412922"/>
                  <a:pt x="7382629" y="417195"/>
                </a:cubicBezTo>
                <a:cubicBezTo>
                  <a:pt x="7382629" y="448143"/>
                  <a:pt x="7382628" y="479086"/>
                  <a:pt x="7382628" y="510032"/>
                </a:cubicBezTo>
                <a:lnTo>
                  <a:pt x="7374892" y="517768"/>
                </a:lnTo>
                <a:cubicBezTo>
                  <a:pt x="7370619" y="517768"/>
                  <a:pt x="7367155" y="514304"/>
                  <a:pt x="7367155" y="510031"/>
                </a:cubicBezTo>
                <a:lnTo>
                  <a:pt x="7367155" y="417195"/>
                </a:lnTo>
                <a:cubicBezTo>
                  <a:pt x="7367155" y="412922"/>
                  <a:pt x="7370619" y="409458"/>
                  <a:pt x="7374892" y="409458"/>
                </a:cubicBezTo>
                <a:close/>
                <a:moveTo>
                  <a:pt x="7292896" y="409458"/>
                </a:moveTo>
                <a:cubicBezTo>
                  <a:pt x="7322805" y="409458"/>
                  <a:pt x="7347051" y="433704"/>
                  <a:pt x="7347051" y="463613"/>
                </a:cubicBezTo>
                <a:cubicBezTo>
                  <a:pt x="7347051" y="493522"/>
                  <a:pt x="7322805" y="517768"/>
                  <a:pt x="7292896" y="517768"/>
                </a:cubicBezTo>
                <a:cubicBezTo>
                  <a:pt x="7262987" y="517768"/>
                  <a:pt x="7238741" y="493522"/>
                  <a:pt x="7238741" y="463613"/>
                </a:cubicBezTo>
                <a:cubicBezTo>
                  <a:pt x="7238741" y="433704"/>
                  <a:pt x="7262987" y="409458"/>
                  <a:pt x="7292896" y="409458"/>
                </a:cubicBezTo>
                <a:close/>
                <a:moveTo>
                  <a:pt x="7210901" y="409458"/>
                </a:moveTo>
                <a:cubicBezTo>
                  <a:pt x="7215174" y="409458"/>
                  <a:pt x="7218638" y="412922"/>
                  <a:pt x="7218638" y="417195"/>
                </a:cubicBezTo>
                <a:cubicBezTo>
                  <a:pt x="7218638" y="448143"/>
                  <a:pt x="7218637" y="479086"/>
                  <a:pt x="7218637" y="510032"/>
                </a:cubicBezTo>
                <a:lnTo>
                  <a:pt x="7210901" y="517768"/>
                </a:lnTo>
                <a:cubicBezTo>
                  <a:pt x="7206628" y="517768"/>
                  <a:pt x="7203164" y="514304"/>
                  <a:pt x="7203164" y="510031"/>
                </a:cubicBezTo>
                <a:lnTo>
                  <a:pt x="7203164" y="417195"/>
                </a:lnTo>
                <a:cubicBezTo>
                  <a:pt x="7203164" y="412922"/>
                  <a:pt x="7206628" y="409458"/>
                  <a:pt x="7210901" y="409458"/>
                </a:cubicBezTo>
                <a:close/>
                <a:moveTo>
                  <a:pt x="7175777" y="409458"/>
                </a:moveTo>
                <a:cubicBezTo>
                  <a:pt x="7180050" y="409458"/>
                  <a:pt x="7183514" y="412922"/>
                  <a:pt x="7183514" y="417195"/>
                </a:cubicBezTo>
                <a:lnTo>
                  <a:pt x="7183514" y="510031"/>
                </a:lnTo>
                <a:cubicBezTo>
                  <a:pt x="7183514" y="514304"/>
                  <a:pt x="7180050" y="517768"/>
                  <a:pt x="7175777" y="517768"/>
                </a:cubicBezTo>
                <a:lnTo>
                  <a:pt x="7168041" y="510032"/>
                </a:lnTo>
                <a:cubicBezTo>
                  <a:pt x="7168041" y="479086"/>
                  <a:pt x="7168040" y="448141"/>
                  <a:pt x="7168040" y="417195"/>
                </a:cubicBezTo>
                <a:cubicBezTo>
                  <a:pt x="7168040" y="412922"/>
                  <a:pt x="7171504" y="409458"/>
                  <a:pt x="7175777" y="409458"/>
                </a:cubicBezTo>
                <a:close/>
                <a:moveTo>
                  <a:pt x="7093782" y="409458"/>
                </a:moveTo>
                <a:cubicBezTo>
                  <a:pt x="7123691" y="409458"/>
                  <a:pt x="7147937" y="433704"/>
                  <a:pt x="7147937" y="463613"/>
                </a:cubicBezTo>
                <a:cubicBezTo>
                  <a:pt x="7147937" y="493522"/>
                  <a:pt x="7123691" y="517768"/>
                  <a:pt x="7093782" y="517768"/>
                </a:cubicBezTo>
                <a:cubicBezTo>
                  <a:pt x="7063873" y="517768"/>
                  <a:pt x="7039627" y="493522"/>
                  <a:pt x="7039627" y="463613"/>
                </a:cubicBezTo>
                <a:cubicBezTo>
                  <a:pt x="7039627" y="433704"/>
                  <a:pt x="7063873" y="409458"/>
                  <a:pt x="7093782" y="409458"/>
                </a:cubicBezTo>
                <a:close/>
                <a:moveTo>
                  <a:pt x="7011786" y="409458"/>
                </a:moveTo>
                <a:cubicBezTo>
                  <a:pt x="7016059" y="409458"/>
                  <a:pt x="7019523" y="412922"/>
                  <a:pt x="7019523" y="417195"/>
                </a:cubicBezTo>
                <a:lnTo>
                  <a:pt x="7019523" y="510031"/>
                </a:lnTo>
                <a:cubicBezTo>
                  <a:pt x="7019523" y="514304"/>
                  <a:pt x="7016059" y="517768"/>
                  <a:pt x="7011786" y="517768"/>
                </a:cubicBezTo>
                <a:lnTo>
                  <a:pt x="7004050" y="510032"/>
                </a:lnTo>
                <a:cubicBezTo>
                  <a:pt x="7004050" y="479086"/>
                  <a:pt x="7004049" y="448141"/>
                  <a:pt x="7004049" y="417195"/>
                </a:cubicBezTo>
                <a:cubicBezTo>
                  <a:pt x="7004049" y="412922"/>
                  <a:pt x="7007513" y="409458"/>
                  <a:pt x="7011786" y="409458"/>
                </a:cubicBezTo>
                <a:close/>
                <a:moveTo>
                  <a:pt x="6929791" y="409458"/>
                </a:moveTo>
                <a:cubicBezTo>
                  <a:pt x="6959700" y="409458"/>
                  <a:pt x="6983946" y="433704"/>
                  <a:pt x="6983946" y="463613"/>
                </a:cubicBezTo>
                <a:cubicBezTo>
                  <a:pt x="6983946" y="493522"/>
                  <a:pt x="6959700" y="517768"/>
                  <a:pt x="6929791" y="517768"/>
                </a:cubicBezTo>
                <a:cubicBezTo>
                  <a:pt x="6899882" y="517768"/>
                  <a:pt x="6875636" y="493522"/>
                  <a:pt x="6875636" y="463613"/>
                </a:cubicBezTo>
                <a:cubicBezTo>
                  <a:pt x="6875636" y="433704"/>
                  <a:pt x="6899882" y="409458"/>
                  <a:pt x="6929791" y="409458"/>
                </a:cubicBezTo>
                <a:close/>
                <a:moveTo>
                  <a:pt x="6847795" y="409458"/>
                </a:moveTo>
                <a:cubicBezTo>
                  <a:pt x="6852068" y="409458"/>
                  <a:pt x="6855532" y="412922"/>
                  <a:pt x="6855532" y="417195"/>
                </a:cubicBezTo>
                <a:lnTo>
                  <a:pt x="6855532" y="510031"/>
                </a:lnTo>
                <a:cubicBezTo>
                  <a:pt x="6855532" y="514304"/>
                  <a:pt x="6852068" y="517768"/>
                  <a:pt x="6847795" y="517768"/>
                </a:cubicBezTo>
                <a:lnTo>
                  <a:pt x="6840059" y="510032"/>
                </a:lnTo>
                <a:cubicBezTo>
                  <a:pt x="6840059" y="479086"/>
                  <a:pt x="6840058" y="448141"/>
                  <a:pt x="6840058" y="417195"/>
                </a:cubicBezTo>
                <a:cubicBezTo>
                  <a:pt x="6840058" y="412922"/>
                  <a:pt x="6843522" y="409458"/>
                  <a:pt x="6847795" y="409458"/>
                </a:cubicBezTo>
                <a:close/>
                <a:moveTo>
                  <a:pt x="6765800" y="409458"/>
                </a:moveTo>
                <a:cubicBezTo>
                  <a:pt x="6795709" y="409458"/>
                  <a:pt x="6819955" y="433704"/>
                  <a:pt x="6819955" y="463613"/>
                </a:cubicBezTo>
                <a:cubicBezTo>
                  <a:pt x="6819955" y="493522"/>
                  <a:pt x="6795709" y="517768"/>
                  <a:pt x="6765800" y="517768"/>
                </a:cubicBezTo>
                <a:cubicBezTo>
                  <a:pt x="6735891" y="517768"/>
                  <a:pt x="6711645" y="493522"/>
                  <a:pt x="6711645" y="463613"/>
                </a:cubicBezTo>
                <a:cubicBezTo>
                  <a:pt x="6711645" y="433704"/>
                  <a:pt x="6735891" y="409458"/>
                  <a:pt x="6765800" y="409458"/>
                </a:cubicBezTo>
                <a:close/>
                <a:moveTo>
                  <a:pt x="6637385" y="409458"/>
                </a:moveTo>
                <a:cubicBezTo>
                  <a:pt x="6667294" y="409458"/>
                  <a:pt x="6691540" y="433704"/>
                  <a:pt x="6691540" y="463613"/>
                </a:cubicBezTo>
                <a:cubicBezTo>
                  <a:pt x="6691540" y="493522"/>
                  <a:pt x="6667294" y="517768"/>
                  <a:pt x="6637385" y="517768"/>
                </a:cubicBezTo>
                <a:cubicBezTo>
                  <a:pt x="6607476" y="517768"/>
                  <a:pt x="6583230" y="493522"/>
                  <a:pt x="6583230" y="463613"/>
                </a:cubicBezTo>
                <a:cubicBezTo>
                  <a:pt x="6583230" y="433704"/>
                  <a:pt x="6607476" y="409458"/>
                  <a:pt x="6637385" y="409458"/>
                </a:cubicBezTo>
                <a:close/>
                <a:moveTo>
                  <a:pt x="6555390" y="409458"/>
                </a:moveTo>
                <a:cubicBezTo>
                  <a:pt x="6559663" y="409458"/>
                  <a:pt x="6563127" y="412922"/>
                  <a:pt x="6563127" y="417195"/>
                </a:cubicBezTo>
                <a:lnTo>
                  <a:pt x="6563127" y="510031"/>
                </a:lnTo>
                <a:cubicBezTo>
                  <a:pt x="6563127" y="514304"/>
                  <a:pt x="6559663" y="517768"/>
                  <a:pt x="6555390" y="517768"/>
                </a:cubicBezTo>
                <a:lnTo>
                  <a:pt x="6547654" y="510032"/>
                </a:lnTo>
                <a:cubicBezTo>
                  <a:pt x="6547654" y="479086"/>
                  <a:pt x="6547653" y="448141"/>
                  <a:pt x="6547653" y="417195"/>
                </a:cubicBezTo>
                <a:cubicBezTo>
                  <a:pt x="6547653" y="412922"/>
                  <a:pt x="6551117" y="409458"/>
                  <a:pt x="6555390" y="409458"/>
                </a:cubicBezTo>
                <a:close/>
                <a:moveTo>
                  <a:pt x="6519813" y="409458"/>
                </a:moveTo>
                <a:cubicBezTo>
                  <a:pt x="6524086" y="409458"/>
                  <a:pt x="6527550" y="412922"/>
                  <a:pt x="6527550" y="417195"/>
                </a:cubicBezTo>
                <a:lnTo>
                  <a:pt x="6527550" y="510031"/>
                </a:lnTo>
                <a:cubicBezTo>
                  <a:pt x="6527550" y="514304"/>
                  <a:pt x="6524086" y="517768"/>
                  <a:pt x="6519813" y="517768"/>
                </a:cubicBezTo>
                <a:lnTo>
                  <a:pt x="6512077" y="510032"/>
                </a:lnTo>
                <a:cubicBezTo>
                  <a:pt x="6512077" y="479086"/>
                  <a:pt x="6512076" y="448141"/>
                  <a:pt x="6512076" y="417195"/>
                </a:cubicBezTo>
                <a:cubicBezTo>
                  <a:pt x="6512076" y="412922"/>
                  <a:pt x="6515540" y="409458"/>
                  <a:pt x="6519813" y="409458"/>
                </a:cubicBezTo>
                <a:close/>
                <a:moveTo>
                  <a:pt x="6437818" y="409458"/>
                </a:moveTo>
                <a:cubicBezTo>
                  <a:pt x="6467727" y="409458"/>
                  <a:pt x="6491973" y="433704"/>
                  <a:pt x="6491973" y="463613"/>
                </a:cubicBezTo>
                <a:cubicBezTo>
                  <a:pt x="6491973" y="493522"/>
                  <a:pt x="6467727" y="517768"/>
                  <a:pt x="6437818" y="517768"/>
                </a:cubicBezTo>
                <a:cubicBezTo>
                  <a:pt x="6407909" y="517768"/>
                  <a:pt x="6383663" y="493522"/>
                  <a:pt x="6383663" y="463613"/>
                </a:cubicBezTo>
                <a:cubicBezTo>
                  <a:pt x="6383663" y="433704"/>
                  <a:pt x="6407909" y="409458"/>
                  <a:pt x="6437818" y="409458"/>
                </a:cubicBezTo>
                <a:close/>
                <a:moveTo>
                  <a:pt x="6355822" y="409458"/>
                </a:moveTo>
                <a:cubicBezTo>
                  <a:pt x="6360095" y="409458"/>
                  <a:pt x="6363559" y="412922"/>
                  <a:pt x="6363559" y="417195"/>
                </a:cubicBezTo>
                <a:lnTo>
                  <a:pt x="6363559" y="510031"/>
                </a:lnTo>
                <a:cubicBezTo>
                  <a:pt x="6363559" y="514304"/>
                  <a:pt x="6360095" y="517768"/>
                  <a:pt x="6355822" y="517768"/>
                </a:cubicBezTo>
                <a:lnTo>
                  <a:pt x="6348086" y="510032"/>
                </a:lnTo>
                <a:cubicBezTo>
                  <a:pt x="6348086" y="479086"/>
                  <a:pt x="6348085" y="448141"/>
                  <a:pt x="6348085" y="417195"/>
                </a:cubicBezTo>
                <a:cubicBezTo>
                  <a:pt x="6348085" y="412922"/>
                  <a:pt x="6351549" y="409458"/>
                  <a:pt x="6355822" y="409458"/>
                </a:cubicBezTo>
                <a:close/>
                <a:moveTo>
                  <a:pt x="6273827" y="409458"/>
                </a:moveTo>
                <a:cubicBezTo>
                  <a:pt x="6303736" y="409458"/>
                  <a:pt x="6327982" y="433704"/>
                  <a:pt x="6327982" y="463613"/>
                </a:cubicBezTo>
                <a:cubicBezTo>
                  <a:pt x="6327982" y="493522"/>
                  <a:pt x="6303736" y="517768"/>
                  <a:pt x="6273827" y="517768"/>
                </a:cubicBezTo>
                <a:cubicBezTo>
                  <a:pt x="6243918" y="517768"/>
                  <a:pt x="6219672" y="493522"/>
                  <a:pt x="6219672" y="463613"/>
                </a:cubicBezTo>
                <a:cubicBezTo>
                  <a:pt x="6219672" y="433704"/>
                  <a:pt x="6243918" y="409458"/>
                  <a:pt x="6273827" y="409458"/>
                </a:cubicBezTo>
                <a:close/>
                <a:moveTo>
                  <a:pt x="6191831" y="409458"/>
                </a:moveTo>
                <a:cubicBezTo>
                  <a:pt x="6196104" y="409458"/>
                  <a:pt x="6199568" y="412922"/>
                  <a:pt x="6199568" y="417195"/>
                </a:cubicBezTo>
                <a:lnTo>
                  <a:pt x="6199568" y="510031"/>
                </a:lnTo>
                <a:cubicBezTo>
                  <a:pt x="6199568" y="514304"/>
                  <a:pt x="6196104" y="517768"/>
                  <a:pt x="6191831" y="517768"/>
                </a:cubicBezTo>
                <a:lnTo>
                  <a:pt x="6184095" y="510032"/>
                </a:lnTo>
                <a:cubicBezTo>
                  <a:pt x="6184095" y="479086"/>
                  <a:pt x="6184094" y="448141"/>
                  <a:pt x="6184094" y="417195"/>
                </a:cubicBezTo>
                <a:cubicBezTo>
                  <a:pt x="6184094" y="412922"/>
                  <a:pt x="6187558" y="409458"/>
                  <a:pt x="6191831" y="409458"/>
                </a:cubicBezTo>
                <a:close/>
                <a:moveTo>
                  <a:pt x="6109836" y="409458"/>
                </a:moveTo>
                <a:cubicBezTo>
                  <a:pt x="6139745" y="409458"/>
                  <a:pt x="6163991" y="433704"/>
                  <a:pt x="6163991" y="463613"/>
                </a:cubicBezTo>
                <a:cubicBezTo>
                  <a:pt x="6163991" y="493522"/>
                  <a:pt x="6139745" y="517768"/>
                  <a:pt x="6109836" y="517768"/>
                </a:cubicBezTo>
                <a:cubicBezTo>
                  <a:pt x="6079927" y="517768"/>
                  <a:pt x="6055681" y="493522"/>
                  <a:pt x="6055681" y="463613"/>
                </a:cubicBezTo>
                <a:cubicBezTo>
                  <a:pt x="6055681" y="433704"/>
                  <a:pt x="6079927" y="409458"/>
                  <a:pt x="6109836" y="409458"/>
                </a:cubicBezTo>
                <a:close/>
                <a:moveTo>
                  <a:pt x="6027840" y="409458"/>
                </a:moveTo>
                <a:cubicBezTo>
                  <a:pt x="6032113" y="409458"/>
                  <a:pt x="6035577" y="412922"/>
                  <a:pt x="6035577" y="417195"/>
                </a:cubicBezTo>
                <a:lnTo>
                  <a:pt x="6035577" y="510031"/>
                </a:lnTo>
                <a:cubicBezTo>
                  <a:pt x="6035577" y="514304"/>
                  <a:pt x="6032113" y="517768"/>
                  <a:pt x="6027840" y="517768"/>
                </a:cubicBezTo>
                <a:lnTo>
                  <a:pt x="6020104" y="510032"/>
                </a:lnTo>
                <a:cubicBezTo>
                  <a:pt x="6020104" y="479086"/>
                  <a:pt x="6020103" y="448141"/>
                  <a:pt x="6020103" y="417195"/>
                </a:cubicBezTo>
                <a:cubicBezTo>
                  <a:pt x="6020103" y="412922"/>
                  <a:pt x="6023567" y="409458"/>
                  <a:pt x="6027840" y="409458"/>
                </a:cubicBezTo>
                <a:close/>
                <a:moveTo>
                  <a:pt x="5992263" y="409458"/>
                </a:moveTo>
                <a:cubicBezTo>
                  <a:pt x="5996536" y="409458"/>
                  <a:pt x="6000000" y="412922"/>
                  <a:pt x="6000000" y="417195"/>
                </a:cubicBezTo>
                <a:lnTo>
                  <a:pt x="6000000" y="510031"/>
                </a:lnTo>
                <a:cubicBezTo>
                  <a:pt x="6000000" y="514304"/>
                  <a:pt x="5996536" y="517768"/>
                  <a:pt x="5992263" y="517768"/>
                </a:cubicBezTo>
                <a:lnTo>
                  <a:pt x="5984527" y="510032"/>
                </a:lnTo>
                <a:cubicBezTo>
                  <a:pt x="5984527" y="479086"/>
                  <a:pt x="5984526" y="448141"/>
                  <a:pt x="5984526" y="417195"/>
                </a:cubicBezTo>
                <a:cubicBezTo>
                  <a:pt x="5984526" y="412922"/>
                  <a:pt x="5987990" y="409458"/>
                  <a:pt x="5992263" y="409458"/>
                </a:cubicBezTo>
                <a:close/>
                <a:moveTo>
                  <a:pt x="5956686" y="409458"/>
                </a:moveTo>
                <a:cubicBezTo>
                  <a:pt x="5960959" y="409458"/>
                  <a:pt x="5964423" y="412922"/>
                  <a:pt x="5964423" y="417195"/>
                </a:cubicBezTo>
                <a:lnTo>
                  <a:pt x="5964423" y="510031"/>
                </a:lnTo>
                <a:cubicBezTo>
                  <a:pt x="5964423" y="514304"/>
                  <a:pt x="5960959" y="517768"/>
                  <a:pt x="5956686" y="517768"/>
                </a:cubicBezTo>
                <a:lnTo>
                  <a:pt x="5948950" y="510032"/>
                </a:lnTo>
                <a:cubicBezTo>
                  <a:pt x="5948950" y="479086"/>
                  <a:pt x="5948949" y="448141"/>
                  <a:pt x="5948949" y="417195"/>
                </a:cubicBezTo>
                <a:cubicBezTo>
                  <a:pt x="5948949" y="412922"/>
                  <a:pt x="5952413" y="409458"/>
                  <a:pt x="5956686" y="409458"/>
                </a:cubicBezTo>
                <a:close/>
                <a:moveTo>
                  <a:pt x="5874691" y="409458"/>
                </a:moveTo>
                <a:cubicBezTo>
                  <a:pt x="5904600" y="409458"/>
                  <a:pt x="5928846" y="433704"/>
                  <a:pt x="5928846" y="463613"/>
                </a:cubicBezTo>
                <a:cubicBezTo>
                  <a:pt x="5928846" y="493522"/>
                  <a:pt x="5904600" y="517768"/>
                  <a:pt x="5874691" y="517768"/>
                </a:cubicBezTo>
                <a:cubicBezTo>
                  <a:pt x="5844782" y="517768"/>
                  <a:pt x="5820536" y="493522"/>
                  <a:pt x="5820536" y="463613"/>
                </a:cubicBezTo>
                <a:cubicBezTo>
                  <a:pt x="5820536" y="433704"/>
                  <a:pt x="5844782" y="409458"/>
                  <a:pt x="5874691" y="409458"/>
                </a:cubicBezTo>
                <a:close/>
                <a:moveTo>
                  <a:pt x="5792695" y="409458"/>
                </a:moveTo>
                <a:cubicBezTo>
                  <a:pt x="5796968" y="409458"/>
                  <a:pt x="5800432" y="412922"/>
                  <a:pt x="5800432" y="417195"/>
                </a:cubicBezTo>
                <a:lnTo>
                  <a:pt x="5800432" y="510031"/>
                </a:lnTo>
                <a:cubicBezTo>
                  <a:pt x="5800432" y="514304"/>
                  <a:pt x="5796968" y="517768"/>
                  <a:pt x="5792695" y="517768"/>
                </a:cubicBezTo>
                <a:lnTo>
                  <a:pt x="5784959" y="510032"/>
                </a:lnTo>
                <a:cubicBezTo>
                  <a:pt x="5784959" y="479086"/>
                  <a:pt x="5784958" y="448141"/>
                  <a:pt x="5784958" y="417195"/>
                </a:cubicBezTo>
                <a:cubicBezTo>
                  <a:pt x="5784958" y="412922"/>
                  <a:pt x="5788422" y="409458"/>
                  <a:pt x="5792695" y="409458"/>
                </a:cubicBezTo>
                <a:close/>
                <a:moveTo>
                  <a:pt x="5710700" y="409458"/>
                </a:moveTo>
                <a:cubicBezTo>
                  <a:pt x="5740609" y="409458"/>
                  <a:pt x="5764855" y="433704"/>
                  <a:pt x="5764855" y="463613"/>
                </a:cubicBezTo>
                <a:cubicBezTo>
                  <a:pt x="5764855" y="493522"/>
                  <a:pt x="5740609" y="517768"/>
                  <a:pt x="5710700" y="517768"/>
                </a:cubicBezTo>
                <a:cubicBezTo>
                  <a:pt x="5680791" y="517768"/>
                  <a:pt x="5656545" y="493522"/>
                  <a:pt x="5656545" y="463613"/>
                </a:cubicBezTo>
                <a:cubicBezTo>
                  <a:pt x="5656545" y="433704"/>
                  <a:pt x="5680791" y="409458"/>
                  <a:pt x="5710700" y="409458"/>
                </a:cubicBezTo>
                <a:close/>
                <a:moveTo>
                  <a:pt x="5628704" y="409458"/>
                </a:moveTo>
                <a:cubicBezTo>
                  <a:pt x="5632977" y="409458"/>
                  <a:pt x="5636441" y="412922"/>
                  <a:pt x="5636441" y="417195"/>
                </a:cubicBezTo>
                <a:lnTo>
                  <a:pt x="5636441" y="510031"/>
                </a:lnTo>
                <a:cubicBezTo>
                  <a:pt x="5636441" y="514304"/>
                  <a:pt x="5632977" y="517768"/>
                  <a:pt x="5628704" y="517768"/>
                </a:cubicBezTo>
                <a:lnTo>
                  <a:pt x="5620968" y="510032"/>
                </a:lnTo>
                <a:cubicBezTo>
                  <a:pt x="5620968" y="479086"/>
                  <a:pt x="5620967" y="448141"/>
                  <a:pt x="5620967" y="417195"/>
                </a:cubicBezTo>
                <a:cubicBezTo>
                  <a:pt x="5620967" y="412922"/>
                  <a:pt x="5624431" y="409458"/>
                  <a:pt x="5628704" y="409458"/>
                </a:cubicBezTo>
                <a:close/>
                <a:moveTo>
                  <a:pt x="5593127" y="409458"/>
                </a:moveTo>
                <a:cubicBezTo>
                  <a:pt x="5597400" y="409458"/>
                  <a:pt x="5600864" y="412922"/>
                  <a:pt x="5600864" y="417195"/>
                </a:cubicBezTo>
                <a:lnTo>
                  <a:pt x="5600864" y="510031"/>
                </a:lnTo>
                <a:cubicBezTo>
                  <a:pt x="5600864" y="514304"/>
                  <a:pt x="5597400" y="517768"/>
                  <a:pt x="5593127" y="517768"/>
                </a:cubicBezTo>
                <a:lnTo>
                  <a:pt x="5585391" y="510032"/>
                </a:lnTo>
                <a:cubicBezTo>
                  <a:pt x="5585391" y="479086"/>
                  <a:pt x="5585390" y="448141"/>
                  <a:pt x="5585390" y="417195"/>
                </a:cubicBezTo>
                <a:cubicBezTo>
                  <a:pt x="5585390" y="412922"/>
                  <a:pt x="5588854" y="409458"/>
                  <a:pt x="5593127" y="409458"/>
                </a:cubicBezTo>
                <a:close/>
                <a:moveTo>
                  <a:pt x="5511132" y="409458"/>
                </a:moveTo>
                <a:cubicBezTo>
                  <a:pt x="5541041" y="409458"/>
                  <a:pt x="5565287" y="433704"/>
                  <a:pt x="5565287" y="463613"/>
                </a:cubicBezTo>
                <a:cubicBezTo>
                  <a:pt x="5565287" y="493522"/>
                  <a:pt x="5541041" y="517768"/>
                  <a:pt x="5511132" y="517768"/>
                </a:cubicBezTo>
                <a:cubicBezTo>
                  <a:pt x="5481223" y="517768"/>
                  <a:pt x="5456977" y="493522"/>
                  <a:pt x="5456977" y="463613"/>
                </a:cubicBezTo>
                <a:cubicBezTo>
                  <a:pt x="5456977" y="433704"/>
                  <a:pt x="5481223" y="409458"/>
                  <a:pt x="5511132" y="409458"/>
                </a:cubicBezTo>
                <a:close/>
                <a:moveTo>
                  <a:pt x="5382718" y="409458"/>
                </a:moveTo>
                <a:cubicBezTo>
                  <a:pt x="5412627" y="409458"/>
                  <a:pt x="5436873" y="433704"/>
                  <a:pt x="5436873" y="463613"/>
                </a:cubicBezTo>
                <a:cubicBezTo>
                  <a:pt x="5436873" y="493522"/>
                  <a:pt x="5412627" y="517768"/>
                  <a:pt x="5382718" y="517768"/>
                </a:cubicBezTo>
                <a:cubicBezTo>
                  <a:pt x="5352809" y="517768"/>
                  <a:pt x="5328563" y="493522"/>
                  <a:pt x="5328563" y="463613"/>
                </a:cubicBezTo>
                <a:cubicBezTo>
                  <a:pt x="5328563" y="433704"/>
                  <a:pt x="5352809" y="409458"/>
                  <a:pt x="5382718" y="409458"/>
                </a:cubicBezTo>
                <a:close/>
                <a:moveTo>
                  <a:pt x="5300722" y="409458"/>
                </a:moveTo>
                <a:cubicBezTo>
                  <a:pt x="5304995" y="409458"/>
                  <a:pt x="5308459" y="412922"/>
                  <a:pt x="5308459" y="417195"/>
                </a:cubicBezTo>
                <a:lnTo>
                  <a:pt x="5308459" y="510031"/>
                </a:lnTo>
                <a:cubicBezTo>
                  <a:pt x="5308459" y="514304"/>
                  <a:pt x="5304995" y="517768"/>
                  <a:pt x="5300722" y="517768"/>
                </a:cubicBezTo>
                <a:lnTo>
                  <a:pt x="5292986" y="510032"/>
                </a:lnTo>
                <a:cubicBezTo>
                  <a:pt x="5292986" y="479086"/>
                  <a:pt x="5292985" y="448141"/>
                  <a:pt x="5292985" y="417195"/>
                </a:cubicBezTo>
                <a:cubicBezTo>
                  <a:pt x="5292985" y="412922"/>
                  <a:pt x="5296449" y="409458"/>
                  <a:pt x="5300722" y="409458"/>
                </a:cubicBezTo>
                <a:close/>
                <a:moveTo>
                  <a:pt x="5265145" y="409458"/>
                </a:moveTo>
                <a:cubicBezTo>
                  <a:pt x="5269418" y="409458"/>
                  <a:pt x="5272882" y="412922"/>
                  <a:pt x="5272882" y="417195"/>
                </a:cubicBezTo>
                <a:lnTo>
                  <a:pt x="5272882" y="510031"/>
                </a:lnTo>
                <a:cubicBezTo>
                  <a:pt x="5272882" y="514304"/>
                  <a:pt x="5269418" y="517768"/>
                  <a:pt x="5265145" y="517768"/>
                </a:cubicBezTo>
                <a:lnTo>
                  <a:pt x="5257409" y="510032"/>
                </a:lnTo>
                <a:cubicBezTo>
                  <a:pt x="5257409" y="479086"/>
                  <a:pt x="5257408" y="448141"/>
                  <a:pt x="5257408" y="417195"/>
                </a:cubicBezTo>
                <a:cubicBezTo>
                  <a:pt x="5257408" y="412922"/>
                  <a:pt x="5260872" y="409458"/>
                  <a:pt x="5265145" y="409458"/>
                </a:cubicBezTo>
                <a:close/>
                <a:moveTo>
                  <a:pt x="5183150" y="409458"/>
                </a:moveTo>
                <a:cubicBezTo>
                  <a:pt x="5213059" y="409458"/>
                  <a:pt x="5237305" y="433704"/>
                  <a:pt x="5237305" y="463613"/>
                </a:cubicBezTo>
                <a:cubicBezTo>
                  <a:pt x="5237305" y="493522"/>
                  <a:pt x="5213059" y="517768"/>
                  <a:pt x="5183150" y="517768"/>
                </a:cubicBezTo>
                <a:cubicBezTo>
                  <a:pt x="5153241" y="517768"/>
                  <a:pt x="5128995" y="493522"/>
                  <a:pt x="5128995" y="463613"/>
                </a:cubicBezTo>
                <a:cubicBezTo>
                  <a:pt x="5128995" y="433704"/>
                  <a:pt x="5153241" y="409458"/>
                  <a:pt x="5183150" y="409458"/>
                </a:cubicBezTo>
                <a:close/>
                <a:moveTo>
                  <a:pt x="5054736" y="409458"/>
                </a:moveTo>
                <a:cubicBezTo>
                  <a:pt x="5084645" y="409458"/>
                  <a:pt x="5108891" y="433704"/>
                  <a:pt x="5108891" y="463613"/>
                </a:cubicBezTo>
                <a:cubicBezTo>
                  <a:pt x="5108891" y="493522"/>
                  <a:pt x="5084645" y="517768"/>
                  <a:pt x="5054736" y="517768"/>
                </a:cubicBezTo>
                <a:cubicBezTo>
                  <a:pt x="5024827" y="517768"/>
                  <a:pt x="5000581" y="493522"/>
                  <a:pt x="5000581" y="463613"/>
                </a:cubicBezTo>
                <a:cubicBezTo>
                  <a:pt x="5000581" y="433704"/>
                  <a:pt x="5024827" y="409458"/>
                  <a:pt x="5054736" y="409458"/>
                </a:cubicBezTo>
                <a:close/>
                <a:moveTo>
                  <a:pt x="4972741" y="409458"/>
                </a:moveTo>
                <a:cubicBezTo>
                  <a:pt x="4977014" y="409458"/>
                  <a:pt x="4980478" y="412922"/>
                  <a:pt x="4980478" y="417195"/>
                </a:cubicBezTo>
                <a:cubicBezTo>
                  <a:pt x="4980478" y="448143"/>
                  <a:pt x="4980477" y="479086"/>
                  <a:pt x="4980477" y="510032"/>
                </a:cubicBezTo>
                <a:lnTo>
                  <a:pt x="4972741" y="517768"/>
                </a:lnTo>
                <a:cubicBezTo>
                  <a:pt x="4968468" y="517768"/>
                  <a:pt x="4965004" y="514304"/>
                  <a:pt x="4965004" y="510031"/>
                </a:cubicBezTo>
                <a:lnTo>
                  <a:pt x="4965004" y="417195"/>
                </a:lnTo>
                <a:cubicBezTo>
                  <a:pt x="4965004" y="412922"/>
                  <a:pt x="4968468" y="409458"/>
                  <a:pt x="4972741" y="409458"/>
                </a:cubicBezTo>
                <a:close/>
                <a:moveTo>
                  <a:pt x="4937163" y="409458"/>
                </a:moveTo>
                <a:cubicBezTo>
                  <a:pt x="4941436" y="409458"/>
                  <a:pt x="4944900" y="412922"/>
                  <a:pt x="4944900" y="417195"/>
                </a:cubicBezTo>
                <a:lnTo>
                  <a:pt x="4944900" y="510031"/>
                </a:lnTo>
                <a:cubicBezTo>
                  <a:pt x="4944900" y="514304"/>
                  <a:pt x="4941436" y="517768"/>
                  <a:pt x="4937163" y="517768"/>
                </a:cubicBezTo>
                <a:lnTo>
                  <a:pt x="4929427" y="510032"/>
                </a:lnTo>
                <a:cubicBezTo>
                  <a:pt x="4929427" y="479086"/>
                  <a:pt x="4929426" y="448141"/>
                  <a:pt x="4929426" y="417195"/>
                </a:cubicBezTo>
                <a:cubicBezTo>
                  <a:pt x="4929426" y="412922"/>
                  <a:pt x="4932890" y="409458"/>
                  <a:pt x="4937163" y="409458"/>
                </a:cubicBezTo>
                <a:close/>
                <a:moveTo>
                  <a:pt x="4855168" y="409458"/>
                </a:moveTo>
                <a:cubicBezTo>
                  <a:pt x="4885077" y="409458"/>
                  <a:pt x="4909323" y="433704"/>
                  <a:pt x="4909323" y="463613"/>
                </a:cubicBezTo>
                <a:cubicBezTo>
                  <a:pt x="4909323" y="493522"/>
                  <a:pt x="4885077" y="517768"/>
                  <a:pt x="4855168" y="517768"/>
                </a:cubicBezTo>
                <a:cubicBezTo>
                  <a:pt x="4825259" y="517768"/>
                  <a:pt x="4801013" y="493522"/>
                  <a:pt x="4801013" y="463613"/>
                </a:cubicBezTo>
                <a:cubicBezTo>
                  <a:pt x="4801013" y="433704"/>
                  <a:pt x="4825259" y="409458"/>
                  <a:pt x="4855168" y="409458"/>
                </a:cubicBezTo>
                <a:close/>
                <a:moveTo>
                  <a:pt x="4773172" y="409458"/>
                </a:moveTo>
                <a:cubicBezTo>
                  <a:pt x="4777445" y="409458"/>
                  <a:pt x="4780909" y="412922"/>
                  <a:pt x="4780909" y="417195"/>
                </a:cubicBezTo>
                <a:lnTo>
                  <a:pt x="4780909" y="510031"/>
                </a:lnTo>
                <a:cubicBezTo>
                  <a:pt x="4780909" y="514304"/>
                  <a:pt x="4777445" y="517768"/>
                  <a:pt x="4773172" y="517768"/>
                </a:cubicBezTo>
                <a:lnTo>
                  <a:pt x="4765436" y="510032"/>
                </a:lnTo>
                <a:cubicBezTo>
                  <a:pt x="4765436" y="479086"/>
                  <a:pt x="4765435" y="448141"/>
                  <a:pt x="4765435" y="417195"/>
                </a:cubicBezTo>
                <a:cubicBezTo>
                  <a:pt x="4765435" y="412922"/>
                  <a:pt x="4768899" y="409458"/>
                  <a:pt x="4773172" y="409458"/>
                </a:cubicBezTo>
                <a:close/>
                <a:moveTo>
                  <a:pt x="4737597" y="409458"/>
                </a:moveTo>
                <a:cubicBezTo>
                  <a:pt x="4741870" y="409458"/>
                  <a:pt x="4745334" y="412922"/>
                  <a:pt x="4745334" y="417195"/>
                </a:cubicBezTo>
                <a:cubicBezTo>
                  <a:pt x="4745334" y="448143"/>
                  <a:pt x="4745333" y="479086"/>
                  <a:pt x="4745333" y="510032"/>
                </a:cubicBezTo>
                <a:lnTo>
                  <a:pt x="4737597" y="517768"/>
                </a:lnTo>
                <a:cubicBezTo>
                  <a:pt x="4733324" y="517768"/>
                  <a:pt x="4729860" y="514304"/>
                  <a:pt x="4729860" y="510031"/>
                </a:cubicBezTo>
                <a:lnTo>
                  <a:pt x="4729860" y="417195"/>
                </a:lnTo>
                <a:cubicBezTo>
                  <a:pt x="4729860" y="412922"/>
                  <a:pt x="4733324" y="409458"/>
                  <a:pt x="4737597" y="409458"/>
                </a:cubicBezTo>
                <a:close/>
                <a:moveTo>
                  <a:pt x="4655600" y="409458"/>
                </a:moveTo>
                <a:cubicBezTo>
                  <a:pt x="4685509" y="409458"/>
                  <a:pt x="4709755" y="433704"/>
                  <a:pt x="4709755" y="463613"/>
                </a:cubicBezTo>
                <a:cubicBezTo>
                  <a:pt x="4709755" y="493522"/>
                  <a:pt x="4685509" y="517768"/>
                  <a:pt x="4655600" y="517768"/>
                </a:cubicBezTo>
                <a:cubicBezTo>
                  <a:pt x="4625691" y="517768"/>
                  <a:pt x="4601445" y="493522"/>
                  <a:pt x="4601445" y="463613"/>
                </a:cubicBezTo>
                <a:cubicBezTo>
                  <a:pt x="4601445" y="433704"/>
                  <a:pt x="4625691" y="409458"/>
                  <a:pt x="4655600" y="409458"/>
                </a:cubicBezTo>
                <a:close/>
                <a:moveTo>
                  <a:pt x="4573606" y="409458"/>
                </a:moveTo>
                <a:cubicBezTo>
                  <a:pt x="4577879" y="409458"/>
                  <a:pt x="4581343" y="412922"/>
                  <a:pt x="4581343" y="417195"/>
                </a:cubicBezTo>
                <a:cubicBezTo>
                  <a:pt x="4581343" y="448143"/>
                  <a:pt x="4581342" y="479086"/>
                  <a:pt x="4581342" y="510032"/>
                </a:cubicBezTo>
                <a:lnTo>
                  <a:pt x="4573606" y="517768"/>
                </a:lnTo>
                <a:cubicBezTo>
                  <a:pt x="4569333" y="517768"/>
                  <a:pt x="4565869" y="514304"/>
                  <a:pt x="4565869" y="510031"/>
                </a:cubicBezTo>
                <a:lnTo>
                  <a:pt x="4565869" y="417195"/>
                </a:lnTo>
                <a:cubicBezTo>
                  <a:pt x="4565869" y="412922"/>
                  <a:pt x="4569333" y="409458"/>
                  <a:pt x="4573606" y="409458"/>
                </a:cubicBezTo>
                <a:close/>
                <a:moveTo>
                  <a:pt x="4491609" y="409458"/>
                </a:moveTo>
                <a:cubicBezTo>
                  <a:pt x="4521518" y="409458"/>
                  <a:pt x="4545764" y="433704"/>
                  <a:pt x="4545764" y="463613"/>
                </a:cubicBezTo>
                <a:cubicBezTo>
                  <a:pt x="4545764" y="493522"/>
                  <a:pt x="4521518" y="517768"/>
                  <a:pt x="4491609" y="517768"/>
                </a:cubicBezTo>
                <a:cubicBezTo>
                  <a:pt x="4461700" y="517768"/>
                  <a:pt x="4437454" y="493522"/>
                  <a:pt x="4437454" y="463613"/>
                </a:cubicBezTo>
                <a:cubicBezTo>
                  <a:pt x="4437454" y="433704"/>
                  <a:pt x="4461700" y="409458"/>
                  <a:pt x="4491609" y="409458"/>
                </a:cubicBezTo>
                <a:close/>
                <a:moveTo>
                  <a:pt x="4409614" y="409458"/>
                </a:moveTo>
                <a:cubicBezTo>
                  <a:pt x="4413887" y="409458"/>
                  <a:pt x="4417351" y="412922"/>
                  <a:pt x="4417351" y="417195"/>
                </a:cubicBezTo>
                <a:lnTo>
                  <a:pt x="4417351" y="510031"/>
                </a:lnTo>
                <a:cubicBezTo>
                  <a:pt x="4417351" y="514304"/>
                  <a:pt x="4413887" y="517768"/>
                  <a:pt x="4409614" y="517768"/>
                </a:cubicBezTo>
                <a:lnTo>
                  <a:pt x="4401878" y="510032"/>
                </a:lnTo>
                <a:cubicBezTo>
                  <a:pt x="4401878" y="479086"/>
                  <a:pt x="4401877" y="448141"/>
                  <a:pt x="4401877" y="417195"/>
                </a:cubicBezTo>
                <a:cubicBezTo>
                  <a:pt x="4401877" y="412922"/>
                  <a:pt x="4405341" y="409458"/>
                  <a:pt x="4409614" y="409458"/>
                </a:cubicBezTo>
                <a:close/>
                <a:moveTo>
                  <a:pt x="4327618" y="409458"/>
                </a:moveTo>
                <a:cubicBezTo>
                  <a:pt x="4357527" y="409458"/>
                  <a:pt x="4381773" y="433704"/>
                  <a:pt x="4381773" y="463613"/>
                </a:cubicBezTo>
                <a:cubicBezTo>
                  <a:pt x="4381773" y="493522"/>
                  <a:pt x="4357527" y="517768"/>
                  <a:pt x="4327618" y="517768"/>
                </a:cubicBezTo>
                <a:cubicBezTo>
                  <a:pt x="4297709" y="517768"/>
                  <a:pt x="4273463" y="493522"/>
                  <a:pt x="4273463" y="463613"/>
                </a:cubicBezTo>
                <a:cubicBezTo>
                  <a:pt x="4273463" y="433704"/>
                  <a:pt x="4297709" y="409458"/>
                  <a:pt x="4327618" y="409458"/>
                </a:cubicBezTo>
                <a:close/>
                <a:moveTo>
                  <a:pt x="4245624" y="409458"/>
                </a:moveTo>
                <a:cubicBezTo>
                  <a:pt x="4249897" y="409458"/>
                  <a:pt x="4253361" y="412922"/>
                  <a:pt x="4253361" y="417195"/>
                </a:cubicBezTo>
                <a:cubicBezTo>
                  <a:pt x="4253361" y="448143"/>
                  <a:pt x="4253360" y="479086"/>
                  <a:pt x="4253360" y="510032"/>
                </a:cubicBezTo>
                <a:lnTo>
                  <a:pt x="4245624" y="517768"/>
                </a:lnTo>
                <a:cubicBezTo>
                  <a:pt x="4241351" y="517768"/>
                  <a:pt x="4237887" y="514304"/>
                  <a:pt x="4237887" y="510031"/>
                </a:cubicBezTo>
                <a:lnTo>
                  <a:pt x="4237887" y="417195"/>
                </a:lnTo>
                <a:cubicBezTo>
                  <a:pt x="4237887" y="412922"/>
                  <a:pt x="4241351" y="409458"/>
                  <a:pt x="4245624" y="409458"/>
                </a:cubicBezTo>
                <a:close/>
                <a:moveTo>
                  <a:pt x="4210047" y="409458"/>
                </a:moveTo>
                <a:cubicBezTo>
                  <a:pt x="4214320" y="409458"/>
                  <a:pt x="4217784" y="412922"/>
                  <a:pt x="4217784" y="417195"/>
                </a:cubicBezTo>
                <a:cubicBezTo>
                  <a:pt x="4217784" y="448143"/>
                  <a:pt x="4217783" y="479086"/>
                  <a:pt x="4217783" y="510032"/>
                </a:cubicBezTo>
                <a:lnTo>
                  <a:pt x="4210047" y="517768"/>
                </a:lnTo>
                <a:cubicBezTo>
                  <a:pt x="4205774" y="517768"/>
                  <a:pt x="4202310" y="514304"/>
                  <a:pt x="4202310" y="510031"/>
                </a:cubicBezTo>
                <a:lnTo>
                  <a:pt x="4202310" y="417195"/>
                </a:lnTo>
                <a:cubicBezTo>
                  <a:pt x="4202310" y="412922"/>
                  <a:pt x="4205774" y="409458"/>
                  <a:pt x="4210047" y="409458"/>
                </a:cubicBezTo>
                <a:close/>
                <a:moveTo>
                  <a:pt x="4128051" y="409458"/>
                </a:moveTo>
                <a:cubicBezTo>
                  <a:pt x="4157960" y="409458"/>
                  <a:pt x="4182206" y="433704"/>
                  <a:pt x="4182206" y="463613"/>
                </a:cubicBezTo>
                <a:cubicBezTo>
                  <a:pt x="4182206" y="493522"/>
                  <a:pt x="4157960" y="517768"/>
                  <a:pt x="4128051" y="517768"/>
                </a:cubicBezTo>
                <a:cubicBezTo>
                  <a:pt x="4098142" y="517768"/>
                  <a:pt x="4073896" y="493522"/>
                  <a:pt x="4073896" y="463613"/>
                </a:cubicBezTo>
                <a:cubicBezTo>
                  <a:pt x="4073896" y="433704"/>
                  <a:pt x="4098142" y="409458"/>
                  <a:pt x="4128051" y="409458"/>
                </a:cubicBezTo>
                <a:close/>
                <a:moveTo>
                  <a:pt x="3999636" y="409458"/>
                </a:moveTo>
                <a:cubicBezTo>
                  <a:pt x="4029545" y="409458"/>
                  <a:pt x="4053791" y="433704"/>
                  <a:pt x="4053791" y="463613"/>
                </a:cubicBezTo>
                <a:cubicBezTo>
                  <a:pt x="4053791" y="493522"/>
                  <a:pt x="4029545" y="517768"/>
                  <a:pt x="3999636" y="517768"/>
                </a:cubicBezTo>
                <a:cubicBezTo>
                  <a:pt x="3969727" y="517768"/>
                  <a:pt x="3945481" y="493522"/>
                  <a:pt x="3945481" y="463613"/>
                </a:cubicBezTo>
                <a:cubicBezTo>
                  <a:pt x="3945481" y="433704"/>
                  <a:pt x="3969727" y="409458"/>
                  <a:pt x="3999636" y="409458"/>
                </a:cubicBezTo>
                <a:close/>
                <a:moveTo>
                  <a:pt x="3917642" y="409458"/>
                </a:moveTo>
                <a:cubicBezTo>
                  <a:pt x="3921915" y="409458"/>
                  <a:pt x="3925379" y="412922"/>
                  <a:pt x="3925379" y="417195"/>
                </a:cubicBezTo>
                <a:cubicBezTo>
                  <a:pt x="3925379" y="448143"/>
                  <a:pt x="3925378" y="479086"/>
                  <a:pt x="3925378" y="510032"/>
                </a:cubicBezTo>
                <a:lnTo>
                  <a:pt x="3917642" y="517768"/>
                </a:lnTo>
                <a:cubicBezTo>
                  <a:pt x="3913369" y="517768"/>
                  <a:pt x="3909905" y="514304"/>
                  <a:pt x="3909905" y="510031"/>
                </a:cubicBezTo>
                <a:lnTo>
                  <a:pt x="3909905" y="417195"/>
                </a:lnTo>
                <a:cubicBezTo>
                  <a:pt x="3909905" y="412922"/>
                  <a:pt x="3913369" y="409458"/>
                  <a:pt x="3917642" y="409458"/>
                </a:cubicBezTo>
                <a:close/>
                <a:moveTo>
                  <a:pt x="3835645" y="409458"/>
                </a:moveTo>
                <a:cubicBezTo>
                  <a:pt x="3865554" y="409458"/>
                  <a:pt x="3889800" y="433704"/>
                  <a:pt x="3889800" y="463613"/>
                </a:cubicBezTo>
                <a:cubicBezTo>
                  <a:pt x="3889800" y="493522"/>
                  <a:pt x="3865554" y="517768"/>
                  <a:pt x="3835645" y="517768"/>
                </a:cubicBezTo>
                <a:cubicBezTo>
                  <a:pt x="3805736" y="517768"/>
                  <a:pt x="3781490" y="493522"/>
                  <a:pt x="3781490" y="463613"/>
                </a:cubicBezTo>
                <a:cubicBezTo>
                  <a:pt x="3781490" y="433704"/>
                  <a:pt x="3805736" y="409458"/>
                  <a:pt x="3835645" y="409458"/>
                </a:cubicBezTo>
                <a:close/>
                <a:moveTo>
                  <a:pt x="3753651" y="409458"/>
                </a:moveTo>
                <a:cubicBezTo>
                  <a:pt x="3757924" y="409458"/>
                  <a:pt x="3761388" y="412922"/>
                  <a:pt x="3761388" y="417195"/>
                </a:cubicBezTo>
                <a:cubicBezTo>
                  <a:pt x="3761388" y="448143"/>
                  <a:pt x="3761387" y="479086"/>
                  <a:pt x="3761387" y="510032"/>
                </a:cubicBezTo>
                <a:lnTo>
                  <a:pt x="3753651" y="517768"/>
                </a:lnTo>
                <a:cubicBezTo>
                  <a:pt x="3749378" y="517768"/>
                  <a:pt x="3745914" y="514304"/>
                  <a:pt x="3745914" y="510031"/>
                </a:cubicBezTo>
                <a:lnTo>
                  <a:pt x="3745914" y="417195"/>
                </a:lnTo>
                <a:cubicBezTo>
                  <a:pt x="3745914" y="412922"/>
                  <a:pt x="3749378" y="409458"/>
                  <a:pt x="3753651" y="409458"/>
                </a:cubicBezTo>
                <a:close/>
                <a:moveTo>
                  <a:pt x="3671654" y="409458"/>
                </a:moveTo>
                <a:cubicBezTo>
                  <a:pt x="3701563" y="409458"/>
                  <a:pt x="3725809" y="433704"/>
                  <a:pt x="3725809" y="463613"/>
                </a:cubicBezTo>
                <a:cubicBezTo>
                  <a:pt x="3725809" y="493522"/>
                  <a:pt x="3701563" y="517768"/>
                  <a:pt x="3671654" y="517768"/>
                </a:cubicBezTo>
                <a:cubicBezTo>
                  <a:pt x="3641745" y="517768"/>
                  <a:pt x="3617499" y="493522"/>
                  <a:pt x="3617499" y="463613"/>
                </a:cubicBezTo>
                <a:cubicBezTo>
                  <a:pt x="3617499" y="433704"/>
                  <a:pt x="3641745" y="409458"/>
                  <a:pt x="3671654" y="409458"/>
                </a:cubicBezTo>
                <a:close/>
                <a:moveTo>
                  <a:pt x="3589660" y="409458"/>
                </a:moveTo>
                <a:cubicBezTo>
                  <a:pt x="3593933" y="409458"/>
                  <a:pt x="3597397" y="412922"/>
                  <a:pt x="3597397" y="417195"/>
                </a:cubicBezTo>
                <a:cubicBezTo>
                  <a:pt x="3597397" y="448143"/>
                  <a:pt x="3597396" y="479086"/>
                  <a:pt x="3597396" y="510032"/>
                </a:cubicBezTo>
                <a:lnTo>
                  <a:pt x="3589660" y="517768"/>
                </a:lnTo>
                <a:cubicBezTo>
                  <a:pt x="3585387" y="517768"/>
                  <a:pt x="3581923" y="514304"/>
                  <a:pt x="3581923" y="510031"/>
                </a:cubicBezTo>
                <a:lnTo>
                  <a:pt x="3581923" y="417195"/>
                </a:lnTo>
                <a:cubicBezTo>
                  <a:pt x="3581923" y="412922"/>
                  <a:pt x="3585387" y="409458"/>
                  <a:pt x="3589660" y="409458"/>
                </a:cubicBezTo>
                <a:close/>
                <a:moveTo>
                  <a:pt x="3554083" y="409458"/>
                </a:moveTo>
                <a:cubicBezTo>
                  <a:pt x="3558356" y="409458"/>
                  <a:pt x="3561820" y="412922"/>
                  <a:pt x="3561820" y="417195"/>
                </a:cubicBezTo>
                <a:cubicBezTo>
                  <a:pt x="3561820" y="448143"/>
                  <a:pt x="3561819" y="479086"/>
                  <a:pt x="3561819" y="510032"/>
                </a:cubicBezTo>
                <a:lnTo>
                  <a:pt x="3554083" y="517768"/>
                </a:lnTo>
                <a:cubicBezTo>
                  <a:pt x="3549810" y="517768"/>
                  <a:pt x="3546346" y="514304"/>
                  <a:pt x="3546346" y="510031"/>
                </a:cubicBezTo>
                <a:lnTo>
                  <a:pt x="3546346" y="417195"/>
                </a:lnTo>
                <a:cubicBezTo>
                  <a:pt x="3546346" y="412922"/>
                  <a:pt x="3549810" y="409458"/>
                  <a:pt x="3554083" y="409458"/>
                </a:cubicBezTo>
                <a:close/>
                <a:moveTo>
                  <a:pt x="3518505" y="409458"/>
                </a:moveTo>
                <a:cubicBezTo>
                  <a:pt x="3522778" y="409458"/>
                  <a:pt x="3526242" y="412922"/>
                  <a:pt x="3526242" y="417195"/>
                </a:cubicBezTo>
                <a:lnTo>
                  <a:pt x="3526242" y="510031"/>
                </a:lnTo>
                <a:cubicBezTo>
                  <a:pt x="3526242" y="514304"/>
                  <a:pt x="3522778" y="517768"/>
                  <a:pt x="3518505" y="517768"/>
                </a:cubicBezTo>
                <a:lnTo>
                  <a:pt x="3510769" y="510032"/>
                </a:lnTo>
                <a:cubicBezTo>
                  <a:pt x="3510769" y="479086"/>
                  <a:pt x="3510768" y="448141"/>
                  <a:pt x="3510768" y="417195"/>
                </a:cubicBezTo>
                <a:cubicBezTo>
                  <a:pt x="3510768" y="412922"/>
                  <a:pt x="3514232" y="409458"/>
                  <a:pt x="3518505" y="409458"/>
                </a:cubicBezTo>
                <a:close/>
                <a:moveTo>
                  <a:pt x="3436510" y="409458"/>
                </a:moveTo>
                <a:cubicBezTo>
                  <a:pt x="3466419" y="409458"/>
                  <a:pt x="3490665" y="433704"/>
                  <a:pt x="3490665" y="463613"/>
                </a:cubicBezTo>
                <a:cubicBezTo>
                  <a:pt x="3490665" y="493522"/>
                  <a:pt x="3466419" y="517768"/>
                  <a:pt x="3436510" y="517768"/>
                </a:cubicBezTo>
                <a:cubicBezTo>
                  <a:pt x="3406601" y="517768"/>
                  <a:pt x="3382355" y="493522"/>
                  <a:pt x="3382355" y="463613"/>
                </a:cubicBezTo>
                <a:cubicBezTo>
                  <a:pt x="3382355" y="433704"/>
                  <a:pt x="3406601" y="409458"/>
                  <a:pt x="3436510" y="409458"/>
                </a:cubicBezTo>
                <a:close/>
                <a:moveTo>
                  <a:pt x="3354514" y="409458"/>
                </a:moveTo>
                <a:cubicBezTo>
                  <a:pt x="3358787" y="409458"/>
                  <a:pt x="3362251" y="412922"/>
                  <a:pt x="3362251" y="417195"/>
                </a:cubicBezTo>
                <a:lnTo>
                  <a:pt x="3362251" y="510031"/>
                </a:lnTo>
                <a:cubicBezTo>
                  <a:pt x="3362251" y="514304"/>
                  <a:pt x="3358787" y="517768"/>
                  <a:pt x="3354514" y="517768"/>
                </a:cubicBezTo>
                <a:lnTo>
                  <a:pt x="3346778" y="510032"/>
                </a:lnTo>
                <a:cubicBezTo>
                  <a:pt x="3346778" y="479086"/>
                  <a:pt x="3346777" y="448141"/>
                  <a:pt x="3346777" y="417195"/>
                </a:cubicBezTo>
                <a:cubicBezTo>
                  <a:pt x="3346777" y="412922"/>
                  <a:pt x="3350241" y="409458"/>
                  <a:pt x="3354514" y="409458"/>
                </a:cubicBezTo>
                <a:close/>
                <a:moveTo>
                  <a:pt x="3318937" y="409458"/>
                </a:moveTo>
                <a:cubicBezTo>
                  <a:pt x="3323210" y="409458"/>
                  <a:pt x="3326674" y="412922"/>
                  <a:pt x="3326674" y="417195"/>
                </a:cubicBezTo>
                <a:lnTo>
                  <a:pt x="3326674" y="510031"/>
                </a:lnTo>
                <a:cubicBezTo>
                  <a:pt x="3326674" y="514304"/>
                  <a:pt x="3323210" y="517768"/>
                  <a:pt x="3318937" y="517768"/>
                </a:cubicBezTo>
                <a:lnTo>
                  <a:pt x="3311201" y="510032"/>
                </a:lnTo>
                <a:cubicBezTo>
                  <a:pt x="3311201" y="479086"/>
                  <a:pt x="3311200" y="448141"/>
                  <a:pt x="3311200" y="417195"/>
                </a:cubicBezTo>
                <a:cubicBezTo>
                  <a:pt x="3311200" y="412922"/>
                  <a:pt x="3314664" y="409458"/>
                  <a:pt x="3318937" y="409458"/>
                </a:cubicBezTo>
                <a:close/>
                <a:moveTo>
                  <a:pt x="3236942" y="409458"/>
                </a:moveTo>
                <a:cubicBezTo>
                  <a:pt x="3266851" y="409458"/>
                  <a:pt x="3291097" y="433704"/>
                  <a:pt x="3291097" y="463613"/>
                </a:cubicBezTo>
                <a:cubicBezTo>
                  <a:pt x="3291097" y="493522"/>
                  <a:pt x="3266851" y="517768"/>
                  <a:pt x="3236942" y="517768"/>
                </a:cubicBezTo>
                <a:cubicBezTo>
                  <a:pt x="3207033" y="517768"/>
                  <a:pt x="3182787" y="493522"/>
                  <a:pt x="3182787" y="463613"/>
                </a:cubicBezTo>
                <a:cubicBezTo>
                  <a:pt x="3182787" y="433704"/>
                  <a:pt x="3207033" y="409458"/>
                  <a:pt x="3236942" y="409458"/>
                </a:cubicBezTo>
                <a:close/>
                <a:moveTo>
                  <a:pt x="3154946" y="409458"/>
                </a:moveTo>
                <a:cubicBezTo>
                  <a:pt x="3159219" y="409458"/>
                  <a:pt x="3162683" y="412922"/>
                  <a:pt x="3162683" y="417195"/>
                </a:cubicBezTo>
                <a:lnTo>
                  <a:pt x="3162683" y="510031"/>
                </a:lnTo>
                <a:cubicBezTo>
                  <a:pt x="3162683" y="514304"/>
                  <a:pt x="3159219" y="517768"/>
                  <a:pt x="3154946" y="517768"/>
                </a:cubicBezTo>
                <a:lnTo>
                  <a:pt x="3147210" y="510032"/>
                </a:lnTo>
                <a:cubicBezTo>
                  <a:pt x="3147210" y="479086"/>
                  <a:pt x="3147209" y="448141"/>
                  <a:pt x="3147209" y="417195"/>
                </a:cubicBezTo>
                <a:cubicBezTo>
                  <a:pt x="3147209" y="412922"/>
                  <a:pt x="3150673" y="409458"/>
                  <a:pt x="3154946" y="409458"/>
                </a:cubicBezTo>
                <a:close/>
                <a:moveTo>
                  <a:pt x="3072951" y="409458"/>
                </a:moveTo>
                <a:cubicBezTo>
                  <a:pt x="3102860" y="409458"/>
                  <a:pt x="3127106" y="433704"/>
                  <a:pt x="3127106" y="463613"/>
                </a:cubicBezTo>
                <a:cubicBezTo>
                  <a:pt x="3127106" y="493522"/>
                  <a:pt x="3102860" y="517768"/>
                  <a:pt x="3072951" y="517768"/>
                </a:cubicBezTo>
                <a:cubicBezTo>
                  <a:pt x="3043042" y="517768"/>
                  <a:pt x="3018796" y="493522"/>
                  <a:pt x="3018796" y="463613"/>
                </a:cubicBezTo>
                <a:cubicBezTo>
                  <a:pt x="3018796" y="433704"/>
                  <a:pt x="3043042" y="409458"/>
                  <a:pt x="3072951" y="409458"/>
                </a:cubicBezTo>
                <a:close/>
                <a:moveTo>
                  <a:pt x="2944537" y="409458"/>
                </a:moveTo>
                <a:cubicBezTo>
                  <a:pt x="2974446" y="409458"/>
                  <a:pt x="2998692" y="433704"/>
                  <a:pt x="2998692" y="463613"/>
                </a:cubicBezTo>
                <a:cubicBezTo>
                  <a:pt x="2998692" y="493522"/>
                  <a:pt x="2974446" y="517768"/>
                  <a:pt x="2944537" y="517768"/>
                </a:cubicBezTo>
                <a:cubicBezTo>
                  <a:pt x="2914628" y="517768"/>
                  <a:pt x="2890382" y="493522"/>
                  <a:pt x="2890382" y="463613"/>
                </a:cubicBezTo>
                <a:cubicBezTo>
                  <a:pt x="2890382" y="433704"/>
                  <a:pt x="2914628" y="409458"/>
                  <a:pt x="2944537" y="409458"/>
                </a:cubicBezTo>
                <a:close/>
                <a:moveTo>
                  <a:pt x="2862541" y="409458"/>
                </a:moveTo>
                <a:cubicBezTo>
                  <a:pt x="2866814" y="409458"/>
                  <a:pt x="2870278" y="412922"/>
                  <a:pt x="2870278" y="417195"/>
                </a:cubicBezTo>
                <a:lnTo>
                  <a:pt x="2870278" y="510031"/>
                </a:lnTo>
                <a:cubicBezTo>
                  <a:pt x="2870278" y="514304"/>
                  <a:pt x="2866814" y="517768"/>
                  <a:pt x="2862541" y="517768"/>
                </a:cubicBezTo>
                <a:lnTo>
                  <a:pt x="2854805" y="510032"/>
                </a:lnTo>
                <a:cubicBezTo>
                  <a:pt x="2854805" y="479086"/>
                  <a:pt x="2854804" y="448141"/>
                  <a:pt x="2854804" y="417195"/>
                </a:cubicBezTo>
                <a:cubicBezTo>
                  <a:pt x="2854804" y="412922"/>
                  <a:pt x="2858268" y="409458"/>
                  <a:pt x="2862541" y="409458"/>
                </a:cubicBezTo>
                <a:close/>
                <a:moveTo>
                  <a:pt x="2826964" y="409458"/>
                </a:moveTo>
                <a:cubicBezTo>
                  <a:pt x="2831237" y="409458"/>
                  <a:pt x="2834701" y="412922"/>
                  <a:pt x="2834701" y="417195"/>
                </a:cubicBezTo>
                <a:lnTo>
                  <a:pt x="2834701" y="510031"/>
                </a:lnTo>
                <a:cubicBezTo>
                  <a:pt x="2834701" y="514304"/>
                  <a:pt x="2831237" y="517768"/>
                  <a:pt x="2826964" y="517768"/>
                </a:cubicBezTo>
                <a:lnTo>
                  <a:pt x="2819228" y="510032"/>
                </a:lnTo>
                <a:cubicBezTo>
                  <a:pt x="2819228" y="479086"/>
                  <a:pt x="2819227" y="448141"/>
                  <a:pt x="2819227" y="417195"/>
                </a:cubicBezTo>
                <a:cubicBezTo>
                  <a:pt x="2819227" y="412922"/>
                  <a:pt x="2822691" y="409458"/>
                  <a:pt x="2826964" y="409458"/>
                </a:cubicBezTo>
                <a:close/>
                <a:moveTo>
                  <a:pt x="2744969" y="409458"/>
                </a:moveTo>
                <a:cubicBezTo>
                  <a:pt x="2774878" y="409458"/>
                  <a:pt x="2799124" y="433704"/>
                  <a:pt x="2799124" y="463613"/>
                </a:cubicBezTo>
                <a:cubicBezTo>
                  <a:pt x="2799124" y="493522"/>
                  <a:pt x="2774878" y="517768"/>
                  <a:pt x="2744969" y="517768"/>
                </a:cubicBezTo>
                <a:cubicBezTo>
                  <a:pt x="2715060" y="517768"/>
                  <a:pt x="2690814" y="493522"/>
                  <a:pt x="2690814" y="463613"/>
                </a:cubicBezTo>
                <a:cubicBezTo>
                  <a:pt x="2690814" y="433704"/>
                  <a:pt x="2715060" y="409458"/>
                  <a:pt x="2744969" y="409458"/>
                </a:cubicBezTo>
                <a:close/>
                <a:moveTo>
                  <a:pt x="2662974" y="409458"/>
                </a:moveTo>
                <a:cubicBezTo>
                  <a:pt x="2667247" y="409458"/>
                  <a:pt x="2670711" y="412922"/>
                  <a:pt x="2670711" y="417195"/>
                </a:cubicBezTo>
                <a:cubicBezTo>
                  <a:pt x="2670711" y="448143"/>
                  <a:pt x="2670710" y="479086"/>
                  <a:pt x="2670710" y="510032"/>
                </a:cubicBezTo>
                <a:lnTo>
                  <a:pt x="2662974" y="517768"/>
                </a:lnTo>
                <a:cubicBezTo>
                  <a:pt x="2658701" y="517768"/>
                  <a:pt x="2655237" y="514304"/>
                  <a:pt x="2655237" y="510031"/>
                </a:cubicBezTo>
                <a:lnTo>
                  <a:pt x="2655237" y="417195"/>
                </a:lnTo>
                <a:cubicBezTo>
                  <a:pt x="2655237" y="412922"/>
                  <a:pt x="2658701" y="409458"/>
                  <a:pt x="2662974" y="409458"/>
                </a:cubicBezTo>
                <a:close/>
                <a:moveTo>
                  <a:pt x="2580978" y="409458"/>
                </a:moveTo>
                <a:cubicBezTo>
                  <a:pt x="2610887" y="409458"/>
                  <a:pt x="2635133" y="433704"/>
                  <a:pt x="2635133" y="463613"/>
                </a:cubicBezTo>
                <a:cubicBezTo>
                  <a:pt x="2635133" y="493522"/>
                  <a:pt x="2610887" y="517768"/>
                  <a:pt x="2580978" y="517768"/>
                </a:cubicBezTo>
                <a:cubicBezTo>
                  <a:pt x="2551069" y="517768"/>
                  <a:pt x="2526823" y="493522"/>
                  <a:pt x="2526823" y="463613"/>
                </a:cubicBezTo>
                <a:cubicBezTo>
                  <a:pt x="2526823" y="433704"/>
                  <a:pt x="2551069" y="409458"/>
                  <a:pt x="2580978" y="409458"/>
                </a:cubicBezTo>
                <a:close/>
                <a:moveTo>
                  <a:pt x="2498982" y="409458"/>
                </a:moveTo>
                <a:cubicBezTo>
                  <a:pt x="2503255" y="409458"/>
                  <a:pt x="2506719" y="412922"/>
                  <a:pt x="2506719" y="417195"/>
                </a:cubicBezTo>
                <a:lnTo>
                  <a:pt x="2506719" y="510031"/>
                </a:lnTo>
                <a:cubicBezTo>
                  <a:pt x="2506719" y="514304"/>
                  <a:pt x="2503255" y="517768"/>
                  <a:pt x="2498982" y="517768"/>
                </a:cubicBezTo>
                <a:lnTo>
                  <a:pt x="2491246" y="510032"/>
                </a:lnTo>
                <a:cubicBezTo>
                  <a:pt x="2491246" y="479086"/>
                  <a:pt x="2491245" y="448141"/>
                  <a:pt x="2491245" y="417195"/>
                </a:cubicBezTo>
                <a:cubicBezTo>
                  <a:pt x="2491245" y="412922"/>
                  <a:pt x="2494709" y="409458"/>
                  <a:pt x="2498982" y="409458"/>
                </a:cubicBezTo>
                <a:close/>
                <a:moveTo>
                  <a:pt x="2416987" y="409458"/>
                </a:moveTo>
                <a:cubicBezTo>
                  <a:pt x="2446896" y="409458"/>
                  <a:pt x="2471142" y="433704"/>
                  <a:pt x="2471142" y="463613"/>
                </a:cubicBezTo>
                <a:cubicBezTo>
                  <a:pt x="2471142" y="493522"/>
                  <a:pt x="2446896" y="517768"/>
                  <a:pt x="2416987" y="517768"/>
                </a:cubicBezTo>
                <a:cubicBezTo>
                  <a:pt x="2387078" y="517768"/>
                  <a:pt x="2362832" y="493522"/>
                  <a:pt x="2362832" y="463613"/>
                </a:cubicBezTo>
                <a:cubicBezTo>
                  <a:pt x="2362832" y="433704"/>
                  <a:pt x="2387078" y="409458"/>
                  <a:pt x="2416987" y="409458"/>
                </a:cubicBezTo>
                <a:close/>
                <a:moveTo>
                  <a:pt x="2334991" y="409458"/>
                </a:moveTo>
                <a:cubicBezTo>
                  <a:pt x="2339264" y="409458"/>
                  <a:pt x="2342728" y="412922"/>
                  <a:pt x="2342728" y="417195"/>
                </a:cubicBezTo>
                <a:lnTo>
                  <a:pt x="2342728" y="510031"/>
                </a:lnTo>
                <a:cubicBezTo>
                  <a:pt x="2342728" y="514304"/>
                  <a:pt x="2339264" y="517768"/>
                  <a:pt x="2334991" y="517768"/>
                </a:cubicBezTo>
                <a:lnTo>
                  <a:pt x="2327255" y="510032"/>
                </a:lnTo>
                <a:cubicBezTo>
                  <a:pt x="2327255" y="479086"/>
                  <a:pt x="2327254" y="448141"/>
                  <a:pt x="2327254" y="417195"/>
                </a:cubicBezTo>
                <a:cubicBezTo>
                  <a:pt x="2327254" y="412922"/>
                  <a:pt x="2330718" y="409458"/>
                  <a:pt x="2334991" y="409458"/>
                </a:cubicBezTo>
                <a:close/>
                <a:moveTo>
                  <a:pt x="2299414" y="409458"/>
                </a:moveTo>
                <a:cubicBezTo>
                  <a:pt x="2303687" y="409458"/>
                  <a:pt x="2307151" y="412922"/>
                  <a:pt x="2307151" y="417195"/>
                </a:cubicBezTo>
                <a:lnTo>
                  <a:pt x="2307151" y="510031"/>
                </a:lnTo>
                <a:cubicBezTo>
                  <a:pt x="2307151" y="514304"/>
                  <a:pt x="2303687" y="517768"/>
                  <a:pt x="2299414" y="517768"/>
                </a:cubicBezTo>
                <a:lnTo>
                  <a:pt x="2291678" y="510032"/>
                </a:lnTo>
                <a:cubicBezTo>
                  <a:pt x="2291678" y="479086"/>
                  <a:pt x="2291677" y="448141"/>
                  <a:pt x="2291677" y="417195"/>
                </a:cubicBezTo>
                <a:cubicBezTo>
                  <a:pt x="2291677" y="412922"/>
                  <a:pt x="2295141" y="409458"/>
                  <a:pt x="2299414" y="409458"/>
                </a:cubicBezTo>
                <a:close/>
                <a:moveTo>
                  <a:pt x="2217419" y="409458"/>
                </a:moveTo>
                <a:cubicBezTo>
                  <a:pt x="2247328" y="409458"/>
                  <a:pt x="2271574" y="433704"/>
                  <a:pt x="2271574" y="463613"/>
                </a:cubicBezTo>
                <a:cubicBezTo>
                  <a:pt x="2271574" y="493522"/>
                  <a:pt x="2247328" y="517768"/>
                  <a:pt x="2217419" y="517768"/>
                </a:cubicBezTo>
                <a:cubicBezTo>
                  <a:pt x="2187510" y="517768"/>
                  <a:pt x="2163264" y="493522"/>
                  <a:pt x="2163264" y="463613"/>
                </a:cubicBezTo>
                <a:cubicBezTo>
                  <a:pt x="2163264" y="433704"/>
                  <a:pt x="2187510" y="409458"/>
                  <a:pt x="2217419" y="409458"/>
                </a:cubicBezTo>
                <a:close/>
                <a:moveTo>
                  <a:pt x="2135424" y="409458"/>
                </a:moveTo>
                <a:cubicBezTo>
                  <a:pt x="2139697" y="409458"/>
                  <a:pt x="2143161" y="412922"/>
                  <a:pt x="2143161" y="417195"/>
                </a:cubicBezTo>
                <a:cubicBezTo>
                  <a:pt x="2143161" y="448143"/>
                  <a:pt x="2143160" y="479086"/>
                  <a:pt x="2143160" y="510032"/>
                </a:cubicBezTo>
                <a:lnTo>
                  <a:pt x="2135424" y="517768"/>
                </a:lnTo>
                <a:cubicBezTo>
                  <a:pt x="2131151" y="517768"/>
                  <a:pt x="2127687" y="514304"/>
                  <a:pt x="2127687" y="510031"/>
                </a:cubicBezTo>
                <a:lnTo>
                  <a:pt x="2127687" y="417195"/>
                </a:lnTo>
                <a:cubicBezTo>
                  <a:pt x="2127687" y="412922"/>
                  <a:pt x="2131151" y="409458"/>
                  <a:pt x="2135424" y="409458"/>
                </a:cubicBezTo>
                <a:close/>
                <a:moveTo>
                  <a:pt x="2053428" y="409458"/>
                </a:moveTo>
                <a:cubicBezTo>
                  <a:pt x="2083337" y="409458"/>
                  <a:pt x="2107583" y="433704"/>
                  <a:pt x="2107583" y="463613"/>
                </a:cubicBezTo>
                <a:cubicBezTo>
                  <a:pt x="2107583" y="493522"/>
                  <a:pt x="2083337" y="517768"/>
                  <a:pt x="2053428" y="517768"/>
                </a:cubicBezTo>
                <a:cubicBezTo>
                  <a:pt x="2023519" y="517768"/>
                  <a:pt x="1999273" y="493522"/>
                  <a:pt x="1999273" y="463613"/>
                </a:cubicBezTo>
                <a:cubicBezTo>
                  <a:pt x="1999273" y="433704"/>
                  <a:pt x="2023519" y="409458"/>
                  <a:pt x="2053428" y="409458"/>
                </a:cubicBezTo>
                <a:close/>
                <a:moveTo>
                  <a:pt x="1971433" y="409458"/>
                </a:moveTo>
                <a:cubicBezTo>
                  <a:pt x="1975706" y="409458"/>
                  <a:pt x="1979170" y="412922"/>
                  <a:pt x="1979170" y="417195"/>
                </a:cubicBezTo>
                <a:cubicBezTo>
                  <a:pt x="1979170" y="448143"/>
                  <a:pt x="1979169" y="479086"/>
                  <a:pt x="1979169" y="510032"/>
                </a:cubicBezTo>
                <a:lnTo>
                  <a:pt x="1971433" y="517768"/>
                </a:lnTo>
                <a:cubicBezTo>
                  <a:pt x="1967160" y="517768"/>
                  <a:pt x="1963696" y="514304"/>
                  <a:pt x="1963696" y="510031"/>
                </a:cubicBezTo>
                <a:lnTo>
                  <a:pt x="1963696" y="417195"/>
                </a:lnTo>
                <a:cubicBezTo>
                  <a:pt x="1963696" y="412922"/>
                  <a:pt x="1967160" y="409458"/>
                  <a:pt x="1971433" y="409458"/>
                </a:cubicBezTo>
                <a:close/>
                <a:moveTo>
                  <a:pt x="1889437" y="409458"/>
                </a:moveTo>
                <a:cubicBezTo>
                  <a:pt x="1919346" y="409458"/>
                  <a:pt x="1943592" y="433704"/>
                  <a:pt x="1943592" y="463613"/>
                </a:cubicBezTo>
                <a:cubicBezTo>
                  <a:pt x="1943592" y="493522"/>
                  <a:pt x="1919346" y="517768"/>
                  <a:pt x="1889437" y="517768"/>
                </a:cubicBezTo>
                <a:cubicBezTo>
                  <a:pt x="1859528" y="517768"/>
                  <a:pt x="1835282" y="493522"/>
                  <a:pt x="1835282" y="463613"/>
                </a:cubicBezTo>
                <a:cubicBezTo>
                  <a:pt x="1835282" y="433704"/>
                  <a:pt x="1859528" y="409458"/>
                  <a:pt x="1889437" y="409458"/>
                </a:cubicBezTo>
                <a:close/>
                <a:moveTo>
                  <a:pt x="1807442" y="409458"/>
                </a:moveTo>
                <a:cubicBezTo>
                  <a:pt x="1811715" y="409458"/>
                  <a:pt x="1815179" y="412922"/>
                  <a:pt x="1815179" y="417195"/>
                </a:cubicBezTo>
                <a:cubicBezTo>
                  <a:pt x="1815179" y="448143"/>
                  <a:pt x="1815178" y="479086"/>
                  <a:pt x="1815178" y="510032"/>
                </a:cubicBezTo>
                <a:lnTo>
                  <a:pt x="1807442" y="517768"/>
                </a:lnTo>
                <a:cubicBezTo>
                  <a:pt x="1803169" y="517768"/>
                  <a:pt x="1799705" y="514304"/>
                  <a:pt x="1799705" y="510031"/>
                </a:cubicBezTo>
                <a:lnTo>
                  <a:pt x="1799705" y="417195"/>
                </a:lnTo>
                <a:cubicBezTo>
                  <a:pt x="1799705" y="412922"/>
                  <a:pt x="1803169" y="409458"/>
                  <a:pt x="1807442" y="409458"/>
                </a:cubicBezTo>
                <a:close/>
                <a:moveTo>
                  <a:pt x="1771866" y="409458"/>
                </a:moveTo>
                <a:cubicBezTo>
                  <a:pt x="1776139" y="409458"/>
                  <a:pt x="1779603" y="412922"/>
                  <a:pt x="1779603" y="417195"/>
                </a:cubicBezTo>
                <a:cubicBezTo>
                  <a:pt x="1779603" y="448143"/>
                  <a:pt x="1779602" y="479086"/>
                  <a:pt x="1779602" y="510032"/>
                </a:cubicBezTo>
                <a:lnTo>
                  <a:pt x="1771866" y="517768"/>
                </a:lnTo>
                <a:cubicBezTo>
                  <a:pt x="1767593" y="517768"/>
                  <a:pt x="1764129" y="514304"/>
                  <a:pt x="1764129" y="510031"/>
                </a:cubicBezTo>
                <a:lnTo>
                  <a:pt x="1764129" y="417195"/>
                </a:lnTo>
                <a:cubicBezTo>
                  <a:pt x="1764129" y="412922"/>
                  <a:pt x="1767593" y="409458"/>
                  <a:pt x="1771866" y="409458"/>
                </a:cubicBezTo>
                <a:close/>
                <a:moveTo>
                  <a:pt x="1689869" y="409458"/>
                </a:moveTo>
                <a:cubicBezTo>
                  <a:pt x="1719778" y="409458"/>
                  <a:pt x="1744024" y="433704"/>
                  <a:pt x="1744024" y="463613"/>
                </a:cubicBezTo>
                <a:cubicBezTo>
                  <a:pt x="1744024" y="493522"/>
                  <a:pt x="1719778" y="517768"/>
                  <a:pt x="1689869" y="517768"/>
                </a:cubicBezTo>
                <a:cubicBezTo>
                  <a:pt x="1659960" y="517768"/>
                  <a:pt x="1635714" y="493522"/>
                  <a:pt x="1635714" y="463613"/>
                </a:cubicBezTo>
                <a:cubicBezTo>
                  <a:pt x="1635714" y="433704"/>
                  <a:pt x="1659960" y="409458"/>
                  <a:pt x="1689869" y="409458"/>
                </a:cubicBezTo>
                <a:close/>
                <a:moveTo>
                  <a:pt x="1561455" y="409458"/>
                </a:moveTo>
                <a:cubicBezTo>
                  <a:pt x="1591364" y="409458"/>
                  <a:pt x="1615610" y="433704"/>
                  <a:pt x="1615610" y="463613"/>
                </a:cubicBezTo>
                <a:cubicBezTo>
                  <a:pt x="1615610" y="493522"/>
                  <a:pt x="1591364" y="517768"/>
                  <a:pt x="1561455" y="517768"/>
                </a:cubicBezTo>
                <a:cubicBezTo>
                  <a:pt x="1531546" y="517768"/>
                  <a:pt x="1507300" y="493522"/>
                  <a:pt x="1507300" y="463613"/>
                </a:cubicBezTo>
                <a:cubicBezTo>
                  <a:pt x="1507300" y="433704"/>
                  <a:pt x="1531546" y="409458"/>
                  <a:pt x="1561455" y="409458"/>
                </a:cubicBezTo>
                <a:close/>
                <a:moveTo>
                  <a:pt x="1479460" y="409458"/>
                </a:moveTo>
                <a:cubicBezTo>
                  <a:pt x="1483733" y="409458"/>
                  <a:pt x="1487197" y="412922"/>
                  <a:pt x="1487197" y="417195"/>
                </a:cubicBezTo>
                <a:cubicBezTo>
                  <a:pt x="1487197" y="448143"/>
                  <a:pt x="1487196" y="479086"/>
                  <a:pt x="1487196" y="510032"/>
                </a:cubicBezTo>
                <a:lnTo>
                  <a:pt x="1479460" y="517768"/>
                </a:lnTo>
                <a:cubicBezTo>
                  <a:pt x="1475187" y="517768"/>
                  <a:pt x="1471723" y="514304"/>
                  <a:pt x="1471723" y="510031"/>
                </a:cubicBezTo>
                <a:lnTo>
                  <a:pt x="1471723" y="417195"/>
                </a:lnTo>
                <a:cubicBezTo>
                  <a:pt x="1471723" y="412922"/>
                  <a:pt x="1475187" y="409458"/>
                  <a:pt x="1479460" y="409458"/>
                </a:cubicBezTo>
                <a:close/>
                <a:moveTo>
                  <a:pt x="1397464" y="409458"/>
                </a:moveTo>
                <a:cubicBezTo>
                  <a:pt x="1427373" y="409458"/>
                  <a:pt x="1451619" y="433704"/>
                  <a:pt x="1451619" y="463613"/>
                </a:cubicBezTo>
                <a:cubicBezTo>
                  <a:pt x="1451619" y="493522"/>
                  <a:pt x="1427373" y="517768"/>
                  <a:pt x="1397464" y="517768"/>
                </a:cubicBezTo>
                <a:cubicBezTo>
                  <a:pt x="1367555" y="517768"/>
                  <a:pt x="1343309" y="493522"/>
                  <a:pt x="1343309" y="463613"/>
                </a:cubicBezTo>
                <a:cubicBezTo>
                  <a:pt x="1343309" y="433704"/>
                  <a:pt x="1367555" y="409458"/>
                  <a:pt x="1397464" y="409458"/>
                </a:cubicBezTo>
                <a:close/>
                <a:moveTo>
                  <a:pt x="1315469" y="409458"/>
                </a:moveTo>
                <a:cubicBezTo>
                  <a:pt x="1319742" y="409458"/>
                  <a:pt x="1323206" y="412922"/>
                  <a:pt x="1323206" y="417195"/>
                </a:cubicBezTo>
                <a:cubicBezTo>
                  <a:pt x="1323206" y="448143"/>
                  <a:pt x="1323205" y="479086"/>
                  <a:pt x="1323205" y="510032"/>
                </a:cubicBezTo>
                <a:lnTo>
                  <a:pt x="1315469" y="517768"/>
                </a:lnTo>
                <a:cubicBezTo>
                  <a:pt x="1311196" y="517768"/>
                  <a:pt x="1307732" y="514304"/>
                  <a:pt x="1307732" y="510031"/>
                </a:cubicBezTo>
                <a:lnTo>
                  <a:pt x="1307732" y="417195"/>
                </a:lnTo>
                <a:cubicBezTo>
                  <a:pt x="1307732" y="412922"/>
                  <a:pt x="1311196" y="409458"/>
                  <a:pt x="1315469" y="409458"/>
                </a:cubicBezTo>
                <a:close/>
                <a:moveTo>
                  <a:pt x="1279893" y="409458"/>
                </a:moveTo>
                <a:cubicBezTo>
                  <a:pt x="1284166" y="409458"/>
                  <a:pt x="1287630" y="412922"/>
                  <a:pt x="1287630" y="417195"/>
                </a:cubicBezTo>
                <a:cubicBezTo>
                  <a:pt x="1287630" y="448143"/>
                  <a:pt x="1287629" y="479086"/>
                  <a:pt x="1287629" y="510032"/>
                </a:cubicBezTo>
                <a:lnTo>
                  <a:pt x="1279893" y="517768"/>
                </a:lnTo>
                <a:cubicBezTo>
                  <a:pt x="1275620" y="517768"/>
                  <a:pt x="1272156" y="514304"/>
                  <a:pt x="1272156" y="510031"/>
                </a:cubicBezTo>
                <a:lnTo>
                  <a:pt x="1272156" y="417195"/>
                </a:lnTo>
                <a:cubicBezTo>
                  <a:pt x="1272156" y="412922"/>
                  <a:pt x="1275620" y="409458"/>
                  <a:pt x="1279893" y="409458"/>
                </a:cubicBezTo>
                <a:close/>
                <a:moveTo>
                  <a:pt x="1197896" y="409458"/>
                </a:moveTo>
                <a:cubicBezTo>
                  <a:pt x="1227805" y="409458"/>
                  <a:pt x="1252051" y="433704"/>
                  <a:pt x="1252051" y="463613"/>
                </a:cubicBezTo>
                <a:cubicBezTo>
                  <a:pt x="1252051" y="493522"/>
                  <a:pt x="1227805" y="517768"/>
                  <a:pt x="1197896" y="517768"/>
                </a:cubicBezTo>
                <a:cubicBezTo>
                  <a:pt x="1167987" y="517768"/>
                  <a:pt x="1143741" y="493522"/>
                  <a:pt x="1143741" y="463613"/>
                </a:cubicBezTo>
                <a:cubicBezTo>
                  <a:pt x="1143741" y="433704"/>
                  <a:pt x="1167987" y="409458"/>
                  <a:pt x="1197896" y="409458"/>
                </a:cubicBezTo>
                <a:close/>
                <a:moveTo>
                  <a:pt x="1115902" y="409458"/>
                </a:moveTo>
                <a:cubicBezTo>
                  <a:pt x="1120175" y="409458"/>
                  <a:pt x="1123639" y="412922"/>
                  <a:pt x="1123639" y="417195"/>
                </a:cubicBezTo>
                <a:cubicBezTo>
                  <a:pt x="1123639" y="448143"/>
                  <a:pt x="1123638" y="479086"/>
                  <a:pt x="1123638" y="510032"/>
                </a:cubicBezTo>
                <a:lnTo>
                  <a:pt x="1115902" y="517768"/>
                </a:lnTo>
                <a:cubicBezTo>
                  <a:pt x="1111629" y="517768"/>
                  <a:pt x="1108165" y="514304"/>
                  <a:pt x="1108165" y="510031"/>
                </a:cubicBezTo>
                <a:lnTo>
                  <a:pt x="1108165" y="417195"/>
                </a:lnTo>
                <a:cubicBezTo>
                  <a:pt x="1108165" y="412922"/>
                  <a:pt x="1111629" y="409458"/>
                  <a:pt x="1115902" y="409458"/>
                </a:cubicBezTo>
                <a:close/>
                <a:moveTo>
                  <a:pt x="1080325" y="409458"/>
                </a:moveTo>
                <a:cubicBezTo>
                  <a:pt x="1084598" y="409458"/>
                  <a:pt x="1088062" y="412922"/>
                  <a:pt x="1088062" y="417195"/>
                </a:cubicBezTo>
                <a:cubicBezTo>
                  <a:pt x="1088062" y="448143"/>
                  <a:pt x="1088061" y="479086"/>
                  <a:pt x="1088060" y="510032"/>
                </a:cubicBezTo>
                <a:lnTo>
                  <a:pt x="1080325" y="517768"/>
                </a:lnTo>
                <a:cubicBezTo>
                  <a:pt x="1076052" y="517768"/>
                  <a:pt x="1072588" y="514304"/>
                  <a:pt x="1072588" y="510031"/>
                </a:cubicBezTo>
                <a:lnTo>
                  <a:pt x="1072588" y="417195"/>
                </a:lnTo>
                <a:cubicBezTo>
                  <a:pt x="1072588" y="412922"/>
                  <a:pt x="1076052" y="409458"/>
                  <a:pt x="1080325" y="409458"/>
                </a:cubicBezTo>
                <a:close/>
                <a:moveTo>
                  <a:pt x="1044748" y="409458"/>
                </a:moveTo>
                <a:cubicBezTo>
                  <a:pt x="1049021" y="409458"/>
                  <a:pt x="1052485" y="412922"/>
                  <a:pt x="1052485" y="417195"/>
                </a:cubicBezTo>
                <a:cubicBezTo>
                  <a:pt x="1052485" y="448143"/>
                  <a:pt x="1052484" y="479086"/>
                  <a:pt x="1052484" y="510032"/>
                </a:cubicBezTo>
                <a:lnTo>
                  <a:pt x="1044748" y="517768"/>
                </a:lnTo>
                <a:cubicBezTo>
                  <a:pt x="1040475" y="517768"/>
                  <a:pt x="1037011" y="514304"/>
                  <a:pt x="1037011" y="510031"/>
                </a:cubicBezTo>
                <a:lnTo>
                  <a:pt x="1037011" y="417195"/>
                </a:lnTo>
                <a:cubicBezTo>
                  <a:pt x="1037011" y="412922"/>
                  <a:pt x="1040475" y="409458"/>
                  <a:pt x="1044748" y="409458"/>
                </a:cubicBezTo>
                <a:close/>
                <a:moveTo>
                  <a:pt x="962752" y="409458"/>
                </a:moveTo>
                <a:cubicBezTo>
                  <a:pt x="992661" y="409458"/>
                  <a:pt x="1016907" y="433704"/>
                  <a:pt x="1016906" y="463613"/>
                </a:cubicBezTo>
                <a:cubicBezTo>
                  <a:pt x="1016907" y="493522"/>
                  <a:pt x="992661" y="517768"/>
                  <a:pt x="962752" y="517768"/>
                </a:cubicBezTo>
                <a:cubicBezTo>
                  <a:pt x="932843" y="517768"/>
                  <a:pt x="908597" y="493522"/>
                  <a:pt x="908597" y="463613"/>
                </a:cubicBezTo>
                <a:cubicBezTo>
                  <a:pt x="908597" y="433704"/>
                  <a:pt x="932843" y="409458"/>
                  <a:pt x="962752" y="409458"/>
                </a:cubicBezTo>
                <a:close/>
                <a:moveTo>
                  <a:pt x="880757" y="409458"/>
                </a:moveTo>
                <a:cubicBezTo>
                  <a:pt x="885030" y="409458"/>
                  <a:pt x="888494" y="412922"/>
                  <a:pt x="888494" y="417195"/>
                </a:cubicBezTo>
                <a:cubicBezTo>
                  <a:pt x="888494" y="448143"/>
                  <a:pt x="888493" y="479086"/>
                  <a:pt x="888493" y="510032"/>
                </a:cubicBezTo>
                <a:lnTo>
                  <a:pt x="880757" y="517768"/>
                </a:lnTo>
                <a:cubicBezTo>
                  <a:pt x="876484" y="517768"/>
                  <a:pt x="873020" y="514304"/>
                  <a:pt x="873020" y="510031"/>
                </a:cubicBezTo>
                <a:lnTo>
                  <a:pt x="873020" y="417195"/>
                </a:lnTo>
                <a:cubicBezTo>
                  <a:pt x="873022" y="412922"/>
                  <a:pt x="876484" y="409458"/>
                  <a:pt x="880757" y="409458"/>
                </a:cubicBezTo>
                <a:close/>
                <a:moveTo>
                  <a:pt x="798761" y="409458"/>
                </a:moveTo>
                <a:cubicBezTo>
                  <a:pt x="828670" y="409458"/>
                  <a:pt x="852916" y="433704"/>
                  <a:pt x="852916" y="463613"/>
                </a:cubicBezTo>
                <a:cubicBezTo>
                  <a:pt x="852916" y="493522"/>
                  <a:pt x="828670" y="517768"/>
                  <a:pt x="798761" y="517768"/>
                </a:cubicBezTo>
                <a:cubicBezTo>
                  <a:pt x="768852" y="517768"/>
                  <a:pt x="744606" y="493522"/>
                  <a:pt x="744606" y="463613"/>
                </a:cubicBezTo>
                <a:cubicBezTo>
                  <a:pt x="744606" y="433704"/>
                  <a:pt x="768852" y="409458"/>
                  <a:pt x="798761" y="409458"/>
                </a:cubicBezTo>
                <a:close/>
                <a:moveTo>
                  <a:pt x="670346" y="409458"/>
                </a:moveTo>
                <a:cubicBezTo>
                  <a:pt x="700256" y="409458"/>
                  <a:pt x="724502" y="433704"/>
                  <a:pt x="724502" y="463613"/>
                </a:cubicBezTo>
                <a:cubicBezTo>
                  <a:pt x="724502" y="493522"/>
                  <a:pt x="700256" y="517768"/>
                  <a:pt x="670346" y="517768"/>
                </a:cubicBezTo>
                <a:cubicBezTo>
                  <a:pt x="640438" y="517768"/>
                  <a:pt x="616192" y="493522"/>
                  <a:pt x="616192" y="463613"/>
                </a:cubicBezTo>
                <a:cubicBezTo>
                  <a:pt x="616192" y="433704"/>
                  <a:pt x="640438" y="409458"/>
                  <a:pt x="670346" y="409458"/>
                </a:cubicBezTo>
                <a:close/>
                <a:moveTo>
                  <a:pt x="588352" y="409458"/>
                </a:moveTo>
                <a:cubicBezTo>
                  <a:pt x="592625" y="409458"/>
                  <a:pt x="596089" y="412922"/>
                  <a:pt x="596089" y="417195"/>
                </a:cubicBezTo>
                <a:cubicBezTo>
                  <a:pt x="596089" y="448143"/>
                  <a:pt x="596088" y="479086"/>
                  <a:pt x="596087" y="510032"/>
                </a:cubicBezTo>
                <a:lnTo>
                  <a:pt x="588352" y="517768"/>
                </a:lnTo>
                <a:cubicBezTo>
                  <a:pt x="584079" y="517768"/>
                  <a:pt x="580615" y="514304"/>
                  <a:pt x="580615" y="510031"/>
                </a:cubicBezTo>
                <a:lnTo>
                  <a:pt x="580615" y="417195"/>
                </a:lnTo>
                <a:cubicBezTo>
                  <a:pt x="580617" y="412922"/>
                  <a:pt x="584079" y="409458"/>
                  <a:pt x="588352" y="409458"/>
                </a:cubicBezTo>
                <a:close/>
                <a:moveTo>
                  <a:pt x="552775" y="409458"/>
                </a:moveTo>
                <a:cubicBezTo>
                  <a:pt x="557048" y="409458"/>
                  <a:pt x="560512" y="412922"/>
                  <a:pt x="560512" y="417195"/>
                </a:cubicBezTo>
                <a:cubicBezTo>
                  <a:pt x="560512" y="448143"/>
                  <a:pt x="560511" y="479086"/>
                  <a:pt x="560511" y="510032"/>
                </a:cubicBezTo>
                <a:lnTo>
                  <a:pt x="552775" y="517768"/>
                </a:lnTo>
                <a:cubicBezTo>
                  <a:pt x="548502" y="517768"/>
                  <a:pt x="545038" y="514304"/>
                  <a:pt x="545038" y="510031"/>
                </a:cubicBezTo>
                <a:lnTo>
                  <a:pt x="545038" y="417195"/>
                </a:lnTo>
                <a:cubicBezTo>
                  <a:pt x="545040" y="412922"/>
                  <a:pt x="548502" y="409458"/>
                  <a:pt x="552775" y="409458"/>
                </a:cubicBezTo>
                <a:close/>
                <a:moveTo>
                  <a:pt x="470779" y="409458"/>
                </a:moveTo>
                <a:cubicBezTo>
                  <a:pt x="500688" y="409458"/>
                  <a:pt x="524934" y="433704"/>
                  <a:pt x="524934" y="463613"/>
                </a:cubicBezTo>
                <a:cubicBezTo>
                  <a:pt x="524934" y="493522"/>
                  <a:pt x="500688" y="517768"/>
                  <a:pt x="470779" y="517768"/>
                </a:cubicBezTo>
                <a:cubicBezTo>
                  <a:pt x="440870" y="517768"/>
                  <a:pt x="416624" y="493522"/>
                  <a:pt x="416624" y="463613"/>
                </a:cubicBezTo>
                <a:cubicBezTo>
                  <a:pt x="416624" y="433704"/>
                  <a:pt x="440870" y="409458"/>
                  <a:pt x="470779" y="409458"/>
                </a:cubicBezTo>
                <a:close/>
                <a:moveTo>
                  <a:pt x="342365" y="409458"/>
                </a:moveTo>
                <a:cubicBezTo>
                  <a:pt x="372274" y="409458"/>
                  <a:pt x="396520" y="433704"/>
                  <a:pt x="396520" y="463613"/>
                </a:cubicBezTo>
                <a:cubicBezTo>
                  <a:pt x="396518" y="493522"/>
                  <a:pt x="372273" y="517768"/>
                  <a:pt x="342365" y="517768"/>
                </a:cubicBezTo>
                <a:cubicBezTo>
                  <a:pt x="312456" y="517768"/>
                  <a:pt x="288210" y="493522"/>
                  <a:pt x="288210" y="463613"/>
                </a:cubicBezTo>
                <a:cubicBezTo>
                  <a:pt x="288210" y="433704"/>
                  <a:pt x="312456" y="409458"/>
                  <a:pt x="342365" y="409458"/>
                </a:cubicBezTo>
                <a:close/>
                <a:moveTo>
                  <a:pt x="260370" y="409458"/>
                </a:moveTo>
                <a:cubicBezTo>
                  <a:pt x="264643" y="409458"/>
                  <a:pt x="268107" y="412922"/>
                  <a:pt x="268107" y="417195"/>
                </a:cubicBezTo>
                <a:cubicBezTo>
                  <a:pt x="268107" y="448143"/>
                  <a:pt x="268106" y="479086"/>
                  <a:pt x="268106" y="510032"/>
                </a:cubicBezTo>
                <a:lnTo>
                  <a:pt x="260370" y="517768"/>
                </a:lnTo>
                <a:cubicBezTo>
                  <a:pt x="256097" y="517768"/>
                  <a:pt x="252633" y="514304"/>
                  <a:pt x="252633" y="510031"/>
                </a:cubicBezTo>
                <a:lnTo>
                  <a:pt x="252633" y="417195"/>
                </a:lnTo>
                <a:cubicBezTo>
                  <a:pt x="252634" y="412922"/>
                  <a:pt x="256098" y="409458"/>
                  <a:pt x="260370" y="409458"/>
                </a:cubicBezTo>
                <a:close/>
                <a:moveTo>
                  <a:pt x="178374" y="409458"/>
                </a:moveTo>
                <a:cubicBezTo>
                  <a:pt x="208283" y="409458"/>
                  <a:pt x="232529" y="433704"/>
                  <a:pt x="232529" y="463613"/>
                </a:cubicBezTo>
                <a:cubicBezTo>
                  <a:pt x="232527" y="493522"/>
                  <a:pt x="208282" y="517768"/>
                  <a:pt x="178374" y="517768"/>
                </a:cubicBezTo>
                <a:cubicBezTo>
                  <a:pt x="148465" y="517768"/>
                  <a:pt x="124219" y="493522"/>
                  <a:pt x="124219" y="463613"/>
                </a:cubicBezTo>
                <a:cubicBezTo>
                  <a:pt x="124219" y="433704"/>
                  <a:pt x="148465" y="409458"/>
                  <a:pt x="178374" y="409458"/>
                </a:cubicBezTo>
                <a:close/>
                <a:moveTo>
                  <a:pt x="96379" y="409458"/>
                </a:moveTo>
                <a:cubicBezTo>
                  <a:pt x="100652" y="409458"/>
                  <a:pt x="104116" y="412922"/>
                  <a:pt x="104116" y="417195"/>
                </a:cubicBezTo>
                <a:cubicBezTo>
                  <a:pt x="104116" y="448143"/>
                  <a:pt x="104115" y="479086"/>
                  <a:pt x="104115" y="510032"/>
                </a:cubicBezTo>
                <a:lnTo>
                  <a:pt x="96379" y="517768"/>
                </a:lnTo>
                <a:cubicBezTo>
                  <a:pt x="92106" y="517768"/>
                  <a:pt x="88642" y="514304"/>
                  <a:pt x="88642" y="510031"/>
                </a:cubicBezTo>
                <a:lnTo>
                  <a:pt x="88642" y="417195"/>
                </a:lnTo>
                <a:cubicBezTo>
                  <a:pt x="88644" y="412922"/>
                  <a:pt x="92107" y="409458"/>
                  <a:pt x="96379" y="409458"/>
                </a:cubicBezTo>
                <a:close/>
                <a:moveTo>
                  <a:pt x="60802" y="409458"/>
                </a:moveTo>
                <a:cubicBezTo>
                  <a:pt x="65075" y="409458"/>
                  <a:pt x="68539" y="412922"/>
                  <a:pt x="68539" y="417195"/>
                </a:cubicBezTo>
                <a:cubicBezTo>
                  <a:pt x="68539" y="448143"/>
                  <a:pt x="68538" y="479086"/>
                  <a:pt x="68538" y="510032"/>
                </a:cubicBezTo>
                <a:lnTo>
                  <a:pt x="60802" y="517768"/>
                </a:lnTo>
                <a:cubicBezTo>
                  <a:pt x="56529" y="517768"/>
                  <a:pt x="53065" y="514304"/>
                  <a:pt x="53065" y="510031"/>
                </a:cubicBezTo>
                <a:lnTo>
                  <a:pt x="53065" y="417195"/>
                </a:lnTo>
                <a:cubicBezTo>
                  <a:pt x="53067" y="412922"/>
                  <a:pt x="56530" y="409458"/>
                  <a:pt x="60802" y="409458"/>
                </a:cubicBezTo>
                <a:close/>
                <a:moveTo>
                  <a:pt x="6863234" y="381415"/>
                </a:moveTo>
                <a:lnTo>
                  <a:pt x="6863235" y="381416"/>
                </a:lnTo>
                <a:close/>
                <a:moveTo>
                  <a:pt x="5051422" y="381415"/>
                </a:moveTo>
                <a:lnTo>
                  <a:pt x="5051423" y="381416"/>
                </a:lnTo>
                <a:close/>
                <a:moveTo>
                  <a:pt x="4177234" y="381415"/>
                </a:moveTo>
                <a:lnTo>
                  <a:pt x="4177234" y="381415"/>
                </a:lnTo>
                <a:lnTo>
                  <a:pt x="4177233" y="381416"/>
                </a:lnTo>
                <a:cubicBezTo>
                  <a:pt x="4177234" y="381416"/>
                  <a:pt x="4177234" y="381415"/>
                  <a:pt x="4177234" y="381415"/>
                </a:cubicBezTo>
                <a:close/>
                <a:moveTo>
                  <a:pt x="4020963" y="381415"/>
                </a:moveTo>
                <a:lnTo>
                  <a:pt x="4020963" y="381415"/>
                </a:lnTo>
                <a:close/>
                <a:moveTo>
                  <a:pt x="3708422" y="381415"/>
                </a:moveTo>
                <a:lnTo>
                  <a:pt x="3708422" y="381415"/>
                </a:lnTo>
                <a:close/>
                <a:moveTo>
                  <a:pt x="3395881" y="381415"/>
                </a:moveTo>
                <a:lnTo>
                  <a:pt x="3395882" y="381416"/>
                </a:lnTo>
                <a:close/>
                <a:moveTo>
                  <a:pt x="1740340" y="381415"/>
                </a:moveTo>
                <a:lnTo>
                  <a:pt x="1740340" y="381415"/>
                </a:lnTo>
                <a:lnTo>
                  <a:pt x="1740339" y="381416"/>
                </a:lnTo>
                <a:cubicBezTo>
                  <a:pt x="1740340" y="381416"/>
                  <a:pt x="1740340" y="381415"/>
                  <a:pt x="1740340" y="381415"/>
                </a:cubicBezTo>
                <a:close/>
                <a:moveTo>
                  <a:pt x="1037122" y="288408"/>
                </a:moveTo>
                <a:cubicBezTo>
                  <a:pt x="1015664" y="288407"/>
                  <a:pt x="998269" y="305802"/>
                  <a:pt x="998269" y="327260"/>
                </a:cubicBezTo>
                <a:cubicBezTo>
                  <a:pt x="998269" y="348718"/>
                  <a:pt x="1015664" y="366113"/>
                  <a:pt x="1037122" y="366113"/>
                </a:cubicBezTo>
                <a:cubicBezTo>
                  <a:pt x="1058580" y="366113"/>
                  <a:pt x="1075975" y="348718"/>
                  <a:pt x="1075975" y="327260"/>
                </a:cubicBezTo>
                <a:cubicBezTo>
                  <a:pt x="1075975" y="305802"/>
                  <a:pt x="1058580" y="288407"/>
                  <a:pt x="1037122" y="288408"/>
                </a:cubicBezTo>
                <a:close/>
                <a:moveTo>
                  <a:pt x="880852" y="288408"/>
                </a:moveTo>
                <a:cubicBezTo>
                  <a:pt x="859394" y="288407"/>
                  <a:pt x="841999" y="305802"/>
                  <a:pt x="841999" y="327260"/>
                </a:cubicBezTo>
                <a:cubicBezTo>
                  <a:pt x="841999" y="348718"/>
                  <a:pt x="859394" y="366113"/>
                  <a:pt x="880852" y="366113"/>
                </a:cubicBezTo>
                <a:cubicBezTo>
                  <a:pt x="902310" y="366113"/>
                  <a:pt x="919705" y="348718"/>
                  <a:pt x="919704" y="327260"/>
                </a:cubicBezTo>
                <a:cubicBezTo>
                  <a:pt x="919705" y="305802"/>
                  <a:pt x="902310" y="288407"/>
                  <a:pt x="880852" y="288408"/>
                </a:cubicBezTo>
                <a:close/>
                <a:moveTo>
                  <a:pt x="724581" y="288408"/>
                </a:moveTo>
                <a:cubicBezTo>
                  <a:pt x="703123" y="288407"/>
                  <a:pt x="685728" y="305802"/>
                  <a:pt x="685728" y="327260"/>
                </a:cubicBezTo>
                <a:cubicBezTo>
                  <a:pt x="685728" y="348718"/>
                  <a:pt x="703123" y="366113"/>
                  <a:pt x="724581" y="366113"/>
                </a:cubicBezTo>
                <a:cubicBezTo>
                  <a:pt x="746039" y="366113"/>
                  <a:pt x="763434" y="348718"/>
                  <a:pt x="763434" y="327260"/>
                </a:cubicBezTo>
                <a:cubicBezTo>
                  <a:pt x="763434" y="305802"/>
                  <a:pt x="746039" y="288407"/>
                  <a:pt x="724581" y="288408"/>
                </a:cubicBezTo>
                <a:close/>
                <a:moveTo>
                  <a:pt x="600027" y="288408"/>
                </a:moveTo>
                <a:cubicBezTo>
                  <a:pt x="578569" y="288407"/>
                  <a:pt x="561174" y="305802"/>
                  <a:pt x="561174" y="327260"/>
                </a:cubicBezTo>
                <a:cubicBezTo>
                  <a:pt x="561174" y="348718"/>
                  <a:pt x="578569" y="366113"/>
                  <a:pt x="600027" y="366113"/>
                </a:cubicBezTo>
                <a:cubicBezTo>
                  <a:pt x="621485" y="366113"/>
                  <a:pt x="638880" y="348718"/>
                  <a:pt x="638880" y="327260"/>
                </a:cubicBezTo>
                <a:cubicBezTo>
                  <a:pt x="638880" y="305802"/>
                  <a:pt x="621485" y="288407"/>
                  <a:pt x="600027" y="288408"/>
                </a:cubicBezTo>
                <a:close/>
                <a:moveTo>
                  <a:pt x="8976294" y="288407"/>
                </a:moveTo>
                <a:cubicBezTo>
                  <a:pt x="8954836" y="288409"/>
                  <a:pt x="8937441" y="305802"/>
                  <a:pt x="8937441" y="327260"/>
                </a:cubicBezTo>
                <a:cubicBezTo>
                  <a:pt x="8937441" y="348718"/>
                  <a:pt x="8954836" y="366113"/>
                  <a:pt x="8976294" y="366113"/>
                </a:cubicBezTo>
                <a:cubicBezTo>
                  <a:pt x="8997752" y="366113"/>
                  <a:pt x="9015147" y="348718"/>
                  <a:pt x="9015147" y="327260"/>
                </a:cubicBezTo>
                <a:cubicBezTo>
                  <a:pt x="9015147" y="305802"/>
                  <a:pt x="8997752" y="288407"/>
                  <a:pt x="8976294" y="288407"/>
                </a:cubicBezTo>
                <a:close/>
                <a:moveTo>
                  <a:pt x="8820023" y="288407"/>
                </a:moveTo>
                <a:cubicBezTo>
                  <a:pt x="8798565" y="288408"/>
                  <a:pt x="8781170" y="305802"/>
                  <a:pt x="8781170" y="327260"/>
                </a:cubicBezTo>
                <a:cubicBezTo>
                  <a:pt x="8781170" y="348718"/>
                  <a:pt x="8798565" y="366113"/>
                  <a:pt x="8820023" y="366113"/>
                </a:cubicBezTo>
                <a:cubicBezTo>
                  <a:pt x="8841481" y="366113"/>
                  <a:pt x="8858876" y="348718"/>
                  <a:pt x="8858876" y="327260"/>
                </a:cubicBezTo>
                <a:cubicBezTo>
                  <a:pt x="8858876" y="305802"/>
                  <a:pt x="8841481" y="288407"/>
                  <a:pt x="8820023" y="288407"/>
                </a:cubicBezTo>
                <a:close/>
                <a:moveTo>
                  <a:pt x="8663753" y="288407"/>
                </a:moveTo>
                <a:cubicBezTo>
                  <a:pt x="8642295" y="288408"/>
                  <a:pt x="8624900" y="305802"/>
                  <a:pt x="8624900" y="327260"/>
                </a:cubicBezTo>
                <a:cubicBezTo>
                  <a:pt x="8624900" y="348718"/>
                  <a:pt x="8642295" y="366113"/>
                  <a:pt x="8663753" y="366113"/>
                </a:cubicBezTo>
                <a:cubicBezTo>
                  <a:pt x="8685211" y="366113"/>
                  <a:pt x="8702606" y="348718"/>
                  <a:pt x="8702606" y="327260"/>
                </a:cubicBezTo>
                <a:cubicBezTo>
                  <a:pt x="8702606" y="305802"/>
                  <a:pt x="8685211" y="288407"/>
                  <a:pt x="8663753" y="288407"/>
                </a:cubicBezTo>
                <a:close/>
                <a:moveTo>
                  <a:pt x="8475766" y="288407"/>
                </a:moveTo>
                <a:cubicBezTo>
                  <a:pt x="8454308" y="288408"/>
                  <a:pt x="8436913" y="305802"/>
                  <a:pt x="8436913" y="327260"/>
                </a:cubicBezTo>
                <a:cubicBezTo>
                  <a:pt x="8436913" y="348718"/>
                  <a:pt x="8454308" y="366113"/>
                  <a:pt x="8475766" y="366113"/>
                </a:cubicBezTo>
                <a:cubicBezTo>
                  <a:pt x="8497224" y="366113"/>
                  <a:pt x="8514619" y="348718"/>
                  <a:pt x="8514619" y="327260"/>
                </a:cubicBezTo>
                <a:cubicBezTo>
                  <a:pt x="8514619" y="305802"/>
                  <a:pt x="8497224" y="288407"/>
                  <a:pt x="8475766" y="288407"/>
                </a:cubicBezTo>
                <a:close/>
                <a:moveTo>
                  <a:pt x="8351212" y="288407"/>
                </a:moveTo>
                <a:cubicBezTo>
                  <a:pt x="8329754" y="288407"/>
                  <a:pt x="8312359" y="305802"/>
                  <a:pt x="8312359" y="327260"/>
                </a:cubicBezTo>
                <a:cubicBezTo>
                  <a:pt x="8312359" y="348718"/>
                  <a:pt x="8329754" y="366113"/>
                  <a:pt x="8351212" y="366113"/>
                </a:cubicBezTo>
                <a:cubicBezTo>
                  <a:pt x="8372670" y="366113"/>
                  <a:pt x="8390065" y="348718"/>
                  <a:pt x="8390065" y="327260"/>
                </a:cubicBezTo>
                <a:cubicBezTo>
                  <a:pt x="8390065" y="305802"/>
                  <a:pt x="8372670" y="288407"/>
                  <a:pt x="8351212" y="288407"/>
                </a:cubicBezTo>
                <a:close/>
                <a:moveTo>
                  <a:pt x="8194942" y="288407"/>
                </a:moveTo>
                <a:cubicBezTo>
                  <a:pt x="8173484" y="288576"/>
                  <a:pt x="8156089" y="305970"/>
                  <a:pt x="8156089" y="327260"/>
                </a:cubicBezTo>
                <a:cubicBezTo>
                  <a:pt x="8156089" y="348718"/>
                  <a:pt x="8173484" y="366113"/>
                  <a:pt x="8194942" y="366113"/>
                </a:cubicBezTo>
                <a:cubicBezTo>
                  <a:pt x="8216400" y="366113"/>
                  <a:pt x="8233795" y="348718"/>
                  <a:pt x="8233795" y="327260"/>
                </a:cubicBezTo>
                <a:cubicBezTo>
                  <a:pt x="8233795" y="305802"/>
                  <a:pt x="8216400" y="288407"/>
                  <a:pt x="8194942" y="288407"/>
                </a:cubicBezTo>
                <a:close/>
                <a:moveTo>
                  <a:pt x="8038671" y="288407"/>
                </a:moveTo>
                <a:cubicBezTo>
                  <a:pt x="8017213" y="288409"/>
                  <a:pt x="7999818" y="305802"/>
                  <a:pt x="7999818" y="327260"/>
                </a:cubicBezTo>
                <a:cubicBezTo>
                  <a:pt x="7999818" y="348718"/>
                  <a:pt x="8017213" y="366113"/>
                  <a:pt x="8038671" y="366113"/>
                </a:cubicBezTo>
                <a:cubicBezTo>
                  <a:pt x="8060129" y="366113"/>
                  <a:pt x="8077524" y="348718"/>
                  <a:pt x="8077524" y="327260"/>
                </a:cubicBezTo>
                <a:cubicBezTo>
                  <a:pt x="8077524" y="305802"/>
                  <a:pt x="8060129" y="288407"/>
                  <a:pt x="8038671" y="288407"/>
                </a:cubicBezTo>
                <a:close/>
                <a:moveTo>
                  <a:pt x="7914117" y="288407"/>
                </a:moveTo>
                <a:cubicBezTo>
                  <a:pt x="7892659" y="288408"/>
                  <a:pt x="7875264" y="305802"/>
                  <a:pt x="7875264" y="327260"/>
                </a:cubicBezTo>
                <a:cubicBezTo>
                  <a:pt x="7875264" y="348718"/>
                  <a:pt x="7892659" y="366113"/>
                  <a:pt x="7914117" y="366113"/>
                </a:cubicBezTo>
                <a:cubicBezTo>
                  <a:pt x="7935575" y="366113"/>
                  <a:pt x="7952970" y="348718"/>
                  <a:pt x="7952970" y="327260"/>
                </a:cubicBezTo>
                <a:cubicBezTo>
                  <a:pt x="7952970" y="305802"/>
                  <a:pt x="7935575" y="288407"/>
                  <a:pt x="7914117" y="288407"/>
                </a:cubicBezTo>
                <a:close/>
                <a:moveTo>
                  <a:pt x="7757847" y="288407"/>
                </a:moveTo>
                <a:cubicBezTo>
                  <a:pt x="7736389" y="288408"/>
                  <a:pt x="7718994" y="305802"/>
                  <a:pt x="7718994" y="327260"/>
                </a:cubicBezTo>
                <a:cubicBezTo>
                  <a:pt x="7718994" y="348718"/>
                  <a:pt x="7736389" y="366113"/>
                  <a:pt x="7757847" y="366113"/>
                </a:cubicBezTo>
                <a:cubicBezTo>
                  <a:pt x="7779305" y="366113"/>
                  <a:pt x="7796700" y="348718"/>
                  <a:pt x="7796700" y="327260"/>
                </a:cubicBezTo>
                <a:cubicBezTo>
                  <a:pt x="7796700" y="305802"/>
                  <a:pt x="7779305" y="288407"/>
                  <a:pt x="7757847" y="288407"/>
                </a:cubicBezTo>
                <a:close/>
                <a:moveTo>
                  <a:pt x="7601576" y="288407"/>
                </a:moveTo>
                <a:cubicBezTo>
                  <a:pt x="7580118" y="288408"/>
                  <a:pt x="7562723" y="305803"/>
                  <a:pt x="7562723" y="327260"/>
                </a:cubicBezTo>
                <a:cubicBezTo>
                  <a:pt x="7562723" y="348718"/>
                  <a:pt x="7580118" y="366113"/>
                  <a:pt x="7601576" y="366113"/>
                </a:cubicBezTo>
                <a:cubicBezTo>
                  <a:pt x="7623034" y="366113"/>
                  <a:pt x="7640429" y="348718"/>
                  <a:pt x="7640429" y="327260"/>
                </a:cubicBezTo>
                <a:cubicBezTo>
                  <a:pt x="7640429" y="305802"/>
                  <a:pt x="7623034" y="288407"/>
                  <a:pt x="7601576" y="288407"/>
                </a:cubicBezTo>
                <a:close/>
                <a:moveTo>
                  <a:pt x="7445306" y="288407"/>
                </a:moveTo>
                <a:cubicBezTo>
                  <a:pt x="7423848" y="288577"/>
                  <a:pt x="7406453" y="305969"/>
                  <a:pt x="7406453" y="327260"/>
                </a:cubicBezTo>
                <a:cubicBezTo>
                  <a:pt x="7406453" y="348718"/>
                  <a:pt x="7423848" y="366113"/>
                  <a:pt x="7445306" y="366113"/>
                </a:cubicBezTo>
                <a:cubicBezTo>
                  <a:pt x="7466764" y="366113"/>
                  <a:pt x="7484159" y="348718"/>
                  <a:pt x="7484159" y="327260"/>
                </a:cubicBezTo>
                <a:cubicBezTo>
                  <a:pt x="7484159" y="305802"/>
                  <a:pt x="7466764" y="288407"/>
                  <a:pt x="7445306" y="288407"/>
                </a:cubicBezTo>
                <a:close/>
                <a:moveTo>
                  <a:pt x="7257319" y="288407"/>
                </a:moveTo>
                <a:cubicBezTo>
                  <a:pt x="7235861" y="288408"/>
                  <a:pt x="7218466" y="305803"/>
                  <a:pt x="7218466" y="327260"/>
                </a:cubicBezTo>
                <a:cubicBezTo>
                  <a:pt x="7218466" y="348718"/>
                  <a:pt x="7235861" y="366113"/>
                  <a:pt x="7257319" y="366113"/>
                </a:cubicBezTo>
                <a:cubicBezTo>
                  <a:pt x="7278777" y="366113"/>
                  <a:pt x="7296172" y="348718"/>
                  <a:pt x="7296172" y="327260"/>
                </a:cubicBezTo>
                <a:cubicBezTo>
                  <a:pt x="7296172" y="305802"/>
                  <a:pt x="7278777" y="288407"/>
                  <a:pt x="7257319" y="288407"/>
                </a:cubicBezTo>
                <a:close/>
                <a:moveTo>
                  <a:pt x="7129359" y="288407"/>
                </a:moveTo>
                <a:cubicBezTo>
                  <a:pt x="7107901" y="288407"/>
                  <a:pt x="7090506" y="305802"/>
                  <a:pt x="7090506" y="327260"/>
                </a:cubicBezTo>
                <a:cubicBezTo>
                  <a:pt x="7090506" y="348718"/>
                  <a:pt x="7107901" y="366113"/>
                  <a:pt x="7129359" y="366113"/>
                </a:cubicBezTo>
                <a:cubicBezTo>
                  <a:pt x="7150817" y="366113"/>
                  <a:pt x="7168212" y="348718"/>
                  <a:pt x="7168212" y="327260"/>
                </a:cubicBezTo>
                <a:cubicBezTo>
                  <a:pt x="7168212" y="305801"/>
                  <a:pt x="7150817" y="288407"/>
                  <a:pt x="7129359" y="288407"/>
                </a:cubicBezTo>
                <a:close/>
                <a:moveTo>
                  <a:pt x="6941370" y="288407"/>
                </a:moveTo>
                <a:cubicBezTo>
                  <a:pt x="6919912" y="288538"/>
                  <a:pt x="6902517" y="305802"/>
                  <a:pt x="6902517" y="327260"/>
                </a:cubicBezTo>
                <a:cubicBezTo>
                  <a:pt x="6902517" y="348718"/>
                  <a:pt x="6919912" y="366113"/>
                  <a:pt x="6941370" y="366113"/>
                </a:cubicBezTo>
                <a:cubicBezTo>
                  <a:pt x="6962828" y="366113"/>
                  <a:pt x="6980223" y="348718"/>
                  <a:pt x="6980223" y="327260"/>
                </a:cubicBezTo>
                <a:cubicBezTo>
                  <a:pt x="6980223" y="305801"/>
                  <a:pt x="6962828" y="288407"/>
                  <a:pt x="6941370" y="288407"/>
                </a:cubicBezTo>
                <a:close/>
                <a:moveTo>
                  <a:pt x="6785100" y="288407"/>
                </a:moveTo>
                <a:cubicBezTo>
                  <a:pt x="6763642" y="288407"/>
                  <a:pt x="6746247" y="305802"/>
                  <a:pt x="6746247" y="327260"/>
                </a:cubicBezTo>
                <a:cubicBezTo>
                  <a:pt x="6746247" y="348718"/>
                  <a:pt x="6763642" y="366113"/>
                  <a:pt x="6785100" y="366113"/>
                </a:cubicBezTo>
                <a:cubicBezTo>
                  <a:pt x="6806558" y="366113"/>
                  <a:pt x="6823953" y="348718"/>
                  <a:pt x="6823953" y="327260"/>
                </a:cubicBezTo>
                <a:cubicBezTo>
                  <a:pt x="6823953" y="305801"/>
                  <a:pt x="6806558" y="288407"/>
                  <a:pt x="6785100" y="288407"/>
                </a:cubicBezTo>
                <a:close/>
                <a:moveTo>
                  <a:pt x="6628829" y="288407"/>
                </a:moveTo>
                <a:cubicBezTo>
                  <a:pt x="6607371" y="288407"/>
                  <a:pt x="6589976" y="305802"/>
                  <a:pt x="6589976" y="327260"/>
                </a:cubicBezTo>
                <a:cubicBezTo>
                  <a:pt x="6589976" y="348718"/>
                  <a:pt x="6607371" y="366113"/>
                  <a:pt x="6628829" y="366113"/>
                </a:cubicBezTo>
                <a:cubicBezTo>
                  <a:pt x="6650287" y="366113"/>
                  <a:pt x="6667682" y="348718"/>
                  <a:pt x="6667682" y="327260"/>
                </a:cubicBezTo>
                <a:cubicBezTo>
                  <a:pt x="6667682" y="305801"/>
                  <a:pt x="6650287" y="288407"/>
                  <a:pt x="6628829" y="288407"/>
                </a:cubicBezTo>
                <a:close/>
                <a:moveTo>
                  <a:pt x="6472559" y="288407"/>
                </a:moveTo>
                <a:cubicBezTo>
                  <a:pt x="6451101" y="288407"/>
                  <a:pt x="6433706" y="305802"/>
                  <a:pt x="6433706" y="327260"/>
                </a:cubicBezTo>
                <a:cubicBezTo>
                  <a:pt x="6433706" y="348718"/>
                  <a:pt x="6451101" y="366113"/>
                  <a:pt x="6472559" y="366113"/>
                </a:cubicBezTo>
                <a:cubicBezTo>
                  <a:pt x="6494017" y="366113"/>
                  <a:pt x="6511412" y="348718"/>
                  <a:pt x="6511412" y="327260"/>
                </a:cubicBezTo>
                <a:cubicBezTo>
                  <a:pt x="6511412" y="305801"/>
                  <a:pt x="6494017" y="288407"/>
                  <a:pt x="6472559" y="288407"/>
                </a:cubicBezTo>
                <a:close/>
                <a:moveTo>
                  <a:pt x="6348005" y="288407"/>
                </a:moveTo>
                <a:cubicBezTo>
                  <a:pt x="6326547" y="288407"/>
                  <a:pt x="6309152" y="305802"/>
                  <a:pt x="6309152" y="327260"/>
                </a:cubicBezTo>
                <a:cubicBezTo>
                  <a:pt x="6309152" y="348718"/>
                  <a:pt x="6326547" y="366113"/>
                  <a:pt x="6348005" y="366113"/>
                </a:cubicBezTo>
                <a:cubicBezTo>
                  <a:pt x="6369463" y="366113"/>
                  <a:pt x="6386858" y="348718"/>
                  <a:pt x="6386858" y="327260"/>
                </a:cubicBezTo>
                <a:cubicBezTo>
                  <a:pt x="6386858" y="305801"/>
                  <a:pt x="6369463" y="288407"/>
                  <a:pt x="6348005" y="288407"/>
                </a:cubicBezTo>
                <a:close/>
                <a:moveTo>
                  <a:pt x="6191734" y="288407"/>
                </a:moveTo>
                <a:cubicBezTo>
                  <a:pt x="6170276" y="288542"/>
                  <a:pt x="6152881" y="305802"/>
                  <a:pt x="6152881" y="327260"/>
                </a:cubicBezTo>
                <a:cubicBezTo>
                  <a:pt x="6152881" y="348718"/>
                  <a:pt x="6170276" y="366113"/>
                  <a:pt x="6191734" y="366113"/>
                </a:cubicBezTo>
                <a:cubicBezTo>
                  <a:pt x="6213192" y="366113"/>
                  <a:pt x="6230587" y="348718"/>
                  <a:pt x="6230587" y="327260"/>
                </a:cubicBezTo>
                <a:cubicBezTo>
                  <a:pt x="6230587" y="305801"/>
                  <a:pt x="6213192" y="288407"/>
                  <a:pt x="6191734" y="288407"/>
                </a:cubicBezTo>
                <a:close/>
                <a:moveTo>
                  <a:pt x="6035464" y="288407"/>
                </a:moveTo>
                <a:cubicBezTo>
                  <a:pt x="6014006" y="288407"/>
                  <a:pt x="5996611" y="305802"/>
                  <a:pt x="5996611" y="327260"/>
                </a:cubicBezTo>
                <a:cubicBezTo>
                  <a:pt x="5996611" y="348718"/>
                  <a:pt x="6014006" y="366113"/>
                  <a:pt x="6035464" y="366113"/>
                </a:cubicBezTo>
                <a:cubicBezTo>
                  <a:pt x="6056922" y="366113"/>
                  <a:pt x="6074317" y="348718"/>
                  <a:pt x="6074317" y="327260"/>
                </a:cubicBezTo>
                <a:cubicBezTo>
                  <a:pt x="6074317" y="305801"/>
                  <a:pt x="6056922" y="288407"/>
                  <a:pt x="6035464" y="288407"/>
                </a:cubicBezTo>
                <a:close/>
                <a:moveTo>
                  <a:pt x="5910910" y="288407"/>
                </a:moveTo>
                <a:cubicBezTo>
                  <a:pt x="5889452" y="288407"/>
                  <a:pt x="5872057" y="305802"/>
                  <a:pt x="5872057" y="327260"/>
                </a:cubicBezTo>
                <a:cubicBezTo>
                  <a:pt x="5872057" y="348718"/>
                  <a:pt x="5889452" y="366113"/>
                  <a:pt x="5910910" y="366113"/>
                </a:cubicBezTo>
                <a:cubicBezTo>
                  <a:pt x="5932368" y="366113"/>
                  <a:pt x="5949763" y="348718"/>
                  <a:pt x="5949763" y="327260"/>
                </a:cubicBezTo>
                <a:cubicBezTo>
                  <a:pt x="5949763" y="305801"/>
                  <a:pt x="5932368" y="288407"/>
                  <a:pt x="5910910" y="288407"/>
                </a:cubicBezTo>
                <a:close/>
                <a:moveTo>
                  <a:pt x="5722923" y="288407"/>
                </a:moveTo>
                <a:cubicBezTo>
                  <a:pt x="5701465" y="288407"/>
                  <a:pt x="5684070" y="305802"/>
                  <a:pt x="5684070" y="327260"/>
                </a:cubicBezTo>
                <a:cubicBezTo>
                  <a:pt x="5684070" y="348718"/>
                  <a:pt x="5701465" y="366113"/>
                  <a:pt x="5722923" y="366113"/>
                </a:cubicBezTo>
                <a:cubicBezTo>
                  <a:pt x="5744381" y="366113"/>
                  <a:pt x="5761776" y="348718"/>
                  <a:pt x="5761776" y="327260"/>
                </a:cubicBezTo>
                <a:cubicBezTo>
                  <a:pt x="5761776" y="305801"/>
                  <a:pt x="5744381" y="288407"/>
                  <a:pt x="5722923" y="288407"/>
                </a:cubicBezTo>
                <a:close/>
                <a:moveTo>
                  <a:pt x="5566653" y="288407"/>
                </a:moveTo>
                <a:cubicBezTo>
                  <a:pt x="5545195" y="288407"/>
                  <a:pt x="5527800" y="305802"/>
                  <a:pt x="5527800" y="327260"/>
                </a:cubicBezTo>
                <a:cubicBezTo>
                  <a:pt x="5527800" y="348718"/>
                  <a:pt x="5545195" y="366113"/>
                  <a:pt x="5566653" y="366113"/>
                </a:cubicBezTo>
                <a:cubicBezTo>
                  <a:pt x="5588111" y="366113"/>
                  <a:pt x="5605506" y="348718"/>
                  <a:pt x="5605506" y="327260"/>
                </a:cubicBezTo>
                <a:cubicBezTo>
                  <a:pt x="5605506" y="305801"/>
                  <a:pt x="5588111" y="288407"/>
                  <a:pt x="5566653" y="288407"/>
                </a:cubicBezTo>
                <a:close/>
                <a:moveTo>
                  <a:pt x="5410382" y="288407"/>
                </a:moveTo>
                <a:cubicBezTo>
                  <a:pt x="5388924" y="288407"/>
                  <a:pt x="5371529" y="305802"/>
                  <a:pt x="5371529" y="327260"/>
                </a:cubicBezTo>
                <a:cubicBezTo>
                  <a:pt x="5371529" y="348718"/>
                  <a:pt x="5388924" y="366113"/>
                  <a:pt x="5410382" y="366113"/>
                </a:cubicBezTo>
                <a:cubicBezTo>
                  <a:pt x="5431840" y="366113"/>
                  <a:pt x="5449235" y="348718"/>
                  <a:pt x="5449235" y="327260"/>
                </a:cubicBezTo>
                <a:cubicBezTo>
                  <a:pt x="5449235" y="305801"/>
                  <a:pt x="5431840" y="288407"/>
                  <a:pt x="5410382" y="288407"/>
                </a:cubicBezTo>
                <a:close/>
                <a:moveTo>
                  <a:pt x="5254112" y="288407"/>
                </a:moveTo>
                <a:cubicBezTo>
                  <a:pt x="5232654" y="288407"/>
                  <a:pt x="5215259" y="305802"/>
                  <a:pt x="5215259" y="327260"/>
                </a:cubicBezTo>
                <a:cubicBezTo>
                  <a:pt x="5215259" y="348718"/>
                  <a:pt x="5232654" y="366113"/>
                  <a:pt x="5254112" y="366113"/>
                </a:cubicBezTo>
                <a:cubicBezTo>
                  <a:pt x="5275570" y="366113"/>
                  <a:pt x="5292965" y="348718"/>
                  <a:pt x="5292965" y="327260"/>
                </a:cubicBezTo>
                <a:cubicBezTo>
                  <a:pt x="5292965" y="305801"/>
                  <a:pt x="5275570" y="288407"/>
                  <a:pt x="5254112" y="288407"/>
                </a:cubicBezTo>
                <a:close/>
                <a:moveTo>
                  <a:pt x="5129558" y="288407"/>
                </a:moveTo>
                <a:cubicBezTo>
                  <a:pt x="5108100" y="288407"/>
                  <a:pt x="5090705" y="305802"/>
                  <a:pt x="5090705" y="327260"/>
                </a:cubicBezTo>
                <a:cubicBezTo>
                  <a:pt x="5090705" y="348718"/>
                  <a:pt x="5108100" y="366113"/>
                  <a:pt x="5129558" y="366113"/>
                </a:cubicBezTo>
                <a:cubicBezTo>
                  <a:pt x="5151016" y="366113"/>
                  <a:pt x="5168411" y="348718"/>
                  <a:pt x="5168411" y="327260"/>
                </a:cubicBezTo>
                <a:cubicBezTo>
                  <a:pt x="5168411" y="305801"/>
                  <a:pt x="5151016" y="288407"/>
                  <a:pt x="5129558" y="288407"/>
                </a:cubicBezTo>
                <a:close/>
                <a:moveTo>
                  <a:pt x="4973287" y="288407"/>
                </a:moveTo>
                <a:cubicBezTo>
                  <a:pt x="4951829" y="288407"/>
                  <a:pt x="4934434" y="305802"/>
                  <a:pt x="4934434" y="327260"/>
                </a:cubicBezTo>
                <a:cubicBezTo>
                  <a:pt x="4934434" y="348718"/>
                  <a:pt x="4951829" y="366113"/>
                  <a:pt x="4973287" y="366113"/>
                </a:cubicBezTo>
                <a:cubicBezTo>
                  <a:pt x="4994745" y="366113"/>
                  <a:pt x="5012140" y="348718"/>
                  <a:pt x="5012140" y="327260"/>
                </a:cubicBezTo>
                <a:cubicBezTo>
                  <a:pt x="5012140" y="305801"/>
                  <a:pt x="4994745" y="288407"/>
                  <a:pt x="4973287" y="288407"/>
                </a:cubicBezTo>
                <a:close/>
                <a:moveTo>
                  <a:pt x="4817017" y="288407"/>
                </a:moveTo>
                <a:cubicBezTo>
                  <a:pt x="4795559" y="288407"/>
                  <a:pt x="4778164" y="305802"/>
                  <a:pt x="4778164" y="327260"/>
                </a:cubicBezTo>
                <a:cubicBezTo>
                  <a:pt x="4778164" y="348718"/>
                  <a:pt x="4795559" y="366113"/>
                  <a:pt x="4817017" y="366113"/>
                </a:cubicBezTo>
                <a:cubicBezTo>
                  <a:pt x="4838475" y="366113"/>
                  <a:pt x="4855870" y="348718"/>
                  <a:pt x="4855870" y="327260"/>
                </a:cubicBezTo>
                <a:cubicBezTo>
                  <a:pt x="4855870" y="305801"/>
                  <a:pt x="4838475" y="288407"/>
                  <a:pt x="4817017" y="288407"/>
                </a:cubicBezTo>
                <a:close/>
                <a:moveTo>
                  <a:pt x="4692463" y="288407"/>
                </a:moveTo>
                <a:cubicBezTo>
                  <a:pt x="4671005" y="288407"/>
                  <a:pt x="4653610" y="305802"/>
                  <a:pt x="4653610" y="327260"/>
                </a:cubicBezTo>
                <a:cubicBezTo>
                  <a:pt x="4653610" y="348718"/>
                  <a:pt x="4671005" y="366113"/>
                  <a:pt x="4692463" y="366113"/>
                </a:cubicBezTo>
                <a:cubicBezTo>
                  <a:pt x="4713921" y="366113"/>
                  <a:pt x="4731316" y="348718"/>
                  <a:pt x="4731316" y="327260"/>
                </a:cubicBezTo>
                <a:cubicBezTo>
                  <a:pt x="4731316" y="305801"/>
                  <a:pt x="4713921" y="288407"/>
                  <a:pt x="4692463" y="288407"/>
                </a:cubicBezTo>
                <a:close/>
                <a:moveTo>
                  <a:pt x="4536193" y="288407"/>
                </a:moveTo>
                <a:cubicBezTo>
                  <a:pt x="4514735" y="288407"/>
                  <a:pt x="4497340" y="305802"/>
                  <a:pt x="4497340" y="327260"/>
                </a:cubicBezTo>
                <a:cubicBezTo>
                  <a:pt x="4497340" y="348718"/>
                  <a:pt x="4514735" y="366113"/>
                  <a:pt x="4536193" y="366113"/>
                </a:cubicBezTo>
                <a:cubicBezTo>
                  <a:pt x="4557651" y="366113"/>
                  <a:pt x="4575046" y="348718"/>
                  <a:pt x="4575046" y="327260"/>
                </a:cubicBezTo>
                <a:cubicBezTo>
                  <a:pt x="4575046" y="305801"/>
                  <a:pt x="4557651" y="288407"/>
                  <a:pt x="4536193" y="288407"/>
                </a:cubicBezTo>
                <a:close/>
                <a:moveTo>
                  <a:pt x="4379922" y="288407"/>
                </a:moveTo>
                <a:cubicBezTo>
                  <a:pt x="4358464" y="288407"/>
                  <a:pt x="4341069" y="305802"/>
                  <a:pt x="4341069" y="327260"/>
                </a:cubicBezTo>
                <a:cubicBezTo>
                  <a:pt x="4341069" y="348718"/>
                  <a:pt x="4358464" y="366113"/>
                  <a:pt x="4379922" y="366113"/>
                </a:cubicBezTo>
                <a:cubicBezTo>
                  <a:pt x="4401380" y="366113"/>
                  <a:pt x="4418775" y="348718"/>
                  <a:pt x="4418775" y="327260"/>
                </a:cubicBezTo>
                <a:cubicBezTo>
                  <a:pt x="4418775" y="305801"/>
                  <a:pt x="4401380" y="288407"/>
                  <a:pt x="4379922" y="288407"/>
                </a:cubicBezTo>
                <a:close/>
                <a:moveTo>
                  <a:pt x="4255368" y="288407"/>
                </a:moveTo>
                <a:cubicBezTo>
                  <a:pt x="4233910" y="288407"/>
                  <a:pt x="4216515" y="305802"/>
                  <a:pt x="4216515" y="327260"/>
                </a:cubicBezTo>
                <a:cubicBezTo>
                  <a:pt x="4216515" y="348718"/>
                  <a:pt x="4233910" y="366113"/>
                  <a:pt x="4255368" y="366113"/>
                </a:cubicBezTo>
                <a:cubicBezTo>
                  <a:pt x="4276826" y="366113"/>
                  <a:pt x="4294221" y="348718"/>
                  <a:pt x="4294221" y="327260"/>
                </a:cubicBezTo>
                <a:cubicBezTo>
                  <a:pt x="4294221" y="305801"/>
                  <a:pt x="4276826" y="288407"/>
                  <a:pt x="4255368" y="288407"/>
                </a:cubicBezTo>
                <a:close/>
                <a:moveTo>
                  <a:pt x="4099098" y="288407"/>
                </a:moveTo>
                <a:cubicBezTo>
                  <a:pt x="4077640" y="288407"/>
                  <a:pt x="4060245" y="305802"/>
                  <a:pt x="4060245" y="327260"/>
                </a:cubicBezTo>
                <a:cubicBezTo>
                  <a:pt x="4060245" y="348718"/>
                  <a:pt x="4077640" y="366113"/>
                  <a:pt x="4099098" y="366113"/>
                </a:cubicBezTo>
                <a:cubicBezTo>
                  <a:pt x="4120556" y="366113"/>
                  <a:pt x="4137951" y="348718"/>
                  <a:pt x="4137951" y="327260"/>
                </a:cubicBezTo>
                <a:cubicBezTo>
                  <a:pt x="4137951" y="305801"/>
                  <a:pt x="4120556" y="288407"/>
                  <a:pt x="4099098" y="288407"/>
                </a:cubicBezTo>
                <a:close/>
                <a:moveTo>
                  <a:pt x="3942827" y="288407"/>
                </a:moveTo>
                <a:cubicBezTo>
                  <a:pt x="3921369" y="288407"/>
                  <a:pt x="3903974" y="305802"/>
                  <a:pt x="3903974" y="327260"/>
                </a:cubicBezTo>
                <a:cubicBezTo>
                  <a:pt x="3903974" y="348718"/>
                  <a:pt x="3921369" y="366113"/>
                  <a:pt x="3942827" y="366113"/>
                </a:cubicBezTo>
                <a:cubicBezTo>
                  <a:pt x="3964285" y="366113"/>
                  <a:pt x="3981680" y="348718"/>
                  <a:pt x="3981680" y="327260"/>
                </a:cubicBezTo>
                <a:cubicBezTo>
                  <a:pt x="3981680" y="305801"/>
                  <a:pt x="3964285" y="288407"/>
                  <a:pt x="3942827" y="288407"/>
                </a:cubicBezTo>
                <a:close/>
                <a:moveTo>
                  <a:pt x="3786557" y="288407"/>
                </a:moveTo>
                <a:cubicBezTo>
                  <a:pt x="3765099" y="288553"/>
                  <a:pt x="3747704" y="305948"/>
                  <a:pt x="3747704" y="327260"/>
                </a:cubicBezTo>
                <a:cubicBezTo>
                  <a:pt x="3747704" y="348718"/>
                  <a:pt x="3765099" y="366113"/>
                  <a:pt x="3786557" y="366113"/>
                </a:cubicBezTo>
                <a:cubicBezTo>
                  <a:pt x="3808015" y="366113"/>
                  <a:pt x="3825410" y="348718"/>
                  <a:pt x="3825410" y="327260"/>
                </a:cubicBezTo>
                <a:cubicBezTo>
                  <a:pt x="3825410" y="305801"/>
                  <a:pt x="3808015" y="288407"/>
                  <a:pt x="3786557" y="288407"/>
                </a:cubicBezTo>
                <a:close/>
                <a:moveTo>
                  <a:pt x="3598570" y="288407"/>
                </a:moveTo>
                <a:cubicBezTo>
                  <a:pt x="3577112" y="288407"/>
                  <a:pt x="3559717" y="305802"/>
                  <a:pt x="3559717" y="327260"/>
                </a:cubicBezTo>
                <a:cubicBezTo>
                  <a:pt x="3559717" y="348718"/>
                  <a:pt x="3577112" y="366113"/>
                  <a:pt x="3598570" y="366113"/>
                </a:cubicBezTo>
                <a:cubicBezTo>
                  <a:pt x="3620028" y="366113"/>
                  <a:pt x="3637423" y="348718"/>
                  <a:pt x="3637423" y="327260"/>
                </a:cubicBezTo>
                <a:cubicBezTo>
                  <a:pt x="3637423" y="305801"/>
                  <a:pt x="3620028" y="288407"/>
                  <a:pt x="3598570" y="288407"/>
                </a:cubicBezTo>
                <a:close/>
                <a:moveTo>
                  <a:pt x="3474016" y="288407"/>
                </a:moveTo>
                <a:cubicBezTo>
                  <a:pt x="3452558" y="288558"/>
                  <a:pt x="3435163" y="305802"/>
                  <a:pt x="3435163" y="327260"/>
                </a:cubicBezTo>
                <a:cubicBezTo>
                  <a:pt x="3435163" y="348718"/>
                  <a:pt x="3452558" y="366113"/>
                  <a:pt x="3474016" y="366113"/>
                </a:cubicBezTo>
                <a:cubicBezTo>
                  <a:pt x="3495474" y="366113"/>
                  <a:pt x="3512869" y="348718"/>
                  <a:pt x="3512869" y="327260"/>
                </a:cubicBezTo>
                <a:cubicBezTo>
                  <a:pt x="3512869" y="305801"/>
                  <a:pt x="3495474" y="288407"/>
                  <a:pt x="3474016" y="288407"/>
                </a:cubicBezTo>
                <a:close/>
                <a:moveTo>
                  <a:pt x="3286029" y="288407"/>
                </a:moveTo>
                <a:cubicBezTo>
                  <a:pt x="3264571" y="288407"/>
                  <a:pt x="3247176" y="305802"/>
                  <a:pt x="3247176" y="327260"/>
                </a:cubicBezTo>
                <a:cubicBezTo>
                  <a:pt x="3247176" y="348718"/>
                  <a:pt x="3264571" y="366113"/>
                  <a:pt x="3286029" y="366113"/>
                </a:cubicBezTo>
                <a:cubicBezTo>
                  <a:pt x="3307487" y="366113"/>
                  <a:pt x="3324882" y="348718"/>
                  <a:pt x="3324882" y="327260"/>
                </a:cubicBezTo>
                <a:cubicBezTo>
                  <a:pt x="3324882" y="305801"/>
                  <a:pt x="3307487" y="288407"/>
                  <a:pt x="3286029" y="288407"/>
                </a:cubicBezTo>
                <a:close/>
                <a:moveTo>
                  <a:pt x="3129759" y="288407"/>
                </a:moveTo>
                <a:cubicBezTo>
                  <a:pt x="3108301" y="288407"/>
                  <a:pt x="3090906" y="305802"/>
                  <a:pt x="3090906" y="327260"/>
                </a:cubicBezTo>
                <a:cubicBezTo>
                  <a:pt x="3090906" y="348718"/>
                  <a:pt x="3108301" y="366113"/>
                  <a:pt x="3129759" y="366113"/>
                </a:cubicBezTo>
                <a:cubicBezTo>
                  <a:pt x="3151217" y="366113"/>
                  <a:pt x="3168612" y="348718"/>
                  <a:pt x="3168612" y="327260"/>
                </a:cubicBezTo>
                <a:cubicBezTo>
                  <a:pt x="3168612" y="305801"/>
                  <a:pt x="3151217" y="288407"/>
                  <a:pt x="3129759" y="288407"/>
                </a:cubicBezTo>
                <a:close/>
                <a:moveTo>
                  <a:pt x="2973488" y="288407"/>
                </a:moveTo>
                <a:cubicBezTo>
                  <a:pt x="2952030" y="288407"/>
                  <a:pt x="2934635" y="305802"/>
                  <a:pt x="2934635" y="327260"/>
                </a:cubicBezTo>
                <a:cubicBezTo>
                  <a:pt x="2934635" y="348718"/>
                  <a:pt x="2952030" y="366113"/>
                  <a:pt x="2973488" y="366113"/>
                </a:cubicBezTo>
                <a:cubicBezTo>
                  <a:pt x="2994946" y="366113"/>
                  <a:pt x="3012341" y="348718"/>
                  <a:pt x="3012341" y="327260"/>
                </a:cubicBezTo>
                <a:cubicBezTo>
                  <a:pt x="3012341" y="305801"/>
                  <a:pt x="2994946" y="288407"/>
                  <a:pt x="2973488" y="288407"/>
                </a:cubicBezTo>
                <a:close/>
                <a:moveTo>
                  <a:pt x="2817218" y="288407"/>
                </a:moveTo>
                <a:cubicBezTo>
                  <a:pt x="2795760" y="288407"/>
                  <a:pt x="2778365" y="305802"/>
                  <a:pt x="2778365" y="327260"/>
                </a:cubicBezTo>
                <a:cubicBezTo>
                  <a:pt x="2778365" y="348718"/>
                  <a:pt x="2795760" y="366113"/>
                  <a:pt x="2817218" y="366113"/>
                </a:cubicBezTo>
                <a:cubicBezTo>
                  <a:pt x="2838676" y="366113"/>
                  <a:pt x="2856071" y="348718"/>
                  <a:pt x="2856071" y="327260"/>
                </a:cubicBezTo>
                <a:cubicBezTo>
                  <a:pt x="2856071" y="305801"/>
                  <a:pt x="2838676" y="288407"/>
                  <a:pt x="2817218" y="288407"/>
                </a:cubicBezTo>
                <a:close/>
                <a:moveTo>
                  <a:pt x="2692664" y="288407"/>
                </a:moveTo>
                <a:cubicBezTo>
                  <a:pt x="2671206" y="288407"/>
                  <a:pt x="2653811" y="305802"/>
                  <a:pt x="2653811" y="327260"/>
                </a:cubicBezTo>
                <a:cubicBezTo>
                  <a:pt x="2653811" y="348718"/>
                  <a:pt x="2671206" y="366113"/>
                  <a:pt x="2692664" y="366113"/>
                </a:cubicBezTo>
                <a:cubicBezTo>
                  <a:pt x="2714122" y="366113"/>
                  <a:pt x="2731517" y="348718"/>
                  <a:pt x="2731517" y="327260"/>
                </a:cubicBezTo>
                <a:cubicBezTo>
                  <a:pt x="2731517" y="305801"/>
                  <a:pt x="2714122" y="288407"/>
                  <a:pt x="2692664" y="288407"/>
                </a:cubicBezTo>
                <a:close/>
                <a:moveTo>
                  <a:pt x="2536393" y="288407"/>
                </a:moveTo>
                <a:cubicBezTo>
                  <a:pt x="2514935" y="288407"/>
                  <a:pt x="2497540" y="305802"/>
                  <a:pt x="2497540" y="327260"/>
                </a:cubicBezTo>
                <a:cubicBezTo>
                  <a:pt x="2497540" y="348718"/>
                  <a:pt x="2514935" y="366113"/>
                  <a:pt x="2536393" y="366113"/>
                </a:cubicBezTo>
                <a:cubicBezTo>
                  <a:pt x="2557851" y="366113"/>
                  <a:pt x="2575246" y="348718"/>
                  <a:pt x="2575246" y="327260"/>
                </a:cubicBezTo>
                <a:cubicBezTo>
                  <a:pt x="2575246" y="305801"/>
                  <a:pt x="2557851" y="288407"/>
                  <a:pt x="2536393" y="288407"/>
                </a:cubicBezTo>
                <a:close/>
                <a:moveTo>
                  <a:pt x="2380123" y="288407"/>
                </a:moveTo>
                <a:cubicBezTo>
                  <a:pt x="2358665" y="288407"/>
                  <a:pt x="2341270" y="305802"/>
                  <a:pt x="2341270" y="327260"/>
                </a:cubicBezTo>
                <a:cubicBezTo>
                  <a:pt x="2341270" y="348718"/>
                  <a:pt x="2358665" y="366113"/>
                  <a:pt x="2380123" y="366113"/>
                </a:cubicBezTo>
                <a:cubicBezTo>
                  <a:pt x="2401581" y="366113"/>
                  <a:pt x="2418976" y="348718"/>
                  <a:pt x="2418976" y="327260"/>
                </a:cubicBezTo>
                <a:cubicBezTo>
                  <a:pt x="2418976" y="305801"/>
                  <a:pt x="2401581" y="288407"/>
                  <a:pt x="2380123" y="288407"/>
                </a:cubicBezTo>
                <a:close/>
                <a:moveTo>
                  <a:pt x="2255569" y="288407"/>
                </a:moveTo>
                <a:cubicBezTo>
                  <a:pt x="2234111" y="288407"/>
                  <a:pt x="2216716" y="305802"/>
                  <a:pt x="2216716" y="327260"/>
                </a:cubicBezTo>
                <a:cubicBezTo>
                  <a:pt x="2216716" y="348718"/>
                  <a:pt x="2234111" y="366113"/>
                  <a:pt x="2255569" y="366113"/>
                </a:cubicBezTo>
                <a:cubicBezTo>
                  <a:pt x="2277027" y="366113"/>
                  <a:pt x="2294422" y="348718"/>
                  <a:pt x="2294422" y="327260"/>
                </a:cubicBezTo>
                <a:cubicBezTo>
                  <a:pt x="2294422" y="305801"/>
                  <a:pt x="2277027" y="288407"/>
                  <a:pt x="2255569" y="288407"/>
                </a:cubicBezTo>
                <a:close/>
                <a:moveTo>
                  <a:pt x="2099299" y="288407"/>
                </a:moveTo>
                <a:cubicBezTo>
                  <a:pt x="2077841" y="288407"/>
                  <a:pt x="2060446" y="305802"/>
                  <a:pt x="2060446" y="327260"/>
                </a:cubicBezTo>
                <a:cubicBezTo>
                  <a:pt x="2060446" y="348718"/>
                  <a:pt x="2077841" y="366113"/>
                  <a:pt x="2099299" y="366113"/>
                </a:cubicBezTo>
                <a:cubicBezTo>
                  <a:pt x="2120757" y="366113"/>
                  <a:pt x="2138152" y="348718"/>
                  <a:pt x="2138152" y="327260"/>
                </a:cubicBezTo>
                <a:cubicBezTo>
                  <a:pt x="2138152" y="305801"/>
                  <a:pt x="2120757" y="288407"/>
                  <a:pt x="2099299" y="288407"/>
                </a:cubicBezTo>
                <a:close/>
                <a:moveTo>
                  <a:pt x="1943028" y="288407"/>
                </a:moveTo>
                <a:cubicBezTo>
                  <a:pt x="1921570" y="288407"/>
                  <a:pt x="1904175" y="305802"/>
                  <a:pt x="1904175" y="327260"/>
                </a:cubicBezTo>
                <a:cubicBezTo>
                  <a:pt x="1904175" y="348718"/>
                  <a:pt x="1921570" y="366113"/>
                  <a:pt x="1943028" y="366113"/>
                </a:cubicBezTo>
                <a:cubicBezTo>
                  <a:pt x="1964486" y="366113"/>
                  <a:pt x="1981881" y="348718"/>
                  <a:pt x="1981881" y="327260"/>
                </a:cubicBezTo>
                <a:cubicBezTo>
                  <a:pt x="1981881" y="305801"/>
                  <a:pt x="1964486" y="288407"/>
                  <a:pt x="1943028" y="288407"/>
                </a:cubicBezTo>
                <a:close/>
                <a:moveTo>
                  <a:pt x="1818474" y="288407"/>
                </a:moveTo>
                <a:cubicBezTo>
                  <a:pt x="1797016" y="288407"/>
                  <a:pt x="1779621" y="305802"/>
                  <a:pt x="1779621" y="327260"/>
                </a:cubicBezTo>
                <a:cubicBezTo>
                  <a:pt x="1779621" y="348718"/>
                  <a:pt x="1797016" y="366113"/>
                  <a:pt x="1818474" y="366113"/>
                </a:cubicBezTo>
                <a:cubicBezTo>
                  <a:pt x="1839932" y="366113"/>
                  <a:pt x="1857327" y="348718"/>
                  <a:pt x="1857327" y="327260"/>
                </a:cubicBezTo>
                <a:cubicBezTo>
                  <a:pt x="1857327" y="305801"/>
                  <a:pt x="1839932" y="288407"/>
                  <a:pt x="1818474" y="288407"/>
                </a:cubicBezTo>
                <a:close/>
                <a:moveTo>
                  <a:pt x="1662204" y="288407"/>
                </a:moveTo>
                <a:cubicBezTo>
                  <a:pt x="1640746" y="288407"/>
                  <a:pt x="1623351" y="305802"/>
                  <a:pt x="1623351" y="327260"/>
                </a:cubicBezTo>
                <a:cubicBezTo>
                  <a:pt x="1623351" y="348718"/>
                  <a:pt x="1640746" y="366113"/>
                  <a:pt x="1662204" y="366113"/>
                </a:cubicBezTo>
                <a:cubicBezTo>
                  <a:pt x="1683662" y="366113"/>
                  <a:pt x="1701057" y="348718"/>
                  <a:pt x="1701057" y="327260"/>
                </a:cubicBezTo>
                <a:cubicBezTo>
                  <a:pt x="1701057" y="305801"/>
                  <a:pt x="1683662" y="288407"/>
                  <a:pt x="1662204" y="288407"/>
                </a:cubicBezTo>
                <a:close/>
                <a:moveTo>
                  <a:pt x="1505933" y="288407"/>
                </a:moveTo>
                <a:cubicBezTo>
                  <a:pt x="1484475" y="288407"/>
                  <a:pt x="1467080" y="305802"/>
                  <a:pt x="1467080" y="327260"/>
                </a:cubicBezTo>
                <a:cubicBezTo>
                  <a:pt x="1467080" y="348718"/>
                  <a:pt x="1484475" y="366113"/>
                  <a:pt x="1505933" y="366113"/>
                </a:cubicBezTo>
                <a:cubicBezTo>
                  <a:pt x="1527391" y="366113"/>
                  <a:pt x="1544786" y="348718"/>
                  <a:pt x="1544786" y="327260"/>
                </a:cubicBezTo>
                <a:cubicBezTo>
                  <a:pt x="1544786" y="305801"/>
                  <a:pt x="1527391" y="288407"/>
                  <a:pt x="1505933" y="288407"/>
                </a:cubicBezTo>
                <a:close/>
                <a:moveTo>
                  <a:pt x="1349663" y="288407"/>
                </a:moveTo>
                <a:cubicBezTo>
                  <a:pt x="1328205" y="288407"/>
                  <a:pt x="1310810" y="305802"/>
                  <a:pt x="1310810" y="327260"/>
                </a:cubicBezTo>
                <a:cubicBezTo>
                  <a:pt x="1310810" y="348718"/>
                  <a:pt x="1328205" y="366113"/>
                  <a:pt x="1349663" y="366113"/>
                </a:cubicBezTo>
                <a:cubicBezTo>
                  <a:pt x="1371121" y="366113"/>
                  <a:pt x="1388516" y="348718"/>
                  <a:pt x="1388516" y="327260"/>
                </a:cubicBezTo>
                <a:cubicBezTo>
                  <a:pt x="1388516" y="305801"/>
                  <a:pt x="1371121" y="288407"/>
                  <a:pt x="1349663" y="288407"/>
                </a:cubicBezTo>
                <a:close/>
                <a:moveTo>
                  <a:pt x="1161676" y="288407"/>
                </a:moveTo>
                <a:cubicBezTo>
                  <a:pt x="1140218" y="288407"/>
                  <a:pt x="1122823" y="305802"/>
                  <a:pt x="1122823" y="327260"/>
                </a:cubicBezTo>
                <a:cubicBezTo>
                  <a:pt x="1122823" y="348718"/>
                  <a:pt x="1140218" y="366113"/>
                  <a:pt x="1161676" y="366113"/>
                </a:cubicBezTo>
                <a:cubicBezTo>
                  <a:pt x="1183134" y="366113"/>
                  <a:pt x="1200529" y="348718"/>
                  <a:pt x="1200529" y="327260"/>
                </a:cubicBezTo>
                <a:cubicBezTo>
                  <a:pt x="1200529" y="305801"/>
                  <a:pt x="1183134" y="288407"/>
                  <a:pt x="1161676" y="288407"/>
                </a:cubicBezTo>
                <a:close/>
                <a:moveTo>
                  <a:pt x="443757" y="288407"/>
                </a:moveTo>
                <a:cubicBezTo>
                  <a:pt x="422299" y="288407"/>
                  <a:pt x="404904" y="305802"/>
                  <a:pt x="404904" y="327260"/>
                </a:cubicBezTo>
                <a:cubicBezTo>
                  <a:pt x="404904" y="348718"/>
                  <a:pt x="422299" y="366113"/>
                  <a:pt x="443757" y="366113"/>
                </a:cubicBezTo>
                <a:cubicBezTo>
                  <a:pt x="465215" y="366113"/>
                  <a:pt x="482610" y="348718"/>
                  <a:pt x="482610" y="327260"/>
                </a:cubicBezTo>
                <a:cubicBezTo>
                  <a:pt x="482610" y="305802"/>
                  <a:pt x="465215" y="288407"/>
                  <a:pt x="443757" y="288407"/>
                </a:cubicBezTo>
                <a:close/>
                <a:moveTo>
                  <a:pt x="287486" y="288407"/>
                </a:moveTo>
                <a:cubicBezTo>
                  <a:pt x="266028" y="288407"/>
                  <a:pt x="248633" y="305802"/>
                  <a:pt x="248633" y="327260"/>
                </a:cubicBezTo>
                <a:cubicBezTo>
                  <a:pt x="248633" y="348718"/>
                  <a:pt x="266028" y="366113"/>
                  <a:pt x="287486" y="366113"/>
                </a:cubicBezTo>
                <a:cubicBezTo>
                  <a:pt x="308944" y="366113"/>
                  <a:pt x="326339" y="348718"/>
                  <a:pt x="326339" y="327260"/>
                </a:cubicBezTo>
                <a:cubicBezTo>
                  <a:pt x="326338" y="305801"/>
                  <a:pt x="308943" y="288407"/>
                  <a:pt x="287486" y="288407"/>
                </a:cubicBezTo>
                <a:close/>
                <a:moveTo>
                  <a:pt x="131216" y="288407"/>
                </a:moveTo>
                <a:cubicBezTo>
                  <a:pt x="109758" y="288407"/>
                  <a:pt x="92363" y="305802"/>
                  <a:pt x="92363" y="327260"/>
                </a:cubicBezTo>
                <a:cubicBezTo>
                  <a:pt x="92364" y="348718"/>
                  <a:pt x="109758" y="366113"/>
                  <a:pt x="131216" y="366113"/>
                </a:cubicBezTo>
                <a:cubicBezTo>
                  <a:pt x="152674" y="366113"/>
                  <a:pt x="170069" y="348718"/>
                  <a:pt x="170069" y="327260"/>
                </a:cubicBezTo>
                <a:cubicBezTo>
                  <a:pt x="170068" y="305801"/>
                  <a:pt x="152673" y="288407"/>
                  <a:pt x="131216" y="288407"/>
                </a:cubicBezTo>
                <a:close/>
                <a:moveTo>
                  <a:pt x="9132564" y="273105"/>
                </a:moveTo>
                <a:lnTo>
                  <a:pt x="9141594" y="274928"/>
                </a:lnTo>
                <a:lnTo>
                  <a:pt x="9141594" y="292147"/>
                </a:lnTo>
                <a:cubicBezTo>
                  <a:pt x="9139148" y="288829"/>
                  <a:pt x="9135905" y="288407"/>
                  <a:pt x="9132564" y="288407"/>
                </a:cubicBezTo>
                <a:cubicBezTo>
                  <a:pt x="9111106" y="288408"/>
                  <a:pt x="9093711" y="305802"/>
                  <a:pt x="9093711" y="327260"/>
                </a:cubicBezTo>
                <a:cubicBezTo>
                  <a:pt x="9093711" y="348718"/>
                  <a:pt x="9111106" y="366113"/>
                  <a:pt x="9132564" y="366113"/>
                </a:cubicBezTo>
                <a:lnTo>
                  <a:pt x="9141594" y="362373"/>
                </a:lnTo>
                <a:lnTo>
                  <a:pt x="9141594" y="379593"/>
                </a:lnTo>
                <a:cubicBezTo>
                  <a:pt x="9138780" y="381149"/>
                  <a:pt x="9135703" y="381416"/>
                  <a:pt x="9132564" y="381416"/>
                </a:cubicBezTo>
                <a:cubicBezTo>
                  <a:pt x="9102655" y="381415"/>
                  <a:pt x="9078409" y="357169"/>
                  <a:pt x="9078409" y="327260"/>
                </a:cubicBezTo>
                <a:cubicBezTo>
                  <a:pt x="9078409" y="297351"/>
                  <a:pt x="9102655" y="273105"/>
                  <a:pt x="9132564" y="273105"/>
                </a:cubicBezTo>
                <a:close/>
                <a:moveTo>
                  <a:pt x="9054430" y="273105"/>
                </a:moveTo>
                <a:cubicBezTo>
                  <a:pt x="9058703" y="273106"/>
                  <a:pt x="9062167" y="276570"/>
                  <a:pt x="9062167" y="280842"/>
                </a:cubicBezTo>
                <a:cubicBezTo>
                  <a:pt x="9062167" y="311788"/>
                  <a:pt x="9062166" y="342733"/>
                  <a:pt x="9062166" y="373679"/>
                </a:cubicBezTo>
                <a:lnTo>
                  <a:pt x="9054430" y="381416"/>
                </a:lnTo>
                <a:cubicBezTo>
                  <a:pt x="9050157" y="381415"/>
                  <a:pt x="9046693" y="377951"/>
                  <a:pt x="9046693" y="373678"/>
                </a:cubicBezTo>
                <a:lnTo>
                  <a:pt x="9046693" y="280842"/>
                </a:lnTo>
                <a:cubicBezTo>
                  <a:pt x="9046693" y="276567"/>
                  <a:pt x="9050157" y="273105"/>
                  <a:pt x="9054430" y="273105"/>
                </a:cubicBezTo>
                <a:close/>
                <a:moveTo>
                  <a:pt x="8976294" y="273105"/>
                </a:moveTo>
                <a:cubicBezTo>
                  <a:pt x="9006203" y="273105"/>
                  <a:pt x="9030449" y="297351"/>
                  <a:pt x="9030449" y="327260"/>
                </a:cubicBezTo>
                <a:cubicBezTo>
                  <a:pt x="9030449" y="357169"/>
                  <a:pt x="9006203" y="381415"/>
                  <a:pt x="8976294" y="381416"/>
                </a:cubicBezTo>
                <a:cubicBezTo>
                  <a:pt x="8946385" y="381415"/>
                  <a:pt x="8922139" y="357169"/>
                  <a:pt x="8922139" y="327260"/>
                </a:cubicBezTo>
                <a:cubicBezTo>
                  <a:pt x="8922139" y="297351"/>
                  <a:pt x="8946385" y="273105"/>
                  <a:pt x="8976294" y="273105"/>
                </a:cubicBezTo>
                <a:close/>
                <a:moveTo>
                  <a:pt x="8898159" y="273105"/>
                </a:moveTo>
                <a:cubicBezTo>
                  <a:pt x="8902432" y="273106"/>
                  <a:pt x="8905896" y="276569"/>
                  <a:pt x="8905896" y="280842"/>
                </a:cubicBezTo>
                <a:cubicBezTo>
                  <a:pt x="8905896" y="311788"/>
                  <a:pt x="8905895" y="342733"/>
                  <a:pt x="8905895" y="373679"/>
                </a:cubicBezTo>
                <a:lnTo>
                  <a:pt x="8898159" y="381416"/>
                </a:lnTo>
                <a:cubicBezTo>
                  <a:pt x="8893886" y="381415"/>
                  <a:pt x="8890422" y="377951"/>
                  <a:pt x="8890422" y="373678"/>
                </a:cubicBezTo>
                <a:lnTo>
                  <a:pt x="8890422" y="280842"/>
                </a:lnTo>
                <a:cubicBezTo>
                  <a:pt x="8890422" y="276567"/>
                  <a:pt x="8893886" y="273105"/>
                  <a:pt x="8898159" y="273105"/>
                </a:cubicBezTo>
                <a:close/>
                <a:moveTo>
                  <a:pt x="8820023" y="273105"/>
                </a:moveTo>
                <a:cubicBezTo>
                  <a:pt x="8849932" y="273105"/>
                  <a:pt x="8874178" y="297351"/>
                  <a:pt x="8874178" y="327260"/>
                </a:cubicBezTo>
                <a:cubicBezTo>
                  <a:pt x="8874178" y="357169"/>
                  <a:pt x="8849932" y="381415"/>
                  <a:pt x="8820023" y="381416"/>
                </a:cubicBezTo>
                <a:cubicBezTo>
                  <a:pt x="8790114" y="381415"/>
                  <a:pt x="8765868" y="357169"/>
                  <a:pt x="8765868" y="327260"/>
                </a:cubicBezTo>
                <a:cubicBezTo>
                  <a:pt x="8765868" y="297351"/>
                  <a:pt x="8790114" y="273105"/>
                  <a:pt x="8820023" y="273105"/>
                </a:cubicBezTo>
                <a:close/>
                <a:moveTo>
                  <a:pt x="8741889" y="273105"/>
                </a:moveTo>
                <a:cubicBezTo>
                  <a:pt x="8746162" y="273105"/>
                  <a:pt x="8749626" y="276569"/>
                  <a:pt x="8749626" y="280842"/>
                </a:cubicBezTo>
                <a:cubicBezTo>
                  <a:pt x="8749626" y="311788"/>
                  <a:pt x="8749625" y="342733"/>
                  <a:pt x="8749625" y="373679"/>
                </a:cubicBezTo>
                <a:lnTo>
                  <a:pt x="8741889" y="381416"/>
                </a:lnTo>
                <a:cubicBezTo>
                  <a:pt x="8737616" y="381415"/>
                  <a:pt x="8734152" y="377951"/>
                  <a:pt x="8734152" y="373678"/>
                </a:cubicBezTo>
                <a:lnTo>
                  <a:pt x="8734152" y="280842"/>
                </a:lnTo>
                <a:cubicBezTo>
                  <a:pt x="8734152" y="276567"/>
                  <a:pt x="8737616" y="273105"/>
                  <a:pt x="8741889" y="273105"/>
                </a:cubicBezTo>
                <a:close/>
                <a:moveTo>
                  <a:pt x="8663753" y="273105"/>
                </a:moveTo>
                <a:cubicBezTo>
                  <a:pt x="8693662" y="273105"/>
                  <a:pt x="8717908" y="297351"/>
                  <a:pt x="8717908" y="327260"/>
                </a:cubicBezTo>
                <a:cubicBezTo>
                  <a:pt x="8717908" y="357169"/>
                  <a:pt x="8693662" y="381415"/>
                  <a:pt x="8663753" y="381416"/>
                </a:cubicBezTo>
                <a:cubicBezTo>
                  <a:pt x="8633844" y="381415"/>
                  <a:pt x="8609598" y="357169"/>
                  <a:pt x="8609598" y="327260"/>
                </a:cubicBezTo>
                <a:cubicBezTo>
                  <a:pt x="8609598" y="297351"/>
                  <a:pt x="8633844" y="273105"/>
                  <a:pt x="8663753" y="273105"/>
                </a:cubicBezTo>
                <a:close/>
                <a:moveTo>
                  <a:pt x="8585618" y="273105"/>
                </a:moveTo>
                <a:cubicBezTo>
                  <a:pt x="8589891" y="273106"/>
                  <a:pt x="8593355" y="276569"/>
                  <a:pt x="8593355" y="280842"/>
                </a:cubicBezTo>
                <a:cubicBezTo>
                  <a:pt x="8593355" y="311788"/>
                  <a:pt x="8593354" y="342733"/>
                  <a:pt x="8593354" y="373679"/>
                </a:cubicBezTo>
                <a:lnTo>
                  <a:pt x="8585618" y="381416"/>
                </a:lnTo>
                <a:cubicBezTo>
                  <a:pt x="8581345" y="381415"/>
                  <a:pt x="8577881" y="377951"/>
                  <a:pt x="8577881" y="373678"/>
                </a:cubicBezTo>
                <a:lnTo>
                  <a:pt x="8577881" y="280842"/>
                </a:lnTo>
                <a:cubicBezTo>
                  <a:pt x="8577881" y="276567"/>
                  <a:pt x="8581345" y="273105"/>
                  <a:pt x="8585618" y="273105"/>
                </a:cubicBezTo>
                <a:close/>
                <a:moveTo>
                  <a:pt x="8553902" y="273105"/>
                </a:moveTo>
                <a:cubicBezTo>
                  <a:pt x="8558175" y="273106"/>
                  <a:pt x="8561639" y="276569"/>
                  <a:pt x="8561639" y="280842"/>
                </a:cubicBezTo>
                <a:cubicBezTo>
                  <a:pt x="8561639" y="311788"/>
                  <a:pt x="8561638" y="342733"/>
                  <a:pt x="8561638" y="373679"/>
                </a:cubicBezTo>
                <a:lnTo>
                  <a:pt x="8553902" y="381416"/>
                </a:lnTo>
                <a:cubicBezTo>
                  <a:pt x="8549629" y="381415"/>
                  <a:pt x="8546165" y="377951"/>
                  <a:pt x="8546165" y="373678"/>
                </a:cubicBezTo>
                <a:lnTo>
                  <a:pt x="8546165" y="280842"/>
                </a:lnTo>
                <a:cubicBezTo>
                  <a:pt x="8546165" y="276567"/>
                  <a:pt x="8549629" y="273105"/>
                  <a:pt x="8553902" y="273105"/>
                </a:cubicBezTo>
                <a:close/>
                <a:moveTo>
                  <a:pt x="8475766" y="273105"/>
                </a:moveTo>
                <a:cubicBezTo>
                  <a:pt x="8505675" y="273105"/>
                  <a:pt x="8529921" y="297351"/>
                  <a:pt x="8529921" y="327260"/>
                </a:cubicBezTo>
                <a:cubicBezTo>
                  <a:pt x="8529921" y="357169"/>
                  <a:pt x="8505675" y="381415"/>
                  <a:pt x="8475766" y="381416"/>
                </a:cubicBezTo>
                <a:cubicBezTo>
                  <a:pt x="8445857" y="381415"/>
                  <a:pt x="8421611" y="357169"/>
                  <a:pt x="8421611" y="327260"/>
                </a:cubicBezTo>
                <a:cubicBezTo>
                  <a:pt x="8421611" y="297351"/>
                  <a:pt x="8445857" y="273105"/>
                  <a:pt x="8475766" y="273105"/>
                </a:cubicBezTo>
                <a:close/>
                <a:moveTo>
                  <a:pt x="8351212" y="273105"/>
                </a:moveTo>
                <a:cubicBezTo>
                  <a:pt x="8381121" y="273106"/>
                  <a:pt x="8405367" y="297352"/>
                  <a:pt x="8405367" y="327260"/>
                </a:cubicBezTo>
                <a:cubicBezTo>
                  <a:pt x="8405367" y="357169"/>
                  <a:pt x="8381121" y="381415"/>
                  <a:pt x="8351212" y="381416"/>
                </a:cubicBezTo>
                <a:cubicBezTo>
                  <a:pt x="8321303" y="381415"/>
                  <a:pt x="8297057" y="357169"/>
                  <a:pt x="8297057" y="327260"/>
                </a:cubicBezTo>
                <a:cubicBezTo>
                  <a:pt x="8297057" y="297351"/>
                  <a:pt x="8321303" y="273105"/>
                  <a:pt x="8351212" y="273105"/>
                </a:cubicBezTo>
                <a:close/>
                <a:moveTo>
                  <a:pt x="8273078" y="273105"/>
                </a:moveTo>
                <a:cubicBezTo>
                  <a:pt x="8277351" y="273268"/>
                  <a:pt x="8280815" y="276570"/>
                  <a:pt x="8280815" y="280842"/>
                </a:cubicBezTo>
                <a:cubicBezTo>
                  <a:pt x="8280815" y="311788"/>
                  <a:pt x="8280814" y="342733"/>
                  <a:pt x="8280814" y="373679"/>
                </a:cubicBezTo>
                <a:lnTo>
                  <a:pt x="8273078" y="381416"/>
                </a:lnTo>
                <a:cubicBezTo>
                  <a:pt x="8268805" y="381415"/>
                  <a:pt x="8265341" y="377951"/>
                  <a:pt x="8265341" y="373678"/>
                </a:cubicBezTo>
                <a:lnTo>
                  <a:pt x="8265341" y="280842"/>
                </a:lnTo>
                <a:cubicBezTo>
                  <a:pt x="8265341" y="276567"/>
                  <a:pt x="8268805" y="273105"/>
                  <a:pt x="8273078" y="273105"/>
                </a:cubicBezTo>
                <a:close/>
                <a:moveTo>
                  <a:pt x="8194942" y="273105"/>
                </a:moveTo>
                <a:cubicBezTo>
                  <a:pt x="8224851" y="273105"/>
                  <a:pt x="8249097" y="297351"/>
                  <a:pt x="8249097" y="327260"/>
                </a:cubicBezTo>
                <a:cubicBezTo>
                  <a:pt x="8249097" y="357169"/>
                  <a:pt x="8224851" y="381415"/>
                  <a:pt x="8194942" y="381416"/>
                </a:cubicBezTo>
                <a:cubicBezTo>
                  <a:pt x="8165033" y="381415"/>
                  <a:pt x="8140787" y="357169"/>
                  <a:pt x="8140787" y="327260"/>
                </a:cubicBezTo>
                <a:cubicBezTo>
                  <a:pt x="8140787" y="297351"/>
                  <a:pt x="8165033" y="273105"/>
                  <a:pt x="8194942" y="273105"/>
                </a:cubicBezTo>
                <a:close/>
                <a:moveTo>
                  <a:pt x="8116807" y="273105"/>
                </a:moveTo>
                <a:cubicBezTo>
                  <a:pt x="8121080" y="273106"/>
                  <a:pt x="8124544" y="276569"/>
                  <a:pt x="8124544" y="280842"/>
                </a:cubicBezTo>
                <a:cubicBezTo>
                  <a:pt x="8124544" y="311788"/>
                  <a:pt x="8124543" y="342733"/>
                  <a:pt x="8124543" y="373679"/>
                </a:cubicBezTo>
                <a:lnTo>
                  <a:pt x="8116807" y="381416"/>
                </a:lnTo>
                <a:cubicBezTo>
                  <a:pt x="8112534" y="381415"/>
                  <a:pt x="8109070" y="377951"/>
                  <a:pt x="8109070" y="373678"/>
                </a:cubicBezTo>
                <a:lnTo>
                  <a:pt x="8109070" y="280842"/>
                </a:lnTo>
                <a:cubicBezTo>
                  <a:pt x="8109070" y="276567"/>
                  <a:pt x="8112534" y="273105"/>
                  <a:pt x="8116807" y="273105"/>
                </a:cubicBezTo>
                <a:close/>
                <a:moveTo>
                  <a:pt x="8038671" y="273105"/>
                </a:moveTo>
                <a:cubicBezTo>
                  <a:pt x="8068580" y="273106"/>
                  <a:pt x="8092826" y="297352"/>
                  <a:pt x="8092826" y="327260"/>
                </a:cubicBezTo>
                <a:cubicBezTo>
                  <a:pt x="8092826" y="357169"/>
                  <a:pt x="8068580" y="381415"/>
                  <a:pt x="8038671" y="381416"/>
                </a:cubicBezTo>
                <a:cubicBezTo>
                  <a:pt x="8008762" y="381415"/>
                  <a:pt x="7984516" y="357169"/>
                  <a:pt x="7984516" y="327260"/>
                </a:cubicBezTo>
                <a:cubicBezTo>
                  <a:pt x="7984516" y="297351"/>
                  <a:pt x="8008762" y="273105"/>
                  <a:pt x="8038671" y="273105"/>
                </a:cubicBezTo>
                <a:close/>
                <a:moveTo>
                  <a:pt x="7914117" y="273105"/>
                </a:moveTo>
                <a:cubicBezTo>
                  <a:pt x="7944026" y="273105"/>
                  <a:pt x="7968272" y="297351"/>
                  <a:pt x="7968272" y="327260"/>
                </a:cubicBezTo>
                <a:cubicBezTo>
                  <a:pt x="7968272" y="357169"/>
                  <a:pt x="7944026" y="381415"/>
                  <a:pt x="7914117" y="381416"/>
                </a:cubicBezTo>
                <a:cubicBezTo>
                  <a:pt x="7884208" y="381415"/>
                  <a:pt x="7859962" y="357169"/>
                  <a:pt x="7859962" y="327260"/>
                </a:cubicBezTo>
                <a:cubicBezTo>
                  <a:pt x="7859962" y="297351"/>
                  <a:pt x="7884208" y="273105"/>
                  <a:pt x="7914117" y="273105"/>
                </a:cubicBezTo>
                <a:close/>
                <a:moveTo>
                  <a:pt x="7835983" y="273105"/>
                </a:moveTo>
                <a:cubicBezTo>
                  <a:pt x="7840256" y="273107"/>
                  <a:pt x="7843720" y="276570"/>
                  <a:pt x="7843720" y="280842"/>
                </a:cubicBezTo>
                <a:cubicBezTo>
                  <a:pt x="7843720" y="311788"/>
                  <a:pt x="7843719" y="342733"/>
                  <a:pt x="7843719" y="373679"/>
                </a:cubicBezTo>
                <a:lnTo>
                  <a:pt x="7835983" y="381416"/>
                </a:lnTo>
                <a:cubicBezTo>
                  <a:pt x="7831710" y="381415"/>
                  <a:pt x="7828246" y="377951"/>
                  <a:pt x="7828246" y="373678"/>
                </a:cubicBezTo>
                <a:lnTo>
                  <a:pt x="7828246" y="280842"/>
                </a:lnTo>
                <a:cubicBezTo>
                  <a:pt x="7828246" y="276567"/>
                  <a:pt x="7831710" y="273105"/>
                  <a:pt x="7835983" y="273105"/>
                </a:cubicBezTo>
                <a:close/>
                <a:moveTo>
                  <a:pt x="7757847" y="273105"/>
                </a:moveTo>
                <a:cubicBezTo>
                  <a:pt x="7787756" y="273274"/>
                  <a:pt x="7812002" y="297520"/>
                  <a:pt x="7812002" y="327260"/>
                </a:cubicBezTo>
                <a:cubicBezTo>
                  <a:pt x="7812002" y="357169"/>
                  <a:pt x="7787756" y="381415"/>
                  <a:pt x="7757847" y="381416"/>
                </a:cubicBezTo>
                <a:cubicBezTo>
                  <a:pt x="7727938" y="381415"/>
                  <a:pt x="7703692" y="357169"/>
                  <a:pt x="7703692" y="327260"/>
                </a:cubicBezTo>
                <a:cubicBezTo>
                  <a:pt x="7703692" y="297351"/>
                  <a:pt x="7727938" y="273105"/>
                  <a:pt x="7757847" y="273105"/>
                </a:cubicBezTo>
                <a:close/>
                <a:moveTo>
                  <a:pt x="7679712" y="273105"/>
                </a:moveTo>
                <a:cubicBezTo>
                  <a:pt x="7683985" y="273105"/>
                  <a:pt x="7687449" y="276569"/>
                  <a:pt x="7687449" y="280842"/>
                </a:cubicBezTo>
                <a:cubicBezTo>
                  <a:pt x="7687449" y="311788"/>
                  <a:pt x="7687448" y="342733"/>
                  <a:pt x="7687448" y="373679"/>
                </a:cubicBezTo>
                <a:lnTo>
                  <a:pt x="7679712" y="381416"/>
                </a:lnTo>
                <a:cubicBezTo>
                  <a:pt x="7675439" y="381415"/>
                  <a:pt x="7671975" y="377951"/>
                  <a:pt x="7671975" y="373678"/>
                </a:cubicBezTo>
                <a:lnTo>
                  <a:pt x="7671975" y="280842"/>
                </a:lnTo>
                <a:cubicBezTo>
                  <a:pt x="7671975" y="276567"/>
                  <a:pt x="7675439" y="273105"/>
                  <a:pt x="7679712" y="273105"/>
                </a:cubicBezTo>
                <a:close/>
                <a:moveTo>
                  <a:pt x="7601576" y="273105"/>
                </a:moveTo>
                <a:cubicBezTo>
                  <a:pt x="7631485" y="273105"/>
                  <a:pt x="7655731" y="297351"/>
                  <a:pt x="7655731" y="327260"/>
                </a:cubicBezTo>
                <a:cubicBezTo>
                  <a:pt x="7655731" y="357169"/>
                  <a:pt x="7631485" y="381415"/>
                  <a:pt x="7601576" y="381416"/>
                </a:cubicBezTo>
                <a:cubicBezTo>
                  <a:pt x="7571667" y="381415"/>
                  <a:pt x="7547421" y="357169"/>
                  <a:pt x="7547421" y="327260"/>
                </a:cubicBezTo>
                <a:cubicBezTo>
                  <a:pt x="7547421" y="297351"/>
                  <a:pt x="7571667" y="273105"/>
                  <a:pt x="7601576" y="273105"/>
                </a:cubicBezTo>
                <a:close/>
                <a:moveTo>
                  <a:pt x="7523442" y="273105"/>
                </a:moveTo>
                <a:cubicBezTo>
                  <a:pt x="7527715" y="273273"/>
                  <a:pt x="7531179" y="276569"/>
                  <a:pt x="7531179" y="280842"/>
                </a:cubicBezTo>
                <a:cubicBezTo>
                  <a:pt x="7531179" y="311788"/>
                  <a:pt x="7531178" y="342733"/>
                  <a:pt x="7531178" y="373679"/>
                </a:cubicBezTo>
                <a:lnTo>
                  <a:pt x="7523442" y="381416"/>
                </a:lnTo>
                <a:cubicBezTo>
                  <a:pt x="7519169" y="381415"/>
                  <a:pt x="7515705" y="377951"/>
                  <a:pt x="7515705" y="373678"/>
                </a:cubicBezTo>
                <a:lnTo>
                  <a:pt x="7515705" y="280842"/>
                </a:lnTo>
                <a:cubicBezTo>
                  <a:pt x="7515705" y="276567"/>
                  <a:pt x="7519169" y="273105"/>
                  <a:pt x="7523442" y="273105"/>
                </a:cubicBezTo>
                <a:close/>
                <a:moveTo>
                  <a:pt x="7445306" y="273105"/>
                </a:moveTo>
                <a:cubicBezTo>
                  <a:pt x="7475215" y="273105"/>
                  <a:pt x="7499461" y="297351"/>
                  <a:pt x="7499461" y="327260"/>
                </a:cubicBezTo>
                <a:cubicBezTo>
                  <a:pt x="7499461" y="357169"/>
                  <a:pt x="7475215" y="381415"/>
                  <a:pt x="7445306" y="381416"/>
                </a:cubicBezTo>
                <a:cubicBezTo>
                  <a:pt x="7415397" y="381415"/>
                  <a:pt x="7391151" y="357169"/>
                  <a:pt x="7391151" y="327260"/>
                </a:cubicBezTo>
                <a:cubicBezTo>
                  <a:pt x="7391151" y="297351"/>
                  <a:pt x="7415397" y="273105"/>
                  <a:pt x="7445306" y="273105"/>
                </a:cubicBezTo>
                <a:close/>
                <a:moveTo>
                  <a:pt x="7367171" y="273105"/>
                </a:moveTo>
                <a:cubicBezTo>
                  <a:pt x="7371444" y="273106"/>
                  <a:pt x="7374908" y="276569"/>
                  <a:pt x="7374908" y="280842"/>
                </a:cubicBezTo>
                <a:cubicBezTo>
                  <a:pt x="7374908" y="311788"/>
                  <a:pt x="7374907" y="342733"/>
                  <a:pt x="7374907" y="373679"/>
                </a:cubicBezTo>
                <a:lnTo>
                  <a:pt x="7367171" y="381416"/>
                </a:lnTo>
                <a:cubicBezTo>
                  <a:pt x="7362898" y="381415"/>
                  <a:pt x="7359434" y="377951"/>
                  <a:pt x="7359434" y="373678"/>
                </a:cubicBezTo>
                <a:lnTo>
                  <a:pt x="7359434" y="280842"/>
                </a:lnTo>
                <a:cubicBezTo>
                  <a:pt x="7359434" y="276567"/>
                  <a:pt x="7362898" y="273105"/>
                  <a:pt x="7367171" y="273105"/>
                </a:cubicBezTo>
                <a:close/>
                <a:moveTo>
                  <a:pt x="7335455" y="273105"/>
                </a:moveTo>
                <a:cubicBezTo>
                  <a:pt x="7339728" y="273108"/>
                  <a:pt x="7343192" y="276569"/>
                  <a:pt x="7343192" y="280842"/>
                </a:cubicBezTo>
                <a:cubicBezTo>
                  <a:pt x="7343192" y="311788"/>
                  <a:pt x="7343191" y="342733"/>
                  <a:pt x="7343191" y="373679"/>
                </a:cubicBezTo>
                <a:lnTo>
                  <a:pt x="7335455" y="381416"/>
                </a:lnTo>
                <a:cubicBezTo>
                  <a:pt x="7331182" y="381415"/>
                  <a:pt x="7327718" y="377951"/>
                  <a:pt x="7327718" y="373678"/>
                </a:cubicBezTo>
                <a:lnTo>
                  <a:pt x="7327718" y="280842"/>
                </a:lnTo>
                <a:cubicBezTo>
                  <a:pt x="7327718" y="276567"/>
                  <a:pt x="7331182" y="273105"/>
                  <a:pt x="7335455" y="273105"/>
                </a:cubicBezTo>
                <a:close/>
                <a:moveTo>
                  <a:pt x="7257319" y="273105"/>
                </a:moveTo>
                <a:cubicBezTo>
                  <a:pt x="7287228" y="273105"/>
                  <a:pt x="7311474" y="297351"/>
                  <a:pt x="7311474" y="327260"/>
                </a:cubicBezTo>
                <a:cubicBezTo>
                  <a:pt x="7311474" y="357169"/>
                  <a:pt x="7287228" y="381415"/>
                  <a:pt x="7257319" y="381416"/>
                </a:cubicBezTo>
                <a:cubicBezTo>
                  <a:pt x="7227410" y="381415"/>
                  <a:pt x="7203164" y="357169"/>
                  <a:pt x="7203164" y="327260"/>
                </a:cubicBezTo>
                <a:cubicBezTo>
                  <a:pt x="7203164" y="297351"/>
                  <a:pt x="7227410" y="273105"/>
                  <a:pt x="7257319" y="273105"/>
                </a:cubicBezTo>
                <a:close/>
                <a:moveTo>
                  <a:pt x="7129359" y="273105"/>
                </a:moveTo>
                <a:cubicBezTo>
                  <a:pt x="7159268" y="273105"/>
                  <a:pt x="7183514" y="297351"/>
                  <a:pt x="7183514" y="327260"/>
                </a:cubicBezTo>
                <a:cubicBezTo>
                  <a:pt x="7183514" y="357169"/>
                  <a:pt x="7159268" y="381415"/>
                  <a:pt x="7129359" y="381415"/>
                </a:cubicBezTo>
                <a:cubicBezTo>
                  <a:pt x="7099450" y="381415"/>
                  <a:pt x="7075204" y="357169"/>
                  <a:pt x="7075204" y="327260"/>
                </a:cubicBezTo>
                <a:cubicBezTo>
                  <a:pt x="7075204" y="297351"/>
                  <a:pt x="7099450" y="273105"/>
                  <a:pt x="7129359" y="273105"/>
                </a:cubicBezTo>
                <a:close/>
                <a:moveTo>
                  <a:pt x="7051221" y="273105"/>
                </a:moveTo>
                <a:cubicBezTo>
                  <a:pt x="7055494" y="273105"/>
                  <a:pt x="7058958" y="276569"/>
                  <a:pt x="7058958" y="280842"/>
                </a:cubicBezTo>
                <a:lnTo>
                  <a:pt x="7058958" y="373678"/>
                </a:lnTo>
                <a:cubicBezTo>
                  <a:pt x="7058958" y="377951"/>
                  <a:pt x="7055494" y="381415"/>
                  <a:pt x="7051221" y="381415"/>
                </a:cubicBezTo>
                <a:lnTo>
                  <a:pt x="7043485" y="373679"/>
                </a:lnTo>
                <a:cubicBezTo>
                  <a:pt x="7043485" y="342732"/>
                  <a:pt x="7043484" y="311788"/>
                  <a:pt x="7043484" y="280842"/>
                </a:cubicBezTo>
                <a:cubicBezTo>
                  <a:pt x="7043484" y="276569"/>
                  <a:pt x="7046948" y="273105"/>
                  <a:pt x="7051221" y="273105"/>
                </a:cubicBezTo>
                <a:close/>
                <a:moveTo>
                  <a:pt x="7019505" y="273105"/>
                </a:moveTo>
                <a:cubicBezTo>
                  <a:pt x="7023778" y="273105"/>
                  <a:pt x="7027242" y="276569"/>
                  <a:pt x="7027242" y="280842"/>
                </a:cubicBezTo>
                <a:lnTo>
                  <a:pt x="7027242" y="373678"/>
                </a:lnTo>
                <a:lnTo>
                  <a:pt x="7019505" y="381415"/>
                </a:lnTo>
                <a:cubicBezTo>
                  <a:pt x="7015233" y="381416"/>
                  <a:pt x="7011769" y="377952"/>
                  <a:pt x="7011769" y="373679"/>
                </a:cubicBezTo>
                <a:cubicBezTo>
                  <a:pt x="7011769" y="342732"/>
                  <a:pt x="7011768" y="311788"/>
                  <a:pt x="7011768" y="280842"/>
                </a:cubicBezTo>
                <a:cubicBezTo>
                  <a:pt x="7011768" y="276569"/>
                  <a:pt x="7015232" y="273105"/>
                  <a:pt x="7019505" y="273105"/>
                </a:cubicBezTo>
                <a:close/>
                <a:moveTo>
                  <a:pt x="6941370" y="273105"/>
                </a:moveTo>
                <a:cubicBezTo>
                  <a:pt x="6971279" y="273105"/>
                  <a:pt x="6995525" y="297351"/>
                  <a:pt x="6995525" y="327260"/>
                </a:cubicBezTo>
                <a:cubicBezTo>
                  <a:pt x="6995525" y="357169"/>
                  <a:pt x="6971279" y="381415"/>
                  <a:pt x="6941370" y="381415"/>
                </a:cubicBezTo>
                <a:cubicBezTo>
                  <a:pt x="6911461" y="381415"/>
                  <a:pt x="6887215" y="357169"/>
                  <a:pt x="6887215" y="327260"/>
                </a:cubicBezTo>
                <a:cubicBezTo>
                  <a:pt x="6887215" y="297351"/>
                  <a:pt x="6911461" y="273105"/>
                  <a:pt x="6941370" y="273105"/>
                </a:cubicBezTo>
                <a:close/>
                <a:moveTo>
                  <a:pt x="6863234" y="273105"/>
                </a:moveTo>
                <a:cubicBezTo>
                  <a:pt x="6867507" y="273105"/>
                  <a:pt x="6870971" y="276569"/>
                  <a:pt x="6870971" y="280842"/>
                </a:cubicBezTo>
                <a:lnTo>
                  <a:pt x="6870971" y="373678"/>
                </a:lnTo>
                <a:lnTo>
                  <a:pt x="6863234" y="381415"/>
                </a:lnTo>
                <a:cubicBezTo>
                  <a:pt x="6858962" y="381416"/>
                  <a:pt x="6855498" y="377952"/>
                  <a:pt x="6855498" y="373679"/>
                </a:cubicBezTo>
                <a:cubicBezTo>
                  <a:pt x="6855498" y="342732"/>
                  <a:pt x="6855497" y="311788"/>
                  <a:pt x="6855497" y="280842"/>
                </a:cubicBezTo>
                <a:cubicBezTo>
                  <a:pt x="6855497" y="276569"/>
                  <a:pt x="6858961" y="273105"/>
                  <a:pt x="6863234" y="273105"/>
                </a:cubicBezTo>
                <a:close/>
                <a:moveTo>
                  <a:pt x="6785100" y="273105"/>
                </a:moveTo>
                <a:cubicBezTo>
                  <a:pt x="6815009" y="273105"/>
                  <a:pt x="6839255" y="297351"/>
                  <a:pt x="6839255" y="327260"/>
                </a:cubicBezTo>
                <a:cubicBezTo>
                  <a:pt x="6839255" y="357169"/>
                  <a:pt x="6815009" y="381415"/>
                  <a:pt x="6785100" y="381415"/>
                </a:cubicBezTo>
                <a:cubicBezTo>
                  <a:pt x="6755191" y="381415"/>
                  <a:pt x="6730945" y="357169"/>
                  <a:pt x="6730945" y="327260"/>
                </a:cubicBezTo>
                <a:cubicBezTo>
                  <a:pt x="6730945" y="297351"/>
                  <a:pt x="6755191" y="273105"/>
                  <a:pt x="6785100" y="273105"/>
                </a:cubicBezTo>
                <a:close/>
                <a:moveTo>
                  <a:pt x="6706964" y="273105"/>
                </a:moveTo>
                <a:cubicBezTo>
                  <a:pt x="6711237" y="273105"/>
                  <a:pt x="6714701" y="276569"/>
                  <a:pt x="6714701" y="280842"/>
                </a:cubicBezTo>
                <a:lnTo>
                  <a:pt x="6714701" y="373678"/>
                </a:lnTo>
                <a:lnTo>
                  <a:pt x="6706964" y="381415"/>
                </a:lnTo>
                <a:cubicBezTo>
                  <a:pt x="6702692" y="381416"/>
                  <a:pt x="6699228" y="377952"/>
                  <a:pt x="6699228" y="373679"/>
                </a:cubicBezTo>
                <a:cubicBezTo>
                  <a:pt x="6699228" y="342732"/>
                  <a:pt x="6699227" y="311788"/>
                  <a:pt x="6699227" y="280842"/>
                </a:cubicBezTo>
                <a:cubicBezTo>
                  <a:pt x="6699227" y="276569"/>
                  <a:pt x="6702691" y="273105"/>
                  <a:pt x="6706964" y="273105"/>
                </a:cubicBezTo>
                <a:close/>
                <a:moveTo>
                  <a:pt x="6628829" y="273105"/>
                </a:moveTo>
                <a:cubicBezTo>
                  <a:pt x="6658738" y="273105"/>
                  <a:pt x="6682984" y="297351"/>
                  <a:pt x="6682984" y="327260"/>
                </a:cubicBezTo>
                <a:cubicBezTo>
                  <a:pt x="6682984" y="357169"/>
                  <a:pt x="6658738" y="381415"/>
                  <a:pt x="6628829" y="381415"/>
                </a:cubicBezTo>
                <a:cubicBezTo>
                  <a:pt x="6598920" y="381415"/>
                  <a:pt x="6574674" y="357169"/>
                  <a:pt x="6574674" y="327260"/>
                </a:cubicBezTo>
                <a:cubicBezTo>
                  <a:pt x="6574674" y="297351"/>
                  <a:pt x="6598920" y="273105"/>
                  <a:pt x="6628829" y="273105"/>
                </a:cubicBezTo>
                <a:close/>
                <a:moveTo>
                  <a:pt x="6550694" y="273105"/>
                </a:moveTo>
                <a:cubicBezTo>
                  <a:pt x="6554967" y="273240"/>
                  <a:pt x="6558431" y="276569"/>
                  <a:pt x="6558431" y="280842"/>
                </a:cubicBezTo>
                <a:lnTo>
                  <a:pt x="6558431" y="373678"/>
                </a:lnTo>
                <a:lnTo>
                  <a:pt x="6550694" y="381415"/>
                </a:lnTo>
                <a:cubicBezTo>
                  <a:pt x="6546422" y="381416"/>
                  <a:pt x="6542958" y="377952"/>
                  <a:pt x="6542958" y="373679"/>
                </a:cubicBezTo>
                <a:cubicBezTo>
                  <a:pt x="6542958" y="342732"/>
                  <a:pt x="6542957" y="311788"/>
                  <a:pt x="6542957" y="280842"/>
                </a:cubicBezTo>
                <a:cubicBezTo>
                  <a:pt x="6542957" y="276569"/>
                  <a:pt x="6546421" y="273105"/>
                  <a:pt x="6550694" y="273105"/>
                </a:cubicBezTo>
                <a:close/>
                <a:moveTo>
                  <a:pt x="6472559" y="273105"/>
                </a:moveTo>
                <a:cubicBezTo>
                  <a:pt x="6502468" y="273105"/>
                  <a:pt x="6526714" y="297351"/>
                  <a:pt x="6526714" y="327260"/>
                </a:cubicBezTo>
                <a:cubicBezTo>
                  <a:pt x="6526714" y="357169"/>
                  <a:pt x="6502468" y="381415"/>
                  <a:pt x="6472559" y="381415"/>
                </a:cubicBezTo>
                <a:cubicBezTo>
                  <a:pt x="6442650" y="381415"/>
                  <a:pt x="6418404" y="357169"/>
                  <a:pt x="6418404" y="327260"/>
                </a:cubicBezTo>
                <a:cubicBezTo>
                  <a:pt x="6418404" y="297351"/>
                  <a:pt x="6442650" y="273105"/>
                  <a:pt x="6472559" y="273105"/>
                </a:cubicBezTo>
                <a:close/>
                <a:moveTo>
                  <a:pt x="6348005" y="273105"/>
                </a:moveTo>
                <a:cubicBezTo>
                  <a:pt x="6377914" y="273105"/>
                  <a:pt x="6402160" y="297351"/>
                  <a:pt x="6402160" y="327260"/>
                </a:cubicBezTo>
                <a:cubicBezTo>
                  <a:pt x="6402160" y="357169"/>
                  <a:pt x="6377914" y="381415"/>
                  <a:pt x="6348005" y="381415"/>
                </a:cubicBezTo>
                <a:cubicBezTo>
                  <a:pt x="6318096" y="381415"/>
                  <a:pt x="6293850" y="357169"/>
                  <a:pt x="6293850" y="327260"/>
                </a:cubicBezTo>
                <a:cubicBezTo>
                  <a:pt x="6293850" y="297351"/>
                  <a:pt x="6318096" y="273105"/>
                  <a:pt x="6348005" y="273105"/>
                </a:cubicBezTo>
                <a:close/>
                <a:moveTo>
                  <a:pt x="6269869" y="273105"/>
                </a:moveTo>
                <a:cubicBezTo>
                  <a:pt x="6274142" y="273105"/>
                  <a:pt x="6277606" y="276569"/>
                  <a:pt x="6277606" y="280842"/>
                </a:cubicBezTo>
                <a:lnTo>
                  <a:pt x="6277606" y="373678"/>
                </a:lnTo>
                <a:lnTo>
                  <a:pt x="6269869" y="381415"/>
                </a:lnTo>
                <a:cubicBezTo>
                  <a:pt x="6265597" y="381416"/>
                  <a:pt x="6262133" y="377952"/>
                  <a:pt x="6262133" y="373679"/>
                </a:cubicBezTo>
                <a:cubicBezTo>
                  <a:pt x="6262133" y="342732"/>
                  <a:pt x="6262132" y="311788"/>
                  <a:pt x="6262132" y="280842"/>
                </a:cubicBezTo>
                <a:cubicBezTo>
                  <a:pt x="6262132" y="276569"/>
                  <a:pt x="6265596" y="273105"/>
                  <a:pt x="6269869" y="273105"/>
                </a:cubicBezTo>
                <a:close/>
                <a:moveTo>
                  <a:pt x="6191734" y="273105"/>
                </a:moveTo>
                <a:cubicBezTo>
                  <a:pt x="6221643" y="273105"/>
                  <a:pt x="6245889" y="297351"/>
                  <a:pt x="6245889" y="327260"/>
                </a:cubicBezTo>
                <a:cubicBezTo>
                  <a:pt x="6245889" y="357169"/>
                  <a:pt x="6221643" y="381415"/>
                  <a:pt x="6191734" y="381415"/>
                </a:cubicBezTo>
                <a:cubicBezTo>
                  <a:pt x="6161825" y="381415"/>
                  <a:pt x="6137579" y="357169"/>
                  <a:pt x="6137579" y="327260"/>
                </a:cubicBezTo>
                <a:cubicBezTo>
                  <a:pt x="6137579" y="297351"/>
                  <a:pt x="6161825" y="273105"/>
                  <a:pt x="6191734" y="273105"/>
                </a:cubicBezTo>
                <a:close/>
                <a:moveTo>
                  <a:pt x="6113599" y="273105"/>
                </a:moveTo>
                <a:cubicBezTo>
                  <a:pt x="6117872" y="273240"/>
                  <a:pt x="6121336" y="276569"/>
                  <a:pt x="6121336" y="280842"/>
                </a:cubicBezTo>
                <a:lnTo>
                  <a:pt x="6121336" y="373678"/>
                </a:lnTo>
                <a:lnTo>
                  <a:pt x="6113599" y="381415"/>
                </a:lnTo>
                <a:cubicBezTo>
                  <a:pt x="6109327" y="381416"/>
                  <a:pt x="6105863" y="377952"/>
                  <a:pt x="6105863" y="373679"/>
                </a:cubicBezTo>
                <a:cubicBezTo>
                  <a:pt x="6105863" y="342732"/>
                  <a:pt x="6105862" y="311788"/>
                  <a:pt x="6105862" y="280842"/>
                </a:cubicBezTo>
                <a:cubicBezTo>
                  <a:pt x="6105862" y="276569"/>
                  <a:pt x="6109326" y="273105"/>
                  <a:pt x="6113599" y="273105"/>
                </a:cubicBezTo>
                <a:close/>
                <a:moveTo>
                  <a:pt x="6035464" y="273105"/>
                </a:moveTo>
                <a:cubicBezTo>
                  <a:pt x="6065373" y="273105"/>
                  <a:pt x="6089619" y="297351"/>
                  <a:pt x="6089619" y="327260"/>
                </a:cubicBezTo>
                <a:cubicBezTo>
                  <a:pt x="6089619" y="357169"/>
                  <a:pt x="6065373" y="381415"/>
                  <a:pt x="6035464" y="381415"/>
                </a:cubicBezTo>
                <a:cubicBezTo>
                  <a:pt x="6005555" y="381415"/>
                  <a:pt x="5981309" y="357169"/>
                  <a:pt x="5981309" y="327260"/>
                </a:cubicBezTo>
                <a:cubicBezTo>
                  <a:pt x="5981309" y="297351"/>
                  <a:pt x="6005555" y="273105"/>
                  <a:pt x="6035464" y="273105"/>
                </a:cubicBezTo>
                <a:close/>
                <a:moveTo>
                  <a:pt x="5910910" y="273105"/>
                </a:moveTo>
                <a:cubicBezTo>
                  <a:pt x="5940819" y="273105"/>
                  <a:pt x="5965065" y="297351"/>
                  <a:pt x="5965065" y="327260"/>
                </a:cubicBezTo>
                <a:cubicBezTo>
                  <a:pt x="5965065" y="357169"/>
                  <a:pt x="5940819" y="381415"/>
                  <a:pt x="5910910" y="381415"/>
                </a:cubicBezTo>
                <a:cubicBezTo>
                  <a:pt x="5881001" y="381415"/>
                  <a:pt x="5856755" y="357169"/>
                  <a:pt x="5856755" y="327260"/>
                </a:cubicBezTo>
                <a:cubicBezTo>
                  <a:pt x="5856755" y="297351"/>
                  <a:pt x="5881001" y="273105"/>
                  <a:pt x="5910910" y="273105"/>
                </a:cubicBezTo>
                <a:close/>
                <a:moveTo>
                  <a:pt x="5832775" y="273105"/>
                </a:moveTo>
                <a:cubicBezTo>
                  <a:pt x="5837048" y="273244"/>
                  <a:pt x="5840512" y="276571"/>
                  <a:pt x="5840512" y="280842"/>
                </a:cubicBezTo>
                <a:lnTo>
                  <a:pt x="5840512" y="373678"/>
                </a:lnTo>
                <a:lnTo>
                  <a:pt x="5832775" y="381415"/>
                </a:lnTo>
                <a:cubicBezTo>
                  <a:pt x="5828503" y="381416"/>
                  <a:pt x="5825039" y="377952"/>
                  <a:pt x="5825039" y="373679"/>
                </a:cubicBezTo>
                <a:cubicBezTo>
                  <a:pt x="5825039" y="342732"/>
                  <a:pt x="5825038" y="311788"/>
                  <a:pt x="5825038" y="280842"/>
                </a:cubicBezTo>
                <a:cubicBezTo>
                  <a:pt x="5825038" y="276569"/>
                  <a:pt x="5828502" y="273105"/>
                  <a:pt x="5832775" y="273105"/>
                </a:cubicBezTo>
                <a:close/>
                <a:moveTo>
                  <a:pt x="5801058" y="273105"/>
                </a:moveTo>
                <a:cubicBezTo>
                  <a:pt x="5805331" y="273243"/>
                  <a:pt x="5808795" y="276569"/>
                  <a:pt x="5808795" y="280842"/>
                </a:cubicBezTo>
                <a:lnTo>
                  <a:pt x="5808795" y="373678"/>
                </a:lnTo>
                <a:lnTo>
                  <a:pt x="5801058" y="381415"/>
                </a:lnTo>
                <a:cubicBezTo>
                  <a:pt x="5796786" y="381416"/>
                  <a:pt x="5793322" y="377952"/>
                  <a:pt x="5793322" y="373679"/>
                </a:cubicBezTo>
                <a:cubicBezTo>
                  <a:pt x="5793322" y="342732"/>
                  <a:pt x="5793321" y="311788"/>
                  <a:pt x="5793321" y="280842"/>
                </a:cubicBezTo>
                <a:cubicBezTo>
                  <a:pt x="5793321" y="276569"/>
                  <a:pt x="5796785" y="273105"/>
                  <a:pt x="5801058" y="273105"/>
                </a:cubicBezTo>
                <a:close/>
                <a:moveTo>
                  <a:pt x="5722923" y="273105"/>
                </a:moveTo>
                <a:cubicBezTo>
                  <a:pt x="5752832" y="273105"/>
                  <a:pt x="5777078" y="297351"/>
                  <a:pt x="5777078" y="327260"/>
                </a:cubicBezTo>
                <a:cubicBezTo>
                  <a:pt x="5777078" y="357169"/>
                  <a:pt x="5752832" y="381415"/>
                  <a:pt x="5722923" y="381415"/>
                </a:cubicBezTo>
                <a:cubicBezTo>
                  <a:pt x="5693014" y="381415"/>
                  <a:pt x="5668768" y="357169"/>
                  <a:pt x="5668768" y="327260"/>
                </a:cubicBezTo>
                <a:cubicBezTo>
                  <a:pt x="5668768" y="297351"/>
                  <a:pt x="5693014" y="273105"/>
                  <a:pt x="5722923" y="273105"/>
                </a:cubicBezTo>
                <a:close/>
                <a:moveTo>
                  <a:pt x="5644787" y="273105"/>
                </a:moveTo>
                <a:cubicBezTo>
                  <a:pt x="5649060" y="273105"/>
                  <a:pt x="5652524" y="276569"/>
                  <a:pt x="5652524" y="280842"/>
                </a:cubicBezTo>
                <a:lnTo>
                  <a:pt x="5652524" y="373678"/>
                </a:lnTo>
                <a:lnTo>
                  <a:pt x="5644787" y="381415"/>
                </a:lnTo>
                <a:cubicBezTo>
                  <a:pt x="5640515" y="381416"/>
                  <a:pt x="5637051" y="377952"/>
                  <a:pt x="5637051" y="373679"/>
                </a:cubicBezTo>
                <a:cubicBezTo>
                  <a:pt x="5637051" y="342732"/>
                  <a:pt x="5637050" y="311788"/>
                  <a:pt x="5637050" y="280842"/>
                </a:cubicBezTo>
                <a:cubicBezTo>
                  <a:pt x="5637050" y="276569"/>
                  <a:pt x="5640514" y="273105"/>
                  <a:pt x="5644787" y="273105"/>
                </a:cubicBezTo>
                <a:close/>
                <a:moveTo>
                  <a:pt x="5566653" y="273105"/>
                </a:moveTo>
                <a:cubicBezTo>
                  <a:pt x="5596562" y="273105"/>
                  <a:pt x="5620808" y="297351"/>
                  <a:pt x="5620808" y="327260"/>
                </a:cubicBezTo>
                <a:cubicBezTo>
                  <a:pt x="5620808" y="357169"/>
                  <a:pt x="5596562" y="381415"/>
                  <a:pt x="5566653" y="381415"/>
                </a:cubicBezTo>
                <a:cubicBezTo>
                  <a:pt x="5536744" y="381415"/>
                  <a:pt x="5512498" y="357169"/>
                  <a:pt x="5512498" y="327260"/>
                </a:cubicBezTo>
                <a:cubicBezTo>
                  <a:pt x="5512498" y="297351"/>
                  <a:pt x="5536744" y="273105"/>
                  <a:pt x="5566653" y="273105"/>
                </a:cubicBezTo>
                <a:close/>
                <a:moveTo>
                  <a:pt x="5488517" y="273105"/>
                </a:moveTo>
                <a:cubicBezTo>
                  <a:pt x="5492790" y="273105"/>
                  <a:pt x="5496254" y="276569"/>
                  <a:pt x="5496254" y="280842"/>
                </a:cubicBezTo>
                <a:lnTo>
                  <a:pt x="5496254" y="373678"/>
                </a:lnTo>
                <a:cubicBezTo>
                  <a:pt x="5496254" y="377951"/>
                  <a:pt x="5492790" y="381415"/>
                  <a:pt x="5488517" y="381415"/>
                </a:cubicBezTo>
                <a:lnTo>
                  <a:pt x="5480781" y="373679"/>
                </a:lnTo>
                <a:cubicBezTo>
                  <a:pt x="5480781" y="342732"/>
                  <a:pt x="5480780" y="311788"/>
                  <a:pt x="5480780" y="280842"/>
                </a:cubicBezTo>
                <a:cubicBezTo>
                  <a:pt x="5480780" y="276569"/>
                  <a:pt x="5484244" y="273105"/>
                  <a:pt x="5488517" y="273105"/>
                </a:cubicBezTo>
                <a:close/>
                <a:moveTo>
                  <a:pt x="5410382" y="273105"/>
                </a:moveTo>
                <a:cubicBezTo>
                  <a:pt x="5440291" y="273105"/>
                  <a:pt x="5464537" y="297351"/>
                  <a:pt x="5464537" y="327260"/>
                </a:cubicBezTo>
                <a:cubicBezTo>
                  <a:pt x="5464537" y="357169"/>
                  <a:pt x="5440291" y="381415"/>
                  <a:pt x="5410382" y="381415"/>
                </a:cubicBezTo>
                <a:cubicBezTo>
                  <a:pt x="5380473" y="381415"/>
                  <a:pt x="5356227" y="357169"/>
                  <a:pt x="5356227" y="327260"/>
                </a:cubicBezTo>
                <a:cubicBezTo>
                  <a:pt x="5356227" y="297351"/>
                  <a:pt x="5380473" y="273105"/>
                  <a:pt x="5410382" y="273105"/>
                </a:cubicBezTo>
                <a:close/>
                <a:moveTo>
                  <a:pt x="5332247" y="273105"/>
                </a:moveTo>
                <a:cubicBezTo>
                  <a:pt x="5336520" y="273105"/>
                  <a:pt x="5339984" y="276569"/>
                  <a:pt x="5339984" y="280842"/>
                </a:cubicBezTo>
                <a:lnTo>
                  <a:pt x="5339984" y="373678"/>
                </a:lnTo>
                <a:lnTo>
                  <a:pt x="5332247" y="381415"/>
                </a:lnTo>
                <a:cubicBezTo>
                  <a:pt x="5327975" y="381416"/>
                  <a:pt x="5324511" y="377952"/>
                  <a:pt x="5324511" y="373679"/>
                </a:cubicBezTo>
                <a:cubicBezTo>
                  <a:pt x="5324511" y="342732"/>
                  <a:pt x="5324510" y="311788"/>
                  <a:pt x="5324510" y="280842"/>
                </a:cubicBezTo>
                <a:cubicBezTo>
                  <a:pt x="5324510" y="276569"/>
                  <a:pt x="5327974" y="273105"/>
                  <a:pt x="5332247" y="273105"/>
                </a:cubicBezTo>
                <a:close/>
                <a:moveTo>
                  <a:pt x="5254112" y="273105"/>
                </a:moveTo>
                <a:cubicBezTo>
                  <a:pt x="5284021" y="273105"/>
                  <a:pt x="5308267" y="297351"/>
                  <a:pt x="5308267" y="327260"/>
                </a:cubicBezTo>
                <a:cubicBezTo>
                  <a:pt x="5308267" y="357169"/>
                  <a:pt x="5284021" y="381415"/>
                  <a:pt x="5254112" y="381415"/>
                </a:cubicBezTo>
                <a:cubicBezTo>
                  <a:pt x="5224203" y="381415"/>
                  <a:pt x="5199957" y="357169"/>
                  <a:pt x="5199957" y="327260"/>
                </a:cubicBezTo>
                <a:cubicBezTo>
                  <a:pt x="5199957" y="297351"/>
                  <a:pt x="5224203" y="273105"/>
                  <a:pt x="5254112" y="273105"/>
                </a:cubicBezTo>
                <a:close/>
                <a:moveTo>
                  <a:pt x="5129558" y="273105"/>
                </a:moveTo>
                <a:cubicBezTo>
                  <a:pt x="5159467" y="273105"/>
                  <a:pt x="5183713" y="297351"/>
                  <a:pt x="5183713" y="327260"/>
                </a:cubicBezTo>
                <a:cubicBezTo>
                  <a:pt x="5183713" y="357169"/>
                  <a:pt x="5159467" y="381415"/>
                  <a:pt x="5129558" y="381415"/>
                </a:cubicBezTo>
                <a:cubicBezTo>
                  <a:pt x="5099649" y="381415"/>
                  <a:pt x="5075403" y="357169"/>
                  <a:pt x="5075403" y="327260"/>
                </a:cubicBezTo>
                <a:cubicBezTo>
                  <a:pt x="5075403" y="297351"/>
                  <a:pt x="5099649" y="273105"/>
                  <a:pt x="5129558" y="273105"/>
                </a:cubicBezTo>
                <a:close/>
                <a:moveTo>
                  <a:pt x="5051422" y="273105"/>
                </a:moveTo>
                <a:cubicBezTo>
                  <a:pt x="5055695" y="273248"/>
                  <a:pt x="5059159" y="276712"/>
                  <a:pt x="5059159" y="280842"/>
                </a:cubicBezTo>
                <a:lnTo>
                  <a:pt x="5059159" y="373678"/>
                </a:lnTo>
                <a:lnTo>
                  <a:pt x="5051422" y="381415"/>
                </a:lnTo>
                <a:cubicBezTo>
                  <a:pt x="5047150" y="381416"/>
                  <a:pt x="5043686" y="377952"/>
                  <a:pt x="5043686" y="373679"/>
                </a:cubicBezTo>
                <a:cubicBezTo>
                  <a:pt x="5043686" y="342732"/>
                  <a:pt x="5043685" y="311788"/>
                  <a:pt x="5043685" y="280842"/>
                </a:cubicBezTo>
                <a:cubicBezTo>
                  <a:pt x="5043685" y="276569"/>
                  <a:pt x="5047149" y="273105"/>
                  <a:pt x="5051422" y="273105"/>
                </a:cubicBezTo>
                <a:close/>
                <a:moveTo>
                  <a:pt x="4973287" y="273105"/>
                </a:moveTo>
                <a:cubicBezTo>
                  <a:pt x="5003196" y="273105"/>
                  <a:pt x="5027442" y="297351"/>
                  <a:pt x="5027442" y="327260"/>
                </a:cubicBezTo>
                <a:cubicBezTo>
                  <a:pt x="5027442" y="357169"/>
                  <a:pt x="5003196" y="381415"/>
                  <a:pt x="4973287" y="381415"/>
                </a:cubicBezTo>
                <a:cubicBezTo>
                  <a:pt x="4943378" y="381415"/>
                  <a:pt x="4919132" y="357169"/>
                  <a:pt x="4919132" y="327260"/>
                </a:cubicBezTo>
                <a:cubicBezTo>
                  <a:pt x="4919132" y="297351"/>
                  <a:pt x="4943378" y="273105"/>
                  <a:pt x="4973287" y="273105"/>
                </a:cubicBezTo>
                <a:close/>
                <a:moveTo>
                  <a:pt x="4895152" y="273105"/>
                </a:moveTo>
                <a:cubicBezTo>
                  <a:pt x="4899425" y="273105"/>
                  <a:pt x="4902889" y="276569"/>
                  <a:pt x="4902889" y="280842"/>
                </a:cubicBezTo>
                <a:lnTo>
                  <a:pt x="4902889" y="373678"/>
                </a:lnTo>
                <a:cubicBezTo>
                  <a:pt x="4902889" y="377951"/>
                  <a:pt x="4899425" y="381415"/>
                  <a:pt x="4895152" y="381415"/>
                </a:cubicBezTo>
                <a:lnTo>
                  <a:pt x="4887416" y="373679"/>
                </a:lnTo>
                <a:cubicBezTo>
                  <a:pt x="4887416" y="342732"/>
                  <a:pt x="4887415" y="311788"/>
                  <a:pt x="4887415" y="280842"/>
                </a:cubicBezTo>
                <a:cubicBezTo>
                  <a:pt x="4887415" y="276569"/>
                  <a:pt x="4890879" y="273105"/>
                  <a:pt x="4895152" y="273105"/>
                </a:cubicBezTo>
                <a:close/>
                <a:moveTo>
                  <a:pt x="4817017" y="273105"/>
                </a:moveTo>
                <a:cubicBezTo>
                  <a:pt x="4846926" y="273105"/>
                  <a:pt x="4871172" y="297351"/>
                  <a:pt x="4871172" y="327260"/>
                </a:cubicBezTo>
                <a:cubicBezTo>
                  <a:pt x="4871172" y="357169"/>
                  <a:pt x="4846926" y="381415"/>
                  <a:pt x="4817017" y="381415"/>
                </a:cubicBezTo>
                <a:cubicBezTo>
                  <a:pt x="4787108" y="381415"/>
                  <a:pt x="4762862" y="357169"/>
                  <a:pt x="4762862" y="327260"/>
                </a:cubicBezTo>
                <a:cubicBezTo>
                  <a:pt x="4762862" y="297351"/>
                  <a:pt x="4787108" y="273105"/>
                  <a:pt x="4817017" y="273105"/>
                </a:cubicBezTo>
                <a:close/>
                <a:moveTo>
                  <a:pt x="4692463" y="273105"/>
                </a:moveTo>
                <a:cubicBezTo>
                  <a:pt x="4722372" y="273105"/>
                  <a:pt x="4746618" y="297351"/>
                  <a:pt x="4746618" y="327260"/>
                </a:cubicBezTo>
                <a:cubicBezTo>
                  <a:pt x="4746618" y="357169"/>
                  <a:pt x="4722372" y="381415"/>
                  <a:pt x="4692463" y="381415"/>
                </a:cubicBezTo>
                <a:cubicBezTo>
                  <a:pt x="4662554" y="381415"/>
                  <a:pt x="4638308" y="357169"/>
                  <a:pt x="4638308" y="327260"/>
                </a:cubicBezTo>
                <a:cubicBezTo>
                  <a:pt x="4638308" y="297351"/>
                  <a:pt x="4662554" y="273105"/>
                  <a:pt x="4692463" y="273105"/>
                </a:cubicBezTo>
                <a:close/>
                <a:moveTo>
                  <a:pt x="4614329" y="273105"/>
                </a:moveTo>
                <a:cubicBezTo>
                  <a:pt x="4618602" y="273105"/>
                  <a:pt x="4622066" y="276569"/>
                  <a:pt x="4622066" y="280842"/>
                </a:cubicBezTo>
                <a:cubicBezTo>
                  <a:pt x="4622066" y="311788"/>
                  <a:pt x="4622065" y="342733"/>
                  <a:pt x="4622065" y="373679"/>
                </a:cubicBezTo>
                <a:lnTo>
                  <a:pt x="4614329" y="381415"/>
                </a:lnTo>
                <a:cubicBezTo>
                  <a:pt x="4610056" y="381415"/>
                  <a:pt x="4606592" y="377951"/>
                  <a:pt x="4606592" y="373678"/>
                </a:cubicBezTo>
                <a:lnTo>
                  <a:pt x="4606592" y="280842"/>
                </a:lnTo>
                <a:cubicBezTo>
                  <a:pt x="4606592" y="276569"/>
                  <a:pt x="4610056" y="273105"/>
                  <a:pt x="4614329" y="273105"/>
                </a:cubicBezTo>
                <a:close/>
                <a:moveTo>
                  <a:pt x="4536193" y="273105"/>
                </a:moveTo>
                <a:cubicBezTo>
                  <a:pt x="4566102" y="273256"/>
                  <a:pt x="4590348" y="297502"/>
                  <a:pt x="4590348" y="327260"/>
                </a:cubicBezTo>
                <a:cubicBezTo>
                  <a:pt x="4590348" y="357169"/>
                  <a:pt x="4566102" y="381415"/>
                  <a:pt x="4536193" y="381415"/>
                </a:cubicBezTo>
                <a:cubicBezTo>
                  <a:pt x="4506284" y="381415"/>
                  <a:pt x="4482038" y="357169"/>
                  <a:pt x="4482038" y="327260"/>
                </a:cubicBezTo>
                <a:cubicBezTo>
                  <a:pt x="4482038" y="297351"/>
                  <a:pt x="4506284" y="273105"/>
                  <a:pt x="4536193" y="273105"/>
                </a:cubicBezTo>
                <a:close/>
                <a:moveTo>
                  <a:pt x="4458058" y="273105"/>
                </a:moveTo>
                <a:cubicBezTo>
                  <a:pt x="4462331" y="273105"/>
                  <a:pt x="4465795" y="276569"/>
                  <a:pt x="4465795" y="280842"/>
                </a:cubicBezTo>
                <a:cubicBezTo>
                  <a:pt x="4465795" y="311788"/>
                  <a:pt x="4465794" y="342733"/>
                  <a:pt x="4465794" y="373679"/>
                </a:cubicBezTo>
                <a:lnTo>
                  <a:pt x="4458058" y="381415"/>
                </a:lnTo>
                <a:cubicBezTo>
                  <a:pt x="4453785" y="381415"/>
                  <a:pt x="4450321" y="377951"/>
                  <a:pt x="4450321" y="373678"/>
                </a:cubicBezTo>
                <a:lnTo>
                  <a:pt x="4450321" y="280842"/>
                </a:lnTo>
                <a:cubicBezTo>
                  <a:pt x="4450321" y="276569"/>
                  <a:pt x="4453785" y="273105"/>
                  <a:pt x="4458058" y="273105"/>
                </a:cubicBezTo>
                <a:close/>
                <a:moveTo>
                  <a:pt x="4379922" y="273105"/>
                </a:moveTo>
                <a:cubicBezTo>
                  <a:pt x="4409831" y="273105"/>
                  <a:pt x="4434077" y="297351"/>
                  <a:pt x="4434077" y="327260"/>
                </a:cubicBezTo>
                <a:cubicBezTo>
                  <a:pt x="4434077" y="357169"/>
                  <a:pt x="4409831" y="381415"/>
                  <a:pt x="4379922" y="381415"/>
                </a:cubicBezTo>
                <a:cubicBezTo>
                  <a:pt x="4350013" y="381415"/>
                  <a:pt x="4325767" y="357169"/>
                  <a:pt x="4325767" y="327260"/>
                </a:cubicBezTo>
                <a:cubicBezTo>
                  <a:pt x="4325767" y="297351"/>
                  <a:pt x="4350013" y="273105"/>
                  <a:pt x="4379922" y="273105"/>
                </a:cubicBezTo>
                <a:close/>
                <a:moveTo>
                  <a:pt x="4255368" y="273105"/>
                </a:moveTo>
                <a:cubicBezTo>
                  <a:pt x="4285277" y="273105"/>
                  <a:pt x="4309523" y="297351"/>
                  <a:pt x="4309523" y="327260"/>
                </a:cubicBezTo>
                <a:cubicBezTo>
                  <a:pt x="4309523" y="357169"/>
                  <a:pt x="4285277" y="381415"/>
                  <a:pt x="4255368" y="381415"/>
                </a:cubicBezTo>
                <a:cubicBezTo>
                  <a:pt x="4225459" y="381415"/>
                  <a:pt x="4201213" y="357169"/>
                  <a:pt x="4201213" y="327260"/>
                </a:cubicBezTo>
                <a:cubicBezTo>
                  <a:pt x="4201213" y="297351"/>
                  <a:pt x="4225459" y="273105"/>
                  <a:pt x="4255368" y="273105"/>
                </a:cubicBezTo>
                <a:close/>
                <a:moveTo>
                  <a:pt x="4177234" y="273105"/>
                </a:moveTo>
                <a:cubicBezTo>
                  <a:pt x="4181507" y="273105"/>
                  <a:pt x="4184971" y="276569"/>
                  <a:pt x="4184971" y="280842"/>
                </a:cubicBezTo>
                <a:cubicBezTo>
                  <a:pt x="4184971" y="311788"/>
                  <a:pt x="4184970" y="342733"/>
                  <a:pt x="4184970" y="373679"/>
                </a:cubicBezTo>
                <a:lnTo>
                  <a:pt x="4177234" y="381415"/>
                </a:lnTo>
                <a:cubicBezTo>
                  <a:pt x="4172961" y="381415"/>
                  <a:pt x="4169497" y="377951"/>
                  <a:pt x="4169497" y="373678"/>
                </a:cubicBezTo>
                <a:lnTo>
                  <a:pt x="4169497" y="280842"/>
                </a:lnTo>
                <a:cubicBezTo>
                  <a:pt x="4169497" y="276569"/>
                  <a:pt x="4172961" y="273105"/>
                  <a:pt x="4177234" y="273105"/>
                </a:cubicBezTo>
                <a:close/>
                <a:moveTo>
                  <a:pt x="4099098" y="273105"/>
                </a:moveTo>
                <a:cubicBezTo>
                  <a:pt x="4129007" y="273251"/>
                  <a:pt x="4153253" y="297457"/>
                  <a:pt x="4153253" y="327260"/>
                </a:cubicBezTo>
                <a:cubicBezTo>
                  <a:pt x="4153253" y="357169"/>
                  <a:pt x="4129007" y="381415"/>
                  <a:pt x="4099098" y="381415"/>
                </a:cubicBezTo>
                <a:cubicBezTo>
                  <a:pt x="4069189" y="381415"/>
                  <a:pt x="4044943" y="357169"/>
                  <a:pt x="4044943" y="327260"/>
                </a:cubicBezTo>
                <a:cubicBezTo>
                  <a:pt x="4044943" y="297351"/>
                  <a:pt x="4069189" y="273105"/>
                  <a:pt x="4099098" y="273105"/>
                </a:cubicBezTo>
                <a:close/>
                <a:moveTo>
                  <a:pt x="4020963" y="273105"/>
                </a:moveTo>
                <a:cubicBezTo>
                  <a:pt x="4025236" y="273105"/>
                  <a:pt x="4028700" y="276569"/>
                  <a:pt x="4028700" y="280842"/>
                </a:cubicBezTo>
                <a:cubicBezTo>
                  <a:pt x="4028700" y="311788"/>
                  <a:pt x="4028699" y="342733"/>
                  <a:pt x="4028699" y="373679"/>
                </a:cubicBezTo>
                <a:lnTo>
                  <a:pt x="4020963" y="381415"/>
                </a:lnTo>
                <a:cubicBezTo>
                  <a:pt x="4016690" y="381415"/>
                  <a:pt x="4013226" y="377951"/>
                  <a:pt x="4013226" y="373678"/>
                </a:cubicBezTo>
                <a:lnTo>
                  <a:pt x="4013226" y="280842"/>
                </a:lnTo>
                <a:cubicBezTo>
                  <a:pt x="4013226" y="276569"/>
                  <a:pt x="4016690" y="273105"/>
                  <a:pt x="4020963" y="273105"/>
                </a:cubicBezTo>
                <a:close/>
                <a:moveTo>
                  <a:pt x="3942827" y="273105"/>
                </a:moveTo>
                <a:cubicBezTo>
                  <a:pt x="3972736" y="273105"/>
                  <a:pt x="3996982" y="297351"/>
                  <a:pt x="3996982" y="327260"/>
                </a:cubicBezTo>
                <a:cubicBezTo>
                  <a:pt x="3996982" y="357169"/>
                  <a:pt x="3972736" y="381415"/>
                  <a:pt x="3942827" y="381415"/>
                </a:cubicBezTo>
                <a:cubicBezTo>
                  <a:pt x="3912918" y="381415"/>
                  <a:pt x="3888672" y="357169"/>
                  <a:pt x="3888672" y="327260"/>
                </a:cubicBezTo>
                <a:cubicBezTo>
                  <a:pt x="3888672" y="297351"/>
                  <a:pt x="3912918" y="273105"/>
                  <a:pt x="3942827" y="273105"/>
                </a:cubicBezTo>
                <a:close/>
                <a:moveTo>
                  <a:pt x="3864693" y="273105"/>
                </a:moveTo>
                <a:cubicBezTo>
                  <a:pt x="3868966" y="273252"/>
                  <a:pt x="3872430" y="276569"/>
                  <a:pt x="3872430" y="280842"/>
                </a:cubicBezTo>
                <a:cubicBezTo>
                  <a:pt x="3872430" y="311788"/>
                  <a:pt x="3872429" y="342733"/>
                  <a:pt x="3872429" y="373679"/>
                </a:cubicBezTo>
                <a:lnTo>
                  <a:pt x="3864693" y="381415"/>
                </a:lnTo>
                <a:cubicBezTo>
                  <a:pt x="3860420" y="381415"/>
                  <a:pt x="3856956" y="377951"/>
                  <a:pt x="3856956" y="373678"/>
                </a:cubicBezTo>
                <a:lnTo>
                  <a:pt x="3856956" y="280842"/>
                </a:lnTo>
                <a:cubicBezTo>
                  <a:pt x="3856956" y="276569"/>
                  <a:pt x="3860420" y="273105"/>
                  <a:pt x="3864693" y="273105"/>
                </a:cubicBezTo>
                <a:close/>
                <a:moveTo>
                  <a:pt x="3786557" y="273105"/>
                </a:moveTo>
                <a:cubicBezTo>
                  <a:pt x="3816466" y="273105"/>
                  <a:pt x="3840712" y="297351"/>
                  <a:pt x="3840712" y="327260"/>
                </a:cubicBezTo>
                <a:cubicBezTo>
                  <a:pt x="3840712" y="357169"/>
                  <a:pt x="3816466" y="381415"/>
                  <a:pt x="3786557" y="381415"/>
                </a:cubicBezTo>
                <a:cubicBezTo>
                  <a:pt x="3756648" y="381415"/>
                  <a:pt x="3732402" y="357169"/>
                  <a:pt x="3732402" y="327260"/>
                </a:cubicBezTo>
                <a:cubicBezTo>
                  <a:pt x="3732402" y="297351"/>
                  <a:pt x="3756648" y="273105"/>
                  <a:pt x="3786557" y="273105"/>
                </a:cubicBezTo>
                <a:close/>
                <a:moveTo>
                  <a:pt x="3708422" y="273105"/>
                </a:moveTo>
                <a:cubicBezTo>
                  <a:pt x="3712695" y="273105"/>
                  <a:pt x="3716159" y="276569"/>
                  <a:pt x="3716159" y="280842"/>
                </a:cubicBezTo>
                <a:cubicBezTo>
                  <a:pt x="3716159" y="311788"/>
                  <a:pt x="3716158" y="342733"/>
                  <a:pt x="3716158" y="373679"/>
                </a:cubicBezTo>
                <a:lnTo>
                  <a:pt x="3708422" y="381415"/>
                </a:lnTo>
                <a:cubicBezTo>
                  <a:pt x="3704149" y="381415"/>
                  <a:pt x="3700685" y="377951"/>
                  <a:pt x="3700685" y="373678"/>
                </a:cubicBezTo>
                <a:lnTo>
                  <a:pt x="3700685" y="280842"/>
                </a:lnTo>
                <a:cubicBezTo>
                  <a:pt x="3700685" y="276569"/>
                  <a:pt x="3704149" y="273105"/>
                  <a:pt x="3708422" y="273105"/>
                </a:cubicBezTo>
                <a:close/>
                <a:moveTo>
                  <a:pt x="3676706" y="273105"/>
                </a:moveTo>
                <a:cubicBezTo>
                  <a:pt x="3680979" y="273105"/>
                  <a:pt x="3684443" y="276569"/>
                  <a:pt x="3684443" y="280842"/>
                </a:cubicBezTo>
                <a:cubicBezTo>
                  <a:pt x="3684443" y="311788"/>
                  <a:pt x="3684442" y="342733"/>
                  <a:pt x="3684442" y="373679"/>
                </a:cubicBezTo>
                <a:lnTo>
                  <a:pt x="3676706" y="381415"/>
                </a:lnTo>
                <a:cubicBezTo>
                  <a:pt x="3672433" y="381415"/>
                  <a:pt x="3668969" y="377951"/>
                  <a:pt x="3668969" y="373678"/>
                </a:cubicBezTo>
                <a:lnTo>
                  <a:pt x="3668969" y="280842"/>
                </a:lnTo>
                <a:cubicBezTo>
                  <a:pt x="3668969" y="276569"/>
                  <a:pt x="3672433" y="273105"/>
                  <a:pt x="3676706" y="273105"/>
                </a:cubicBezTo>
                <a:close/>
                <a:moveTo>
                  <a:pt x="3598570" y="273105"/>
                </a:moveTo>
                <a:cubicBezTo>
                  <a:pt x="3628479" y="273105"/>
                  <a:pt x="3652725" y="297351"/>
                  <a:pt x="3652725" y="327260"/>
                </a:cubicBezTo>
                <a:cubicBezTo>
                  <a:pt x="3652725" y="357169"/>
                  <a:pt x="3628479" y="381415"/>
                  <a:pt x="3598570" y="381415"/>
                </a:cubicBezTo>
                <a:cubicBezTo>
                  <a:pt x="3568661" y="381415"/>
                  <a:pt x="3544415" y="357169"/>
                  <a:pt x="3544415" y="327260"/>
                </a:cubicBezTo>
                <a:cubicBezTo>
                  <a:pt x="3544415" y="297351"/>
                  <a:pt x="3568661" y="273105"/>
                  <a:pt x="3598570" y="273105"/>
                </a:cubicBezTo>
                <a:close/>
                <a:moveTo>
                  <a:pt x="3474016" y="273105"/>
                </a:moveTo>
                <a:cubicBezTo>
                  <a:pt x="3503925" y="273105"/>
                  <a:pt x="3528171" y="297351"/>
                  <a:pt x="3528171" y="327260"/>
                </a:cubicBezTo>
                <a:cubicBezTo>
                  <a:pt x="3528171" y="357169"/>
                  <a:pt x="3503925" y="381415"/>
                  <a:pt x="3474016" y="381415"/>
                </a:cubicBezTo>
                <a:cubicBezTo>
                  <a:pt x="3444107" y="381415"/>
                  <a:pt x="3419861" y="357169"/>
                  <a:pt x="3419861" y="327260"/>
                </a:cubicBezTo>
                <a:cubicBezTo>
                  <a:pt x="3419861" y="297351"/>
                  <a:pt x="3444107" y="273105"/>
                  <a:pt x="3474016" y="273105"/>
                </a:cubicBezTo>
                <a:close/>
                <a:moveTo>
                  <a:pt x="3395881" y="273105"/>
                </a:moveTo>
                <a:cubicBezTo>
                  <a:pt x="3400154" y="273105"/>
                  <a:pt x="3403618" y="276569"/>
                  <a:pt x="3403618" y="280842"/>
                </a:cubicBezTo>
                <a:lnTo>
                  <a:pt x="3403618" y="373678"/>
                </a:lnTo>
                <a:lnTo>
                  <a:pt x="3395881" y="381415"/>
                </a:lnTo>
                <a:cubicBezTo>
                  <a:pt x="3391609" y="381416"/>
                  <a:pt x="3388145" y="377952"/>
                  <a:pt x="3388145" y="373679"/>
                </a:cubicBezTo>
                <a:cubicBezTo>
                  <a:pt x="3388145" y="342732"/>
                  <a:pt x="3388144" y="311788"/>
                  <a:pt x="3388144" y="280842"/>
                </a:cubicBezTo>
                <a:cubicBezTo>
                  <a:pt x="3388144" y="276569"/>
                  <a:pt x="3391608" y="273105"/>
                  <a:pt x="3395881" y="273105"/>
                </a:cubicBezTo>
                <a:close/>
                <a:moveTo>
                  <a:pt x="3364164" y="273105"/>
                </a:moveTo>
                <a:cubicBezTo>
                  <a:pt x="3368437" y="273105"/>
                  <a:pt x="3371901" y="276569"/>
                  <a:pt x="3371901" y="280842"/>
                </a:cubicBezTo>
                <a:lnTo>
                  <a:pt x="3371901" y="373678"/>
                </a:lnTo>
                <a:lnTo>
                  <a:pt x="3364164" y="381415"/>
                </a:lnTo>
                <a:cubicBezTo>
                  <a:pt x="3359892" y="381416"/>
                  <a:pt x="3356428" y="377952"/>
                  <a:pt x="3356428" y="373679"/>
                </a:cubicBezTo>
                <a:cubicBezTo>
                  <a:pt x="3356428" y="342732"/>
                  <a:pt x="3356427" y="311788"/>
                  <a:pt x="3356427" y="280842"/>
                </a:cubicBezTo>
                <a:cubicBezTo>
                  <a:pt x="3356427" y="276569"/>
                  <a:pt x="3359891" y="273105"/>
                  <a:pt x="3364164" y="273105"/>
                </a:cubicBezTo>
                <a:close/>
                <a:moveTo>
                  <a:pt x="3286029" y="273105"/>
                </a:moveTo>
                <a:cubicBezTo>
                  <a:pt x="3315938" y="273105"/>
                  <a:pt x="3340184" y="297351"/>
                  <a:pt x="3340184" y="327260"/>
                </a:cubicBezTo>
                <a:cubicBezTo>
                  <a:pt x="3340184" y="357169"/>
                  <a:pt x="3315938" y="381415"/>
                  <a:pt x="3286029" y="381415"/>
                </a:cubicBezTo>
                <a:cubicBezTo>
                  <a:pt x="3256120" y="381415"/>
                  <a:pt x="3231874" y="357169"/>
                  <a:pt x="3231874" y="327260"/>
                </a:cubicBezTo>
                <a:cubicBezTo>
                  <a:pt x="3231874" y="297351"/>
                  <a:pt x="3256120" y="273105"/>
                  <a:pt x="3286029" y="273105"/>
                </a:cubicBezTo>
                <a:close/>
                <a:moveTo>
                  <a:pt x="3207894" y="273105"/>
                </a:moveTo>
                <a:cubicBezTo>
                  <a:pt x="3212167" y="273105"/>
                  <a:pt x="3215631" y="276569"/>
                  <a:pt x="3215631" y="280842"/>
                </a:cubicBezTo>
                <a:lnTo>
                  <a:pt x="3215631" y="373678"/>
                </a:lnTo>
                <a:cubicBezTo>
                  <a:pt x="3215631" y="377951"/>
                  <a:pt x="3212167" y="381415"/>
                  <a:pt x="3207894" y="381415"/>
                </a:cubicBezTo>
                <a:lnTo>
                  <a:pt x="3200158" y="373679"/>
                </a:lnTo>
                <a:cubicBezTo>
                  <a:pt x="3200158" y="342732"/>
                  <a:pt x="3200157" y="311788"/>
                  <a:pt x="3200157" y="280842"/>
                </a:cubicBezTo>
                <a:cubicBezTo>
                  <a:pt x="3200157" y="276569"/>
                  <a:pt x="3203621" y="273105"/>
                  <a:pt x="3207894" y="273105"/>
                </a:cubicBezTo>
                <a:close/>
                <a:moveTo>
                  <a:pt x="3129759" y="273105"/>
                </a:moveTo>
                <a:cubicBezTo>
                  <a:pt x="3159668" y="273105"/>
                  <a:pt x="3183914" y="297351"/>
                  <a:pt x="3183914" y="327260"/>
                </a:cubicBezTo>
                <a:cubicBezTo>
                  <a:pt x="3183914" y="357169"/>
                  <a:pt x="3159668" y="381415"/>
                  <a:pt x="3129759" y="381415"/>
                </a:cubicBezTo>
                <a:cubicBezTo>
                  <a:pt x="3099850" y="381415"/>
                  <a:pt x="3075604" y="357169"/>
                  <a:pt x="3075604" y="327260"/>
                </a:cubicBezTo>
                <a:cubicBezTo>
                  <a:pt x="3075604" y="297351"/>
                  <a:pt x="3099850" y="273105"/>
                  <a:pt x="3129759" y="273105"/>
                </a:cubicBezTo>
                <a:close/>
                <a:moveTo>
                  <a:pt x="3051623" y="273105"/>
                </a:moveTo>
                <a:cubicBezTo>
                  <a:pt x="3055896" y="273259"/>
                  <a:pt x="3059360" y="276569"/>
                  <a:pt x="3059360" y="280842"/>
                </a:cubicBezTo>
                <a:lnTo>
                  <a:pt x="3059360" y="373678"/>
                </a:lnTo>
                <a:lnTo>
                  <a:pt x="3051623" y="381415"/>
                </a:lnTo>
                <a:cubicBezTo>
                  <a:pt x="3047351" y="381416"/>
                  <a:pt x="3043887" y="377952"/>
                  <a:pt x="3043887" y="373679"/>
                </a:cubicBezTo>
                <a:cubicBezTo>
                  <a:pt x="3043887" y="342732"/>
                  <a:pt x="3043886" y="311788"/>
                  <a:pt x="3043886" y="280842"/>
                </a:cubicBezTo>
                <a:cubicBezTo>
                  <a:pt x="3043886" y="276569"/>
                  <a:pt x="3047350" y="273105"/>
                  <a:pt x="3051623" y="273105"/>
                </a:cubicBezTo>
                <a:close/>
                <a:moveTo>
                  <a:pt x="2973488" y="273105"/>
                </a:moveTo>
                <a:cubicBezTo>
                  <a:pt x="3003397" y="273105"/>
                  <a:pt x="3027643" y="297351"/>
                  <a:pt x="3027643" y="327260"/>
                </a:cubicBezTo>
                <a:cubicBezTo>
                  <a:pt x="3027643" y="357169"/>
                  <a:pt x="3003397" y="381415"/>
                  <a:pt x="2973488" y="381415"/>
                </a:cubicBezTo>
                <a:cubicBezTo>
                  <a:pt x="2943579" y="381415"/>
                  <a:pt x="2919333" y="357169"/>
                  <a:pt x="2919333" y="327260"/>
                </a:cubicBezTo>
                <a:cubicBezTo>
                  <a:pt x="2919333" y="297351"/>
                  <a:pt x="2943579" y="273105"/>
                  <a:pt x="2973488" y="273105"/>
                </a:cubicBezTo>
                <a:close/>
                <a:moveTo>
                  <a:pt x="2895353" y="273105"/>
                </a:moveTo>
                <a:cubicBezTo>
                  <a:pt x="2899626" y="273105"/>
                  <a:pt x="2903090" y="276569"/>
                  <a:pt x="2903090" y="280842"/>
                </a:cubicBezTo>
                <a:lnTo>
                  <a:pt x="2903090" y="373678"/>
                </a:lnTo>
                <a:cubicBezTo>
                  <a:pt x="2903090" y="377951"/>
                  <a:pt x="2899626" y="381415"/>
                  <a:pt x="2895353" y="381415"/>
                </a:cubicBezTo>
                <a:lnTo>
                  <a:pt x="2887617" y="373679"/>
                </a:lnTo>
                <a:cubicBezTo>
                  <a:pt x="2887617" y="342732"/>
                  <a:pt x="2887616" y="311788"/>
                  <a:pt x="2887616" y="280842"/>
                </a:cubicBezTo>
                <a:cubicBezTo>
                  <a:pt x="2887616" y="276569"/>
                  <a:pt x="2891080" y="273105"/>
                  <a:pt x="2895353" y="273105"/>
                </a:cubicBezTo>
                <a:close/>
                <a:moveTo>
                  <a:pt x="2817218" y="273105"/>
                </a:moveTo>
                <a:cubicBezTo>
                  <a:pt x="2847127" y="273105"/>
                  <a:pt x="2871373" y="297351"/>
                  <a:pt x="2871373" y="327260"/>
                </a:cubicBezTo>
                <a:cubicBezTo>
                  <a:pt x="2871373" y="357169"/>
                  <a:pt x="2847127" y="381415"/>
                  <a:pt x="2817218" y="381415"/>
                </a:cubicBezTo>
                <a:cubicBezTo>
                  <a:pt x="2787309" y="381415"/>
                  <a:pt x="2763063" y="357169"/>
                  <a:pt x="2763063" y="327260"/>
                </a:cubicBezTo>
                <a:cubicBezTo>
                  <a:pt x="2763063" y="297351"/>
                  <a:pt x="2787309" y="273105"/>
                  <a:pt x="2817218" y="273105"/>
                </a:cubicBezTo>
                <a:close/>
                <a:moveTo>
                  <a:pt x="2692664" y="273105"/>
                </a:moveTo>
                <a:cubicBezTo>
                  <a:pt x="2722573" y="273105"/>
                  <a:pt x="2746819" y="297351"/>
                  <a:pt x="2746819" y="327260"/>
                </a:cubicBezTo>
                <a:cubicBezTo>
                  <a:pt x="2746819" y="357169"/>
                  <a:pt x="2722573" y="381415"/>
                  <a:pt x="2692664" y="381415"/>
                </a:cubicBezTo>
                <a:cubicBezTo>
                  <a:pt x="2662755" y="381415"/>
                  <a:pt x="2638509" y="357169"/>
                  <a:pt x="2638509" y="327260"/>
                </a:cubicBezTo>
                <a:cubicBezTo>
                  <a:pt x="2638509" y="297351"/>
                  <a:pt x="2662755" y="273105"/>
                  <a:pt x="2692664" y="273105"/>
                </a:cubicBezTo>
                <a:close/>
                <a:moveTo>
                  <a:pt x="2614528" y="273105"/>
                </a:moveTo>
                <a:cubicBezTo>
                  <a:pt x="2618801" y="273263"/>
                  <a:pt x="2622265" y="276569"/>
                  <a:pt x="2622265" y="280842"/>
                </a:cubicBezTo>
                <a:lnTo>
                  <a:pt x="2622265" y="373678"/>
                </a:lnTo>
                <a:lnTo>
                  <a:pt x="2614528" y="381415"/>
                </a:lnTo>
                <a:cubicBezTo>
                  <a:pt x="2610256" y="381416"/>
                  <a:pt x="2606792" y="377952"/>
                  <a:pt x="2606792" y="373679"/>
                </a:cubicBezTo>
                <a:cubicBezTo>
                  <a:pt x="2606792" y="342732"/>
                  <a:pt x="2606791" y="311788"/>
                  <a:pt x="2606791" y="280842"/>
                </a:cubicBezTo>
                <a:cubicBezTo>
                  <a:pt x="2606791" y="276569"/>
                  <a:pt x="2610255" y="273105"/>
                  <a:pt x="2614528" y="273105"/>
                </a:cubicBezTo>
                <a:close/>
                <a:moveTo>
                  <a:pt x="2536393" y="273105"/>
                </a:moveTo>
                <a:cubicBezTo>
                  <a:pt x="2566302" y="273105"/>
                  <a:pt x="2590548" y="297351"/>
                  <a:pt x="2590548" y="327260"/>
                </a:cubicBezTo>
                <a:cubicBezTo>
                  <a:pt x="2590548" y="357169"/>
                  <a:pt x="2566302" y="381415"/>
                  <a:pt x="2536393" y="381415"/>
                </a:cubicBezTo>
                <a:cubicBezTo>
                  <a:pt x="2506484" y="381415"/>
                  <a:pt x="2482238" y="357169"/>
                  <a:pt x="2482238" y="327260"/>
                </a:cubicBezTo>
                <a:cubicBezTo>
                  <a:pt x="2482238" y="297351"/>
                  <a:pt x="2506484" y="273105"/>
                  <a:pt x="2536393" y="273105"/>
                </a:cubicBezTo>
                <a:close/>
                <a:moveTo>
                  <a:pt x="2458258" y="273105"/>
                </a:moveTo>
                <a:cubicBezTo>
                  <a:pt x="2462531" y="273105"/>
                  <a:pt x="2465995" y="276569"/>
                  <a:pt x="2465995" y="280842"/>
                </a:cubicBezTo>
                <a:lnTo>
                  <a:pt x="2465995" y="373678"/>
                </a:lnTo>
                <a:cubicBezTo>
                  <a:pt x="2465995" y="377951"/>
                  <a:pt x="2462531" y="381415"/>
                  <a:pt x="2458258" y="381415"/>
                </a:cubicBezTo>
                <a:lnTo>
                  <a:pt x="2450522" y="373679"/>
                </a:lnTo>
                <a:cubicBezTo>
                  <a:pt x="2450522" y="342732"/>
                  <a:pt x="2450521" y="311788"/>
                  <a:pt x="2450521" y="280842"/>
                </a:cubicBezTo>
                <a:cubicBezTo>
                  <a:pt x="2450521" y="276569"/>
                  <a:pt x="2453985" y="273105"/>
                  <a:pt x="2458258" y="273105"/>
                </a:cubicBezTo>
                <a:close/>
                <a:moveTo>
                  <a:pt x="2380123" y="273105"/>
                </a:moveTo>
                <a:cubicBezTo>
                  <a:pt x="2410032" y="273105"/>
                  <a:pt x="2434278" y="297351"/>
                  <a:pt x="2434278" y="327260"/>
                </a:cubicBezTo>
                <a:cubicBezTo>
                  <a:pt x="2434278" y="357169"/>
                  <a:pt x="2410032" y="381415"/>
                  <a:pt x="2380123" y="381415"/>
                </a:cubicBezTo>
                <a:cubicBezTo>
                  <a:pt x="2350214" y="381415"/>
                  <a:pt x="2325968" y="357169"/>
                  <a:pt x="2325968" y="327260"/>
                </a:cubicBezTo>
                <a:cubicBezTo>
                  <a:pt x="2325968" y="297351"/>
                  <a:pt x="2350214" y="273105"/>
                  <a:pt x="2380123" y="273105"/>
                </a:cubicBezTo>
                <a:close/>
                <a:moveTo>
                  <a:pt x="2255569" y="273105"/>
                </a:moveTo>
                <a:cubicBezTo>
                  <a:pt x="2285478" y="273105"/>
                  <a:pt x="2309724" y="297351"/>
                  <a:pt x="2309724" y="327260"/>
                </a:cubicBezTo>
                <a:cubicBezTo>
                  <a:pt x="2309724" y="357169"/>
                  <a:pt x="2285478" y="381415"/>
                  <a:pt x="2255569" y="381415"/>
                </a:cubicBezTo>
                <a:cubicBezTo>
                  <a:pt x="2225660" y="381415"/>
                  <a:pt x="2201414" y="357169"/>
                  <a:pt x="2201414" y="327260"/>
                </a:cubicBezTo>
                <a:cubicBezTo>
                  <a:pt x="2201414" y="297351"/>
                  <a:pt x="2225660" y="273105"/>
                  <a:pt x="2255569" y="273105"/>
                </a:cubicBezTo>
                <a:close/>
                <a:moveTo>
                  <a:pt x="2177435" y="273105"/>
                </a:moveTo>
                <a:cubicBezTo>
                  <a:pt x="2181708" y="273105"/>
                  <a:pt x="2185172" y="276569"/>
                  <a:pt x="2185172" y="280842"/>
                </a:cubicBezTo>
                <a:cubicBezTo>
                  <a:pt x="2185172" y="311788"/>
                  <a:pt x="2185171" y="342733"/>
                  <a:pt x="2185171" y="373679"/>
                </a:cubicBezTo>
                <a:lnTo>
                  <a:pt x="2177435" y="381415"/>
                </a:lnTo>
                <a:cubicBezTo>
                  <a:pt x="2173162" y="381415"/>
                  <a:pt x="2169698" y="377951"/>
                  <a:pt x="2169698" y="373678"/>
                </a:cubicBezTo>
                <a:lnTo>
                  <a:pt x="2169698" y="280842"/>
                </a:lnTo>
                <a:cubicBezTo>
                  <a:pt x="2169698" y="276569"/>
                  <a:pt x="2173162" y="273105"/>
                  <a:pt x="2177435" y="273105"/>
                </a:cubicBezTo>
                <a:close/>
                <a:moveTo>
                  <a:pt x="2099299" y="273105"/>
                </a:moveTo>
                <a:cubicBezTo>
                  <a:pt x="2129208" y="273105"/>
                  <a:pt x="2153454" y="297351"/>
                  <a:pt x="2153454" y="327260"/>
                </a:cubicBezTo>
                <a:cubicBezTo>
                  <a:pt x="2153454" y="357169"/>
                  <a:pt x="2129208" y="381415"/>
                  <a:pt x="2099299" y="381415"/>
                </a:cubicBezTo>
                <a:cubicBezTo>
                  <a:pt x="2069390" y="381415"/>
                  <a:pt x="2045144" y="357169"/>
                  <a:pt x="2045144" y="327260"/>
                </a:cubicBezTo>
                <a:cubicBezTo>
                  <a:pt x="2045144" y="297351"/>
                  <a:pt x="2069390" y="273105"/>
                  <a:pt x="2099299" y="273105"/>
                </a:cubicBezTo>
                <a:close/>
                <a:moveTo>
                  <a:pt x="2021164" y="273105"/>
                </a:moveTo>
                <a:cubicBezTo>
                  <a:pt x="2025437" y="273105"/>
                  <a:pt x="2028901" y="276569"/>
                  <a:pt x="2028901" y="280842"/>
                </a:cubicBezTo>
                <a:cubicBezTo>
                  <a:pt x="2028901" y="311788"/>
                  <a:pt x="2028900" y="342733"/>
                  <a:pt x="2028900" y="373679"/>
                </a:cubicBezTo>
                <a:lnTo>
                  <a:pt x="2021164" y="381415"/>
                </a:lnTo>
                <a:cubicBezTo>
                  <a:pt x="2016891" y="381415"/>
                  <a:pt x="2013427" y="377951"/>
                  <a:pt x="2013427" y="373678"/>
                </a:cubicBezTo>
                <a:lnTo>
                  <a:pt x="2013427" y="280842"/>
                </a:lnTo>
                <a:cubicBezTo>
                  <a:pt x="2013427" y="276569"/>
                  <a:pt x="2016891" y="273105"/>
                  <a:pt x="2021164" y="273105"/>
                </a:cubicBezTo>
                <a:close/>
                <a:moveTo>
                  <a:pt x="1943028" y="273105"/>
                </a:moveTo>
                <a:cubicBezTo>
                  <a:pt x="1972937" y="273105"/>
                  <a:pt x="1997183" y="297351"/>
                  <a:pt x="1997183" y="327260"/>
                </a:cubicBezTo>
                <a:cubicBezTo>
                  <a:pt x="1997183" y="357169"/>
                  <a:pt x="1972937" y="381415"/>
                  <a:pt x="1943028" y="381415"/>
                </a:cubicBezTo>
                <a:cubicBezTo>
                  <a:pt x="1913119" y="381415"/>
                  <a:pt x="1888873" y="357169"/>
                  <a:pt x="1888873" y="327260"/>
                </a:cubicBezTo>
                <a:cubicBezTo>
                  <a:pt x="1888873" y="297351"/>
                  <a:pt x="1913119" y="273105"/>
                  <a:pt x="1943028" y="273105"/>
                </a:cubicBezTo>
                <a:close/>
                <a:moveTo>
                  <a:pt x="1818474" y="273105"/>
                </a:moveTo>
                <a:cubicBezTo>
                  <a:pt x="1848383" y="273105"/>
                  <a:pt x="1872629" y="297351"/>
                  <a:pt x="1872629" y="327260"/>
                </a:cubicBezTo>
                <a:cubicBezTo>
                  <a:pt x="1872629" y="357169"/>
                  <a:pt x="1848383" y="381415"/>
                  <a:pt x="1818474" y="381415"/>
                </a:cubicBezTo>
                <a:cubicBezTo>
                  <a:pt x="1788565" y="381415"/>
                  <a:pt x="1764319" y="357169"/>
                  <a:pt x="1764319" y="327260"/>
                </a:cubicBezTo>
                <a:cubicBezTo>
                  <a:pt x="1764319" y="297351"/>
                  <a:pt x="1788565" y="273105"/>
                  <a:pt x="1818474" y="273105"/>
                </a:cubicBezTo>
                <a:close/>
                <a:moveTo>
                  <a:pt x="1740340" y="273105"/>
                </a:moveTo>
                <a:cubicBezTo>
                  <a:pt x="1744613" y="273105"/>
                  <a:pt x="1748077" y="276569"/>
                  <a:pt x="1748077" y="280842"/>
                </a:cubicBezTo>
                <a:cubicBezTo>
                  <a:pt x="1748077" y="311788"/>
                  <a:pt x="1748076" y="342733"/>
                  <a:pt x="1748076" y="373679"/>
                </a:cubicBezTo>
                <a:lnTo>
                  <a:pt x="1740340" y="381415"/>
                </a:lnTo>
                <a:cubicBezTo>
                  <a:pt x="1736067" y="381415"/>
                  <a:pt x="1732603" y="377951"/>
                  <a:pt x="1732603" y="373678"/>
                </a:cubicBezTo>
                <a:lnTo>
                  <a:pt x="1732603" y="280842"/>
                </a:lnTo>
                <a:cubicBezTo>
                  <a:pt x="1732603" y="276569"/>
                  <a:pt x="1736067" y="273105"/>
                  <a:pt x="1740340" y="273105"/>
                </a:cubicBezTo>
                <a:close/>
                <a:moveTo>
                  <a:pt x="1662204" y="273105"/>
                </a:moveTo>
                <a:cubicBezTo>
                  <a:pt x="1692113" y="273105"/>
                  <a:pt x="1716359" y="297351"/>
                  <a:pt x="1716359" y="327260"/>
                </a:cubicBezTo>
                <a:cubicBezTo>
                  <a:pt x="1716359" y="357169"/>
                  <a:pt x="1692113" y="381415"/>
                  <a:pt x="1662204" y="381415"/>
                </a:cubicBezTo>
                <a:cubicBezTo>
                  <a:pt x="1632295" y="381415"/>
                  <a:pt x="1608049" y="357169"/>
                  <a:pt x="1608049" y="327260"/>
                </a:cubicBezTo>
                <a:cubicBezTo>
                  <a:pt x="1608049" y="297351"/>
                  <a:pt x="1632295" y="273105"/>
                  <a:pt x="1662204" y="273105"/>
                </a:cubicBezTo>
                <a:close/>
                <a:moveTo>
                  <a:pt x="1584069" y="273105"/>
                </a:moveTo>
                <a:cubicBezTo>
                  <a:pt x="1588342" y="273105"/>
                  <a:pt x="1591806" y="276569"/>
                  <a:pt x="1591806" y="280842"/>
                </a:cubicBezTo>
                <a:cubicBezTo>
                  <a:pt x="1591806" y="311788"/>
                  <a:pt x="1591805" y="342733"/>
                  <a:pt x="1591805" y="373679"/>
                </a:cubicBezTo>
                <a:lnTo>
                  <a:pt x="1584069" y="381415"/>
                </a:lnTo>
                <a:cubicBezTo>
                  <a:pt x="1579796" y="381415"/>
                  <a:pt x="1576332" y="377951"/>
                  <a:pt x="1576332" y="373678"/>
                </a:cubicBezTo>
                <a:lnTo>
                  <a:pt x="1576332" y="280842"/>
                </a:lnTo>
                <a:cubicBezTo>
                  <a:pt x="1576332" y="276569"/>
                  <a:pt x="1579796" y="273105"/>
                  <a:pt x="1584069" y="273105"/>
                </a:cubicBezTo>
                <a:close/>
                <a:moveTo>
                  <a:pt x="1505933" y="273105"/>
                </a:moveTo>
                <a:cubicBezTo>
                  <a:pt x="1535842" y="273105"/>
                  <a:pt x="1560088" y="297351"/>
                  <a:pt x="1560088" y="327260"/>
                </a:cubicBezTo>
                <a:cubicBezTo>
                  <a:pt x="1560088" y="357169"/>
                  <a:pt x="1535842" y="381415"/>
                  <a:pt x="1505933" y="381415"/>
                </a:cubicBezTo>
                <a:cubicBezTo>
                  <a:pt x="1476024" y="381415"/>
                  <a:pt x="1451778" y="357169"/>
                  <a:pt x="1451778" y="327260"/>
                </a:cubicBezTo>
                <a:cubicBezTo>
                  <a:pt x="1451778" y="297351"/>
                  <a:pt x="1476024" y="273105"/>
                  <a:pt x="1505933" y="273105"/>
                </a:cubicBezTo>
                <a:close/>
                <a:moveTo>
                  <a:pt x="1427799" y="273105"/>
                </a:moveTo>
                <a:cubicBezTo>
                  <a:pt x="1432072" y="273105"/>
                  <a:pt x="1435536" y="276569"/>
                  <a:pt x="1435536" y="280842"/>
                </a:cubicBezTo>
                <a:cubicBezTo>
                  <a:pt x="1435536" y="311788"/>
                  <a:pt x="1435535" y="342733"/>
                  <a:pt x="1435535" y="373679"/>
                </a:cubicBezTo>
                <a:lnTo>
                  <a:pt x="1427799" y="381415"/>
                </a:lnTo>
                <a:cubicBezTo>
                  <a:pt x="1423526" y="381415"/>
                  <a:pt x="1420062" y="377951"/>
                  <a:pt x="1420062" y="373678"/>
                </a:cubicBezTo>
                <a:lnTo>
                  <a:pt x="1420062" y="280842"/>
                </a:lnTo>
                <a:cubicBezTo>
                  <a:pt x="1420062" y="276569"/>
                  <a:pt x="1423526" y="273105"/>
                  <a:pt x="1427799" y="273105"/>
                </a:cubicBezTo>
                <a:close/>
                <a:moveTo>
                  <a:pt x="1349663" y="273105"/>
                </a:moveTo>
                <a:cubicBezTo>
                  <a:pt x="1379572" y="273105"/>
                  <a:pt x="1403818" y="297351"/>
                  <a:pt x="1403818" y="327260"/>
                </a:cubicBezTo>
                <a:cubicBezTo>
                  <a:pt x="1403818" y="357169"/>
                  <a:pt x="1379572" y="381415"/>
                  <a:pt x="1349663" y="381415"/>
                </a:cubicBezTo>
                <a:cubicBezTo>
                  <a:pt x="1319754" y="381415"/>
                  <a:pt x="1295508" y="357169"/>
                  <a:pt x="1295508" y="327260"/>
                </a:cubicBezTo>
                <a:cubicBezTo>
                  <a:pt x="1295508" y="297351"/>
                  <a:pt x="1319754" y="273105"/>
                  <a:pt x="1349663" y="273105"/>
                </a:cubicBezTo>
                <a:close/>
                <a:moveTo>
                  <a:pt x="1271528" y="273105"/>
                </a:moveTo>
                <a:cubicBezTo>
                  <a:pt x="1275801" y="273105"/>
                  <a:pt x="1279265" y="276569"/>
                  <a:pt x="1279265" y="280842"/>
                </a:cubicBezTo>
                <a:cubicBezTo>
                  <a:pt x="1279265" y="311788"/>
                  <a:pt x="1279264" y="342733"/>
                  <a:pt x="1279264" y="373679"/>
                </a:cubicBezTo>
                <a:lnTo>
                  <a:pt x="1271528" y="381415"/>
                </a:lnTo>
                <a:cubicBezTo>
                  <a:pt x="1267255" y="381415"/>
                  <a:pt x="1263791" y="377951"/>
                  <a:pt x="1263791" y="373678"/>
                </a:cubicBezTo>
                <a:lnTo>
                  <a:pt x="1263791" y="280842"/>
                </a:lnTo>
                <a:cubicBezTo>
                  <a:pt x="1263791" y="276569"/>
                  <a:pt x="1267255" y="273105"/>
                  <a:pt x="1271528" y="273105"/>
                </a:cubicBezTo>
                <a:close/>
                <a:moveTo>
                  <a:pt x="1239812" y="273105"/>
                </a:moveTo>
                <a:cubicBezTo>
                  <a:pt x="1244085" y="273105"/>
                  <a:pt x="1247549" y="276569"/>
                  <a:pt x="1247549" y="280842"/>
                </a:cubicBezTo>
                <a:cubicBezTo>
                  <a:pt x="1247549" y="311788"/>
                  <a:pt x="1247548" y="342733"/>
                  <a:pt x="1247548" y="373679"/>
                </a:cubicBezTo>
                <a:lnTo>
                  <a:pt x="1239812" y="381415"/>
                </a:lnTo>
                <a:cubicBezTo>
                  <a:pt x="1235539" y="381415"/>
                  <a:pt x="1232075" y="377951"/>
                  <a:pt x="1232075" y="373678"/>
                </a:cubicBezTo>
                <a:lnTo>
                  <a:pt x="1232075" y="280842"/>
                </a:lnTo>
                <a:cubicBezTo>
                  <a:pt x="1232075" y="276569"/>
                  <a:pt x="1235539" y="273105"/>
                  <a:pt x="1239812" y="273105"/>
                </a:cubicBezTo>
                <a:close/>
                <a:moveTo>
                  <a:pt x="1161676" y="273105"/>
                </a:moveTo>
                <a:cubicBezTo>
                  <a:pt x="1191585" y="273105"/>
                  <a:pt x="1215831" y="297351"/>
                  <a:pt x="1215831" y="327260"/>
                </a:cubicBezTo>
                <a:cubicBezTo>
                  <a:pt x="1215831" y="357169"/>
                  <a:pt x="1191585" y="381415"/>
                  <a:pt x="1161676" y="381415"/>
                </a:cubicBezTo>
                <a:cubicBezTo>
                  <a:pt x="1131767" y="381415"/>
                  <a:pt x="1107521" y="357169"/>
                  <a:pt x="1107521" y="327260"/>
                </a:cubicBezTo>
                <a:cubicBezTo>
                  <a:pt x="1107521" y="297351"/>
                  <a:pt x="1131767" y="273105"/>
                  <a:pt x="1161676" y="273105"/>
                </a:cubicBezTo>
                <a:close/>
                <a:moveTo>
                  <a:pt x="1037122" y="273105"/>
                </a:moveTo>
                <a:cubicBezTo>
                  <a:pt x="1067031" y="273105"/>
                  <a:pt x="1091277" y="297351"/>
                  <a:pt x="1091276" y="327260"/>
                </a:cubicBezTo>
                <a:cubicBezTo>
                  <a:pt x="1091277" y="357169"/>
                  <a:pt x="1067031" y="381415"/>
                  <a:pt x="1037122" y="381416"/>
                </a:cubicBezTo>
                <a:cubicBezTo>
                  <a:pt x="1007213" y="381415"/>
                  <a:pt x="982967" y="357169"/>
                  <a:pt x="982967" y="327260"/>
                </a:cubicBezTo>
                <a:cubicBezTo>
                  <a:pt x="982967" y="297351"/>
                  <a:pt x="1007213" y="273105"/>
                  <a:pt x="1037122" y="273105"/>
                </a:cubicBezTo>
                <a:close/>
                <a:moveTo>
                  <a:pt x="958988" y="273105"/>
                </a:moveTo>
                <a:cubicBezTo>
                  <a:pt x="963261" y="273105"/>
                  <a:pt x="966725" y="276569"/>
                  <a:pt x="966725" y="280842"/>
                </a:cubicBezTo>
                <a:cubicBezTo>
                  <a:pt x="966725" y="311788"/>
                  <a:pt x="966724" y="342733"/>
                  <a:pt x="966724" y="373679"/>
                </a:cubicBezTo>
                <a:lnTo>
                  <a:pt x="958988" y="381416"/>
                </a:lnTo>
                <a:cubicBezTo>
                  <a:pt x="954715" y="381415"/>
                  <a:pt x="951251" y="377951"/>
                  <a:pt x="951251" y="373678"/>
                </a:cubicBezTo>
                <a:lnTo>
                  <a:pt x="951251" y="280842"/>
                </a:lnTo>
                <a:cubicBezTo>
                  <a:pt x="951251" y="276567"/>
                  <a:pt x="954715" y="273105"/>
                  <a:pt x="958988" y="273105"/>
                </a:cubicBezTo>
                <a:close/>
                <a:moveTo>
                  <a:pt x="880852" y="273105"/>
                </a:moveTo>
                <a:cubicBezTo>
                  <a:pt x="910761" y="273105"/>
                  <a:pt x="935007" y="297351"/>
                  <a:pt x="935007" y="327260"/>
                </a:cubicBezTo>
                <a:cubicBezTo>
                  <a:pt x="935007" y="357169"/>
                  <a:pt x="910761" y="381415"/>
                  <a:pt x="880852" y="381416"/>
                </a:cubicBezTo>
                <a:cubicBezTo>
                  <a:pt x="850943" y="381415"/>
                  <a:pt x="826697" y="357169"/>
                  <a:pt x="826697" y="327260"/>
                </a:cubicBezTo>
                <a:cubicBezTo>
                  <a:pt x="826697" y="297351"/>
                  <a:pt x="850943" y="273105"/>
                  <a:pt x="880852" y="273105"/>
                </a:cubicBezTo>
                <a:close/>
                <a:moveTo>
                  <a:pt x="802717" y="273105"/>
                </a:moveTo>
                <a:cubicBezTo>
                  <a:pt x="806990" y="273105"/>
                  <a:pt x="810454" y="276569"/>
                  <a:pt x="810454" y="280842"/>
                </a:cubicBezTo>
                <a:cubicBezTo>
                  <a:pt x="810454" y="311788"/>
                  <a:pt x="810453" y="342733"/>
                  <a:pt x="810453" y="373679"/>
                </a:cubicBezTo>
                <a:lnTo>
                  <a:pt x="802717" y="381416"/>
                </a:lnTo>
                <a:cubicBezTo>
                  <a:pt x="798444" y="381415"/>
                  <a:pt x="794980" y="377951"/>
                  <a:pt x="794980" y="373678"/>
                </a:cubicBezTo>
                <a:lnTo>
                  <a:pt x="794980" y="280842"/>
                </a:lnTo>
                <a:cubicBezTo>
                  <a:pt x="794981" y="276567"/>
                  <a:pt x="798444" y="273105"/>
                  <a:pt x="802717" y="273105"/>
                </a:cubicBezTo>
                <a:close/>
                <a:moveTo>
                  <a:pt x="724581" y="273105"/>
                </a:moveTo>
                <a:cubicBezTo>
                  <a:pt x="754490" y="273105"/>
                  <a:pt x="778736" y="297351"/>
                  <a:pt x="778736" y="327260"/>
                </a:cubicBezTo>
                <a:cubicBezTo>
                  <a:pt x="778736" y="357169"/>
                  <a:pt x="754490" y="381415"/>
                  <a:pt x="724581" y="381416"/>
                </a:cubicBezTo>
                <a:cubicBezTo>
                  <a:pt x="694672" y="381415"/>
                  <a:pt x="670426" y="357169"/>
                  <a:pt x="670425" y="327260"/>
                </a:cubicBezTo>
                <a:cubicBezTo>
                  <a:pt x="670426" y="297351"/>
                  <a:pt x="694672" y="273105"/>
                  <a:pt x="724581" y="273105"/>
                </a:cubicBezTo>
                <a:close/>
                <a:moveTo>
                  <a:pt x="600027" y="273105"/>
                </a:moveTo>
                <a:cubicBezTo>
                  <a:pt x="629936" y="273105"/>
                  <a:pt x="654182" y="297351"/>
                  <a:pt x="654182" y="327260"/>
                </a:cubicBezTo>
                <a:cubicBezTo>
                  <a:pt x="654182" y="357169"/>
                  <a:pt x="629936" y="381415"/>
                  <a:pt x="600027" y="381416"/>
                </a:cubicBezTo>
                <a:cubicBezTo>
                  <a:pt x="570118" y="381415"/>
                  <a:pt x="545872" y="357169"/>
                  <a:pt x="545872" y="327260"/>
                </a:cubicBezTo>
                <a:cubicBezTo>
                  <a:pt x="545872" y="297351"/>
                  <a:pt x="570118" y="273105"/>
                  <a:pt x="600027" y="273105"/>
                </a:cubicBezTo>
                <a:close/>
                <a:moveTo>
                  <a:pt x="521893" y="273105"/>
                </a:moveTo>
                <a:cubicBezTo>
                  <a:pt x="526166" y="273105"/>
                  <a:pt x="529630" y="276569"/>
                  <a:pt x="529630" y="280842"/>
                </a:cubicBezTo>
                <a:cubicBezTo>
                  <a:pt x="529630" y="311788"/>
                  <a:pt x="529629" y="342733"/>
                  <a:pt x="529629" y="373679"/>
                </a:cubicBezTo>
                <a:lnTo>
                  <a:pt x="521893" y="381416"/>
                </a:lnTo>
                <a:cubicBezTo>
                  <a:pt x="517620" y="381415"/>
                  <a:pt x="514156" y="377951"/>
                  <a:pt x="514156" y="373678"/>
                </a:cubicBezTo>
                <a:lnTo>
                  <a:pt x="514156" y="280842"/>
                </a:lnTo>
                <a:cubicBezTo>
                  <a:pt x="514157" y="276567"/>
                  <a:pt x="517620" y="273105"/>
                  <a:pt x="521893" y="273105"/>
                </a:cubicBezTo>
                <a:close/>
                <a:moveTo>
                  <a:pt x="443757" y="273105"/>
                </a:moveTo>
                <a:cubicBezTo>
                  <a:pt x="473666" y="273105"/>
                  <a:pt x="497912" y="297351"/>
                  <a:pt x="497912" y="327260"/>
                </a:cubicBezTo>
                <a:cubicBezTo>
                  <a:pt x="497912" y="357169"/>
                  <a:pt x="473666" y="381415"/>
                  <a:pt x="443757" y="381415"/>
                </a:cubicBezTo>
                <a:cubicBezTo>
                  <a:pt x="413848" y="381415"/>
                  <a:pt x="389602" y="357169"/>
                  <a:pt x="389602" y="327260"/>
                </a:cubicBezTo>
                <a:cubicBezTo>
                  <a:pt x="389602" y="297351"/>
                  <a:pt x="413848" y="273105"/>
                  <a:pt x="443757" y="273105"/>
                </a:cubicBezTo>
                <a:close/>
                <a:moveTo>
                  <a:pt x="365622" y="273105"/>
                </a:moveTo>
                <a:cubicBezTo>
                  <a:pt x="369895" y="273105"/>
                  <a:pt x="373359" y="276569"/>
                  <a:pt x="373359" y="280842"/>
                </a:cubicBezTo>
                <a:cubicBezTo>
                  <a:pt x="373359" y="311788"/>
                  <a:pt x="373358" y="342733"/>
                  <a:pt x="373358" y="373679"/>
                </a:cubicBezTo>
                <a:lnTo>
                  <a:pt x="365622" y="381415"/>
                </a:lnTo>
                <a:cubicBezTo>
                  <a:pt x="361349" y="381415"/>
                  <a:pt x="357885" y="377951"/>
                  <a:pt x="357885" y="373678"/>
                </a:cubicBezTo>
                <a:lnTo>
                  <a:pt x="357885" y="280842"/>
                </a:lnTo>
                <a:cubicBezTo>
                  <a:pt x="357886" y="276569"/>
                  <a:pt x="361350" y="273105"/>
                  <a:pt x="365622" y="273105"/>
                </a:cubicBezTo>
                <a:close/>
                <a:moveTo>
                  <a:pt x="287486" y="273105"/>
                </a:moveTo>
                <a:cubicBezTo>
                  <a:pt x="317395" y="273105"/>
                  <a:pt x="341641" y="297351"/>
                  <a:pt x="341641" y="327260"/>
                </a:cubicBezTo>
                <a:cubicBezTo>
                  <a:pt x="341641" y="357169"/>
                  <a:pt x="317395" y="381415"/>
                  <a:pt x="287486" y="381415"/>
                </a:cubicBezTo>
                <a:cubicBezTo>
                  <a:pt x="257577" y="381415"/>
                  <a:pt x="233331" y="357169"/>
                  <a:pt x="233331" y="327260"/>
                </a:cubicBezTo>
                <a:cubicBezTo>
                  <a:pt x="233331" y="297351"/>
                  <a:pt x="257577" y="273105"/>
                  <a:pt x="287486" y="273105"/>
                </a:cubicBezTo>
                <a:close/>
                <a:moveTo>
                  <a:pt x="209352" y="273105"/>
                </a:moveTo>
                <a:cubicBezTo>
                  <a:pt x="213625" y="273105"/>
                  <a:pt x="217089" y="276569"/>
                  <a:pt x="217089" y="280842"/>
                </a:cubicBezTo>
                <a:cubicBezTo>
                  <a:pt x="217089" y="311788"/>
                  <a:pt x="217088" y="342733"/>
                  <a:pt x="217088" y="373679"/>
                </a:cubicBezTo>
                <a:lnTo>
                  <a:pt x="209352" y="381415"/>
                </a:lnTo>
                <a:cubicBezTo>
                  <a:pt x="205079" y="381415"/>
                  <a:pt x="201615" y="377951"/>
                  <a:pt x="201615" y="373678"/>
                </a:cubicBezTo>
                <a:lnTo>
                  <a:pt x="201615" y="280842"/>
                </a:lnTo>
                <a:cubicBezTo>
                  <a:pt x="201616" y="276569"/>
                  <a:pt x="205080" y="273105"/>
                  <a:pt x="209352" y="273105"/>
                </a:cubicBezTo>
                <a:close/>
                <a:moveTo>
                  <a:pt x="131216" y="273105"/>
                </a:moveTo>
                <a:cubicBezTo>
                  <a:pt x="161125" y="273105"/>
                  <a:pt x="185371" y="297351"/>
                  <a:pt x="185371" y="327260"/>
                </a:cubicBezTo>
                <a:cubicBezTo>
                  <a:pt x="185371" y="357169"/>
                  <a:pt x="161125" y="381415"/>
                  <a:pt x="131216" y="381415"/>
                </a:cubicBezTo>
                <a:cubicBezTo>
                  <a:pt x="101307" y="381415"/>
                  <a:pt x="77061" y="357169"/>
                  <a:pt x="77061" y="327260"/>
                </a:cubicBezTo>
                <a:cubicBezTo>
                  <a:pt x="77061" y="297351"/>
                  <a:pt x="101307" y="273105"/>
                  <a:pt x="131216" y="273105"/>
                </a:cubicBezTo>
                <a:close/>
                <a:moveTo>
                  <a:pt x="53081" y="273105"/>
                </a:moveTo>
                <a:cubicBezTo>
                  <a:pt x="57354" y="273105"/>
                  <a:pt x="60818" y="276569"/>
                  <a:pt x="60818" y="280842"/>
                </a:cubicBezTo>
                <a:cubicBezTo>
                  <a:pt x="60818" y="311788"/>
                  <a:pt x="60817" y="342733"/>
                  <a:pt x="60817" y="373679"/>
                </a:cubicBezTo>
                <a:lnTo>
                  <a:pt x="53081" y="381415"/>
                </a:lnTo>
                <a:cubicBezTo>
                  <a:pt x="48808" y="381415"/>
                  <a:pt x="45344" y="377951"/>
                  <a:pt x="45344" y="373678"/>
                </a:cubicBezTo>
                <a:lnTo>
                  <a:pt x="45344" y="280842"/>
                </a:lnTo>
                <a:cubicBezTo>
                  <a:pt x="45352" y="276569"/>
                  <a:pt x="48815" y="273105"/>
                  <a:pt x="53081" y="273105"/>
                </a:cubicBezTo>
                <a:close/>
                <a:moveTo>
                  <a:pt x="21365" y="273105"/>
                </a:moveTo>
                <a:cubicBezTo>
                  <a:pt x="25638" y="273105"/>
                  <a:pt x="29102" y="276569"/>
                  <a:pt x="29102" y="280842"/>
                </a:cubicBezTo>
                <a:cubicBezTo>
                  <a:pt x="29102" y="311788"/>
                  <a:pt x="29101" y="342733"/>
                  <a:pt x="29101" y="373679"/>
                </a:cubicBezTo>
                <a:lnTo>
                  <a:pt x="21365" y="381415"/>
                </a:lnTo>
                <a:cubicBezTo>
                  <a:pt x="17092" y="381415"/>
                  <a:pt x="13628" y="377951"/>
                  <a:pt x="13628" y="373678"/>
                </a:cubicBezTo>
                <a:lnTo>
                  <a:pt x="13628" y="280842"/>
                </a:lnTo>
                <a:cubicBezTo>
                  <a:pt x="13636" y="276569"/>
                  <a:pt x="17099" y="273105"/>
                  <a:pt x="21365" y="273105"/>
                </a:cubicBezTo>
                <a:close/>
                <a:moveTo>
                  <a:pt x="6847819" y="245062"/>
                </a:moveTo>
                <a:lnTo>
                  <a:pt x="6847820" y="245063"/>
                </a:lnTo>
                <a:close/>
                <a:moveTo>
                  <a:pt x="6156276" y="245062"/>
                </a:moveTo>
                <a:lnTo>
                  <a:pt x="6156277" y="245063"/>
                </a:lnTo>
                <a:close/>
                <a:moveTo>
                  <a:pt x="6120699" y="245062"/>
                </a:moveTo>
                <a:lnTo>
                  <a:pt x="6120700" y="245063"/>
                </a:lnTo>
                <a:close/>
                <a:moveTo>
                  <a:pt x="5136749" y="245062"/>
                </a:moveTo>
                <a:lnTo>
                  <a:pt x="5136750" y="245063"/>
                </a:lnTo>
                <a:close/>
                <a:moveTo>
                  <a:pt x="4937181" y="245062"/>
                </a:moveTo>
                <a:lnTo>
                  <a:pt x="4937182" y="245063"/>
                </a:lnTo>
                <a:close/>
                <a:moveTo>
                  <a:pt x="4901604" y="245062"/>
                </a:moveTo>
                <a:lnTo>
                  <a:pt x="4901605" y="245063"/>
                </a:lnTo>
                <a:close/>
                <a:moveTo>
                  <a:pt x="4737613" y="245062"/>
                </a:moveTo>
                <a:lnTo>
                  <a:pt x="4737613" y="245062"/>
                </a:lnTo>
                <a:close/>
                <a:moveTo>
                  <a:pt x="4573622" y="245062"/>
                </a:moveTo>
                <a:lnTo>
                  <a:pt x="4573622" y="245062"/>
                </a:lnTo>
                <a:lnTo>
                  <a:pt x="4573621" y="245063"/>
                </a:lnTo>
                <a:cubicBezTo>
                  <a:pt x="4573622" y="245062"/>
                  <a:pt x="4573622" y="245062"/>
                  <a:pt x="4573622" y="245062"/>
                </a:cubicBezTo>
                <a:close/>
                <a:moveTo>
                  <a:pt x="3882078" y="245062"/>
                </a:moveTo>
                <a:lnTo>
                  <a:pt x="3882078" y="245062"/>
                </a:lnTo>
                <a:lnTo>
                  <a:pt x="3882077" y="245063"/>
                </a:lnTo>
                <a:cubicBezTo>
                  <a:pt x="3882078" y="245063"/>
                  <a:pt x="3882078" y="245062"/>
                  <a:pt x="3882078" y="245062"/>
                </a:cubicBezTo>
                <a:close/>
                <a:moveTo>
                  <a:pt x="3554095" y="245062"/>
                </a:moveTo>
                <a:lnTo>
                  <a:pt x="3554095" y="245062"/>
                </a:lnTo>
                <a:lnTo>
                  <a:pt x="3554094" y="245063"/>
                </a:lnTo>
                <a:cubicBezTo>
                  <a:pt x="3554095" y="245063"/>
                  <a:pt x="3554095" y="245062"/>
                  <a:pt x="3554095" y="245062"/>
                </a:cubicBezTo>
                <a:close/>
                <a:moveTo>
                  <a:pt x="2990966" y="245062"/>
                </a:moveTo>
                <a:lnTo>
                  <a:pt x="2990967" y="245063"/>
                </a:lnTo>
                <a:close/>
                <a:moveTo>
                  <a:pt x="1971440" y="245062"/>
                </a:moveTo>
                <a:lnTo>
                  <a:pt x="1971440" y="245062"/>
                </a:lnTo>
                <a:lnTo>
                  <a:pt x="1971439" y="245063"/>
                </a:lnTo>
                <a:cubicBezTo>
                  <a:pt x="1971440" y="245063"/>
                  <a:pt x="1971440" y="245062"/>
                  <a:pt x="1971440" y="245062"/>
                </a:cubicBezTo>
                <a:close/>
                <a:moveTo>
                  <a:pt x="1607880" y="245062"/>
                </a:moveTo>
                <a:lnTo>
                  <a:pt x="1607880" y="245062"/>
                </a:lnTo>
                <a:lnTo>
                  <a:pt x="1607879" y="245063"/>
                </a:lnTo>
                <a:cubicBezTo>
                  <a:pt x="1607880" y="245063"/>
                  <a:pt x="1607880" y="245062"/>
                  <a:pt x="1607880" y="245062"/>
                </a:cubicBezTo>
                <a:close/>
                <a:moveTo>
                  <a:pt x="224794" y="245062"/>
                </a:moveTo>
                <a:lnTo>
                  <a:pt x="224794" y="245062"/>
                </a:lnTo>
                <a:lnTo>
                  <a:pt x="224793" y="245063"/>
                </a:lnTo>
                <a:cubicBezTo>
                  <a:pt x="224794" y="245063"/>
                  <a:pt x="224794" y="245063"/>
                  <a:pt x="224794" y="245062"/>
                </a:cubicBezTo>
                <a:close/>
                <a:moveTo>
                  <a:pt x="60802" y="245062"/>
                </a:moveTo>
                <a:lnTo>
                  <a:pt x="60802" y="245062"/>
                </a:lnTo>
                <a:lnTo>
                  <a:pt x="60801" y="245063"/>
                </a:lnTo>
                <a:cubicBezTo>
                  <a:pt x="60802" y="245063"/>
                  <a:pt x="60802" y="245063"/>
                  <a:pt x="60802" y="245062"/>
                </a:cubicBezTo>
                <a:close/>
                <a:moveTo>
                  <a:pt x="9039542" y="152055"/>
                </a:moveTo>
                <a:cubicBezTo>
                  <a:pt x="9018084" y="152224"/>
                  <a:pt x="9000689" y="169619"/>
                  <a:pt x="9000689" y="190907"/>
                </a:cubicBezTo>
                <a:cubicBezTo>
                  <a:pt x="9000689" y="212365"/>
                  <a:pt x="9018084" y="229760"/>
                  <a:pt x="9039542" y="229761"/>
                </a:cubicBezTo>
                <a:cubicBezTo>
                  <a:pt x="9061000" y="229760"/>
                  <a:pt x="9078395" y="212365"/>
                  <a:pt x="9078395" y="190907"/>
                </a:cubicBezTo>
                <a:cubicBezTo>
                  <a:pt x="9078395" y="169449"/>
                  <a:pt x="9061000" y="152054"/>
                  <a:pt x="9039542" y="152055"/>
                </a:cubicBezTo>
                <a:close/>
                <a:moveTo>
                  <a:pt x="8839973" y="152055"/>
                </a:moveTo>
                <a:cubicBezTo>
                  <a:pt x="8818515" y="152056"/>
                  <a:pt x="8801120" y="169451"/>
                  <a:pt x="8801120" y="190907"/>
                </a:cubicBezTo>
                <a:cubicBezTo>
                  <a:pt x="8801120" y="212365"/>
                  <a:pt x="8818515" y="229760"/>
                  <a:pt x="8839973" y="229761"/>
                </a:cubicBezTo>
                <a:cubicBezTo>
                  <a:pt x="8861431" y="229591"/>
                  <a:pt x="8878826" y="212365"/>
                  <a:pt x="8878826" y="190907"/>
                </a:cubicBezTo>
                <a:cubicBezTo>
                  <a:pt x="8878826" y="169449"/>
                  <a:pt x="8861431" y="152054"/>
                  <a:pt x="8839973" y="152055"/>
                </a:cubicBezTo>
                <a:close/>
                <a:moveTo>
                  <a:pt x="8675982" y="152055"/>
                </a:moveTo>
                <a:cubicBezTo>
                  <a:pt x="8654524" y="152055"/>
                  <a:pt x="8637129" y="169450"/>
                  <a:pt x="8637129" y="190907"/>
                </a:cubicBezTo>
                <a:cubicBezTo>
                  <a:pt x="8637129" y="212365"/>
                  <a:pt x="8654524" y="229760"/>
                  <a:pt x="8675982" y="229761"/>
                </a:cubicBezTo>
                <a:cubicBezTo>
                  <a:pt x="8697440" y="229592"/>
                  <a:pt x="8714835" y="212365"/>
                  <a:pt x="8714835" y="190907"/>
                </a:cubicBezTo>
                <a:cubicBezTo>
                  <a:pt x="8714835" y="169449"/>
                  <a:pt x="8697440" y="152054"/>
                  <a:pt x="8675982" y="152055"/>
                </a:cubicBezTo>
                <a:close/>
                <a:moveTo>
                  <a:pt x="8547567" y="152055"/>
                </a:moveTo>
                <a:cubicBezTo>
                  <a:pt x="8526109" y="152054"/>
                  <a:pt x="8508714" y="169449"/>
                  <a:pt x="8508714" y="190907"/>
                </a:cubicBezTo>
                <a:cubicBezTo>
                  <a:pt x="8508714" y="212365"/>
                  <a:pt x="8526109" y="229760"/>
                  <a:pt x="8547567" y="229761"/>
                </a:cubicBezTo>
                <a:cubicBezTo>
                  <a:pt x="8569025" y="229759"/>
                  <a:pt x="8586420" y="212365"/>
                  <a:pt x="8586420" y="190907"/>
                </a:cubicBezTo>
                <a:cubicBezTo>
                  <a:pt x="8586420" y="169449"/>
                  <a:pt x="8569025" y="152054"/>
                  <a:pt x="8547567" y="152055"/>
                </a:cubicBezTo>
                <a:close/>
                <a:moveTo>
                  <a:pt x="8347999" y="152055"/>
                </a:moveTo>
                <a:cubicBezTo>
                  <a:pt x="8326541" y="152055"/>
                  <a:pt x="8309146" y="169449"/>
                  <a:pt x="8309146" y="190907"/>
                </a:cubicBezTo>
                <a:cubicBezTo>
                  <a:pt x="8309146" y="212365"/>
                  <a:pt x="8326541" y="229760"/>
                  <a:pt x="8347999" y="229761"/>
                </a:cubicBezTo>
                <a:cubicBezTo>
                  <a:pt x="8369457" y="229759"/>
                  <a:pt x="8386852" y="212365"/>
                  <a:pt x="8386852" y="190907"/>
                </a:cubicBezTo>
                <a:cubicBezTo>
                  <a:pt x="8386852" y="169449"/>
                  <a:pt x="8369457" y="152054"/>
                  <a:pt x="8347999" y="152055"/>
                </a:cubicBezTo>
                <a:close/>
                <a:moveTo>
                  <a:pt x="8148430" y="152055"/>
                </a:moveTo>
                <a:cubicBezTo>
                  <a:pt x="8126972" y="152054"/>
                  <a:pt x="8109577" y="169449"/>
                  <a:pt x="8109577" y="190907"/>
                </a:cubicBezTo>
                <a:cubicBezTo>
                  <a:pt x="8109577" y="212365"/>
                  <a:pt x="8126972" y="229760"/>
                  <a:pt x="8148430" y="229761"/>
                </a:cubicBezTo>
                <a:cubicBezTo>
                  <a:pt x="8169888" y="229760"/>
                  <a:pt x="8187283" y="212365"/>
                  <a:pt x="8187283" y="190907"/>
                </a:cubicBezTo>
                <a:cubicBezTo>
                  <a:pt x="8187283" y="169449"/>
                  <a:pt x="8169888" y="152054"/>
                  <a:pt x="8148430" y="152055"/>
                </a:cubicBezTo>
                <a:close/>
                <a:moveTo>
                  <a:pt x="7948862" y="152055"/>
                </a:moveTo>
                <a:cubicBezTo>
                  <a:pt x="7927404" y="152058"/>
                  <a:pt x="7910009" y="169450"/>
                  <a:pt x="7910009" y="190907"/>
                </a:cubicBezTo>
                <a:cubicBezTo>
                  <a:pt x="7910009" y="212365"/>
                  <a:pt x="7927404" y="229760"/>
                  <a:pt x="7948862" y="229761"/>
                </a:cubicBezTo>
                <a:cubicBezTo>
                  <a:pt x="7970320" y="229759"/>
                  <a:pt x="7987715" y="212365"/>
                  <a:pt x="7987715" y="190907"/>
                </a:cubicBezTo>
                <a:cubicBezTo>
                  <a:pt x="7987715" y="169449"/>
                  <a:pt x="7970320" y="152054"/>
                  <a:pt x="7948862" y="152055"/>
                </a:cubicBezTo>
                <a:close/>
                <a:moveTo>
                  <a:pt x="7820447" y="152055"/>
                </a:moveTo>
                <a:cubicBezTo>
                  <a:pt x="7798989" y="152054"/>
                  <a:pt x="7781594" y="169449"/>
                  <a:pt x="7781594" y="190907"/>
                </a:cubicBezTo>
                <a:cubicBezTo>
                  <a:pt x="7781594" y="212365"/>
                  <a:pt x="7798989" y="229760"/>
                  <a:pt x="7820447" y="229761"/>
                </a:cubicBezTo>
                <a:cubicBezTo>
                  <a:pt x="7841905" y="229758"/>
                  <a:pt x="7859300" y="212364"/>
                  <a:pt x="7859300" y="190907"/>
                </a:cubicBezTo>
                <a:cubicBezTo>
                  <a:pt x="7859300" y="169449"/>
                  <a:pt x="7841905" y="152054"/>
                  <a:pt x="7820447" y="152055"/>
                </a:cubicBezTo>
                <a:close/>
                <a:moveTo>
                  <a:pt x="7620879" y="152055"/>
                </a:moveTo>
                <a:cubicBezTo>
                  <a:pt x="7599421" y="152056"/>
                  <a:pt x="7582026" y="169449"/>
                  <a:pt x="7582026" y="190907"/>
                </a:cubicBezTo>
                <a:cubicBezTo>
                  <a:pt x="7582026" y="212365"/>
                  <a:pt x="7599421" y="229760"/>
                  <a:pt x="7620879" y="229761"/>
                </a:cubicBezTo>
                <a:cubicBezTo>
                  <a:pt x="7642337" y="229759"/>
                  <a:pt x="7659732" y="212365"/>
                  <a:pt x="7659732" y="190907"/>
                </a:cubicBezTo>
                <a:cubicBezTo>
                  <a:pt x="7659732" y="169449"/>
                  <a:pt x="7642337" y="152054"/>
                  <a:pt x="7620879" y="152055"/>
                </a:cubicBezTo>
                <a:close/>
                <a:moveTo>
                  <a:pt x="7456887" y="152055"/>
                </a:moveTo>
                <a:cubicBezTo>
                  <a:pt x="7435429" y="152222"/>
                  <a:pt x="7418034" y="169449"/>
                  <a:pt x="7418034" y="190907"/>
                </a:cubicBezTo>
                <a:cubicBezTo>
                  <a:pt x="7418034" y="212365"/>
                  <a:pt x="7435429" y="229760"/>
                  <a:pt x="7456887" y="229761"/>
                </a:cubicBezTo>
                <a:cubicBezTo>
                  <a:pt x="7478345" y="229757"/>
                  <a:pt x="7495740" y="212362"/>
                  <a:pt x="7495740" y="190907"/>
                </a:cubicBezTo>
                <a:cubicBezTo>
                  <a:pt x="7495740" y="169449"/>
                  <a:pt x="7478345" y="152054"/>
                  <a:pt x="7456887" y="152055"/>
                </a:cubicBezTo>
                <a:close/>
                <a:moveTo>
                  <a:pt x="7292896" y="152055"/>
                </a:moveTo>
                <a:cubicBezTo>
                  <a:pt x="7271438" y="152222"/>
                  <a:pt x="7254043" y="169449"/>
                  <a:pt x="7254043" y="190907"/>
                </a:cubicBezTo>
                <a:cubicBezTo>
                  <a:pt x="7254043" y="212365"/>
                  <a:pt x="7271438" y="229760"/>
                  <a:pt x="7292896" y="229761"/>
                </a:cubicBezTo>
                <a:cubicBezTo>
                  <a:pt x="7314354" y="229758"/>
                  <a:pt x="7331749" y="212365"/>
                  <a:pt x="7331749" y="190907"/>
                </a:cubicBezTo>
                <a:cubicBezTo>
                  <a:pt x="7331749" y="169449"/>
                  <a:pt x="7314354" y="152054"/>
                  <a:pt x="7292896" y="152055"/>
                </a:cubicBezTo>
                <a:close/>
                <a:moveTo>
                  <a:pt x="7058230" y="152054"/>
                </a:moveTo>
                <a:cubicBezTo>
                  <a:pt x="7036772" y="152183"/>
                  <a:pt x="7019377" y="169578"/>
                  <a:pt x="7019377" y="190907"/>
                </a:cubicBezTo>
                <a:cubicBezTo>
                  <a:pt x="7019377" y="212366"/>
                  <a:pt x="7036772" y="229760"/>
                  <a:pt x="7058230" y="229760"/>
                </a:cubicBezTo>
                <a:cubicBezTo>
                  <a:pt x="7079688" y="229760"/>
                  <a:pt x="7097083" y="212365"/>
                  <a:pt x="7097083" y="190907"/>
                </a:cubicBezTo>
                <a:cubicBezTo>
                  <a:pt x="7097083" y="169448"/>
                  <a:pt x="7079688" y="152054"/>
                  <a:pt x="7058230" y="152054"/>
                </a:cubicBezTo>
                <a:close/>
                <a:moveTo>
                  <a:pt x="6929816" y="152054"/>
                </a:moveTo>
                <a:cubicBezTo>
                  <a:pt x="6908358" y="152185"/>
                  <a:pt x="6890963" y="169580"/>
                  <a:pt x="6890963" y="190907"/>
                </a:cubicBezTo>
                <a:cubicBezTo>
                  <a:pt x="6890963" y="212366"/>
                  <a:pt x="6908358" y="229760"/>
                  <a:pt x="6929816" y="229760"/>
                </a:cubicBezTo>
                <a:cubicBezTo>
                  <a:pt x="6951274" y="229760"/>
                  <a:pt x="6968669" y="212365"/>
                  <a:pt x="6968669" y="190907"/>
                </a:cubicBezTo>
                <a:cubicBezTo>
                  <a:pt x="6968669" y="169448"/>
                  <a:pt x="6951274" y="152054"/>
                  <a:pt x="6929816" y="152054"/>
                </a:cubicBezTo>
                <a:close/>
                <a:moveTo>
                  <a:pt x="6765824" y="152054"/>
                </a:moveTo>
                <a:cubicBezTo>
                  <a:pt x="6744366" y="152054"/>
                  <a:pt x="6726971" y="169449"/>
                  <a:pt x="6726971" y="190907"/>
                </a:cubicBezTo>
                <a:cubicBezTo>
                  <a:pt x="6726971" y="212366"/>
                  <a:pt x="6744366" y="229760"/>
                  <a:pt x="6765824" y="229760"/>
                </a:cubicBezTo>
                <a:cubicBezTo>
                  <a:pt x="6787282" y="229760"/>
                  <a:pt x="6804677" y="212365"/>
                  <a:pt x="6804677" y="190907"/>
                </a:cubicBezTo>
                <a:cubicBezTo>
                  <a:pt x="6804677" y="169448"/>
                  <a:pt x="6787282" y="152054"/>
                  <a:pt x="6765824" y="152054"/>
                </a:cubicBezTo>
                <a:close/>
                <a:moveTo>
                  <a:pt x="6566256" y="152054"/>
                </a:moveTo>
                <a:cubicBezTo>
                  <a:pt x="6544798" y="152054"/>
                  <a:pt x="6527403" y="169449"/>
                  <a:pt x="6527403" y="190907"/>
                </a:cubicBezTo>
                <a:cubicBezTo>
                  <a:pt x="6527403" y="212366"/>
                  <a:pt x="6544798" y="229760"/>
                  <a:pt x="6566256" y="229760"/>
                </a:cubicBezTo>
                <a:cubicBezTo>
                  <a:pt x="6587714" y="229629"/>
                  <a:pt x="6605109" y="212365"/>
                  <a:pt x="6605109" y="190907"/>
                </a:cubicBezTo>
                <a:cubicBezTo>
                  <a:pt x="6605109" y="169448"/>
                  <a:pt x="6587714" y="152054"/>
                  <a:pt x="6566256" y="152054"/>
                </a:cubicBezTo>
                <a:close/>
                <a:moveTo>
                  <a:pt x="6437841" y="152054"/>
                </a:moveTo>
                <a:cubicBezTo>
                  <a:pt x="6416383" y="152054"/>
                  <a:pt x="6398988" y="169449"/>
                  <a:pt x="6398988" y="190907"/>
                </a:cubicBezTo>
                <a:cubicBezTo>
                  <a:pt x="6398988" y="212366"/>
                  <a:pt x="6416383" y="229760"/>
                  <a:pt x="6437841" y="229760"/>
                </a:cubicBezTo>
                <a:cubicBezTo>
                  <a:pt x="6459299" y="229760"/>
                  <a:pt x="6476694" y="212365"/>
                  <a:pt x="6476694" y="190907"/>
                </a:cubicBezTo>
                <a:cubicBezTo>
                  <a:pt x="6476694" y="169448"/>
                  <a:pt x="6459299" y="152054"/>
                  <a:pt x="6437841" y="152054"/>
                </a:cubicBezTo>
                <a:close/>
                <a:moveTo>
                  <a:pt x="6238272" y="152054"/>
                </a:moveTo>
                <a:cubicBezTo>
                  <a:pt x="6216814" y="152054"/>
                  <a:pt x="6199419" y="169449"/>
                  <a:pt x="6199419" y="190907"/>
                </a:cubicBezTo>
                <a:cubicBezTo>
                  <a:pt x="6199419" y="212366"/>
                  <a:pt x="6216814" y="229760"/>
                  <a:pt x="6238272" y="229760"/>
                </a:cubicBezTo>
                <a:cubicBezTo>
                  <a:pt x="6259730" y="229760"/>
                  <a:pt x="6277125" y="212365"/>
                  <a:pt x="6277125" y="190907"/>
                </a:cubicBezTo>
                <a:cubicBezTo>
                  <a:pt x="6277125" y="169448"/>
                  <a:pt x="6259730" y="152054"/>
                  <a:pt x="6238272" y="152054"/>
                </a:cubicBezTo>
                <a:close/>
                <a:moveTo>
                  <a:pt x="6038704" y="152054"/>
                </a:moveTo>
                <a:cubicBezTo>
                  <a:pt x="6017246" y="152054"/>
                  <a:pt x="5999851" y="169449"/>
                  <a:pt x="5999851" y="190907"/>
                </a:cubicBezTo>
                <a:cubicBezTo>
                  <a:pt x="5999851" y="212366"/>
                  <a:pt x="6017246" y="229760"/>
                  <a:pt x="6038704" y="229760"/>
                </a:cubicBezTo>
                <a:cubicBezTo>
                  <a:pt x="6060162" y="229760"/>
                  <a:pt x="6077557" y="212365"/>
                  <a:pt x="6077557" y="190907"/>
                </a:cubicBezTo>
                <a:cubicBezTo>
                  <a:pt x="6077557" y="169448"/>
                  <a:pt x="6060162" y="152054"/>
                  <a:pt x="6038704" y="152054"/>
                </a:cubicBezTo>
                <a:close/>
                <a:moveTo>
                  <a:pt x="5839135" y="152054"/>
                </a:moveTo>
                <a:cubicBezTo>
                  <a:pt x="5817677" y="152054"/>
                  <a:pt x="5800282" y="169449"/>
                  <a:pt x="5800282" y="190907"/>
                </a:cubicBezTo>
                <a:cubicBezTo>
                  <a:pt x="5800282" y="212366"/>
                  <a:pt x="5817677" y="229760"/>
                  <a:pt x="5839135" y="229760"/>
                </a:cubicBezTo>
                <a:cubicBezTo>
                  <a:pt x="5860593" y="229760"/>
                  <a:pt x="5877988" y="212365"/>
                  <a:pt x="5877988" y="190907"/>
                </a:cubicBezTo>
                <a:cubicBezTo>
                  <a:pt x="5877988" y="169448"/>
                  <a:pt x="5860593" y="152054"/>
                  <a:pt x="5839135" y="152054"/>
                </a:cubicBezTo>
                <a:close/>
                <a:moveTo>
                  <a:pt x="5710721" y="152054"/>
                </a:moveTo>
                <a:cubicBezTo>
                  <a:pt x="5689263" y="152054"/>
                  <a:pt x="5671868" y="169449"/>
                  <a:pt x="5671868" y="190907"/>
                </a:cubicBezTo>
                <a:cubicBezTo>
                  <a:pt x="5671868" y="212366"/>
                  <a:pt x="5689263" y="229760"/>
                  <a:pt x="5710721" y="229760"/>
                </a:cubicBezTo>
                <a:cubicBezTo>
                  <a:pt x="5732179" y="229760"/>
                  <a:pt x="5749574" y="212365"/>
                  <a:pt x="5749574" y="190907"/>
                </a:cubicBezTo>
                <a:cubicBezTo>
                  <a:pt x="5749574" y="169448"/>
                  <a:pt x="5732179" y="152054"/>
                  <a:pt x="5710721" y="152054"/>
                </a:cubicBezTo>
                <a:close/>
                <a:moveTo>
                  <a:pt x="5546730" y="152054"/>
                </a:moveTo>
                <a:cubicBezTo>
                  <a:pt x="5525272" y="152054"/>
                  <a:pt x="5507877" y="169449"/>
                  <a:pt x="5507877" y="190907"/>
                </a:cubicBezTo>
                <a:cubicBezTo>
                  <a:pt x="5507877" y="212366"/>
                  <a:pt x="5525272" y="229760"/>
                  <a:pt x="5546730" y="229760"/>
                </a:cubicBezTo>
                <a:cubicBezTo>
                  <a:pt x="5568188" y="229760"/>
                  <a:pt x="5585583" y="212365"/>
                  <a:pt x="5585583" y="190907"/>
                </a:cubicBezTo>
                <a:cubicBezTo>
                  <a:pt x="5585583" y="169448"/>
                  <a:pt x="5568188" y="152054"/>
                  <a:pt x="5546730" y="152054"/>
                </a:cubicBezTo>
                <a:close/>
                <a:moveTo>
                  <a:pt x="5347161" y="152054"/>
                </a:moveTo>
                <a:cubicBezTo>
                  <a:pt x="5325703" y="152193"/>
                  <a:pt x="5308308" y="169449"/>
                  <a:pt x="5308308" y="190907"/>
                </a:cubicBezTo>
                <a:cubicBezTo>
                  <a:pt x="5308308" y="212366"/>
                  <a:pt x="5325703" y="229760"/>
                  <a:pt x="5347161" y="229760"/>
                </a:cubicBezTo>
                <a:cubicBezTo>
                  <a:pt x="5368619" y="229760"/>
                  <a:pt x="5386014" y="212365"/>
                  <a:pt x="5386014" y="190907"/>
                </a:cubicBezTo>
                <a:cubicBezTo>
                  <a:pt x="5386014" y="169448"/>
                  <a:pt x="5368619" y="152054"/>
                  <a:pt x="5347161" y="152054"/>
                </a:cubicBezTo>
                <a:close/>
                <a:moveTo>
                  <a:pt x="5218746" y="152054"/>
                </a:moveTo>
                <a:cubicBezTo>
                  <a:pt x="5197288" y="152054"/>
                  <a:pt x="5179893" y="169449"/>
                  <a:pt x="5179893" y="190907"/>
                </a:cubicBezTo>
                <a:cubicBezTo>
                  <a:pt x="5179893" y="212366"/>
                  <a:pt x="5197288" y="229760"/>
                  <a:pt x="5218746" y="229760"/>
                </a:cubicBezTo>
                <a:cubicBezTo>
                  <a:pt x="5240204" y="229760"/>
                  <a:pt x="5257599" y="212365"/>
                  <a:pt x="5257599" y="190907"/>
                </a:cubicBezTo>
                <a:cubicBezTo>
                  <a:pt x="5257599" y="169448"/>
                  <a:pt x="5240204" y="152054"/>
                  <a:pt x="5218746" y="152054"/>
                </a:cubicBezTo>
                <a:close/>
                <a:moveTo>
                  <a:pt x="5019178" y="152054"/>
                </a:moveTo>
                <a:cubicBezTo>
                  <a:pt x="4997720" y="152054"/>
                  <a:pt x="4980325" y="169449"/>
                  <a:pt x="4980325" y="190907"/>
                </a:cubicBezTo>
                <a:cubicBezTo>
                  <a:pt x="4980325" y="212366"/>
                  <a:pt x="4997720" y="229760"/>
                  <a:pt x="5019178" y="229760"/>
                </a:cubicBezTo>
                <a:cubicBezTo>
                  <a:pt x="5040636" y="229618"/>
                  <a:pt x="5058031" y="212365"/>
                  <a:pt x="5058031" y="190907"/>
                </a:cubicBezTo>
                <a:cubicBezTo>
                  <a:pt x="5058031" y="169448"/>
                  <a:pt x="5040636" y="152054"/>
                  <a:pt x="5019178" y="152054"/>
                </a:cubicBezTo>
                <a:close/>
                <a:moveTo>
                  <a:pt x="4819609" y="152054"/>
                </a:moveTo>
                <a:cubicBezTo>
                  <a:pt x="4798151" y="152054"/>
                  <a:pt x="4780756" y="169449"/>
                  <a:pt x="4780756" y="190907"/>
                </a:cubicBezTo>
                <a:cubicBezTo>
                  <a:pt x="4780756" y="212366"/>
                  <a:pt x="4798151" y="229760"/>
                  <a:pt x="4819609" y="229760"/>
                </a:cubicBezTo>
                <a:cubicBezTo>
                  <a:pt x="4841067" y="229760"/>
                  <a:pt x="4858462" y="212365"/>
                  <a:pt x="4858462" y="190907"/>
                </a:cubicBezTo>
                <a:cubicBezTo>
                  <a:pt x="4858462" y="169448"/>
                  <a:pt x="4841067" y="152054"/>
                  <a:pt x="4819609" y="152054"/>
                </a:cubicBezTo>
                <a:close/>
                <a:moveTo>
                  <a:pt x="4655616" y="152054"/>
                </a:moveTo>
                <a:cubicBezTo>
                  <a:pt x="4634158" y="152054"/>
                  <a:pt x="4616763" y="169449"/>
                  <a:pt x="4616763" y="190907"/>
                </a:cubicBezTo>
                <a:cubicBezTo>
                  <a:pt x="4616763" y="212366"/>
                  <a:pt x="4634158" y="229760"/>
                  <a:pt x="4655616" y="229760"/>
                </a:cubicBezTo>
                <a:cubicBezTo>
                  <a:pt x="4677074" y="229610"/>
                  <a:pt x="4694469" y="212215"/>
                  <a:pt x="4694469" y="190907"/>
                </a:cubicBezTo>
                <a:cubicBezTo>
                  <a:pt x="4694469" y="169448"/>
                  <a:pt x="4677074" y="152054"/>
                  <a:pt x="4655616" y="152054"/>
                </a:cubicBezTo>
                <a:close/>
                <a:moveTo>
                  <a:pt x="4491625" y="152054"/>
                </a:moveTo>
                <a:cubicBezTo>
                  <a:pt x="4470167" y="152204"/>
                  <a:pt x="4452772" y="169599"/>
                  <a:pt x="4452772" y="190907"/>
                </a:cubicBezTo>
                <a:cubicBezTo>
                  <a:pt x="4452772" y="212366"/>
                  <a:pt x="4470167" y="229760"/>
                  <a:pt x="4491625" y="229760"/>
                </a:cubicBezTo>
                <a:cubicBezTo>
                  <a:pt x="4513083" y="229760"/>
                  <a:pt x="4530478" y="212365"/>
                  <a:pt x="4530478" y="190907"/>
                </a:cubicBezTo>
                <a:cubicBezTo>
                  <a:pt x="4530478" y="169448"/>
                  <a:pt x="4513083" y="152054"/>
                  <a:pt x="4491625" y="152054"/>
                </a:cubicBezTo>
                <a:close/>
                <a:moveTo>
                  <a:pt x="4292056" y="152054"/>
                </a:moveTo>
                <a:cubicBezTo>
                  <a:pt x="4270598" y="152054"/>
                  <a:pt x="4253203" y="169449"/>
                  <a:pt x="4253203" y="190907"/>
                </a:cubicBezTo>
                <a:cubicBezTo>
                  <a:pt x="4253203" y="212366"/>
                  <a:pt x="4270598" y="229760"/>
                  <a:pt x="4292056" y="229760"/>
                </a:cubicBezTo>
                <a:cubicBezTo>
                  <a:pt x="4313514" y="229610"/>
                  <a:pt x="4330909" y="212365"/>
                  <a:pt x="4330909" y="190907"/>
                </a:cubicBezTo>
                <a:cubicBezTo>
                  <a:pt x="4330909" y="169448"/>
                  <a:pt x="4313514" y="152054"/>
                  <a:pt x="4292056" y="152054"/>
                </a:cubicBezTo>
                <a:close/>
                <a:moveTo>
                  <a:pt x="4163641" y="152054"/>
                </a:moveTo>
                <a:cubicBezTo>
                  <a:pt x="4142183" y="152054"/>
                  <a:pt x="4124788" y="169449"/>
                  <a:pt x="4124788" y="190907"/>
                </a:cubicBezTo>
                <a:cubicBezTo>
                  <a:pt x="4124788" y="212366"/>
                  <a:pt x="4142183" y="229760"/>
                  <a:pt x="4163641" y="229760"/>
                </a:cubicBezTo>
                <a:cubicBezTo>
                  <a:pt x="4185099" y="229760"/>
                  <a:pt x="4202494" y="212365"/>
                  <a:pt x="4202494" y="190907"/>
                </a:cubicBezTo>
                <a:cubicBezTo>
                  <a:pt x="4202494" y="169448"/>
                  <a:pt x="4185099" y="152054"/>
                  <a:pt x="4163641" y="152054"/>
                </a:cubicBezTo>
                <a:close/>
                <a:moveTo>
                  <a:pt x="3964073" y="152054"/>
                </a:moveTo>
                <a:cubicBezTo>
                  <a:pt x="3942615" y="152054"/>
                  <a:pt x="3925220" y="169449"/>
                  <a:pt x="3925220" y="190907"/>
                </a:cubicBezTo>
                <a:cubicBezTo>
                  <a:pt x="3925220" y="212366"/>
                  <a:pt x="3942615" y="229760"/>
                  <a:pt x="3964073" y="229760"/>
                </a:cubicBezTo>
                <a:cubicBezTo>
                  <a:pt x="3985531" y="229760"/>
                  <a:pt x="4002926" y="212365"/>
                  <a:pt x="4002926" y="190907"/>
                </a:cubicBezTo>
                <a:cubicBezTo>
                  <a:pt x="4002926" y="169448"/>
                  <a:pt x="3985531" y="152054"/>
                  <a:pt x="3964073" y="152054"/>
                </a:cubicBezTo>
                <a:close/>
                <a:moveTo>
                  <a:pt x="3764504" y="152054"/>
                </a:moveTo>
                <a:cubicBezTo>
                  <a:pt x="3743046" y="152054"/>
                  <a:pt x="3725651" y="169449"/>
                  <a:pt x="3725651" y="190907"/>
                </a:cubicBezTo>
                <a:cubicBezTo>
                  <a:pt x="3725651" y="212366"/>
                  <a:pt x="3743046" y="229760"/>
                  <a:pt x="3764504" y="229760"/>
                </a:cubicBezTo>
                <a:cubicBezTo>
                  <a:pt x="3785962" y="229760"/>
                  <a:pt x="3803357" y="212365"/>
                  <a:pt x="3803357" y="190907"/>
                </a:cubicBezTo>
                <a:cubicBezTo>
                  <a:pt x="3803357" y="169448"/>
                  <a:pt x="3785962" y="152054"/>
                  <a:pt x="3764504" y="152054"/>
                </a:cubicBezTo>
                <a:close/>
                <a:moveTo>
                  <a:pt x="3636090" y="152054"/>
                </a:moveTo>
                <a:cubicBezTo>
                  <a:pt x="3614632" y="152054"/>
                  <a:pt x="3597237" y="169449"/>
                  <a:pt x="3597237" y="190907"/>
                </a:cubicBezTo>
                <a:cubicBezTo>
                  <a:pt x="3597237" y="212366"/>
                  <a:pt x="3614632" y="229760"/>
                  <a:pt x="3636090" y="229760"/>
                </a:cubicBezTo>
                <a:cubicBezTo>
                  <a:pt x="3657548" y="229760"/>
                  <a:pt x="3674943" y="212365"/>
                  <a:pt x="3674943" y="190907"/>
                </a:cubicBezTo>
                <a:cubicBezTo>
                  <a:pt x="3674943" y="169448"/>
                  <a:pt x="3657548" y="152054"/>
                  <a:pt x="3636090" y="152054"/>
                </a:cubicBezTo>
                <a:close/>
                <a:moveTo>
                  <a:pt x="3400946" y="152054"/>
                </a:moveTo>
                <a:cubicBezTo>
                  <a:pt x="3379488" y="152206"/>
                  <a:pt x="3362093" y="169449"/>
                  <a:pt x="3362093" y="190907"/>
                </a:cubicBezTo>
                <a:cubicBezTo>
                  <a:pt x="3362093" y="212366"/>
                  <a:pt x="3379488" y="229760"/>
                  <a:pt x="3400946" y="229760"/>
                </a:cubicBezTo>
                <a:cubicBezTo>
                  <a:pt x="3422404" y="229760"/>
                  <a:pt x="3439799" y="212365"/>
                  <a:pt x="3439799" y="190907"/>
                </a:cubicBezTo>
                <a:cubicBezTo>
                  <a:pt x="3439799" y="169448"/>
                  <a:pt x="3422404" y="152054"/>
                  <a:pt x="3400946" y="152054"/>
                </a:cubicBezTo>
                <a:close/>
                <a:moveTo>
                  <a:pt x="3272532" y="152054"/>
                </a:moveTo>
                <a:cubicBezTo>
                  <a:pt x="3251074" y="152208"/>
                  <a:pt x="3233679" y="169449"/>
                  <a:pt x="3233679" y="190907"/>
                </a:cubicBezTo>
                <a:cubicBezTo>
                  <a:pt x="3233679" y="212366"/>
                  <a:pt x="3251074" y="229760"/>
                  <a:pt x="3272532" y="229760"/>
                </a:cubicBezTo>
                <a:cubicBezTo>
                  <a:pt x="3293990" y="229760"/>
                  <a:pt x="3311385" y="212365"/>
                  <a:pt x="3311385" y="190907"/>
                </a:cubicBezTo>
                <a:cubicBezTo>
                  <a:pt x="3311385" y="169448"/>
                  <a:pt x="3293990" y="152054"/>
                  <a:pt x="3272532" y="152054"/>
                </a:cubicBezTo>
                <a:close/>
                <a:moveTo>
                  <a:pt x="3108540" y="152054"/>
                </a:moveTo>
                <a:cubicBezTo>
                  <a:pt x="3087082" y="152054"/>
                  <a:pt x="3069687" y="169449"/>
                  <a:pt x="3069687" y="190907"/>
                </a:cubicBezTo>
                <a:cubicBezTo>
                  <a:pt x="3069687" y="212366"/>
                  <a:pt x="3087082" y="229760"/>
                  <a:pt x="3108540" y="229760"/>
                </a:cubicBezTo>
                <a:cubicBezTo>
                  <a:pt x="3129998" y="229760"/>
                  <a:pt x="3147393" y="212365"/>
                  <a:pt x="3147393" y="190907"/>
                </a:cubicBezTo>
                <a:cubicBezTo>
                  <a:pt x="3147393" y="169448"/>
                  <a:pt x="3129998" y="152054"/>
                  <a:pt x="3108540" y="152054"/>
                </a:cubicBezTo>
                <a:close/>
                <a:moveTo>
                  <a:pt x="2908971" y="152054"/>
                </a:moveTo>
                <a:cubicBezTo>
                  <a:pt x="2887513" y="152054"/>
                  <a:pt x="2870118" y="169449"/>
                  <a:pt x="2870118" y="190907"/>
                </a:cubicBezTo>
                <a:cubicBezTo>
                  <a:pt x="2870118" y="212366"/>
                  <a:pt x="2887513" y="229760"/>
                  <a:pt x="2908971" y="229760"/>
                </a:cubicBezTo>
                <a:cubicBezTo>
                  <a:pt x="2930429" y="229760"/>
                  <a:pt x="2947824" y="212365"/>
                  <a:pt x="2947824" y="190907"/>
                </a:cubicBezTo>
                <a:cubicBezTo>
                  <a:pt x="2947824" y="169448"/>
                  <a:pt x="2930429" y="152054"/>
                  <a:pt x="2908971" y="152054"/>
                </a:cubicBezTo>
                <a:close/>
                <a:moveTo>
                  <a:pt x="2780557" y="152054"/>
                </a:moveTo>
                <a:cubicBezTo>
                  <a:pt x="2759099" y="152054"/>
                  <a:pt x="2741704" y="169449"/>
                  <a:pt x="2741704" y="190907"/>
                </a:cubicBezTo>
                <a:cubicBezTo>
                  <a:pt x="2741704" y="212366"/>
                  <a:pt x="2759099" y="229760"/>
                  <a:pt x="2780557" y="229760"/>
                </a:cubicBezTo>
                <a:cubicBezTo>
                  <a:pt x="2802015" y="229760"/>
                  <a:pt x="2819410" y="212365"/>
                  <a:pt x="2819410" y="190907"/>
                </a:cubicBezTo>
                <a:cubicBezTo>
                  <a:pt x="2819410" y="169448"/>
                  <a:pt x="2802015" y="152054"/>
                  <a:pt x="2780557" y="152054"/>
                </a:cubicBezTo>
                <a:close/>
                <a:moveTo>
                  <a:pt x="2580988" y="152054"/>
                </a:moveTo>
                <a:cubicBezTo>
                  <a:pt x="2559530" y="152054"/>
                  <a:pt x="2542135" y="169449"/>
                  <a:pt x="2542135" y="190907"/>
                </a:cubicBezTo>
                <a:cubicBezTo>
                  <a:pt x="2542135" y="212366"/>
                  <a:pt x="2559530" y="229760"/>
                  <a:pt x="2580988" y="229760"/>
                </a:cubicBezTo>
                <a:cubicBezTo>
                  <a:pt x="2602446" y="229760"/>
                  <a:pt x="2619841" y="212365"/>
                  <a:pt x="2619841" y="190907"/>
                </a:cubicBezTo>
                <a:cubicBezTo>
                  <a:pt x="2619841" y="169448"/>
                  <a:pt x="2602446" y="152054"/>
                  <a:pt x="2580988" y="152054"/>
                </a:cubicBezTo>
                <a:close/>
                <a:moveTo>
                  <a:pt x="2381420" y="152054"/>
                </a:moveTo>
                <a:cubicBezTo>
                  <a:pt x="2359962" y="152054"/>
                  <a:pt x="2342567" y="169449"/>
                  <a:pt x="2342567" y="190907"/>
                </a:cubicBezTo>
                <a:cubicBezTo>
                  <a:pt x="2342567" y="212366"/>
                  <a:pt x="2359962" y="229760"/>
                  <a:pt x="2381420" y="229760"/>
                </a:cubicBezTo>
                <a:cubicBezTo>
                  <a:pt x="2402878" y="229760"/>
                  <a:pt x="2420273" y="212365"/>
                  <a:pt x="2420273" y="190907"/>
                </a:cubicBezTo>
                <a:cubicBezTo>
                  <a:pt x="2420273" y="169448"/>
                  <a:pt x="2402878" y="152054"/>
                  <a:pt x="2381420" y="152054"/>
                </a:cubicBezTo>
                <a:close/>
                <a:moveTo>
                  <a:pt x="2253004" y="152054"/>
                </a:moveTo>
                <a:cubicBezTo>
                  <a:pt x="2231546" y="152054"/>
                  <a:pt x="2214151" y="169449"/>
                  <a:pt x="2214151" y="190907"/>
                </a:cubicBezTo>
                <a:cubicBezTo>
                  <a:pt x="2214151" y="212366"/>
                  <a:pt x="2231546" y="229760"/>
                  <a:pt x="2253004" y="229760"/>
                </a:cubicBezTo>
                <a:cubicBezTo>
                  <a:pt x="2274462" y="229760"/>
                  <a:pt x="2291857" y="212365"/>
                  <a:pt x="2291857" y="190907"/>
                </a:cubicBezTo>
                <a:cubicBezTo>
                  <a:pt x="2291857" y="169448"/>
                  <a:pt x="2274462" y="152054"/>
                  <a:pt x="2253004" y="152054"/>
                </a:cubicBezTo>
                <a:close/>
                <a:moveTo>
                  <a:pt x="2053435" y="152054"/>
                </a:moveTo>
                <a:cubicBezTo>
                  <a:pt x="2031977" y="152054"/>
                  <a:pt x="2014582" y="169449"/>
                  <a:pt x="2014582" y="190907"/>
                </a:cubicBezTo>
                <a:cubicBezTo>
                  <a:pt x="2014582" y="212366"/>
                  <a:pt x="2031977" y="229760"/>
                  <a:pt x="2053435" y="229760"/>
                </a:cubicBezTo>
                <a:cubicBezTo>
                  <a:pt x="2074893" y="229760"/>
                  <a:pt x="2092288" y="212365"/>
                  <a:pt x="2092288" y="190907"/>
                </a:cubicBezTo>
                <a:cubicBezTo>
                  <a:pt x="2092288" y="169448"/>
                  <a:pt x="2074893" y="152054"/>
                  <a:pt x="2053435" y="152054"/>
                </a:cubicBezTo>
                <a:close/>
                <a:moveTo>
                  <a:pt x="1853867" y="152054"/>
                </a:moveTo>
                <a:cubicBezTo>
                  <a:pt x="1832409" y="152054"/>
                  <a:pt x="1815014" y="169449"/>
                  <a:pt x="1815014" y="190907"/>
                </a:cubicBezTo>
                <a:cubicBezTo>
                  <a:pt x="1815014" y="212366"/>
                  <a:pt x="1832409" y="229760"/>
                  <a:pt x="1853867" y="229760"/>
                </a:cubicBezTo>
                <a:cubicBezTo>
                  <a:pt x="1875325" y="229760"/>
                  <a:pt x="1892720" y="212365"/>
                  <a:pt x="1892720" y="190907"/>
                </a:cubicBezTo>
                <a:cubicBezTo>
                  <a:pt x="1892720" y="169448"/>
                  <a:pt x="1875325" y="152054"/>
                  <a:pt x="1853867" y="152054"/>
                </a:cubicBezTo>
                <a:close/>
                <a:moveTo>
                  <a:pt x="1725452" y="152054"/>
                </a:moveTo>
                <a:cubicBezTo>
                  <a:pt x="1703994" y="152054"/>
                  <a:pt x="1686599" y="169449"/>
                  <a:pt x="1686599" y="190907"/>
                </a:cubicBezTo>
                <a:cubicBezTo>
                  <a:pt x="1686599" y="212366"/>
                  <a:pt x="1703994" y="229760"/>
                  <a:pt x="1725452" y="229760"/>
                </a:cubicBezTo>
                <a:cubicBezTo>
                  <a:pt x="1746910" y="229760"/>
                  <a:pt x="1764305" y="212365"/>
                  <a:pt x="1764305" y="190907"/>
                </a:cubicBezTo>
                <a:cubicBezTo>
                  <a:pt x="1764305" y="169448"/>
                  <a:pt x="1746910" y="152054"/>
                  <a:pt x="1725452" y="152054"/>
                </a:cubicBezTo>
                <a:close/>
                <a:moveTo>
                  <a:pt x="1525883" y="152054"/>
                </a:moveTo>
                <a:cubicBezTo>
                  <a:pt x="1504425" y="152054"/>
                  <a:pt x="1487030" y="169449"/>
                  <a:pt x="1487030" y="190907"/>
                </a:cubicBezTo>
                <a:cubicBezTo>
                  <a:pt x="1487030" y="212366"/>
                  <a:pt x="1504425" y="229760"/>
                  <a:pt x="1525883" y="229760"/>
                </a:cubicBezTo>
                <a:cubicBezTo>
                  <a:pt x="1547341" y="229760"/>
                  <a:pt x="1564736" y="212365"/>
                  <a:pt x="1564736" y="190907"/>
                </a:cubicBezTo>
                <a:cubicBezTo>
                  <a:pt x="1564736" y="169448"/>
                  <a:pt x="1547341" y="152054"/>
                  <a:pt x="1525883" y="152054"/>
                </a:cubicBezTo>
                <a:close/>
                <a:moveTo>
                  <a:pt x="1361892" y="152054"/>
                </a:moveTo>
                <a:cubicBezTo>
                  <a:pt x="1340434" y="152054"/>
                  <a:pt x="1323039" y="169449"/>
                  <a:pt x="1323039" y="190907"/>
                </a:cubicBezTo>
                <a:cubicBezTo>
                  <a:pt x="1323039" y="212366"/>
                  <a:pt x="1340434" y="229760"/>
                  <a:pt x="1361892" y="229760"/>
                </a:cubicBezTo>
                <a:cubicBezTo>
                  <a:pt x="1383350" y="229760"/>
                  <a:pt x="1400745" y="212365"/>
                  <a:pt x="1400745" y="190907"/>
                </a:cubicBezTo>
                <a:cubicBezTo>
                  <a:pt x="1400745" y="169448"/>
                  <a:pt x="1383350" y="152054"/>
                  <a:pt x="1361892" y="152054"/>
                </a:cubicBezTo>
                <a:close/>
                <a:moveTo>
                  <a:pt x="1233477" y="152054"/>
                </a:moveTo>
                <a:cubicBezTo>
                  <a:pt x="1212019" y="152054"/>
                  <a:pt x="1194624" y="169449"/>
                  <a:pt x="1194624" y="190907"/>
                </a:cubicBezTo>
                <a:cubicBezTo>
                  <a:pt x="1194624" y="212366"/>
                  <a:pt x="1212019" y="229760"/>
                  <a:pt x="1233477" y="229760"/>
                </a:cubicBezTo>
                <a:cubicBezTo>
                  <a:pt x="1254935" y="229760"/>
                  <a:pt x="1272330" y="212365"/>
                  <a:pt x="1272330" y="190907"/>
                </a:cubicBezTo>
                <a:cubicBezTo>
                  <a:pt x="1272330" y="169448"/>
                  <a:pt x="1254935" y="152054"/>
                  <a:pt x="1233477" y="152054"/>
                </a:cubicBezTo>
                <a:close/>
                <a:moveTo>
                  <a:pt x="1033908" y="152054"/>
                </a:moveTo>
                <a:cubicBezTo>
                  <a:pt x="1012451" y="152054"/>
                  <a:pt x="995056" y="169449"/>
                  <a:pt x="995056" y="190907"/>
                </a:cubicBezTo>
                <a:cubicBezTo>
                  <a:pt x="995056" y="212366"/>
                  <a:pt x="1012451" y="229760"/>
                  <a:pt x="1033908" y="229760"/>
                </a:cubicBezTo>
                <a:cubicBezTo>
                  <a:pt x="1055367" y="229760"/>
                  <a:pt x="1072762" y="212365"/>
                  <a:pt x="1072762" y="190907"/>
                </a:cubicBezTo>
                <a:cubicBezTo>
                  <a:pt x="1072762" y="169448"/>
                  <a:pt x="1055367" y="152054"/>
                  <a:pt x="1033908" y="152054"/>
                </a:cubicBezTo>
                <a:close/>
                <a:moveTo>
                  <a:pt x="834340" y="152054"/>
                </a:moveTo>
                <a:cubicBezTo>
                  <a:pt x="812882" y="152054"/>
                  <a:pt x="795487" y="169449"/>
                  <a:pt x="795487" y="190907"/>
                </a:cubicBezTo>
                <a:cubicBezTo>
                  <a:pt x="795488" y="212366"/>
                  <a:pt x="812882" y="229760"/>
                  <a:pt x="834340" y="229760"/>
                </a:cubicBezTo>
                <a:cubicBezTo>
                  <a:pt x="855798" y="229760"/>
                  <a:pt x="873193" y="212365"/>
                  <a:pt x="873193" y="190907"/>
                </a:cubicBezTo>
                <a:cubicBezTo>
                  <a:pt x="873191" y="169448"/>
                  <a:pt x="855798" y="152054"/>
                  <a:pt x="834340" y="152054"/>
                </a:cubicBezTo>
                <a:close/>
                <a:moveTo>
                  <a:pt x="634772" y="152054"/>
                </a:moveTo>
                <a:cubicBezTo>
                  <a:pt x="613314" y="152054"/>
                  <a:pt x="595919" y="169449"/>
                  <a:pt x="595919" y="190907"/>
                </a:cubicBezTo>
                <a:cubicBezTo>
                  <a:pt x="595920" y="212366"/>
                  <a:pt x="613314" y="229760"/>
                  <a:pt x="634772" y="229760"/>
                </a:cubicBezTo>
                <a:cubicBezTo>
                  <a:pt x="656230" y="229760"/>
                  <a:pt x="673625" y="212365"/>
                  <a:pt x="673625" y="190907"/>
                </a:cubicBezTo>
                <a:cubicBezTo>
                  <a:pt x="673623" y="169448"/>
                  <a:pt x="656230" y="152054"/>
                  <a:pt x="634772" y="152054"/>
                </a:cubicBezTo>
                <a:close/>
                <a:moveTo>
                  <a:pt x="506357" y="152054"/>
                </a:moveTo>
                <a:cubicBezTo>
                  <a:pt x="484899" y="152054"/>
                  <a:pt x="467504" y="169449"/>
                  <a:pt x="467504" y="190907"/>
                </a:cubicBezTo>
                <a:cubicBezTo>
                  <a:pt x="467505" y="212366"/>
                  <a:pt x="484899" y="229760"/>
                  <a:pt x="506357" y="229760"/>
                </a:cubicBezTo>
                <a:cubicBezTo>
                  <a:pt x="527815" y="229760"/>
                  <a:pt x="545210" y="212365"/>
                  <a:pt x="545210" y="190907"/>
                </a:cubicBezTo>
                <a:cubicBezTo>
                  <a:pt x="545208" y="169448"/>
                  <a:pt x="527815" y="152054"/>
                  <a:pt x="506357" y="152054"/>
                </a:cubicBezTo>
                <a:close/>
                <a:moveTo>
                  <a:pt x="306789" y="152054"/>
                </a:moveTo>
                <a:cubicBezTo>
                  <a:pt x="285331" y="152054"/>
                  <a:pt x="267936" y="169449"/>
                  <a:pt x="267936" y="190907"/>
                </a:cubicBezTo>
                <a:cubicBezTo>
                  <a:pt x="267936" y="212366"/>
                  <a:pt x="285331" y="229760"/>
                  <a:pt x="306789" y="229760"/>
                </a:cubicBezTo>
                <a:cubicBezTo>
                  <a:pt x="328247" y="229760"/>
                  <a:pt x="345642" y="212365"/>
                  <a:pt x="345642" y="190907"/>
                </a:cubicBezTo>
                <a:cubicBezTo>
                  <a:pt x="345641" y="169448"/>
                  <a:pt x="328246" y="152054"/>
                  <a:pt x="306789" y="152054"/>
                </a:cubicBezTo>
                <a:close/>
                <a:moveTo>
                  <a:pt x="142797" y="152054"/>
                </a:moveTo>
                <a:cubicBezTo>
                  <a:pt x="121339" y="152054"/>
                  <a:pt x="103944" y="169449"/>
                  <a:pt x="103944" y="190907"/>
                </a:cubicBezTo>
                <a:cubicBezTo>
                  <a:pt x="103944" y="212366"/>
                  <a:pt x="121339" y="229760"/>
                  <a:pt x="142797" y="229760"/>
                </a:cubicBezTo>
                <a:cubicBezTo>
                  <a:pt x="164255" y="229760"/>
                  <a:pt x="181650" y="212365"/>
                  <a:pt x="181650" y="190907"/>
                </a:cubicBezTo>
                <a:cubicBezTo>
                  <a:pt x="181649" y="169448"/>
                  <a:pt x="164254" y="152054"/>
                  <a:pt x="142797" y="152054"/>
                </a:cubicBezTo>
                <a:close/>
                <a:moveTo>
                  <a:pt x="9141594" y="144570"/>
                </a:moveTo>
                <a:lnTo>
                  <a:pt x="9141594" y="162974"/>
                </a:lnTo>
                <a:cubicBezTo>
                  <a:pt x="9133786" y="169735"/>
                  <a:pt x="9129104" y="179774"/>
                  <a:pt x="9129104" y="190907"/>
                </a:cubicBezTo>
                <a:cubicBezTo>
                  <a:pt x="9129104" y="202040"/>
                  <a:pt x="9133786" y="212079"/>
                  <a:pt x="9141594" y="218840"/>
                </a:cubicBezTo>
                <a:lnTo>
                  <a:pt x="9141594" y="237244"/>
                </a:lnTo>
                <a:cubicBezTo>
                  <a:pt x="9124824" y="228662"/>
                  <a:pt x="9113802" y="211072"/>
                  <a:pt x="9113802" y="190907"/>
                </a:cubicBezTo>
                <a:cubicBezTo>
                  <a:pt x="9113802" y="170742"/>
                  <a:pt x="9124824" y="153151"/>
                  <a:pt x="9141594" y="144570"/>
                </a:cubicBezTo>
                <a:close/>
                <a:moveTo>
                  <a:pt x="0" y="141085"/>
                </a:moveTo>
                <a:cubicBezTo>
                  <a:pt x="19381" y="149311"/>
                  <a:pt x="32961" y="168523"/>
                  <a:pt x="32961" y="190907"/>
                </a:cubicBezTo>
                <a:cubicBezTo>
                  <a:pt x="32961" y="213291"/>
                  <a:pt x="19381" y="232503"/>
                  <a:pt x="0" y="240729"/>
                </a:cubicBezTo>
                <a:lnTo>
                  <a:pt x="0" y="220981"/>
                </a:lnTo>
                <a:cubicBezTo>
                  <a:pt x="11153" y="215633"/>
                  <a:pt x="17659" y="204030"/>
                  <a:pt x="17659" y="190907"/>
                </a:cubicBezTo>
                <a:cubicBezTo>
                  <a:pt x="17658" y="177784"/>
                  <a:pt x="11152" y="166181"/>
                  <a:pt x="0" y="160833"/>
                </a:cubicBezTo>
                <a:close/>
                <a:moveTo>
                  <a:pt x="9039543" y="136752"/>
                </a:moveTo>
                <a:cubicBezTo>
                  <a:pt x="9069453" y="136753"/>
                  <a:pt x="9093699" y="160999"/>
                  <a:pt x="9093699" y="190907"/>
                </a:cubicBezTo>
                <a:cubicBezTo>
                  <a:pt x="9093699" y="220816"/>
                  <a:pt x="9069453" y="245062"/>
                  <a:pt x="9039543" y="245063"/>
                </a:cubicBezTo>
                <a:cubicBezTo>
                  <a:pt x="9009633" y="245060"/>
                  <a:pt x="8985387" y="220815"/>
                  <a:pt x="8985387" y="190907"/>
                </a:cubicBezTo>
                <a:cubicBezTo>
                  <a:pt x="8985387" y="160998"/>
                  <a:pt x="9009633" y="136752"/>
                  <a:pt x="9039543" y="136752"/>
                </a:cubicBezTo>
                <a:close/>
                <a:moveTo>
                  <a:pt x="8957547" y="136752"/>
                </a:moveTo>
                <a:cubicBezTo>
                  <a:pt x="8961820" y="136835"/>
                  <a:pt x="8965284" y="140216"/>
                  <a:pt x="8965284" y="144489"/>
                </a:cubicBezTo>
                <a:cubicBezTo>
                  <a:pt x="8965284" y="175435"/>
                  <a:pt x="8965283" y="206380"/>
                  <a:pt x="8965283" y="237327"/>
                </a:cubicBezTo>
                <a:lnTo>
                  <a:pt x="8957547" y="245063"/>
                </a:lnTo>
                <a:cubicBezTo>
                  <a:pt x="8953274" y="245061"/>
                  <a:pt x="8949810" y="241598"/>
                  <a:pt x="8949810" y="237326"/>
                </a:cubicBezTo>
                <a:lnTo>
                  <a:pt x="8949810" y="144489"/>
                </a:lnTo>
                <a:cubicBezTo>
                  <a:pt x="8949810" y="140215"/>
                  <a:pt x="8953274" y="136752"/>
                  <a:pt x="8957547" y="136752"/>
                </a:cubicBezTo>
                <a:close/>
                <a:moveTo>
                  <a:pt x="8921970" y="136752"/>
                </a:moveTo>
                <a:cubicBezTo>
                  <a:pt x="8926243" y="136925"/>
                  <a:pt x="8929707" y="140217"/>
                  <a:pt x="8929707" y="144489"/>
                </a:cubicBezTo>
                <a:cubicBezTo>
                  <a:pt x="8929707" y="175435"/>
                  <a:pt x="8929706" y="206380"/>
                  <a:pt x="8929706" y="237327"/>
                </a:cubicBezTo>
                <a:lnTo>
                  <a:pt x="8921970" y="245063"/>
                </a:lnTo>
                <a:cubicBezTo>
                  <a:pt x="8917697" y="245061"/>
                  <a:pt x="8914233" y="241597"/>
                  <a:pt x="8914233" y="237326"/>
                </a:cubicBezTo>
                <a:lnTo>
                  <a:pt x="8914233" y="144489"/>
                </a:lnTo>
                <a:cubicBezTo>
                  <a:pt x="8914233" y="140215"/>
                  <a:pt x="8917697" y="136752"/>
                  <a:pt x="8921970" y="136752"/>
                </a:cubicBezTo>
                <a:close/>
                <a:moveTo>
                  <a:pt x="8839974" y="136752"/>
                </a:moveTo>
                <a:cubicBezTo>
                  <a:pt x="8869884" y="136753"/>
                  <a:pt x="8894130" y="160999"/>
                  <a:pt x="8894130" y="190907"/>
                </a:cubicBezTo>
                <a:cubicBezTo>
                  <a:pt x="8894130" y="220816"/>
                  <a:pt x="8869884" y="245062"/>
                  <a:pt x="8839974" y="245063"/>
                </a:cubicBezTo>
                <a:cubicBezTo>
                  <a:pt x="8810064" y="245062"/>
                  <a:pt x="8785818" y="220816"/>
                  <a:pt x="8785818" y="190907"/>
                </a:cubicBezTo>
                <a:cubicBezTo>
                  <a:pt x="8785818" y="160998"/>
                  <a:pt x="8810064" y="136752"/>
                  <a:pt x="8839974" y="136752"/>
                </a:cubicBezTo>
                <a:close/>
                <a:moveTo>
                  <a:pt x="8757978" y="136752"/>
                </a:moveTo>
                <a:cubicBezTo>
                  <a:pt x="8762251" y="136753"/>
                  <a:pt x="8765715" y="140216"/>
                  <a:pt x="8765715" y="144489"/>
                </a:cubicBezTo>
                <a:cubicBezTo>
                  <a:pt x="8765715" y="175435"/>
                  <a:pt x="8765714" y="206380"/>
                  <a:pt x="8765714" y="237327"/>
                </a:cubicBezTo>
                <a:lnTo>
                  <a:pt x="8757978" y="245063"/>
                </a:lnTo>
                <a:cubicBezTo>
                  <a:pt x="8753705" y="245061"/>
                  <a:pt x="8750241" y="241598"/>
                  <a:pt x="8750241" y="237326"/>
                </a:cubicBezTo>
                <a:lnTo>
                  <a:pt x="8750241" y="144489"/>
                </a:lnTo>
                <a:cubicBezTo>
                  <a:pt x="8750241" y="140215"/>
                  <a:pt x="8753705" y="136752"/>
                  <a:pt x="8757978" y="136752"/>
                </a:cubicBezTo>
                <a:close/>
                <a:moveTo>
                  <a:pt x="8675983" y="136752"/>
                </a:moveTo>
                <a:cubicBezTo>
                  <a:pt x="8705893" y="136753"/>
                  <a:pt x="8730139" y="160999"/>
                  <a:pt x="8730139" y="190907"/>
                </a:cubicBezTo>
                <a:cubicBezTo>
                  <a:pt x="8730139" y="220816"/>
                  <a:pt x="8705893" y="245062"/>
                  <a:pt x="8675983" y="245063"/>
                </a:cubicBezTo>
                <a:cubicBezTo>
                  <a:pt x="8646073" y="245062"/>
                  <a:pt x="8621827" y="220816"/>
                  <a:pt x="8621827" y="190907"/>
                </a:cubicBezTo>
                <a:cubicBezTo>
                  <a:pt x="8621827" y="160998"/>
                  <a:pt x="8646073" y="136752"/>
                  <a:pt x="8675983" y="136752"/>
                </a:cubicBezTo>
                <a:close/>
                <a:moveTo>
                  <a:pt x="8547567" y="136752"/>
                </a:moveTo>
                <a:cubicBezTo>
                  <a:pt x="8577476" y="136752"/>
                  <a:pt x="8601722" y="160998"/>
                  <a:pt x="8601722" y="190907"/>
                </a:cubicBezTo>
                <a:cubicBezTo>
                  <a:pt x="8601722" y="220816"/>
                  <a:pt x="8577476" y="245062"/>
                  <a:pt x="8547567" y="245063"/>
                </a:cubicBezTo>
                <a:cubicBezTo>
                  <a:pt x="8517658" y="245062"/>
                  <a:pt x="8493412" y="220816"/>
                  <a:pt x="8493412" y="190907"/>
                </a:cubicBezTo>
                <a:cubicBezTo>
                  <a:pt x="8493412" y="160998"/>
                  <a:pt x="8517658" y="136752"/>
                  <a:pt x="8547567" y="136752"/>
                </a:cubicBezTo>
                <a:close/>
                <a:moveTo>
                  <a:pt x="8465573" y="136752"/>
                </a:moveTo>
                <a:cubicBezTo>
                  <a:pt x="8469846" y="136753"/>
                  <a:pt x="8473310" y="140216"/>
                  <a:pt x="8473310" y="144489"/>
                </a:cubicBezTo>
                <a:cubicBezTo>
                  <a:pt x="8473310" y="175435"/>
                  <a:pt x="8473309" y="206380"/>
                  <a:pt x="8473309" y="237327"/>
                </a:cubicBezTo>
                <a:lnTo>
                  <a:pt x="8465573" y="245063"/>
                </a:lnTo>
                <a:cubicBezTo>
                  <a:pt x="8461300" y="245060"/>
                  <a:pt x="8457836" y="241598"/>
                  <a:pt x="8457836" y="237326"/>
                </a:cubicBezTo>
                <a:lnTo>
                  <a:pt x="8457836" y="144489"/>
                </a:lnTo>
                <a:cubicBezTo>
                  <a:pt x="8457836" y="140215"/>
                  <a:pt x="8461300" y="136752"/>
                  <a:pt x="8465573" y="136752"/>
                </a:cubicBezTo>
                <a:close/>
                <a:moveTo>
                  <a:pt x="8429996" y="136752"/>
                </a:moveTo>
                <a:cubicBezTo>
                  <a:pt x="8434269" y="136753"/>
                  <a:pt x="8437733" y="140217"/>
                  <a:pt x="8437733" y="144489"/>
                </a:cubicBezTo>
                <a:cubicBezTo>
                  <a:pt x="8437733" y="175435"/>
                  <a:pt x="8437732" y="206380"/>
                  <a:pt x="8437732" y="237327"/>
                </a:cubicBezTo>
                <a:lnTo>
                  <a:pt x="8429996" y="245063"/>
                </a:lnTo>
                <a:cubicBezTo>
                  <a:pt x="8425723" y="245061"/>
                  <a:pt x="8422259" y="241597"/>
                  <a:pt x="8422259" y="237326"/>
                </a:cubicBezTo>
                <a:lnTo>
                  <a:pt x="8422259" y="144489"/>
                </a:lnTo>
                <a:cubicBezTo>
                  <a:pt x="8422259" y="140215"/>
                  <a:pt x="8425723" y="136752"/>
                  <a:pt x="8429996" y="136752"/>
                </a:cubicBezTo>
                <a:close/>
                <a:moveTo>
                  <a:pt x="8348000" y="136752"/>
                </a:moveTo>
                <a:cubicBezTo>
                  <a:pt x="8377910" y="136752"/>
                  <a:pt x="8402156" y="160998"/>
                  <a:pt x="8402156" y="190907"/>
                </a:cubicBezTo>
                <a:cubicBezTo>
                  <a:pt x="8402156" y="220816"/>
                  <a:pt x="8377910" y="245062"/>
                  <a:pt x="8348000" y="245063"/>
                </a:cubicBezTo>
                <a:cubicBezTo>
                  <a:pt x="8318090" y="244892"/>
                  <a:pt x="8293844" y="220814"/>
                  <a:pt x="8293844" y="190907"/>
                </a:cubicBezTo>
                <a:cubicBezTo>
                  <a:pt x="8293844" y="160998"/>
                  <a:pt x="8318090" y="136752"/>
                  <a:pt x="8348000" y="136752"/>
                </a:cubicBezTo>
                <a:close/>
                <a:moveTo>
                  <a:pt x="8266004" y="136752"/>
                </a:moveTo>
                <a:cubicBezTo>
                  <a:pt x="8270277" y="136753"/>
                  <a:pt x="8273741" y="140217"/>
                  <a:pt x="8273741" y="144489"/>
                </a:cubicBezTo>
                <a:cubicBezTo>
                  <a:pt x="8273741" y="175435"/>
                  <a:pt x="8273740" y="206380"/>
                  <a:pt x="8273740" y="237327"/>
                </a:cubicBezTo>
                <a:lnTo>
                  <a:pt x="8266004" y="245063"/>
                </a:lnTo>
                <a:cubicBezTo>
                  <a:pt x="8261731" y="245060"/>
                  <a:pt x="8258267" y="241598"/>
                  <a:pt x="8258267" y="237326"/>
                </a:cubicBezTo>
                <a:lnTo>
                  <a:pt x="8258267" y="144489"/>
                </a:lnTo>
                <a:cubicBezTo>
                  <a:pt x="8258267" y="140215"/>
                  <a:pt x="8261731" y="136752"/>
                  <a:pt x="8266004" y="136752"/>
                </a:cubicBezTo>
                <a:close/>
                <a:moveTo>
                  <a:pt x="8230427" y="136752"/>
                </a:moveTo>
                <a:cubicBezTo>
                  <a:pt x="8234700" y="136752"/>
                  <a:pt x="8238164" y="140216"/>
                  <a:pt x="8238164" y="144489"/>
                </a:cubicBezTo>
                <a:cubicBezTo>
                  <a:pt x="8238164" y="175435"/>
                  <a:pt x="8238163" y="206380"/>
                  <a:pt x="8238163" y="237327"/>
                </a:cubicBezTo>
                <a:lnTo>
                  <a:pt x="8230427" y="245063"/>
                </a:lnTo>
                <a:cubicBezTo>
                  <a:pt x="8226154" y="245062"/>
                  <a:pt x="8222690" y="241598"/>
                  <a:pt x="8222690" y="237326"/>
                </a:cubicBezTo>
                <a:lnTo>
                  <a:pt x="8222690" y="144489"/>
                </a:lnTo>
                <a:cubicBezTo>
                  <a:pt x="8222690" y="140215"/>
                  <a:pt x="8226154" y="136752"/>
                  <a:pt x="8230427" y="136752"/>
                </a:cubicBezTo>
                <a:close/>
                <a:moveTo>
                  <a:pt x="8148431" y="136752"/>
                </a:moveTo>
                <a:cubicBezTo>
                  <a:pt x="8178341" y="136752"/>
                  <a:pt x="8202587" y="160998"/>
                  <a:pt x="8202587" y="190907"/>
                </a:cubicBezTo>
                <a:cubicBezTo>
                  <a:pt x="8202587" y="220816"/>
                  <a:pt x="8178341" y="245062"/>
                  <a:pt x="8148431" y="245063"/>
                </a:cubicBezTo>
                <a:cubicBezTo>
                  <a:pt x="8118521" y="245060"/>
                  <a:pt x="8094275" y="220814"/>
                  <a:pt x="8094275" y="190907"/>
                </a:cubicBezTo>
                <a:cubicBezTo>
                  <a:pt x="8094275" y="160998"/>
                  <a:pt x="8118521" y="136752"/>
                  <a:pt x="8148431" y="136752"/>
                </a:cubicBezTo>
                <a:close/>
                <a:moveTo>
                  <a:pt x="8066436" y="136752"/>
                </a:moveTo>
                <a:cubicBezTo>
                  <a:pt x="8070709" y="136753"/>
                  <a:pt x="8074173" y="140216"/>
                  <a:pt x="8074173" y="144489"/>
                </a:cubicBezTo>
                <a:cubicBezTo>
                  <a:pt x="8074173" y="175435"/>
                  <a:pt x="8074172" y="206380"/>
                  <a:pt x="8074172" y="237327"/>
                </a:cubicBezTo>
                <a:lnTo>
                  <a:pt x="8066436" y="245063"/>
                </a:lnTo>
                <a:cubicBezTo>
                  <a:pt x="8062163" y="245061"/>
                  <a:pt x="8058699" y="241598"/>
                  <a:pt x="8058699" y="237326"/>
                </a:cubicBezTo>
                <a:lnTo>
                  <a:pt x="8058699" y="144489"/>
                </a:lnTo>
                <a:cubicBezTo>
                  <a:pt x="8058699" y="140215"/>
                  <a:pt x="8062163" y="136752"/>
                  <a:pt x="8066436" y="136752"/>
                </a:cubicBezTo>
                <a:close/>
                <a:moveTo>
                  <a:pt x="8030859" y="136752"/>
                </a:moveTo>
                <a:cubicBezTo>
                  <a:pt x="8035132" y="136754"/>
                  <a:pt x="8038596" y="140216"/>
                  <a:pt x="8038596" y="144489"/>
                </a:cubicBezTo>
                <a:cubicBezTo>
                  <a:pt x="8038596" y="175435"/>
                  <a:pt x="8038595" y="206380"/>
                  <a:pt x="8038595" y="237327"/>
                </a:cubicBezTo>
                <a:lnTo>
                  <a:pt x="8030859" y="245063"/>
                </a:lnTo>
                <a:cubicBezTo>
                  <a:pt x="8026586" y="245060"/>
                  <a:pt x="8023122" y="241597"/>
                  <a:pt x="8023122" y="237326"/>
                </a:cubicBezTo>
                <a:lnTo>
                  <a:pt x="8023122" y="144489"/>
                </a:lnTo>
                <a:cubicBezTo>
                  <a:pt x="8023122" y="140215"/>
                  <a:pt x="8026586" y="136752"/>
                  <a:pt x="8030859" y="136752"/>
                </a:cubicBezTo>
                <a:close/>
                <a:moveTo>
                  <a:pt x="7948863" y="136752"/>
                </a:moveTo>
                <a:cubicBezTo>
                  <a:pt x="7978773" y="136752"/>
                  <a:pt x="8003019" y="160998"/>
                  <a:pt x="8003019" y="190907"/>
                </a:cubicBezTo>
                <a:cubicBezTo>
                  <a:pt x="8003019" y="220816"/>
                  <a:pt x="7978773" y="245062"/>
                  <a:pt x="7948863" y="245063"/>
                </a:cubicBezTo>
                <a:cubicBezTo>
                  <a:pt x="7918953" y="244894"/>
                  <a:pt x="7894707" y="220648"/>
                  <a:pt x="7894707" y="190907"/>
                </a:cubicBezTo>
                <a:cubicBezTo>
                  <a:pt x="7894707" y="160998"/>
                  <a:pt x="7918953" y="136752"/>
                  <a:pt x="7948863" y="136752"/>
                </a:cubicBezTo>
                <a:close/>
                <a:moveTo>
                  <a:pt x="7820448" y="136752"/>
                </a:moveTo>
                <a:cubicBezTo>
                  <a:pt x="7850358" y="136753"/>
                  <a:pt x="7874604" y="160999"/>
                  <a:pt x="7874604" y="190907"/>
                </a:cubicBezTo>
                <a:cubicBezTo>
                  <a:pt x="7874604" y="220816"/>
                  <a:pt x="7850358" y="245062"/>
                  <a:pt x="7820448" y="245063"/>
                </a:cubicBezTo>
                <a:cubicBezTo>
                  <a:pt x="7790538" y="245062"/>
                  <a:pt x="7766292" y="220816"/>
                  <a:pt x="7766292" y="190907"/>
                </a:cubicBezTo>
                <a:cubicBezTo>
                  <a:pt x="7766292" y="160998"/>
                  <a:pt x="7790538" y="136752"/>
                  <a:pt x="7820448" y="136752"/>
                </a:cubicBezTo>
                <a:close/>
                <a:moveTo>
                  <a:pt x="7738452" y="136752"/>
                </a:moveTo>
                <a:cubicBezTo>
                  <a:pt x="7742725" y="136921"/>
                  <a:pt x="7746189" y="140384"/>
                  <a:pt x="7746189" y="144489"/>
                </a:cubicBezTo>
                <a:cubicBezTo>
                  <a:pt x="7746189" y="175435"/>
                  <a:pt x="7746188" y="206380"/>
                  <a:pt x="7746188" y="237327"/>
                </a:cubicBezTo>
                <a:lnTo>
                  <a:pt x="7738452" y="245063"/>
                </a:lnTo>
                <a:cubicBezTo>
                  <a:pt x="7734179" y="245059"/>
                  <a:pt x="7730715" y="241598"/>
                  <a:pt x="7730715" y="237326"/>
                </a:cubicBezTo>
                <a:lnTo>
                  <a:pt x="7730715" y="144489"/>
                </a:lnTo>
                <a:cubicBezTo>
                  <a:pt x="7730715" y="140215"/>
                  <a:pt x="7734179" y="136752"/>
                  <a:pt x="7738452" y="136752"/>
                </a:cubicBezTo>
                <a:close/>
                <a:moveTo>
                  <a:pt x="7702875" y="136752"/>
                </a:moveTo>
                <a:cubicBezTo>
                  <a:pt x="7707148" y="136752"/>
                  <a:pt x="7710612" y="140216"/>
                  <a:pt x="7710612" y="144489"/>
                </a:cubicBezTo>
                <a:cubicBezTo>
                  <a:pt x="7710612" y="175435"/>
                  <a:pt x="7710611" y="206380"/>
                  <a:pt x="7710611" y="237327"/>
                </a:cubicBezTo>
                <a:lnTo>
                  <a:pt x="7702875" y="245063"/>
                </a:lnTo>
                <a:cubicBezTo>
                  <a:pt x="7698602" y="244892"/>
                  <a:pt x="7695138" y="241597"/>
                  <a:pt x="7695138" y="237326"/>
                </a:cubicBezTo>
                <a:lnTo>
                  <a:pt x="7695138" y="144489"/>
                </a:lnTo>
                <a:cubicBezTo>
                  <a:pt x="7695138" y="140215"/>
                  <a:pt x="7698602" y="136752"/>
                  <a:pt x="7702875" y="136752"/>
                </a:cubicBezTo>
                <a:close/>
                <a:moveTo>
                  <a:pt x="7620880" y="136752"/>
                </a:moveTo>
                <a:cubicBezTo>
                  <a:pt x="7650790" y="136752"/>
                  <a:pt x="7675036" y="160998"/>
                  <a:pt x="7675036" y="190907"/>
                </a:cubicBezTo>
                <a:cubicBezTo>
                  <a:pt x="7675036" y="220816"/>
                  <a:pt x="7650790" y="245062"/>
                  <a:pt x="7620880" y="245063"/>
                </a:cubicBezTo>
                <a:cubicBezTo>
                  <a:pt x="7590970" y="245061"/>
                  <a:pt x="7566724" y="220815"/>
                  <a:pt x="7566724" y="190907"/>
                </a:cubicBezTo>
                <a:cubicBezTo>
                  <a:pt x="7566724" y="160998"/>
                  <a:pt x="7590970" y="136752"/>
                  <a:pt x="7620880" y="136752"/>
                </a:cubicBezTo>
                <a:close/>
                <a:moveTo>
                  <a:pt x="7538884" y="136752"/>
                </a:moveTo>
                <a:cubicBezTo>
                  <a:pt x="7543157" y="136755"/>
                  <a:pt x="7546621" y="140218"/>
                  <a:pt x="7546621" y="144489"/>
                </a:cubicBezTo>
                <a:cubicBezTo>
                  <a:pt x="7546621" y="175435"/>
                  <a:pt x="7546620" y="206380"/>
                  <a:pt x="7546620" y="237327"/>
                </a:cubicBezTo>
                <a:lnTo>
                  <a:pt x="7538884" y="245063"/>
                </a:lnTo>
                <a:cubicBezTo>
                  <a:pt x="7534611" y="244894"/>
                  <a:pt x="7531147" y="241598"/>
                  <a:pt x="7531147" y="237326"/>
                </a:cubicBezTo>
                <a:lnTo>
                  <a:pt x="7531147" y="144489"/>
                </a:lnTo>
                <a:cubicBezTo>
                  <a:pt x="7531147" y="140215"/>
                  <a:pt x="7534611" y="136752"/>
                  <a:pt x="7538884" y="136752"/>
                </a:cubicBezTo>
                <a:close/>
                <a:moveTo>
                  <a:pt x="7456888" y="136752"/>
                </a:moveTo>
                <a:cubicBezTo>
                  <a:pt x="7486798" y="136752"/>
                  <a:pt x="7511044" y="160998"/>
                  <a:pt x="7511044" y="190907"/>
                </a:cubicBezTo>
                <a:cubicBezTo>
                  <a:pt x="7511044" y="220816"/>
                  <a:pt x="7486798" y="245062"/>
                  <a:pt x="7456888" y="245063"/>
                </a:cubicBezTo>
                <a:cubicBezTo>
                  <a:pt x="7426978" y="245062"/>
                  <a:pt x="7402732" y="220816"/>
                  <a:pt x="7402732" y="190907"/>
                </a:cubicBezTo>
                <a:cubicBezTo>
                  <a:pt x="7402732" y="160998"/>
                  <a:pt x="7426978" y="136752"/>
                  <a:pt x="7456888" y="136752"/>
                </a:cubicBezTo>
                <a:close/>
                <a:moveTo>
                  <a:pt x="7374892" y="136752"/>
                </a:moveTo>
                <a:cubicBezTo>
                  <a:pt x="7379165" y="136920"/>
                  <a:pt x="7382629" y="140216"/>
                  <a:pt x="7382629" y="144489"/>
                </a:cubicBezTo>
                <a:cubicBezTo>
                  <a:pt x="7382629" y="175435"/>
                  <a:pt x="7382628" y="206380"/>
                  <a:pt x="7382628" y="237327"/>
                </a:cubicBezTo>
                <a:lnTo>
                  <a:pt x="7374892" y="245063"/>
                </a:lnTo>
                <a:cubicBezTo>
                  <a:pt x="7370619" y="245060"/>
                  <a:pt x="7367155" y="241598"/>
                  <a:pt x="7367155" y="237326"/>
                </a:cubicBezTo>
                <a:lnTo>
                  <a:pt x="7367155" y="144489"/>
                </a:lnTo>
                <a:cubicBezTo>
                  <a:pt x="7367155" y="140215"/>
                  <a:pt x="7370619" y="136752"/>
                  <a:pt x="7374892" y="136752"/>
                </a:cubicBezTo>
                <a:close/>
                <a:moveTo>
                  <a:pt x="7292896" y="136752"/>
                </a:moveTo>
                <a:cubicBezTo>
                  <a:pt x="7322805" y="136752"/>
                  <a:pt x="7347051" y="160998"/>
                  <a:pt x="7347051" y="190907"/>
                </a:cubicBezTo>
                <a:cubicBezTo>
                  <a:pt x="7347051" y="220816"/>
                  <a:pt x="7322805" y="245062"/>
                  <a:pt x="7292896" y="245063"/>
                </a:cubicBezTo>
                <a:cubicBezTo>
                  <a:pt x="7262987" y="245062"/>
                  <a:pt x="7238741" y="220816"/>
                  <a:pt x="7238741" y="190907"/>
                </a:cubicBezTo>
                <a:cubicBezTo>
                  <a:pt x="7238741" y="160998"/>
                  <a:pt x="7262987" y="136752"/>
                  <a:pt x="7292896" y="136752"/>
                </a:cubicBezTo>
                <a:close/>
                <a:moveTo>
                  <a:pt x="7210901" y="136752"/>
                </a:moveTo>
                <a:cubicBezTo>
                  <a:pt x="7215174" y="136920"/>
                  <a:pt x="7218638" y="140356"/>
                  <a:pt x="7218638" y="144489"/>
                </a:cubicBezTo>
                <a:cubicBezTo>
                  <a:pt x="7218638" y="175435"/>
                  <a:pt x="7218637" y="206380"/>
                  <a:pt x="7218637" y="237327"/>
                </a:cubicBezTo>
                <a:lnTo>
                  <a:pt x="7210901" y="245063"/>
                </a:lnTo>
                <a:cubicBezTo>
                  <a:pt x="7206628" y="245060"/>
                  <a:pt x="7203164" y="241598"/>
                  <a:pt x="7203164" y="237326"/>
                </a:cubicBezTo>
                <a:lnTo>
                  <a:pt x="7203164" y="144489"/>
                </a:lnTo>
                <a:cubicBezTo>
                  <a:pt x="7203164" y="140215"/>
                  <a:pt x="7206628" y="136752"/>
                  <a:pt x="7210901" y="136752"/>
                </a:cubicBezTo>
                <a:close/>
                <a:moveTo>
                  <a:pt x="7175777" y="136752"/>
                </a:moveTo>
                <a:cubicBezTo>
                  <a:pt x="7180050" y="136752"/>
                  <a:pt x="7183514" y="140216"/>
                  <a:pt x="7183514" y="144489"/>
                </a:cubicBezTo>
                <a:lnTo>
                  <a:pt x="7183514" y="237325"/>
                </a:lnTo>
                <a:cubicBezTo>
                  <a:pt x="7183514" y="241598"/>
                  <a:pt x="7180050" y="245062"/>
                  <a:pt x="7175777" y="245062"/>
                </a:cubicBezTo>
                <a:lnTo>
                  <a:pt x="7168041" y="237326"/>
                </a:lnTo>
                <a:cubicBezTo>
                  <a:pt x="7168041" y="206380"/>
                  <a:pt x="7168040" y="175435"/>
                  <a:pt x="7168040" y="144489"/>
                </a:cubicBezTo>
                <a:cubicBezTo>
                  <a:pt x="7168040" y="140214"/>
                  <a:pt x="7171504" y="136752"/>
                  <a:pt x="7175777" y="136752"/>
                </a:cubicBezTo>
                <a:close/>
                <a:moveTo>
                  <a:pt x="7140225" y="136752"/>
                </a:moveTo>
                <a:cubicBezTo>
                  <a:pt x="7144498" y="136752"/>
                  <a:pt x="7147962" y="140216"/>
                  <a:pt x="7147962" y="144489"/>
                </a:cubicBezTo>
                <a:lnTo>
                  <a:pt x="7147962" y="237325"/>
                </a:lnTo>
                <a:cubicBezTo>
                  <a:pt x="7147962" y="241598"/>
                  <a:pt x="7144498" y="245062"/>
                  <a:pt x="7140225" y="245062"/>
                </a:cubicBezTo>
                <a:lnTo>
                  <a:pt x="7132489" y="237326"/>
                </a:lnTo>
                <a:cubicBezTo>
                  <a:pt x="7132489" y="206380"/>
                  <a:pt x="7132488" y="175435"/>
                  <a:pt x="7132488" y="144489"/>
                </a:cubicBezTo>
                <a:cubicBezTo>
                  <a:pt x="7132488" y="140214"/>
                  <a:pt x="7135952" y="136752"/>
                  <a:pt x="7140225" y="136752"/>
                </a:cubicBezTo>
                <a:close/>
                <a:moveTo>
                  <a:pt x="7058230" y="136752"/>
                </a:moveTo>
                <a:cubicBezTo>
                  <a:pt x="7088139" y="136752"/>
                  <a:pt x="7112385" y="160998"/>
                  <a:pt x="7112385" y="190907"/>
                </a:cubicBezTo>
                <a:cubicBezTo>
                  <a:pt x="7112385" y="220816"/>
                  <a:pt x="7088139" y="245062"/>
                  <a:pt x="7058230" y="245062"/>
                </a:cubicBezTo>
                <a:cubicBezTo>
                  <a:pt x="7028321" y="244933"/>
                  <a:pt x="7004075" y="220687"/>
                  <a:pt x="7004075" y="190907"/>
                </a:cubicBezTo>
                <a:cubicBezTo>
                  <a:pt x="7004075" y="160998"/>
                  <a:pt x="7028321" y="136752"/>
                  <a:pt x="7058230" y="136752"/>
                </a:cubicBezTo>
                <a:close/>
                <a:moveTo>
                  <a:pt x="6929815" y="136752"/>
                </a:moveTo>
                <a:cubicBezTo>
                  <a:pt x="6959725" y="136752"/>
                  <a:pt x="6983971" y="160998"/>
                  <a:pt x="6983971" y="190907"/>
                </a:cubicBezTo>
                <a:cubicBezTo>
                  <a:pt x="6983971" y="220816"/>
                  <a:pt x="6959725" y="245062"/>
                  <a:pt x="6929815" y="245062"/>
                </a:cubicBezTo>
                <a:cubicBezTo>
                  <a:pt x="6899905" y="245062"/>
                  <a:pt x="6875659" y="220816"/>
                  <a:pt x="6875659" y="190907"/>
                </a:cubicBezTo>
                <a:cubicBezTo>
                  <a:pt x="6875659" y="160998"/>
                  <a:pt x="6899905" y="136752"/>
                  <a:pt x="6929815" y="136752"/>
                </a:cubicBezTo>
                <a:close/>
                <a:moveTo>
                  <a:pt x="6847819" y="136752"/>
                </a:moveTo>
                <a:cubicBezTo>
                  <a:pt x="6852092" y="136883"/>
                  <a:pt x="6855556" y="140347"/>
                  <a:pt x="6855556" y="144489"/>
                </a:cubicBezTo>
                <a:lnTo>
                  <a:pt x="6855556" y="237325"/>
                </a:lnTo>
                <a:lnTo>
                  <a:pt x="6847819" y="245062"/>
                </a:lnTo>
                <a:cubicBezTo>
                  <a:pt x="6843547" y="245063"/>
                  <a:pt x="6840083" y="241599"/>
                  <a:pt x="6840083" y="237326"/>
                </a:cubicBezTo>
                <a:cubicBezTo>
                  <a:pt x="6840083" y="206380"/>
                  <a:pt x="6840082" y="175435"/>
                  <a:pt x="6840082" y="144489"/>
                </a:cubicBezTo>
                <a:cubicBezTo>
                  <a:pt x="6840082" y="140214"/>
                  <a:pt x="6843546" y="136752"/>
                  <a:pt x="6847819" y="136752"/>
                </a:cubicBezTo>
                <a:close/>
                <a:moveTo>
                  <a:pt x="6765823" y="136752"/>
                </a:moveTo>
                <a:cubicBezTo>
                  <a:pt x="6795733" y="136752"/>
                  <a:pt x="6819979" y="160998"/>
                  <a:pt x="6819979" y="190907"/>
                </a:cubicBezTo>
                <a:cubicBezTo>
                  <a:pt x="6819979" y="220816"/>
                  <a:pt x="6795733" y="245062"/>
                  <a:pt x="6765823" y="245062"/>
                </a:cubicBezTo>
                <a:cubicBezTo>
                  <a:pt x="6735913" y="245062"/>
                  <a:pt x="6711667" y="220816"/>
                  <a:pt x="6711667" y="190907"/>
                </a:cubicBezTo>
                <a:cubicBezTo>
                  <a:pt x="6711667" y="160998"/>
                  <a:pt x="6735913" y="136752"/>
                  <a:pt x="6765823" y="136752"/>
                </a:cubicBezTo>
                <a:close/>
                <a:moveTo>
                  <a:pt x="6683828" y="136752"/>
                </a:moveTo>
                <a:cubicBezTo>
                  <a:pt x="6688101" y="136752"/>
                  <a:pt x="6691565" y="140216"/>
                  <a:pt x="6691565" y="144489"/>
                </a:cubicBezTo>
                <a:lnTo>
                  <a:pt x="6691565" y="237325"/>
                </a:lnTo>
                <a:cubicBezTo>
                  <a:pt x="6691565" y="241598"/>
                  <a:pt x="6688101" y="245062"/>
                  <a:pt x="6683828" y="245062"/>
                </a:cubicBezTo>
                <a:lnTo>
                  <a:pt x="6676092" y="237326"/>
                </a:lnTo>
                <a:cubicBezTo>
                  <a:pt x="6676092" y="206380"/>
                  <a:pt x="6676091" y="175435"/>
                  <a:pt x="6676091" y="144489"/>
                </a:cubicBezTo>
                <a:cubicBezTo>
                  <a:pt x="6676091" y="140214"/>
                  <a:pt x="6679555" y="136752"/>
                  <a:pt x="6683828" y="136752"/>
                </a:cubicBezTo>
                <a:close/>
                <a:moveTo>
                  <a:pt x="6648251" y="136752"/>
                </a:moveTo>
                <a:cubicBezTo>
                  <a:pt x="6652524" y="136752"/>
                  <a:pt x="6655988" y="140216"/>
                  <a:pt x="6655988" y="144489"/>
                </a:cubicBezTo>
                <a:lnTo>
                  <a:pt x="6655988" y="237325"/>
                </a:lnTo>
                <a:cubicBezTo>
                  <a:pt x="6655988" y="241598"/>
                  <a:pt x="6652524" y="245062"/>
                  <a:pt x="6648251" y="245062"/>
                </a:cubicBezTo>
                <a:lnTo>
                  <a:pt x="6640515" y="237326"/>
                </a:lnTo>
                <a:cubicBezTo>
                  <a:pt x="6640515" y="206380"/>
                  <a:pt x="6640514" y="175435"/>
                  <a:pt x="6640514" y="144489"/>
                </a:cubicBezTo>
                <a:cubicBezTo>
                  <a:pt x="6640514" y="140214"/>
                  <a:pt x="6643978" y="136752"/>
                  <a:pt x="6648251" y="136752"/>
                </a:cubicBezTo>
                <a:close/>
                <a:moveTo>
                  <a:pt x="6566255" y="136752"/>
                </a:moveTo>
                <a:cubicBezTo>
                  <a:pt x="6596165" y="136752"/>
                  <a:pt x="6620411" y="160998"/>
                  <a:pt x="6620411" y="190907"/>
                </a:cubicBezTo>
                <a:cubicBezTo>
                  <a:pt x="6620411" y="220816"/>
                  <a:pt x="6596165" y="245062"/>
                  <a:pt x="6566255" y="245062"/>
                </a:cubicBezTo>
                <a:cubicBezTo>
                  <a:pt x="6536345" y="245062"/>
                  <a:pt x="6512099" y="220816"/>
                  <a:pt x="6512099" y="190907"/>
                </a:cubicBezTo>
                <a:cubicBezTo>
                  <a:pt x="6512099" y="160998"/>
                  <a:pt x="6536345" y="136752"/>
                  <a:pt x="6566255" y="136752"/>
                </a:cubicBezTo>
                <a:close/>
                <a:moveTo>
                  <a:pt x="6437840" y="136752"/>
                </a:moveTo>
                <a:cubicBezTo>
                  <a:pt x="6467750" y="136752"/>
                  <a:pt x="6491996" y="160998"/>
                  <a:pt x="6491996" y="190907"/>
                </a:cubicBezTo>
                <a:cubicBezTo>
                  <a:pt x="6491996" y="220816"/>
                  <a:pt x="6467750" y="245062"/>
                  <a:pt x="6437840" y="245062"/>
                </a:cubicBezTo>
                <a:cubicBezTo>
                  <a:pt x="6407930" y="245062"/>
                  <a:pt x="6383684" y="220816"/>
                  <a:pt x="6383684" y="190907"/>
                </a:cubicBezTo>
                <a:cubicBezTo>
                  <a:pt x="6383684" y="160998"/>
                  <a:pt x="6407930" y="136752"/>
                  <a:pt x="6437840" y="136752"/>
                </a:cubicBezTo>
                <a:close/>
                <a:moveTo>
                  <a:pt x="6355844" y="136752"/>
                </a:moveTo>
                <a:cubicBezTo>
                  <a:pt x="6360117" y="136752"/>
                  <a:pt x="6363581" y="140216"/>
                  <a:pt x="6363581" y="144489"/>
                </a:cubicBezTo>
                <a:lnTo>
                  <a:pt x="6363581" y="237325"/>
                </a:lnTo>
                <a:cubicBezTo>
                  <a:pt x="6363581" y="241598"/>
                  <a:pt x="6360117" y="245062"/>
                  <a:pt x="6355844" y="245062"/>
                </a:cubicBezTo>
                <a:lnTo>
                  <a:pt x="6348108" y="237326"/>
                </a:lnTo>
                <a:cubicBezTo>
                  <a:pt x="6348108" y="206380"/>
                  <a:pt x="6348107" y="175435"/>
                  <a:pt x="6348107" y="144489"/>
                </a:cubicBezTo>
                <a:cubicBezTo>
                  <a:pt x="6348107" y="140214"/>
                  <a:pt x="6351571" y="136752"/>
                  <a:pt x="6355844" y="136752"/>
                </a:cubicBezTo>
                <a:close/>
                <a:moveTo>
                  <a:pt x="6320267" y="136752"/>
                </a:moveTo>
                <a:cubicBezTo>
                  <a:pt x="6324540" y="136752"/>
                  <a:pt x="6328004" y="140216"/>
                  <a:pt x="6328004" y="144489"/>
                </a:cubicBezTo>
                <a:lnTo>
                  <a:pt x="6328004" y="237325"/>
                </a:lnTo>
                <a:cubicBezTo>
                  <a:pt x="6328004" y="241598"/>
                  <a:pt x="6324540" y="245062"/>
                  <a:pt x="6320267" y="245062"/>
                </a:cubicBezTo>
                <a:lnTo>
                  <a:pt x="6312531" y="237326"/>
                </a:lnTo>
                <a:cubicBezTo>
                  <a:pt x="6312531" y="206380"/>
                  <a:pt x="6312530" y="175435"/>
                  <a:pt x="6312530" y="144489"/>
                </a:cubicBezTo>
                <a:cubicBezTo>
                  <a:pt x="6312530" y="140214"/>
                  <a:pt x="6315994" y="136752"/>
                  <a:pt x="6320267" y="136752"/>
                </a:cubicBezTo>
                <a:close/>
                <a:moveTo>
                  <a:pt x="6238271" y="136752"/>
                </a:moveTo>
                <a:cubicBezTo>
                  <a:pt x="6268181" y="136752"/>
                  <a:pt x="6292427" y="160998"/>
                  <a:pt x="6292427" y="190907"/>
                </a:cubicBezTo>
                <a:cubicBezTo>
                  <a:pt x="6292427" y="220816"/>
                  <a:pt x="6268181" y="245062"/>
                  <a:pt x="6238271" y="245062"/>
                </a:cubicBezTo>
                <a:cubicBezTo>
                  <a:pt x="6208361" y="245062"/>
                  <a:pt x="6184115" y="220816"/>
                  <a:pt x="6184115" y="190907"/>
                </a:cubicBezTo>
                <a:cubicBezTo>
                  <a:pt x="6184115" y="160998"/>
                  <a:pt x="6208361" y="136752"/>
                  <a:pt x="6238271" y="136752"/>
                </a:cubicBezTo>
                <a:close/>
                <a:moveTo>
                  <a:pt x="6156276" y="136752"/>
                </a:moveTo>
                <a:cubicBezTo>
                  <a:pt x="6160549" y="136752"/>
                  <a:pt x="6164013" y="140216"/>
                  <a:pt x="6164013" y="144489"/>
                </a:cubicBezTo>
                <a:lnTo>
                  <a:pt x="6164013" y="237325"/>
                </a:lnTo>
                <a:lnTo>
                  <a:pt x="6156276" y="245062"/>
                </a:lnTo>
                <a:cubicBezTo>
                  <a:pt x="6152004" y="244927"/>
                  <a:pt x="6148540" y="241464"/>
                  <a:pt x="6148540" y="237326"/>
                </a:cubicBezTo>
                <a:cubicBezTo>
                  <a:pt x="6148540" y="206380"/>
                  <a:pt x="6148539" y="175435"/>
                  <a:pt x="6148539" y="144489"/>
                </a:cubicBezTo>
                <a:cubicBezTo>
                  <a:pt x="6148539" y="140214"/>
                  <a:pt x="6152003" y="136752"/>
                  <a:pt x="6156276" y="136752"/>
                </a:cubicBezTo>
                <a:close/>
                <a:moveTo>
                  <a:pt x="6120699" y="136752"/>
                </a:moveTo>
                <a:cubicBezTo>
                  <a:pt x="6124972" y="136752"/>
                  <a:pt x="6128436" y="140216"/>
                  <a:pt x="6128436" y="144489"/>
                </a:cubicBezTo>
                <a:lnTo>
                  <a:pt x="6128436" y="237325"/>
                </a:lnTo>
                <a:lnTo>
                  <a:pt x="6120699" y="245062"/>
                </a:lnTo>
                <a:cubicBezTo>
                  <a:pt x="6116427" y="244927"/>
                  <a:pt x="6112963" y="241599"/>
                  <a:pt x="6112963" y="237326"/>
                </a:cubicBezTo>
                <a:cubicBezTo>
                  <a:pt x="6112963" y="206380"/>
                  <a:pt x="6112962" y="175435"/>
                  <a:pt x="6112962" y="144489"/>
                </a:cubicBezTo>
                <a:cubicBezTo>
                  <a:pt x="6112962" y="140214"/>
                  <a:pt x="6116426" y="136752"/>
                  <a:pt x="6120699" y="136752"/>
                </a:cubicBezTo>
                <a:close/>
                <a:moveTo>
                  <a:pt x="6038703" y="136752"/>
                </a:moveTo>
                <a:cubicBezTo>
                  <a:pt x="6068613" y="136752"/>
                  <a:pt x="6092859" y="160998"/>
                  <a:pt x="6092859" y="190907"/>
                </a:cubicBezTo>
                <a:cubicBezTo>
                  <a:pt x="6092859" y="220816"/>
                  <a:pt x="6068613" y="245062"/>
                  <a:pt x="6038703" y="245062"/>
                </a:cubicBezTo>
                <a:cubicBezTo>
                  <a:pt x="6008793" y="244927"/>
                  <a:pt x="5984547" y="220816"/>
                  <a:pt x="5984547" y="190907"/>
                </a:cubicBezTo>
                <a:cubicBezTo>
                  <a:pt x="5984547" y="160998"/>
                  <a:pt x="6008793" y="136752"/>
                  <a:pt x="6038703" y="136752"/>
                </a:cubicBezTo>
                <a:close/>
                <a:moveTo>
                  <a:pt x="5956707" y="136752"/>
                </a:moveTo>
                <a:cubicBezTo>
                  <a:pt x="5960980" y="136752"/>
                  <a:pt x="5964444" y="140216"/>
                  <a:pt x="5964444" y="144489"/>
                </a:cubicBezTo>
                <a:lnTo>
                  <a:pt x="5964444" y="237325"/>
                </a:lnTo>
                <a:cubicBezTo>
                  <a:pt x="5964444" y="241598"/>
                  <a:pt x="5960980" y="245062"/>
                  <a:pt x="5956707" y="245062"/>
                </a:cubicBezTo>
                <a:lnTo>
                  <a:pt x="5948971" y="237326"/>
                </a:lnTo>
                <a:cubicBezTo>
                  <a:pt x="5948971" y="206380"/>
                  <a:pt x="5948970" y="175435"/>
                  <a:pt x="5948970" y="144489"/>
                </a:cubicBezTo>
                <a:cubicBezTo>
                  <a:pt x="5948970" y="140214"/>
                  <a:pt x="5952434" y="136752"/>
                  <a:pt x="5956707" y="136752"/>
                </a:cubicBezTo>
                <a:close/>
                <a:moveTo>
                  <a:pt x="5921130" y="136752"/>
                </a:moveTo>
                <a:cubicBezTo>
                  <a:pt x="5925403" y="136752"/>
                  <a:pt x="5928867" y="140216"/>
                  <a:pt x="5928867" y="144489"/>
                </a:cubicBezTo>
                <a:lnTo>
                  <a:pt x="5928867" y="237325"/>
                </a:lnTo>
                <a:cubicBezTo>
                  <a:pt x="5928867" y="241598"/>
                  <a:pt x="5925403" y="245062"/>
                  <a:pt x="5921130" y="245062"/>
                </a:cubicBezTo>
                <a:lnTo>
                  <a:pt x="5913394" y="237326"/>
                </a:lnTo>
                <a:cubicBezTo>
                  <a:pt x="5913394" y="206380"/>
                  <a:pt x="5913393" y="175435"/>
                  <a:pt x="5913393" y="144489"/>
                </a:cubicBezTo>
                <a:cubicBezTo>
                  <a:pt x="5913393" y="140214"/>
                  <a:pt x="5916857" y="136752"/>
                  <a:pt x="5921130" y="136752"/>
                </a:cubicBezTo>
                <a:close/>
                <a:moveTo>
                  <a:pt x="5839135" y="136752"/>
                </a:moveTo>
                <a:cubicBezTo>
                  <a:pt x="5869044" y="136752"/>
                  <a:pt x="5893290" y="160998"/>
                  <a:pt x="5893290" y="190907"/>
                </a:cubicBezTo>
                <a:cubicBezTo>
                  <a:pt x="5893290" y="220816"/>
                  <a:pt x="5869044" y="245062"/>
                  <a:pt x="5839135" y="245062"/>
                </a:cubicBezTo>
                <a:cubicBezTo>
                  <a:pt x="5809226" y="245062"/>
                  <a:pt x="5784980" y="220816"/>
                  <a:pt x="5784980" y="190907"/>
                </a:cubicBezTo>
                <a:cubicBezTo>
                  <a:pt x="5784980" y="160998"/>
                  <a:pt x="5809226" y="136752"/>
                  <a:pt x="5839135" y="136752"/>
                </a:cubicBezTo>
                <a:close/>
                <a:moveTo>
                  <a:pt x="5710720" y="136752"/>
                </a:moveTo>
                <a:cubicBezTo>
                  <a:pt x="5740630" y="136752"/>
                  <a:pt x="5764876" y="160998"/>
                  <a:pt x="5764876" y="190907"/>
                </a:cubicBezTo>
                <a:cubicBezTo>
                  <a:pt x="5764876" y="220816"/>
                  <a:pt x="5740630" y="245062"/>
                  <a:pt x="5710720" y="245062"/>
                </a:cubicBezTo>
                <a:cubicBezTo>
                  <a:pt x="5680810" y="245062"/>
                  <a:pt x="5656564" y="220816"/>
                  <a:pt x="5656564" y="190907"/>
                </a:cubicBezTo>
                <a:cubicBezTo>
                  <a:pt x="5656564" y="160998"/>
                  <a:pt x="5680810" y="136752"/>
                  <a:pt x="5710720" y="136752"/>
                </a:cubicBezTo>
                <a:close/>
                <a:moveTo>
                  <a:pt x="5628724" y="136752"/>
                </a:moveTo>
                <a:cubicBezTo>
                  <a:pt x="5632997" y="136752"/>
                  <a:pt x="5636461" y="140216"/>
                  <a:pt x="5636461" y="144489"/>
                </a:cubicBezTo>
                <a:lnTo>
                  <a:pt x="5636461" y="237325"/>
                </a:lnTo>
                <a:cubicBezTo>
                  <a:pt x="5636461" y="241598"/>
                  <a:pt x="5632997" y="245062"/>
                  <a:pt x="5628724" y="245062"/>
                </a:cubicBezTo>
                <a:lnTo>
                  <a:pt x="5620988" y="237326"/>
                </a:lnTo>
                <a:cubicBezTo>
                  <a:pt x="5620988" y="206380"/>
                  <a:pt x="5620987" y="175435"/>
                  <a:pt x="5620987" y="144489"/>
                </a:cubicBezTo>
                <a:cubicBezTo>
                  <a:pt x="5620987" y="140214"/>
                  <a:pt x="5624451" y="136752"/>
                  <a:pt x="5628724" y="136752"/>
                </a:cubicBezTo>
                <a:close/>
                <a:moveTo>
                  <a:pt x="5546729" y="136752"/>
                </a:moveTo>
                <a:cubicBezTo>
                  <a:pt x="5576639" y="136891"/>
                  <a:pt x="5600885" y="161137"/>
                  <a:pt x="5600885" y="190907"/>
                </a:cubicBezTo>
                <a:cubicBezTo>
                  <a:pt x="5600885" y="220816"/>
                  <a:pt x="5576639" y="245062"/>
                  <a:pt x="5546729" y="245062"/>
                </a:cubicBezTo>
                <a:cubicBezTo>
                  <a:pt x="5516819" y="245062"/>
                  <a:pt x="5492573" y="220816"/>
                  <a:pt x="5492573" y="190907"/>
                </a:cubicBezTo>
                <a:cubicBezTo>
                  <a:pt x="5492573" y="160998"/>
                  <a:pt x="5516819" y="136752"/>
                  <a:pt x="5546729" y="136752"/>
                </a:cubicBezTo>
                <a:close/>
                <a:moveTo>
                  <a:pt x="5464733" y="136752"/>
                </a:moveTo>
                <a:cubicBezTo>
                  <a:pt x="5469006" y="136752"/>
                  <a:pt x="5472470" y="140216"/>
                  <a:pt x="5472470" y="144489"/>
                </a:cubicBezTo>
                <a:lnTo>
                  <a:pt x="5472470" y="237325"/>
                </a:lnTo>
                <a:cubicBezTo>
                  <a:pt x="5472470" y="241598"/>
                  <a:pt x="5469006" y="245062"/>
                  <a:pt x="5464733" y="245062"/>
                </a:cubicBezTo>
                <a:lnTo>
                  <a:pt x="5456997" y="237326"/>
                </a:lnTo>
                <a:cubicBezTo>
                  <a:pt x="5456997" y="206380"/>
                  <a:pt x="5456996" y="175435"/>
                  <a:pt x="5456996" y="144489"/>
                </a:cubicBezTo>
                <a:cubicBezTo>
                  <a:pt x="5456996" y="140214"/>
                  <a:pt x="5460460" y="136752"/>
                  <a:pt x="5464733" y="136752"/>
                </a:cubicBezTo>
                <a:close/>
                <a:moveTo>
                  <a:pt x="5429156" y="136752"/>
                </a:moveTo>
                <a:cubicBezTo>
                  <a:pt x="5433429" y="136752"/>
                  <a:pt x="5436893" y="140216"/>
                  <a:pt x="5436893" y="144489"/>
                </a:cubicBezTo>
                <a:lnTo>
                  <a:pt x="5436893" y="237325"/>
                </a:lnTo>
                <a:cubicBezTo>
                  <a:pt x="5436893" y="241598"/>
                  <a:pt x="5433429" y="245062"/>
                  <a:pt x="5429156" y="245062"/>
                </a:cubicBezTo>
                <a:lnTo>
                  <a:pt x="5421420" y="237326"/>
                </a:lnTo>
                <a:cubicBezTo>
                  <a:pt x="5421420" y="206380"/>
                  <a:pt x="5421419" y="175435"/>
                  <a:pt x="5421419" y="144489"/>
                </a:cubicBezTo>
                <a:cubicBezTo>
                  <a:pt x="5421419" y="140214"/>
                  <a:pt x="5424883" y="136752"/>
                  <a:pt x="5429156" y="136752"/>
                </a:cubicBezTo>
                <a:close/>
                <a:moveTo>
                  <a:pt x="5347160" y="136752"/>
                </a:moveTo>
                <a:cubicBezTo>
                  <a:pt x="5377070" y="136752"/>
                  <a:pt x="5401316" y="160998"/>
                  <a:pt x="5401316" y="190907"/>
                </a:cubicBezTo>
                <a:cubicBezTo>
                  <a:pt x="5401316" y="220816"/>
                  <a:pt x="5377070" y="245062"/>
                  <a:pt x="5347160" y="245062"/>
                </a:cubicBezTo>
                <a:cubicBezTo>
                  <a:pt x="5317250" y="245062"/>
                  <a:pt x="5293004" y="220816"/>
                  <a:pt x="5293004" y="190907"/>
                </a:cubicBezTo>
                <a:cubicBezTo>
                  <a:pt x="5293004" y="160998"/>
                  <a:pt x="5317250" y="136752"/>
                  <a:pt x="5347160" y="136752"/>
                </a:cubicBezTo>
                <a:close/>
                <a:moveTo>
                  <a:pt x="5218745" y="136752"/>
                </a:moveTo>
                <a:cubicBezTo>
                  <a:pt x="5248655" y="136752"/>
                  <a:pt x="5272901" y="160998"/>
                  <a:pt x="5272901" y="190907"/>
                </a:cubicBezTo>
                <a:cubicBezTo>
                  <a:pt x="5272901" y="220816"/>
                  <a:pt x="5248655" y="245062"/>
                  <a:pt x="5218745" y="245062"/>
                </a:cubicBezTo>
                <a:cubicBezTo>
                  <a:pt x="5188835" y="245062"/>
                  <a:pt x="5164589" y="220816"/>
                  <a:pt x="5164589" y="190907"/>
                </a:cubicBezTo>
                <a:cubicBezTo>
                  <a:pt x="5164589" y="160998"/>
                  <a:pt x="5188835" y="136752"/>
                  <a:pt x="5218745" y="136752"/>
                </a:cubicBezTo>
                <a:close/>
                <a:moveTo>
                  <a:pt x="5136749" y="136752"/>
                </a:moveTo>
                <a:cubicBezTo>
                  <a:pt x="5141022" y="136752"/>
                  <a:pt x="5144486" y="140216"/>
                  <a:pt x="5144486" y="144489"/>
                </a:cubicBezTo>
                <a:lnTo>
                  <a:pt x="5144486" y="237325"/>
                </a:lnTo>
                <a:lnTo>
                  <a:pt x="5136749" y="245062"/>
                </a:lnTo>
                <a:cubicBezTo>
                  <a:pt x="5132477" y="244920"/>
                  <a:pt x="5129013" y="241457"/>
                  <a:pt x="5129013" y="237326"/>
                </a:cubicBezTo>
                <a:cubicBezTo>
                  <a:pt x="5129013" y="206380"/>
                  <a:pt x="5129012" y="175435"/>
                  <a:pt x="5129012" y="144489"/>
                </a:cubicBezTo>
                <a:cubicBezTo>
                  <a:pt x="5129012" y="140214"/>
                  <a:pt x="5132476" y="136752"/>
                  <a:pt x="5136749" y="136752"/>
                </a:cubicBezTo>
                <a:close/>
                <a:moveTo>
                  <a:pt x="5101173" y="136752"/>
                </a:moveTo>
                <a:cubicBezTo>
                  <a:pt x="5105446" y="136752"/>
                  <a:pt x="5108910" y="140216"/>
                  <a:pt x="5108910" y="144489"/>
                </a:cubicBezTo>
                <a:lnTo>
                  <a:pt x="5108910" y="237325"/>
                </a:lnTo>
                <a:cubicBezTo>
                  <a:pt x="5108910" y="241598"/>
                  <a:pt x="5105446" y="245062"/>
                  <a:pt x="5101173" y="245062"/>
                </a:cubicBezTo>
                <a:lnTo>
                  <a:pt x="5093437" y="237326"/>
                </a:lnTo>
                <a:cubicBezTo>
                  <a:pt x="5093437" y="206380"/>
                  <a:pt x="5093436" y="175435"/>
                  <a:pt x="5093436" y="144489"/>
                </a:cubicBezTo>
                <a:cubicBezTo>
                  <a:pt x="5093436" y="140214"/>
                  <a:pt x="5096900" y="136752"/>
                  <a:pt x="5101173" y="136752"/>
                </a:cubicBezTo>
                <a:close/>
                <a:moveTo>
                  <a:pt x="5019177" y="136752"/>
                </a:moveTo>
                <a:cubicBezTo>
                  <a:pt x="5049087" y="136752"/>
                  <a:pt x="5073333" y="160998"/>
                  <a:pt x="5073333" y="190907"/>
                </a:cubicBezTo>
                <a:cubicBezTo>
                  <a:pt x="5073333" y="220816"/>
                  <a:pt x="5049087" y="245062"/>
                  <a:pt x="5019177" y="245062"/>
                </a:cubicBezTo>
                <a:cubicBezTo>
                  <a:pt x="4989267" y="245062"/>
                  <a:pt x="4965021" y="220816"/>
                  <a:pt x="4965021" y="190907"/>
                </a:cubicBezTo>
                <a:cubicBezTo>
                  <a:pt x="4965021" y="160998"/>
                  <a:pt x="4989267" y="136752"/>
                  <a:pt x="5019177" y="136752"/>
                </a:cubicBezTo>
                <a:close/>
                <a:moveTo>
                  <a:pt x="4937181" y="136752"/>
                </a:moveTo>
                <a:cubicBezTo>
                  <a:pt x="4941454" y="136895"/>
                  <a:pt x="4944918" y="140216"/>
                  <a:pt x="4944918" y="144489"/>
                </a:cubicBezTo>
                <a:lnTo>
                  <a:pt x="4944918" y="237325"/>
                </a:lnTo>
                <a:lnTo>
                  <a:pt x="4937181" y="245062"/>
                </a:lnTo>
                <a:cubicBezTo>
                  <a:pt x="4932909" y="245063"/>
                  <a:pt x="4929445" y="241599"/>
                  <a:pt x="4929445" y="237326"/>
                </a:cubicBezTo>
                <a:cubicBezTo>
                  <a:pt x="4929445" y="206380"/>
                  <a:pt x="4929444" y="175435"/>
                  <a:pt x="4929444" y="144489"/>
                </a:cubicBezTo>
                <a:cubicBezTo>
                  <a:pt x="4929444" y="140214"/>
                  <a:pt x="4932908" y="136752"/>
                  <a:pt x="4937181" y="136752"/>
                </a:cubicBezTo>
                <a:close/>
                <a:moveTo>
                  <a:pt x="4901604" y="136752"/>
                </a:moveTo>
                <a:cubicBezTo>
                  <a:pt x="4905877" y="136895"/>
                  <a:pt x="4909341" y="140347"/>
                  <a:pt x="4909341" y="144489"/>
                </a:cubicBezTo>
                <a:lnTo>
                  <a:pt x="4909341" y="237325"/>
                </a:lnTo>
                <a:lnTo>
                  <a:pt x="4901604" y="245062"/>
                </a:lnTo>
                <a:cubicBezTo>
                  <a:pt x="4897332" y="245063"/>
                  <a:pt x="4893868" y="241599"/>
                  <a:pt x="4893868" y="237326"/>
                </a:cubicBezTo>
                <a:cubicBezTo>
                  <a:pt x="4893868" y="206380"/>
                  <a:pt x="4893867" y="175435"/>
                  <a:pt x="4893867" y="144489"/>
                </a:cubicBezTo>
                <a:cubicBezTo>
                  <a:pt x="4893867" y="140214"/>
                  <a:pt x="4897331" y="136752"/>
                  <a:pt x="4901604" y="136752"/>
                </a:cubicBezTo>
                <a:close/>
                <a:moveTo>
                  <a:pt x="4819608" y="136752"/>
                </a:moveTo>
                <a:cubicBezTo>
                  <a:pt x="4849518" y="136752"/>
                  <a:pt x="4873764" y="160998"/>
                  <a:pt x="4873764" y="190907"/>
                </a:cubicBezTo>
                <a:cubicBezTo>
                  <a:pt x="4873764" y="220816"/>
                  <a:pt x="4849518" y="245062"/>
                  <a:pt x="4819608" y="245062"/>
                </a:cubicBezTo>
                <a:cubicBezTo>
                  <a:pt x="4789698" y="245062"/>
                  <a:pt x="4765452" y="220816"/>
                  <a:pt x="4765452" y="190907"/>
                </a:cubicBezTo>
                <a:cubicBezTo>
                  <a:pt x="4765452" y="160998"/>
                  <a:pt x="4789698" y="136752"/>
                  <a:pt x="4819608" y="136752"/>
                </a:cubicBezTo>
                <a:close/>
                <a:moveTo>
                  <a:pt x="4737613" y="136752"/>
                </a:moveTo>
                <a:cubicBezTo>
                  <a:pt x="4741886" y="136752"/>
                  <a:pt x="4745350" y="140216"/>
                  <a:pt x="4745350" y="144489"/>
                </a:cubicBezTo>
                <a:cubicBezTo>
                  <a:pt x="4745350" y="175435"/>
                  <a:pt x="4745349" y="206380"/>
                  <a:pt x="4745349" y="237326"/>
                </a:cubicBezTo>
                <a:lnTo>
                  <a:pt x="4737613" y="245062"/>
                </a:lnTo>
                <a:cubicBezTo>
                  <a:pt x="4733340" y="244912"/>
                  <a:pt x="4729876" y="241448"/>
                  <a:pt x="4729876" y="237325"/>
                </a:cubicBezTo>
                <a:lnTo>
                  <a:pt x="4729876" y="144489"/>
                </a:lnTo>
                <a:cubicBezTo>
                  <a:pt x="4729876" y="140214"/>
                  <a:pt x="4733340" y="136752"/>
                  <a:pt x="4737613" y="136752"/>
                </a:cubicBezTo>
                <a:close/>
                <a:moveTo>
                  <a:pt x="4655617" y="136752"/>
                </a:moveTo>
                <a:cubicBezTo>
                  <a:pt x="4685527" y="136752"/>
                  <a:pt x="4709773" y="160998"/>
                  <a:pt x="4709773" y="190907"/>
                </a:cubicBezTo>
                <a:cubicBezTo>
                  <a:pt x="4709773" y="220816"/>
                  <a:pt x="4685527" y="245062"/>
                  <a:pt x="4655617" y="245062"/>
                </a:cubicBezTo>
                <a:cubicBezTo>
                  <a:pt x="4625707" y="245062"/>
                  <a:pt x="4601461" y="220816"/>
                  <a:pt x="4601461" y="190907"/>
                </a:cubicBezTo>
                <a:cubicBezTo>
                  <a:pt x="4601461" y="160998"/>
                  <a:pt x="4625707" y="136752"/>
                  <a:pt x="4655617" y="136752"/>
                </a:cubicBezTo>
                <a:close/>
                <a:moveTo>
                  <a:pt x="4573622" y="136752"/>
                </a:moveTo>
                <a:cubicBezTo>
                  <a:pt x="4577895" y="136752"/>
                  <a:pt x="4581359" y="140216"/>
                  <a:pt x="4581359" y="144489"/>
                </a:cubicBezTo>
                <a:cubicBezTo>
                  <a:pt x="4581359" y="175435"/>
                  <a:pt x="4581358" y="206380"/>
                  <a:pt x="4581358" y="237326"/>
                </a:cubicBezTo>
                <a:lnTo>
                  <a:pt x="4573622" y="245062"/>
                </a:lnTo>
                <a:cubicBezTo>
                  <a:pt x="4569349" y="244912"/>
                  <a:pt x="4565885" y="241598"/>
                  <a:pt x="4565885" y="237325"/>
                </a:cubicBezTo>
                <a:lnTo>
                  <a:pt x="4565885" y="144489"/>
                </a:lnTo>
                <a:cubicBezTo>
                  <a:pt x="4565885" y="140214"/>
                  <a:pt x="4569349" y="136752"/>
                  <a:pt x="4573622" y="136752"/>
                </a:cubicBezTo>
                <a:close/>
                <a:moveTo>
                  <a:pt x="4491626" y="136752"/>
                </a:moveTo>
                <a:cubicBezTo>
                  <a:pt x="4521536" y="136752"/>
                  <a:pt x="4545782" y="160998"/>
                  <a:pt x="4545782" y="190907"/>
                </a:cubicBezTo>
                <a:cubicBezTo>
                  <a:pt x="4545782" y="220816"/>
                  <a:pt x="4521536" y="245062"/>
                  <a:pt x="4491626" y="245062"/>
                </a:cubicBezTo>
                <a:cubicBezTo>
                  <a:pt x="4461716" y="245062"/>
                  <a:pt x="4437470" y="220816"/>
                  <a:pt x="4437470" y="190907"/>
                </a:cubicBezTo>
                <a:cubicBezTo>
                  <a:pt x="4437470" y="160998"/>
                  <a:pt x="4461716" y="136752"/>
                  <a:pt x="4491626" y="136752"/>
                </a:cubicBezTo>
                <a:close/>
                <a:moveTo>
                  <a:pt x="4409630" y="136752"/>
                </a:moveTo>
                <a:cubicBezTo>
                  <a:pt x="4413903" y="136902"/>
                  <a:pt x="4417367" y="140216"/>
                  <a:pt x="4417367" y="144489"/>
                </a:cubicBezTo>
                <a:cubicBezTo>
                  <a:pt x="4417367" y="175435"/>
                  <a:pt x="4417366" y="206380"/>
                  <a:pt x="4417366" y="237326"/>
                </a:cubicBezTo>
                <a:lnTo>
                  <a:pt x="4409630" y="245062"/>
                </a:lnTo>
                <a:cubicBezTo>
                  <a:pt x="4405357" y="245062"/>
                  <a:pt x="4401893" y="241598"/>
                  <a:pt x="4401893" y="237325"/>
                </a:cubicBezTo>
                <a:lnTo>
                  <a:pt x="4401893" y="144489"/>
                </a:lnTo>
                <a:cubicBezTo>
                  <a:pt x="4401893" y="140214"/>
                  <a:pt x="4405357" y="136752"/>
                  <a:pt x="4409630" y="136752"/>
                </a:cubicBezTo>
                <a:close/>
                <a:moveTo>
                  <a:pt x="4374053" y="136752"/>
                </a:moveTo>
                <a:cubicBezTo>
                  <a:pt x="4378326" y="136902"/>
                  <a:pt x="4381790" y="140216"/>
                  <a:pt x="4381790" y="144489"/>
                </a:cubicBezTo>
                <a:cubicBezTo>
                  <a:pt x="4381790" y="175435"/>
                  <a:pt x="4381789" y="206380"/>
                  <a:pt x="4381789" y="237326"/>
                </a:cubicBezTo>
                <a:lnTo>
                  <a:pt x="4374053" y="245062"/>
                </a:lnTo>
                <a:cubicBezTo>
                  <a:pt x="4369780" y="245062"/>
                  <a:pt x="4366316" y="241598"/>
                  <a:pt x="4366316" y="237325"/>
                </a:cubicBezTo>
                <a:lnTo>
                  <a:pt x="4366316" y="144489"/>
                </a:lnTo>
                <a:cubicBezTo>
                  <a:pt x="4366316" y="140214"/>
                  <a:pt x="4369780" y="136752"/>
                  <a:pt x="4374053" y="136752"/>
                </a:cubicBezTo>
                <a:close/>
                <a:moveTo>
                  <a:pt x="4292057" y="136752"/>
                </a:moveTo>
                <a:cubicBezTo>
                  <a:pt x="4321967" y="136752"/>
                  <a:pt x="4346213" y="160998"/>
                  <a:pt x="4346213" y="190907"/>
                </a:cubicBezTo>
                <a:cubicBezTo>
                  <a:pt x="4346213" y="220816"/>
                  <a:pt x="4321967" y="245062"/>
                  <a:pt x="4292057" y="245062"/>
                </a:cubicBezTo>
                <a:cubicBezTo>
                  <a:pt x="4262147" y="245062"/>
                  <a:pt x="4237901" y="220816"/>
                  <a:pt x="4237901" y="190907"/>
                </a:cubicBezTo>
                <a:cubicBezTo>
                  <a:pt x="4237901" y="160998"/>
                  <a:pt x="4262147" y="136752"/>
                  <a:pt x="4292057" y="136752"/>
                </a:cubicBezTo>
                <a:close/>
                <a:moveTo>
                  <a:pt x="4163642" y="136752"/>
                </a:moveTo>
                <a:cubicBezTo>
                  <a:pt x="4193552" y="136752"/>
                  <a:pt x="4217798" y="160998"/>
                  <a:pt x="4217798" y="190907"/>
                </a:cubicBezTo>
                <a:cubicBezTo>
                  <a:pt x="4217798" y="220816"/>
                  <a:pt x="4193552" y="245062"/>
                  <a:pt x="4163642" y="245062"/>
                </a:cubicBezTo>
                <a:cubicBezTo>
                  <a:pt x="4133732" y="245062"/>
                  <a:pt x="4109486" y="220816"/>
                  <a:pt x="4109486" y="190907"/>
                </a:cubicBezTo>
                <a:cubicBezTo>
                  <a:pt x="4109486" y="160998"/>
                  <a:pt x="4133732" y="136752"/>
                  <a:pt x="4163642" y="136752"/>
                </a:cubicBezTo>
                <a:close/>
                <a:moveTo>
                  <a:pt x="4081647" y="136752"/>
                </a:moveTo>
                <a:cubicBezTo>
                  <a:pt x="4085920" y="136752"/>
                  <a:pt x="4089384" y="140216"/>
                  <a:pt x="4089384" y="144489"/>
                </a:cubicBezTo>
                <a:cubicBezTo>
                  <a:pt x="4089384" y="175435"/>
                  <a:pt x="4089383" y="206380"/>
                  <a:pt x="4089383" y="237326"/>
                </a:cubicBezTo>
                <a:lnTo>
                  <a:pt x="4081647" y="245062"/>
                </a:lnTo>
                <a:cubicBezTo>
                  <a:pt x="4077374" y="245062"/>
                  <a:pt x="4073910" y="241598"/>
                  <a:pt x="4073910" y="237325"/>
                </a:cubicBezTo>
                <a:lnTo>
                  <a:pt x="4073910" y="144489"/>
                </a:lnTo>
                <a:cubicBezTo>
                  <a:pt x="4073910" y="140214"/>
                  <a:pt x="4077374" y="136752"/>
                  <a:pt x="4081647" y="136752"/>
                </a:cubicBezTo>
                <a:close/>
                <a:moveTo>
                  <a:pt x="4046070" y="136752"/>
                </a:moveTo>
                <a:cubicBezTo>
                  <a:pt x="4050343" y="136752"/>
                  <a:pt x="4053807" y="140216"/>
                  <a:pt x="4053807" y="144489"/>
                </a:cubicBezTo>
                <a:cubicBezTo>
                  <a:pt x="4053807" y="175435"/>
                  <a:pt x="4053806" y="206380"/>
                  <a:pt x="4053806" y="237326"/>
                </a:cubicBezTo>
                <a:lnTo>
                  <a:pt x="4046070" y="245062"/>
                </a:lnTo>
                <a:cubicBezTo>
                  <a:pt x="4041797" y="245062"/>
                  <a:pt x="4038333" y="241598"/>
                  <a:pt x="4038333" y="237325"/>
                </a:cubicBezTo>
                <a:lnTo>
                  <a:pt x="4038333" y="144489"/>
                </a:lnTo>
                <a:cubicBezTo>
                  <a:pt x="4038333" y="140214"/>
                  <a:pt x="4041797" y="136752"/>
                  <a:pt x="4046070" y="136752"/>
                </a:cubicBezTo>
                <a:close/>
                <a:moveTo>
                  <a:pt x="3964074" y="136752"/>
                </a:moveTo>
                <a:cubicBezTo>
                  <a:pt x="3993984" y="136752"/>
                  <a:pt x="4018230" y="160998"/>
                  <a:pt x="4018230" y="190907"/>
                </a:cubicBezTo>
                <a:cubicBezTo>
                  <a:pt x="4018230" y="220816"/>
                  <a:pt x="3993984" y="245062"/>
                  <a:pt x="3964074" y="245062"/>
                </a:cubicBezTo>
                <a:cubicBezTo>
                  <a:pt x="3934164" y="244915"/>
                  <a:pt x="3909918" y="220669"/>
                  <a:pt x="3909918" y="190907"/>
                </a:cubicBezTo>
                <a:cubicBezTo>
                  <a:pt x="3909918" y="160998"/>
                  <a:pt x="3934164" y="136752"/>
                  <a:pt x="3964074" y="136752"/>
                </a:cubicBezTo>
                <a:close/>
                <a:moveTo>
                  <a:pt x="3882078" y="136752"/>
                </a:moveTo>
                <a:cubicBezTo>
                  <a:pt x="3886351" y="136752"/>
                  <a:pt x="3889815" y="140216"/>
                  <a:pt x="3889815" y="144489"/>
                </a:cubicBezTo>
                <a:cubicBezTo>
                  <a:pt x="3889815" y="175435"/>
                  <a:pt x="3889814" y="206380"/>
                  <a:pt x="3889814" y="237326"/>
                </a:cubicBezTo>
                <a:lnTo>
                  <a:pt x="3882078" y="245062"/>
                </a:lnTo>
                <a:cubicBezTo>
                  <a:pt x="3877805" y="245062"/>
                  <a:pt x="3874341" y="241598"/>
                  <a:pt x="3874341" y="237325"/>
                </a:cubicBezTo>
                <a:lnTo>
                  <a:pt x="3874341" y="144489"/>
                </a:lnTo>
                <a:cubicBezTo>
                  <a:pt x="3874341" y="140214"/>
                  <a:pt x="3877805" y="136752"/>
                  <a:pt x="3882078" y="136752"/>
                </a:cubicBezTo>
                <a:close/>
                <a:moveTo>
                  <a:pt x="3846501" y="136752"/>
                </a:moveTo>
                <a:cubicBezTo>
                  <a:pt x="3850774" y="136752"/>
                  <a:pt x="3854238" y="140216"/>
                  <a:pt x="3854238" y="144489"/>
                </a:cubicBezTo>
                <a:cubicBezTo>
                  <a:pt x="3854238" y="175435"/>
                  <a:pt x="3854237" y="206380"/>
                  <a:pt x="3854237" y="237326"/>
                </a:cubicBezTo>
                <a:lnTo>
                  <a:pt x="3846501" y="245062"/>
                </a:lnTo>
                <a:cubicBezTo>
                  <a:pt x="3842228" y="245062"/>
                  <a:pt x="3838764" y="241598"/>
                  <a:pt x="3838764" y="237325"/>
                </a:cubicBezTo>
                <a:lnTo>
                  <a:pt x="3838764" y="144489"/>
                </a:lnTo>
                <a:cubicBezTo>
                  <a:pt x="3838764" y="140214"/>
                  <a:pt x="3842228" y="136752"/>
                  <a:pt x="3846501" y="136752"/>
                </a:cubicBezTo>
                <a:close/>
                <a:moveTo>
                  <a:pt x="3764505" y="136752"/>
                </a:moveTo>
                <a:cubicBezTo>
                  <a:pt x="3794415" y="136752"/>
                  <a:pt x="3818661" y="160998"/>
                  <a:pt x="3818661" y="190907"/>
                </a:cubicBezTo>
                <a:cubicBezTo>
                  <a:pt x="3818661" y="220816"/>
                  <a:pt x="3794415" y="245062"/>
                  <a:pt x="3764505" y="245062"/>
                </a:cubicBezTo>
                <a:cubicBezTo>
                  <a:pt x="3734595" y="245062"/>
                  <a:pt x="3710349" y="220816"/>
                  <a:pt x="3710349" y="190907"/>
                </a:cubicBezTo>
                <a:cubicBezTo>
                  <a:pt x="3710349" y="160998"/>
                  <a:pt x="3734595" y="136752"/>
                  <a:pt x="3764505" y="136752"/>
                </a:cubicBezTo>
                <a:close/>
                <a:moveTo>
                  <a:pt x="3636090" y="136752"/>
                </a:moveTo>
                <a:cubicBezTo>
                  <a:pt x="3665999" y="136752"/>
                  <a:pt x="3690245" y="160998"/>
                  <a:pt x="3690245" y="190907"/>
                </a:cubicBezTo>
                <a:cubicBezTo>
                  <a:pt x="3690245" y="220816"/>
                  <a:pt x="3665999" y="245062"/>
                  <a:pt x="3636090" y="245062"/>
                </a:cubicBezTo>
                <a:cubicBezTo>
                  <a:pt x="3606181" y="245062"/>
                  <a:pt x="3581935" y="220816"/>
                  <a:pt x="3581935" y="190907"/>
                </a:cubicBezTo>
                <a:cubicBezTo>
                  <a:pt x="3581935" y="160998"/>
                  <a:pt x="3606181" y="136752"/>
                  <a:pt x="3636090" y="136752"/>
                </a:cubicBezTo>
                <a:close/>
                <a:moveTo>
                  <a:pt x="3554095" y="136752"/>
                </a:moveTo>
                <a:cubicBezTo>
                  <a:pt x="3558368" y="136752"/>
                  <a:pt x="3561832" y="140216"/>
                  <a:pt x="3561832" y="144489"/>
                </a:cubicBezTo>
                <a:cubicBezTo>
                  <a:pt x="3561832" y="175435"/>
                  <a:pt x="3561831" y="206380"/>
                  <a:pt x="3561831" y="237326"/>
                </a:cubicBezTo>
                <a:lnTo>
                  <a:pt x="3554095" y="245062"/>
                </a:lnTo>
                <a:cubicBezTo>
                  <a:pt x="3549822" y="244918"/>
                  <a:pt x="3546358" y="241598"/>
                  <a:pt x="3546358" y="237325"/>
                </a:cubicBezTo>
                <a:lnTo>
                  <a:pt x="3546358" y="144489"/>
                </a:lnTo>
                <a:cubicBezTo>
                  <a:pt x="3546358" y="140214"/>
                  <a:pt x="3549822" y="136752"/>
                  <a:pt x="3554095" y="136752"/>
                </a:cubicBezTo>
                <a:close/>
                <a:moveTo>
                  <a:pt x="3518518" y="136752"/>
                </a:moveTo>
                <a:cubicBezTo>
                  <a:pt x="3522791" y="136752"/>
                  <a:pt x="3526255" y="140216"/>
                  <a:pt x="3526255" y="144489"/>
                </a:cubicBezTo>
                <a:lnTo>
                  <a:pt x="3526255" y="237325"/>
                </a:lnTo>
                <a:cubicBezTo>
                  <a:pt x="3526255" y="241598"/>
                  <a:pt x="3522791" y="245062"/>
                  <a:pt x="3518518" y="245062"/>
                </a:cubicBezTo>
                <a:lnTo>
                  <a:pt x="3510782" y="237326"/>
                </a:lnTo>
                <a:cubicBezTo>
                  <a:pt x="3510782" y="206380"/>
                  <a:pt x="3510781" y="175435"/>
                  <a:pt x="3510781" y="144489"/>
                </a:cubicBezTo>
                <a:cubicBezTo>
                  <a:pt x="3510781" y="140214"/>
                  <a:pt x="3514245" y="136752"/>
                  <a:pt x="3518518" y="136752"/>
                </a:cubicBezTo>
                <a:close/>
                <a:moveTo>
                  <a:pt x="3482941" y="136752"/>
                </a:moveTo>
                <a:cubicBezTo>
                  <a:pt x="3487214" y="136752"/>
                  <a:pt x="3490678" y="140216"/>
                  <a:pt x="3490678" y="144489"/>
                </a:cubicBezTo>
                <a:lnTo>
                  <a:pt x="3490678" y="237325"/>
                </a:lnTo>
                <a:cubicBezTo>
                  <a:pt x="3490678" y="241598"/>
                  <a:pt x="3487214" y="245062"/>
                  <a:pt x="3482941" y="245062"/>
                </a:cubicBezTo>
                <a:lnTo>
                  <a:pt x="3475205" y="237326"/>
                </a:lnTo>
                <a:cubicBezTo>
                  <a:pt x="3475205" y="206380"/>
                  <a:pt x="3475204" y="175435"/>
                  <a:pt x="3475204" y="144489"/>
                </a:cubicBezTo>
                <a:cubicBezTo>
                  <a:pt x="3475204" y="140214"/>
                  <a:pt x="3478668" y="136752"/>
                  <a:pt x="3482941" y="136752"/>
                </a:cubicBezTo>
                <a:close/>
                <a:moveTo>
                  <a:pt x="3400946" y="136752"/>
                </a:moveTo>
                <a:cubicBezTo>
                  <a:pt x="3430855" y="136752"/>
                  <a:pt x="3455101" y="160998"/>
                  <a:pt x="3455101" y="190907"/>
                </a:cubicBezTo>
                <a:cubicBezTo>
                  <a:pt x="3455101" y="220816"/>
                  <a:pt x="3430855" y="245062"/>
                  <a:pt x="3400946" y="245062"/>
                </a:cubicBezTo>
                <a:cubicBezTo>
                  <a:pt x="3371037" y="245062"/>
                  <a:pt x="3346791" y="220816"/>
                  <a:pt x="3346791" y="190907"/>
                </a:cubicBezTo>
                <a:cubicBezTo>
                  <a:pt x="3346791" y="160998"/>
                  <a:pt x="3371037" y="136752"/>
                  <a:pt x="3400946" y="136752"/>
                </a:cubicBezTo>
                <a:close/>
                <a:moveTo>
                  <a:pt x="3272531" y="136752"/>
                </a:moveTo>
                <a:cubicBezTo>
                  <a:pt x="3302441" y="136752"/>
                  <a:pt x="3326687" y="160998"/>
                  <a:pt x="3326687" y="190907"/>
                </a:cubicBezTo>
                <a:cubicBezTo>
                  <a:pt x="3326687" y="220816"/>
                  <a:pt x="3302441" y="245062"/>
                  <a:pt x="3272531" y="245062"/>
                </a:cubicBezTo>
                <a:cubicBezTo>
                  <a:pt x="3242621" y="245062"/>
                  <a:pt x="3218375" y="220816"/>
                  <a:pt x="3218375" y="190907"/>
                </a:cubicBezTo>
                <a:cubicBezTo>
                  <a:pt x="3218375" y="160998"/>
                  <a:pt x="3242621" y="136752"/>
                  <a:pt x="3272531" y="136752"/>
                </a:cubicBezTo>
                <a:close/>
                <a:moveTo>
                  <a:pt x="3190535" y="136752"/>
                </a:moveTo>
                <a:cubicBezTo>
                  <a:pt x="3194808" y="136752"/>
                  <a:pt x="3198272" y="140216"/>
                  <a:pt x="3198272" y="144489"/>
                </a:cubicBezTo>
                <a:lnTo>
                  <a:pt x="3198272" y="237325"/>
                </a:lnTo>
                <a:cubicBezTo>
                  <a:pt x="3198272" y="241598"/>
                  <a:pt x="3194808" y="245062"/>
                  <a:pt x="3190535" y="245062"/>
                </a:cubicBezTo>
                <a:lnTo>
                  <a:pt x="3182799" y="237326"/>
                </a:lnTo>
                <a:cubicBezTo>
                  <a:pt x="3182799" y="206380"/>
                  <a:pt x="3182798" y="175435"/>
                  <a:pt x="3182798" y="144489"/>
                </a:cubicBezTo>
                <a:cubicBezTo>
                  <a:pt x="3182798" y="140214"/>
                  <a:pt x="3186262" y="136752"/>
                  <a:pt x="3190535" y="136752"/>
                </a:cubicBezTo>
                <a:close/>
                <a:moveTo>
                  <a:pt x="3108539" y="136752"/>
                </a:moveTo>
                <a:cubicBezTo>
                  <a:pt x="3138449" y="136752"/>
                  <a:pt x="3162695" y="160998"/>
                  <a:pt x="3162695" y="190907"/>
                </a:cubicBezTo>
                <a:cubicBezTo>
                  <a:pt x="3162695" y="220816"/>
                  <a:pt x="3138449" y="245062"/>
                  <a:pt x="3108539" y="245062"/>
                </a:cubicBezTo>
                <a:cubicBezTo>
                  <a:pt x="3078629" y="245062"/>
                  <a:pt x="3054383" y="220816"/>
                  <a:pt x="3054383" y="190907"/>
                </a:cubicBezTo>
                <a:cubicBezTo>
                  <a:pt x="3054383" y="160998"/>
                  <a:pt x="3078629" y="136752"/>
                  <a:pt x="3108539" y="136752"/>
                </a:cubicBezTo>
                <a:close/>
                <a:moveTo>
                  <a:pt x="3026543" y="136752"/>
                </a:moveTo>
                <a:cubicBezTo>
                  <a:pt x="3030816" y="136752"/>
                  <a:pt x="3034280" y="140216"/>
                  <a:pt x="3034280" y="144489"/>
                </a:cubicBezTo>
                <a:lnTo>
                  <a:pt x="3034280" y="237325"/>
                </a:lnTo>
                <a:lnTo>
                  <a:pt x="3026543" y="245062"/>
                </a:lnTo>
                <a:cubicBezTo>
                  <a:pt x="3022271" y="244908"/>
                  <a:pt x="3018807" y="241599"/>
                  <a:pt x="3018807" y="237326"/>
                </a:cubicBezTo>
                <a:cubicBezTo>
                  <a:pt x="3018807" y="206380"/>
                  <a:pt x="3018806" y="175435"/>
                  <a:pt x="3018806" y="144489"/>
                </a:cubicBezTo>
                <a:cubicBezTo>
                  <a:pt x="3018806" y="140214"/>
                  <a:pt x="3022270" y="136752"/>
                  <a:pt x="3026543" y="136752"/>
                </a:cubicBezTo>
                <a:close/>
                <a:moveTo>
                  <a:pt x="2990966" y="136752"/>
                </a:moveTo>
                <a:cubicBezTo>
                  <a:pt x="2995239" y="136907"/>
                  <a:pt x="2998703" y="140216"/>
                  <a:pt x="2998703" y="144489"/>
                </a:cubicBezTo>
                <a:lnTo>
                  <a:pt x="2998703" y="237325"/>
                </a:lnTo>
                <a:lnTo>
                  <a:pt x="2990966" y="245062"/>
                </a:lnTo>
                <a:cubicBezTo>
                  <a:pt x="2986694" y="244909"/>
                  <a:pt x="2983230" y="241599"/>
                  <a:pt x="2983230" y="237326"/>
                </a:cubicBezTo>
                <a:cubicBezTo>
                  <a:pt x="2983230" y="206380"/>
                  <a:pt x="2983229" y="175435"/>
                  <a:pt x="2983229" y="144489"/>
                </a:cubicBezTo>
                <a:cubicBezTo>
                  <a:pt x="2983229" y="140214"/>
                  <a:pt x="2986693" y="136752"/>
                  <a:pt x="2990966" y="136752"/>
                </a:cubicBezTo>
                <a:close/>
                <a:moveTo>
                  <a:pt x="2908970" y="136752"/>
                </a:moveTo>
                <a:cubicBezTo>
                  <a:pt x="2938880" y="136752"/>
                  <a:pt x="2963126" y="160998"/>
                  <a:pt x="2963126" y="190907"/>
                </a:cubicBezTo>
                <a:cubicBezTo>
                  <a:pt x="2963126" y="220816"/>
                  <a:pt x="2938880" y="245062"/>
                  <a:pt x="2908970" y="245062"/>
                </a:cubicBezTo>
                <a:cubicBezTo>
                  <a:pt x="2879060" y="245062"/>
                  <a:pt x="2854814" y="220816"/>
                  <a:pt x="2854814" y="190907"/>
                </a:cubicBezTo>
                <a:cubicBezTo>
                  <a:pt x="2854814" y="160998"/>
                  <a:pt x="2879060" y="136752"/>
                  <a:pt x="2908970" y="136752"/>
                </a:cubicBezTo>
                <a:close/>
                <a:moveTo>
                  <a:pt x="2780556" y="136752"/>
                </a:moveTo>
                <a:cubicBezTo>
                  <a:pt x="2810466" y="136752"/>
                  <a:pt x="2834712" y="160998"/>
                  <a:pt x="2834712" y="190907"/>
                </a:cubicBezTo>
                <a:cubicBezTo>
                  <a:pt x="2834712" y="220816"/>
                  <a:pt x="2810466" y="245062"/>
                  <a:pt x="2780556" y="245062"/>
                </a:cubicBezTo>
                <a:cubicBezTo>
                  <a:pt x="2750646" y="245062"/>
                  <a:pt x="2726400" y="220816"/>
                  <a:pt x="2726400" y="190907"/>
                </a:cubicBezTo>
                <a:cubicBezTo>
                  <a:pt x="2726400" y="160998"/>
                  <a:pt x="2750646" y="136752"/>
                  <a:pt x="2780556" y="136752"/>
                </a:cubicBezTo>
                <a:close/>
                <a:moveTo>
                  <a:pt x="2698560" y="136752"/>
                </a:moveTo>
                <a:cubicBezTo>
                  <a:pt x="2702833" y="136752"/>
                  <a:pt x="2706297" y="140216"/>
                  <a:pt x="2706297" y="144489"/>
                </a:cubicBezTo>
                <a:lnTo>
                  <a:pt x="2706297" y="237325"/>
                </a:lnTo>
                <a:cubicBezTo>
                  <a:pt x="2706297" y="241598"/>
                  <a:pt x="2702833" y="245062"/>
                  <a:pt x="2698560" y="245062"/>
                </a:cubicBezTo>
                <a:lnTo>
                  <a:pt x="2690824" y="237326"/>
                </a:lnTo>
                <a:cubicBezTo>
                  <a:pt x="2690824" y="206380"/>
                  <a:pt x="2690823" y="175435"/>
                  <a:pt x="2690823" y="144489"/>
                </a:cubicBezTo>
                <a:cubicBezTo>
                  <a:pt x="2690823" y="140214"/>
                  <a:pt x="2694287" y="136752"/>
                  <a:pt x="2698560" y="136752"/>
                </a:cubicBezTo>
                <a:close/>
                <a:moveTo>
                  <a:pt x="2662983" y="136752"/>
                </a:moveTo>
                <a:cubicBezTo>
                  <a:pt x="2667256" y="136752"/>
                  <a:pt x="2670720" y="140216"/>
                  <a:pt x="2670720" y="144489"/>
                </a:cubicBezTo>
                <a:lnTo>
                  <a:pt x="2670720" y="237325"/>
                </a:lnTo>
                <a:cubicBezTo>
                  <a:pt x="2670720" y="241598"/>
                  <a:pt x="2667256" y="245062"/>
                  <a:pt x="2662983" y="245062"/>
                </a:cubicBezTo>
                <a:lnTo>
                  <a:pt x="2655247" y="237326"/>
                </a:lnTo>
                <a:cubicBezTo>
                  <a:pt x="2655247" y="206380"/>
                  <a:pt x="2655246" y="175435"/>
                  <a:pt x="2655246" y="144489"/>
                </a:cubicBezTo>
                <a:cubicBezTo>
                  <a:pt x="2655246" y="140214"/>
                  <a:pt x="2658710" y="136752"/>
                  <a:pt x="2662983" y="136752"/>
                </a:cubicBezTo>
                <a:close/>
                <a:moveTo>
                  <a:pt x="2580987" y="136752"/>
                </a:moveTo>
                <a:cubicBezTo>
                  <a:pt x="2610897" y="136752"/>
                  <a:pt x="2635143" y="160998"/>
                  <a:pt x="2635143" y="190907"/>
                </a:cubicBezTo>
                <a:cubicBezTo>
                  <a:pt x="2635143" y="220816"/>
                  <a:pt x="2610897" y="245062"/>
                  <a:pt x="2580987" y="245062"/>
                </a:cubicBezTo>
                <a:cubicBezTo>
                  <a:pt x="2551077" y="245062"/>
                  <a:pt x="2526831" y="220816"/>
                  <a:pt x="2526831" y="190907"/>
                </a:cubicBezTo>
                <a:cubicBezTo>
                  <a:pt x="2526831" y="160998"/>
                  <a:pt x="2551077" y="136752"/>
                  <a:pt x="2580987" y="136752"/>
                </a:cubicBezTo>
                <a:close/>
                <a:moveTo>
                  <a:pt x="2498991" y="136752"/>
                </a:moveTo>
                <a:cubicBezTo>
                  <a:pt x="2503264" y="136752"/>
                  <a:pt x="2506728" y="140216"/>
                  <a:pt x="2506728" y="144489"/>
                </a:cubicBezTo>
                <a:lnTo>
                  <a:pt x="2506728" y="237325"/>
                </a:lnTo>
                <a:cubicBezTo>
                  <a:pt x="2506728" y="241598"/>
                  <a:pt x="2503264" y="245062"/>
                  <a:pt x="2498991" y="245062"/>
                </a:cubicBezTo>
                <a:lnTo>
                  <a:pt x="2491255" y="237326"/>
                </a:lnTo>
                <a:cubicBezTo>
                  <a:pt x="2491255" y="206380"/>
                  <a:pt x="2491254" y="175435"/>
                  <a:pt x="2491254" y="144489"/>
                </a:cubicBezTo>
                <a:cubicBezTo>
                  <a:pt x="2491254" y="140214"/>
                  <a:pt x="2494718" y="136752"/>
                  <a:pt x="2498991" y="136752"/>
                </a:cubicBezTo>
                <a:close/>
                <a:moveTo>
                  <a:pt x="2463414" y="136752"/>
                </a:moveTo>
                <a:cubicBezTo>
                  <a:pt x="2467687" y="136752"/>
                  <a:pt x="2471151" y="140216"/>
                  <a:pt x="2471151" y="144489"/>
                </a:cubicBezTo>
                <a:lnTo>
                  <a:pt x="2471151" y="237325"/>
                </a:lnTo>
                <a:cubicBezTo>
                  <a:pt x="2471151" y="241598"/>
                  <a:pt x="2467687" y="245062"/>
                  <a:pt x="2463414" y="245062"/>
                </a:cubicBezTo>
                <a:lnTo>
                  <a:pt x="2455678" y="237326"/>
                </a:lnTo>
                <a:cubicBezTo>
                  <a:pt x="2455678" y="206380"/>
                  <a:pt x="2455677" y="175435"/>
                  <a:pt x="2455677" y="144489"/>
                </a:cubicBezTo>
                <a:cubicBezTo>
                  <a:pt x="2455677" y="140214"/>
                  <a:pt x="2459141" y="136752"/>
                  <a:pt x="2463414" y="136752"/>
                </a:cubicBezTo>
                <a:close/>
                <a:moveTo>
                  <a:pt x="2381419" y="136752"/>
                </a:moveTo>
                <a:cubicBezTo>
                  <a:pt x="2411329" y="136752"/>
                  <a:pt x="2435575" y="160998"/>
                  <a:pt x="2435575" y="190907"/>
                </a:cubicBezTo>
                <a:cubicBezTo>
                  <a:pt x="2435575" y="220816"/>
                  <a:pt x="2411329" y="245062"/>
                  <a:pt x="2381419" y="245062"/>
                </a:cubicBezTo>
                <a:cubicBezTo>
                  <a:pt x="2351509" y="245062"/>
                  <a:pt x="2327263" y="220816"/>
                  <a:pt x="2327263" y="190907"/>
                </a:cubicBezTo>
                <a:cubicBezTo>
                  <a:pt x="2327263" y="160998"/>
                  <a:pt x="2351509" y="136752"/>
                  <a:pt x="2381419" y="136752"/>
                </a:cubicBezTo>
                <a:close/>
                <a:moveTo>
                  <a:pt x="2253005" y="136752"/>
                </a:moveTo>
                <a:cubicBezTo>
                  <a:pt x="2282915" y="136752"/>
                  <a:pt x="2307161" y="160998"/>
                  <a:pt x="2307161" y="190907"/>
                </a:cubicBezTo>
                <a:cubicBezTo>
                  <a:pt x="2307161" y="220816"/>
                  <a:pt x="2282915" y="245062"/>
                  <a:pt x="2253005" y="245062"/>
                </a:cubicBezTo>
                <a:cubicBezTo>
                  <a:pt x="2223095" y="245062"/>
                  <a:pt x="2198849" y="220816"/>
                  <a:pt x="2198849" y="190907"/>
                </a:cubicBezTo>
                <a:cubicBezTo>
                  <a:pt x="2198849" y="160998"/>
                  <a:pt x="2223095" y="136752"/>
                  <a:pt x="2253005" y="136752"/>
                </a:cubicBezTo>
                <a:close/>
                <a:moveTo>
                  <a:pt x="2171009" y="136752"/>
                </a:moveTo>
                <a:cubicBezTo>
                  <a:pt x="2175282" y="136752"/>
                  <a:pt x="2178746" y="140216"/>
                  <a:pt x="2178746" y="144489"/>
                </a:cubicBezTo>
                <a:cubicBezTo>
                  <a:pt x="2178746" y="175435"/>
                  <a:pt x="2178745" y="206380"/>
                  <a:pt x="2178745" y="237326"/>
                </a:cubicBezTo>
                <a:lnTo>
                  <a:pt x="2171009" y="245062"/>
                </a:lnTo>
                <a:cubicBezTo>
                  <a:pt x="2166736" y="245062"/>
                  <a:pt x="2163272" y="241598"/>
                  <a:pt x="2163272" y="237325"/>
                </a:cubicBezTo>
                <a:lnTo>
                  <a:pt x="2163272" y="144489"/>
                </a:lnTo>
                <a:cubicBezTo>
                  <a:pt x="2163272" y="140214"/>
                  <a:pt x="2166736" y="136752"/>
                  <a:pt x="2171009" y="136752"/>
                </a:cubicBezTo>
                <a:close/>
                <a:moveTo>
                  <a:pt x="2135432" y="136752"/>
                </a:moveTo>
                <a:cubicBezTo>
                  <a:pt x="2139705" y="136752"/>
                  <a:pt x="2143169" y="140216"/>
                  <a:pt x="2143169" y="144489"/>
                </a:cubicBezTo>
                <a:cubicBezTo>
                  <a:pt x="2143169" y="175435"/>
                  <a:pt x="2143168" y="206380"/>
                  <a:pt x="2143168" y="237326"/>
                </a:cubicBezTo>
                <a:lnTo>
                  <a:pt x="2135432" y="245062"/>
                </a:lnTo>
                <a:cubicBezTo>
                  <a:pt x="2131159" y="245062"/>
                  <a:pt x="2127695" y="241598"/>
                  <a:pt x="2127695" y="237325"/>
                </a:cubicBezTo>
                <a:lnTo>
                  <a:pt x="2127695" y="144489"/>
                </a:lnTo>
                <a:cubicBezTo>
                  <a:pt x="2127695" y="140214"/>
                  <a:pt x="2131159" y="136752"/>
                  <a:pt x="2135432" y="136752"/>
                </a:cubicBezTo>
                <a:close/>
                <a:moveTo>
                  <a:pt x="2053436" y="136752"/>
                </a:moveTo>
                <a:cubicBezTo>
                  <a:pt x="2083346" y="136752"/>
                  <a:pt x="2107592" y="160998"/>
                  <a:pt x="2107592" y="190907"/>
                </a:cubicBezTo>
                <a:cubicBezTo>
                  <a:pt x="2107592" y="220816"/>
                  <a:pt x="2083346" y="245062"/>
                  <a:pt x="2053436" y="245062"/>
                </a:cubicBezTo>
                <a:cubicBezTo>
                  <a:pt x="2023526" y="245062"/>
                  <a:pt x="1999280" y="220816"/>
                  <a:pt x="1999280" y="190907"/>
                </a:cubicBezTo>
                <a:cubicBezTo>
                  <a:pt x="1999280" y="160998"/>
                  <a:pt x="2023526" y="136752"/>
                  <a:pt x="2053436" y="136752"/>
                </a:cubicBezTo>
                <a:close/>
                <a:moveTo>
                  <a:pt x="1971440" y="136752"/>
                </a:moveTo>
                <a:cubicBezTo>
                  <a:pt x="1975713" y="136752"/>
                  <a:pt x="1979177" y="140216"/>
                  <a:pt x="1979177" y="144489"/>
                </a:cubicBezTo>
                <a:cubicBezTo>
                  <a:pt x="1979177" y="175435"/>
                  <a:pt x="1979176" y="206380"/>
                  <a:pt x="1979176" y="237326"/>
                </a:cubicBezTo>
                <a:lnTo>
                  <a:pt x="1971440" y="245062"/>
                </a:lnTo>
                <a:cubicBezTo>
                  <a:pt x="1967167" y="244916"/>
                  <a:pt x="1963703" y="241598"/>
                  <a:pt x="1963703" y="237325"/>
                </a:cubicBezTo>
                <a:lnTo>
                  <a:pt x="1963703" y="144489"/>
                </a:lnTo>
                <a:cubicBezTo>
                  <a:pt x="1963703" y="140214"/>
                  <a:pt x="1967167" y="136752"/>
                  <a:pt x="1971440" y="136752"/>
                </a:cubicBezTo>
                <a:close/>
                <a:moveTo>
                  <a:pt x="1935864" y="136752"/>
                </a:moveTo>
                <a:cubicBezTo>
                  <a:pt x="1940137" y="136752"/>
                  <a:pt x="1943601" y="140216"/>
                  <a:pt x="1943601" y="144489"/>
                </a:cubicBezTo>
                <a:cubicBezTo>
                  <a:pt x="1943601" y="175435"/>
                  <a:pt x="1943600" y="206380"/>
                  <a:pt x="1943600" y="237326"/>
                </a:cubicBezTo>
                <a:lnTo>
                  <a:pt x="1935864" y="245062"/>
                </a:lnTo>
                <a:cubicBezTo>
                  <a:pt x="1931591" y="245062"/>
                  <a:pt x="1928127" y="241598"/>
                  <a:pt x="1928127" y="237325"/>
                </a:cubicBezTo>
                <a:lnTo>
                  <a:pt x="1928127" y="144489"/>
                </a:lnTo>
                <a:cubicBezTo>
                  <a:pt x="1928127" y="140214"/>
                  <a:pt x="1931591" y="136752"/>
                  <a:pt x="1935864" y="136752"/>
                </a:cubicBezTo>
                <a:close/>
                <a:moveTo>
                  <a:pt x="1853868" y="136752"/>
                </a:moveTo>
                <a:cubicBezTo>
                  <a:pt x="1883778" y="136752"/>
                  <a:pt x="1908024" y="160998"/>
                  <a:pt x="1908024" y="190907"/>
                </a:cubicBezTo>
                <a:cubicBezTo>
                  <a:pt x="1908024" y="220816"/>
                  <a:pt x="1883778" y="245062"/>
                  <a:pt x="1853868" y="245062"/>
                </a:cubicBezTo>
                <a:cubicBezTo>
                  <a:pt x="1823958" y="245062"/>
                  <a:pt x="1799712" y="220816"/>
                  <a:pt x="1799712" y="190907"/>
                </a:cubicBezTo>
                <a:cubicBezTo>
                  <a:pt x="1799712" y="160998"/>
                  <a:pt x="1823958" y="136752"/>
                  <a:pt x="1853868" y="136752"/>
                </a:cubicBezTo>
                <a:close/>
                <a:moveTo>
                  <a:pt x="1725453" y="136752"/>
                </a:moveTo>
                <a:cubicBezTo>
                  <a:pt x="1755363" y="136752"/>
                  <a:pt x="1779609" y="160998"/>
                  <a:pt x="1779609" y="190907"/>
                </a:cubicBezTo>
                <a:cubicBezTo>
                  <a:pt x="1779609" y="220816"/>
                  <a:pt x="1755363" y="245062"/>
                  <a:pt x="1725453" y="245062"/>
                </a:cubicBezTo>
                <a:cubicBezTo>
                  <a:pt x="1695543" y="245062"/>
                  <a:pt x="1671297" y="220816"/>
                  <a:pt x="1671297" y="190907"/>
                </a:cubicBezTo>
                <a:cubicBezTo>
                  <a:pt x="1671297" y="160998"/>
                  <a:pt x="1695543" y="136752"/>
                  <a:pt x="1725453" y="136752"/>
                </a:cubicBezTo>
                <a:close/>
                <a:moveTo>
                  <a:pt x="1643457" y="136752"/>
                </a:moveTo>
                <a:cubicBezTo>
                  <a:pt x="1647730" y="136752"/>
                  <a:pt x="1651194" y="140216"/>
                  <a:pt x="1651194" y="144489"/>
                </a:cubicBezTo>
                <a:cubicBezTo>
                  <a:pt x="1651194" y="175435"/>
                  <a:pt x="1651193" y="206380"/>
                  <a:pt x="1651193" y="237326"/>
                </a:cubicBezTo>
                <a:lnTo>
                  <a:pt x="1643457" y="245062"/>
                </a:lnTo>
                <a:cubicBezTo>
                  <a:pt x="1639184" y="245062"/>
                  <a:pt x="1635720" y="241598"/>
                  <a:pt x="1635720" y="237325"/>
                </a:cubicBezTo>
                <a:lnTo>
                  <a:pt x="1635720" y="144489"/>
                </a:lnTo>
                <a:cubicBezTo>
                  <a:pt x="1635720" y="140214"/>
                  <a:pt x="1639184" y="136752"/>
                  <a:pt x="1643457" y="136752"/>
                </a:cubicBezTo>
                <a:close/>
                <a:moveTo>
                  <a:pt x="1607880" y="136752"/>
                </a:moveTo>
                <a:cubicBezTo>
                  <a:pt x="1612153" y="136752"/>
                  <a:pt x="1615617" y="140216"/>
                  <a:pt x="1615617" y="144489"/>
                </a:cubicBezTo>
                <a:cubicBezTo>
                  <a:pt x="1615617" y="175435"/>
                  <a:pt x="1615616" y="206380"/>
                  <a:pt x="1615616" y="237326"/>
                </a:cubicBezTo>
                <a:lnTo>
                  <a:pt x="1607880" y="245062"/>
                </a:lnTo>
                <a:cubicBezTo>
                  <a:pt x="1603607" y="245062"/>
                  <a:pt x="1600143" y="241598"/>
                  <a:pt x="1600143" y="237325"/>
                </a:cubicBezTo>
                <a:lnTo>
                  <a:pt x="1600143" y="144489"/>
                </a:lnTo>
                <a:cubicBezTo>
                  <a:pt x="1600143" y="140214"/>
                  <a:pt x="1603607" y="136752"/>
                  <a:pt x="1607880" y="136752"/>
                </a:cubicBezTo>
                <a:close/>
                <a:moveTo>
                  <a:pt x="1525884" y="136752"/>
                </a:moveTo>
                <a:cubicBezTo>
                  <a:pt x="1555794" y="136752"/>
                  <a:pt x="1580040" y="160998"/>
                  <a:pt x="1580040" y="190907"/>
                </a:cubicBezTo>
                <a:cubicBezTo>
                  <a:pt x="1580040" y="220816"/>
                  <a:pt x="1555794" y="245062"/>
                  <a:pt x="1525884" y="245062"/>
                </a:cubicBezTo>
                <a:cubicBezTo>
                  <a:pt x="1495974" y="245062"/>
                  <a:pt x="1471728" y="220816"/>
                  <a:pt x="1471728" y="190907"/>
                </a:cubicBezTo>
                <a:cubicBezTo>
                  <a:pt x="1471728" y="160998"/>
                  <a:pt x="1495974" y="136752"/>
                  <a:pt x="1525884" y="136752"/>
                </a:cubicBezTo>
                <a:close/>
                <a:moveTo>
                  <a:pt x="1443888" y="136752"/>
                </a:moveTo>
                <a:cubicBezTo>
                  <a:pt x="1448161" y="136911"/>
                  <a:pt x="1451625" y="140216"/>
                  <a:pt x="1451625" y="144489"/>
                </a:cubicBezTo>
                <a:cubicBezTo>
                  <a:pt x="1451625" y="175435"/>
                  <a:pt x="1451624" y="206380"/>
                  <a:pt x="1451624" y="237326"/>
                </a:cubicBezTo>
                <a:lnTo>
                  <a:pt x="1443888" y="245062"/>
                </a:lnTo>
                <a:cubicBezTo>
                  <a:pt x="1439615" y="245062"/>
                  <a:pt x="1436151" y="241598"/>
                  <a:pt x="1436151" y="237325"/>
                </a:cubicBezTo>
                <a:lnTo>
                  <a:pt x="1436151" y="144489"/>
                </a:lnTo>
                <a:cubicBezTo>
                  <a:pt x="1436151" y="140214"/>
                  <a:pt x="1439615" y="136752"/>
                  <a:pt x="1443888" y="136752"/>
                </a:cubicBezTo>
                <a:close/>
                <a:moveTo>
                  <a:pt x="1361893" y="136752"/>
                </a:moveTo>
                <a:cubicBezTo>
                  <a:pt x="1391803" y="136752"/>
                  <a:pt x="1416049" y="160998"/>
                  <a:pt x="1416049" y="190907"/>
                </a:cubicBezTo>
                <a:cubicBezTo>
                  <a:pt x="1416049" y="220816"/>
                  <a:pt x="1391803" y="245062"/>
                  <a:pt x="1361893" y="245062"/>
                </a:cubicBezTo>
                <a:cubicBezTo>
                  <a:pt x="1331983" y="245062"/>
                  <a:pt x="1307737" y="220816"/>
                  <a:pt x="1307737" y="190907"/>
                </a:cubicBezTo>
                <a:cubicBezTo>
                  <a:pt x="1307737" y="160998"/>
                  <a:pt x="1331983" y="136752"/>
                  <a:pt x="1361893" y="136752"/>
                </a:cubicBezTo>
                <a:close/>
                <a:moveTo>
                  <a:pt x="1233477" y="136752"/>
                </a:moveTo>
                <a:cubicBezTo>
                  <a:pt x="1263386" y="136752"/>
                  <a:pt x="1287632" y="160998"/>
                  <a:pt x="1287632" y="190907"/>
                </a:cubicBezTo>
                <a:cubicBezTo>
                  <a:pt x="1287632" y="220816"/>
                  <a:pt x="1263386" y="245062"/>
                  <a:pt x="1233477" y="245062"/>
                </a:cubicBezTo>
                <a:cubicBezTo>
                  <a:pt x="1203568" y="245062"/>
                  <a:pt x="1179322" y="220816"/>
                  <a:pt x="1179322" y="190907"/>
                </a:cubicBezTo>
                <a:cubicBezTo>
                  <a:pt x="1179322" y="160998"/>
                  <a:pt x="1203568" y="136752"/>
                  <a:pt x="1233477" y="136752"/>
                </a:cubicBezTo>
                <a:close/>
                <a:moveTo>
                  <a:pt x="1151483" y="136752"/>
                </a:moveTo>
                <a:cubicBezTo>
                  <a:pt x="1155756" y="136752"/>
                  <a:pt x="1159220" y="140216"/>
                  <a:pt x="1159220" y="144489"/>
                </a:cubicBezTo>
                <a:cubicBezTo>
                  <a:pt x="1159220" y="175435"/>
                  <a:pt x="1159219" y="206380"/>
                  <a:pt x="1159219" y="237326"/>
                </a:cubicBezTo>
                <a:lnTo>
                  <a:pt x="1151483" y="245062"/>
                </a:lnTo>
                <a:cubicBezTo>
                  <a:pt x="1147210" y="245062"/>
                  <a:pt x="1143746" y="241598"/>
                  <a:pt x="1143746" y="237325"/>
                </a:cubicBezTo>
                <a:lnTo>
                  <a:pt x="1143746" y="144489"/>
                </a:lnTo>
                <a:cubicBezTo>
                  <a:pt x="1143746" y="140214"/>
                  <a:pt x="1147210" y="136752"/>
                  <a:pt x="1151483" y="136752"/>
                </a:cubicBezTo>
                <a:close/>
                <a:moveTo>
                  <a:pt x="1115906" y="136752"/>
                </a:moveTo>
                <a:cubicBezTo>
                  <a:pt x="1120179" y="136752"/>
                  <a:pt x="1123643" y="140216"/>
                  <a:pt x="1123643" y="144489"/>
                </a:cubicBezTo>
                <a:cubicBezTo>
                  <a:pt x="1123643" y="175435"/>
                  <a:pt x="1123642" y="206380"/>
                  <a:pt x="1123642" y="237326"/>
                </a:cubicBezTo>
                <a:lnTo>
                  <a:pt x="1115906" y="245062"/>
                </a:lnTo>
                <a:cubicBezTo>
                  <a:pt x="1111633" y="245062"/>
                  <a:pt x="1108169" y="241598"/>
                  <a:pt x="1108169" y="237325"/>
                </a:cubicBezTo>
                <a:lnTo>
                  <a:pt x="1108169" y="144489"/>
                </a:lnTo>
                <a:cubicBezTo>
                  <a:pt x="1108169" y="140214"/>
                  <a:pt x="1111633" y="136752"/>
                  <a:pt x="1115906" y="136752"/>
                </a:cubicBezTo>
                <a:close/>
                <a:moveTo>
                  <a:pt x="1033910" y="136752"/>
                </a:moveTo>
                <a:cubicBezTo>
                  <a:pt x="1063820" y="136752"/>
                  <a:pt x="1088066" y="160998"/>
                  <a:pt x="1088066" y="190907"/>
                </a:cubicBezTo>
                <a:cubicBezTo>
                  <a:pt x="1088066" y="220816"/>
                  <a:pt x="1063820" y="245062"/>
                  <a:pt x="1033910" y="245062"/>
                </a:cubicBezTo>
                <a:cubicBezTo>
                  <a:pt x="1004000" y="245062"/>
                  <a:pt x="979754" y="220816"/>
                  <a:pt x="979754" y="190907"/>
                </a:cubicBezTo>
                <a:cubicBezTo>
                  <a:pt x="979754" y="160998"/>
                  <a:pt x="1004000" y="136752"/>
                  <a:pt x="1033910" y="136752"/>
                </a:cubicBezTo>
                <a:close/>
                <a:moveTo>
                  <a:pt x="951914" y="136752"/>
                </a:moveTo>
                <a:cubicBezTo>
                  <a:pt x="956187" y="136919"/>
                  <a:pt x="959651" y="140216"/>
                  <a:pt x="959651" y="144489"/>
                </a:cubicBezTo>
                <a:cubicBezTo>
                  <a:pt x="959651" y="175435"/>
                  <a:pt x="959650" y="206380"/>
                  <a:pt x="959650" y="237326"/>
                </a:cubicBezTo>
                <a:lnTo>
                  <a:pt x="951914" y="245062"/>
                </a:lnTo>
                <a:cubicBezTo>
                  <a:pt x="947641" y="245061"/>
                  <a:pt x="944177" y="241598"/>
                  <a:pt x="944177" y="237325"/>
                </a:cubicBezTo>
                <a:lnTo>
                  <a:pt x="944177" y="144489"/>
                </a:lnTo>
                <a:cubicBezTo>
                  <a:pt x="944177" y="140214"/>
                  <a:pt x="947641" y="136752"/>
                  <a:pt x="951914" y="136752"/>
                </a:cubicBezTo>
                <a:close/>
                <a:moveTo>
                  <a:pt x="916337" y="136752"/>
                </a:moveTo>
                <a:cubicBezTo>
                  <a:pt x="920610" y="136752"/>
                  <a:pt x="924074" y="140216"/>
                  <a:pt x="924074" y="144489"/>
                </a:cubicBezTo>
                <a:cubicBezTo>
                  <a:pt x="924074" y="175435"/>
                  <a:pt x="924073" y="206380"/>
                  <a:pt x="924073" y="237326"/>
                </a:cubicBezTo>
                <a:lnTo>
                  <a:pt x="916337" y="245062"/>
                </a:lnTo>
                <a:cubicBezTo>
                  <a:pt x="912064" y="245062"/>
                  <a:pt x="908600" y="241598"/>
                  <a:pt x="908600" y="237325"/>
                </a:cubicBezTo>
                <a:lnTo>
                  <a:pt x="908600" y="144489"/>
                </a:lnTo>
                <a:cubicBezTo>
                  <a:pt x="908602" y="140214"/>
                  <a:pt x="912064" y="136752"/>
                  <a:pt x="916337" y="136752"/>
                </a:cubicBezTo>
                <a:close/>
                <a:moveTo>
                  <a:pt x="834340" y="136752"/>
                </a:moveTo>
                <a:cubicBezTo>
                  <a:pt x="864251" y="136752"/>
                  <a:pt x="888497" y="160998"/>
                  <a:pt x="888497" y="190907"/>
                </a:cubicBezTo>
                <a:cubicBezTo>
                  <a:pt x="888497" y="220816"/>
                  <a:pt x="864251" y="245062"/>
                  <a:pt x="834340" y="245062"/>
                </a:cubicBezTo>
                <a:cubicBezTo>
                  <a:pt x="804431" y="245062"/>
                  <a:pt x="780185" y="220816"/>
                  <a:pt x="780185" y="190907"/>
                </a:cubicBezTo>
                <a:cubicBezTo>
                  <a:pt x="780185" y="160998"/>
                  <a:pt x="804431" y="136752"/>
                  <a:pt x="834340" y="136752"/>
                </a:cubicBezTo>
                <a:close/>
                <a:moveTo>
                  <a:pt x="752346" y="136752"/>
                </a:moveTo>
                <a:cubicBezTo>
                  <a:pt x="756619" y="136752"/>
                  <a:pt x="760083" y="140216"/>
                  <a:pt x="760083" y="144489"/>
                </a:cubicBezTo>
                <a:cubicBezTo>
                  <a:pt x="760083" y="175435"/>
                  <a:pt x="760082" y="206380"/>
                  <a:pt x="760082" y="237326"/>
                </a:cubicBezTo>
                <a:lnTo>
                  <a:pt x="752346" y="245062"/>
                </a:lnTo>
                <a:cubicBezTo>
                  <a:pt x="748073" y="245062"/>
                  <a:pt x="744609" y="241598"/>
                  <a:pt x="744609" y="237325"/>
                </a:cubicBezTo>
                <a:lnTo>
                  <a:pt x="744609" y="144489"/>
                </a:lnTo>
                <a:cubicBezTo>
                  <a:pt x="744611" y="140214"/>
                  <a:pt x="748073" y="136752"/>
                  <a:pt x="752346" y="136752"/>
                </a:cubicBezTo>
                <a:close/>
                <a:moveTo>
                  <a:pt x="716769" y="136752"/>
                </a:moveTo>
                <a:cubicBezTo>
                  <a:pt x="721042" y="136752"/>
                  <a:pt x="724506" y="140216"/>
                  <a:pt x="724506" y="144489"/>
                </a:cubicBezTo>
                <a:cubicBezTo>
                  <a:pt x="724506" y="175435"/>
                  <a:pt x="724505" y="206380"/>
                  <a:pt x="724505" y="237326"/>
                </a:cubicBezTo>
                <a:lnTo>
                  <a:pt x="716769" y="245062"/>
                </a:lnTo>
                <a:cubicBezTo>
                  <a:pt x="712496" y="245062"/>
                  <a:pt x="709032" y="241598"/>
                  <a:pt x="709032" y="237325"/>
                </a:cubicBezTo>
                <a:lnTo>
                  <a:pt x="709032" y="144489"/>
                </a:lnTo>
                <a:cubicBezTo>
                  <a:pt x="709034" y="140214"/>
                  <a:pt x="712496" y="136752"/>
                  <a:pt x="716769" y="136752"/>
                </a:cubicBezTo>
                <a:close/>
                <a:moveTo>
                  <a:pt x="634773" y="136752"/>
                </a:moveTo>
                <a:cubicBezTo>
                  <a:pt x="664683" y="136752"/>
                  <a:pt x="688929" y="160998"/>
                  <a:pt x="688929" y="190907"/>
                </a:cubicBezTo>
                <a:cubicBezTo>
                  <a:pt x="688929" y="220816"/>
                  <a:pt x="664683" y="245062"/>
                  <a:pt x="634773" y="245062"/>
                </a:cubicBezTo>
                <a:cubicBezTo>
                  <a:pt x="604863" y="245062"/>
                  <a:pt x="580617" y="220816"/>
                  <a:pt x="580617" y="190907"/>
                </a:cubicBezTo>
                <a:cubicBezTo>
                  <a:pt x="580617" y="160998"/>
                  <a:pt x="604863" y="136752"/>
                  <a:pt x="634773" y="136752"/>
                </a:cubicBezTo>
                <a:close/>
                <a:moveTo>
                  <a:pt x="506358" y="136752"/>
                </a:moveTo>
                <a:cubicBezTo>
                  <a:pt x="536268" y="136752"/>
                  <a:pt x="560514" y="160998"/>
                  <a:pt x="560514" y="190907"/>
                </a:cubicBezTo>
                <a:cubicBezTo>
                  <a:pt x="560514" y="220816"/>
                  <a:pt x="536268" y="245062"/>
                  <a:pt x="506358" y="245062"/>
                </a:cubicBezTo>
                <a:cubicBezTo>
                  <a:pt x="476448" y="245062"/>
                  <a:pt x="452202" y="220816"/>
                  <a:pt x="452202" y="190907"/>
                </a:cubicBezTo>
                <a:cubicBezTo>
                  <a:pt x="452202" y="160998"/>
                  <a:pt x="476448" y="136752"/>
                  <a:pt x="506358" y="136752"/>
                </a:cubicBezTo>
                <a:close/>
                <a:moveTo>
                  <a:pt x="424362" y="136752"/>
                </a:moveTo>
                <a:cubicBezTo>
                  <a:pt x="428635" y="136752"/>
                  <a:pt x="432099" y="140216"/>
                  <a:pt x="432099" y="144489"/>
                </a:cubicBezTo>
                <a:cubicBezTo>
                  <a:pt x="432099" y="175435"/>
                  <a:pt x="432098" y="206380"/>
                  <a:pt x="432098" y="237326"/>
                </a:cubicBezTo>
                <a:lnTo>
                  <a:pt x="424362" y="245062"/>
                </a:lnTo>
                <a:cubicBezTo>
                  <a:pt x="420089" y="245062"/>
                  <a:pt x="416625" y="241598"/>
                  <a:pt x="416625" y="237325"/>
                </a:cubicBezTo>
                <a:lnTo>
                  <a:pt x="416625" y="144489"/>
                </a:lnTo>
                <a:cubicBezTo>
                  <a:pt x="416627" y="140214"/>
                  <a:pt x="420089" y="136752"/>
                  <a:pt x="424362" y="136752"/>
                </a:cubicBezTo>
                <a:close/>
                <a:moveTo>
                  <a:pt x="388785" y="136752"/>
                </a:moveTo>
                <a:cubicBezTo>
                  <a:pt x="393058" y="136752"/>
                  <a:pt x="396522" y="140216"/>
                  <a:pt x="396522" y="144489"/>
                </a:cubicBezTo>
                <a:cubicBezTo>
                  <a:pt x="396522" y="175435"/>
                  <a:pt x="396521" y="206380"/>
                  <a:pt x="396521" y="237326"/>
                </a:cubicBezTo>
                <a:lnTo>
                  <a:pt x="388785" y="245062"/>
                </a:lnTo>
                <a:cubicBezTo>
                  <a:pt x="384512" y="245062"/>
                  <a:pt x="381048" y="241598"/>
                  <a:pt x="381048" y="237325"/>
                </a:cubicBezTo>
                <a:lnTo>
                  <a:pt x="381048" y="144489"/>
                </a:lnTo>
                <a:cubicBezTo>
                  <a:pt x="381117" y="140214"/>
                  <a:pt x="384513" y="136752"/>
                  <a:pt x="388785" y="136752"/>
                </a:cubicBezTo>
                <a:close/>
                <a:moveTo>
                  <a:pt x="306790" y="136752"/>
                </a:moveTo>
                <a:cubicBezTo>
                  <a:pt x="336700" y="136752"/>
                  <a:pt x="360946" y="160998"/>
                  <a:pt x="360946" y="190907"/>
                </a:cubicBezTo>
                <a:cubicBezTo>
                  <a:pt x="360946" y="220816"/>
                  <a:pt x="336700" y="245062"/>
                  <a:pt x="306790" y="245062"/>
                </a:cubicBezTo>
                <a:cubicBezTo>
                  <a:pt x="276880" y="245062"/>
                  <a:pt x="252634" y="220816"/>
                  <a:pt x="252634" y="190907"/>
                </a:cubicBezTo>
                <a:cubicBezTo>
                  <a:pt x="252634" y="160998"/>
                  <a:pt x="276880" y="136752"/>
                  <a:pt x="306790" y="136752"/>
                </a:cubicBezTo>
                <a:close/>
                <a:moveTo>
                  <a:pt x="224794" y="136752"/>
                </a:moveTo>
                <a:cubicBezTo>
                  <a:pt x="229067" y="136752"/>
                  <a:pt x="232531" y="140216"/>
                  <a:pt x="232531" y="144489"/>
                </a:cubicBezTo>
                <a:cubicBezTo>
                  <a:pt x="232531" y="175435"/>
                  <a:pt x="232530" y="206380"/>
                  <a:pt x="232530" y="237326"/>
                </a:cubicBezTo>
                <a:lnTo>
                  <a:pt x="224794" y="245062"/>
                </a:lnTo>
                <a:cubicBezTo>
                  <a:pt x="220521" y="245062"/>
                  <a:pt x="217057" y="241598"/>
                  <a:pt x="217057" y="237325"/>
                </a:cubicBezTo>
                <a:lnTo>
                  <a:pt x="217057" y="144489"/>
                </a:lnTo>
                <a:cubicBezTo>
                  <a:pt x="217125" y="140214"/>
                  <a:pt x="220522" y="136752"/>
                  <a:pt x="224794" y="136752"/>
                </a:cubicBezTo>
                <a:close/>
                <a:moveTo>
                  <a:pt x="142798" y="136752"/>
                </a:moveTo>
                <a:cubicBezTo>
                  <a:pt x="172708" y="136752"/>
                  <a:pt x="196954" y="160998"/>
                  <a:pt x="196954" y="190907"/>
                </a:cubicBezTo>
                <a:cubicBezTo>
                  <a:pt x="196954" y="220816"/>
                  <a:pt x="172708" y="245062"/>
                  <a:pt x="142798" y="245062"/>
                </a:cubicBezTo>
                <a:cubicBezTo>
                  <a:pt x="112888" y="245062"/>
                  <a:pt x="88642" y="220816"/>
                  <a:pt x="88642" y="190907"/>
                </a:cubicBezTo>
                <a:cubicBezTo>
                  <a:pt x="88642" y="160998"/>
                  <a:pt x="112888" y="136752"/>
                  <a:pt x="142798" y="136752"/>
                </a:cubicBezTo>
                <a:close/>
                <a:moveTo>
                  <a:pt x="60802" y="136752"/>
                </a:moveTo>
                <a:cubicBezTo>
                  <a:pt x="65075" y="136752"/>
                  <a:pt x="68539" y="140216"/>
                  <a:pt x="68539" y="144489"/>
                </a:cubicBezTo>
                <a:cubicBezTo>
                  <a:pt x="68539" y="175435"/>
                  <a:pt x="68538" y="206380"/>
                  <a:pt x="68538" y="237326"/>
                </a:cubicBezTo>
                <a:lnTo>
                  <a:pt x="60802" y="245062"/>
                </a:lnTo>
                <a:cubicBezTo>
                  <a:pt x="56529" y="245062"/>
                  <a:pt x="53065" y="241598"/>
                  <a:pt x="53065" y="237325"/>
                </a:cubicBezTo>
                <a:lnTo>
                  <a:pt x="53065" y="144489"/>
                </a:lnTo>
                <a:cubicBezTo>
                  <a:pt x="53100" y="140214"/>
                  <a:pt x="56564" y="136752"/>
                  <a:pt x="60802" y="136752"/>
                </a:cubicBezTo>
                <a:close/>
                <a:moveTo>
                  <a:pt x="9085564" y="15702"/>
                </a:moveTo>
                <a:cubicBezTo>
                  <a:pt x="9064106" y="15702"/>
                  <a:pt x="9046711" y="33097"/>
                  <a:pt x="9046711" y="54555"/>
                </a:cubicBezTo>
                <a:cubicBezTo>
                  <a:pt x="9046711" y="76014"/>
                  <a:pt x="9064106" y="93408"/>
                  <a:pt x="9085564" y="93408"/>
                </a:cubicBezTo>
                <a:cubicBezTo>
                  <a:pt x="9107022" y="93404"/>
                  <a:pt x="9124417" y="76010"/>
                  <a:pt x="9124417" y="54555"/>
                </a:cubicBezTo>
                <a:cubicBezTo>
                  <a:pt x="9124417" y="33096"/>
                  <a:pt x="9107022" y="15702"/>
                  <a:pt x="9085564" y="15702"/>
                </a:cubicBezTo>
                <a:close/>
                <a:moveTo>
                  <a:pt x="8890698" y="15702"/>
                </a:moveTo>
                <a:cubicBezTo>
                  <a:pt x="8869240" y="15702"/>
                  <a:pt x="8851845" y="33097"/>
                  <a:pt x="8851845" y="54555"/>
                </a:cubicBezTo>
                <a:cubicBezTo>
                  <a:pt x="8851845" y="76014"/>
                  <a:pt x="8869240" y="93408"/>
                  <a:pt x="8890698" y="93408"/>
                </a:cubicBezTo>
                <a:cubicBezTo>
                  <a:pt x="8912156" y="93408"/>
                  <a:pt x="8929551" y="76013"/>
                  <a:pt x="8929551" y="54555"/>
                </a:cubicBezTo>
                <a:cubicBezTo>
                  <a:pt x="8929551" y="33096"/>
                  <a:pt x="8912156" y="15702"/>
                  <a:pt x="8890698" y="15702"/>
                </a:cubicBezTo>
                <a:close/>
                <a:moveTo>
                  <a:pt x="8763852" y="15702"/>
                </a:moveTo>
                <a:cubicBezTo>
                  <a:pt x="8742394" y="15705"/>
                  <a:pt x="8724999" y="33100"/>
                  <a:pt x="8724999" y="54555"/>
                </a:cubicBezTo>
                <a:cubicBezTo>
                  <a:pt x="8724999" y="76014"/>
                  <a:pt x="8742394" y="93408"/>
                  <a:pt x="8763852" y="93408"/>
                </a:cubicBezTo>
                <a:cubicBezTo>
                  <a:pt x="8785310" y="93407"/>
                  <a:pt x="8802705" y="76013"/>
                  <a:pt x="8802705" y="54555"/>
                </a:cubicBezTo>
                <a:cubicBezTo>
                  <a:pt x="8802705" y="33096"/>
                  <a:pt x="8785310" y="15702"/>
                  <a:pt x="8763852" y="15702"/>
                </a:cubicBezTo>
                <a:close/>
                <a:moveTo>
                  <a:pt x="8602996" y="15702"/>
                </a:moveTo>
                <a:cubicBezTo>
                  <a:pt x="8581538" y="15702"/>
                  <a:pt x="8564143" y="33097"/>
                  <a:pt x="8564143" y="54555"/>
                </a:cubicBezTo>
                <a:cubicBezTo>
                  <a:pt x="8564143" y="76014"/>
                  <a:pt x="8581538" y="93408"/>
                  <a:pt x="8602996" y="93408"/>
                </a:cubicBezTo>
                <a:cubicBezTo>
                  <a:pt x="8624454" y="93240"/>
                  <a:pt x="8641849" y="75845"/>
                  <a:pt x="8641849" y="54555"/>
                </a:cubicBezTo>
                <a:cubicBezTo>
                  <a:pt x="8641849" y="33096"/>
                  <a:pt x="8624454" y="15702"/>
                  <a:pt x="8602996" y="15702"/>
                </a:cubicBezTo>
                <a:close/>
                <a:moveTo>
                  <a:pt x="8476149" y="15702"/>
                </a:moveTo>
                <a:cubicBezTo>
                  <a:pt x="8454691" y="15704"/>
                  <a:pt x="8437296" y="33098"/>
                  <a:pt x="8437296" y="54555"/>
                </a:cubicBezTo>
                <a:cubicBezTo>
                  <a:pt x="8437296" y="76014"/>
                  <a:pt x="8454691" y="93408"/>
                  <a:pt x="8476149" y="93408"/>
                </a:cubicBezTo>
                <a:cubicBezTo>
                  <a:pt x="8497607" y="93406"/>
                  <a:pt x="8515002" y="76013"/>
                  <a:pt x="8515002" y="54555"/>
                </a:cubicBezTo>
                <a:cubicBezTo>
                  <a:pt x="8515002" y="33096"/>
                  <a:pt x="8497607" y="15702"/>
                  <a:pt x="8476149" y="15702"/>
                </a:cubicBezTo>
                <a:close/>
                <a:moveTo>
                  <a:pt x="8315293" y="15702"/>
                </a:moveTo>
                <a:cubicBezTo>
                  <a:pt x="8293835" y="15702"/>
                  <a:pt x="8276440" y="33097"/>
                  <a:pt x="8276440" y="54555"/>
                </a:cubicBezTo>
                <a:cubicBezTo>
                  <a:pt x="8276440" y="76014"/>
                  <a:pt x="8293835" y="93408"/>
                  <a:pt x="8315293" y="93408"/>
                </a:cubicBezTo>
                <a:cubicBezTo>
                  <a:pt x="8336751" y="93238"/>
                  <a:pt x="8354146" y="75845"/>
                  <a:pt x="8354146" y="54555"/>
                </a:cubicBezTo>
                <a:cubicBezTo>
                  <a:pt x="8354146" y="33096"/>
                  <a:pt x="8336751" y="15702"/>
                  <a:pt x="8315293" y="15702"/>
                </a:cubicBezTo>
                <a:close/>
                <a:moveTo>
                  <a:pt x="8154437" y="15702"/>
                </a:moveTo>
                <a:cubicBezTo>
                  <a:pt x="8132979" y="15702"/>
                  <a:pt x="8115584" y="33097"/>
                  <a:pt x="8115584" y="54555"/>
                </a:cubicBezTo>
                <a:cubicBezTo>
                  <a:pt x="8115584" y="76014"/>
                  <a:pt x="8132979" y="93408"/>
                  <a:pt x="8154437" y="93408"/>
                </a:cubicBezTo>
                <a:cubicBezTo>
                  <a:pt x="8175895" y="93404"/>
                  <a:pt x="8193290" y="76011"/>
                  <a:pt x="8193290" y="54555"/>
                </a:cubicBezTo>
                <a:cubicBezTo>
                  <a:pt x="8193290" y="33096"/>
                  <a:pt x="8175895" y="15702"/>
                  <a:pt x="8154437" y="15702"/>
                </a:cubicBezTo>
                <a:close/>
                <a:moveTo>
                  <a:pt x="8027590" y="15702"/>
                </a:moveTo>
                <a:cubicBezTo>
                  <a:pt x="8006132" y="15702"/>
                  <a:pt x="7988737" y="33097"/>
                  <a:pt x="7988737" y="54555"/>
                </a:cubicBezTo>
                <a:cubicBezTo>
                  <a:pt x="7988737" y="76014"/>
                  <a:pt x="8006132" y="93408"/>
                  <a:pt x="8027590" y="93408"/>
                </a:cubicBezTo>
                <a:cubicBezTo>
                  <a:pt x="8049048" y="93239"/>
                  <a:pt x="8066443" y="76013"/>
                  <a:pt x="8066443" y="54555"/>
                </a:cubicBezTo>
                <a:cubicBezTo>
                  <a:pt x="8066443" y="33096"/>
                  <a:pt x="8049048" y="15702"/>
                  <a:pt x="8027590" y="15702"/>
                </a:cubicBezTo>
                <a:close/>
                <a:moveTo>
                  <a:pt x="7866734" y="15702"/>
                </a:moveTo>
                <a:cubicBezTo>
                  <a:pt x="7845276" y="15703"/>
                  <a:pt x="7827881" y="33097"/>
                  <a:pt x="7827881" y="54555"/>
                </a:cubicBezTo>
                <a:cubicBezTo>
                  <a:pt x="7827881" y="76014"/>
                  <a:pt x="7845276" y="93408"/>
                  <a:pt x="7866734" y="93408"/>
                </a:cubicBezTo>
                <a:cubicBezTo>
                  <a:pt x="7888192" y="93404"/>
                  <a:pt x="7905587" y="76013"/>
                  <a:pt x="7905587" y="54555"/>
                </a:cubicBezTo>
                <a:cubicBezTo>
                  <a:pt x="7905587" y="33096"/>
                  <a:pt x="7888192" y="15702"/>
                  <a:pt x="7866734" y="15702"/>
                </a:cubicBezTo>
                <a:close/>
                <a:moveTo>
                  <a:pt x="7671868" y="15702"/>
                </a:moveTo>
                <a:cubicBezTo>
                  <a:pt x="7650410" y="15702"/>
                  <a:pt x="7633015" y="33097"/>
                  <a:pt x="7633015" y="54555"/>
                </a:cubicBezTo>
                <a:cubicBezTo>
                  <a:pt x="7633015" y="76014"/>
                  <a:pt x="7650410" y="93408"/>
                  <a:pt x="7671868" y="93408"/>
                </a:cubicBezTo>
                <a:cubicBezTo>
                  <a:pt x="7693326" y="93407"/>
                  <a:pt x="7710721" y="76013"/>
                  <a:pt x="7710721" y="54555"/>
                </a:cubicBezTo>
                <a:cubicBezTo>
                  <a:pt x="7710721" y="33096"/>
                  <a:pt x="7693326" y="15702"/>
                  <a:pt x="7671868" y="15702"/>
                </a:cubicBezTo>
                <a:close/>
                <a:moveTo>
                  <a:pt x="7545022" y="15702"/>
                </a:moveTo>
                <a:cubicBezTo>
                  <a:pt x="7523564" y="15702"/>
                  <a:pt x="7506169" y="33097"/>
                  <a:pt x="7506169" y="54555"/>
                </a:cubicBezTo>
                <a:cubicBezTo>
                  <a:pt x="7506169" y="76014"/>
                  <a:pt x="7523564" y="93408"/>
                  <a:pt x="7545022" y="93408"/>
                </a:cubicBezTo>
                <a:cubicBezTo>
                  <a:pt x="7566480" y="93405"/>
                  <a:pt x="7583875" y="76013"/>
                  <a:pt x="7583875" y="54555"/>
                </a:cubicBezTo>
                <a:cubicBezTo>
                  <a:pt x="7583875" y="33096"/>
                  <a:pt x="7566480" y="15702"/>
                  <a:pt x="7545022" y="15702"/>
                </a:cubicBezTo>
                <a:close/>
                <a:moveTo>
                  <a:pt x="7384166" y="15702"/>
                </a:moveTo>
                <a:cubicBezTo>
                  <a:pt x="7362708" y="15703"/>
                  <a:pt x="7345313" y="33098"/>
                  <a:pt x="7345313" y="54555"/>
                </a:cubicBezTo>
                <a:cubicBezTo>
                  <a:pt x="7345313" y="76014"/>
                  <a:pt x="7362708" y="93408"/>
                  <a:pt x="7384166" y="93408"/>
                </a:cubicBezTo>
                <a:cubicBezTo>
                  <a:pt x="7405624" y="93239"/>
                  <a:pt x="7423019" y="76012"/>
                  <a:pt x="7423019" y="54555"/>
                </a:cubicBezTo>
                <a:cubicBezTo>
                  <a:pt x="7423019" y="33096"/>
                  <a:pt x="7405624" y="15702"/>
                  <a:pt x="7384166" y="15702"/>
                </a:cubicBezTo>
                <a:close/>
                <a:moveTo>
                  <a:pt x="7257319" y="15702"/>
                </a:moveTo>
                <a:cubicBezTo>
                  <a:pt x="7235861" y="15703"/>
                  <a:pt x="7218466" y="33098"/>
                  <a:pt x="7218466" y="54555"/>
                </a:cubicBezTo>
                <a:cubicBezTo>
                  <a:pt x="7218466" y="76014"/>
                  <a:pt x="7235861" y="93408"/>
                  <a:pt x="7257319" y="93408"/>
                </a:cubicBezTo>
                <a:cubicBezTo>
                  <a:pt x="7278777" y="93406"/>
                  <a:pt x="7296172" y="76013"/>
                  <a:pt x="7296172" y="54555"/>
                </a:cubicBezTo>
                <a:cubicBezTo>
                  <a:pt x="7296172" y="33096"/>
                  <a:pt x="7278777" y="15702"/>
                  <a:pt x="7257319" y="15702"/>
                </a:cubicBezTo>
                <a:close/>
                <a:moveTo>
                  <a:pt x="7129359" y="15702"/>
                </a:moveTo>
                <a:cubicBezTo>
                  <a:pt x="7107901" y="15702"/>
                  <a:pt x="7090506" y="33097"/>
                  <a:pt x="7090506" y="54555"/>
                </a:cubicBezTo>
                <a:cubicBezTo>
                  <a:pt x="7090506" y="76014"/>
                  <a:pt x="7107901" y="93408"/>
                  <a:pt x="7129359" y="93408"/>
                </a:cubicBezTo>
                <a:cubicBezTo>
                  <a:pt x="7150817" y="93408"/>
                  <a:pt x="7168212" y="76013"/>
                  <a:pt x="7168212" y="54555"/>
                </a:cubicBezTo>
                <a:cubicBezTo>
                  <a:pt x="7168212" y="33096"/>
                  <a:pt x="7150817" y="15702"/>
                  <a:pt x="7129359" y="15702"/>
                </a:cubicBezTo>
                <a:close/>
                <a:moveTo>
                  <a:pt x="7002515" y="15702"/>
                </a:moveTo>
                <a:cubicBezTo>
                  <a:pt x="6981057" y="15702"/>
                  <a:pt x="6963662" y="33097"/>
                  <a:pt x="6963662" y="54555"/>
                </a:cubicBezTo>
                <a:cubicBezTo>
                  <a:pt x="6963662" y="76014"/>
                  <a:pt x="6981057" y="93408"/>
                  <a:pt x="7002515" y="93408"/>
                </a:cubicBezTo>
                <a:cubicBezTo>
                  <a:pt x="7023973" y="93408"/>
                  <a:pt x="7041368" y="76013"/>
                  <a:pt x="7041368" y="54555"/>
                </a:cubicBezTo>
                <a:cubicBezTo>
                  <a:pt x="7041368" y="33096"/>
                  <a:pt x="7023973" y="15702"/>
                  <a:pt x="7002515" y="15702"/>
                </a:cubicBezTo>
                <a:close/>
                <a:moveTo>
                  <a:pt x="6841659" y="15702"/>
                </a:moveTo>
                <a:cubicBezTo>
                  <a:pt x="6820201" y="15702"/>
                  <a:pt x="6802806" y="33097"/>
                  <a:pt x="6802806" y="54555"/>
                </a:cubicBezTo>
                <a:cubicBezTo>
                  <a:pt x="6802806" y="76014"/>
                  <a:pt x="6820201" y="93408"/>
                  <a:pt x="6841659" y="93408"/>
                </a:cubicBezTo>
                <a:cubicBezTo>
                  <a:pt x="6863117" y="93276"/>
                  <a:pt x="6880512" y="76013"/>
                  <a:pt x="6880512" y="54555"/>
                </a:cubicBezTo>
                <a:cubicBezTo>
                  <a:pt x="6880512" y="33096"/>
                  <a:pt x="6863117" y="15702"/>
                  <a:pt x="6841659" y="15702"/>
                </a:cubicBezTo>
                <a:close/>
                <a:moveTo>
                  <a:pt x="6714812" y="15702"/>
                </a:moveTo>
                <a:cubicBezTo>
                  <a:pt x="6693354" y="15702"/>
                  <a:pt x="6675959" y="33097"/>
                  <a:pt x="6675959" y="54555"/>
                </a:cubicBezTo>
                <a:cubicBezTo>
                  <a:pt x="6675959" y="76014"/>
                  <a:pt x="6693354" y="93408"/>
                  <a:pt x="6714812" y="93408"/>
                </a:cubicBezTo>
                <a:cubicBezTo>
                  <a:pt x="6736270" y="93408"/>
                  <a:pt x="6753665" y="76013"/>
                  <a:pt x="6753665" y="54555"/>
                </a:cubicBezTo>
                <a:cubicBezTo>
                  <a:pt x="6753665" y="33096"/>
                  <a:pt x="6736270" y="15702"/>
                  <a:pt x="6714812" y="15702"/>
                </a:cubicBezTo>
                <a:close/>
                <a:moveTo>
                  <a:pt x="6519947" y="15702"/>
                </a:moveTo>
                <a:cubicBezTo>
                  <a:pt x="6498489" y="15702"/>
                  <a:pt x="6481094" y="33097"/>
                  <a:pt x="6481094" y="54555"/>
                </a:cubicBezTo>
                <a:cubicBezTo>
                  <a:pt x="6481094" y="76014"/>
                  <a:pt x="6498489" y="93408"/>
                  <a:pt x="6519947" y="93408"/>
                </a:cubicBezTo>
                <a:cubicBezTo>
                  <a:pt x="6541405" y="93277"/>
                  <a:pt x="6558800" y="76013"/>
                  <a:pt x="6558800" y="54555"/>
                </a:cubicBezTo>
                <a:cubicBezTo>
                  <a:pt x="6558800" y="33096"/>
                  <a:pt x="6541405" y="15702"/>
                  <a:pt x="6519947" y="15702"/>
                </a:cubicBezTo>
                <a:close/>
                <a:moveTo>
                  <a:pt x="6359091" y="15702"/>
                </a:moveTo>
                <a:cubicBezTo>
                  <a:pt x="6337633" y="15702"/>
                  <a:pt x="6320238" y="33097"/>
                  <a:pt x="6320238" y="54555"/>
                </a:cubicBezTo>
                <a:cubicBezTo>
                  <a:pt x="6320238" y="76014"/>
                  <a:pt x="6337633" y="93408"/>
                  <a:pt x="6359091" y="93408"/>
                </a:cubicBezTo>
                <a:cubicBezTo>
                  <a:pt x="6380549" y="93408"/>
                  <a:pt x="6397944" y="76013"/>
                  <a:pt x="6397944" y="54555"/>
                </a:cubicBezTo>
                <a:cubicBezTo>
                  <a:pt x="6397944" y="33096"/>
                  <a:pt x="6380549" y="15702"/>
                  <a:pt x="6359091" y="15702"/>
                </a:cubicBezTo>
                <a:close/>
                <a:moveTo>
                  <a:pt x="6232244" y="15702"/>
                </a:moveTo>
                <a:cubicBezTo>
                  <a:pt x="6210786" y="15702"/>
                  <a:pt x="6193391" y="33097"/>
                  <a:pt x="6193391" y="54555"/>
                </a:cubicBezTo>
                <a:cubicBezTo>
                  <a:pt x="6193391" y="76014"/>
                  <a:pt x="6210786" y="93408"/>
                  <a:pt x="6232244" y="93408"/>
                </a:cubicBezTo>
                <a:cubicBezTo>
                  <a:pt x="6253702" y="93408"/>
                  <a:pt x="6271097" y="76013"/>
                  <a:pt x="6271097" y="54555"/>
                </a:cubicBezTo>
                <a:cubicBezTo>
                  <a:pt x="6271097" y="33096"/>
                  <a:pt x="6253702" y="15702"/>
                  <a:pt x="6232244" y="15702"/>
                </a:cubicBezTo>
                <a:close/>
                <a:moveTo>
                  <a:pt x="6071388" y="15702"/>
                </a:moveTo>
                <a:cubicBezTo>
                  <a:pt x="6049930" y="15702"/>
                  <a:pt x="6032535" y="33097"/>
                  <a:pt x="6032535" y="54555"/>
                </a:cubicBezTo>
                <a:cubicBezTo>
                  <a:pt x="6032535" y="76014"/>
                  <a:pt x="6049930" y="93408"/>
                  <a:pt x="6071388" y="93408"/>
                </a:cubicBezTo>
                <a:cubicBezTo>
                  <a:pt x="6092846" y="93408"/>
                  <a:pt x="6110241" y="76013"/>
                  <a:pt x="6110241" y="54555"/>
                </a:cubicBezTo>
                <a:cubicBezTo>
                  <a:pt x="6110241" y="33096"/>
                  <a:pt x="6092846" y="15702"/>
                  <a:pt x="6071388" y="15702"/>
                </a:cubicBezTo>
                <a:close/>
                <a:moveTo>
                  <a:pt x="5910532" y="15702"/>
                </a:moveTo>
                <a:cubicBezTo>
                  <a:pt x="5889074" y="15702"/>
                  <a:pt x="5871679" y="33097"/>
                  <a:pt x="5871679" y="54555"/>
                </a:cubicBezTo>
                <a:cubicBezTo>
                  <a:pt x="5871679" y="76014"/>
                  <a:pt x="5889074" y="93408"/>
                  <a:pt x="5910532" y="93408"/>
                </a:cubicBezTo>
                <a:cubicBezTo>
                  <a:pt x="5931990" y="93408"/>
                  <a:pt x="5949385" y="76013"/>
                  <a:pt x="5949385" y="54555"/>
                </a:cubicBezTo>
                <a:cubicBezTo>
                  <a:pt x="5949385" y="33096"/>
                  <a:pt x="5931990" y="15702"/>
                  <a:pt x="5910532" y="15702"/>
                </a:cubicBezTo>
                <a:close/>
                <a:moveTo>
                  <a:pt x="5783685" y="15702"/>
                </a:moveTo>
                <a:cubicBezTo>
                  <a:pt x="5762227" y="15702"/>
                  <a:pt x="5744832" y="33097"/>
                  <a:pt x="5744832" y="54555"/>
                </a:cubicBezTo>
                <a:cubicBezTo>
                  <a:pt x="5744832" y="76014"/>
                  <a:pt x="5762227" y="93408"/>
                  <a:pt x="5783685" y="93408"/>
                </a:cubicBezTo>
                <a:cubicBezTo>
                  <a:pt x="5805143" y="93408"/>
                  <a:pt x="5822538" y="76013"/>
                  <a:pt x="5822538" y="54555"/>
                </a:cubicBezTo>
                <a:cubicBezTo>
                  <a:pt x="5822538" y="33096"/>
                  <a:pt x="5805143" y="15702"/>
                  <a:pt x="5783685" y="15702"/>
                </a:cubicBezTo>
                <a:close/>
                <a:moveTo>
                  <a:pt x="5622829" y="15702"/>
                </a:moveTo>
                <a:cubicBezTo>
                  <a:pt x="5601371" y="15702"/>
                  <a:pt x="5583976" y="33097"/>
                  <a:pt x="5583976" y="54555"/>
                </a:cubicBezTo>
                <a:cubicBezTo>
                  <a:pt x="5583976" y="76014"/>
                  <a:pt x="5601371" y="93408"/>
                  <a:pt x="5622829" y="93408"/>
                </a:cubicBezTo>
                <a:cubicBezTo>
                  <a:pt x="5644287" y="93408"/>
                  <a:pt x="5661682" y="76013"/>
                  <a:pt x="5661682" y="54555"/>
                </a:cubicBezTo>
                <a:cubicBezTo>
                  <a:pt x="5661682" y="33096"/>
                  <a:pt x="5644287" y="15702"/>
                  <a:pt x="5622829" y="15702"/>
                </a:cubicBezTo>
                <a:close/>
                <a:moveTo>
                  <a:pt x="5495983" y="15702"/>
                </a:moveTo>
                <a:cubicBezTo>
                  <a:pt x="5474525" y="15702"/>
                  <a:pt x="5457130" y="33097"/>
                  <a:pt x="5457130" y="54555"/>
                </a:cubicBezTo>
                <a:cubicBezTo>
                  <a:pt x="5457130" y="76014"/>
                  <a:pt x="5474525" y="93408"/>
                  <a:pt x="5495983" y="93408"/>
                </a:cubicBezTo>
                <a:cubicBezTo>
                  <a:pt x="5517441" y="93408"/>
                  <a:pt x="5534836" y="76013"/>
                  <a:pt x="5534836" y="54555"/>
                </a:cubicBezTo>
                <a:cubicBezTo>
                  <a:pt x="5534836" y="33096"/>
                  <a:pt x="5517441" y="15702"/>
                  <a:pt x="5495983" y="15702"/>
                </a:cubicBezTo>
                <a:close/>
                <a:moveTo>
                  <a:pt x="5301117" y="15702"/>
                </a:moveTo>
                <a:cubicBezTo>
                  <a:pt x="5279659" y="15702"/>
                  <a:pt x="5262264" y="33097"/>
                  <a:pt x="5262264" y="54555"/>
                </a:cubicBezTo>
                <a:cubicBezTo>
                  <a:pt x="5262264" y="76014"/>
                  <a:pt x="5279659" y="93408"/>
                  <a:pt x="5301117" y="93408"/>
                </a:cubicBezTo>
                <a:cubicBezTo>
                  <a:pt x="5322575" y="93408"/>
                  <a:pt x="5339970" y="76013"/>
                  <a:pt x="5339970" y="54555"/>
                </a:cubicBezTo>
                <a:cubicBezTo>
                  <a:pt x="5339970" y="33096"/>
                  <a:pt x="5322575" y="15702"/>
                  <a:pt x="5301117" y="15702"/>
                </a:cubicBezTo>
                <a:close/>
                <a:moveTo>
                  <a:pt x="5140261" y="15702"/>
                </a:moveTo>
                <a:cubicBezTo>
                  <a:pt x="5118803" y="15841"/>
                  <a:pt x="5101408" y="33097"/>
                  <a:pt x="5101408" y="54555"/>
                </a:cubicBezTo>
                <a:cubicBezTo>
                  <a:pt x="5101408" y="76014"/>
                  <a:pt x="5118803" y="93408"/>
                  <a:pt x="5140261" y="93408"/>
                </a:cubicBezTo>
                <a:cubicBezTo>
                  <a:pt x="5161719" y="93408"/>
                  <a:pt x="5179114" y="76013"/>
                  <a:pt x="5179114" y="54555"/>
                </a:cubicBezTo>
                <a:cubicBezTo>
                  <a:pt x="5179114" y="33096"/>
                  <a:pt x="5161719" y="15702"/>
                  <a:pt x="5140261" y="15702"/>
                </a:cubicBezTo>
                <a:close/>
                <a:moveTo>
                  <a:pt x="5013414" y="15702"/>
                </a:moveTo>
                <a:cubicBezTo>
                  <a:pt x="4991956" y="15702"/>
                  <a:pt x="4974561" y="33097"/>
                  <a:pt x="4974561" y="54555"/>
                </a:cubicBezTo>
                <a:cubicBezTo>
                  <a:pt x="4974561" y="76014"/>
                  <a:pt x="4991956" y="93408"/>
                  <a:pt x="5013414" y="93408"/>
                </a:cubicBezTo>
                <a:cubicBezTo>
                  <a:pt x="5034872" y="93408"/>
                  <a:pt x="5052267" y="76013"/>
                  <a:pt x="5052267" y="54555"/>
                </a:cubicBezTo>
                <a:cubicBezTo>
                  <a:pt x="5052267" y="33096"/>
                  <a:pt x="5034872" y="15702"/>
                  <a:pt x="5013414" y="15702"/>
                </a:cubicBezTo>
                <a:close/>
                <a:moveTo>
                  <a:pt x="4852558" y="15702"/>
                </a:moveTo>
                <a:cubicBezTo>
                  <a:pt x="4831100" y="15845"/>
                  <a:pt x="4813705" y="33097"/>
                  <a:pt x="4813705" y="54555"/>
                </a:cubicBezTo>
                <a:cubicBezTo>
                  <a:pt x="4813705" y="76014"/>
                  <a:pt x="4831100" y="93408"/>
                  <a:pt x="4852558" y="93408"/>
                </a:cubicBezTo>
                <a:cubicBezTo>
                  <a:pt x="4874016" y="93408"/>
                  <a:pt x="4891411" y="76013"/>
                  <a:pt x="4891411" y="54555"/>
                </a:cubicBezTo>
                <a:cubicBezTo>
                  <a:pt x="4891411" y="33096"/>
                  <a:pt x="4874016" y="15702"/>
                  <a:pt x="4852558" y="15702"/>
                </a:cubicBezTo>
                <a:close/>
                <a:moveTo>
                  <a:pt x="4657693" y="15702"/>
                </a:moveTo>
                <a:cubicBezTo>
                  <a:pt x="4636235" y="15702"/>
                  <a:pt x="4618840" y="33097"/>
                  <a:pt x="4618840" y="54555"/>
                </a:cubicBezTo>
                <a:cubicBezTo>
                  <a:pt x="4618840" y="76014"/>
                  <a:pt x="4636235" y="93408"/>
                  <a:pt x="4657693" y="93408"/>
                </a:cubicBezTo>
                <a:cubicBezTo>
                  <a:pt x="4679151" y="93408"/>
                  <a:pt x="4696546" y="76013"/>
                  <a:pt x="4696546" y="54555"/>
                </a:cubicBezTo>
                <a:cubicBezTo>
                  <a:pt x="4696546" y="33096"/>
                  <a:pt x="4679151" y="15702"/>
                  <a:pt x="4657693" y="15702"/>
                </a:cubicBezTo>
                <a:close/>
                <a:moveTo>
                  <a:pt x="4496837" y="15702"/>
                </a:moveTo>
                <a:cubicBezTo>
                  <a:pt x="4475379" y="15853"/>
                  <a:pt x="4457984" y="33097"/>
                  <a:pt x="4457984" y="54555"/>
                </a:cubicBezTo>
                <a:cubicBezTo>
                  <a:pt x="4457984" y="76014"/>
                  <a:pt x="4475379" y="93408"/>
                  <a:pt x="4496837" y="93408"/>
                </a:cubicBezTo>
                <a:cubicBezTo>
                  <a:pt x="4518295" y="93408"/>
                  <a:pt x="4535690" y="76013"/>
                  <a:pt x="4535690" y="54555"/>
                </a:cubicBezTo>
                <a:cubicBezTo>
                  <a:pt x="4535690" y="33096"/>
                  <a:pt x="4518295" y="15702"/>
                  <a:pt x="4496837" y="15702"/>
                </a:cubicBezTo>
                <a:close/>
                <a:moveTo>
                  <a:pt x="4369990" y="15702"/>
                </a:moveTo>
                <a:cubicBezTo>
                  <a:pt x="4348532" y="15702"/>
                  <a:pt x="4331137" y="33097"/>
                  <a:pt x="4331137" y="54555"/>
                </a:cubicBezTo>
                <a:cubicBezTo>
                  <a:pt x="4331137" y="76014"/>
                  <a:pt x="4348532" y="93408"/>
                  <a:pt x="4369990" y="93408"/>
                </a:cubicBezTo>
                <a:cubicBezTo>
                  <a:pt x="4391448" y="93408"/>
                  <a:pt x="4408843" y="76013"/>
                  <a:pt x="4408843" y="54555"/>
                </a:cubicBezTo>
                <a:cubicBezTo>
                  <a:pt x="4408843" y="33096"/>
                  <a:pt x="4391448" y="15702"/>
                  <a:pt x="4369990" y="15702"/>
                </a:cubicBezTo>
                <a:close/>
                <a:moveTo>
                  <a:pt x="4209134" y="15702"/>
                </a:moveTo>
                <a:cubicBezTo>
                  <a:pt x="4187676" y="15849"/>
                  <a:pt x="4170281" y="33244"/>
                  <a:pt x="4170281" y="54555"/>
                </a:cubicBezTo>
                <a:cubicBezTo>
                  <a:pt x="4170281" y="76014"/>
                  <a:pt x="4187676" y="93408"/>
                  <a:pt x="4209134" y="93408"/>
                </a:cubicBezTo>
                <a:cubicBezTo>
                  <a:pt x="4230592" y="93408"/>
                  <a:pt x="4247987" y="76013"/>
                  <a:pt x="4247987" y="54555"/>
                </a:cubicBezTo>
                <a:cubicBezTo>
                  <a:pt x="4247987" y="33096"/>
                  <a:pt x="4230592" y="15702"/>
                  <a:pt x="4209134" y="15702"/>
                </a:cubicBezTo>
                <a:close/>
                <a:moveTo>
                  <a:pt x="4014268" y="15702"/>
                </a:moveTo>
                <a:cubicBezTo>
                  <a:pt x="3992810" y="15849"/>
                  <a:pt x="3975415" y="33097"/>
                  <a:pt x="3975415" y="54555"/>
                </a:cubicBezTo>
                <a:cubicBezTo>
                  <a:pt x="3975415" y="76014"/>
                  <a:pt x="3992810" y="93408"/>
                  <a:pt x="4014268" y="93408"/>
                </a:cubicBezTo>
                <a:cubicBezTo>
                  <a:pt x="4035726" y="93408"/>
                  <a:pt x="4053121" y="76013"/>
                  <a:pt x="4053121" y="54555"/>
                </a:cubicBezTo>
                <a:cubicBezTo>
                  <a:pt x="4053121" y="33096"/>
                  <a:pt x="4035726" y="15702"/>
                  <a:pt x="4014268" y="15702"/>
                </a:cubicBezTo>
                <a:close/>
                <a:moveTo>
                  <a:pt x="3887422" y="15702"/>
                </a:moveTo>
                <a:cubicBezTo>
                  <a:pt x="3865964" y="15849"/>
                  <a:pt x="3848569" y="33244"/>
                  <a:pt x="3848569" y="54555"/>
                </a:cubicBezTo>
                <a:cubicBezTo>
                  <a:pt x="3848569" y="76014"/>
                  <a:pt x="3865964" y="93408"/>
                  <a:pt x="3887422" y="93408"/>
                </a:cubicBezTo>
                <a:cubicBezTo>
                  <a:pt x="3908880" y="93408"/>
                  <a:pt x="3926275" y="76013"/>
                  <a:pt x="3926275" y="54555"/>
                </a:cubicBezTo>
                <a:cubicBezTo>
                  <a:pt x="3926275" y="33096"/>
                  <a:pt x="3908880" y="15702"/>
                  <a:pt x="3887422" y="15702"/>
                </a:cubicBezTo>
                <a:close/>
                <a:moveTo>
                  <a:pt x="3726566" y="15702"/>
                </a:moveTo>
                <a:cubicBezTo>
                  <a:pt x="3705108" y="15702"/>
                  <a:pt x="3687713" y="33097"/>
                  <a:pt x="3687713" y="54555"/>
                </a:cubicBezTo>
                <a:cubicBezTo>
                  <a:pt x="3687713" y="76014"/>
                  <a:pt x="3705108" y="93408"/>
                  <a:pt x="3726566" y="93408"/>
                </a:cubicBezTo>
                <a:cubicBezTo>
                  <a:pt x="3748024" y="93408"/>
                  <a:pt x="3765419" y="76013"/>
                  <a:pt x="3765419" y="54555"/>
                </a:cubicBezTo>
                <a:cubicBezTo>
                  <a:pt x="3765419" y="33096"/>
                  <a:pt x="3748024" y="15702"/>
                  <a:pt x="3726566" y="15702"/>
                </a:cubicBezTo>
                <a:close/>
                <a:moveTo>
                  <a:pt x="3599719" y="15702"/>
                </a:moveTo>
                <a:cubicBezTo>
                  <a:pt x="3578261" y="15702"/>
                  <a:pt x="3560866" y="33097"/>
                  <a:pt x="3560866" y="54555"/>
                </a:cubicBezTo>
                <a:cubicBezTo>
                  <a:pt x="3560866" y="76014"/>
                  <a:pt x="3578261" y="93408"/>
                  <a:pt x="3599719" y="93408"/>
                </a:cubicBezTo>
                <a:cubicBezTo>
                  <a:pt x="3621177" y="93263"/>
                  <a:pt x="3638572" y="75868"/>
                  <a:pt x="3638572" y="54555"/>
                </a:cubicBezTo>
                <a:cubicBezTo>
                  <a:pt x="3638572" y="33096"/>
                  <a:pt x="3621177" y="15702"/>
                  <a:pt x="3599719" y="15702"/>
                </a:cubicBezTo>
                <a:close/>
                <a:moveTo>
                  <a:pt x="3472872" y="15702"/>
                </a:moveTo>
                <a:cubicBezTo>
                  <a:pt x="3451414" y="15702"/>
                  <a:pt x="3434019" y="33097"/>
                  <a:pt x="3434019" y="54555"/>
                </a:cubicBezTo>
                <a:cubicBezTo>
                  <a:pt x="3434019" y="76014"/>
                  <a:pt x="3451414" y="93408"/>
                  <a:pt x="3472872" y="93408"/>
                </a:cubicBezTo>
                <a:cubicBezTo>
                  <a:pt x="3494330" y="93408"/>
                  <a:pt x="3511725" y="76013"/>
                  <a:pt x="3511725" y="54555"/>
                </a:cubicBezTo>
                <a:cubicBezTo>
                  <a:pt x="3511725" y="33096"/>
                  <a:pt x="3494330" y="15702"/>
                  <a:pt x="3472872" y="15702"/>
                </a:cubicBezTo>
                <a:close/>
                <a:moveTo>
                  <a:pt x="3346025" y="15702"/>
                </a:moveTo>
                <a:cubicBezTo>
                  <a:pt x="3324567" y="15702"/>
                  <a:pt x="3307172" y="33097"/>
                  <a:pt x="3307172" y="54555"/>
                </a:cubicBezTo>
                <a:cubicBezTo>
                  <a:pt x="3307172" y="76014"/>
                  <a:pt x="3324567" y="93408"/>
                  <a:pt x="3346025" y="93408"/>
                </a:cubicBezTo>
                <a:cubicBezTo>
                  <a:pt x="3367483" y="93256"/>
                  <a:pt x="3384878" y="75914"/>
                  <a:pt x="3384878" y="54555"/>
                </a:cubicBezTo>
                <a:cubicBezTo>
                  <a:pt x="3384878" y="33096"/>
                  <a:pt x="3367483" y="15702"/>
                  <a:pt x="3346025" y="15702"/>
                </a:cubicBezTo>
                <a:close/>
                <a:moveTo>
                  <a:pt x="3185169" y="15702"/>
                </a:moveTo>
                <a:cubicBezTo>
                  <a:pt x="3163711" y="15702"/>
                  <a:pt x="3146316" y="33097"/>
                  <a:pt x="3146316" y="54555"/>
                </a:cubicBezTo>
                <a:cubicBezTo>
                  <a:pt x="3146316" y="76014"/>
                  <a:pt x="3163711" y="93408"/>
                  <a:pt x="3185169" y="93408"/>
                </a:cubicBezTo>
                <a:cubicBezTo>
                  <a:pt x="3206627" y="93408"/>
                  <a:pt x="3224022" y="76013"/>
                  <a:pt x="3224022" y="54555"/>
                </a:cubicBezTo>
                <a:cubicBezTo>
                  <a:pt x="3224022" y="33096"/>
                  <a:pt x="3206627" y="15702"/>
                  <a:pt x="3185169" y="15702"/>
                </a:cubicBezTo>
                <a:close/>
                <a:moveTo>
                  <a:pt x="3058323" y="15702"/>
                </a:moveTo>
                <a:cubicBezTo>
                  <a:pt x="3036865" y="15702"/>
                  <a:pt x="3019470" y="33097"/>
                  <a:pt x="3019470" y="54555"/>
                </a:cubicBezTo>
                <a:cubicBezTo>
                  <a:pt x="3019470" y="76014"/>
                  <a:pt x="3036865" y="93408"/>
                  <a:pt x="3058323" y="93408"/>
                </a:cubicBezTo>
                <a:cubicBezTo>
                  <a:pt x="3079781" y="93408"/>
                  <a:pt x="3097176" y="76013"/>
                  <a:pt x="3097176" y="54555"/>
                </a:cubicBezTo>
                <a:cubicBezTo>
                  <a:pt x="3097176" y="33096"/>
                  <a:pt x="3079781" y="15702"/>
                  <a:pt x="3058323" y="15702"/>
                </a:cubicBezTo>
                <a:close/>
                <a:moveTo>
                  <a:pt x="2863457" y="15702"/>
                </a:moveTo>
                <a:cubicBezTo>
                  <a:pt x="2841999" y="15702"/>
                  <a:pt x="2824604" y="33097"/>
                  <a:pt x="2824604" y="54555"/>
                </a:cubicBezTo>
                <a:cubicBezTo>
                  <a:pt x="2824604" y="76014"/>
                  <a:pt x="2841999" y="93408"/>
                  <a:pt x="2863457" y="93408"/>
                </a:cubicBezTo>
                <a:cubicBezTo>
                  <a:pt x="2884915" y="93408"/>
                  <a:pt x="2902310" y="76013"/>
                  <a:pt x="2902310" y="54555"/>
                </a:cubicBezTo>
                <a:cubicBezTo>
                  <a:pt x="2902310" y="33096"/>
                  <a:pt x="2884915" y="15702"/>
                  <a:pt x="2863457" y="15702"/>
                </a:cubicBezTo>
                <a:close/>
                <a:moveTo>
                  <a:pt x="2702601" y="15702"/>
                </a:moveTo>
                <a:cubicBezTo>
                  <a:pt x="2681143" y="15702"/>
                  <a:pt x="2663748" y="33097"/>
                  <a:pt x="2663748" y="54555"/>
                </a:cubicBezTo>
                <a:cubicBezTo>
                  <a:pt x="2663748" y="76014"/>
                  <a:pt x="2681143" y="93408"/>
                  <a:pt x="2702601" y="93408"/>
                </a:cubicBezTo>
                <a:cubicBezTo>
                  <a:pt x="2724059" y="93253"/>
                  <a:pt x="2741454" y="76013"/>
                  <a:pt x="2741454" y="54555"/>
                </a:cubicBezTo>
                <a:cubicBezTo>
                  <a:pt x="2741454" y="33096"/>
                  <a:pt x="2724059" y="15702"/>
                  <a:pt x="2702601" y="15702"/>
                </a:cubicBezTo>
                <a:close/>
                <a:moveTo>
                  <a:pt x="2575754" y="15702"/>
                </a:moveTo>
                <a:cubicBezTo>
                  <a:pt x="2554296" y="15702"/>
                  <a:pt x="2536901" y="33097"/>
                  <a:pt x="2536901" y="54555"/>
                </a:cubicBezTo>
                <a:cubicBezTo>
                  <a:pt x="2536901" y="76014"/>
                  <a:pt x="2554296" y="93408"/>
                  <a:pt x="2575754" y="93408"/>
                </a:cubicBezTo>
                <a:cubicBezTo>
                  <a:pt x="2597212" y="93408"/>
                  <a:pt x="2614607" y="76013"/>
                  <a:pt x="2614607" y="54555"/>
                </a:cubicBezTo>
                <a:cubicBezTo>
                  <a:pt x="2614607" y="33096"/>
                  <a:pt x="2597212" y="15702"/>
                  <a:pt x="2575754" y="15702"/>
                </a:cubicBezTo>
                <a:close/>
                <a:moveTo>
                  <a:pt x="2414898" y="15702"/>
                </a:moveTo>
                <a:cubicBezTo>
                  <a:pt x="2393440" y="15702"/>
                  <a:pt x="2376045" y="33097"/>
                  <a:pt x="2376045" y="54555"/>
                </a:cubicBezTo>
                <a:cubicBezTo>
                  <a:pt x="2376045" y="76014"/>
                  <a:pt x="2393440" y="93408"/>
                  <a:pt x="2414898" y="93408"/>
                </a:cubicBezTo>
                <a:cubicBezTo>
                  <a:pt x="2436356" y="93249"/>
                  <a:pt x="2453751" y="76013"/>
                  <a:pt x="2453751" y="54555"/>
                </a:cubicBezTo>
                <a:cubicBezTo>
                  <a:pt x="2453751" y="33096"/>
                  <a:pt x="2436356" y="15702"/>
                  <a:pt x="2414898" y="15702"/>
                </a:cubicBezTo>
                <a:close/>
                <a:moveTo>
                  <a:pt x="2220033" y="15702"/>
                </a:moveTo>
                <a:cubicBezTo>
                  <a:pt x="2198575" y="15702"/>
                  <a:pt x="2181180" y="33097"/>
                  <a:pt x="2181180" y="54555"/>
                </a:cubicBezTo>
                <a:cubicBezTo>
                  <a:pt x="2181180" y="76014"/>
                  <a:pt x="2198575" y="93408"/>
                  <a:pt x="2220033" y="93408"/>
                </a:cubicBezTo>
                <a:cubicBezTo>
                  <a:pt x="2241491" y="93408"/>
                  <a:pt x="2258886" y="76013"/>
                  <a:pt x="2258886" y="54555"/>
                </a:cubicBezTo>
                <a:cubicBezTo>
                  <a:pt x="2258886" y="33096"/>
                  <a:pt x="2241491" y="15702"/>
                  <a:pt x="2220033" y="15702"/>
                </a:cubicBezTo>
                <a:close/>
                <a:moveTo>
                  <a:pt x="2059177" y="15702"/>
                </a:moveTo>
                <a:cubicBezTo>
                  <a:pt x="2037719" y="15702"/>
                  <a:pt x="2020324" y="33097"/>
                  <a:pt x="2020324" y="54555"/>
                </a:cubicBezTo>
                <a:cubicBezTo>
                  <a:pt x="2020324" y="76014"/>
                  <a:pt x="2037719" y="93408"/>
                  <a:pt x="2059177" y="93408"/>
                </a:cubicBezTo>
                <a:cubicBezTo>
                  <a:pt x="2080635" y="93408"/>
                  <a:pt x="2098030" y="76013"/>
                  <a:pt x="2098030" y="54555"/>
                </a:cubicBezTo>
                <a:cubicBezTo>
                  <a:pt x="2098030" y="33096"/>
                  <a:pt x="2080635" y="15702"/>
                  <a:pt x="2059177" y="15702"/>
                </a:cubicBezTo>
                <a:close/>
                <a:moveTo>
                  <a:pt x="1932330" y="15702"/>
                </a:moveTo>
                <a:cubicBezTo>
                  <a:pt x="1910872" y="15702"/>
                  <a:pt x="1893477" y="33097"/>
                  <a:pt x="1893477" y="54555"/>
                </a:cubicBezTo>
                <a:cubicBezTo>
                  <a:pt x="1893477" y="76014"/>
                  <a:pt x="1910872" y="93408"/>
                  <a:pt x="1932330" y="93408"/>
                </a:cubicBezTo>
                <a:cubicBezTo>
                  <a:pt x="1953788" y="93408"/>
                  <a:pt x="1971183" y="76013"/>
                  <a:pt x="1971183" y="54555"/>
                </a:cubicBezTo>
                <a:cubicBezTo>
                  <a:pt x="1971183" y="33096"/>
                  <a:pt x="1953788" y="15702"/>
                  <a:pt x="1932330" y="15702"/>
                </a:cubicBezTo>
                <a:close/>
                <a:moveTo>
                  <a:pt x="1771474" y="15702"/>
                </a:moveTo>
                <a:cubicBezTo>
                  <a:pt x="1750016" y="15702"/>
                  <a:pt x="1732621" y="33097"/>
                  <a:pt x="1732621" y="54555"/>
                </a:cubicBezTo>
                <a:cubicBezTo>
                  <a:pt x="1732621" y="76014"/>
                  <a:pt x="1750016" y="93408"/>
                  <a:pt x="1771474" y="93408"/>
                </a:cubicBezTo>
                <a:cubicBezTo>
                  <a:pt x="1792932" y="93408"/>
                  <a:pt x="1810327" y="76013"/>
                  <a:pt x="1810327" y="54555"/>
                </a:cubicBezTo>
                <a:cubicBezTo>
                  <a:pt x="1810327" y="33096"/>
                  <a:pt x="1792932" y="15702"/>
                  <a:pt x="1771474" y="15702"/>
                </a:cubicBezTo>
                <a:close/>
                <a:moveTo>
                  <a:pt x="1576608" y="15702"/>
                </a:moveTo>
                <a:cubicBezTo>
                  <a:pt x="1555150" y="15702"/>
                  <a:pt x="1537755" y="33097"/>
                  <a:pt x="1537755" y="54555"/>
                </a:cubicBezTo>
                <a:cubicBezTo>
                  <a:pt x="1537755" y="76014"/>
                  <a:pt x="1555150" y="93408"/>
                  <a:pt x="1576608" y="93408"/>
                </a:cubicBezTo>
                <a:cubicBezTo>
                  <a:pt x="1598066" y="93408"/>
                  <a:pt x="1615461" y="76013"/>
                  <a:pt x="1615461" y="54555"/>
                </a:cubicBezTo>
                <a:cubicBezTo>
                  <a:pt x="1615461" y="33096"/>
                  <a:pt x="1598066" y="15702"/>
                  <a:pt x="1576608" y="15702"/>
                </a:cubicBezTo>
                <a:close/>
                <a:moveTo>
                  <a:pt x="1449762" y="15702"/>
                </a:moveTo>
                <a:cubicBezTo>
                  <a:pt x="1428304" y="15702"/>
                  <a:pt x="1410909" y="33097"/>
                  <a:pt x="1410909" y="54555"/>
                </a:cubicBezTo>
                <a:cubicBezTo>
                  <a:pt x="1410909" y="76014"/>
                  <a:pt x="1428304" y="93408"/>
                  <a:pt x="1449762" y="93408"/>
                </a:cubicBezTo>
                <a:cubicBezTo>
                  <a:pt x="1471220" y="93408"/>
                  <a:pt x="1488615" y="76013"/>
                  <a:pt x="1488615" y="54555"/>
                </a:cubicBezTo>
                <a:cubicBezTo>
                  <a:pt x="1488615" y="33096"/>
                  <a:pt x="1471220" y="15702"/>
                  <a:pt x="1449762" y="15702"/>
                </a:cubicBezTo>
                <a:close/>
                <a:moveTo>
                  <a:pt x="1288906" y="15702"/>
                </a:moveTo>
                <a:cubicBezTo>
                  <a:pt x="1267448" y="15702"/>
                  <a:pt x="1250053" y="33097"/>
                  <a:pt x="1250053" y="54555"/>
                </a:cubicBezTo>
                <a:cubicBezTo>
                  <a:pt x="1250053" y="76014"/>
                  <a:pt x="1267448" y="93408"/>
                  <a:pt x="1288906" y="93408"/>
                </a:cubicBezTo>
                <a:cubicBezTo>
                  <a:pt x="1310364" y="93408"/>
                  <a:pt x="1327759" y="76013"/>
                  <a:pt x="1327759" y="54555"/>
                </a:cubicBezTo>
                <a:cubicBezTo>
                  <a:pt x="1327759" y="33096"/>
                  <a:pt x="1310364" y="15702"/>
                  <a:pt x="1288906" y="15702"/>
                </a:cubicBezTo>
                <a:close/>
                <a:moveTo>
                  <a:pt x="1162059" y="15702"/>
                </a:moveTo>
                <a:cubicBezTo>
                  <a:pt x="1140601" y="15702"/>
                  <a:pt x="1123206" y="33097"/>
                  <a:pt x="1123206" y="54555"/>
                </a:cubicBezTo>
                <a:cubicBezTo>
                  <a:pt x="1123206" y="76014"/>
                  <a:pt x="1140601" y="93408"/>
                  <a:pt x="1162059" y="93408"/>
                </a:cubicBezTo>
                <a:cubicBezTo>
                  <a:pt x="1183517" y="93408"/>
                  <a:pt x="1200912" y="76013"/>
                  <a:pt x="1200912" y="54555"/>
                </a:cubicBezTo>
                <a:cubicBezTo>
                  <a:pt x="1200912" y="33096"/>
                  <a:pt x="1183517" y="15702"/>
                  <a:pt x="1162059" y="15702"/>
                </a:cubicBezTo>
                <a:close/>
                <a:moveTo>
                  <a:pt x="1001203" y="15702"/>
                </a:moveTo>
                <a:cubicBezTo>
                  <a:pt x="979745" y="15702"/>
                  <a:pt x="962350" y="33097"/>
                  <a:pt x="962350" y="54555"/>
                </a:cubicBezTo>
                <a:cubicBezTo>
                  <a:pt x="962350" y="76014"/>
                  <a:pt x="979745" y="93408"/>
                  <a:pt x="1001203" y="93408"/>
                </a:cubicBezTo>
                <a:cubicBezTo>
                  <a:pt x="1022661" y="93408"/>
                  <a:pt x="1040056" y="76013"/>
                  <a:pt x="1040056" y="54555"/>
                </a:cubicBezTo>
                <a:cubicBezTo>
                  <a:pt x="1040056" y="33096"/>
                  <a:pt x="1022661" y="15702"/>
                  <a:pt x="1001203" y="15702"/>
                </a:cubicBezTo>
                <a:close/>
                <a:moveTo>
                  <a:pt x="840347" y="15702"/>
                </a:moveTo>
                <a:cubicBezTo>
                  <a:pt x="818889" y="15702"/>
                  <a:pt x="801494" y="33097"/>
                  <a:pt x="801494" y="54555"/>
                </a:cubicBezTo>
                <a:cubicBezTo>
                  <a:pt x="801495" y="76014"/>
                  <a:pt x="818889" y="93408"/>
                  <a:pt x="840347" y="93408"/>
                </a:cubicBezTo>
                <a:cubicBezTo>
                  <a:pt x="861805" y="93408"/>
                  <a:pt x="879200" y="76013"/>
                  <a:pt x="879200" y="54555"/>
                </a:cubicBezTo>
                <a:cubicBezTo>
                  <a:pt x="879198" y="33096"/>
                  <a:pt x="861805" y="15702"/>
                  <a:pt x="840347" y="15702"/>
                </a:cubicBezTo>
                <a:close/>
                <a:moveTo>
                  <a:pt x="713500" y="15702"/>
                </a:moveTo>
                <a:cubicBezTo>
                  <a:pt x="692042" y="15702"/>
                  <a:pt x="674647" y="33097"/>
                  <a:pt x="674647" y="54555"/>
                </a:cubicBezTo>
                <a:cubicBezTo>
                  <a:pt x="674647" y="76013"/>
                  <a:pt x="692042" y="93408"/>
                  <a:pt x="713500" y="93408"/>
                </a:cubicBezTo>
                <a:cubicBezTo>
                  <a:pt x="734958" y="93408"/>
                  <a:pt x="752353" y="76013"/>
                  <a:pt x="752353" y="54555"/>
                </a:cubicBezTo>
                <a:cubicBezTo>
                  <a:pt x="752353" y="33097"/>
                  <a:pt x="734958" y="15702"/>
                  <a:pt x="713500" y="15702"/>
                </a:cubicBezTo>
                <a:close/>
                <a:moveTo>
                  <a:pt x="552644" y="15702"/>
                </a:moveTo>
                <a:cubicBezTo>
                  <a:pt x="531186" y="15702"/>
                  <a:pt x="513791" y="33097"/>
                  <a:pt x="513791" y="54555"/>
                </a:cubicBezTo>
                <a:cubicBezTo>
                  <a:pt x="513791" y="76013"/>
                  <a:pt x="531186" y="93408"/>
                  <a:pt x="552644" y="93408"/>
                </a:cubicBezTo>
                <a:cubicBezTo>
                  <a:pt x="574102" y="93408"/>
                  <a:pt x="591497" y="76013"/>
                  <a:pt x="591497" y="54555"/>
                </a:cubicBezTo>
                <a:cubicBezTo>
                  <a:pt x="591497" y="33097"/>
                  <a:pt x="574102" y="15702"/>
                  <a:pt x="552644" y="15702"/>
                </a:cubicBezTo>
                <a:close/>
                <a:moveTo>
                  <a:pt x="357778" y="15702"/>
                </a:moveTo>
                <a:cubicBezTo>
                  <a:pt x="336320" y="15702"/>
                  <a:pt x="318925" y="33097"/>
                  <a:pt x="318925" y="54555"/>
                </a:cubicBezTo>
                <a:cubicBezTo>
                  <a:pt x="318925" y="76013"/>
                  <a:pt x="336320" y="93408"/>
                  <a:pt x="357778" y="93408"/>
                </a:cubicBezTo>
                <a:cubicBezTo>
                  <a:pt x="379236" y="93408"/>
                  <a:pt x="396631" y="76013"/>
                  <a:pt x="396631" y="54555"/>
                </a:cubicBezTo>
                <a:cubicBezTo>
                  <a:pt x="396631" y="33097"/>
                  <a:pt x="379236" y="15702"/>
                  <a:pt x="357778" y="15702"/>
                </a:cubicBezTo>
                <a:close/>
                <a:moveTo>
                  <a:pt x="230932" y="15702"/>
                </a:moveTo>
                <a:cubicBezTo>
                  <a:pt x="209474" y="15702"/>
                  <a:pt x="192079" y="33097"/>
                  <a:pt x="192079" y="54555"/>
                </a:cubicBezTo>
                <a:cubicBezTo>
                  <a:pt x="192079" y="76013"/>
                  <a:pt x="209474" y="93408"/>
                  <a:pt x="230932" y="93408"/>
                </a:cubicBezTo>
                <a:cubicBezTo>
                  <a:pt x="252390" y="93408"/>
                  <a:pt x="269785" y="76013"/>
                  <a:pt x="269785" y="54555"/>
                </a:cubicBezTo>
                <a:cubicBezTo>
                  <a:pt x="269785" y="33097"/>
                  <a:pt x="252390" y="15702"/>
                  <a:pt x="230932" y="15702"/>
                </a:cubicBezTo>
                <a:close/>
                <a:moveTo>
                  <a:pt x="70076" y="15702"/>
                </a:moveTo>
                <a:cubicBezTo>
                  <a:pt x="48618" y="15702"/>
                  <a:pt x="31223" y="33097"/>
                  <a:pt x="31223" y="54555"/>
                </a:cubicBezTo>
                <a:cubicBezTo>
                  <a:pt x="31223" y="76014"/>
                  <a:pt x="48618" y="93408"/>
                  <a:pt x="70076" y="93408"/>
                </a:cubicBezTo>
                <a:cubicBezTo>
                  <a:pt x="91534" y="93408"/>
                  <a:pt x="108929" y="76013"/>
                  <a:pt x="108929" y="54555"/>
                </a:cubicBezTo>
                <a:cubicBezTo>
                  <a:pt x="108928" y="33096"/>
                  <a:pt x="91533" y="15702"/>
                  <a:pt x="70076" y="15702"/>
                </a:cubicBezTo>
                <a:close/>
                <a:moveTo>
                  <a:pt x="9085564" y="400"/>
                </a:moveTo>
                <a:cubicBezTo>
                  <a:pt x="9115473" y="403"/>
                  <a:pt x="9139719" y="24649"/>
                  <a:pt x="9139719" y="54555"/>
                </a:cubicBezTo>
                <a:cubicBezTo>
                  <a:pt x="9139719" y="84464"/>
                  <a:pt x="9115473" y="108710"/>
                  <a:pt x="9085564" y="108712"/>
                </a:cubicBezTo>
                <a:cubicBezTo>
                  <a:pt x="9055655" y="108710"/>
                  <a:pt x="9031409" y="84464"/>
                  <a:pt x="9031409" y="54555"/>
                </a:cubicBezTo>
                <a:cubicBezTo>
                  <a:pt x="9031409" y="24646"/>
                  <a:pt x="9055655" y="400"/>
                  <a:pt x="9085564" y="400"/>
                </a:cubicBezTo>
                <a:close/>
                <a:moveTo>
                  <a:pt x="9005137" y="400"/>
                </a:moveTo>
                <a:cubicBezTo>
                  <a:pt x="9009410" y="401"/>
                  <a:pt x="9012874" y="3864"/>
                  <a:pt x="9012874" y="8137"/>
                </a:cubicBezTo>
                <a:cubicBezTo>
                  <a:pt x="9012874" y="39083"/>
                  <a:pt x="9012873" y="70028"/>
                  <a:pt x="9012873" y="100976"/>
                </a:cubicBezTo>
                <a:lnTo>
                  <a:pt x="9005137" y="108712"/>
                </a:lnTo>
                <a:cubicBezTo>
                  <a:pt x="9000864" y="108541"/>
                  <a:pt x="8997400" y="105246"/>
                  <a:pt x="8997400" y="100973"/>
                </a:cubicBezTo>
                <a:lnTo>
                  <a:pt x="8997400" y="8137"/>
                </a:lnTo>
                <a:cubicBezTo>
                  <a:pt x="8997400" y="3864"/>
                  <a:pt x="9000864" y="400"/>
                  <a:pt x="9005137" y="400"/>
                </a:cubicBezTo>
                <a:close/>
                <a:moveTo>
                  <a:pt x="8971127" y="400"/>
                </a:moveTo>
                <a:cubicBezTo>
                  <a:pt x="8975400" y="567"/>
                  <a:pt x="8978864" y="3864"/>
                  <a:pt x="8978864" y="8137"/>
                </a:cubicBezTo>
                <a:cubicBezTo>
                  <a:pt x="8978864" y="39083"/>
                  <a:pt x="8978863" y="70028"/>
                  <a:pt x="8978863" y="100976"/>
                </a:cubicBezTo>
                <a:lnTo>
                  <a:pt x="8971127" y="108712"/>
                </a:lnTo>
                <a:cubicBezTo>
                  <a:pt x="8966854" y="108710"/>
                  <a:pt x="8963390" y="105246"/>
                  <a:pt x="8963390" y="100973"/>
                </a:cubicBezTo>
                <a:lnTo>
                  <a:pt x="8963390" y="8137"/>
                </a:lnTo>
                <a:cubicBezTo>
                  <a:pt x="8963390" y="3864"/>
                  <a:pt x="8966854" y="400"/>
                  <a:pt x="8971127" y="400"/>
                </a:cubicBezTo>
                <a:close/>
                <a:moveTo>
                  <a:pt x="8890698" y="400"/>
                </a:moveTo>
                <a:cubicBezTo>
                  <a:pt x="8920607" y="400"/>
                  <a:pt x="8944853" y="24646"/>
                  <a:pt x="8944853" y="54555"/>
                </a:cubicBezTo>
                <a:cubicBezTo>
                  <a:pt x="8944853" y="84464"/>
                  <a:pt x="8920607" y="108710"/>
                  <a:pt x="8890698" y="108712"/>
                </a:cubicBezTo>
                <a:cubicBezTo>
                  <a:pt x="8860789" y="108710"/>
                  <a:pt x="8836543" y="84464"/>
                  <a:pt x="8836543" y="54555"/>
                </a:cubicBezTo>
                <a:cubicBezTo>
                  <a:pt x="8836543" y="24646"/>
                  <a:pt x="8860789" y="400"/>
                  <a:pt x="8890698" y="400"/>
                </a:cubicBezTo>
                <a:close/>
                <a:moveTo>
                  <a:pt x="8763852" y="400"/>
                </a:moveTo>
                <a:cubicBezTo>
                  <a:pt x="8793761" y="401"/>
                  <a:pt x="8818007" y="24646"/>
                  <a:pt x="8818007" y="54555"/>
                </a:cubicBezTo>
                <a:cubicBezTo>
                  <a:pt x="8818007" y="84464"/>
                  <a:pt x="8793761" y="108710"/>
                  <a:pt x="8763852" y="108712"/>
                </a:cubicBezTo>
                <a:cubicBezTo>
                  <a:pt x="8733943" y="108707"/>
                  <a:pt x="8709697" y="84461"/>
                  <a:pt x="8709697" y="54555"/>
                </a:cubicBezTo>
                <a:cubicBezTo>
                  <a:pt x="8709697" y="24646"/>
                  <a:pt x="8733943" y="400"/>
                  <a:pt x="8763852" y="400"/>
                </a:cubicBezTo>
                <a:close/>
                <a:moveTo>
                  <a:pt x="8683424" y="400"/>
                </a:moveTo>
                <a:cubicBezTo>
                  <a:pt x="8687697" y="400"/>
                  <a:pt x="8691161" y="3864"/>
                  <a:pt x="8691161" y="8137"/>
                </a:cubicBezTo>
                <a:cubicBezTo>
                  <a:pt x="8691161" y="39083"/>
                  <a:pt x="8691160" y="70028"/>
                  <a:pt x="8691160" y="100976"/>
                </a:cubicBezTo>
                <a:lnTo>
                  <a:pt x="8683424" y="108712"/>
                </a:lnTo>
                <a:cubicBezTo>
                  <a:pt x="8679151" y="108709"/>
                  <a:pt x="8675687" y="105246"/>
                  <a:pt x="8675687" y="100973"/>
                </a:cubicBezTo>
                <a:lnTo>
                  <a:pt x="8675687" y="8137"/>
                </a:lnTo>
                <a:cubicBezTo>
                  <a:pt x="8675687" y="3864"/>
                  <a:pt x="8679151" y="400"/>
                  <a:pt x="8683424" y="400"/>
                </a:cubicBezTo>
                <a:close/>
                <a:moveTo>
                  <a:pt x="8602996" y="400"/>
                </a:moveTo>
                <a:cubicBezTo>
                  <a:pt x="8632905" y="568"/>
                  <a:pt x="8657151" y="24814"/>
                  <a:pt x="8657151" y="54555"/>
                </a:cubicBezTo>
                <a:cubicBezTo>
                  <a:pt x="8657151" y="84464"/>
                  <a:pt x="8632905" y="108710"/>
                  <a:pt x="8602996" y="108712"/>
                </a:cubicBezTo>
                <a:cubicBezTo>
                  <a:pt x="8573087" y="108710"/>
                  <a:pt x="8548841" y="84464"/>
                  <a:pt x="8548841" y="54555"/>
                </a:cubicBezTo>
                <a:cubicBezTo>
                  <a:pt x="8548841" y="24646"/>
                  <a:pt x="8573087" y="400"/>
                  <a:pt x="8602996" y="400"/>
                </a:cubicBezTo>
                <a:close/>
                <a:moveTo>
                  <a:pt x="8476149" y="400"/>
                </a:moveTo>
                <a:cubicBezTo>
                  <a:pt x="8506058" y="400"/>
                  <a:pt x="8530304" y="24646"/>
                  <a:pt x="8530304" y="54555"/>
                </a:cubicBezTo>
                <a:cubicBezTo>
                  <a:pt x="8530304" y="84464"/>
                  <a:pt x="8506058" y="108710"/>
                  <a:pt x="8476149" y="108712"/>
                </a:cubicBezTo>
                <a:cubicBezTo>
                  <a:pt x="8446240" y="108709"/>
                  <a:pt x="8421994" y="84463"/>
                  <a:pt x="8421994" y="54555"/>
                </a:cubicBezTo>
                <a:cubicBezTo>
                  <a:pt x="8421994" y="24646"/>
                  <a:pt x="8446240" y="400"/>
                  <a:pt x="8476149" y="400"/>
                </a:cubicBezTo>
                <a:close/>
                <a:moveTo>
                  <a:pt x="8395722" y="400"/>
                </a:moveTo>
                <a:cubicBezTo>
                  <a:pt x="8399995" y="400"/>
                  <a:pt x="8403459" y="3864"/>
                  <a:pt x="8403459" y="8137"/>
                </a:cubicBezTo>
                <a:cubicBezTo>
                  <a:pt x="8403459" y="39083"/>
                  <a:pt x="8403458" y="70028"/>
                  <a:pt x="8403458" y="100976"/>
                </a:cubicBezTo>
                <a:lnTo>
                  <a:pt x="8395722" y="108712"/>
                </a:lnTo>
                <a:cubicBezTo>
                  <a:pt x="8391449" y="108539"/>
                  <a:pt x="8387985" y="105245"/>
                  <a:pt x="8387985" y="100973"/>
                </a:cubicBezTo>
                <a:lnTo>
                  <a:pt x="8387985" y="8137"/>
                </a:lnTo>
                <a:cubicBezTo>
                  <a:pt x="8387985" y="3864"/>
                  <a:pt x="8391449" y="400"/>
                  <a:pt x="8395722" y="400"/>
                </a:cubicBezTo>
                <a:close/>
                <a:moveTo>
                  <a:pt x="8315293" y="400"/>
                </a:moveTo>
                <a:cubicBezTo>
                  <a:pt x="8345202" y="568"/>
                  <a:pt x="8369448" y="24814"/>
                  <a:pt x="8369448" y="54555"/>
                </a:cubicBezTo>
                <a:cubicBezTo>
                  <a:pt x="8369448" y="84464"/>
                  <a:pt x="8345202" y="108710"/>
                  <a:pt x="8315293" y="108712"/>
                </a:cubicBezTo>
                <a:cubicBezTo>
                  <a:pt x="8285384" y="108710"/>
                  <a:pt x="8261138" y="84464"/>
                  <a:pt x="8261138" y="54555"/>
                </a:cubicBezTo>
                <a:cubicBezTo>
                  <a:pt x="8261138" y="24646"/>
                  <a:pt x="8285384" y="400"/>
                  <a:pt x="8315293" y="400"/>
                </a:cubicBezTo>
                <a:close/>
                <a:moveTo>
                  <a:pt x="8234865" y="400"/>
                </a:moveTo>
                <a:cubicBezTo>
                  <a:pt x="8239138" y="401"/>
                  <a:pt x="8242602" y="3864"/>
                  <a:pt x="8242602" y="8137"/>
                </a:cubicBezTo>
                <a:cubicBezTo>
                  <a:pt x="8242602" y="39083"/>
                  <a:pt x="8242601" y="70028"/>
                  <a:pt x="8242601" y="100976"/>
                </a:cubicBezTo>
                <a:lnTo>
                  <a:pt x="8234865" y="108712"/>
                </a:lnTo>
                <a:cubicBezTo>
                  <a:pt x="8230592" y="108541"/>
                  <a:pt x="8227128" y="105246"/>
                  <a:pt x="8227128" y="100973"/>
                </a:cubicBezTo>
                <a:lnTo>
                  <a:pt x="8227128" y="8137"/>
                </a:lnTo>
                <a:cubicBezTo>
                  <a:pt x="8227128" y="3864"/>
                  <a:pt x="8230592" y="400"/>
                  <a:pt x="8234865" y="400"/>
                </a:cubicBezTo>
                <a:close/>
                <a:moveTo>
                  <a:pt x="8154437" y="400"/>
                </a:moveTo>
                <a:cubicBezTo>
                  <a:pt x="8184346" y="402"/>
                  <a:pt x="8208592" y="24648"/>
                  <a:pt x="8208592" y="54555"/>
                </a:cubicBezTo>
                <a:cubicBezTo>
                  <a:pt x="8208592" y="84464"/>
                  <a:pt x="8184346" y="108710"/>
                  <a:pt x="8154437" y="108712"/>
                </a:cubicBezTo>
                <a:cubicBezTo>
                  <a:pt x="8124528" y="108710"/>
                  <a:pt x="8100282" y="84464"/>
                  <a:pt x="8100282" y="54555"/>
                </a:cubicBezTo>
                <a:cubicBezTo>
                  <a:pt x="8100282" y="24646"/>
                  <a:pt x="8124528" y="400"/>
                  <a:pt x="8154437" y="400"/>
                </a:cubicBezTo>
                <a:close/>
                <a:moveTo>
                  <a:pt x="8027590" y="400"/>
                </a:moveTo>
                <a:cubicBezTo>
                  <a:pt x="8057499" y="400"/>
                  <a:pt x="8081745" y="24646"/>
                  <a:pt x="8081745" y="54555"/>
                </a:cubicBezTo>
                <a:cubicBezTo>
                  <a:pt x="8081745" y="84464"/>
                  <a:pt x="8057499" y="108710"/>
                  <a:pt x="8027590" y="108712"/>
                </a:cubicBezTo>
                <a:cubicBezTo>
                  <a:pt x="7997681" y="108710"/>
                  <a:pt x="7973435" y="84464"/>
                  <a:pt x="7973435" y="54555"/>
                </a:cubicBezTo>
                <a:cubicBezTo>
                  <a:pt x="7973435" y="24646"/>
                  <a:pt x="7997681" y="400"/>
                  <a:pt x="8027590" y="400"/>
                </a:cubicBezTo>
                <a:close/>
                <a:moveTo>
                  <a:pt x="7866734" y="400"/>
                </a:moveTo>
                <a:cubicBezTo>
                  <a:pt x="7896643" y="400"/>
                  <a:pt x="7920889" y="24646"/>
                  <a:pt x="7920889" y="54555"/>
                </a:cubicBezTo>
                <a:cubicBezTo>
                  <a:pt x="7920889" y="84464"/>
                  <a:pt x="7896643" y="108710"/>
                  <a:pt x="7866734" y="108712"/>
                </a:cubicBezTo>
                <a:cubicBezTo>
                  <a:pt x="7836825" y="108710"/>
                  <a:pt x="7812579" y="84464"/>
                  <a:pt x="7812579" y="54555"/>
                </a:cubicBezTo>
                <a:cubicBezTo>
                  <a:pt x="7812579" y="24646"/>
                  <a:pt x="7836825" y="400"/>
                  <a:pt x="7866734" y="400"/>
                </a:cubicBezTo>
                <a:close/>
                <a:moveTo>
                  <a:pt x="7786307" y="400"/>
                </a:moveTo>
                <a:cubicBezTo>
                  <a:pt x="7790580" y="400"/>
                  <a:pt x="7794044" y="3864"/>
                  <a:pt x="7794044" y="8137"/>
                </a:cubicBezTo>
                <a:cubicBezTo>
                  <a:pt x="7794044" y="39083"/>
                  <a:pt x="7794043" y="70028"/>
                  <a:pt x="7794043" y="100976"/>
                </a:cubicBezTo>
                <a:lnTo>
                  <a:pt x="7786307" y="108712"/>
                </a:lnTo>
                <a:cubicBezTo>
                  <a:pt x="7782034" y="108540"/>
                  <a:pt x="7778570" y="105078"/>
                  <a:pt x="7778570" y="100973"/>
                </a:cubicBezTo>
                <a:lnTo>
                  <a:pt x="7778570" y="8137"/>
                </a:lnTo>
                <a:cubicBezTo>
                  <a:pt x="7778570" y="3864"/>
                  <a:pt x="7782034" y="400"/>
                  <a:pt x="7786307" y="400"/>
                </a:cubicBezTo>
                <a:close/>
                <a:moveTo>
                  <a:pt x="7752297" y="400"/>
                </a:moveTo>
                <a:cubicBezTo>
                  <a:pt x="7756570" y="401"/>
                  <a:pt x="7760034" y="3864"/>
                  <a:pt x="7760034" y="8137"/>
                </a:cubicBezTo>
                <a:cubicBezTo>
                  <a:pt x="7760034" y="39083"/>
                  <a:pt x="7760033" y="70028"/>
                  <a:pt x="7760033" y="100976"/>
                </a:cubicBezTo>
                <a:lnTo>
                  <a:pt x="7752297" y="108712"/>
                </a:lnTo>
                <a:cubicBezTo>
                  <a:pt x="7748024" y="108708"/>
                  <a:pt x="7744560" y="105246"/>
                  <a:pt x="7744560" y="100973"/>
                </a:cubicBezTo>
                <a:lnTo>
                  <a:pt x="7744560" y="8137"/>
                </a:lnTo>
                <a:cubicBezTo>
                  <a:pt x="7744560" y="3864"/>
                  <a:pt x="7748024" y="400"/>
                  <a:pt x="7752297" y="400"/>
                </a:cubicBezTo>
                <a:close/>
                <a:moveTo>
                  <a:pt x="7671868" y="400"/>
                </a:moveTo>
                <a:cubicBezTo>
                  <a:pt x="7701777" y="400"/>
                  <a:pt x="7726023" y="24646"/>
                  <a:pt x="7726023" y="54555"/>
                </a:cubicBezTo>
                <a:cubicBezTo>
                  <a:pt x="7726023" y="84464"/>
                  <a:pt x="7701777" y="108710"/>
                  <a:pt x="7671868" y="108712"/>
                </a:cubicBezTo>
                <a:cubicBezTo>
                  <a:pt x="7641959" y="108710"/>
                  <a:pt x="7617713" y="84464"/>
                  <a:pt x="7617713" y="54555"/>
                </a:cubicBezTo>
                <a:cubicBezTo>
                  <a:pt x="7617713" y="24646"/>
                  <a:pt x="7641959" y="400"/>
                  <a:pt x="7671868" y="400"/>
                </a:cubicBezTo>
                <a:close/>
                <a:moveTo>
                  <a:pt x="7545022" y="400"/>
                </a:moveTo>
                <a:cubicBezTo>
                  <a:pt x="7574931" y="400"/>
                  <a:pt x="7599177" y="24646"/>
                  <a:pt x="7599177" y="54555"/>
                </a:cubicBezTo>
                <a:cubicBezTo>
                  <a:pt x="7599177" y="84464"/>
                  <a:pt x="7574931" y="108710"/>
                  <a:pt x="7545022" y="108712"/>
                </a:cubicBezTo>
                <a:cubicBezTo>
                  <a:pt x="7515113" y="108710"/>
                  <a:pt x="7490867" y="84464"/>
                  <a:pt x="7490867" y="54555"/>
                </a:cubicBezTo>
                <a:cubicBezTo>
                  <a:pt x="7490867" y="24646"/>
                  <a:pt x="7515113" y="400"/>
                  <a:pt x="7545022" y="400"/>
                </a:cubicBezTo>
                <a:close/>
                <a:moveTo>
                  <a:pt x="7464594" y="400"/>
                </a:moveTo>
                <a:cubicBezTo>
                  <a:pt x="7468867" y="401"/>
                  <a:pt x="7472331" y="3864"/>
                  <a:pt x="7472331" y="8137"/>
                </a:cubicBezTo>
                <a:cubicBezTo>
                  <a:pt x="7472331" y="39083"/>
                  <a:pt x="7472330" y="70028"/>
                  <a:pt x="7472330" y="100976"/>
                </a:cubicBezTo>
                <a:lnTo>
                  <a:pt x="7464594" y="108712"/>
                </a:lnTo>
                <a:cubicBezTo>
                  <a:pt x="7460321" y="108707"/>
                  <a:pt x="7456857" y="105245"/>
                  <a:pt x="7456857" y="100973"/>
                </a:cubicBezTo>
                <a:lnTo>
                  <a:pt x="7456857" y="8137"/>
                </a:lnTo>
                <a:cubicBezTo>
                  <a:pt x="7456857" y="3864"/>
                  <a:pt x="7460321" y="400"/>
                  <a:pt x="7464594" y="400"/>
                </a:cubicBezTo>
                <a:close/>
                <a:moveTo>
                  <a:pt x="7384166" y="400"/>
                </a:moveTo>
                <a:cubicBezTo>
                  <a:pt x="7414075" y="401"/>
                  <a:pt x="7438321" y="24647"/>
                  <a:pt x="7438321" y="54555"/>
                </a:cubicBezTo>
                <a:cubicBezTo>
                  <a:pt x="7438321" y="84464"/>
                  <a:pt x="7414075" y="108710"/>
                  <a:pt x="7384166" y="108712"/>
                </a:cubicBezTo>
                <a:cubicBezTo>
                  <a:pt x="7354257" y="108709"/>
                  <a:pt x="7330011" y="84463"/>
                  <a:pt x="7330011" y="54555"/>
                </a:cubicBezTo>
                <a:cubicBezTo>
                  <a:pt x="7330011" y="24646"/>
                  <a:pt x="7354257" y="400"/>
                  <a:pt x="7384166" y="400"/>
                </a:cubicBezTo>
                <a:close/>
                <a:moveTo>
                  <a:pt x="7257319" y="400"/>
                </a:moveTo>
                <a:cubicBezTo>
                  <a:pt x="7287228" y="400"/>
                  <a:pt x="7311474" y="24646"/>
                  <a:pt x="7311474" y="54555"/>
                </a:cubicBezTo>
                <a:cubicBezTo>
                  <a:pt x="7311474" y="84464"/>
                  <a:pt x="7287228" y="108710"/>
                  <a:pt x="7257319" y="108712"/>
                </a:cubicBezTo>
                <a:cubicBezTo>
                  <a:pt x="7227410" y="108709"/>
                  <a:pt x="7203164" y="84463"/>
                  <a:pt x="7203164" y="54555"/>
                </a:cubicBezTo>
                <a:cubicBezTo>
                  <a:pt x="7203164" y="24646"/>
                  <a:pt x="7227410" y="400"/>
                  <a:pt x="7257319" y="400"/>
                </a:cubicBezTo>
                <a:close/>
                <a:moveTo>
                  <a:pt x="7129359" y="400"/>
                </a:moveTo>
                <a:cubicBezTo>
                  <a:pt x="7159268" y="400"/>
                  <a:pt x="7183514" y="24646"/>
                  <a:pt x="7183514" y="54555"/>
                </a:cubicBezTo>
                <a:cubicBezTo>
                  <a:pt x="7183514" y="84464"/>
                  <a:pt x="7159268" y="108710"/>
                  <a:pt x="7129359" y="108710"/>
                </a:cubicBezTo>
                <a:cubicBezTo>
                  <a:pt x="7099450" y="108710"/>
                  <a:pt x="7075204" y="84464"/>
                  <a:pt x="7075204" y="54555"/>
                </a:cubicBezTo>
                <a:cubicBezTo>
                  <a:pt x="7075204" y="24646"/>
                  <a:pt x="7099450" y="400"/>
                  <a:pt x="7129359" y="400"/>
                </a:cubicBezTo>
                <a:close/>
                <a:moveTo>
                  <a:pt x="7002515" y="400"/>
                </a:moveTo>
                <a:cubicBezTo>
                  <a:pt x="7032424" y="400"/>
                  <a:pt x="7056670" y="24646"/>
                  <a:pt x="7056670" y="54555"/>
                </a:cubicBezTo>
                <a:cubicBezTo>
                  <a:pt x="7056670" y="84464"/>
                  <a:pt x="7032424" y="108710"/>
                  <a:pt x="7002515" y="108710"/>
                </a:cubicBezTo>
                <a:cubicBezTo>
                  <a:pt x="6972606" y="108710"/>
                  <a:pt x="6948360" y="84464"/>
                  <a:pt x="6948360" y="54555"/>
                </a:cubicBezTo>
                <a:cubicBezTo>
                  <a:pt x="6948360" y="24646"/>
                  <a:pt x="6972606" y="400"/>
                  <a:pt x="7002515" y="400"/>
                </a:cubicBezTo>
                <a:close/>
                <a:moveTo>
                  <a:pt x="6922087" y="400"/>
                </a:moveTo>
                <a:cubicBezTo>
                  <a:pt x="6926360" y="400"/>
                  <a:pt x="6929824" y="3864"/>
                  <a:pt x="6929824" y="8137"/>
                </a:cubicBezTo>
                <a:lnTo>
                  <a:pt x="6929824" y="100973"/>
                </a:lnTo>
                <a:lnTo>
                  <a:pt x="6922087" y="108710"/>
                </a:lnTo>
                <a:cubicBezTo>
                  <a:pt x="6917815" y="108578"/>
                  <a:pt x="6914351" y="105115"/>
                  <a:pt x="6914351" y="100974"/>
                </a:cubicBezTo>
                <a:cubicBezTo>
                  <a:pt x="6914351" y="70028"/>
                  <a:pt x="6914350" y="39083"/>
                  <a:pt x="6914350" y="8137"/>
                </a:cubicBezTo>
                <a:cubicBezTo>
                  <a:pt x="6914350" y="3863"/>
                  <a:pt x="6917814" y="400"/>
                  <a:pt x="6922087" y="400"/>
                </a:cubicBezTo>
                <a:close/>
                <a:moveTo>
                  <a:pt x="6841659" y="400"/>
                </a:moveTo>
                <a:cubicBezTo>
                  <a:pt x="6871568" y="400"/>
                  <a:pt x="6895814" y="24646"/>
                  <a:pt x="6895814" y="54555"/>
                </a:cubicBezTo>
                <a:cubicBezTo>
                  <a:pt x="6895814" y="84464"/>
                  <a:pt x="6871568" y="108710"/>
                  <a:pt x="6841659" y="108710"/>
                </a:cubicBezTo>
                <a:cubicBezTo>
                  <a:pt x="6811750" y="108710"/>
                  <a:pt x="6787504" y="84464"/>
                  <a:pt x="6787504" y="54555"/>
                </a:cubicBezTo>
                <a:cubicBezTo>
                  <a:pt x="6787504" y="24646"/>
                  <a:pt x="6811750" y="400"/>
                  <a:pt x="6841659" y="400"/>
                </a:cubicBezTo>
                <a:close/>
                <a:moveTo>
                  <a:pt x="6714812" y="400"/>
                </a:moveTo>
                <a:cubicBezTo>
                  <a:pt x="6744721" y="400"/>
                  <a:pt x="6768967" y="24646"/>
                  <a:pt x="6768967" y="54555"/>
                </a:cubicBezTo>
                <a:cubicBezTo>
                  <a:pt x="6768967" y="84464"/>
                  <a:pt x="6744721" y="108710"/>
                  <a:pt x="6714812" y="108710"/>
                </a:cubicBezTo>
                <a:cubicBezTo>
                  <a:pt x="6684903" y="108710"/>
                  <a:pt x="6660657" y="84464"/>
                  <a:pt x="6660657" y="54555"/>
                </a:cubicBezTo>
                <a:cubicBezTo>
                  <a:pt x="6660657" y="24646"/>
                  <a:pt x="6684903" y="400"/>
                  <a:pt x="6714812" y="400"/>
                </a:cubicBezTo>
                <a:close/>
                <a:moveTo>
                  <a:pt x="6634384" y="400"/>
                </a:moveTo>
                <a:cubicBezTo>
                  <a:pt x="6638657" y="400"/>
                  <a:pt x="6642121" y="3864"/>
                  <a:pt x="6642121" y="8137"/>
                </a:cubicBezTo>
                <a:lnTo>
                  <a:pt x="6642121" y="100973"/>
                </a:lnTo>
                <a:cubicBezTo>
                  <a:pt x="6642121" y="105248"/>
                  <a:pt x="6638657" y="108710"/>
                  <a:pt x="6634384" y="108710"/>
                </a:cubicBezTo>
                <a:lnTo>
                  <a:pt x="6634385" y="108711"/>
                </a:lnTo>
                <a:cubicBezTo>
                  <a:pt x="6630112" y="108711"/>
                  <a:pt x="6626648" y="105247"/>
                  <a:pt x="6626648" y="100974"/>
                </a:cubicBezTo>
                <a:cubicBezTo>
                  <a:pt x="6626648" y="70028"/>
                  <a:pt x="6626647" y="39083"/>
                  <a:pt x="6626647" y="8137"/>
                </a:cubicBezTo>
                <a:cubicBezTo>
                  <a:pt x="6626647" y="3863"/>
                  <a:pt x="6630111" y="400"/>
                  <a:pt x="6634384" y="400"/>
                </a:cubicBezTo>
                <a:close/>
                <a:moveTo>
                  <a:pt x="6600375" y="400"/>
                </a:moveTo>
                <a:cubicBezTo>
                  <a:pt x="6604648" y="400"/>
                  <a:pt x="6608112" y="3864"/>
                  <a:pt x="6608112" y="8137"/>
                </a:cubicBezTo>
                <a:lnTo>
                  <a:pt x="6608112" y="100973"/>
                </a:lnTo>
                <a:cubicBezTo>
                  <a:pt x="6608112" y="105248"/>
                  <a:pt x="6604648" y="108710"/>
                  <a:pt x="6600375" y="108710"/>
                </a:cubicBezTo>
                <a:lnTo>
                  <a:pt x="6600376" y="108711"/>
                </a:lnTo>
                <a:cubicBezTo>
                  <a:pt x="6596103" y="108580"/>
                  <a:pt x="6592639" y="105116"/>
                  <a:pt x="6592639" y="100974"/>
                </a:cubicBezTo>
                <a:cubicBezTo>
                  <a:pt x="6592639" y="70028"/>
                  <a:pt x="6592638" y="39083"/>
                  <a:pt x="6592638" y="8137"/>
                </a:cubicBezTo>
                <a:cubicBezTo>
                  <a:pt x="6592638" y="3863"/>
                  <a:pt x="6596102" y="400"/>
                  <a:pt x="6600375" y="400"/>
                </a:cubicBezTo>
                <a:close/>
                <a:moveTo>
                  <a:pt x="6519947" y="400"/>
                </a:moveTo>
                <a:cubicBezTo>
                  <a:pt x="6549856" y="400"/>
                  <a:pt x="6574102" y="24646"/>
                  <a:pt x="6574102" y="54555"/>
                </a:cubicBezTo>
                <a:cubicBezTo>
                  <a:pt x="6574102" y="84464"/>
                  <a:pt x="6549856" y="108710"/>
                  <a:pt x="6519947" y="108710"/>
                </a:cubicBezTo>
                <a:cubicBezTo>
                  <a:pt x="6490038" y="108710"/>
                  <a:pt x="6465792" y="84464"/>
                  <a:pt x="6465792" y="54555"/>
                </a:cubicBezTo>
                <a:cubicBezTo>
                  <a:pt x="6465792" y="24646"/>
                  <a:pt x="6490038" y="400"/>
                  <a:pt x="6519947" y="400"/>
                </a:cubicBezTo>
                <a:close/>
                <a:moveTo>
                  <a:pt x="6359091" y="400"/>
                </a:moveTo>
                <a:cubicBezTo>
                  <a:pt x="6389000" y="400"/>
                  <a:pt x="6413246" y="24646"/>
                  <a:pt x="6413246" y="54555"/>
                </a:cubicBezTo>
                <a:cubicBezTo>
                  <a:pt x="6413246" y="84464"/>
                  <a:pt x="6389000" y="108710"/>
                  <a:pt x="6359091" y="108710"/>
                </a:cubicBezTo>
                <a:cubicBezTo>
                  <a:pt x="6329182" y="108710"/>
                  <a:pt x="6304936" y="84464"/>
                  <a:pt x="6304936" y="54555"/>
                </a:cubicBezTo>
                <a:cubicBezTo>
                  <a:pt x="6304936" y="24646"/>
                  <a:pt x="6329182" y="400"/>
                  <a:pt x="6359091" y="400"/>
                </a:cubicBezTo>
                <a:close/>
                <a:moveTo>
                  <a:pt x="6232244" y="400"/>
                </a:moveTo>
                <a:cubicBezTo>
                  <a:pt x="6262153" y="400"/>
                  <a:pt x="6286399" y="24646"/>
                  <a:pt x="6286399" y="54555"/>
                </a:cubicBezTo>
                <a:cubicBezTo>
                  <a:pt x="6286399" y="84464"/>
                  <a:pt x="6262153" y="108710"/>
                  <a:pt x="6232244" y="108710"/>
                </a:cubicBezTo>
                <a:cubicBezTo>
                  <a:pt x="6202335" y="108710"/>
                  <a:pt x="6178089" y="84464"/>
                  <a:pt x="6178089" y="54555"/>
                </a:cubicBezTo>
                <a:cubicBezTo>
                  <a:pt x="6178089" y="24646"/>
                  <a:pt x="6202335" y="400"/>
                  <a:pt x="6232244" y="400"/>
                </a:cubicBezTo>
                <a:close/>
                <a:moveTo>
                  <a:pt x="6151816" y="400"/>
                </a:moveTo>
                <a:cubicBezTo>
                  <a:pt x="6156089" y="400"/>
                  <a:pt x="6159553" y="3864"/>
                  <a:pt x="6159553" y="8137"/>
                </a:cubicBezTo>
                <a:lnTo>
                  <a:pt x="6159553" y="100973"/>
                </a:lnTo>
                <a:cubicBezTo>
                  <a:pt x="6159553" y="105248"/>
                  <a:pt x="6156089" y="108710"/>
                  <a:pt x="6151816" y="108710"/>
                </a:cubicBezTo>
                <a:lnTo>
                  <a:pt x="6144080" y="100974"/>
                </a:lnTo>
                <a:cubicBezTo>
                  <a:pt x="6144080" y="70028"/>
                  <a:pt x="6144079" y="39083"/>
                  <a:pt x="6144079" y="8137"/>
                </a:cubicBezTo>
                <a:cubicBezTo>
                  <a:pt x="6144079" y="3863"/>
                  <a:pt x="6147543" y="400"/>
                  <a:pt x="6151816" y="400"/>
                </a:cubicBezTo>
                <a:close/>
                <a:moveTo>
                  <a:pt x="6071388" y="400"/>
                </a:moveTo>
                <a:cubicBezTo>
                  <a:pt x="6101297" y="400"/>
                  <a:pt x="6125543" y="24646"/>
                  <a:pt x="6125543" y="54555"/>
                </a:cubicBezTo>
                <a:cubicBezTo>
                  <a:pt x="6125543" y="84464"/>
                  <a:pt x="6101297" y="108710"/>
                  <a:pt x="6071388" y="108710"/>
                </a:cubicBezTo>
                <a:cubicBezTo>
                  <a:pt x="6041479" y="108710"/>
                  <a:pt x="6017233" y="84464"/>
                  <a:pt x="6017233" y="54555"/>
                </a:cubicBezTo>
                <a:cubicBezTo>
                  <a:pt x="6017233" y="24646"/>
                  <a:pt x="6041479" y="400"/>
                  <a:pt x="6071388" y="400"/>
                </a:cubicBezTo>
                <a:close/>
                <a:moveTo>
                  <a:pt x="5990960" y="400"/>
                </a:moveTo>
                <a:cubicBezTo>
                  <a:pt x="5995233" y="400"/>
                  <a:pt x="5998697" y="3864"/>
                  <a:pt x="5998697" y="8137"/>
                </a:cubicBezTo>
                <a:lnTo>
                  <a:pt x="5998697" y="100973"/>
                </a:lnTo>
                <a:lnTo>
                  <a:pt x="5990960" y="108710"/>
                </a:lnTo>
                <a:cubicBezTo>
                  <a:pt x="5986688" y="108710"/>
                  <a:pt x="5983224" y="105247"/>
                  <a:pt x="5983224" y="100974"/>
                </a:cubicBezTo>
                <a:cubicBezTo>
                  <a:pt x="5983224" y="70028"/>
                  <a:pt x="5983223" y="39083"/>
                  <a:pt x="5983223" y="8137"/>
                </a:cubicBezTo>
                <a:cubicBezTo>
                  <a:pt x="5983223" y="3863"/>
                  <a:pt x="5986687" y="400"/>
                  <a:pt x="5990960" y="400"/>
                </a:cubicBezTo>
                <a:close/>
                <a:moveTo>
                  <a:pt x="5910532" y="400"/>
                </a:moveTo>
                <a:cubicBezTo>
                  <a:pt x="5940441" y="400"/>
                  <a:pt x="5964687" y="24646"/>
                  <a:pt x="5964687" y="54555"/>
                </a:cubicBezTo>
                <a:cubicBezTo>
                  <a:pt x="5964687" y="84464"/>
                  <a:pt x="5940441" y="108710"/>
                  <a:pt x="5910532" y="108710"/>
                </a:cubicBezTo>
                <a:cubicBezTo>
                  <a:pt x="5880623" y="108710"/>
                  <a:pt x="5856377" y="84464"/>
                  <a:pt x="5856377" y="54555"/>
                </a:cubicBezTo>
                <a:cubicBezTo>
                  <a:pt x="5856377" y="24646"/>
                  <a:pt x="5880623" y="400"/>
                  <a:pt x="5910532" y="400"/>
                </a:cubicBezTo>
                <a:close/>
                <a:moveTo>
                  <a:pt x="5783685" y="400"/>
                </a:moveTo>
                <a:cubicBezTo>
                  <a:pt x="5813594" y="400"/>
                  <a:pt x="5837840" y="24646"/>
                  <a:pt x="5837840" y="54555"/>
                </a:cubicBezTo>
                <a:cubicBezTo>
                  <a:pt x="5837840" y="84464"/>
                  <a:pt x="5813594" y="108710"/>
                  <a:pt x="5783685" y="108710"/>
                </a:cubicBezTo>
                <a:cubicBezTo>
                  <a:pt x="5753776" y="108710"/>
                  <a:pt x="5729530" y="84464"/>
                  <a:pt x="5729530" y="54555"/>
                </a:cubicBezTo>
                <a:cubicBezTo>
                  <a:pt x="5729530" y="24646"/>
                  <a:pt x="5753776" y="400"/>
                  <a:pt x="5783685" y="400"/>
                </a:cubicBezTo>
                <a:close/>
                <a:moveTo>
                  <a:pt x="5703257" y="400"/>
                </a:moveTo>
                <a:cubicBezTo>
                  <a:pt x="5707530" y="400"/>
                  <a:pt x="5710994" y="3864"/>
                  <a:pt x="5710994" y="8137"/>
                </a:cubicBezTo>
                <a:lnTo>
                  <a:pt x="5710994" y="100973"/>
                </a:lnTo>
                <a:lnTo>
                  <a:pt x="5703257" y="108710"/>
                </a:lnTo>
                <a:cubicBezTo>
                  <a:pt x="5698985" y="108710"/>
                  <a:pt x="5695521" y="105247"/>
                  <a:pt x="5695521" y="100974"/>
                </a:cubicBezTo>
                <a:cubicBezTo>
                  <a:pt x="5695521" y="70028"/>
                  <a:pt x="5695520" y="39083"/>
                  <a:pt x="5695520" y="8137"/>
                </a:cubicBezTo>
                <a:cubicBezTo>
                  <a:pt x="5695520" y="3863"/>
                  <a:pt x="5698984" y="400"/>
                  <a:pt x="5703257" y="400"/>
                </a:cubicBezTo>
                <a:close/>
                <a:moveTo>
                  <a:pt x="5622829" y="400"/>
                </a:moveTo>
                <a:cubicBezTo>
                  <a:pt x="5652738" y="400"/>
                  <a:pt x="5676984" y="24646"/>
                  <a:pt x="5676984" y="54555"/>
                </a:cubicBezTo>
                <a:cubicBezTo>
                  <a:pt x="5676984" y="84464"/>
                  <a:pt x="5652738" y="108710"/>
                  <a:pt x="5622829" y="108710"/>
                </a:cubicBezTo>
                <a:cubicBezTo>
                  <a:pt x="5592920" y="108710"/>
                  <a:pt x="5568674" y="84464"/>
                  <a:pt x="5568674" y="54555"/>
                </a:cubicBezTo>
                <a:cubicBezTo>
                  <a:pt x="5568674" y="24646"/>
                  <a:pt x="5592920" y="400"/>
                  <a:pt x="5622829" y="400"/>
                </a:cubicBezTo>
                <a:close/>
                <a:moveTo>
                  <a:pt x="5495983" y="400"/>
                </a:moveTo>
                <a:cubicBezTo>
                  <a:pt x="5525892" y="400"/>
                  <a:pt x="5550138" y="24646"/>
                  <a:pt x="5550138" y="54555"/>
                </a:cubicBezTo>
                <a:cubicBezTo>
                  <a:pt x="5550138" y="84464"/>
                  <a:pt x="5525892" y="108710"/>
                  <a:pt x="5495983" y="108710"/>
                </a:cubicBezTo>
                <a:cubicBezTo>
                  <a:pt x="5466074" y="108710"/>
                  <a:pt x="5441828" y="84464"/>
                  <a:pt x="5441828" y="54555"/>
                </a:cubicBezTo>
                <a:cubicBezTo>
                  <a:pt x="5441828" y="24646"/>
                  <a:pt x="5466074" y="400"/>
                  <a:pt x="5495983" y="400"/>
                </a:cubicBezTo>
                <a:close/>
                <a:moveTo>
                  <a:pt x="5415554" y="400"/>
                </a:moveTo>
                <a:cubicBezTo>
                  <a:pt x="5419827" y="400"/>
                  <a:pt x="5423291" y="3864"/>
                  <a:pt x="5423291" y="8137"/>
                </a:cubicBezTo>
                <a:lnTo>
                  <a:pt x="5423291" y="100973"/>
                </a:lnTo>
                <a:cubicBezTo>
                  <a:pt x="5423291" y="105248"/>
                  <a:pt x="5419827" y="108710"/>
                  <a:pt x="5415554" y="108710"/>
                </a:cubicBezTo>
                <a:lnTo>
                  <a:pt x="5415555" y="108711"/>
                </a:lnTo>
                <a:cubicBezTo>
                  <a:pt x="5411282" y="108711"/>
                  <a:pt x="5407818" y="105247"/>
                  <a:pt x="5407818" y="100974"/>
                </a:cubicBezTo>
                <a:cubicBezTo>
                  <a:pt x="5407818" y="70028"/>
                  <a:pt x="5407817" y="39083"/>
                  <a:pt x="5407817" y="8137"/>
                </a:cubicBezTo>
                <a:cubicBezTo>
                  <a:pt x="5407817" y="3863"/>
                  <a:pt x="5411281" y="400"/>
                  <a:pt x="5415554" y="400"/>
                </a:cubicBezTo>
                <a:close/>
                <a:moveTo>
                  <a:pt x="5381545" y="400"/>
                </a:moveTo>
                <a:cubicBezTo>
                  <a:pt x="5385818" y="400"/>
                  <a:pt x="5389282" y="3864"/>
                  <a:pt x="5389282" y="8137"/>
                </a:cubicBezTo>
                <a:lnTo>
                  <a:pt x="5389282" y="100973"/>
                </a:lnTo>
                <a:lnTo>
                  <a:pt x="5381545" y="108710"/>
                </a:lnTo>
                <a:cubicBezTo>
                  <a:pt x="5377273" y="108710"/>
                  <a:pt x="5373809" y="105247"/>
                  <a:pt x="5373809" y="100974"/>
                </a:cubicBezTo>
                <a:cubicBezTo>
                  <a:pt x="5373809" y="70028"/>
                  <a:pt x="5373808" y="39083"/>
                  <a:pt x="5373808" y="8137"/>
                </a:cubicBezTo>
                <a:cubicBezTo>
                  <a:pt x="5373808" y="3863"/>
                  <a:pt x="5377272" y="400"/>
                  <a:pt x="5381545" y="400"/>
                </a:cubicBezTo>
                <a:close/>
                <a:moveTo>
                  <a:pt x="5301117" y="400"/>
                </a:moveTo>
                <a:cubicBezTo>
                  <a:pt x="5331026" y="400"/>
                  <a:pt x="5355272" y="24646"/>
                  <a:pt x="5355272" y="54555"/>
                </a:cubicBezTo>
                <a:cubicBezTo>
                  <a:pt x="5355272" y="84464"/>
                  <a:pt x="5331026" y="108710"/>
                  <a:pt x="5301117" y="108710"/>
                </a:cubicBezTo>
                <a:cubicBezTo>
                  <a:pt x="5271208" y="108710"/>
                  <a:pt x="5246962" y="84464"/>
                  <a:pt x="5246962" y="54555"/>
                </a:cubicBezTo>
                <a:cubicBezTo>
                  <a:pt x="5246962" y="24646"/>
                  <a:pt x="5271208" y="400"/>
                  <a:pt x="5301117" y="400"/>
                </a:cubicBezTo>
                <a:close/>
                <a:moveTo>
                  <a:pt x="5140261" y="400"/>
                </a:moveTo>
                <a:cubicBezTo>
                  <a:pt x="5170170" y="400"/>
                  <a:pt x="5194416" y="24646"/>
                  <a:pt x="5194416" y="54555"/>
                </a:cubicBezTo>
                <a:cubicBezTo>
                  <a:pt x="5194416" y="84464"/>
                  <a:pt x="5170170" y="108710"/>
                  <a:pt x="5140261" y="108710"/>
                </a:cubicBezTo>
                <a:cubicBezTo>
                  <a:pt x="5110352" y="108710"/>
                  <a:pt x="5086106" y="84464"/>
                  <a:pt x="5086106" y="54555"/>
                </a:cubicBezTo>
                <a:cubicBezTo>
                  <a:pt x="5086106" y="24646"/>
                  <a:pt x="5110352" y="400"/>
                  <a:pt x="5140261" y="400"/>
                </a:cubicBezTo>
                <a:close/>
                <a:moveTo>
                  <a:pt x="5013414" y="400"/>
                </a:moveTo>
                <a:cubicBezTo>
                  <a:pt x="5043323" y="400"/>
                  <a:pt x="5067569" y="24646"/>
                  <a:pt x="5067569" y="54555"/>
                </a:cubicBezTo>
                <a:cubicBezTo>
                  <a:pt x="5067569" y="84464"/>
                  <a:pt x="5043323" y="108710"/>
                  <a:pt x="5013414" y="108710"/>
                </a:cubicBezTo>
                <a:cubicBezTo>
                  <a:pt x="4983505" y="108710"/>
                  <a:pt x="4959259" y="84464"/>
                  <a:pt x="4959259" y="54555"/>
                </a:cubicBezTo>
                <a:cubicBezTo>
                  <a:pt x="4959259" y="24646"/>
                  <a:pt x="4983505" y="400"/>
                  <a:pt x="5013414" y="400"/>
                </a:cubicBezTo>
                <a:close/>
                <a:moveTo>
                  <a:pt x="4932986" y="400"/>
                </a:moveTo>
                <a:cubicBezTo>
                  <a:pt x="4937259" y="543"/>
                  <a:pt x="4940723" y="3864"/>
                  <a:pt x="4940723" y="8137"/>
                </a:cubicBezTo>
                <a:lnTo>
                  <a:pt x="4940723" y="100973"/>
                </a:lnTo>
                <a:cubicBezTo>
                  <a:pt x="4940723" y="105248"/>
                  <a:pt x="4937259" y="108710"/>
                  <a:pt x="4932986" y="108710"/>
                </a:cubicBezTo>
                <a:lnTo>
                  <a:pt x="4932987" y="108711"/>
                </a:lnTo>
                <a:cubicBezTo>
                  <a:pt x="4928714" y="108711"/>
                  <a:pt x="4925250" y="105247"/>
                  <a:pt x="4925250" y="100974"/>
                </a:cubicBezTo>
                <a:cubicBezTo>
                  <a:pt x="4925250" y="70028"/>
                  <a:pt x="4925249" y="39083"/>
                  <a:pt x="4925249" y="8137"/>
                </a:cubicBezTo>
                <a:cubicBezTo>
                  <a:pt x="4925249" y="3863"/>
                  <a:pt x="4928713" y="400"/>
                  <a:pt x="4932986" y="400"/>
                </a:cubicBezTo>
                <a:close/>
                <a:moveTo>
                  <a:pt x="4852558" y="400"/>
                </a:moveTo>
                <a:cubicBezTo>
                  <a:pt x="4882467" y="400"/>
                  <a:pt x="4906713" y="24646"/>
                  <a:pt x="4906713" y="54555"/>
                </a:cubicBezTo>
                <a:cubicBezTo>
                  <a:pt x="4906713" y="84464"/>
                  <a:pt x="4882467" y="108710"/>
                  <a:pt x="4852558" y="108710"/>
                </a:cubicBezTo>
                <a:cubicBezTo>
                  <a:pt x="4822649" y="108710"/>
                  <a:pt x="4798403" y="84464"/>
                  <a:pt x="4798403" y="54555"/>
                </a:cubicBezTo>
                <a:cubicBezTo>
                  <a:pt x="4798403" y="24646"/>
                  <a:pt x="4822649" y="400"/>
                  <a:pt x="4852558" y="400"/>
                </a:cubicBezTo>
                <a:close/>
                <a:moveTo>
                  <a:pt x="4772130" y="400"/>
                </a:moveTo>
                <a:cubicBezTo>
                  <a:pt x="4776403" y="400"/>
                  <a:pt x="4779867" y="3864"/>
                  <a:pt x="4779867" y="8137"/>
                </a:cubicBezTo>
                <a:lnTo>
                  <a:pt x="4779867" y="100973"/>
                </a:lnTo>
                <a:cubicBezTo>
                  <a:pt x="4779867" y="105248"/>
                  <a:pt x="4776403" y="108710"/>
                  <a:pt x="4772130" y="108710"/>
                </a:cubicBezTo>
                <a:lnTo>
                  <a:pt x="4772131" y="108711"/>
                </a:lnTo>
                <a:cubicBezTo>
                  <a:pt x="4767858" y="108711"/>
                  <a:pt x="4764394" y="105247"/>
                  <a:pt x="4764394" y="100974"/>
                </a:cubicBezTo>
                <a:cubicBezTo>
                  <a:pt x="4764394" y="70028"/>
                  <a:pt x="4764393" y="39083"/>
                  <a:pt x="4764393" y="8137"/>
                </a:cubicBezTo>
                <a:cubicBezTo>
                  <a:pt x="4764393" y="3863"/>
                  <a:pt x="4767857" y="400"/>
                  <a:pt x="4772130" y="400"/>
                </a:cubicBezTo>
                <a:close/>
                <a:moveTo>
                  <a:pt x="4738121" y="400"/>
                </a:moveTo>
                <a:cubicBezTo>
                  <a:pt x="4742394" y="400"/>
                  <a:pt x="4745858" y="3864"/>
                  <a:pt x="4745858" y="8137"/>
                </a:cubicBezTo>
                <a:cubicBezTo>
                  <a:pt x="4745858" y="39083"/>
                  <a:pt x="4745857" y="70028"/>
                  <a:pt x="4745857" y="100974"/>
                </a:cubicBezTo>
                <a:lnTo>
                  <a:pt x="4738121" y="108710"/>
                </a:lnTo>
                <a:cubicBezTo>
                  <a:pt x="4733848" y="108710"/>
                  <a:pt x="4730384" y="105246"/>
                  <a:pt x="4730384" y="100973"/>
                </a:cubicBezTo>
                <a:lnTo>
                  <a:pt x="4730384" y="8137"/>
                </a:lnTo>
                <a:cubicBezTo>
                  <a:pt x="4730384" y="3863"/>
                  <a:pt x="4733848" y="400"/>
                  <a:pt x="4738121" y="400"/>
                </a:cubicBezTo>
                <a:close/>
                <a:moveTo>
                  <a:pt x="4657693" y="400"/>
                </a:moveTo>
                <a:cubicBezTo>
                  <a:pt x="4687602" y="400"/>
                  <a:pt x="4711848" y="24646"/>
                  <a:pt x="4711848" y="54555"/>
                </a:cubicBezTo>
                <a:cubicBezTo>
                  <a:pt x="4711848" y="84464"/>
                  <a:pt x="4687602" y="108710"/>
                  <a:pt x="4657693" y="108710"/>
                </a:cubicBezTo>
                <a:cubicBezTo>
                  <a:pt x="4627784" y="108710"/>
                  <a:pt x="4603538" y="84464"/>
                  <a:pt x="4603538" y="54555"/>
                </a:cubicBezTo>
                <a:cubicBezTo>
                  <a:pt x="4603538" y="24646"/>
                  <a:pt x="4627784" y="400"/>
                  <a:pt x="4657693" y="400"/>
                </a:cubicBezTo>
                <a:close/>
                <a:moveTo>
                  <a:pt x="4577265" y="400"/>
                </a:moveTo>
                <a:cubicBezTo>
                  <a:pt x="4581538" y="551"/>
                  <a:pt x="4585002" y="3864"/>
                  <a:pt x="4585002" y="8137"/>
                </a:cubicBezTo>
                <a:cubicBezTo>
                  <a:pt x="4585002" y="39083"/>
                  <a:pt x="4585001" y="70028"/>
                  <a:pt x="4585001" y="100974"/>
                </a:cubicBezTo>
                <a:lnTo>
                  <a:pt x="4577265" y="108710"/>
                </a:lnTo>
                <a:cubicBezTo>
                  <a:pt x="4572992" y="108710"/>
                  <a:pt x="4569528" y="105246"/>
                  <a:pt x="4569528" y="100973"/>
                </a:cubicBezTo>
                <a:lnTo>
                  <a:pt x="4569528" y="8137"/>
                </a:lnTo>
                <a:cubicBezTo>
                  <a:pt x="4569528" y="3863"/>
                  <a:pt x="4572992" y="400"/>
                  <a:pt x="4577265" y="400"/>
                </a:cubicBezTo>
                <a:close/>
                <a:moveTo>
                  <a:pt x="4496837" y="400"/>
                </a:moveTo>
                <a:cubicBezTo>
                  <a:pt x="4526746" y="400"/>
                  <a:pt x="4550992" y="24646"/>
                  <a:pt x="4550992" y="54555"/>
                </a:cubicBezTo>
                <a:cubicBezTo>
                  <a:pt x="4550992" y="84464"/>
                  <a:pt x="4526746" y="108710"/>
                  <a:pt x="4496837" y="108710"/>
                </a:cubicBezTo>
                <a:cubicBezTo>
                  <a:pt x="4466928" y="108710"/>
                  <a:pt x="4442682" y="84464"/>
                  <a:pt x="4442682" y="54555"/>
                </a:cubicBezTo>
                <a:cubicBezTo>
                  <a:pt x="4442682" y="24646"/>
                  <a:pt x="4466928" y="400"/>
                  <a:pt x="4496837" y="400"/>
                </a:cubicBezTo>
                <a:close/>
                <a:moveTo>
                  <a:pt x="4369990" y="400"/>
                </a:moveTo>
                <a:cubicBezTo>
                  <a:pt x="4399899" y="400"/>
                  <a:pt x="4424145" y="24646"/>
                  <a:pt x="4424145" y="54555"/>
                </a:cubicBezTo>
                <a:cubicBezTo>
                  <a:pt x="4424145" y="84464"/>
                  <a:pt x="4399899" y="108710"/>
                  <a:pt x="4369990" y="108710"/>
                </a:cubicBezTo>
                <a:cubicBezTo>
                  <a:pt x="4340081" y="108710"/>
                  <a:pt x="4315835" y="84464"/>
                  <a:pt x="4315835" y="54555"/>
                </a:cubicBezTo>
                <a:cubicBezTo>
                  <a:pt x="4315835" y="24646"/>
                  <a:pt x="4340081" y="400"/>
                  <a:pt x="4369990" y="400"/>
                </a:cubicBezTo>
                <a:close/>
                <a:moveTo>
                  <a:pt x="4209134" y="400"/>
                </a:moveTo>
                <a:cubicBezTo>
                  <a:pt x="4239043" y="400"/>
                  <a:pt x="4263289" y="24646"/>
                  <a:pt x="4263289" y="54555"/>
                </a:cubicBezTo>
                <a:cubicBezTo>
                  <a:pt x="4263289" y="84464"/>
                  <a:pt x="4239043" y="108710"/>
                  <a:pt x="4209134" y="108710"/>
                </a:cubicBezTo>
                <a:cubicBezTo>
                  <a:pt x="4179225" y="108563"/>
                  <a:pt x="4154979" y="84317"/>
                  <a:pt x="4154979" y="54555"/>
                </a:cubicBezTo>
                <a:cubicBezTo>
                  <a:pt x="4154979" y="24646"/>
                  <a:pt x="4179225" y="400"/>
                  <a:pt x="4209134" y="400"/>
                </a:cubicBezTo>
                <a:close/>
                <a:moveTo>
                  <a:pt x="4128706" y="400"/>
                </a:moveTo>
                <a:cubicBezTo>
                  <a:pt x="4132979" y="400"/>
                  <a:pt x="4136443" y="3864"/>
                  <a:pt x="4136443" y="8137"/>
                </a:cubicBezTo>
                <a:cubicBezTo>
                  <a:pt x="4136443" y="39083"/>
                  <a:pt x="4136442" y="70028"/>
                  <a:pt x="4136442" y="100974"/>
                </a:cubicBezTo>
                <a:cubicBezTo>
                  <a:pt x="4136442" y="105247"/>
                  <a:pt x="4132978" y="108711"/>
                  <a:pt x="4128705" y="108711"/>
                </a:cubicBezTo>
                <a:lnTo>
                  <a:pt x="4128706" y="108710"/>
                </a:lnTo>
                <a:cubicBezTo>
                  <a:pt x="4124433" y="108710"/>
                  <a:pt x="4120969" y="105246"/>
                  <a:pt x="4120969" y="100973"/>
                </a:cubicBezTo>
                <a:lnTo>
                  <a:pt x="4120969" y="8137"/>
                </a:lnTo>
                <a:cubicBezTo>
                  <a:pt x="4120969" y="3863"/>
                  <a:pt x="4124433" y="400"/>
                  <a:pt x="4128706" y="400"/>
                </a:cubicBezTo>
                <a:close/>
                <a:moveTo>
                  <a:pt x="4094697" y="400"/>
                </a:moveTo>
                <a:cubicBezTo>
                  <a:pt x="4098970" y="400"/>
                  <a:pt x="4102434" y="3864"/>
                  <a:pt x="4102434" y="8137"/>
                </a:cubicBezTo>
                <a:cubicBezTo>
                  <a:pt x="4102434" y="39083"/>
                  <a:pt x="4102433" y="70028"/>
                  <a:pt x="4102433" y="100974"/>
                </a:cubicBezTo>
                <a:lnTo>
                  <a:pt x="4094697" y="108710"/>
                </a:lnTo>
                <a:cubicBezTo>
                  <a:pt x="4090424" y="108710"/>
                  <a:pt x="4086960" y="105246"/>
                  <a:pt x="4086960" y="100973"/>
                </a:cubicBezTo>
                <a:lnTo>
                  <a:pt x="4086960" y="8137"/>
                </a:lnTo>
                <a:cubicBezTo>
                  <a:pt x="4086960" y="3863"/>
                  <a:pt x="4090424" y="400"/>
                  <a:pt x="4094697" y="400"/>
                </a:cubicBezTo>
                <a:close/>
                <a:moveTo>
                  <a:pt x="4014268" y="400"/>
                </a:moveTo>
                <a:cubicBezTo>
                  <a:pt x="4044177" y="400"/>
                  <a:pt x="4068423" y="24646"/>
                  <a:pt x="4068423" y="54555"/>
                </a:cubicBezTo>
                <a:cubicBezTo>
                  <a:pt x="4068423" y="84464"/>
                  <a:pt x="4044177" y="108710"/>
                  <a:pt x="4014268" y="108710"/>
                </a:cubicBezTo>
                <a:cubicBezTo>
                  <a:pt x="3984359" y="108710"/>
                  <a:pt x="3960113" y="84464"/>
                  <a:pt x="3960113" y="54555"/>
                </a:cubicBezTo>
                <a:cubicBezTo>
                  <a:pt x="3960113" y="24646"/>
                  <a:pt x="3984359" y="400"/>
                  <a:pt x="4014268" y="400"/>
                </a:cubicBezTo>
                <a:close/>
                <a:moveTo>
                  <a:pt x="3887422" y="400"/>
                </a:moveTo>
                <a:cubicBezTo>
                  <a:pt x="3917331" y="400"/>
                  <a:pt x="3941577" y="24646"/>
                  <a:pt x="3941577" y="54555"/>
                </a:cubicBezTo>
                <a:cubicBezTo>
                  <a:pt x="3941577" y="84464"/>
                  <a:pt x="3917331" y="108710"/>
                  <a:pt x="3887422" y="108710"/>
                </a:cubicBezTo>
                <a:cubicBezTo>
                  <a:pt x="3857513" y="108563"/>
                  <a:pt x="3833267" y="84317"/>
                  <a:pt x="3833267" y="54555"/>
                </a:cubicBezTo>
                <a:cubicBezTo>
                  <a:pt x="3833267" y="24646"/>
                  <a:pt x="3857513" y="400"/>
                  <a:pt x="3887422" y="400"/>
                </a:cubicBezTo>
                <a:close/>
                <a:moveTo>
                  <a:pt x="3806994" y="400"/>
                </a:moveTo>
                <a:cubicBezTo>
                  <a:pt x="3811267" y="400"/>
                  <a:pt x="3814731" y="3864"/>
                  <a:pt x="3814731" y="8137"/>
                </a:cubicBezTo>
                <a:cubicBezTo>
                  <a:pt x="3814731" y="39083"/>
                  <a:pt x="3814730" y="70028"/>
                  <a:pt x="3814730" y="100974"/>
                </a:cubicBezTo>
                <a:cubicBezTo>
                  <a:pt x="3814730" y="105247"/>
                  <a:pt x="3811266" y="108711"/>
                  <a:pt x="3806993" y="108711"/>
                </a:cubicBezTo>
                <a:lnTo>
                  <a:pt x="3806994" y="108710"/>
                </a:lnTo>
                <a:cubicBezTo>
                  <a:pt x="3802721" y="108710"/>
                  <a:pt x="3799257" y="105246"/>
                  <a:pt x="3799257" y="100973"/>
                </a:cubicBezTo>
                <a:lnTo>
                  <a:pt x="3799257" y="8137"/>
                </a:lnTo>
                <a:cubicBezTo>
                  <a:pt x="3799257" y="3863"/>
                  <a:pt x="3802721" y="400"/>
                  <a:pt x="3806994" y="400"/>
                </a:cubicBezTo>
                <a:close/>
                <a:moveTo>
                  <a:pt x="3726566" y="400"/>
                </a:moveTo>
                <a:cubicBezTo>
                  <a:pt x="3756475" y="400"/>
                  <a:pt x="3780721" y="24646"/>
                  <a:pt x="3780721" y="54555"/>
                </a:cubicBezTo>
                <a:cubicBezTo>
                  <a:pt x="3780721" y="84464"/>
                  <a:pt x="3756475" y="108710"/>
                  <a:pt x="3726566" y="108710"/>
                </a:cubicBezTo>
                <a:cubicBezTo>
                  <a:pt x="3696657" y="108710"/>
                  <a:pt x="3672411" y="84464"/>
                  <a:pt x="3672411" y="54555"/>
                </a:cubicBezTo>
                <a:cubicBezTo>
                  <a:pt x="3672411" y="24646"/>
                  <a:pt x="3696657" y="400"/>
                  <a:pt x="3726566" y="400"/>
                </a:cubicBezTo>
                <a:close/>
                <a:moveTo>
                  <a:pt x="3599719" y="400"/>
                </a:moveTo>
                <a:cubicBezTo>
                  <a:pt x="3629628" y="545"/>
                  <a:pt x="3653874" y="24791"/>
                  <a:pt x="3653874" y="54555"/>
                </a:cubicBezTo>
                <a:cubicBezTo>
                  <a:pt x="3653874" y="84464"/>
                  <a:pt x="3629628" y="108710"/>
                  <a:pt x="3599719" y="108710"/>
                </a:cubicBezTo>
                <a:cubicBezTo>
                  <a:pt x="3569810" y="108710"/>
                  <a:pt x="3545564" y="84464"/>
                  <a:pt x="3545564" y="54555"/>
                </a:cubicBezTo>
                <a:cubicBezTo>
                  <a:pt x="3545564" y="24646"/>
                  <a:pt x="3569810" y="400"/>
                  <a:pt x="3599719" y="400"/>
                </a:cubicBezTo>
                <a:close/>
                <a:moveTo>
                  <a:pt x="3472872" y="400"/>
                </a:moveTo>
                <a:cubicBezTo>
                  <a:pt x="3502781" y="400"/>
                  <a:pt x="3527027" y="24646"/>
                  <a:pt x="3527027" y="54555"/>
                </a:cubicBezTo>
                <a:cubicBezTo>
                  <a:pt x="3527027" y="84464"/>
                  <a:pt x="3502781" y="108710"/>
                  <a:pt x="3472872" y="108710"/>
                </a:cubicBezTo>
                <a:cubicBezTo>
                  <a:pt x="3442963" y="108710"/>
                  <a:pt x="3418717" y="84464"/>
                  <a:pt x="3418717" y="54555"/>
                </a:cubicBezTo>
                <a:cubicBezTo>
                  <a:pt x="3418717" y="24646"/>
                  <a:pt x="3442963" y="400"/>
                  <a:pt x="3472872" y="400"/>
                </a:cubicBezTo>
                <a:close/>
                <a:moveTo>
                  <a:pt x="3346025" y="400"/>
                </a:moveTo>
                <a:cubicBezTo>
                  <a:pt x="3375934" y="552"/>
                  <a:pt x="3400180" y="24742"/>
                  <a:pt x="3400180" y="54555"/>
                </a:cubicBezTo>
                <a:cubicBezTo>
                  <a:pt x="3400180" y="84464"/>
                  <a:pt x="3375934" y="108710"/>
                  <a:pt x="3346025" y="108710"/>
                </a:cubicBezTo>
                <a:cubicBezTo>
                  <a:pt x="3316116" y="108710"/>
                  <a:pt x="3291870" y="84464"/>
                  <a:pt x="3291870" y="54555"/>
                </a:cubicBezTo>
                <a:cubicBezTo>
                  <a:pt x="3291870" y="24646"/>
                  <a:pt x="3316116" y="400"/>
                  <a:pt x="3346025" y="400"/>
                </a:cubicBezTo>
                <a:close/>
                <a:moveTo>
                  <a:pt x="3265597" y="400"/>
                </a:moveTo>
                <a:cubicBezTo>
                  <a:pt x="3269870" y="400"/>
                  <a:pt x="3273334" y="3864"/>
                  <a:pt x="3273334" y="8137"/>
                </a:cubicBezTo>
                <a:lnTo>
                  <a:pt x="3273334" y="100973"/>
                </a:lnTo>
                <a:cubicBezTo>
                  <a:pt x="3273334" y="105248"/>
                  <a:pt x="3269870" y="108710"/>
                  <a:pt x="3265597" y="108710"/>
                </a:cubicBezTo>
                <a:lnTo>
                  <a:pt x="3257861" y="100974"/>
                </a:lnTo>
                <a:cubicBezTo>
                  <a:pt x="3257861" y="70028"/>
                  <a:pt x="3257860" y="39083"/>
                  <a:pt x="3257860" y="8137"/>
                </a:cubicBezTo>
                <a:cubicBezTo>
                  <a:pt x="3257860" y="3863"/>
                  <a:pt x="3261324" y="400"/>
                  <a:pt x="3265597" y="400"/>
                </a:cubicBezTo>
                <a:close/>
                <a:moveTo>
                  <a:pt x="3185169" y="400"/>
                </a:moveTo>
                <a:cubicBezTo>
                  <a:pt x="3215078" y="400"/>
                  <a:pt x="3239324" y="24646"/>
                  <a:pt x="3239324" y="54555"/>
                </a:cubicBezTo>
                <a:cubicBezTo>
                  <a:pt x="3239324" y="84464"/>
                  <a:pt x="3215078" y="108710"/>
                  <a:pt x="3185169" y="108710"/>
                </a:cubicBezTo>
                <a:cubicBezTo>
                  <a:pt x="3155260" y="108710"/>
                  <a:pt x="3131014" y="84464"/>
                  <a:pt x="3131014" y="54555"/>
                </a:cubicBezTo>
                <a:cubicBezTo>
                  <a:pt x="3131014" y="24646"/>
                  <a:pt x="3155260" y="400"/>
                  <a:pt x="3185169" y="400"/>
                </a:cubicBezTo>
                <a:close/>
                <a:moveTo>
                  <a:pt x="3058323" y="400"/>
                </a:moveTo>
                <a:cubicBezTo>
                  <a:pt x="3088232" y="400"/>
                  <a:pt x="3112478" y="24646"/>
                  <a:pt x="3112478" y="54555"/>
                </a:cubicBezTo>
                <a:cubicBezTo>
                  <a:pt x="3112478" y="84464"/>
                  <a:pt x="3088232" y="108710"/>
                  <a:pt x="3058323" y="108710"/>
                </a:cubicBezTo>
                <a:cubicBezTo>
                  <a:pt x="3028414" y="108710"/>
                  <a:pt x="3004168" y="84464"/>
                  <a:pt x="3004168" y="54555"/>
                </a:cubicBezTo>
                <a:cubicBezTo>
                  <a:pt x="3004168" y="24646"/>
                  <a:pt x="3028414" y="400"/>
                  <a:pt x="3058323" y="400"/>
                </a:cubicBezTo>
                <a:close/>
                <a:moveTo>
                  <a:pt x="2977894" y="400"/>
                </a:moveTo>
                <a:cubicBezTo>
                  <a:pt x="2982167" y="400"/>
                  <a:pt x="2985631" y="3864"/>
                  <a:pt x="2985631" y="8137"/>
                </a:cubicBezTo>
                <a:lnTo>
                  <a:pt x="2985631" y="100973"/>
                </a:lnTo>
                <a:cubicBezTo>
                  <a:pt x="2985631" y="105248"/>
                  <a:pt x="2982167" y="108710"/>
                  <a:pt x="2977894" y="108710"/>
                </a:cubicBezTo>
                <a:lnTo>
                  <a:pt x="2970158" y="100974"/>
                </a:lnTo>
                <a:cubicBezTo>
                  <a:pt x="2970158" y="70028"/>
                  <a:pt x="2970157" y="39083"/>
                  <a:pt x="2970157" y="8137"/>
                </a:cubicBezTo>
                <a:cubicBezTo>
                  <a:pt x="2970157" y="3863"/>
                  <a:pt x="2973621" y="400"/>
                  <a:pt x="2977894" y="400"/>
                </a:cubicBezTo>
                <a:close/>
                <a:moveTo>
                  <a:pt x="2943885" y="400"/>
                </a:moveTo>
                <a:cubicBezTo>
                  <a:pt x="2948158" y="400"/>
                  <a:pt x="2951622" y="3864"/>
                  <a:pt x="2951622" y="8137"/>
                </a:cubicBezTo>
                <a:lnTo>
                  <a:pt x="2951622" y="100973"/>
                </a:lnTo>
                <a:cubicBezTo>
                  <a:pt x="2951622" y="105248"/>
                  <a:pt x="2948158" y="108710"/>
                  <a:pt x="2943885" y="108710"/>
                </a:cubicBezTo>
                <a:lnTo>
                  <a:pt x="2936149" y="100974"/>
                </a:lnTo>
                <a:cubicBezTo>
                  <a:pt x="2936149" y="70028"/>
                  <a:pt x="2936148" y="39083"/>
                  <a:pt x="2936148" y="8137"/>
                </a:cubicBezTo>
                <a:cubicBezTo>
                  <a:pt x="2936148" y="3863"/>
                  <a:pt x="2939612" y="400"/>
                  <a:pt x="2943885" y="400"/>
                </a:cubicBezTo>
                <a:close/>
                <a:moveTo>
                  <a:pt x="2863457" y="400"/>
                </a:moveTo>
                <a:cubicBezTo>
                  <a:pt x="2893366" y="400"/>
                  <a:pt x="2917612" y="24646"/>
                  <a:pt x="2917612" y="54555"/>
                </a:cubicBezTo>
                <a:cubicBezTo>
                  <a:pt x="2917612" y="84464"/>
                  <a:pt x="2893366" y="108710"/>
                  <a:pt x="2863457" y="108710"/>
                </a:cubicBezTo>
                <a:cubicBezTo>
                  <a:pt x="2833548" y="108710"/>
                  <a:pt x="2809302" y="84464"/>
                  <a:pt x="2809302" y="54555"/>
                </a:cubicBezTo>
                <a:cubicBezTo>
                  <a:pt x="2809302" y="24646"/>
                  <a:pt x="2833548" y="400"/>
                  <a:pt x="2863457" y="400"/>
                </a:cubicBezTo>
                <a:close/>
                <a:moveTo>
                  <a:pt x="2702601" y="400"/>
                </a:moveTo>
                <a:cubicBezTo>
                  <a:pt x="2732510" y="400"/>
                  <a:pt x="2756756" y="24646"/>
                  <a:pt x="2756756" y="54555"/>
                </a:cubicBezTo>
                <a:cubicBezTo>
                  <a:pt x="2756756" y="84464"/>
                  <a:pt x="2732510" y="108710"/>
                  <a:pt x="2702601" y="108710"/>
                </a:cubicBezTo>
                <a:cubicBezTo>
                  <a:pt x="2672692" y="108710"/>
                  <a:pt x="2648446" y="84464"/>
                  <a:pt x="2648446" y="54555"/>
                </a:cubicBezTo>
                <a:cubicBezTo>
                  <a:pt x="2648446" y="24646"/>
                  <a:pt x="2672692" y="400"/>
                  <a:pt x="2702601" y="400"/>
                </a:cubicBezTo>
                <a:close/>
                <a:moveTo>
                  <a:pt x="2575754" y="400"/>
                </a:moveTo>
                <a:cubicBezTo>
                  <a:pt x="2605663" y="400"/>
                  <a:pt x="2629909" y="24646"/>
                  <a:pt x="2629909" y="54555"/>
                </a:cubicBezTo>
                <a:cubicBezTo>
                  <a:pt x="2629909" y="84464"/>
                  <a:pt x="2605663" y="108710"/>
                  <a:pt x="2575754" y="108710"/>
                </a:cubicBezTo>
                <a:cubicBezTo>
                  <a:pt x="2545845" y="108710"/>
                  <a:pt x="2521599" y="84464"/>
                  <a:pt x="2521599" y="54555"/>
                </a:cubicBezTo>
                <a:cubicBezTo>
                  <a:pt x="2521599" y="24646"/>
                  <a:pt x="2545845" y="400"/>
                  <a:pt x="2575754" y="400"/>
                </a:cubicBezTo>
                <a:close/>
                <a:moveTo>
                  <a:pt x="2495326" y="400"/>
                </a:moveTo>
                <a:cubicBezTo>
                  <a:pt x="2499599" y="400"/>
                  <a:pt x="2503063" y="3864"/>
                  <a:pt x="2503063" y="8137"/>
                </a:cubicBezTo>
                <a:lnTo>
                  <a:pt x="2503063" y="100973"/>
                </a:lnTo>
                <a:lnTo>
                  <a:pt x="2495326" y="108710"/>
                </a:lnTo>
                <a:cubicBezTo>
                  <a:pt x="2491054" y="108710"/>
                  <a:pt x="2487590" y="105247"/>
                  <a:pt x="2487590" y="100974"/>
                </a:cubicBezTo>
                <a:cubicBezTo>
                  <a:pt x="2487590" y="70028"/>
                  <a:pt x="2487589" y="39083"/>
                  <a:pt x="2487589" y="8137"/>
                </a:cubicBezTo>
                <a:cubicBezTo>
                  <a:pt x="2487589" y="3863"/>
                  <a:pt x="2491053" y="400"/>
                  <a:pt x="2495326" y="400"/>
                </a:cubicBezTo>
                <a:close/>
                <a:moveTo>
                  <a:pt x="2414898" y="400"/>
                </a:moveTo>
                <a:cubicBezTo>
                  <a:pt x="2444807" y="400"/>
                  <a:pt x="2469053" y="24646"/>
                  <a:pt x="2469053" y="54555"/>
                </a:cubicBezTo>
                <a:cubicBezTo>
                  <a:pt x="2469053" y="84464"/>
                  <a:pt x="2444807" y="108710"/>
                  <a:pt x="2414898" y="108710"/>
                </a:cubicBezTo>
                <a:cubicBezTo>
                  <a:pt x="2384989" y="108710"/>
                  <a:pt x="2360743" y="84464"/>
                  <a:pt x="2360743" y="54555"/>
                </a:cubicBezTo>
                <a:cubicBezTo>
                  <a:pt x="2360743" y="24646"/>
                  <a:pt x="2384989" y="400"/>
                  <a:pt x="2414898" y="400"/>
                </a:cubicBezTo>
                <a:close/>
                <a:moveTo>
                  <a:pt x="2334470" y="400"/>
                </a:moveTo>
                <a:cubicBezTo>
                  <a:pt x="2338743" y="400"/>
                  <a:pt x="2342207" y="3864"/>
                  <a:pt x="2342207" y="8137"/>
                </a:cubicBezTo>
                <a:lnTo>
                  <a:pt x="2342207" y="100973"/>
                </a:lnTo>
                <a:cubicBezTo>
                  <a:pt x="2342207" y="105248"/>
                  <a:pt x="2338743" y="108710"/>
                  <a:pt x="2334470" y="108710"/>
                </a:cubicBezTo>
                <a:lnTo>
                  <a:pt x="2326734" y="100974"/>
                </a:lnTo>
                <a:cubicBezTo>
                  <a:pt x="2326734" y="70028"/>
                  <a:pt x="2326733" y="39083"/>
                  <a:pt x="2326733" y="8137"/>
                </a:cubicBezTo>
                <a:cubicBezTo>
                  <a:pt x="2326733" y="3863"/>
                  <a:pt x="2330197" y="400"/>
                  <a:pt x="2334470" y="400"/>
                </a:cubicBezTo>
                <a:close/>
                <a:moveTo>
                  <a:pt x="2300461" y="400"/>
                </a:moveTo>
                <a:cubicBezTo>
                  <a:pt x="2304734" y="400"/>
                  <a:pt x="2308198" y="3864"/>
                  <a:pt x="2308198" y="8137"/>
                </a:cubicBezTo>
                <a:cubicBezTo>
                  <a:pt x="2308198" y="39083"/>
                  <a:pt x="2308197" y="70028"/>
                  <a:pt x="2308197" y="100974"/>
                </a:cubicBezTo>
                <a:lnTo>
                  <a:pt x="2300461" y="108710"/>
                </a:lnTo>
                <a:cubicBezTo>
                  <a:pt x="2296188" y="108543"/>
                  <a:pt x="2292724" y="105229"/>
                  <a:pt x="2292724" y="100973"/>
                </a:cubicBezTo>
                <a:lnTo>
                  <a:pt x="2292724" y="8137"/>
                </a:lnTo>
                <a:cubicBezTo>
                  <a:pt x="2292724" y="3863"/>
                  <a:pt x="2296188" y="400"/>
                  <a:pt x="2300461" y="400"/>
                </a:cubicBezTo>
                <a:close/>
                <a:moveTo>
                  <a:pt x="2220033" y="400"/>
                </a:moveTo>
                <a:cubicBezTo>
                  <a:pt x="2249942" y="400"/>
                  <a:pt x="2274188" y="24646"/>
                  <a:pt x="2274188" y="54555"/>
                </a:cubicBezTo>
                <a:cubicBezTo>
                  <a:pt x="2274188" y="84464"/>
                  <a:pt x="2249942" y="108710"/>
                  <a:pt x="2220033" y="108710"/>
                </a:cubicBezTo>
                <a:cubicBezTo>
                  <a:pt x="2190124" y="108710"/>
                  <a:pt x="2165878" y="84464"/>
                  <a:pt x="2165878" y="54555"/>
                </a:cubicBezTo>
                <a:cubicBezTo>
                  <a:pt x="2165878" y="24646"/>
                  <a:pt x="2190124" y="400"/>
                  <a:pt x="2220033" y="400"/>
                </a:cubicBezTo>
                <a:close/>
                <a:moveTo>
                  <a:pt x="2139605" y="400"/>
                </a:moveTo>
                <a:cubicBezTo>
                  <a:pt x="2143878" y="400"/>
                  <a:pt x="2147342" y="3864"/>
                  <a:pt x="2147342" y="8137"/>
                </a:cubicBezTo>
                <a:cubicBezTo>
                  <a:pt x="2147342" y="39083"/>
                  <a:pt x="2147341" y="70028"/>
                  <a:pt x="2147341" y="100974"/>
                </a:cubicBezTo>
                <a:lnTo>
                  <a:pt x="2139605" y="108710"/>
                </a:lnTo>
                <a:cubicBezTo>
                  <a:pt x="2135332" y="108710"/>
                  <a:pt x="2131868" y="105246"/>
                  <a:pt x="2131868" y="100973"/>
                </a:cubicBezTo>
                <a:lnTo>
                  <a:pt x="2131868" y="8137"/>
                </a:lnTo>
                <a:cubicBezTo>
                  <a:pt x="2131868" y="3863"/>
                  <a:pt x="2135332" y="400"/>
                  <a:pt x="2139605" y="400"/>
                </a:cubicBezTo>
                <a:close/>
                <a:moveTo>
                  <a:pt x="2059177" y="400"/>
                </a:moveTo>
                <a:cubicBezTo>
                  <a:pt x="2089086" y="400"/>
                  <a:pt x="2113332" y="24646"/>
                  <a:pt x="2113332" y="54555"/>
                </a:cubicBezTo>
                <a:cubicBezTo>
                  <a:pt x="2113332" y="84464"/>
                  <a:pt x="2089086" y="108710"/>
                  <a:pt x="2059177" y="108710"/>
                </a:cubicBezTo>
                <a:cubicBezTo>
                  <a:pt x="2029268" y="108710"/>
                  <a:pt x="2005022" y="84464"/>
                  <a:pt x="2005022" y="54555"/>
                </a:cubicBezTo>
                <a:cubicBezTo>
                  <a:pt x="2005022" y="24646"/>
                  <a:pt x="2029268" y="400"/>
                  <a:pt x="2059177" y="400"/>
                </a:cubicBezTo>
                <a:close/>
                <a:moveTo>
                  <a:pt x="1932330" y="400"/>
                </a:moveTo>
                <a:cubicBezTo>
                  <a:pt x="1962239" y="400"/>
                  <a:pt x="1986485" y="24646"/>
                  <a:pt x="1986485" y="54555"/>
                </a:cubicBezTo>
                <a:cubicBezTo>
                  <a:pt x="1986485" y="84464"/>
                  <a:pt x="1962239" y="108710"/>
                  <a:pt x="1932330" y="108710"/>
                </a:cubicBezTo>
                <a:cubicBezTo>
                  <a:pt x="1902421" y="108710"/>
                  <a:pt x="1878175" y="84464"/>
                  <a:pt x="1878175" y="54555"/>
                </a:cubicBezTo>
                <a:cubicBezTo>
                  <a:pt x="1878175" y="24646"/>
                  <a:pt x="1902421" y="400"/>
                  <a:pt x="1932330" y="400"/>
                </a:cubicBezTo>
                <a:close/>
                <a:moveTo>
                  <a:pt x="1771474" y="400"/>
                </a:moveTo>
                <a:cubicBezTo>
                  <a:pt x="1801383" y="400"/>
                  <a:pt x="1825629" y="24646"/>
                  <a:pt x="1825629" y="54555"/>
                </a:cubicBezTo>
                <a:cubicBezTo>
                  <a:pt x="1825629" y="84464"/>
                  <a:pt x="1801383" y="108710"/>
                  <a:pt x="1771474" y="108710"/>
                </a:cubicBezTo>
                <a:cubicBezTo>
                  <a:pt x="1741565" y="108710"/>
                  <a:pt x="1717319" y="84464"/>
                  <a:pt x="1717319" y="54555"/>
                </a:cubicBezTo>
                <a:cubicBezTo>
                  <a:pt x="1717319" y="24646"/>
                  <a:pt x="1741565" y="400"/>
                  <a:pt x="1771474" y="400"/>
                </a:cubicBezTo>
                <a:close/>
                <a:moveTo>
                  <a:pt x="1691047" y="400"/>
                </a:moveTo>
                <a:cubicBezTo>
                  <a:pt x="1695320" y="400"/>
                  <a:pt x="1698784" y="3864"/>
                  <a:pt x="1698784" y="8137"/>
                </a:cubicBezTo>
                <a:cubicBezTo>
                  <a:pt x="1698784" y="39083"/>
                  <a:pt x="1698783" y="70028"/>
                  <a:pt x="1698783" y="100974"/>
                </a:cubicBezTo>
                <a:cubicBezTo>
                  <a:pt x="1698783" y="105247"/>
                  <a:pt x="1695319" y="108711"/>
                  <a:pt x="1691046" y="108711"/>
                </a:cubicBezTo>
                <a:lnTo>
                  <a:pt x="1691047" y="108710"/>
                </a:lnTo>
                <a:cubicBezTo>
                  <a:pt x="1686774" y="108710"/>
                  <a:pt x="1683310" y="105246"/>
                  <a:pt x="1683310" y="100973"/>
                </a:cubicBezTo>
                <a:lnTo>
                  <a:pt x="1683310" y="8137"/>
                </a:lnTo>
                <a:cubicBezTo>
                  <a:pt x="1683310" y="3863"/>
                  <a:pt x="1686774" y="400"/>
                  <a:pt x="1691047" y="400"/>
                </a:cubicBezTo>
                <a:close/>
                <a:moveTo>
                  <a:pt x="1657037" y="400"/>
                </a:moveTo>
                <a:cubicBezTo>
                  <a:pt x="1661310" y="400"/>
                  <a:pt x="1664774" y="3864"/>
                  <a:pt x="1664774" y="8137"/>
                </a:cubicBezTo>
                <a:cubicBezTo>
                  <a:pt x="1664774" y="39083"/>
                  <a:pt x="1664773" y="70028"/>
                  <a:pt x="1664773" y="100974"/>
                </a:cubicBezTo>
                <a:cubicBezTo>
                  <a:pt x="1664773" y="105247"/>
                  <a:pt x="1661309" y="108711"/>
                  <a:pt x="1657036" y="108711"/>
                </a:cubicBezTo>
                <a:lnTo>
                  <a:pt x="1657037" y="108710"/>
                </a:lnTo>
                <a:cubicBezTo>
                  <a:pt x="1652764" y="108710"/>
                  <a:pt x="1649300" y="105246"/>
                  <a:pt x="1649300" y="100973"/>
                </a:cubicBezTo>
                <a:lnTo>
                  <a:pt x="1649300" y="8137"/>
                </a:lnTo>
                <a:cubicBezTo>
                  <a:pt x="1649300" y="3863"/>
                  <a:pt x="1652764" y="400"/>
                  <a:pt x="1657037" y="400"/>
                </a:cubicBezTo>
                <a:close/>
                <a:moveTo>
                  <a:pt x="1576608" y="400"/>
                </a:moveTo>
                <a:cubicBezTo>
                  <a:pt x="1606517" y="400"/>
                  <a:pt x="1630763" y="24646"/>
                  <a:pt x="1630763" y="54555"/>
                </a:cubicBezTo>
                <a:cubicBezTo>
                  <a:pt x="1630763" y="84464"/>
                  <a:pt x="1606517" y="108710"/>
                  <a:pt x="1576608" y="108710"/>
                </a:cubicBezTo>
                <a:cubicBezTo>
                  <a:pt x="1546699" y="108710"/>
                  <a:pt x="1522453" y="84464"/>
                  <a:pt x="1522453" y="54555"/>
                </a:cubicBezTo>
                <a:cubicBezTo>
                  <a:pt x="1522453" y="24646"/>
                  <a:pt x="1546699" y="400"/>
                  <a:pt x="1576608" y="400"/>
                </a:cubicBezTo>
                <a:close/>
                <a:moveTo>
                  <a:pt x="1449762" y="400"/>
                </a:moveTo>
                <a:cubicBezTo>
                  <a:pt x="1479671" y="400"/>
                  <a:pt x="1503917" y="24646"/>
                  <a:pt x="1503917" y="54555"/>
                </a:cubicBezTo>
                <a:cubicBezTo>
                  <a:pt x="1503917" y="84464"/>
                  <a:pt x="1479671" y="108710"/>
                  <a:pt x="1449762" y="108710"/>
                </a:cubicBezTo>
                <a:cubicBezTo>
                  <a:pt x="1419853" y="108710"/>
                  <a:pt x="1395607" y="84464"/>
                  <a:pt x="1395607" y="54555"/>
                </a:cubicBezTo>
                <a:cubicBezTo>
                  <a:pt x="1395607" y="24646"/>
                  <a:pt x="1419853" y="400"/>
                  <a:pt x="1449762" y="400"/>
                </a:cubicBezTo>
                <a:close/>
                <a:moveTo>
                  <a:pt x="1369334" y="400"/>
                </a:moveTo>
                <a:cubicBezTo>
                  <a:pt x="1373607" y="400"/>
                  <a:pt x="1377071" y="3864"/>
                  <a:pt x="1377071" y="8137"/>
                </a:cubicBezTo>
                <a:cubicBezTo>
                  <a:pt x="1377071" y="39083"/>
                  <a:pt x="1377070" y="70028"/>
                  <a:pt x="1377070" y="100974"/>
                </a:cubicBezTo>
                <a:lnTo>
                  <a:pt x="1369334" y="108710"/>
                </a:lnTo>
                <a:cubicBezTo>
                  <a:pt x="1365061" y="108710"/>
                  <a:pt x="1361597" y="105246"/>
                  <a:pt x="1361597" y="100973"/>
                </a:cubicBezTo>
                <a:lnTo>
                  <a:pt x="1361597" y="8137"/>
                </a:lnTo>
                <a:cubicBezTo>
                  <a:pt x="1361597" y="3863"/>
                  <a:pt x="1365061" y="400"/>
                  <a:pt x="1369334" y="400"/>
                </a:cubicBezTo>
                <a:close/>
                <a:moveTo>
                  <a:pt x="1288906" y="400"/>
                </a:moveTo>
                <a:cubicBezTo>
                  <a:pt x="1318815" y="400"/>
                  <a:pt x="1343061" y="24646"/>
                  <a:pt x="1343061" y="54555"/>
                </a:cubicBezTo>
                <a:cubicBezTo>
                  <a:pt x="1343061" y="84464"/>
                  <a:pt x="1318815" y="108710"/>
                  <a:pt x="1288906" y="108710"/>
                </a:cubicBezTo>
                <a:cubicBezTo>
                  <a:pt x="1258997" y="108710"/>
                  <a:pt x="1234751" y="84464"/>
                  <a:pt x="1234751" y="54555"/>
                </a:cubicBezTo>
                <a:cubicBezTo>
                  <a:pt x="1234751" y="24646"/>
                  <a:pt x="1258997" y="400"/>
                  <a:pt x="1288906" y="400"/>
                </a:cubicBezTo>
                <a:close/>
                <a:moveTo>
                  <a:pt x="1162059" y="400"/>
                </a:moveTo>
                <a:cubicBezTo>
                  <a:pt x="1191968" y="400"/>
                  <a:pt x="1216214" y="24646"/>
                  <a:pt x="1216214" y="54555"/>
                </a:cubicBezTo>
                <a:cubicBezTo>
                  <a:pt x="1216214" y="84464"/>
                  <a:pt x="1191968" y="108710"/>
                  <a:pt x="1162059" y="108710"/>
                </a:cubicBezTo>
                <a:cubicBezTo>
                  <a:pt x="1132150" y="108710"/>
                  <a:pt x="1107904" y="84464"/>
                  <a:pt x="1107904" y="54555"/>
                </a:cubicBezTo>
                <a:cubicBezTo>
                  <a:pt x="1107904" y="24646"/>
                  <a:pt x="1132150" y="400"/>
                  <a:pt x="1162059" y="400"/>
                </a:cubicBezTo>
                <a:close/>
                <a:moveTo>
                  <a:pt x="1081631" y="400"/>
                </a:moveTo>
                <a:cubicBezTo>
                  <a:pt x="1085905" y="400"/>
                  <a:pt x="1089369" y="3864"/>
                  <a:pt x="1089369" y="8137"/>
                </a:cubicBezTo>
                <a:cubicBezTo>
                  <a:pt x="1089369" y="39083"/>
                  <a:pt x="1089368" y="70028"/>
                  <a:pt x="1089368" y="100974"/>
                </a:cubicBezTo>
                <a:lnTo>
                  <a:pt x="1081631" y="108710"/>
                </a:lnTo>
                <a:cubicBezTo>
                  <a:pt x="1077359" y="108710"/>
                  <a:pt x="1073895" y="105246"/>
                  <a:pt x="1073895" y="100973"/>
                </a:cubicBezTo>
                <a:lnTo>
                  <a:pt x="1073895" y="8137"/>
                </a:lnTo>
                <a:cubicBezTo>
                  <a:pt x="1073895" y="3864"/>
                  <a:pt x="1077359" y="400"/>
                  <a:pt x="1081631" y="400"/>
                </a:cubicBezTo>
                <a:close/>
                <a:moveTo>
                  <a:pt x="1001203" y="400"/>
                </a:moveTo>
                <a:cubicBezTo>
                  <a:pt x="1031112" y="400"/>
                  <a:pt x="1055358" y="24646"/>
                  <a:pt x="1055358" y="54555"/>
                </a:cubicBezTo>
                <a:cubicBezTo>
                  <a:pt x="1055358" y="84464"/>
                  <a:pt x="1031112" y="108710"/>
                  <a:pt x="1001203" y="108710"/>
                </a:cubicBezTo>
                <a:cubicBezTo>
                  <a:pt x="971294" y="108710"/>
                  <a:pt x="947048" y="84464"/>
                  <a:pt x="947048" y="54555"/>
                </a:cubicBezTo>
                <a:cubicBezTo>
                  <a:pt x="947048" y="24646"/>
                  <a:pt x="971294" y="400"/>
                  <a:pt x="1001203" y="400"/>
                </a:cubicBezTo>
                <a:close/>
                <a:moveTo>
                  <a:pt x="920775" y="400"/>
                </a:moveTo>
                <a:cubicBezTo>
                  <a:pt x="925048" y="400"/>
                  <a:pt x="928512" y="3864"/>
                  <a:pt x="928511" y="8137"/>
                </a:cubicBezTo>
                <a:cubicBezTo>
                  <a:pt x="928512" y="39083"/>
                  <a:pt x="928511" y="70028"/>
                  <a:pt x="928511" y="100974"/>
                </a:cubicBezTo>
                <a:lnTo>
                  <a:pt x="920775" y="108710"/>
                </a:lnTo>
                <a:cubicBezTo>
                  <a:pt x="916502" y="108710"/>
                  <a:pt x="913038" y="105246"/>
                  <a:pt x="913038" y="100973"/>
                </a:cubicBezTo>
                <a:lnTo>
                  <a:pt x="913038" y="8137"/>
                </a:lnTo>
                <a:cubicBezTo>
                  <a:pt x="913038" y="3864"/>
                  <a:pt x="916502" y="400"/>
                  <a:pt x="920775" y="400"/>
                </a:cubicBezTo>
                <a:close/>
                <a:moveTo>
                  <a:pt x="840347" y="400"/>
                </a:moveTo>
                <a:cubicBezTo>
                  <a:pt x="870256" y="400"/>
                  <a:pt x="894502" y="24646"/>
                  <a:pt x="894502" y="54555"/>
                </a:cubicBezTo>
                <a:cubicBezTo>
                  <a:pt x="894502" y="84464"/>
                  <a:pt x="870256" y="108710"/>
                  <a:pt x="840347" y="108710"/>
                </a:cubicBezTo>
                <a:cubicBezTo>
                  <a:pt x="810438" y="108710"/>
                  <a:pt x="786192" y="84464"/>
                  <a:pt x="786192" y="54555"/>
                </a:cubicBezTo>
                <a:cubicBezTo>
                  <a:pt x="786192" y="24646"/>
                  <a:pt x="810438" y="400"/>
                  <a:pt x="840347" y="400"/>
                </a:cubicBezTo>
                <a:close/>
                <a:moveTo>
                  <a:pt x="713500" y="400"/>
                </a:moveTo>
                <a:cubicBezTo>
                  <a:pt x="743409" y="400"/>
                  <a:pt x="767655" y="24646"/>
                  <a:pt x="767655" y="54555"/>
                </a:cubicBezTo>
                <a:cubicBezTo>
                  <a:pt x="767655" y="84464"/>
                  <a:pt x="743409" y="108710"/>
                  <a:pt x="713500" y="108710"/>
                </a:cubicBezTo>
                <a:cubicBezTo>
                  <a:pt x="683591" y="108710"/>
                  <a:pt x="659345" y="84464"/>
                  <a:pt x="659345" y="54555"/>
                </a:cubicBezTo>
                <a:cubicBezTo>
                  <a:pt x="659345" y="24646"/>
                  <a:pt x="683591" y="400"/>
                  <a:pt x="713500" y="400"/>
                </a:cubicBezTo>
                <a:close/>
                <a:moveTo>
                  <a:pt x="552644" y="400"/>
                </a:moveTo>
                <a:cubicBezTo>
                  <a:pt x="582553" y="400"/>
                  <a:pt x="606799" y="24646"/>
                  <a:pt x="606799" y="54555"/>
                </a:cubicBezTo>
                <a:cubicBezTo>
                  <a:pt x="606799" y="84464"/>
                  <a:pt x="582553" y="108710"/>
                  <a:pt x="552644" y="108710"/>
                </a:cubicBezTo>
                <a:cubicBezTo>
                  <a:pt x="522735" y="108710"/>
                  <a:pt x="498489" y="84464"/>
                  <a:pt x="498489" y="54555"/>
                </a:cubicBezTo>
                <a:cubicBezTo>
                  <a:pt x="498489" y="24646"/>
                  <a:pt x="522735" y="400"/>
                  <a:pt x="552644" y="400"/>
                </a:cubicBezTo>
                <a:close/>
                <a:moveTo>
                  <a:pt x="472217" y="400"/>
                </a:moveTo>
                <a:cubicBezTo>
                  <a:pt x="476490" y="400"/>
                  <a:pt x="479954" y="3864"/>
                  <a:pt x="479954" y="8137"/>
                </a:cubicBezTo>
                <a:cubicBezTo>
                  <a:pt x="479954" y="39083"/>
                  <a:pt x="479953" y="70028"/>
                  <a:pt x="479953" y="100974"/>
                </a:cubicBezTo>
                <a:lnTo>
                  <a:pt x="472217" y="108710"/>
                </a:lnTo>
                <a:cubicBezTo>
                  <a:pt x="467944" y="108710"/>
                  <a:pt x="464480" y="105246"/>
                  <a:pt x="464480" y="100973"/>
                </a:cubicBezTo>
                <a:lnTo>
                  <a:pt x="464480" y="8137"/>
                </a:lnTo>
                <a:cubicBezTo>
                  <a:pt x="464480" y="3864"/>
                  <a:pt x="467944" y="400"/>
                  <a:pt x="472217" y="400"/>
                </a:cubicBezTo>
                <a:close/>
                <a:moveTo>
                  <a:pt x="438207" y="400"/>
                </a:moveTo>
                <a:cubicBezTo>
                  <a:pt x="442480" y="400"/>
                  <a:pt x="445944" y="3864"/>
                  <a:pt x="445944" y="8137"/>
                </a:cubicBezTo>
                <a:cubicBezTo>
                  <a:pt x="445944" y="39083"/>
                  <a:pt x="445943" y="70028"/>
                  <a:pt x="445943" y="100974"/>
                </a:cubicBezTo>
                <a:lnTo>
                  <a:pt x="438207" y="108710"/>
                </a:lnTo>
                <a:cubicBezTo>
                  <a:pt x="433934" y="108710"/>
                  <a:pt x="430470" y="105246"/>
                  <a:pt x="430470" y="100973"/>
                </a:cubicBezTo>
                <a:lnTo>
                  <a:pt x="430470" y="8137"/>
                </a:lnTo>
                <a:cubicBezTo>
                  <a:pt x="430470" y="3864"/>
                  <a:pt x="433934" y="400"/>
                  <a:pt x="438207" y="400"/>
                </a:cubicBezTo>
                <a:close/>
                <a:moveTo>
                  <a:pt x="357778" y="400"/>
                </a:moveTo>
                <a:cubicBezTo>
                  <a:pt x="387687" y="400"/>
                  <a:pt x="411933" y="24646"/>
                  <a:pt x="411933" y="54555"/>
                </a:cubicBezTo>
                <a:cubicBezTo>
                  <a:pt x="411933" y="84464"/>
                  <a:pt x="387687" y="108710"/>
                  <a:pt x="357778" y="108710"/>
                </a:cubicBezTo>
                <a:cubicBezTo>
                  <a:pt x="327869" y="108710"/>
                  <a:pt x="303623" y="84464"/>
                  <a:pt x="303623" y="54555"/>
                </a:cubicBezTo>
                <a:cubicBezTo>
                  <a:pt x="303623" y="24646"/>
                  <a:pt x="327869" y="400"/>
                  <a:pt x="357778" y="400"/>
                </a:cubicBezTo>
                <a:close/>
                <a:moveTo>
                  <a:pt x="230932" y="400"/>
                </a:moveTo>
                <a:cubicBezTo>
                  <a:pt x="260841" y="400"/>
                  <a:pt x="285087" y="24646"/>
                  <a:pt x="285087" y="54555"/>
                </a:cubicBezTo>
                <a:cubicBezTo>
                  <a:pt x="285087" y="84464"/>
                  <a:pt x="260841" y="108710"/>
                  <a:pt x="230932" y="108710"/>
                </a:cubicBezTo>
                <a:cubicBezTo>
                  <a:pt x="201023" y="108710"/>
                  <a:pt x="176777" y="84464"/>
                  <a:pt x="176777" y="54555"/>
                </a:cubicBezTo>
                <a:cubicBezTo>
                  <a:pt x="176777" y="24646"/>
                  <a:pt x="201023" y="400"/>
                  <a:pt x="230932" y="400"/>
                </a:cubicBezTo>
                <a:close/>
                <a:moveTo>
                  <a:pt x="150504" y="400"/>
                </a:moveTo>
                <a:cubicBezTo>
                  <a:pt x="154777" y="400"/>
                  <a:pt x="158241" y="3864"/>
                  <a:pt x="158241" y="8137"/>
                </a:cubicBezTo>
                <a:cubicBezTo>
                  <a:pt x="158241" y="39083"/>
                  <a:pt x="158240" y="70028"/>
                  <a:pt x="158240" y="100974"/>
                </a:cubicBezTo>
                <a:lnTo>
                  <a:pt x="150504" y="108710"/>
                </a:lnTo>
                <a:cubicBezTo>
                  <a:pt x="146231" y="108710"/>
                  <a:pt x="142767" y="105246"/>
                  <a:pt x="142767" y="100973"/>
                </a:cubicBezTo>
                <a:lnTo>
                  <a:pt x="142767" y="8137"/>
                </a:lnTo>
                <a:cubicBezTo>
                  <a:pt x="142768" y="3864"/>
                  <a:pt x="146231" y="400"/>
                  <a:pt x="150504" y="400"/>
                </a:cubicBezTo>
                <a:close/>
                <a:moveTo>
                  <a:pt x="70076" y="400"/>
                </a:moveTo>
                <a:cubicBezTo>
                  <a:pt x="99985" y="400"/>
                  <a:pt x="124231" y="24646"/>
                  <a:pt x="124231" y="54555"/>
                </a:cubicBezTo>
                <a:cubicBezTo>
                  <a:pt x="124231" y="84464"/>
                  <a:pt x="99985" y="108710"/>
                  <a:pt x="70076" y="108710"/>
                </a:cubicBezTo>
                <a:cubicBezTo>
                  <a:pt x="40167" y="108710"/>
                  <a:pt x="15921" y="84464"/>
                  <a:pt x="15921" y="54555"/>
                </a:cubicBezTo>
                <a:cubicBezTo>
                  <a:pt x="15921" y="24646"/>
                  <a:pt x="40167" y="400"/>
                  <a:pt x="70076" y="400"/>
                </a:cubicBezTo>
                <a:close/>
                <a:moveTo>
                  <a:pt x="7947163" y="1"/>
                </a:moveTo>
                <a:cubicBezTo>
                  <a:pt x="7951436" y="4"/>
                  <a:pt x="7954900" y="3464"/>
                  <a:pt x="7954900" y="7737"/>
                </a:cubicBezTo>
                <a:cubicBezTo>
                  <a:pt x="7954900" y="38683"/>
                  <a:pt x="7954899" y="69628"/>
                  <a:pt x="7954899" y="100574"/>
                </a:cubicBezTo>
                <a:lnTo>
                  <a:pt x="7947163" y="108311"/>
                </a:lnTo>
                <a:cubicBezTo>
                  <a:pt x="7942890" y="108309"/>
                  <a:pt x="7939426" y="104845"/>
                  <a:pt x="7939426" y="100573"/>
                </a:cubicBezTo>
                <a:lnTo>
                  <a:pt x="7939426" y="7737"/>
                </a:lnTo>
                <a:cubicBezTo>
                  <a:pt x="7939426" y="3464"/>
                  <a:pt x="7942890" y="0"/>
                  <a:pt x="7947163" y="1"/>
                </a:cubicBezTo>
                <a:close/>
                <a:moveTo>
                  <a:pt x="6439519" y="0"/>
                </a:moveTo>
                <a:cubicBezTo>
                  <a:pt x="6443792" y="0"/>
                  <a:pt x="6447256" y="3464"/>
                  <a:pt x="6447256" y="7737"/>
                </a:cubicBezTo>
                <a:lnTo>
                  <a:pt x="6447256" y="100573"/>
                </a:lnTo>
                <a:cubicBezTo>
                  <a:pt x="6447256" y="104847"/>
                  <a:pt x="6443792" y="108310"/>
                  <a:pt x="6439519" y="108310"/>
                </a:cubicBezTo>
                <a:lnTo>
                  <a:pt x="6431783" y="100574"/>
                </a:lnTo>
                <a:cubicBezTo>
                  <a:pt x="6431783" y="69628"/>
                  <a:pt x="6431782" y="38683"/>
                  <a:pt x="6431782" y="7737"/>
                </a:cubicBezTo>
                <a:cubicBezTo>
                  <a:pt x="6431782" y="3464"/>
                  <a:pt x="6435246" y="0"/>
                  <a:pt x="6439519" y="0"/>
                </a:cubicBezTo>
                <a:close/>
                <a:moveTo>
                  <a:pt x="5220689" y="0"/>
                </a:moveTo>
                <a:cubicBezTo>
                  <a:pt x="5224962" y="137"/>
                  <a:pt x="5228426" y="3466"/>
                  <a:pt x="5228426" y="7737"/>
                </a:cubicBezTo>
                <a:lnTo>
                  <a:pt x="5228426" y="100573"/>
                </a:lnTo>
                <a:cubicBezTo>
                  <a:pt x="5228426" y="104847"/>
                  <a:pt x="5224962" y="108310"/>
                  <a:pt x="5220689" y="108310"/>
                </a:cubicBezTo>
                <a:lnTo>
                  <a:pt x="5212953" y="100574"/>
                </a:lnTo>
                <a:cubicBezTo>
                  <a:pt x="5212953" y="69628"/>
                  <a:pt x="5212952" y="38683"/>
                  <a:pt x="5212952" y="7737"/>
                </a:cubicBezTo>
                <a:cubicBezTo>
                  <a:pt x="5212952" y="3464"/>
                  <a:pt x="5216416" y="0"/>
                  <a:pt x="5220689" y="0"/>
                </a:cubicBezTo>
                <a:close/>
                <a:moveTo>
                  <a:pt x="4289562" y="0"/>
                </a:moveTo>
                <a:cubicBezTo>
                  <a:pt x="4293835" y="144"/>
                  <a:pt x="4297299" y="3464"/>
                  <a:pt x="4297299" y="7737"/>
                </a:cubicBezTo>
                <a:cubicBezTo>
                  <a:pt x="4297299" y="38683"/>
                  <a:pt x="4297298" y="69628"/>
                  <a:pt x="4297298" y="100574"/>
                </a:cubicBezTo>
                <a:lnTo>
                  <a:pt x="4289562" y="108310"/>
                </a:lnTo>
                <a:cubicBezTo>
                  <a:pt x="4285289" y="108310"/>
                  <a:pt x="4281825" y="104846"/>
                  <a:pt x="4281825" y="100573"/>
                </a:cubicBezTo>
                <a:lnTo>
                  <a:pt x="4281825" y="7737"/>
                </a:lnTo>
                <a:cubicBezTo>
                  <a:pt x="4281825" y="3464"/>
                  <a:pt x="4285289" y="0"/>
                  <a:pt x="4289562" y="0"/>
                </a:cubicBezTo>
                <a:close/>
                <a:moveTo>
                  <a:pt x="2783029" y="0"/>
                </a:moveTo>
                <a:cubicBezTo>
                  <a:pt x="2787302" y="0"/>
                  <a:pt x="2790766" y="3464"/>
                  <a:pt x="2790766" y="7737"/>
                </a:cubicBezTo>
                <a:lnTo>
                  <a:pt x="2790766" y="100573"/>
                </a:lnTo>
                <a:cubicBezTo>
                  <a:pt x="2790766" y="104847"/>
                  <a:pt x="2787302" y="108310"/>
                  <a:pt x="2783029" y="108310"/>
                </a:cubicBezTo>
                <a:lnTo>
                  <a:pt x="2775293" y="100574"/>
                </a:lnTo>
                <a:cubicBezTo>
                  <a:pt x="2775293" y="69628"/>
                  <a:pt x="2775292" y="38683"/>
                  <a:pt x="2775292" y="7737"/>
                </a:cubicBezTo>
                <a:cubicBezTo>
                  <a:pt x="2775292" y="3464"/>
                  <a:pt x="2778756" y="0"/>
                  <a:pt x="2783029" y="0"/>
                </a:cubicBezTo>
                <a:close/>
                <a:moveTo>
                  <a:pt x="1851903" y="0"/>
                </a:moveTo>
                <a:cubicBezTo>
                  <a:pt x="1856176" y="0"/>
                  <a:pt x="1859640" y="3464"/>
                  <a:pt x="1859640" y="7737"/>
                </a:cubicBezTo>
                <a:cubicBezTo>
                  <a:pt x="1859640" y="38683"/>
                  <a:pt x="1859639" y="69628"/>
                  <a:pt x="1859639" y="100574"/>
                </a:cubicBezTo>
                <a:lnTo>
                  <a:pt x="1851903" y="108310"/>
                </a:lnTo>
                <a:cubicBezTo>
                  <a:pt x="1847630" y="108310"/>
                  <a:pt x="1844166" y="104846"/>
                  <a:pt x="1844166" y="100573"/>
                </a:cubicBezTo>
                <a:lnTo>
                  <a:pt x="1844166" y="7737"/>
                </a:lnTo>
                <a:cubicBezTo>
                  <a:pt x="1844166" y="3464"/>
                  <a:pt x="1847630" y="0"/>
                  <a:pt x="1851903" y="0"/>
                </a:cubicBezTo>
                <a:close/>
                <a:moveTo>
                  <a:pt x="633073" y="0"/>
                </a:moveTo>
                <a:cubicBezTo>
                  <a:pt x="637346" y="0"/>
                  <a:pt x="640810" y="3464"/>
                  <a:pt x="640810" y="7737"/>
                </a:cubicBezTo>
                <a:cubicBezTo>
                  <a:pt x="640810" y="38683"/>
                  <a:pt x="640809" y="69628"/>
                  <a:pt x="640809" y="100574"/>
                </a:cubicBezTo>
                <a:lnTo>
                  <a:pt x="633073" y="108310"/>
                </a:lnTo>
                <a:cubicBezTo>
                  <a:pt x="628800" y="108310"/>
                  <a:pt x="625336" y="104846"/>
                  <a:pt x="625336" y="100573"/>
                </a:cubicBezTo>
                <a:lnTo>
                  <a:pt x="625336" y="7737"/>
                </a:lnTo>
                <a:cubicBezTo>
                  <a:pt x="625336" y="3464"/>
                  <a:pt x="628800" y="0"/>
                  <a:pt x="633073" y="0"/>
                </a:cubicBezTo>
                <a:close/>
              </a:path>
            </a:pathLst>
          </a:cu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08" tIns="60954" rIns="121908" bIns="60954" rtlCol="0" anchor="ctr"/>
          <a:lstStyle/>
          <a:p>
            <a:pPr algn="ctr"/>
            <a:endParaRPr lang="en-US"/>
          </a:p>
        </p:txBody>
      </p:sp>
      <p:sp>
        <p:nvSpPr>
          <p:cNvPr id="40" name="Freeform: Shape 39">
            <a:extLst>
              <a:ext uri="{FF2B5EF4-FFF2-40B4-BE49-F238E27FC236}">
                <a16:creationId xmlns:a16="http://schemas.microsoft.com/office/drawing/2014/main" id="{1EF65AF9-0798-47B3-9AEC-37A80A3E3116}"/>
              </a:ext>
            </a:extLst>
          </p:cNvPr>
          <p:cNvSpPr>
            <a:spLocks noChangeAspect="1"/>
          </p:cNvSpPr>
          <p:nvPr userDrawn="1"/>
        </p:nvSpPr>
        <p:spPr>
          <a:xfrm>
            <a:off x="7200294" y="1515463"/>
            <a:ext cx="1396270" cy="1394140"/>
          </a:xfrm>
          <a:custGeom>
            <a:avLst/>
            <a:gdLst>
              <a:gd name="connsiteX0" fmla="*/ 860885 w 2537170"/>
              <a:gd name="connsiteY0" fmla="*/ 1437939 h 2533298"/>
              <a:gd name="connsiteX1" fmla="*/ 402545 w 2537170"/>
              <a:gd name="connsiteY1" fmla="*/ 1560751 h 2533298"/>
              <a:gd name="connsiteX2" fmla="*/ 1259461 w 2537170"/>
              <a:gd name="connsiteY2" fmla="*/ 2176428 h 2533298"/>
              <a:gd name="connsiteX3" fmla="*/ 1852888 w 2537170"/>
              <a:gd name="connsiteY3" fmla="*/ 1951120 h 2533298"/>
              <a:gd name="connsiteX4" fmla="*/ 1513851 w 2537170"/>
              <a:gd name="connsiteY4" fmla="*/ 1612087 h 2533298"/>
              <a:gd name="connsiteX5" fmla="*/ 1477444 w 2537170"/>
              <a:gd name="connsiteY5" fmla="*/ 1644201 h 2533298"/>
              <a:gd name="connsiteX6" fmla="*/ 881909 w 2537170"/>
              <a:gd name="connsiteY6" fmla="*/ 1484630 h 2533298"/>
              <a:gd name="connsiteX7" fmla="*/ 1259461 w 2537170"/>
              <a:gd name="connsiteY7" fmla="*/ 986252 h 2533298"/>
              <a:gd name="connsiteX8" fmla="*/ 979064 w 2537170"/>
              <a:gd name="connsiteY8" fmla="*/ 1266649 h 2533298"/>
              <a:gd name="connsiteX9" fmla="*/ 1259461 w 2537170"/>
              <a:gd name="connsiteY9" fmla="*/ 1547047 h 2533298"/>
              <a:gd name="connsiteX10" fmla="*/ 1539859 w 2537170"/>
              <a:gd name="connsiteY10" fmla="*/ 1266649 h 2533298"/>
              <a:gd name="connsiteX11" fmla="*/ 1259461 w 2537170"/>
              <a:gd name="connsiteY11" fmla="*/ 986252 h 2533298"/>
              <a:gd name="connsiteX12" fmla="*/ 1548911 w 2537170"/>
              <a:gd name="connsiteY12" fmla="*/ 408290 h 2533298"/>
              <a:gd name="connsiteX13" fmla="*/ 1426040 w 2537170"/>
              <a:gd name="connsiteY13" fmla="*/ 866853 h 2533298"/>
              <a:gd name="connsiteX14" fmla="*/ 1637017 w 2537170"/>
              <a:gd name="connsiteY14" fmla="*/ 1048669 h 2533298"/>
              <a:gd name="connsiteX15" fmla="*/ 1603283 w 2537170"/>
              <a:gd name="connsiteY15" fmla="*/ 1533201 h 2533298"/>
              <a:gd name="connsiteX16" fmla="*/ 1937706 w 2537170"/>
              <a:gd name="connsiteY16" fmla="*/ 1867622 h 2533298"/>
              <a:gd name="connsiteX17" fmla="*/ 2169239 w 2537170"/>
              <a:gd name="connsiteY17" fmla="*/ 1266649 h 2533298"/>
              <a:gd name="connsiteX18" fmla="*/ 1548911 w 2537170"/>
              <a:gd name="connsiteY18" fmla="*/ 408290 h 2533298"/>
              <a:gd name="connsiteX19" fmla="*/ 1259461 w 2537170"/>
              <a:gd name="connsiteY19" fmla="*/ 356871 h 2533298"/>
              <a:gd name="connsiteX20" fmla="*/ 349683 w 2537170"/>
              <a:gd name="connsiteY20" fmla="*/ 1266649 h 2533298"/>
              <a:gd name="connsiteX21" fmla="*/ 367847 w 2537170"/>
              <a:gd name="connsiteY21" fmla="*/ 1446833 h 2533298"/>
              <a:gd name="connsiteX22" fmla="*/ 827444 w 2537170"/>
              <a:gd name="connsiteY22" fmla="*/ 1323684 h 2533298"/>
              <a:gd name="connsiteX23" fmla="*/ 1041485 w 2537170"/>
              <a:gd name="connsiteY23" fmla="*/ 889097 h 2533298"/>
              <a:gd name="connsiteX24" fmla="*/ 1289805 w 2537170"/>
              <a:gd name="connsiteY24" fmla="*/ 831703 h 2533298"/>
              <a:gd name="connsiteX25" fmla="*/ 1311143 w 2537170"/>
              <a:gd name="connsiteY25" fmla="*/ 835808 h 2533298"/>
              <a:gd name="connsiteX26" fmla="*/ 1434739 w 2537170"/>
              <a:gd name="connsiteY26" fmla="*/ 374541 h 2533298"/>
              <a:gd name="connsiteX27" fmla="*/ 1259461 w 2537170"/>
              <a:gd name="connsiteY27" fmla="*/ 356871 h 2533298"/>
              <a:gd name="connsiteX28" fmla="*/ 1268585 w 2537170"/>
              <a:gd name="connsiteY28" fmla="*/ 293382 h 2533298"/>
              <a:gd name="connsiteX29" fmla="*/ 2241854 w 2537170"/>
              <a:gd name="connsiteY29" fmla="*/ 1266650 h 2533298"/>
              <a:gd name="connsiteX30" fmla="*/ 1268585 w 2537170"/>
              <a:gd name="connsiteY30" fmla="*/ 2239918 h 2533298"/>
              <a:gd name="connsiteX31" fmla="*/ 295316 w 2537170"/>
              <a:gd name="connsiteY31" fmla="*/ 1266650 h 2533298"/>
              <a:gd name="connsiteX32" fmla="*/ 1268585 w 2537170"/>
              <a:gd name="connsiteY32" fmla="*/ 293382 h 2533298"/>
              <a:gd name="connsiteX33" fmla="*/ 1268585 w 2537170"/>
              <a:gd name="connsiteY33" fmla="*/ 230994 h 2533298"/>
              <a:gd name="connsiteX34" fmla="*/ 232928 w 2537170"/>
              <a:gd name="connsiteY34" fmla="*/ 1266650 h 2533298"/>
              <a:gd name="connsiteX35" fmla="*/ 1268585 w 2537170"/>
              <a:gd name="connsiteY35" fmla="*/ 2302306 h 2533298"/>
              <a:gd name="connsiteX36" fmla="*/ 2304242 w 2537170"/>
              <a:gd name="connsiteY36" fmla="*/ 1266650 h 2533298"/>
              <a:gd name="connsiteX37" fmla="*/ 1268585 w 2537170"/>
              <a:gd name="connsiteY37" fmla="*/ 230994 h 2533298"/>
              <a:gd name="connsiteX38" fmla="*/ 1370577 w 2537170"/>
              <a:gd name="connsiteY38" fmla="*/ 129 h 2533298"/>
              <a:gd name="connsiteX39" fmla="*/ 1407956 w 2537170"/>
              <a:gd name="connsiteY39" fmla="*/ 43937 h 2533298"/>
              <a:gd name="connsiteX40" fmla="*/ 1411431 w 2537170"/>
              <a:gd name="connsiteY40" fmla="*/ 184077 h 2533298"/>
              <a:gd name="connsiteX41" fmla="*/ 1482158 w 2537170"/>
              <a:gd name="connsiteY41" fmla="*/ 196909 h 2533298"/>
              <a:gd name="connsiteX42" fmla="*/ 1531455 w 2537170"/>
              <a:gd name="connsiteY42" fmla="*/ 64872 h 2533298"/>
              <a:gd name="connsiteX43" fmla="*/ 1581088 w 2537170"/>
              <a:gd name="connsiteY43" fmla="*/ 35666 h 2533298"/>
              <a:gd name="connsiteX44" fmla="*/ 1610292 w 2537170"/>
              <a:gd name="connsiteY44" fmla="*/ 85299 h 2533298"/>
              <a:gd name="connsiteX45" fmla="*/ 1590652 w 2537170"/>
              <a:gd name="connsiteY45" fmla="*/ 219957 h 2533298"/>
              <a:gd name="connsiteX46" fmla="*/ 1665197 w 2537170"/>
              <a:gd name="connsiteY46" fmla="*/ 249732 h 2533298"/>
              <a:gd name="connsiteX47" fmla="*/ 1736025 w 2537170"/>
              <a:gd name="connsiteY47" fmla="*/ 129366 h 2533298"/>
              <a:gd name="connsiteX48" fmla="*/ 1789976 w 2537170"/>
              <a:gd name="connsiteY48" fmla="*/ 109225 h 2533298"/>
              <a:gd name="connsiteX49" fmla="*/ 1810118 w 2537170"/>
              <a:gd name="connsiteY49" fmla="*/ 163174 h 2533298"/>
              <a:gd name="connsiteX50" fmla="*/ 1767925 w 2537170"/>
              <a:gd name="connsiteY50" fmla="*/ 290765 h 2533298"/>
              <a:gd name="connsiteX51" fmla="*/ 1836575 w 2537170"/>
              <a:gd name="connsiteY51" fmla="*/ 333544 h 2533298"/>
              <a:gd name="connsiteX52" fmla="*/ 1926288 w 2537170"/>
              <a:gd name="connsiteY52" fmla="*/ 228405 h 2533298"/>
              <a:gd name="connsiteX53" fmla="*/ 1952435 w 2537170"/>
              <a:gd name="connsiteY53" fmla="*/ 211444 h 2533298"/>
              <a:gd name="connsiteX54" fmla="*/ 1982916 w 2537170"/>
              <a:gd name="connsiteY54" fmla="*/ 217939 h 2533298"/>
              <a:gd name="connsiteX55" fmla="*/ 1993385 w 2537170"/>
              <a:gd name="connsiteY55" fmla="*/ 274565 h 2533298"/>
              <a:gd name="connsiteX56" fmla="*/ 1929215 w 2537170"/>
              <a:gd name="connsiteY56" fmla="*/ 393751 h 2533298"/>
              <a:gd name="connsiteX57" fmla="*/ 1990985 w 2537170"/>
              <a:gd name="connsiteY57" fmla="*/ 446006 h 2533298"/>
              <a:gd name="connsiteX58" fmla="*/ 2096463 w 2537170"/>
              <a:gd name="connsiteY58" fmla="*/ 358978 h 2533298"/>
              <a:gd name="connsiteX59" fmla="*/ 2125159 w 2537170"/>
              <a:gd name="connsiteY59" fmla="*/ 346814 h 2533298"/>
              <a:gd name="connsiteX60" fmla="*/ 2154049 w 2537170"/>
              <a:gd name="connsiteY60" fmla="*/ 358503 h 2533298"/>
              <a:gd name="connsiteX61" fmla="*/ 2154524 w 2537170"/>
              <a:gd name="connsiteY61" fmla="*/ 416088 h 2533298"/>
              <a:gd name="connsiteX62" fmla="*/ 2070300 w 2537170"/>
              <a:gd name="connsiteY62" fmla="*/ 522740 h 2533298"/>
              <a:gd name="connsiteX63" fmla="*/ 2123835 w 2537170"/>
              <a:gd name="connsiteY63" fmla="*/ 583690 h 2533298"/>
              <a:gd name="connsiteX64" fmla="*/ 2241379 w 2537170"/>
              <a:gd name="connsiteY64" fmla="*/ 517116 h 2533298"/>
              <a:gd name="connsiteX65" fmla="*/ 2271750 w 2537170"/>
              <a:gd name="connsiteY65" fmla="*/ 510120 h 2533298"/>
              <a:gd name="connsiteX66" fmla="*/ 2298174 w 2537170"/>
              <a:gd name="connsiteY66" fmla="*/ 526648 h 2533298"/>
              <a:gd name="connsiteX67" fmla="*/ 2288641 w 2537170"/>
              <a:gd name="connsiteY67" fmla="*/ 583442 h 2533298"/>
              <a:gd name="connsiteX68" fmla="*/ 2187044 w 2537170"/>
              <a:gd name="connsiteY68" fmla="*/ 673967 h 2533298"/>
              <a:gd name="connsiteX69" fmla="*/ 2231207 w 2537170"/>
              <a:gd name="connsiteY69" fmla="*/ 742498 h 2533298"/>
              <a:gd name="connsiteX70" fmla="*/ 2356634 w 2537170"/>
              <a:gd name="connsiteY70" fmla="*/ 698018 h 2533298"/>
              <a:gd name="connsiteX71" fmla="*/ 2387756 w 2537170"/>
              <a:gd name="connsiteY71" fmla="*/ 696403 h 2533298"/>
              <a:gd name="connsiteX72" fmla="*/ 2410907 w 2537170"/>
              <a:gd name="connsiteY72" fmla="*/ 717268 h 2533298"/>
              <a:gd name="connsiteX73" fmla="*/ 2391659 w 2537170"/>
              <a:gd name="connsiteY73" fmla="*/ 771542 h 2533298"/>
              <a:gd name="connsiteX74" fmla="*/ 2275899 w 2537170"/>
              <a:gd name="connsiteY74" fmla="*/ 843042 h 2533298"/>
              <a:gd name="connsiteX75" fmla="*/ 2309184 w 2537170"/>
              <a:gd name="connsiteY75" fmla="*/ 917923 h 2533298"/>
              <a:gd name="connsiteX76" fmla="*/ 2438723 w 2537170"/>
              <a:gd name="connsiteY76" fmla="*/ 896186 h 2533298"/>
              <a:gd name="connsiteX77" fmla="*/ 2488830 w 2537170"/>
              <a:gd name="connsiteY77" fmla="*/ 924566 h 2533298"/>
              <a:gd name="connsiteX78" fmla="*/ 2460450 w 2537170"/>
              <a:gd name="connsiteY78" fmla="*/ 974674 h 2533298"/>
              <a:gd name="connsiteX79" fmla="*/ 2334042 w 2537170"/>
              <a:gd name="connsiteY79" fmla="*/ 1024982 h 2533298"/>
              <a:gd name="connsiteX80" fmla="*/ 2351989 w 2537170"/>
              <a:gd name="connsiteY80" fmla="*/ 1104495 h 2533298"/>
              <a:gd name="connsiteX81" fmla="*/ 2485152 w 2537170"/>
              <a:gd name="connsiteY81" fmla="*/ 1105597 h 2533298"/>
              <a:gd name="connsiteX82" fmla="*/ 2529571 w 2537170"/>
              <a:gd name="connsiteY82" fmla="*/ 1142247 h 2533298"/>
              <a:gd name="connsiteX83" fmla="*/ 2492921 w 2537170"/>
              <a:gd name="connsiteY83" fmla="*/ 1186666 h 2533298"/>
              <a:gd name="connsiteX84" fmla="*/ 2359802 w 2537170"/>
              <a:gd name="connsiteY84" fmla="*/ 1214237 h 2533298"/>
              <a:gd name="connsiteX85" fmla="*/ 2361526 w 2537170"/>
              <a:gd name="connsiteY85" fmla="*/ 1294592 h 2533298"/>
              <a:gd name="connsiteX86" fmla="*/ 2499662 w 2537170"/>
              <a:gd name="connsiteY86" fmla="*/ 1320295 h 2533298"/>
              <a:gd name="connsiteX87" fmla="*/ 2537041 w 2537170"/>
              <a:gd name="connsiteY87" fmla="*/ 1364103 h 2533298"/>
              <a:gd name="connsiteX88" fmla="*/ 2493234 w 2537170"/>
              <a:gd name="connsiteY88" fmla="*/ 1401481 h 2533298"/>
              <a:gd name="connsiteX89" fmla="*/ 2353247 w 2537170"/>
              <a:gd name="connsiteY89" fmla="*/ 1405705 h 2533298"/>
              <a:gd name="connsiteX90" fmla="*/ 2339167 w 2537170"/>
              <a:gd name="connsiteY90" fmla="*/ 1483310 h 2533298"/>
              <a:gd name="connsiteX91" fmla="*/ 2471668 w 2537170"/>
              <a:gd name="connsiteY91" fmla="*/ 1532957 h 2533298"/>
              <a:gd name="connsiteX92" fmla="*/ 2500873 w 2537170"/>
              <a:gd name="connsiteY92" fmla="*/ 1582589 h 2533298"/>
              <a:gd name="connsiteX93" fmla="*/ 2451240 w 2537170"/>
              <a:gd name="connsiteY93" fmla="*/ 1611794 h 2533298"/>
              <a:gd name="connsiteX94" fmla="*/ 2314998 w 2537170"/>
              <a:gd name="connsiteY94" fmla="*/ 1591988 h 2533298"/>
              <a:gd name="connsiteX95" fmla="*/ 2285532 w 2537170"/>
              <a:gd name="connsiteY95" fmla="*/ 1665756 h 2533298"/>
              <a:gd name="connsiteX96" fmla="*/ 2407173 w 2537170"/>
              <a:gd name="connsiteY96" fmla="*/ 1737526 h 2533298"/>
              <a:gd name="connsiteX97" fmla="*/ 2427315 w 2537170"/>
              <a:gd name="connsiteY97" fmla="*/ 1791476 h 2533298"/>
              <a:gd name="connsiteX98" fmla="*/ 2373363 w 2537170"/>
              <a:gd name="connsiteY98" fmla="*/ 1811618 h 2533298"/>
              <a:gd name="connsiteX99" fmla="*/ 2244296 w 2537170"/>
              <a:gd name="connsiteY99" fmla="*/ 1769003 h 2533298"/>
              <a:gd name="connsiteX100" fmla="*/ 2201195 w 2537170"/>
              <a:gd name="connsiteY100" fmla="*/ 1836322 h 2533298"/>
              <a:gd name="connsiteX101" fmla="*/ 2308136 w 2537170"/>
              <a:gd name="connsiteY101" fmla="*/ 1927790 h 2533298"/>
              <a:gd name="connsiteX102" fmla="*/ 2318603 w 2537170"/>
              <a:gd name="connsiteY102" fmla="*/ 1984416 h 2533298"/>
              <a:gd name="connsiteX103" fmla="*/ 2261973 w 2537170"/>
              <a:gd name="connsiteY103" fmla="*/ 1994887 h 2533298"/>
              <a:gd name="connsiteX104" fmla="*/ 2140578 w 2537170"/>
              <a:gd name="connsiteY104" fmla="*/ 1929597 h 2533298"/>
              <a:gd name="connsiteX105" fmla="*/ 2088541 w 2537170"/>
              <a:gd name="connsiteY105" fmla="*/ 1989816 h 2533298"/>
              <a:gd name="connsiteX106" fmla="*/ 2177561 w 2537170"/>
              <a:gd name="connsiteY106" fmla="*/ 2097965 h 2533298"/>
              <a:gd name="connsiteX107" fmla="*/ 2178037 w 2537170"/>
              <a:gd name="connsiteY107" fmla="*/ 2155550 h 2533298"/>
              <a:gd name="connsiteX108" fmla="*/ 2120451 w 2537170"/>
              <a:gd name="connsiteY108" fmla="*/ 2156025 h 2533298"/>
              <a:gd name="connsiteX109" fmla="*/ 2011161 w 2537170"/>
              <a:gd name="connsiteY109" fmla="*/ 2069798 h 2533298"/>
              <a:gd name="connsiteX110" fmla="*/ 1951011 w 2537170"/>
              <a:gd name="connsiteY110" fmla="*/ 2121759 h 2533298"/>
              <a:gd name="connsiteX111" fmla="*/ 2019421 w 2537170"/>
              <a:gd name="connsiteY111" fmla="*/ 2242879 h 2533298"/>
              <a:gd name="connsiteX112" fmla="*/ 2009891 w 2537170"/>
              <a:gd name="connsiteY112" fmla="*/ 2299674 h 2533298"/>
              <a:gd name="connsiteX113" fmla="*/ 1953098 w 2537170"/>
              <a:gd name="connsiteY113" fmla="*/ 2290141 h 2533298"/>
              <a:gd name="connsiteX114" fmla="*/ 1859851 w 2537170"/>
              <a:gd name="connsiteY114" fmla="*/ 2185586 h 2533298"/>
              <a:gd name="connsiteX115" fmla="*/ 1792668 w 2537170"/>
              <a:gd name="connsiteY115" fmla="*/ 2228350 h 2533298"/>
              <a:gd name="connsiteX116" fmla="*/ 1838521 w 2537170"/>
              <a:gd name="connsiteY116" fmla="*/ 2358132 h 2533298"/>
              <a:gd name="connsiteX117" fmla="*/ 1819273 w 2537170"/>
              <a:gd name="connsiteY117" fmla="*/ 2412408 h 2533298"/>
              <a:gd name="connsiteX118" fmla="*/ 1764999 w 2537170"/>
              <a:gd name="connsiteY118" fmla="*/ 2393158 h 2533298"/>
              <a:gd name="connsiteX119" fmla="*/ 1691031 w 2537170"/>
              <a:gd name="connsiteY119" fmla="*/ 2273527 h 2533298"/>
              <a:gd name="connsiteX120" fmla="*/ 1617991 w 2537170"/>
              <a:gd name="connsiteY120" fmla="*/ 2305992 h 2533298"/>
              <a:gd name="connsiteX121" fmla="*/ 1640356 w 2537170"/>
              <a:gd name="connsiteY121" fmla="*/ 2440221 h 2533298"/>
              <a:gd name="connsiteX122" fmla="*/ 1611974 w 2537170"/>
              <a:gd name="connsiteY122" fmla="*/ 2490330 h 2533298"/>
              <a:gd name="connsiteX123" fmla="*/ 1561865 w 2537170"/>
              <a:gd name="connsiteY123" fmla="*/ 2461948 h 2533298"/>
              <a:gd name="connsiteX124" fmla="*/ 1509649 w 2537170"/>
              <a:gd name="connsiteY124" fmla="*/ 2330916 h 2533298"/>
              <a:gd name="connsiteX125" fmla="*/ 1432251 w 2537170"/>
              <a:gd name="connsiteY125" fmla="*/ 2348385 h 2533298"/>
              <a:gd name="connsiteX126" fmla="*/ 1430944 w 2537170"/>
              <a:gd name="connsiteY126" fmla="*/ 2486652 h 2533298"/>
              <a:gd name="connsiteX127" fmla="*/ 1394292 w 2537170"/>
              <a:gd name="connsiteY127" fmla="*/ 2531070 h 2533298"/>
              <a:gd name="connsiteX128" fmla="*/ 1349875 w 2537170"/>
              <a:gd name="connsiteY128" fmla="*/ 2494418 h 2533298"/>
              <a:gd name="connsiteX129" fmla="*/ 1321178 w 2537170"/>
              <a:gd name="connsiteY129" fmla="*/ 2356183 h 2533298"/>
              <a:gd name="connsiteX130" fmla="*/ 1239478 w 2537170"/>
              <a:gd name="connsiteY130" fmla="*/ 2357937 h 2533298"/>
              <a:gd name="connsiteX131" fmla="*/ 1213826 w 2537170"/>
              <a:gd name="connsiteY131" fmla="*/ 2495788 h 2533298"/>
              <a:gd name="connsiteX132" fmla="*/ 1170018 w 2537170"/>
              <a:gd name="connsiteY132" fmla="*/ 2533169 h 2533298"/>
              <a:gd name="connsiteX133" fmla="*/ 1132638 w 2537170"/>
              <a:gd name="connsiteY133" fmla="*/ 2489360 h 2533298"/>
              <a:gd name="connsiteX134" fmla="*/ 1128406 w 2537170"/>
              <a:gd name="connsiteY134" fmla="*/ 2349083 h 2533298"/>
              <a:gd name="connsiteX135" fmla="*/ 1043631 w 2537170"/>
              <a:gd name="connsiteY135" fmla="*/ 2333701 h 2533298"/>
              <a:gd name="connsiteX136" fmla="*/ 993350 w 2537170"/>
              <a:gd name="connsiteY136" fmla="*/ 2466192 h 2533298"/>
              <a:gd name="connsiteX137" fmla="*/ 943719 w 2537170"/>
              <a:gd name="connsiteY137" fmla="*/ 2495395 h 2533298"/>
              <a:gd name="connsiteX138" fmla="*/ 914514 w 2537170"/>
              <a:gd name="connsiteY138" fmla="*/ 2445762 h 2533298"/>
              <a:gd name="connsiteX139" fmla="*/ 935216 w 2537170"/>
              <a:gd name="connsiteY139" fmla="*/ 2307457 h 2533298"/>
              <a:gd name="connsiteX140" fmla="*/ 862093 w 2537170"/>
              <a:gd name="connsiteY140" fmla="*/ 2278252 h 2533298"/>
              <a:gd name="connsiteX141" fmla="*/ 789112 w 2537170"/>
              <a:gd name="connsiteY141" fmla="*/ 2400765 h 2533298"/>
              <a:gd name="connsiteX142" fmla="*/ 735160 w 2537170"/>
              <a:gd name="connsiteY142" fmla="*/ 2420908 h 2533298"/>
              <a:gd name="connsiteX143" fmla="*/ 715020 w 2537170"/>
              <a:gd name="connsiteY143" fmla="*/ 2366955 h 2533298"/>
              <a:gd name="connsiteX144" fmla="*/ 759036 w 2537170"/>
              <a:gd name="connsiteY144" fmla="*/ 2235507 h 2533298"/>
              <a:gd name="connsiteX145" fmla="*/ 692833 w 2537170"/>
              <a:gd name="connsiteY145" fmla="*/ 2192481 h 2533298"/>
              <a:gd name="connsiteX146" fmla="*/ 599337 w 2537170"/>
              <a:gd name="connsiteY146" fmla="*/ 2300865 h 2533298"/>
              <a:gd name="connsiteX147" fmla="*/ 542706 w 2537170"/>
              <a:gd name="connsiteY147" fmla="*/ 2311333 h 2533298"/>
              <a:gd name="connsiteX148" fmla="*/ 532239 w 2537170"/>
              <a:gd name="connsiteY148" fmla="*/ 2254706 h 2533298"/>
              <a:gd name="connsiteX149" fmla="*/ 599127 w 2537170"/>
              <a:gd name="connsiteY149" fmla="*/ 2131584 h 2533298"/>
              <a:gd name="connsiteX150" fmla="*/ 540894 w 2537170"/>
              <a:gd name="connsiteY150" fmla="*/ 2078858 h 2533298"/>
              <a:gd name="connsiteX151" fmla="*/ 429791 w 2537170"/>
              <a:gd name="connsiteY151" fmla="*/ 2169528 h 2533298"/>
              <a:gd name="connsiteX152" fmla="*/ 372204 w 2537170"/>
              <a:gd name="connsiteY152" fmla="*/ 2170006 h 2533298"/>
              <a:gd name="connsiteX153" fmla="*/ 371731 w 2537170"/>
              <a:gd name="connsiteY153" fmla="*/ 2112420 h 2533298"/>
              <a:gd name="connsiteX154" fmla="*/ 460407 w 2537170"/>
              <a:gd name="connsiteY154" fmla="*/ 2000990 h 2533298"/>
              <a:gd name="connsiteX155" fmla="*/ 410621 w 2537170"/>
              <a:gd name="connsiteY155" fmla="*/ 1940841 h 2533298"/>
              <a:gd name="connsiteX156" fmla="*/ 285628 w 2537170"/>
              <a:gd name="connsiteY156" fmla="*/ 2010748 h 2533298"/>
              <a:gd name="connsiteX157" fmla="*/ 228834 w 2537170"/>
              <a:gd name="connsiteY157" fmla="*/ 2001218 h 2533298"/>
              <a:gd name="connsiteX158" fmla="*/ 238365 w 2537170"/>
              <a:gd name="connsiteY158" fmla="*/ 1944425 h 2533298"/>
              <a:gd name="connsiteX159" fmla="*/ 346301 w 2537170"/>
              <a:gd name="connsiteY159" fmla="*/ 1848975 h 2533298"/>
              <a:gd name="connsiteX160" fmla="*/ 305688 w 2537170"/>
              <a:gd name="connsiteY160" fmla="*/ 1782475 h 2533298"/>
              <a:gd name="connsiteX161" fmla="*/ 171227 w 2537170"/>
              <a:gd name="connsiteY161" fmla="*/ 1829346 h 2533298"/>
              <a:gd name="connsiteX162" fmla="*/ 116952 w 2537170"/>
              <a:gd name="connsiteY162" fmla="*/ 1810097 h 2533298"/>
              <a:gd name="connsiteX163" fmla="*/ 136199 w 2537170"/>
              <a:gd name="connsiteY163" fmla="*/ 1755822 h 2533298"/>
              <a:gd name="connsiteX164" fmla="*/ 260107 w 2537170"/>
              <a:gd name="connsiteY164" fmla="*/ 1679931 h 2533298"/>
              <a:gd name="connsiteX165" fmla="*/ 229112 w 2537170"/>
              <a:gd name="connsiteY165" fmla="*/ 1608268 h 2533298"/>
              <a:gd name="connsiteX166" fmla="*/ 90064 w 2537170"/>
              <a:gd name="connsiteY166" fmla="*/ 1630833 h 2533298"/>
              <a:gd name="connsiteX167" fmla="*/ 39956 w 2537170"/>
              <a:gd name="connsiteY167" fmla="*/ 1602452 h 2533298"/>
              <a:gd name="connsiteX168" fmla="*/ 68338 w 2537170"/>
              <a:gd name="connsiteY168" fmla="*/ 1552346 h 2533298"/>
              <a:gd name="connsiteX169" fmla="*/ 204402 w 2537170"/>
              <a:gd name="connsiteY169" fmla="*/ 1498783 h 2533298"/>
              <a:gd name="connsiteX170" fmla="*/ 187341 w 2537170"/>
              <a:gd name="connsiteY170" fmla="*/ 1423192 h 2533298"/>
              <a:gd name="connsiteX171" fmla="*/ 44604 w 2537170"/>
              <a:gd name="connsiteY171" fmla="*/ 1421244 h 2533298"/>
              <a:gd name="connsiteX172" fmla="*/ 188 w 2537170"/>
              <a:gd name="connsiteY172" fmla="*/ 1384592 h 2533298"/>
              <a:gd name="connsiteX173" fmla="*/ 36838 w 2537170"/>
              <a:gd name="connsiteY173" fmla="*/ 1340173 h 2533298"/>
              <a:gd name="connsiteX174" fmla="*/ 180620 w 2537170"/>
              <a:gd name="connsiteY174" fmla="*/ 1310955 h 2533298"/>
              <a:gd name="connsiteX175" fmla="*/ 178957 w 2537170"/>
              <a:gd name="connsiteY175" fmla="*/ 1233486 h 2533298"/>
              <a:gd name="connsiteX176" fmla="*/ 41381 w 2537170"/>
              <a:gd name="connsiteY176" fmla="*/ 1207351 h 2533298"/>
              <a:gd name="connsiteX177" fmla="*/ 4001 w 2537170"/>
              <a:gd name="connsiteY177" fmla="*/ 1163544 h 2533298"/>
              <a:gd name="connsiteX178" fmla="*/ 47810 w 2537170"/>
              <a:gd name="connsiteY178" fmla="*/ 1126165 h 2533298"/>
              <a:gd name="connsiteX179" fmla="*/ 188239 w 2537170"/>
              <a:gd name="connsiteY179" fmla="*/ 1122685 h 2533298"/>
              <a:gd name="connsiteX180" fmla="*/ 202356 w 2537170"/>
              <a:gd name="connsiteY180" fmla="*/ 1044881 h 2533298"/>
              <a:gd name="connsiteX181" fmla="*/ 70345 w 2537170"/>
              <a:gd name="connsiteY181" fmla="*/ 994853 h 2533298"/>
              <a:gd name="connsiteX182" fmla="*/ 41141 w 2537170"/>
              <a:gd name="connsiteY182" fmla="*/ 945221 h 2533298"/>
              <a:gd name="connsiteX183" fmla="*/ 90773 w 2537170"/>
              <a:gd name="connsiteY183" fmla="*/ 916016 h 2533298"/>
              <a:gd name="connsiteX184" fmla="*/ 227464 w 2537170"/>
              <a:gd name="connsiteY184" fmla="*/ 936641 h 2533298"/>
              <a:gd name="connsiteX185" fmla="*/ 256980 w 2537170"/>
              <a:gd name="connsiteY185" fmla="*/ 862739 h 2533298"/>
              <a:gd name="connsiteX186" fmla="*/ 135771 w 2537170"/>
              <a:gd name="connsiteY186" fmla="*/ 790612 h 2533298"/>
              <a:gd name="connsiteX187" fmla="*/ 115630 w 2537170"/>
              <a:gd name="connsiteY187" fmla="*/ 736662 h 2533298"/>
              <a:gd name="connsiteX188" fmla="*/ 169581 w 2537170"/>
              <a:gd name="connsiteY188" fmla="*/ 716520 h 2533298"/>
              <a:gd name="connsiteX189" fmla="*/ 298530 w 2537170"/>
              <a:gd name="connsiteY189" fmla="*/ 759866 h 2533298"/>
              <a:gd name="connsiteX190" fmla="*/ 342208 w 2537170"/>
              <a:gd name="connsiteY190" fmla="*/ 692654 h 2533298"/>
              <a:gd name="connsiteX191" fmla="*/ 235672 w 2537170"/>
              <a:gd name="connsiteY191" fmla="*/ 600840 h 2533298"/>
              <a:gd name="connsiteX192" fmla="*/ 225204 w 2537170"/>
              <a:gd name="connsiteY192" fmla="*/ 544209 h 2533298"/>
              <a:gd name="connsiteX193" fmla="*/ 251352 w 2537170"/>
              <a:gd name="connsiteY193" fmla="*/ 527249 h 2533298"/>
              <a:gd name="connsiteX194" fmla="*/ 281833 w 2537170"/>
              <a:gd name="connsiteY194" fmla="*/ 533742 h 2533298"/>
              <a:gd name="connsiteX195" fmla="*/ 402695 w 2537170"/>
              <a:gd name="connsiteY195" fmla="*/ 599584 h 2533298"/>
              <a:gd name="connsiteX196" fmla="*/ 455631 w 2537170"/>
              <a:gd name="connsiteY196" fmla="*/ 539785 h 2533298"/>
              <a:gd name="connsiteX197" fmla="*/ 367008 w 2537170"/>
              <a:gd name="connsiteY197" fmla="*/ 431293 h 2533298"/>
              <a:gd name="connsiteX198" fmla="*/ 366532 w 2537170"/>
              <a:gd name="connsiteY198" fmla="*/ 373706 h 2533298"/>
              <a:gd name="connsiteX199" fmla="*/ 395227 w 2537170"/>
              <a:gd name="connsiteY199" fmla="*/ 361544 h 2533298"/>
              <a:gd name="connsiteX200" fmla="*/ 424118 w 2537170"/>
              <a:gd name="connsiteY200" fmla="*/ 373232 h 2533298"/>
              <a:gd name="connsiteX201" fmla="*/ 532850 w 2537170"/>
              <a:gd name="connsiteY201" fmla="*/ 459969 h 2533298"/>
              <a:gd name="connsiteX202" fmla="*/ 593794 w 2537170"/>
              <a:gd name="connsiteY202" fmla="*/ 408590 h 2533298"/>
              <a:gd name="connsiteX203" fmla="*/ 525789 w 2537170"/>
              <a:gd name="connsiteY203" fmla="*/ 287129 h 2533298"/>
              <a:gd name="connsiteX204" fmla="*/ 535320 w 2537170"/>
              <a:gd name="connsiteY204" fmla="*/ 230335 h 2533298"/>
              <a:gd name="connsiteX205" fmla="*/ 565691 w 2537170"/>
              <a:gd name="connsiteY205" fmla="*/ 223340 h 2533298"/>
              <a:gd name="connsiteX206" fmla="*/ 592113 w 2537170"/>
              <a:gd name="connsiteY206" fmla="*/ 239867 h 2533298"/>
              <a:gd name="connsiteX207" fmla="*/ 684772 w 2537170"/>
              <a:gd name="connsiteY207" fmla="*/ 344893 h 2533298"/>
              <a:gd name="connsiteX208" fmla="*/ 752622 w 2537170"/>
              <a:gd name="connsiteY208" fmla="*/ 302863 h 2533298"/>
              <a:gd name="connsiteX209" fmla="*/ 707191 w 2537170"/>
              <a:gd name="connsiteY209" fmla="*/ 172728 h 2533298"/>
              <a:gd name="connsiteX210" fmla="*/ 726440 w 2537170"/>
              <a:gd name="connsiteY210" fmla="*/ 118453 h 2533298"/>
              <a:gd name="connsiteX211" fmla="*/ 757566 w 2537170"/>
              <a:gd name="connsiteY211" fmla="*/ 116838 h 2533298"/>
              <a:gd name="connsiteX212" fmla="*/ 780715 w 2537170"/>
              <a:gd name="connsiteY212" fmla="*/ 137702 h 2533298"/>
              <a:gd name="connsiteX213" fmla="*/ 854063 w 2537170"/>
              <a:gd name="connsiteY213" fmla="*/ 257770 h 2533298"/>
              <a:gd name="connsiteX214" fmla="*/ 927540 w 2537170"/>
              <a:gd name="connsiteY214" fmla="*/ 225719 h 2533298"/>
              <a:gd name="connsiteX215" fmla="*/ 905705 w 2537170"/>
              <a:gd name="connsiteY215" fmla="*/ 91565 h 2533298"/>
              <a:gd name="connsiteX216" fmla="*/ 934087 w 2537170"/>
              <a:gd name="connsiteY216" fmla="*/ 41456 h 2533298"/>
              <a:gd name="connsiteX217" fmla="*/ 984194 w 2537170"/>
              <a:gd name="connsiteY217" fmla="*/ 69838 h 2533298"/>
              <a:gd name="connsiteX218" fmla="*/ 1035763 w 2537170"/>
              <a:gd name="connsiteY218" fmla="*/ 201294 h 2533298"/>
              <a:gd name="connsiteX219" fmla="*/ 1113481 w 2537170"/>
              <a:gd name="connsiteY219" fmla="*/ 183754 h 2533298"/>
              <a:gd name="connsiteX220" fmla="*/ 1115295 w 2537170"/>
              <a:gd name="connsiteY220" fmla="*/ 46107 h 2533298"/>
              <a:gd name="connsiteX221" fmla="*/ 1151946 w 2537170"/>
              <a:gd name="connsiteY221" fmla="*/ 1689 h 2533298"/>
              <a:gd name="connsiteX222" fmla="*/ 1196364 w 2537170"/>
              <a:gd name="connsiteY222" fmla="*/ 38339 h 2533298"/>
              <a:gd name="connsiteX223" fmla="*/ 1224375 w 2537170"/>
              <a:gd name="connsiteY223" fmla="*/ 177006 h 2533298"/>
              <a:gd name="connsiteX224" fmla="*/ 1300582 w 2537170"/>
              <a:gd name="connsiteY224" fmla="*/ 175370 h 2533298"/>
              <a:gd name="connsiteX225" fmla="*/ 1326769 w 2537170"/>
              <a:gd name="connsiteY225" fmla="*/ 37508 h 2533298"/>
              <a:gd name="connsiteX226" fmla="*/ 1370577 w 2537170"/>
              <a:gd name="connsiteY226" fmla="*/ 129 h 2533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2537170" h="2533298">
                <a:moveTo>
                  <a:pt x="860885" y="1437939"/>
                </a:moveTo>
                <a:lnTo>
                  <a:pt x="402545" y="1560751"/>
                </a:lnTo>
                <a:cubicBezTo>
                  <a:pt x="521370" y="1919512"/>
                  <a:pt x="860412" y="2176428"/>
                  <a:pt x="1259461" y="2176428"/>
                </a:cubicBezTo>
                <a:cubicBezTo>
                  <a:pt x="1487421" y="2176428"/>
                  <a:pt x="1695797" y="2092587"/>
                  <a:pt x="1852888" y="1951120"/>
                </a:cubicBezTo>
                <a:lnTo>
                  <a:pt x="1513851" y="1612087"/>
                </a:lnTo>
                <a:cubicBezTo>
                  <a:pt x="1505121" y="1627182"/>
                  <a:pt x="1491598" y="1636027"/>
                  <a:pt x="1477444" y="1644201"/>
                </a:cubicBezTo>
                <a:cubicBezTo>
                  <a:pt x="1268926" y="1764588"/>
                  <a:pt x="1002297" y="1693146"/>
                  <a:pt x="881909" y="1484630"/>
                </a:cubicBezTo>
                <a:close/>
                <a:moveTo>
                  <a:pt x="1259461" y="986252"/>
                </a:moveTo>
                <a:cubicBezTo>
                  <a:pt x="1104601" y="986252"/>
                  <a:pt x="979064" y="1111789"/>
                  <a:pt x="979064" y="1266649"/>
                </a:cubicBezTo>
                <a:cubicBezTo>
                  <a:pt x="979064" y="1421509"/>
                  <a:pt x="1104601" y="1547047"/>
                  <a:pt x="1259461" y="1547047"/>
                </a:cubicBezTo>
                <a:cubicBezTo>
                  <a:pt x="1414321" y="1547047"/>
                  <a:pt x="1539859" y="1421509"/>
                  <a:pt x="1539859" y="1266649"/>
                </a:cubicBezTo>
                <a:cubicBezTo>
                  <a:pt x="1539859" y="1111789"/>
                  <a:pt x="1414321" y="986252"/>
                  <a:pt x="1259461" y="986252"/>
                </a:cubicBezTo>
                <a:close/>
                <a:moveTo>
                  <a:pt x="1548911" y="408290"/>
                </a:moveTo>
                <a:lnTo>
                  <a:pt x="1426040" y="866853"/>
                </a:lnTo>
                <a:cubicBezTo>
                  <a:pt x="1512471" y="899678"/>
                  <a:pt x="1587244" y="962457"/>
                  <a:pt x="1637017" y="1048669"/>
                </a:cubicBezTo>
                <a:cubicBezTo>
                  <a:pt x="1728232" y="1206659"/>
                  <a:pt x="1709320" y="1398010"/>
                  <a:pt x="1603283" y="1533201"/>
                </a:cubicBezTo>
                <a:lnTo>
                  <a:pt x="1937706" y="1867622"/>
                </a:lnTo>
                <a:cubicBezTo>
                  <a:pt x="2082783" y="1709435"/>
                  <a:pt x="2169239" y="1498137"/>
                  <a:pt x="2169239" y="1266649"/>
                </a:cubicBezTo>
                <a:cubicBezTo>
                  <a:pt x="2169239" y="865881"/>
                  <a:pt x="1910103" y="525635"/>
                  <a:pt x="1548911" y="408290"/>
                </a:cubicBezTo>
                <a:close/>
                <a:moveTo>
                  <a:pt x="1259461" y="356871"/>
                </a:moveTo>
                <a:cubicBezTo>
                  <a:pt x="757005" y="356871"/>
                  <a:pt x="349683" y="764193"/>
                  <a:pt x="349683" y="1266649"/>
                </a:cubicBezTo>
                <a:lnTo>
                  <a:pt x="367847" y="1446833"/>
                </a:lnTo>
                <a:lnTo>
                  <a:pt x="827444" y="1323684"/>
                </a:lnTo>
                <a:cubicBezTo>
                  <a:pt x="804815" y="1154114"/>
                  <a:pt x="884110" y="979957"/>
                  <a:pt x="1041485" y="889097"/>
                </a:cubicBezTo>
                <a:cubicBezTo>
                  <a:pt x="1119677" y="843951"/>
                  <a:pt x="1206043" y="825783"/>
                  <a:pt x="1289805" y="831703"/>
                </a:cubicBezTo>
                <a:lnTo>
                  <a:pt x="1311143" y="835808"/>
                </a:lnTo>
                <a:lnTo>
                  <a:pt x="1434739" y="374541"/>
                </a:lnTo>
                <a:cubicBezTo>
                  <a:pt x="1378126" y="362680"/>
                  <a:pt x="1319472" y="356871"/>
                  <a:pt x="1259461" y="356871"/>
                </a:cubicBezTo>
                <a:close/>
                <a:moveTo>
                  <a:pt x="1268585" y="293382"/>
                </a:moveTo>
                <a:cubicBezTo>
                  <a:pt x="1806107" y="293382"/>
                  <a:pt x="2241854" y="729129"/>
                  <a:pt x="2241854" y="1266650"/>
                </a:cubicBezTo>
                <a:cubicBezTo>
                  <a:pt x="2241854" y="1804171"/>
                  <a:pt x="1806107" y="2239918"/>
                  <a:pt x="1268585" y="2239918"/>
                </a:cubicBezTo>
                <a:cubicBezTo>
                  <a:pt x="731063" y="2239918"/>
                  <a:pt x="295316" y="1804171"/>
                  <a:pt x="295316" y="1266650"/>
                </a:cubicBezTo>
                <a:cubicBezTo>
                  <a:pt x="295316" y="729129"/>
                  <a:pt x="731063" y="293382"/>
                  <a:pt x="1268585" y="293382"/>
                </a:cubicBezTo>
                <a:close/>
                <a:moveTo>
                  <a:pt x="1268585" y="230994"/>
                </a:moveTo>
                <a:cubicBezTo>
                  <a:pt x="696607" y="230994"/>
                  <a:pt x="232928" y="694673"/>
                  <a:pt x="232928" y="1266650"/>
                </a:cubicBezTo>
                <a:cubicBezTo>
                  <a:pt x="232928" y="1838627"/>
                  <a:pt x="696607" y="2302306"/>
                  <a:pt x="1268585" y="2302306"/>
                </a:cubicBezTo>
                <a:cubicBezTo>
                  <a:pt x="1840563" y="2302306"/>
                  <a:pt x="2304242" y="1838627"/>
                  <a:pt x="2304242" y="1266650"/>
                </a:cubicBezTo>
                <a:cubicBezTo>
                  <a:pt x="2304242" y="694673"/>
                  <a:pt x="1840563" y="230994"/>
                  <a:pt x="1268585" y="230994"/>
                </a:cubicBezTo>
                <a:close/>
                <a:moveTo>
                  <a:pt x="1370577" y="129"/>
                </a:moveTo>
                <a:cubicBezTo>
                  <a:pt x="1392996" y="1904"/>
                  <a:pt x="1409731" y="21519"/>
                  <a:pt x="1407956" y="43937"/>
                </a:cubicBezTo>
                <a:lnTo>
                  <a:pt x="1411431" y="184077"/>
                </a:lnTo>
                <a:lnTo>
                  <a:pt x="1482158" y="196909"/>
                </a:lnTo>
                <a:lnTo>
                  <a:pt x="1531455" y="64872"/>
                </a:lnTo>
                <a:cubicBezTo>
                  <a:pt x="1537097" y="43101"/>
                  <a:pt x="1559318" y="30025"/>
                  <a:pt x="1581088" y="35666"/>
                </a:cubicBezTo>
                <a:cubicBezTo>
                  <a:pt x="1602857" y="41308"/>
                  <a:pt x="1615935" y="63529"/>
                  <a:pt x="1610292" y="85299"/>
                </a:cubicBezTo>
                <a:lnTo>
                  <a:pt x="1590652" y="219957"/>
                </a:lnTo>
                <a:lnTo>
                  <a:pt x="1665197" y="249732"/>
                </a:lnTo>
                <a:lnTo>
                  <a:pt x="1736025" y="129366"/>
                </a:lnTo>
                <a:cubicBezTo>
                  <a:pt x="1745361" y="108907"/>
                  <a:pt x="1769515" y="99887"/>
                  <a:pt x="1789976" y="109225"/>
                </a:cubicBezTo>
                <a:cubicBezTo>
                  <a:pt x="1810435" y="118561"/>
                  <a:pt x="1819454" y="142715"/>
                  <a:pt x="1810118" y="163174"/>
                </a:cubicBezTo>
                <a:lnTo>
                  <a:pt x="1767925" y="290765"/>
                </a:lnTo>
                <a:cubicBezTo>
                  <a:pt x="1792392" y="302408"/>
                  <a:pt x="1815978" y="315581"/>
                  <a:pt x="1836575" y="333544"/>
                </a:cubicBezTo>
                <a:lnTo>
                  <a:pt x="1926288" y="228405"/>
                </a:lnTo>
                <a:cubicBezTo>
                  <a:pt x="1932663" y="219141"/>
                  <a:pt x="1942188" y="213338"/>
                  <a:pt x="1952435" y="211444"/>
                </a:cubicBezTo>
                <a:cubicBezTo>
                  <a:pt x="1962685" y="209549"/>
                  <a:pt x="1973654" y="211565"/>
                  <a:pt x="1982916" y="217939"/>
                </a:cubicBezTo>
                <a:cubicBezTo>
                  <a:pt x="2001444" y="230683"/>
                  <a:pt x="2006133" y="256037"/>
                  <a:pt x="1993385" y="274565"/>
                </a:cubicBezTo>
                <a:lnTo>
                  <a:pt x="1929215" y="393751"/>
                </a:lnTo>
                <a:cubicBezTo>
                  <a:pt x="1952245" y="408203"/>
                  <a:pt x="1973206" y="425315"/>
                  <a:pt x="1990985" y="446006"/>
                </a:cubicBezTo>
                <a:lnTo>
                  <a:pt x="2096463" y="358978"/>
                </a:lnTo>
                <a:cubicBezTo>
                  <a:pt x="2104349" y="350963"/>
                  <a:pt x="2114737" y="346900"/>
                  <a:pt x="2125159" y="346814"/>
                </a:cubicBezTo>
                <a:cubicBezTo>
                  <a:pt x="2135580" y="346729"/>
                  <a:pt x="2146034" y="350618"/>
                  <a:pt x="2154049" y="358503"/>
                </a:cubicBezTo>
                <a:cubicBezTo>
                  <a:pt x="2170083" y="374272"/>
                  <a:pt x="2170295" y="400055"/>
                  <a:pt x="2154524" y="416088"/>
                </a:cubicBezTo>
                <a:lnTo>
                  <a:pt x="2070300" y="522740"/>
                </a:lnTo>
                <a:cubicBezTo>
                  <a:pt x="2091314" y="540242"/>
                  <a:pt x="2109043" y="560786"/>
                  <a:pt x="2123835" y="583690"/>
                </a:cubicBezTo>
                <a:lnTo>
                  <a:pt x="2241379" y="517116"/>
                </a:lnTo>
                <a:cubicBezTo>
                  <a:pt x="2250536" y="510592"/>
                  <a:pt x="2261472" y="508395"/>
                  <a:pt x="2271750" y="510120"/>
                </a:cubicBezTo>
                <a:cubicBezTo>
                  <a:pt x="2282027" y="511846"/>
                  <a:pt x="2291648" y="517491"/>
                  <a:pt x="2298174" y="526648"/>
                </a:cubicBezTo>
                <a:cubicBezTo>
                  <a:pt x="2311222" y="544964"/>
                  <a:pt x="2306955" y="570392"/>
                  <a:pt x="2288641" y="583442"/>
                </a:cubicBezTo>
                <a:lnTo>
                  <a:pt x="2187044" y="673967"/>
                </a:lnTo>
                <a:cubicBezTo>
                  <a:pt x="2205451" y="694460"/>
                  <a:pt x="2219407" y="717867"/>
                  <a:pt x="2231207" y="742498"/>
                </a:cubicBezTo>
                <a:lnTo>
                  <a:pt x="2356634" y="698018"/>
                </a:lnTo>
                <a:cubicBezTo>
                  <a:pt x="2366784" y="693183"/>
                  <a:pt x="2377935" y="692919"/>
                  <a:pt x="2387756" y="696403"/>
                </a:cubicBezTo>
                <a:cubicBezTo>
                  <a:pt x="2397579" y="699887"/>
                  <a:pt x="2406072" y="707117"/>
                  <a:pt x="2410907" y="717268"/>
                </a:cubicBezTo>
                <a:cubicBezTo>
                  <a:pt x="2420581" y="737570"/>
                  <a:pt x="2411962" y="761871"/>
                  <a:pt x="2391659" y="771542"/>
                </a:cubicBezTo>
                <a:lnTo>
                  <a:pt x="2275899" y="843042"/>
                </a:lnTo>
                <a:lnTo>
                  <a:pt x="2309184" y="917923"/>
                </a:lnTo>
                <a:lnTo>
                  <a:pt x="2438723" y="896186"/>
                </a:lnTo>
                <a:cubicBezTo>
                  <a:pt x="2460396" y="890186"/>
                  <a:pt x="2482831" y="902892"/>
                  <a:pt x="2488830" y="924566"/>
                </a:cubicBezTo>
                <a:cubicBezTo>
                  <a:pt x="2494830" y="946240"/>
                  <a:pt x="2482123" y="968673"/>
                  <a:pt x="2460450" y="974674"/>
                </a:cubicBezTo>
                <a:lnTo>
                  <a:pt x="2334042" y="1024982"/>
                </a:lnTo>
                <a:lnTo>
                  <a:pt x="2351989" y="1104495"/>
                </a:lnTo>
                <a:lnTo>
                  <a:pt x="2485152" y="1105597"/>
                </a:lnTo>
                <a:cubicBezTo>
                  <a:pt x="2507540" y="1103452"/>
                  <a:pt x="2527428" y="1119860"/>
                  <a:pt x="2529571" y="1142247"/>
                </a:cubicBezTo>
                <a:cubicBezTo>
                  <a:pt x="2531716" y="1164634"/>
                  <a:pt x="2515307" y="1184521"/>
                  <a:pt x="2492921" y="1186666"/>
                </a:cubicBezTo>
                <a:lnTo>
                  <a:pt x="2359802" y="1214237"/>
                </a:lnTo>
                <a:lnTo>
                  <a:pt x="2361526" y="1294592"/>
                </a:lnTo>
                <a:lnTo>
                  <a:pt x="2499662" y="1320295"/>
                </a:lnTo>
                <a:cubicBezTo>
                  <a:pt x="2522079" y="1322068"/>
                  <a:pt x="2538817" y="1341683"/>
                  <a:pt x="2537041" y="1364103"/>
                </a:cubicBezTo>
                <a:cubicBezTo>
                  <a:pt x="2535266" y="1386521"/>
                  <a:pt x="2515652" y="1403257"/>
                  <a:pt x="2493234" y="1401481"/>
                </a:cubicBezTo>
                <a:lnTo>
                  <a:pt x="2353247" y="1405705"/>
                </a:lnTo>
                <a:lnTo>
                  <a:pt x="2339167" y="1483310"/>
                </a:lnTo>
                <a:lnTo>
                  <a:pt x="2471668" y="1532957"/>
                </a:lnTo>
                <a:cubicBezTo>
                  <a:pt x="2493437" y="1538599"/>
                  <a:pt x="2506512" y="1560818"/>
                  <a:pt x="2500873" y="1582589"/>
                </a:cubicBezTo>
                <a:cubicBezTo>
                  <a:pt x="2495231" y="1604358"/>
                  <a:pt x="2473010" y="1617436"/>
                  <a:pt x="2451240" y="1611794"/>
                </a:cubicBezTo>
                <a:lnTo>
                  <a:pt x="2314998" y="1591988"/>
                </a:lnTo>
                <a:lnTo>
                  <a:pt x="2285532" y="1665756"/>
                </a:lnTo>
                <a:lnTo>
                  <a:pt x="2407173" y="1737526"/>
                </a:lnTo>
                <a:cubicBezTo>
                  <a:pt x="2427634" y="1746863"/>
                  <a:pt x="2436650" y="1771017"/>
                  <a:pt x="2427315" y="1791476"/>
                </a:cubicBezTo>
                <a:cubicBezTo>
                  <a:pt x="2417979" y="1811937"/>
                  <a:pt x="2393824" y="1820955"/>
                  <a:pt x="2373363" y="1811618"/>
                </a:cubicBezTo>
                <a:lnTo>
                  <a:pt x="2244296" y="1769003"/>
                </a:lnTo>
                <a:cubicBezTo>
                  <a:pt x="2232268" y="1792894"/>
                  <a:pt x="2219160" y="1816135"/>
                  <a:pt x="2201195" y="1836322"/>
                </a:cubicBezTo>
                <a:lnTo>
                  <a:pt x="2308136" y="1927790"/>
                </a:lnTo>
                <a:cubicBezTo>
                  <a:pt x="2326662" y="1940536"/>
                  <a:pt x="2331348" y="1965890"/>
                  <a:pt x="2318603" y="1984416"/>
                </a:cubicBezTo>
                <a:cubicBezTo>
                  <a:pt x="2305855" y="2002946"/>
                  <a:pt x="2280501" y="2007632"/>
                  <a:pt x="2261973" y="1994887"/>
                </a:cubicBezTo>
                <a:lnTo>
                  <a:pt x="2140578" y="1929597"/>
                </a:lnTo>
                <a:cubicBezTo>
                  <a:pt x="2126017" y="1951990"/>
                  <a:pt x="2109111" y="1972541"/>
                  <a:pt x="2088541" y="1989816"/>
                </a:cubicBezTo>
                <a:lnTo>
                  <a:pt x="2177561" y="2097965"/>
                </a:lnTo>
                <a:cubicBezTo>
                  <a:pt x="2193593" y="2113734"/>
                  <a:pt x="2193807" y="2139515"/>
                  <a:pt x="2178037" y="2155550"/>
                </a:cubicBezTo>
                <a:cubicBezTo>
                  <a:pt x="2162268" y="2171583"/>
                  <a:pt x="2136484" y="2171795"/>
                  <a:pt x="2120451" y="2156025"/>
                </a:cubicBezTo>
                <a:lnTo>
                  <a:pt x="2011161" y="2069798"/>
                </a:lnTo>
                <a:cubicBezTo>
                  <a:pt x="1993817" y="2090196"/>
                  <a:pt x="1973630" y="2107500"/>
                  <a:pt x="1951011" y="2121759"/>
                </a:cubicBezTo>
                <a:lnTo>
                  <a:pt x="2019421" y="2242879"/>
                </a:lnTo>
                <a:cubicBezTo>
                  <a:pt x="2032474" y="2261194"/>
                  <a:pt x="2028205" y="2286621"/>
                  <a:pt x="2009891" y="2299674"/>
                </a:cubicBezTo>
                <a:cubicBezTo>
                  <a:pt x="1991578" y="2312724"/>
                  <a:pt x="1966149" y="2308455"/>
                  <a:pt x="1953098" y="2290141"/>
                </a:cubicBezTo>
                <a:lnTo>
                  <a:pt x="1859851" y="2185586"/>
                </a:lnTo>
                <a:cubicBezTo>
                  <a:pt x="1839743" y="2203460"/>
                  <a:pt x="1816841" y="2217033"/>
                  <a:pt x="1792668" y="2228350"/>
                </a:cubicBezTo>
                <a:lnTo>
                  <a:pt x="1838521" y="2358132"/>
                </a:lnTo>
                <a:cubicBezTo>
                  <a:pt x="1848194" y="2378436"/>
                  <a:pt x="1839576" y="2402734"/>
                  <a:pt x="1819273" y="2412408"/>
                </a:cubicBezTo>
                <a:cubicBezTo>
                  <a:pt x="1798969" y="2422080"/>
                  <a:pt x="1774669" y="2413464"/>
                  <a:pt x="1764999" y="2393158"/>
                </a:cubicBezTo>
                <a:lnTo>
                  <a:pt x="1691031" y="2273527"/>
                </a:lnTo>
                <a:lnTo>
                  <a:pt x="1617991" y="2305992"/>
                </a:lnTo>
                <a:lnTo>
                  <a:pt x="1640356" y="2440221"/>
                </a:lnTo>
                <a:cubicBezTo>
                  <a:pt x="1646353" y="2461896"/>
                  <a:pt x="1633647" y="2484329"/>
                  <a:pt x="1611974" y="2490330"/>
                </a:cubicBezTo>
                <a:cubicBezTo>
                  <a:pt x="1590301" y="2496331"/>
                  <a:pt x="1567865" y="2483623"/>
                  <a:pt x="1561865" y="2461948"/>
                </a:cubicBezTo>
                <a:lnTo>
                  <a:pt x="1509649" y="2330916"/>
                </a:lnTo>
                <a:lnTo>
                  <a:pt x="1432251" y="2348385"/>
                </a:lnTo>
                <a:lnTo>
                  <a:pt x="1430944" y="2486652"/>
                </a:lnTo>
                <a:cubicBezTo>
                  <a:pt x="1433089" y="2509038"/>
                  <a:pt x="1416678" y="2528925"/>
                  <a:pt x="1394292" y="2531070"/>
                </a:cubicBezTo>
                <a:cubicBezTo>
                  <a:pt x="1371905" y="2533216"/>
                  <a:pt x="1352021" y="2516806"/>
                  <a:pt x="1349875" y="2494418"/>
                </a:cubicBezTo>
                <a:lnTo>
                  <a:pt x="1321178" y="2356183"/>
                </a:lnTo>
                <a:lnTo>
                  <a:pt x="1239478" y="2357937"/>
                </a:lnTo>
                <a:lnTo>
                  <a:pt x="1213826" y="2495788"/>
                </a:lnTo>
                <a:cubicBezTo>
                  <a:pt x="1212053" y="2518209"/>
                  <a:pt x="1192437" y="2534945"/>
                  <a:pt x="1170018" y="2533169"/>
                </a:cubicBezTo>
                <a:cubicBezTo>
                  <a:pt x="1147601" y="2531392"/>
                  <a:pt x="1130864" y="2511779"/>
                  <a:pt x="1132638" y="2489360"/>
                </a:cubicBezTo>
                <a:lnTo>
                  <a:pt x="1128406" y="2349083"/>
                </a:lnTo>
                <a:lnTo>
                  <a:pt x="1043631" y="2333701"/>
                </a:lnTo>
                <a:lnTo>
                  <a:pt x="993350" y="2466192"/>
                </a:lnTo>
                <a:cubicBezTo>
                  <a:pt x="987710" y="2487962"/>
                  <a:pt x="965489" y="2501037"/>
                  <a:pt x="943719" y="2495395"/>
                </a:cubicBezTo>
                <a:cubicBezTo>
                  <a:pt x="921949" y="2489755"/>
                  <a:pt x="908874" y="2467533"/>
                  <a:pt x="914514" y="2445762"/>
                </a:cubicBezTo>
                <a:lnTo>
                  <a:pt x="935216" y="2307457"/>
                </a:lnTo>
                <a:lnTo>
                  <a:pt x="862093" y="2278252"/>
                </a:lnTo>
                <a:lnTo>
                  <a:pt x="789112" y="2400765"/>
                </a:lnTo>
                <a:cubicBezTo>
                  <a:pt x="779777" y="2421223"/>
                  <a:pt x="755621" y="2430242"/>
                  <a:pt x="735160" y="2420908"/>
                </a:cubicBezTo>
                <a:cubicBezTo>
                  <a:pt x="714701" y="2411570"/>
                  <a:pt x="705683" y="2387416"/>
                  <a:pt x="715020" y="2366955"/>
                </a:cubicBezTo>
                <a:lnTo>
                  <a:pt x="759036" y="2235507"/>
                </a:lnTo>
                <a:lnTo>
                  <a:pt x="692833" y="2192481"/>
                </a:lnTo>
                <a:lnTo>
                  <a:pt x="599337" y="2300865"/>
                </a:lnTo>
                <a:cubicBezTo>
                  <a:pt x="586589" y="2319393"/>
                  <a:pt x="561236" y="2324078"/>
                  <a:pt x="542706" y="2311333"/>
                </a:cubicBezTo>
                <a:cubicBezTo>
                  <a:pt x="524180" y="2298587"/>
                  <a:pt x="519494" y="2273233"/>
                  <a:pt x="532239" y="2254706"/>
                </a:cubicBezTo>
                <a:lnTo>
                  <a:pt x="599127" y="2131584"/>
                </a:lnTo>
                <a:cubicBezTo>
                  <a:pt x="577634" y="2116429"/>
                  <a:pt x="557504" y="2099583"/>
                  <a:pt x="540894" y="2078858"/>
                </a:cubicBezTo>
                <a:lnTo>
                  <a:pt x="429791" y="2169528"/>
                </a:lnTo>
                <a:cubicBezTo>
                  <a:pt x="414019" y="2185562"/>
                  <a:pt x="388237" y="2185777"/>
                  <a:pt x="372204" y="2170006"/>
                </a:cubicBezTo>
                <a:cubicBezTo>
                  <a:pt x="356172" y="2154236"/>
                  <a:pt x="355958" y="2128453"/>
                  <a:pt x="371731" y="2112420"/>
                </a:cubicBezTo>
                <a:lnTo>
                  <a:pt x="460407" y="2000990"/>
                </a:lnTo>
                <a:cubicBezTo>
                  <a:pt x="440903" y="1983438"/>
                  <a:pt x="424063" y="1963476"/>
                  <a:pt x="410621" y="1940841"/>
                </a:cubicBezTo>
                <a:lnTo>
                  <a:pt x="285628" y="2010748"/>
                </a:lnTo>
                <a:cubicBezTo>
                  <a:pt x="267312" y="2023800"/>
                  <a:pt x="241885" y="2019532"/>
                  <a:pt x="228834" y="2001218"/>
                </a:cubicBezTo>
                <a:cubicBezTo>
                  <a:pt x="215783" y="1982903"/>
                  <a:pt x="220051" y="1957475"/>
                  <a:pt x="238365" y="1944425"/>
                </a:cubicBezTo>
                <a:lnTo>
                  <a:pt x="346301" y="1848975"/>
                </a:lnTo>
                <a:cubicBezTo>
                  <a:pt x="329215" y="1828996"/>
                  <a:pt x="316096" y="1806485"/>
                  <a:pt x="305688" y="1782475"/>
                </a:cubicBezTo>
                <a:lnTo>
                  <a:pt x="171227" y="1829346"/>
                </a:lnTo>
                <a:cubicBezTo>
                  <a:pt x="150924" y="1839018"/>
                  <a:pt x="126622" y="1830401"/>
                  <a:pt x="116952" y="1810097"/>
                </a:cubicBezTo>
                <a:cubicBezTo>
                  <a:pt x="107280" y="1789795"/>
                  <a:pt x="115896" y="1765494"/>
                  <a:pt x="136199" y="1755822"/>
                </a:cubicBezTo>
                <a:lnTo>
                  <a:pt x="260107" y="1679931"/>
                </a:lnTo>
                <a:cubicBezTo>
                  <a:pt x="245918" y="1657664"/>
                  <a:pt x="236895" y="1633211"/>
                  <a:pt x="229112" y="1608268"/>
                </a:cubicBezTo>
                <a:lnTo>
                  <a:pt x="90064" y="1630833"/>
                </a:lnTo>
                <a:cubicBezTo>
                  <a:pt x="68392" y="1636834"/>
                  <a:pt x="45954" y="1624126"/>
                  <a:pt x="39956" y="1602452"/>
                </a:cubicBezTo>
                <a:cubicBezTo>
                  <a:pt x="33956" y="1580778"/>
                  <a:pt x="46663" y="1558345"/>
                  <a:pt x="68338" y="1552346"/>
                </a:cubicBezTo>
                <a:lnTo>
                  <a:pt x="204402" y="1498783"/>
                </a:lnTo>
                <a:lnTo>
                  <a:pt x="187341" y="1423192"/>
                </a:lnTo>
                <a:lnTo>
                  <a:pt x="44604" y="1421244"/>
                </a:lnTo>
                <a:cubicBezTo>
                  <a:pt x="22218" y="1423388"/>
                  <a:pt x="2333" y="1406978"/>
                  <a:pt x="188" y="1384592"/>
                </a:cubicBezTo>
                <a:cubicBezTo>
                  <a:pt x="-1958" y="1362205"/>
                  <a:pt x="14452" y="1342318"/>
                  <a:pt x="36838" y="1340173"/>
                </a:cubicBezTo>
                <a:lnTo>
                  <a:pt x="180620" y="1310955"/>
                </a:lnTo>
                <a:lnTo>
                  <a:pt x="178957" y="1233486"/>
                </a:lnTo>
                <a:lnTo>
                  <a:pt x="41381" y="1207351"/>
                </a:lnTo>
                <a:cubicBezTo>
                  <a:pt x="18961" y="1205576"/>
                  <a:pt x="2225" y="1185963"/>
                  <a:pt x="4001" y="1163544"/>
                </a:cubicBezTo>
                <a:cubicBezTo>
                  <a:pt x="5776" y="1141124"/>
                  <a:pt x="25391" y="1124389"/>
                  <a:pt x="47810" y="1126165"/>
                </a:cubicBezTo>
                <a:lnTo>
                  <a:pt x="188239" y="1122685"/>
                </a:lnTo>
                <a:lnTo>
                  <a:pt x="202356" y="1044881"/>
                </a:lnTo>
                <a:lnTo>
                  <a:pt x="70345" y="994853"/>
                </a:lnTo>
                <a:cubicBezTo>
                  <a:pt x="48576" y="989212"/>
                  <a:pt x="35499" y="966990"/>
                  <a:pt x="41141" y="945221"/>
                </a:cubicBezTo>
                <a:cubicBezTo>
                  <a:pt x="46781" y="923449"/>
                  <a:pt x="69003" y="910375"/>
                  <a:pt x="90773" y="916016"/>
                </a:cubicBezTo>
                <a:lnTo>
                  <a:pt x="227464" y="936641"/>
                </a:lnTo>
                <a:lnTo>
                  <a:pt x="256980" y="862739"/>
                </a:lnTo>
                <a:lnTo>
                  <a:pt x="135771" y="790612"/>
                </a:lnTo>
                <a:cubicBezTo>
                  <a:pt x="115313" y="781277"/>
                  <a:pt x="106294" y="757123"/>
                  <a:pt x="115630" y="736662"/>
                </a:cubicBezTo>
                <a:cubicBezTo>
                  <a:pt x="124966" y="716203"/>
                  <a:pt x="149120" y="707186"/>
                  <a:pt x="169581" y="716520"/>
                </a:cubicBezTo>
                <a:lnTo>
                  <a:pt x="298530" y="759866"/>
                </a:lnTo>
                <a:lnTo>
                  <a:pt x="342208" y="692654"/>
                </a:lnTo>
                <a:lnTo>
                  <a:pt x="235672" y="600840"/>
                </a:lnTo>
                <a:cubicBezTo>
                  <a:pt x="217143" y="588091"/>
                  <a:pt x="212458" y="562737"/>
                  <a:pt x="225204" y="544209"/>
                </a:cubicBezTo>
                <a:cubicBezTo>
                  <a:pt x="231577" y="534947"/>
                  <a:pt x="241102" y="529142"/>
                  <a:pt x="251352" y="527249"/>
                </a:cubicBezTo>
                <a:cubicBezTo>
                  <a:pt x="261599" y="525354"/>
                  <a:pt x="272568" y="527369"/>
                  <a:pt x="281833" y="533742"/>
                </a:cubicBezTo>
                <a:lnTo>
                  <a:pt x="402695" y="599584"/>
                </a:lnTo>
                <a:cubicBezTo>
                  <a:pt x="417708" y="577423"/>
                  <a:pt x="434761" y="556883"/>
                  <a:pt x="455631" y="539785"/>
                </a:cubicBezTo>
                <a:lnTo>
                  <a:pt x="367008" y="431293"/>
                </a:lnTo>
                <a:cubicBezTo>
                  <a:pt x="350973" y="415523"/>
                  <a:pt x="350762" y="389740"/>
                  <a:pt x="366532" y="373706"/>
                </a:cubicBezTo>
                <a:cubicBezTo>
                  <a:pt x="374417" y="365691"/>
                  <a:pt x="384806" y="361628"/>
                  <a:pt x="395227" y="361544"/>
                </a:cubicBezTo>
                <a:cubicBezTo>
                  <a:pt x="405648" y="361458"/>
                  <a:pt x="416102" y="365347"/>
                  <a:pt x="424118" y="373232"/>
                </a:cubicBezTo>
                <a:lnTo>
                  <a:pt x="532850" y="459969"/>
                </a:lnTo>
                <a:cubicBezTo>
                  <a:pt x="550537" y="439813"/>
                  <a:pt x="570861" y="422553"/>
                  <a:pt x="593794" y="408590"/>
                </a:cubicBezTo>
                <a:lnTo>
                  <a:pt x="525789" y="287129"/>
                </a:lnTo>
                <a:cubicBezTo>
                  <a:pt x="512738" y="268814"/>
                  <a:pt x="517006" y="243385"/>
                  <a:pt x="535320" y="230335"/>
                </a:cubicBezTo>
                <a:cubicBezTo>
                  <a:pt x="544478" y="223811"/>
                  <a:pt x="555414" y="221614"/>
                  <a:pt x="565691" y="223340"/>
                </a:cubicBezTo>
                <a:cubicBezTo>
                  <a:pt x="575969" y="225064"/>
                  <a:pt x="585588" y="230711"/>
                  <a:pt x="592113" y="239867"/>
                </a:cubicBezTo>
                <a:lnTo>
                  <a:pt x="684772" y="344893"/>
                </a:lnTo>
                <a:cubicBezTo>
                  <a:pt x="705124" y="327248"/>
                  <a:pt x="728145" y="313746"/>
                  <a:pt x="752622" y="302863"/>
                </a:cubicBezTo>
                <a:lnTo>
                  <a:pt x="707191" y="172728"/>
                </a:lnTo>
                <a:cubicBezTo>
                  <a:pt x="697520" y="152425"/>
                  <a:pt x="706137" y="128125"/>
                  <a:pt x="726440" y="118453"/>
                </a:cubicBezTo>
                <a:cubicBezTo>
                  <a:pt x="736591" y="113616"/>
                  <a:pt x="747742" y="113354"/>
                  <a:pt x="757566" y="116838"/>
                </a:cubicBezTo>
                <a:cubicBezTo>
                  <a:pt x="767387" y="120320"/>
                  <a:pt x="775880" y="127550"/>
                  <a:pt x="780715" y="137702"/>
                </a:cubicBezTo>
                <a:lnTo>
                  <a:pt x="854063" y="257770"/>
                </a:lnTo>
                <a:cubicBezTo>
                  <a:pt x="876893" y="243169"/>
                  <a:pt x="901978" y="233855"/>
                  <a:pt x="927540" y="225719"/>
                </a:cubicBezTo>
                <a:lnTo>
                  <a:pt x="905705" y="91565"/>
                </a:lnTo>
                <a:cubicBezTo>
                  <a:pt x="899704" y="69892"/>
                  <a:pt x="912412" y="47456"/>
                  <a:pt x="934087" y="41456"/>
                </a:cubicBezTo>
                <a:cubicBezTo>
                  <a:pt x="955760" y="35456"/>
                  <a:pt x="978195" y="48165"/>
                  <a:pt x="984194" y="69838"/>
                </a:cubicBezTo>
                <a:lnTo>
                  <a:pt x="1035763" y="201294"/>
                </a:lnTo>
                <a:lnTo>
                  <a:pt x="1113481" y="183754"/>
                </a:lnTo>
                <a:lnTo>
                  <a:pt x="1115295" y="46107"/>
                </a:lnTo>
                <a:cubicBezTo>
                  <a:pt x="1113150" y="23722"/>
                  <a:pt x="1129560" y="3834"/>
                  <a:pt x="1151946" y="1689"/>
                </a:cubicBezTo>
                <a:cubicBezTo>
                  <a:pt x="1174334" y="-457"/>
                  <a:pt x="1194221" y="15952"/>
                  <a:pt x="1196364" y="38339"/>
                </a:cubicBezTo>
                <a:lnTo>
                  <a:pt x="1224375" y="177006"/>
                </a:lnTo>
                <a:lnTo>
                  <a:pt x="1300582" y="175370"/>
                </a:lnTo>
                <a:lnTo>
                  <a:pt x="1326769" y="37508"/>
                </a:lnTo>
                <a:cubicBezTo>
                  <a:pt x="1328544" y="15091"/>
                  <a:pt x="1348159" y="-1647"/>
                  <a:pt x="1370577" y="129"/>
                </a:cubicBezTo>
                <a:close/>
              </a:path>
            </a:pathLst>
          </a:custGeom>
          <a:solidFill>
            <a:srgbClr val="EDEDED"/>
          </a:solidFill>
        </p:spPr>
        <p:txBody>
          <a:bodyPr wrap="square" lIns="72000" tIns="36000" rIns="72000" bIns="36000" rtlCol="0" anchor="ctr">
            <a:noAutofit/>
          </a:bodyPr>
          <a:lstStyle/>
          <a:p>
            <a:pPr defTabSz="307644" hangingPunct="0">
              <a:lnSpc>
                <a:spcPct val="90000"/>
              </a:lnSpc>
              <a:spcAft>
                <a:spcPts val="596"/>
              </a:spcAft>
              <a:buClr>
                <a:srgbClr val="E6513E"/>
              </a:buClr>
            </a:pPr>
            <a:endParaRPr lang="en-US" sz="1000">
              <a:solidFill>
                <a:schemeClr val="tx2"/>
              </a:solidFill>
              <a:latin typeface="+mj-lt"/>
              <a:ea typeface="Nokia Pure Text" panose="020B0504040602060303" pitchFamily="34" charset="0"/>
              <a:cs typeface="Nokia Pure Text" panose="020B0504040602060303" pitchFamily="34" charset="0"/>
            </a:endParaRPr>
          </a:p>
        </p:txBody>
      </p:sp>
      <p:grpSp>
        <p:nvGrpSpPr>
          <p:cNvPr id="41" name="Group 40">
            <a:extLst>
              <a:ext uri="{FF2B5EF4-FFF2-40B4-BE49-F238E27FC236}">
                <a16:creationId xmlns:a16="http://schemas.microsoft.com/office/drawing/2014/main" id="{1CD1E39A-8444-4DF2-B365-517525941490}"/>
              </a:ext>
            </a:extLst>
          </p:cNvPr>
          <p:cNvGrpSpPr/>
          <p:nvPr userDrawn="1"/>
        </p:nvGrpSpPr>
        <p:grpSpPr>
          <a:xfrm>
            <a:off x="7357620" y="1669704"/>
            <a:ext cx="1086380" cy="1086378"/>
            <a:chOff x="7519458" y="1526565"/>
            <a:chExt cx="1086380" cy="1086378"/>
          </a:xfrm>
        </p:grpSpPr>
        <p:sp>
          <p:nvSpPr>
            <p:cNvPr id="42" name="Oval 41">
              <a:extLst>
                <a:ext uri="{FF2B5EF4-FFF2-40B4-BE49-F238E27FC236}">
                  <a16:creationId xmlns:a16="http://schemas.microsoft.com/office/drawing/2014/main" id="{E0660538-8E6C-4CA8-BC08-95E9EB85E159}"/>
                </a:ext>
              </a:extLst>
            </p:cNvPr>
            <p:cNvSpPr/>
            <p:nvPr userDrawn="1"/>
          </p:nvSpPr>
          <p:spPr>
            <a:xfrm>
              <a:off x="7519458" y="1526565"/>
              <a:ext cx="1086380" cy="1086378"/>
            </a:xfrm>
            <a:prstGeom prst="ellipse">
              <a:avLst/>
            </a:prstGeom>
            <a:solidFill>
              <a:schemeClr val="bg1"/>
            </a:solidFill>
          </p:spPr>
          <p:txBody>
            <a:bodyPr wrap="square" lIns="72000" tIns="36000" rIns="72000" bIns="36000" rtlCol="0" anchor="ctr">
              <a:noAutofit/>
            </a:bodyPr>
            <a:lstStyle/>
            <a:p>
              <a:pPr algn="l" defTabSz="230733" hangingPunct="0">
                <a:lnSpc>
                  <a:spcPct val="90000"/>
                </a:lnSpc>
                <a:spcAft>
                  <a:spcPts val="447"/>
                </a:spcAft>
                <a:buClr>
                  <a:srgbClr val="E6513E"/>
                </a:buClr>
              </a:pPr>
              <a:endParaRPr lang="en-GB" sz="75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43" name="Freeform: Shape 42">
              <a:extLst>
                <a:ext uri="{FF2B5EF4-FFF2-40B4-BE49-F238E27FC236}">
                  <a16:creationId xmlns:a16="http://schemas.microsoft.com/office/drawing/2014/main" id="{1B097449-1339-48CB-9D48-48AC907D79D2}"/>
                </a:ext>
              </a:extLst>
            </p:cNvPr>
            <p:cNvSpPr/>
            <p:nvPr userDrawn="1"/>
          </p:nvSpPr>
          <p:spPr>
            <a:xfrm>
              <a:off x="7525504" y="1532611"/>
              <a:ext cx="1074288" cy="1074286"/>
            </a:xfrm>
            <a:custGeom>
              <a:avLst/>
              <a:gdLst>
                <a:gd name="connsiteX0" fmla="*/ 153291 w 2650554"/>
                <a:gd name="connsiteY0" fmla="*/ 707403 h 2650554"/>
                <a:gd name="connsiteX1" fmla="*/ 153291 w 2650554"/>
                <a:gd name="connsiteY1" fmla="*/ 1943152 h 2650554"/>
                <a:gd name="connsiteX2" fmla="*/ 104147 w 2650554"/>
                <a:gd name="connsiteY2" fmla="*/ 1841135 h 2650554"/>
                <a:gd name="connsiteX3" fmla="*/ 0 w 2650554"/>
                <a:gd name="connsiteY3" fmla="*/ 1325277 h 2650554"/>
                <a:gd name="connsiteX4" fmla="*/ 104147 w 2650554"/>
                <a:gd name="connsiteY4" fmla="*/ 809420 h 2650554"/>
                <a:gd name="connsiteX5" fmla="*/ 1325277 w 2650554"/>
                <a:gd name="connsiteY5" fmla="*/ 0 h 2650554"/>
                <a:gd name="connsiteX6" fmla="*/ 2650554 w 2650554"/>
                <a:gd name="connsiteY6" fmla="*/ 1325277 h 2650554"/>
                <a:gd name="connsiteX7" fmla="*/ 1325277 w 2650554"/>
                <a:gd name="connsiteY7" fmla="*/ 2650554 h 2650554"/>
                <a:gd name="connsiteX8" fmla="*/ 302629 w 2650554"/>
                <a:gd name="connsiteY8" fmla="*/ 2168276 h 2650554"/>
                <a:gd name="connsiteX9" fmla="*/ 252590 w 2650554"/>
                <a:gd name="connsiteY9" fmla="*/ 2101360 h 2650554"/>
                <a:gd name="connsiteX10" fmla="*/ 363376 w 2650554"/>
                <a:gd name="connsiteY10" fmla="*/ 2101360 h 2650554"/>
                <a:gd name="connsiteX11" fmla="*/ 729428 w 2650554"/>
                <a:gd name="connsiteY11" fmla="*/ 2101360 h 2650554"/>
                <a:gd name="connsiteX12" fmla="*/ 729428 w 2650554"/>
                <a:gd name="connsiteY12" fmla="*/ 1931019 h 2650554"/>
                <a:gd name="connsiteX13" fmla="*/ 363376 w 2650554"/>
                <a:gd name="connsiteY13" fmla="*/ 1931019 h 2650554"/>
                <a:gd name="connsiteX14" fmla="*/ 363376 w 2650554"/>
                <a:gd name="connsiteY14" fmla="*/ 1373934 h 2650554"/>
                <a:gd name="connsiteX15" fmla="*/ 684601 w 2650554"/>
                <a:gd name="connsiteY15" fmla="*/ 1373934 h 2650554"/>
                <a:gd name="connsiteX16" fmla="*/ 684601 w 2650554"/>
                <a:gd name="connsiteY16" fmla="*/ 1203593 h 2650554"/>
                <a:gd name="connsiteX17" fmla="*/ 363376 w 2650554"/>
                <a:gd name="connsiteY17" fmla="*/ 1203593 h 2650554"/>
                <a:gd name="connsiteX18" fmla="*/ 363376 w 2650554"/>
                <a:gd name="connsiteY18" fmla="*/ 679122 h 2650554"/>
                <a:gd name="connsiteX19" fmla="*/ 729428 w 2650554"/>
                <a:gd name="connsiteY19" fmla="*/ 679122 h 2650554"/>
                <a:gd name="connsiteX20" fmla="*/ 729428 w 2650554"/>
                <a:gd name="connsiteY20" fmla="*/ 508781 h 2650554"/>
                <a:gd name="connsiteX21" fmla="*/ 363376 w 2650554"/>
                <a:gd name="connsiteY21" fmla="*/ 508781 h 2650554"/>
                <a:gd name="connsiteX22" fmla="*/ 282811 w 2650554"/>
                <a:gd name="connsiteY22" fmla="*/ 508781 h 2650554"/>
                <a:gd name="connsiteX23" fmla="*/ 302629 w 2650554"/>
                <a:gd name="connsiteY23" fmla="*/ 482278 h 2650554"/>
                <a:gd name="connsiteX24" fmla="*/ 1325277 w 2650554"/>
                <a:gd name="connsiteY24" fmla="*/ 0 h 2650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650554" h="2650554">
                  <a:moveTo>
                    <a:pt x="153291" y="707403"/>
                  </a:moveTo>
                  <a:lnTo>
                    <a:pt x="153291" y="1943152"/>
                  </a:lnTo>
                  <a:lnTo>
                    <a:pt x="104147" y="1841135"/>
                  </a:lnTo>
                  <a:cubicBezTo>
                    <a:pt x="37084" y="1682581"/>
                    <a:pt x="0" y="1508260"/>
                    <a:pt x="0" y="1325277"/>
                  </a:cubicBezTo>
                  <a:cubicBezTo>
                    <a:pt x="0" y="1142295"/>
                    <a:pt x="37084" y="967973"/>
                    <a:pt x="104147" y="809420"/>
                  </a:cubicBezTo>
                  <a:close/>
                  <a:moveTo>
                    <a:pt x="1325277" y="0"/>
                  </a:moveTo>
                  <a:cubicBezTo>
                    <a:pt x="2057207" y="0"/>
                    <a:pt x="2650554" y="593347"/>
                    <a:pt x="2650554" y="1325277"/>
                  </a:cubicBezTo>
                  <a:cubicBezTo>
                    <a:pt x="2650554" y="2057207"/>
                    <a:pt x="2057207" y="2650554"/>
                    <a:pt x="1325277" y="2650554"/>
                  </a:cubicBezTo>
                  <a:cubicBezTo>
                    <a:pt x="913567" y="2650554"/>
                    <a:pt x="545705" y="2462815"/>
                    <a:pt x="302629" y="2168276"/>
                  </a:cubicBezTo>
                  <a:lnTo>
                    <a:pt x="252590" y="2101360"/>
                  </a:lnTo>
                  <a:lnTo>
                    <a:pt x="363376" y="2101360"/>
                  </a:lnTo>
                  <a:lnTo>
                    <a:pt x="729428" y="2101360"/>
                  </a:lnTo>
                  <a:lnTo>
                    <a:pt x="729428" y="1931019"/>
                  </a:lnTo>
                  <a:lnTo>
                    <a:pt x="363376" y="1931019"/>
                  </a:lnTo>
                  <a:lnTo>
                    <a:pt x="363376" y="1373934"/>
                  </a:lnTo>
                  <a:lnTo>
                    <a:pt x="684601" y="1373934"/>
                  </a:lnTo>
                  <a:lnTo>
                    <a:pt x="684601" y="1203593"/>
                  </a:lnTo>
                  <a:lnTo>
                    <a:pt x="363376" y="1203593"/>
                  </a:lnTo>
                  <a:lnTo>
                    <a:pt x="363376" y="679122"/>
                  </a:lnTo>
                  <a:lnTo>
                    <a:pt x="729428" y="679122"/>
                  </a:lnTo>
                  <a:lnTo>
                    <a:pt x="729428" y="508781"/>
                  </a:lnTo>
                  <a:lnTo>
                    <a:pt x="363376" y="508781"/>
                  </a:lnTo>
                  <a:lnTo>
                    <a:pt x="282811" y="508781"/>
                  </a:lnTo>
                  <a:lnTo>
                    <a:pt x="302629" y="482278"/>
                  </a:lnTo>
                  <a:cubicBezTo>
                    <a:pt x="545705" y="187739"/>
                    <a:pt x="913567" y="0"/>
                    <a:pt x="1325277" y="0"/>
                  </a:cubicBezTo>
                  <a:close/>
                </a:path>
              </a:pathLst>
            </a:custGeom>
            <a:solidFill>
              <a:schemeClr val="bg1"/>
            </a:solidFill>
          </p:spPr>
          <p:txBody>
            <a:bodyPr wrap="square" lIns="72000" tIns="36000" rIns="72000" bIns="36000" rtlCol="0" anchor="ctr">
              <a:noAutofit/>
            </a:bodyPr>
            <a:lstStyle/>
            <a:p>
              <a:pPr algn="l" defTabSz="230733" hangingPunct="0">
                <a:lnSpc>
                  <a:spcPct val="90000"/>
                </a:lnSpc>
                <a:spcAft>
                  <a:spcPts val="447"/>
                </a:spcAft>
                <a:buClr>
                  <a:srgbClr val="E6513E"/>
                </a:buClr>
              </a:pPr>
              <a:endParaRPr lang="en-GB" sz="75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44" name="TextBox 43">
              <a:extLst>
                <a:ext uri="{FF2B5EF4-FFF2-40B4-BE49-F238E27FC236}">
                  <a16:creationId xmlns:a16="http://schemas.microsoft.com/office/drawing/2014/main" id="{8EC2FE51-4ABC-44C0-B16D-412F0477B739}"/>
                </a:ext>
              </a:extLst>
            </p:cNvPr>
            <p:cNvSpPr txBox="1"/>
            <p:nvPr userDrawn="1"/>
          </p:nvSpPr>
          <p:spPr>
            <a:xfrm>
              <a:off x="7781971" y="2210020"/>
              <a:ext cx="573619" cy="258532"/>
            </a:xfrm>
            <a:prstGeom prst="rect">
              <a:avLst/>
            </a:prstGeom>
            <a:noFill/>
          </p:spPr>
          <p:txBody>
            <a:bodyPr wrap="none" rtlCol="0">
              <a:spAutoFit/>
            </a:bodyPr>
            <a:lstStyle/>
            <a:p>
              <a:pPr algn="l">
                <a:lnSpc>
                  <a:spcPct val="90000"/>
                </a:lnSpc>
              </a:pPr>
              <a:r>
                <a:rPr lang="de-DE" sz="1200" err="1">
                  <a:solidFill>
                    <a:schemeClr val="tx2"/>
                  </a:solidFill>
                </a:rPr>
                <a:t>ffizienz</a:t>
              </a:r>
              <a:endParaRPr lang="de-DE" sz="1200">
                <a:solidFill>
                  <a:schemeClr val="tx2"/>
                </a:solidFill>
              </a:endParaRPr>
            </a:p>
          </p:txBody>
        </p:sp>
      </p:grpSp>
      <p:sp>
        <p:nvSpPr>
          <p:cNvPr id="45" name="Freeform: Shape 44">
            <a:extLst>
              <a:ext uri="{FF2B5EF4-FFF2-40B4-BE49-F238E27FC236}">
                <a16:creationId xmlns:a16="http://schemas.microsoft.com/office/drawing/2014/main" id="{D4606C72-7EFE-4610-AA5F-360AC6400F20}"/>
              </a:ext>
            </a:extLst>
          </p:cNvPr>
          <p:cNvSpPr/>
          <p:nvPr userDrawn="1"/>
        </p:nvSpPr>
        <p:spPr>
          <a:xfrm>
            <a:off x="1998786" y="742181"/>
            <a:ext cx="1398358" cy="1398356"/>
          </a:xfrm>
          <a:custGeom>
            <a:avLst/>
            <a:gdLst>
              <a:gd name="connsiteX0" fmla="*/ 875371 w 2540962"/>
              <a:gd name="connsiteY0" fmla="*/ 1472599 h 2540960"/>
              <a:gd name="connsiteX1" fmla="*/ 427773 w 2540962"/>
              <a:gd name="connsiteY1" fmla="*/ 1630126 h 2540960"/>
              <a:gd name="connsiteX2" fmla="*/ 1329293 w 2540962"/>
              <a:gd name="connsiteY2" fmla="*/ 2178420 h 2540960"/>
              <a:gd name="connsiteX3" fmla="*/ 1903738 w 2540962"/>
              <a:gd name="connsiteY3" fmla="*/ 1908360 h 2540960"/>
              <a:gd name="connsiteX4" fmla="*/ 1539749 w 2540962"/>
              <a:gd name="connsiteY4" fmla="*/ 1596267 h 2540960"/>
              <a:gd name="connsiteX5" fmla="*/ 1505906 w 2540962"/>
              <a:gd name="connsiteY5" fmla="*/ 1631073 h 2540960"/>
              <a:gd name="connsiteX6" fmla="*/ 899907 w 2540962"/>
              <a:gd name="connsiteY6" fmla="*/ 1517544 h 2540960"/>
              <a:gd name="connsiteX7" fmla="*/ 1238212 w 2540962"/>
              <a:gd name="connsiteY7" fmla="*/ 991736 h 2540960"/>
              <a:gd name="connsiteX8" fmla="*/ 980095 w 2540962"/>
              <a:gd name="connsiteY8" fmla="*/ 1292768 h 2540960"/>
              <a:gd name="connsiteX9" fmla="*/ 1281128 w 2540962"/>
              <a:gd name="connsiteY9" fmla="*/ 1550885 h 2540960"/>
              <a:gd name="connsiteX10" fmla="*/ 1539246 w 2540962"/>
              <a:gd name="connsiteY10" fmla="*/ 1249852 h 2540960"/>
              <a:gd name="connsiteX11" fmla="*/ 1238212 w 2540962"/>
              <a:gd name="connsiteY11" fmla="*/ 991736 h 2540960"/>
              <a:gd name="connsiteX12" fmla="*/ 1482584 w 2540962"/>
              <a:gd name="connsiteY12" fmla="*/ 393317 h 2540960"/>
              <a:gd name="connsiteX13" fmla="*/ 1395166 w 2540962"/>
              <a:gd name="connsiteY13" fmla="*/ 859939 h 2540960"/>
              <a:gd name="connsiteX14" fmla="*/ 1619438 w 2540962"/>
              <a:gd name="connsiteY14" fmla="*/ 1025075 h 2540960"/>
              <a:gd name="connsiteX15" fmla="*/ 1622882 w 2540962"/>
              <a:gd name="connsiteY15" fmla="*/ 1510769 h 2540960"/>
              <a:gd name="connsiteX16" fmla="*/ 1981917 w 2540962"/>
              <a:gd name="connsiteY16" fmla="*/ 1818616 h 2540960"/>
              <a:gd name="connsiteX17" fmla="*/ 2166781 w 2540962"/>
              <a:gd name="connsiteY17" fmla="*/ 1201687 h 2540960"/>
              <a:gd name="connsiteX18" fmla="*/ 1482584 w 2540962"/>
              <a:gd name="connsiteY18" fmla="*/ 393317 h 2540960"/>
              <a:gd name="connsiteX19" fmla="*/ 1279035 w 2540962"/>
              <a:gd name="connsiteY19" fmla="*/ 361770 h 2540960"/>
              <a:gd name="connsiteX20" fmla="*/ 1190047 w 2540962"/>
              <a:gd name="connsiteY20" fmla="*/ 364200 h 2540960"/>
              <a:gd name="connsiteX21" fmla="*/ 352559 w 2540962"/>
              <a:gd name="connsiteY21" fmla="*/ 1340933 h 2540960"/>
              <a:gd name="connsiteX22" fmla="*/ 384459 w 2540962"/>
              <a:gd name="connsiteY22" fmla="*/ 1519198 h 2540960"/>
              <a:gd name="connsiteX23" fmla="*/ 833284 w 2540962"/>
              <a:gd name="connsiteY23" fmla="*/ 1361239 h 2540960"/>
              <a:gd name="connsiteX24" fmla="*/ 1013439 w 2540962"/>
              <a:gd name="connsiteY24" fmla="*/ 911547 h 2540960"/>
              <a:gd name="connsiteX25" fmla="*/ 1256640 w 2540962"/>
              <a:gd name="connsiteY25" fmla="*/ 835318 h 2540960"/>
              <a:gd name="connsiteX26" fmla="*/ 1278229 w 2540962"/>
              <a:gd name="connsiteY26" fmla="*/ 837777 h 2540960"/>
              <a:gd name="connsiteX27" fmla="*/ 1366163 w 2540962"/>
              <a:gd name="connsiteY27" fmla="*/ 368404 h 2540960"/>
              <a:gd name="connsiteX28" fmla="*/ 1279035 w 2540962"/>
              <a:gd name="connsiteY28" fmla="*/ 361770 h 2540960"/>
              <a:gd name="connsiteX29" fmla="*/ 1270481 w 2540962"/>
              <a:gd name="connsiteY29" fmla="*/ 297212 h 2540960"/>
              <a:gd name="connsiteX30" fmla="*/ 2243750 w 2540962"/>
              <a:gd name="connsiteY30" fmla="*/ 1270480 h 2540960"/>
              <a:gd name="connsiteX31" fmla="*/ 1270481 w 2540962"/>
              <a:gd name="connsiteY31" fmla="*/ 2243748 h 2540960"/>
              <a:gd name="connsiteX32" fmla="*/ 297212 w 2540962"/>
              <a:gd name="connsiteY32" fmla="*/ 1270480 h 2540960"/>
              <a:gd name="connsiteX33" fmla="*/ 1270481 w 2540962"/>
              <a:gd name="connsiteY33" fmla="*/ 297212 h 2540960"/>
              <a:gd name="connsiteX34" fmla="*/ 1270481 w 2540962"/>
              <a:gd name="connsiteY34" fmla="*/ 234824 h 2540960"/>
              <a:gd name="connsiteX35" fmla="*/ 234824 w 2540962"/>
              <a:gd name="connsiteY35" fmla="*/ 1270480 h 2540960"/>
              <a:gd name="connsiteX36" fmla="*/ 1270481 w 2540962"/>
              <a:gd name="connsiteY36" fmla="*/ 2306136 h 2540960"/>
              <a:gd name="connsiteX37" fmla="*/ 2306138 w 2540962"/>
              <a:gd name="connsiteY37" fmla="*/ 1270480 h 2540960"/>
              <a:gd name="connsiteX38" fmla="*/ 1270481 w 2540962"/>
              <a:gd name="connsiteY38" fmla="*/ 234824 h 2540960"/>
              <a:gd name="connsiteX39" fmla="*/ 1273537 w 2540962"/>
              <a:gd name="connsiteY39" fmla="*/ 1 h 2540960"/>
              <a:gd name="connsiteX40" fmla="*/ 1314159 w 2540962"/>
              <a:gd name="connsiteY40" fmla="*/ 40821 h 2540960"/>
              <a:gd name="connsiteX41" fmla="*/ 1328348 w 2540962"/>
              <a:gd name="connsiteY41" fmla="*/ 180283 h 2540960"/>
              <a:gd name="connsiteX42" fmla="*/ 1399850 w 2540962"/>
              <a:gd name="connsiteY42" fmla="*/ 187665 h 2540960"/>
              <a:gd name="connsiteX43" fmla="*/ 1438898 w 2540962"/>
              <a:gd name="connsiteY43" fmla="*/ 52243 h 2540960"/>
              <a:gd name="connsiteX44" fmla="*/ 1486151 w 2540962"/>
              <a:gd name="connsiteY44" fmla="*/ 19324 h 2540960"/>
              <a:gd name="connsiteX45" fmla="*/ 1519067 w 2540962"/>
              <a:gd name="connsiteY45" fmla="*/ 66577 h 2540960"/>
              <a:gd name="connsiteX46" fmla="*/ 1509790 w 2540962"/>
              <a:gd name="connsiteY46" fmla="*/ 202342 h 2540960"/>
              <a:gd name="connsiteX47" fmla="*/ 1586395 w 2540962"/>
              <a:gd name="connsiteY47" fmla="*/ 226326 h 2540960"/>
              <a:gd name="connsiteX48" fmla="*/ 1647804 w 2540962"/>
              <a:gd name="connsiteY48" fmla="*/ 100892 h 2540960"/>
              <a:gd name="connsiteX49" fmla="*/ 1700055 w 2540962"/>
              <a:gd name="connsiteY49" fmla="*/ 76682 h 2540960"/>
              <a:gd name="connsiteX50" fmla="*/ 1724267 w 2540962"/>
              <a:gd name="connsiteY50" fmla="*/ 128930 h 2540960"/>
              <a:gd name="connsiteX51" fmla="*/ 1691961 w 2540962"/>
              <a:gd name="connsiteY51" fmla="*/ 259376 h 2540960"/>
              <a:gd name="connsiteX52" fmla="*/ 1763683 w 2540962"/>
              <a:gd name="connsiteY52" fmla="*/ 296776 h 2540960"/>
              <a:gd name="connsiteX53" fmla="*/ 1845088 w 2540962"/>
              <a:gd name="connsiteY53" fmla="*/ 185081 h 2540960"/>
              <a:gd name="connsiteX54" fmla="*/ 1869861 w 2540962"/>
              <a:gd name="connsiteY54" fmla="*/ 166168 h 2540960"/>
              <a:gd name="connsiteX55" fmla="*/ 1900750 w 2540962"/>
              <a:gd name="connsiteY55" fmla="*/ 170312 h 2540960"/>
              <a:gd name="connsiteX56" fmla="*/ 1915521 w 2540962"/>
              <a:gd name="connsiteY56" fmla="*/ 225971 h 2540960"/>
              <a:gd name="connsiteX57" fmla="*/ 1860660 w 2540962"/>
              <a:gd name="connsiteY57" fmla="*/ 349717 h 2540960"/>
              <a:gd name="connsiteX58" fmla="*/ 1926248 w 2540962"/>
              <a:gd name="connsiteY58" fmla="*/ 397093 h 2540960"/>
              <a:gd name="connsiteX59" fmla="*/ 2024757 w 2540962"/>
              <a:gd name="connsiteY59" fmla="*/ 302247 h 2540960"/>
              <a:gd name="connsiteX60" fmla="*/ 2052437 w 2540962"/>
              <a:gd name="connsiteY60" fmla="*/ 287923 h 2540960"/>
              <a:gd name="connsiteX61" fmla="*/ 2082137 w 2540962"/>
              <a:gd name="connsiteY61" fmla="*/ 297367 h 2540960"/>
              <a:gd name="connsiteX62" fmla="*/ 2087018 w 2540962"/>
              <a:gd name="connsiteY62" fmla="*/ 354747 h 2540960"/>
              <a:gd name="connsiteX63" fmla="*/ 2011202 w 2540962"/>
              <a:gd name="connsiteY63" fmla="*/ 467532 h 2540960"/>
              <a:gd name="connsiteX64" fmla="*/ 2069245 w 2540962"/>
              <a:gd name="connsiteY64" fmla="*/ 524206 h 2540960"/>
              <a:gd name="connsiteX65" fmla="*/ 2181349 w 2540962"/>
              <a:gd name="connsiteY65" fmla="*/ 448832 h 2540960"/>
              <a:gd name="connsiteX66" fmla="*/ 2211096 w 2540962"/>
              <a:gd name="connsiteY66" fmla="*/ 439533 h 2540960"/>
              <a:gd name="connsiteX67" fmla="*/ 2238707 w 2540962"/>
              <a:gd name="connsiteY67" fmla="*/ 453990 h 2540960"/>
              <a:gd name="connsiteX68" fmla="*/ 2233548 w 2540962"/>
              <a:gd name="connsiteY68" fmla="*/ 511347 h 2540960"/>
              <a:gd name="connsiteX69" fmla="*/ 2139177 w 2540962"/>
              <a:gd name="connsiteY69" fmla="*/ 609381 h 2540960"/>
              <a:gd name="connsiteX70" fmla="*/ 2188455 w 2540962"/>
              <a:gd name="connsiteY70" fmla="*/ 674331 h 2540960"/>
              <a:gd name="connsiteX71" fmla="*/ 2310111 w 2540962"/>
              <a:gd name="connsiteY71" fmla="*/ 620384 h 2540960"/>
              <a:gd name="connsiteX72" fmla="*/ 2341018 w 2540962"/>
              <a:gd name="connsiteY72" fmla="*/ 616391 h 2540960"/>
              <a:gd name="connsiteX73" fmla="*/ 2365697 w 2540962"/>
              <a:gd name="connsiteY73" fmla="*/ 635423 h 2540960"/>
              <a:gd name="connsiteX74" fmla="*/ 2350659 w 2540962"/>
              <a:gd name="connsiteY74" fmla="*/ 691011 h 2540960"/>
              <a:gd name="connsiteX75" fmla="*/ 2240710 w 2540962"/>
              <a:gd name="connsiteY75" fmla="*/ 771161 h 2540960"/>
              <a:gd name="connsiteX76" fmla="*/ 2279628 w 2540962"/>
              <a:gd name="connsiteY76" fmla="*/ 843274 h 2540960"/>
              <a:gd name="connsiteX77" fmla="*/ 2407124 w 2540962"/>
              <a:gd name="connsiteY77" fmla="*/ 811687 h 2540960"/>
              <a:gd name="connsiteX78" fmla="*/ 2459255 w 2540962"/>
              <a:gd name="connsiteY78" fmla="*/ 836150 h 2540960"/>
              <a:gd name="connsiteX79" fmla="*/ 2434793 w 2540962"/>
              <a:gd name="connsiteY79" fmla="*/ 888283 h 2540960"/>
              <a:gd name="connsiteX80" fmla="*/ 2312606 w 2540962"/>
              <a:gd name="connsiteY80" fmla="*/ 948116 h 2540960"/>
              <a:gd name="connsiteX81" fmla="*/ 2336584 w 2540962"/>
              <a:gd name="connsiteY81" fmla="*/ 1026023 h 2540960"/>
              <a:gd name="connsiteX82" fmla="*/ 2469442 w 2540962"/>
              <a:gd name="connsiteY82" fmla="*/ 1016932 h 2540960"/>
              <a:gd name="connsiteX83" fmla="*/ 2516536 w 2540962"/>
              <a:gd name="connsiteY83" fmla="*/ 1050075 h 2540960"/>
              <a:gd name="connsiteX84" fmla="*/ 2483392 w 2540962"/>
              <a:gd name="connsiteY84" fmla="*/ 1097168 h 2540960"/>
              <a:gd name="connsiteX85" fmla="*/ 2352774 w 2540962"/>
              <a:gd name="connsiteY85" fmla="*/ 1134845 h 2540960"/>
              <a:gd name="connsiteX86" fmla="*/ 2360641 w 2540962"/>
              <a:gd name="connsiteY86" fmla="*/ 1214834 h 2540960"/>
              <a:gd name="connsiteX87" fmla="*/ 2500340 w 2540962"/>
              <a:gd name="connsiteY87" fmla="*/ 1229890 h 2540960"/>
              <a:gd name="connsiteX88" fmla="*/ 2540962 w 2540962"/>
              <a:gd name="connsiteY88" fmla="*/ 1270708 h 2540960"/>
              <a:gd name="connsiteX89" fmla="*/ 2500144 w 2540962"/>
              <a:gd name="connsiteY89" fmla="*/ 1311329 h 2540960"/>
              <a:gd name="connsiteX90" fmla="*/ 2360891 w 2540962"/>
              <a:gd name="connsiteY90" fmla="*/ 1326253 h 2540960"/>
              <a:gd name="connsiteX91" fmla="*/ 2352790 w 2540962"/>
              <a:gd name="connsiteY91" fmla="*/ 1404708 h 2540960"/>
              <a:gd name="connsiteX92" fmla="*/ 2488702 w 2540962"/>
              <a:gd name="connsiteY92" fmla="*/ 1444070 h 2540960"/>
              <a:gd name="connsiteX93" fmla="*/ 2521620 w 2540962"/>
              <a:gd name="connsiteY93" fmla="*/ 1491322 h 2540960"/>
              <a:gd name="connsiteX94" fmla="*/ 2474367 w 2540962"/>
              <a:gd name="connsiteY94" fmla="*/ 1524238 h 2540960"/>
              <a:gd name="connsiteX95" fmla="*/ 2337009 w 2540962"/>
              <a:gd name="connsiteY95" fmla="*/ 1514917 h 2540960"/>
              <a:gd name="connsiteX96" fmla="*/ 2313275 w 2540962"/>
              <a:gd name="connsiteY96" fmla="*/ 1590724 h 2540960"/>
              <a:gd name="connsiteX97" fmla="*/ 2440052 w 2540962"/>
              <a:gd name="connsiteY97" fmla="*/ 1652975 h 2540960"/>
              <a:gd name="connsiteX98" fmla="*/ 2464263 w 2540962"/>
              <a:gd name="connsiteY98" fmla="*/ 1705224 h 2540960"/>
              <a:gd name="connsiteX99" fmla="*/ 2412010 w 2540962"/>
              <a:gd name="connsiteY99" fmla="*/ 1729437 h 2540960"/>
              <a:gd name="connsiteX100" fmla="*/ 2280061 w 2540962"/>
              <a:gd name="connsiteY100" fmla="*/ 1696824 h 2540960"/>
              <a:gd name="connsiteX101" fmla="*/ 2242238 w 2540962"/>
              <a:gd name="connsiteY101" fmla="*/ 1767244 h 2540960"/>
              <a:gd name="connsiteX102" fmla="*/ 2355865 w 2540962"/>
              <a:gd name="connsiteY102" fmla="*/ 1850259 h 2540960"/>
              <a:gd name="connsiteX103" fmla="*/ 2370634 w 2540962"/>
              <a:gd name="connsiteY103" fmla="*/ 1905919 h 2540960"/>
              <a:gd name="connsiteX104" fmla="*/ 2314972 w 2540962"/>
              <a:gd name="connsiteY104" fmla="*/ 1920692 h 2540960"/>
              <a:gd name="connsiteX105" fmla="*/ 2188937 w 2540962"/>
              <a:gd name="connsiteY105" fmla="*/ 1864884 h 2540960"/>
              <a:gd name="connsiteX106" fmla="*/ 2141661 w 2540962"/>
              <a:gd name="connsiteY106" fmla="*/ 1928908 h 2540960"/>
              <a:gd name="connsiteX107" fmla="*/ 2238696 w 2540962"/>
              <a:gd name="connsiteY107" fmla="*/ 2029928 h 2540960"/>
              <a:gd name="connsiteX108" fmla="*/ 2243577 w 2540962"/>
              <a:gd name="connsiteY108" fmla="*/ 2087308 h 2540960"/>
              <a:gd name="connsiteX109" fmla="*/ 2186196 w 2540962"/>
              <a:gd name="connsiteY109" fmla="*/ 2092188 h 2540960"/>
              <a:gd name="connsiteX110" fmla="*/ 2070628 w 2540962"/>
              <a:gd name="connsiteY110" fmla="*/ 2014578 h 2540960"/>
              <a:gd name="connsiteX111" fmla="*/ 2014632 w 2540962"/>
              <a:gd name="connsiteY111" fmla="*/ 2070990 h 2540960"/>
              <a:gd name="connsiteX112" fmla="*/ 2092109 w 2540962"/>
              <a:gd name="connsiteY112" fmla="*/ 2186519 h 2540960"/>
              <a:gd name="connsiteX113" fmla="*/ 2086954 w 2540962"/>
              <a:gd name="connsiteY113" fmla="*/ 2243876 h 2540960"/>
              <a:gd name="connsiteX114" fmla="*/ 2029598 w 2540962"/>
              <a:gd name="connsiteY114" fmla="*/ 2238717 h 2540960"/>
              <a:gd name="connsiteX115" fmla="*/ 1928622 w 2540962"/>
              <a:gd name="connsiteY115" fmla="*/ 2141606 h 2540960"/>
              <a:gd name="connsiteX116" fmla="*/ 1864910 w 2540962"/>
              <a:gd name="connsiteY116" fmla="*/ 2189386 h 2540960"/>
              <a:gd name="connsiteX117" fmla="*/ 1920560 w 2540962"/>
              <a:gd name="connsiteY117" fmla="*/ 2315278 h 2540960"/>
              <a:gd name="connsiteX118" fmla="*/ 1905521 w 2540962"/>
              <a:gd name="connsiteY118" fmla="*/ 2370867 h 2540960"/>
              <a:gd name="connsiteX119" fmla="*/ 1849934 w 2540962"/>
              <a:gd name="connsiteY119" fmla="*/ 2355827 h 2540960"/>
              <a:gd name="connsiteX120" fmla="*/ 1767028 w 2540962"/>
              <a:gd name="connsiteY120" fmla="*/ 2242208 h 2540960"/>
              <a:gd name="connsiteX121" fmla="*/ 1696686 w 2540962"/>
              <a:gd name="connsiteY121" fmla="*/ 2280167 h 2540960"/>
              <a:gd name="connsiteX122" fmla="*/ 1729257 w 2540962"/>
              <a:gd name="connsiteY122" fmla="*/ 2412290 h 2540960"/>
              <a:gd name="connsiteX123" fmla="*/ 1704793 w 2540962"/>
              <a:gd name="connsiteY123" fmla="*/ 2464424 h 2540960"/>
              <a:gd name="connsiteX124" fmla="*/ 1652660 w 2540962"/>
              <a:gd name="connsiteY124" fmla="*/ 2439961 h 2540960"/>
              <a:gd name="connsiteX125" fmla="*/ 1590570 w 2540962"/>
              <a:gd name="connsiteY125" fmla="*/ 2313309 h 2540960"/>
              <a:gd name="connsiteX126" fmla="*/ 1514735 w 2540962"/>
              <a:gd name="connsiteY126" fmla="*/ 2336650 h 2540960"/>
              <a:gd name="connsiteX127" fmla="*/ 1524013 w 2540962"/>
              <a:gd name="connsiteY127" fmla="*/ 2474611 h 2540960"/>
              <a:gd name="connsiteX128" fmla="*/ 1490868 w 2540962"/>
              <a:gd name="connsiteY128" fmla="*/ 2521703 h 2540960"/>
              <a:gd name="connsiteX129" fmla="*/ 1443776 w 2540962"/>
              <a:gd name="connsiteY129" fmla="*/ 2488558 h 2540960"/>
              <a:gd name="connsiteX130" fmla="*/ 1404585 w 2540962"/>
              <a:gd name="connsiteY130" fmla="*/ 2352926 h 2540960"/>
              <a:gd name="connsiteX131" fmla="*/ 1323258 w 2540962"/>
              <a:gd name="connsiteY131" fmla="*/ 2360926 h 2540960"/>
              <a:gd name="connsiteX132" fmla="*/ 1308231 w 2540962"/>
              <a:gd name="connsiteY132" fmla="*/ 2500335 h 2540960"/>
              <a:gd name="connsiteX133" fmla="*/ 1267413 w 2540962"/>
              <a:gd name="connsiteY133" fmla="*/ 2540960 h 2540960"/>
              <a:gd name="connsiteX134" fmla="*/ 1226789 w 2540962"/>
              <a:gd name="connsiteY134" fmla="*/ 2500140 h 2540960"/>
              <a:gd name="connsiteX135" fmla="*/ 1211834 w 2540962"/>
              <a:gd name="connsiteY135" fmla="*/ 2360598 h 2540960"/>
              <a:gd name="connsiteX136" fmla="*/ 1126130 w 2540962"/>
              <a:gd name="connsiteY136" fmla="*/ 2351749 h 2540960"/>
              <a:gd name="connsiteX137" fmla="*/ 1086137 w 2540962"/>
              <a:gd name="connsiteY137" fmla="*/ 2487699 h 2540960"/>
              <a:gd name="connsiteX138" fmla="*/ 1038886 w 2540962"/>
              <a:gd name="connsiteY138" fmla="*/ 2520615 h 2540960"/>
              <a:gd name="connsiteX139" fmla="*/ 1005967 w 2540962"/>
              <a:gd name="connsiteY139" fmla="*/ 2473362 h 2540960"/>
              <a:gd name="connsiteX140" fmla="*/ 1016025 w 2540962"/>
              <a:gd name="connsiteY140" fmla="*/ 2333879 h 2540960"/>
              <a:gd name="connsiteX141" fmla="*/ 940883 w 2540962"/>
              <a:gd name="connsiteY141" fmla="*/ 2310354 h 2540960"/>
              <a:gd name="connsiteX142" fmla="*/ 877490 w 2540962"/>
              <a:gd name="connsiteY142" fmla="*/ 2438093 h 2540960"/>
              <a:gd name="connsiteX143" fmla="*/ 825239 w 2540962"/>
              <a:gd name="connsiteY143" fmla="*/ 2462306 h 2540960"/>
              <a:gd name="connsiteX144" fmla="*/ 801028 w 2540962"/>
              <a:gd name="connsiteY144" fmla="*/ 2410053 h 2540960"/>
              <a:gd name="connsiteX145" fmla="*/ 834856 w 2540962"/>
              <a:gd name="connsiteY145" fmla="*/ 2275622 h 2540960"/>
              <a:gd name="connsiteX146" fmla="*/ 765554 w 2540962"/>
              <a:gd name="connsiteY146" fmla="*/ 2237789 h 2540960"/>
              <a:gd name="connsiteX147" fmla="*/ 680627 w 2540962"/>
              <a:gd name="connsiteY147" fmla="*/ 2353009 h 2540960"/>
              <a:gd name="connsiteX148" fmla="*/ 624963 w 2540962"/>
              <a:gd name="connsiteY148" fmla="*/ 2367780 h 2540960"/>
              <a:gd name="connsiteX149" fmla="*/ 610194 w 2540962"/>
              <a:gd name="connsiteY149" fmla="*/ 2312122 h 2540960"/>
              <a:gd name="connsiteX150" fmla="*/ 667463 w 2540962"/>
              <a:gd name="connsiteY150" fmla="*/ 2184241 h 2540960"/>
              <a:gd name="connsiteX151" fmla="*/ 605366 w 2540962"/>
              <a:gd name="connsiteY151" fmla="*/ 2136126 h 2540960"/>
              <a:gd name="connsiteX152" fmla="*/ 501527 w 2540962"/>
              <a:gd name="connsiteY152" fmla="*/ 2235033 h 2540960"/>
              <a:gd name="connsiteX153" fmla="*/ 444146 w 2540962"/>
              <a:gd name="connsiteY153" fmla="*/ 2239916 h 2540960"/>
              <a:gd name="connsiteX154" fmla="*/ 439267 w 2540962"/>
              <a:gd name="connsiteY154" fmla="*/ 2182535 h 2540960"/>
              <a:gd name="connsiteX155" fmla="*/ 519156 w 2540962"/>
              <a:gd name="connsiteY155" fmla="*/ 2064646 h 2540960"/>
              <a:gd name="connsiteX156" fmla="*/ 464913 w 2540962"/>
              <a:gd name="connsiteY156" fmla="*/ 2008483 h 2540960"/>
              <a:gd name="connsiteX157" fmla="*/ 345636 w 2540962"/>
              <a:gd name="connsiteY157" fmla="*/ 2087751 h 2540960"/>
              <a:gd name="connsiteX158" fmla="*/ 288279 w 2540962"/>
              <a:gd name="connsiteY158" fmla="*/ 2082595 h 2540960"/>
              <a:gd name="connsiteX159" fmla="*/ 293436 w 2540962"/>
              <a:gd name="connsiteY159" fmla="*/ 2025238 h 2540960"/>
              <a:gd name="connsiteX160" fmla="*/ 393751 w 2540962"/>
              <a:gd name="connsiteY160" fmla="*/ 1921809 h 2540960"/>
              <a:gd name="connsiteX161" fmla="*/ 348168 w 2540962"/>
              <a:gd name="connsiteY161" fmla="*/ 1858612 h 2540960"/>
              <a:gd name="connsiteX162" fmla="*/ 217689 w 2540962"/>
              <a:gd name="connsiteY162" fmla="*/ 1915635 h 2540960"/>
              <a:gd name="connsiteX163" fmla="*/ 162099 w 2540962"/>
              <a:gd name="connsiteY163" fmla="*/ 1900597 h 2540960"/>
              <a:gd name="connsiteX164" fmla="*/ 177136 w 2540962"/>
              <a:gd name="connsiteY164" fmla="*/ 1845007 h 2540960"/>
              <a:gd name="connsiteX165" fmla="*/ 294874 w 2540962"/>
              <a:gd name="connsiteY165" fmla="*/ 1759857 h 2540960"/>
              <a:gd name="connsiteX166" fmla="*/ 258485 w 2540962"/>
              <a:gd name="connsiteY166" fmla="*/ 1690776 h 2540960"/>
              <a:gd name="connsiteX167" fmla="*/ 121572 w 2540962"/>
              <a:gd name="connsiteY167" fmla="*/ 1723916 h 2540960"/>
              <a:gd name="connsiteX168" fmla="*/ 69438 w 2540962"/>
              <a:gd name="connsiteY168" fmla="*/ 1699453 h 2540960"/>
              <a:gd name="connsiteX169" fmla="*/ 93902 w 2540962"/>
              <a:gd name="connsiteY169" fmla="*/ 1647321 h 2540960"/>
              <a:gd name="connsiteX170" fmla="*/ 225468 w 2540962"/>
              <a:gd name="connsiteY170" fmla="*/ 1583504 h 2540960"/>
              <a:gd name="connsiteX171" fmla="*/ 202673 w 2540962"/>
              <a:gd name="connsiteY171" fmla="*/ 1509439 h 2540960"/>
              <a:gd name="connsiteX172" fmla="*/ 60206 w 2540962"/>
              <a:gd name="connsiteY172" fmla="*/ 1518420 h 2540960"/>
              <a:gd name="connsiteX173" fmla="*/ 13115 w 2540962"/>
              <a:gd name="connsiteY173" fmla="*/ 1485275 h 2540960"/>
              <a:gd name="connsiteX174" fmla="*/ 46258 w 2540962"/>
              <a:gd name="connsiteY174" fmla="*/ 1438183 h 2540960"/>
              <a:gd name="connsiteX175" fmla="*/ 187383 w 2540962"/>
              <a:gd name="connsiteY175" fmla="*/ 1398047 h 2540960"/>
              <a:gd name="connsiteX176" fmla="*/ 179796 w 2540962"/>
              <a:gd name="connsiteY176" fmla="*/ 1320931 h 2540960"/>
              <a:gd name="connsiteX177" fmla="*/ 40623 w 2540962"/>
              <a:gd name="connsiteY177" fmla="*/ 1305402 h 2540960"/>
              <a:gd name="connsiteX178" fmla="*/ 1 w 2540962"/>
              <a:gd name="connsiteY178" fmla="*/ 1264584 h 2540960"/>
              <a:gd name="connsiteX179" fmla="*/ 40820 w 2540962"/>
              <a:gd name="connsiteY179" fmla="*/ 1223961 h 2540960"/>
              <a:gd name="connsiteX180" fmla="*/ 180571 w 2540962"/>
              <a:gd name="connsiteY180" fmla="*/ 1209745 h 2540960"/>
              <a:gd name="connsiteX181" fmla="*/ 188693 w 2540962"/>
              <a:gd name="connsiteY181" fmla="*/ 1131089 h 2540960"/>
              <a:gd name="connsiteX182" fmla="*/ 53241 w 2540962"/>
              <a:gd name="connsiteY182" fmla="*/ 1091310 h 2540960"/>
              <a:gd name="connsiteX183" fmla="*/ 20324 w 2540962"/>
              <a:gd name="connsiteY183" fmla="*/ 1044058 h 2540960"/>
              <a:gd name="connsiteX184" fmla="*/ 67575 w 2540962"/>
              <a:gd name="connsiteY184" fmla="*/ 1011142 h 2540960"/>
              <a:gd name="connsiteX185" fmla="*/ 205444 w 2540962"/>
              <a:gd name="connsiteY185" fmla="*/ 1021245 h 2540960"/>
              <a:gd name="connsiteX186" fmla="*/ 229218 w 2540962"/>
              <a:gd name="connsiteY186" fmla="*/ 945301 h 2540960"/>
              <a:gd name="connsiteX187" fmla="*/ 102846 w 2540962"/>
              <a:gd name="connsiteY187" fmla="*/ 882662 h 2540960"/>
              <a:gd name="connsiteX188" fmla="*/ 78635 w 2540962"/>
              <a:gd name="connsiteY188" fmla="*/ 830411 h 2540960"/>
              <a:gd name="connsiteX189" fmla="*/ 130886 w 2540962"/>
              <a:gd name="connsiteY189" fmla="*/ 806199 h 2540960"/>
              <a:gd name="connsiteX190" fmla="*/ 262774 w 2540962"/>
              <a:gd name="connsiteY190" fmla="*/ 839551 h 2540960"/>
              <a:gd name="connsiteX191" fmla="*/ 301180 w 2540962"/>
              <a:gd name="connsiteY191" fmla="*/ 769193 h 2540960"/>
              <a:gd name="connsiteX192" fmla="*/ 187931 w 2540962"/>
              <a:gd name="connsiteY192" fmla="*/ 685801 h 2540960"/>
              <a:gd name="connsiteX193" fmla="*/ 173159 w 2540962"/>
              <a:gd name="connsiteY193" fmla="*/ 630137 h 2540960"/>
              <a:gd name="connsiteX194" fmla="*/ 197933 w 2540962"/>
              <a:gd name="connsiteY194" fmla="*/ 611226 h 2540960"/>
              <a:gd name="connsiteX195" fmla="*/ 228821 w 2540962"/>
              <a:gd name="connsiteY195" fmla="*/ 615368 h 2540960"/>
              <a:gd name="connsiteX196" fmla="*/ 354368 w 2540962"/>
              <a:gd name="connsiteY196" fmla="*/ 671767 h 2540960"/>
              <a:gd name="connsiteX197" fmla="*/ 402572 w 2540962"/>
              <a:gd name="connsiteY197" fmla="*/ 608093 h 2540960"/>
              <a:gd name="connsiteX198" fmla="*/ 305906 w 2540962"/>
              <a:gd name="connsiteY198" fmla="*/ 506701 h 2540960"/>
              <a:gd name="connsiteX199" fmla="*/ 301025 w 2540962"/>
              <a:gd name="connsiteY199" fmla="*/ 449319 h 2540960"/>
              <a:gd name="connsiteX200" fmla="*/ 328705 w 2540962"/>
              <a:gd name="connsiteY200" fmla="*/ 434997 h 2540960"/>
              <a:gd name="connsiteX201" fmla="*/ 358406 w 2540962"/>
              <a:gd name="connsiteY201" fmla="*/ 444440 h 2540960"/>
              <a:gd name="connsiteX202" fmla="*/ 473456 w 2540962"/>
              <a:gd name="connsiteY202" fmla="*/ 522602 h 2540960"/>
              <a:gd name="connsiteX203" fmla="*/ 530290 w 2540962"/>
              <a:gd name="connsiteY203" fmla="*/ 466709 h 2540960"/>
              <a:gd name="connsiteX204" fmla="*/ 453189 w 2540962"/>
              <a:gd name="connsiteY204" fmla="*/ 350808 h 2540960"/>
              <a:gd name="connsiteX205" fmla="*/ 458347 w 2540962"/>
              <a:gd name="connsiteY205" fmla="*/ 293452 h 2540960"/>
              <a:gd name="connsiteX206" fmla="*/ 488093 w 2540962"/>
              <a:gd name="connsiteY206" fmla="*/ 284153 h 2540960"/>
              <a:gd name="connsiteX207" fmla="*/ 515703 w 2540962"/>
              <a:gd name="connsiteY207" fmla="*/ 298610 h 2540960"/>
              <a:gd name="connsiteX208" fmla="*/ 616127 w 2540962"/>
              <a:gd name="connsiteY208" fmla="*/ 396236 h 2540960"/>
              <a:gd name="connsiteX209" fmla="*/ 680562 w 2540962"/>
              <a:gd name="connsiteY209" fmla="*/ 349137 h 2540960"/>
              <a:gd name="connsiteX210" fmla="*/ 625305 w 2540962"/>
              <a:gd name="connsiteY210" fmla="*/ 222861 h 2540960"/>
              <a:gd name="connsiteX211" fmla="*/ 640343 w 2540962"/>
              <a:gd name="connsiteY211" fmla="*/ 167272 h 2540960"/>
              <a:gd name="connsiteX212" fmla="*/ 671255 w 2540962"/>
              <a:gd name="connsiteY212" fmla="*/ 163280 h 2540960"/>
              <a:gd name="connsiteX213" fmla="*/ 695933 w 2540962"/>
              <a:gd name="connsiteY213" fmla="*/ 182311 h 2540960"/>
              <a:gd name="connsiteX214" fmla="*/ 778254 w 2540962"/>
              <a:gd name="connsiteY214" fmla="*/ 296414 h 2540960"/>
              <a:gd name="connsiteX215" fmla="*/ 849063 w 2540962"/>
              <a:gd name="connsiteY215" fmla="*/ 258834 h 2540960"/>
              <a:gd name="connsiteX216" fmla="*/ 817026 w 2540962"/>
              <a:gd name="connsiteY216" fmla="*/ 126745 h 2540960"/>
              <a:gd name="connsiteX217" fmla="*/ 841490 w 2540962"/>
              <a:gd name="connsiteY217" fmla="*/ 74611 h 2540960"/>
              <a:gd name="connsiteX218" fmla="*/ 893621 w 2540962"/>
              <a:gd name="connsiteY218" fmla="*/ 99075 h 2540960"/>
              <a:gd name="connsiteX219" fmla="*/ 955100 w 2540962"/>
              <a:gd name="connsiteY219" fmla="*/ 226198 h 2540960"/>
              <a:gd name="connsiteX220" fmla="*/ 1031247 w 2540962"/>
              <a:gd name="connsiteY220" fmla="*/ 202762 h 2540960"/>
              <a:gd name="connsiteX221" fmla="*/ 1022521 w 2540962"/>
              <a:gd name="connsiteY221" fmla="*/ 65380 h 2540960"/>
              <a:gd name="connsiteX222" fmla="*/ 1055666 w 2540962"/>
              <a:gd name="connsiteY222" fmla="*/ 18287 h 2540960"/>
              <a:gd name="connsiteX223" fmla="*/ 1102758 w 2540962"/>
              <a:gd name="connsiteY223" fmla="*/ 51431 h 2540960"/>
              <a:gd name="connsiteX224" fmla="*/ 1141299 w 2540962"/>
              <a:gd name="connsiteY224" fmla="*/ 187548 h 2540960"/>
              <a:gd name="connsiteX225" fmla="*/ 1217158 w 2540962"/>
              <a:gd name="connsiteY225" fmla="*/ 180085 h 2540960"/>
              <a:gd name="connsiteX226" fmla="*/ 1232718 w 2540962"/>
              <a:gd name="connsiteY226" fmla="*/ 40623 h 2540960"/>
              <a:gd name="connsiteX227" fmla="*/ 1273537 w 2540962"/>
              <a:gd name="connsiteY227" fmla="*/ 1 h 254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Lst>
            <a:rect l="l" t="t" r="r" b="b"/>
            <a:pathLst>
              <a:path w="2540962" h="2540960">
                <a:moveTo>
                  <a:pt x="875371" y="1472599"/>
                </a:moveTo>
                <a:lnTo>
                  <a:pt x="427773" y="1630126"/>
                </a:lnTo>
                <a:cubicBezTo>
                  <a:pt x="573704" y="1978741"/>
                  <a:pt x="931414" y="2208958"/>
                  <a:pt x="1329293" y="2178420"/>
                </a:cubicBezTo>
                <a:cubicBezTo>
                  <a:pt x="1556584" y="2160975"/>
                  <a:pt x="1757933" y="2061433"/>
                  <a:pt x="1903738" y="1908360"/>
                </a:cubicBezTo>
                <a:lnTo>
                  <a:pt x="1539749" y="1596267"/>
                </a:lnTo>
                <a:cubicBezTo>
                  <a:pt x="1532199" y="1611986"/>
                  <a:pt x="1519393" y="1621840"/>
                  <a:pt x="1505906" y="1631073"/>
                </a:cubicBezTo>
                <a:cubicBezTo>
                  <a:pt x="1307212" y="1767064"/>
                  <a:pt x="1035898" y="1716236"/>
                  <a:pt x="899907" y="1517544"/>
                </a:cubicBezTo>
                <a:close/>
                <a:moveTo>
                  <a:pt x="1238212" y="991736"/>
                </a:moveTo>
                <a:cubicBezTo>
                  <a:pt x="1083806" y="1003586"/>
                  <a:pt x="968244" y="1138361"/>
                  <a:pt x="980095" y="1292768"/>
                </a:cubicBezTo>
                <a:cubicBezTo>
                  <a:pt x="991946" y="1447174"/>
                  <a:pt x="1126722" y="1562737"/>
                  <a:pt x="1281128" y="1550885"/>
                </a:cubicBezTo>
                <a:cubicBezTo>
                  <a:pt x="1435534" y="1539035"/>
                  <a:pt x="1551097" y="1404258"/>
                  <a:pt x="1539246" y="1249852"/>
                </a:cubicBezTo>
                <a:cubicBezTo>
                  <a:pt x="1527395" y="1095446"/>
                  <a:pt x="1392619" y="979884"/>
                  <a:pt x="1238212" y="991736"/>
                </a:cubicBezTo>
                <a:close/>
                <a:moveTo>
                  <a:pt x="1482584" y="393317"/>
                </a:moveTo>
                <a:lnTo>
                  <a:pt x="1395166" y="859939"/>
                </a:lnTo>
                <a:cubicBezTo>
                  <a:pt x="1483855" y="886053"/>
                  <a:pt x="1563213" y="942926"/>
                  <a:pt x="1619438" y="1025075"/>
                </a:cubicBezTo>
                <a:cubicBezTo>
                  <a:pt x="1722476" y="1175622"/>
                  <a:pt x="1718263" y="1367858"/>
                  <a:pt x="1622882" y="1510769"/>
                </a:cubicBezTo>
                <a:lnTo>
                  <a:pt x="1981917" y="1818616"/>
                </a:lnTo>
                <a:cubicBezTo>
                  <a:pt x="2114462" y="1649790"/>
                  <a:pt x="2184496" y="1432496"/>
                  <a:pt x="2166781" y="1201687"/>
                </a:cubicBezTo>
                <a:cubicBezTo>
                  <a:pt x="2136111" y="802094"/>
                  <a:pt x="1851697" y="482678"/>
                  <a:pt x="1482584" y="393317"/>
                </a:cubicBezTo>
                <a:close/>
                <a:moveTo>
                  <a:pt x="1279035" y="361770"/>
                </a:moveTo>
                <a:cubicBezTo>
                  <a:pt x="1249655" y="361082"/>
                  <a:pt x="1219965" y="361904"/>
                  <a:pt x="1190047" y="364200"/>
                </a:cubicBezTo>
                <a:cubicBezTo>
                  <a:pt x="689064" y="402652"/>
                  <a:pt x="314108" y="839950"/>
                  <a:pt x="352559" y="1340933"/>
                </a:cubicBezTo>
                <a:lnTo>
                  <a:pt x="384459" y="1519198"/>
                </a:lnTo>
                <a:lnTo>
                  <a:pt x="833284" y="1361239"/>
                </a:lnTo>
                <a:cubicBezTo>
                  <a:pt x="797745" y="1193897"/>
                  <a:pt x="863480" y="1014184"/>
                  <a:pt x="1013439" y="911547"/>
                </a:cubicBezTo>
                <a:cubicBezTo>
                  <a:pt x="1087948" y="860549"/>
                  <a:pt x="1172670" y="835825"/>
                  <a:pt x="1256640" y="835318"/>
                </a:cubicBezTo>
                <a:lnTo>
                  <a:pt x="1278229" y="837777"/>
                </a:lnTo>
                <a:lnTo>
                  <a:pt x="1366163" y="368404"/>
                </a:lnTo>
                <a:cubicBezTo>
                  <a:pt x="1337486" y="364658"/>
                  <a:pt x="1308415" y="362459"/>
                  <a:pt x="1279035" y="361770"/>
                </a:cubicBezTo>
                <a:close/>
                <a:moveTo>
                  <a:pt x="1270481" y="297212"/>
                </a:moveTo>
                <a:cubicBezTo>
                  <a:pt x="1808003" y="297212"/>
                  <a:pt x="2243750" y="732959"/>
                  <a:pt x="2243750" y="1270480"/>
                </a:cubicBezTo>
                <a:cubicBezTo>
                  <a:pt x="2243750" y="1808001"/>
                  <a:pt x="1808003" y="2243748"/>
                  <a:pt x="1270481" y="2243748"/>
                </a:cubicBezTo>
                <a:cubicBezTo>
                  <a:pt x="732959" y="2243748"/>
                  <a:pt x="297212" y="1808001"/>
                  <a:pt x="297212" y="1270480"/>
                </a:cubicBezTo>
                <a:cubicBezTo>
                  <a:pt x="297212" y="732959"/>
                  <a:pt x="732959" y="297212"/>
                  <a:pt x="1270481" y="297212"/>
                </a:cubicBezTo>
                <a:close/>
                <a:moveTo>
                  <a:pt x="1270481" y="234824"/>
                </a:moveTo>
                <a:cubicBezTo>
                  <a:pt x="698503" y="234824"/>
                  <a:pt x="234824" y="698503"/>
                  <a:pt x="234824" y="1270480"/>
                </a:cubicBezTo>
                <a:cubicBezTo>
                  <a:pt x="234824" y="1842457"/>
                  <a:pt x="698503" y="2306136"/>
                  <a:pt x="1270481" y="2306136"/>
                </a:cubicBezTo>
                <a:cubicBezTo>
                  <a:pt x="1842459" y="2306136"/>
                  <a:pt x="2306138" y="1842457"/>
                  <a:pt x="2306138" y="1270480"/>
                </a:cubicBezTo>
                <a:cubicBezTo>
                  <a:pt x="2306138" y="698503"/>
                  <a:pt x="1842459" y="234824"/>
                  <a:pt x="1270481" y="234824"/>
                </a:cubicBezTo>
                <a:close/>
                <a:moveTo>
                  <a:pt x="1273537" y="1"/>
                </a:moveTo>
                <a:cubicBezTo>
                  <a:pt x="1296026" y="55"/>
                  <a:pt x="1314213" y="18332"/>
                  <a:pt x="1314159" y="40821"/>
                </a:cubicBezTo>
                <a:lnTo>
                  <a:pt x="1328348" y="180283"/>
                </a:lnTo>
                <a:lnTo>
                  <a:pt x="1399850" y="187665"/>
                </a:lnTo>
                <a:lnTo>
                  <a:pt x="1438898" y="52243"/>
                </a:lnTo>
                <a:cubicBezTo>
                  <a:pt x="1442857" y="30103"/>
                  <a:pt x="1464012" y="15366"/>
                  <a:pt x="1486151" y="19324"/>
                </a:cubicBezTo>
                <a:cubicBezTo>
                  <a:pt x="1508288" y="23284"/>
                  <a:pt x="1523028" y="44439"/>
                  <a:pt x="1519067" y="66577"/>
                </a:cubicBezTo>
                <a:lnTo>
                  <a:pt x="1509790" y="202342"/>
                </a:lnTo>
                <a:lnTo>
                  <a:pt x="1586395" y="226326"/>
                </a:lnTo>
                <a:lnTo>
                  <a:pt x="1647804" y="100892"/>
                </a:lnTo>
                <a:cubicBezTo>
                  <a:pt x="1655547" y="79779"/>
                  <a:pt x="1678940" y="68937"/>
                  <a:pt x="1700055" y="76682"/>
                </a:cubicBezTo>
                <a:cubicBezTo>
                  <a:pt x="1721169" y="84425"/>
                  <a:pt x="1732010" y="107818"/>
                  <a:pt x="1724267" y="128930"/>
                </a:cubicBezTo>
                <a:lnTo>
                  <a:pt x="1691961" y="259376"/>
                </a:lnTo>
                <a:cubicBezTo>
                  <a:pt x="1717248" y="269113"/>
                  <a:pt x="1741773" y="280443"/>
                  <a:pt x="1763683" y="296776"/>
                </a:cubicBezTo>
                <a:lnTo>
                  <a:pt x="1845088" y="185081"/>
                </a:lnTo>
                <a:cubicBezTo>
                  <a:pt x="1850735" y="175356"/>
                  <a:pt x="1859788" y="168841"/>
                  <a:pt x="1869861" y="166168"/>
                </a:cubicBezTo>
                <a:cubicBezTo>
                  <a:pt x="1879935" y="163495"/>
                  <a:pt x="1891027" y="164666"/>
                  <a:pt x="1900750" y="170312"/>
                </a:cubicBezTo>
                <a:cubicBezTo>
                  <a:pt x="1920199" y="181600"/>
                  <a:pt x="1926814" y="206522"/>
                  <a:pt x="1915521" y="225971"/>
                </a:cubicBezTo>
                <a:lnTo>
                  <a:pt x="1860660" y="349717"/>
                </a:lnTo>
                <a:cubicBezTo>
                  <a:pt x="1884729" y="362366"/>
                  <a:pt x="1906938" y="377822"/>
                  <a:pt x="1926248" y="397093"/>
                </a:cubicBezTo>
                <a:lnTo>
                  <a:pt x="2024757" y="302247"/>
                </a:lnTo>
                <a:cubicBezTo>
                  <a:pt x="2032006" y="293653"/>
                  <a:pt x="2042053" y="288807"/>
                  <a:pt x="2052437" y="287923"/>
                </a:cubicBezTo>
                <a:cubicBezTo>
                  <a:pt x="2062822" y="287041"/>
                  <a:pt x="2073541" y="290119"/>
                  <a:pt x="2082137" y="297367"/>
                </a:cubicBezTo>
                <a:cubicBezTo>
                  <a:pt x="2099331" y="311863"/>
                  <a:pt x="2101515" y="337554"/>
                  <a:pt x="2087018" y="354747"/>
                </a:cubicBezTo>
                <a:lnTo>
                  <a:pt x="2011202" y="467532"/>
                </a:lnTo>
                <a:cubicBezTo>
                  <a:pt x="2033494" y="483374"/>
                  <a:pt x="2052743" y="502501"/>
                  <a:pt x="2069245" y="524206"/>
                </a:cubicBezTo>
                <a:lnTo>
                  <a:pt x="2181349" y="448832"/>
                </a:lnTo>
                <a:cubicBezTo>
                  <a:pt x="2189980" y="441626"/>
                  <a:pt x="2200716" y="438599"/>
                  <a:pt x="2211096" y="439533"/>
                </a:cubicBezTo>
                <a:cubicBezTo>
                  <a:pt x="2221475" y="440466"/>
                  <a:pt x="2231499" y="445359"/>
                  <a:pt x="2238707" y="453990"/>
                </a:cubicBezTo>
                <a:cubicBezTo>
                  <a:pt x="2253119" y="471253"/>
                  <a:pt x="2250811" y="496933"/>
                  <a:pt x="2233548" y="511347"/>
                </a:cubicBezTo>
                <a:lnTo>
                  <a:pt x="2139177" y="609381"/>
                </a:lnTo>
                <a:cubicBezTo>
                  <a:pt x="2159099" y="628405"/>
                  <a:pt x="2174804" y="650675"/>
                  <a:pt x="2188455" y="674331"/>
                </a:cubicBezTo>
                <a:lnTo>
                  <a:pt x="2310111" y="620384"/>
                </a:lnTo>
                <a:cubicBezTo>
                  <a:pt x="2319861" y="614786"/>
                  <a:pt x="2330959" y="613669"/>
                  <a:pt x="2341018" y="616391"/>
                </a:cubicBezTo>
                <a:cubicBezTo>
                  <a:pt x="2351078" y="619113"/>
                  <a:pt x="2360099" y="625672"/>
                  <a:pt x="2365697" y="635423"/>
                </a:cubicBezTo>
                <a:cubicBezTo>
                  <a:pt x="2376897" y="654925"/>
                  <a:pt x="2370162" y="679814"/>
                  <a:pt x="2350659" y="691011"/>
                </a:cubicBezTo>
                <a:lnTo>
                  <a:pt x="2240710" y="771161"/>
                </a:lnTo>
                <a:lnTo>
                  <a:pt x="2279628" y="843274"/>
                </a:lnTo>
                <a:lnTo>
                  <a:pt x="2407124" y="811687"/>
                </a:lnTo>
                <a:cubicBezTo>
                  <a:pt x="2428274" y="804047"/>
                  <a:pt x="2451616" y="814999"/>
                  <a:pt x="2459255" y="836150"/>
                </a:cubicBezTo>
                <a:cubicBezTo>
                  <a:pt x="2466896" y="857302"/>
                  <a:pt x="2455944" y="880642"/>
                  <a:pt x="2434793" y="888283"/>
                </a:cubicBezTo>
                <a:lnTo>
                  <a:pt x="2312606" y="948116"/>
                </a:lnTo>
                <a:lnTo>
                  <a:pt x="2336584" y="1026023"/>
                </a:lnTo>
                <a:lnTo>
                  <a:pt x="2469442" y="1016932"/>
                </a:lnTo>
                <a:cubicBezTo>
                  <a:pt x="2491600" y="1013080"/>
                  <a:pt x="2512685" y="1027917"/>
                  <a:pt x="2516536" y="1050075"/>
                </a:cubicBezTo>
                <a:cubicBezTo>
                  <a:pt x="2520388" y="1072232"/>
                  <a:pt x="2505548" y="1093316"/>
                  <a:pt x="2483392" y="1097168"/>
                </a:cubicBezTo>
                <a:lnTo>
                  <a:pt x="2352774" y="1134845"/>
                </a:lnTo>
                <a:lnTo>
                  <a:pt x="2360641" y="1214834"/>
                </a:lnTo>
                <a:lnTo>
                  <a:pt x="2500340" y="1229890"/>
                </a:lnTo>
                <a:cubicBezTo>
                  <a:pt x="2522826" y="1229941"/>
                  <a:pt x="2541016" y="1248218"/>
                  <a:pt x="2540962" y="1270708"/>
                </a:cubicBezTo>
                <a:cubicBezTo>
                  <a:pt x="2540908" y="1293197"/>
                  <a:pt x="2522632" y="1311384"/>
                  <a:pt x="2500144" y="1311329"/>
                </a:cubicBezTo>
                <a:lnTo>
                  <a:pt x="2360891" y="1326253"/>
                </a:lnTo>
                <a:lnTo>
                  <a:pt x="2352790" y="1404708"/>
                </a:lnTo>
                <a:lnTo>
                  <a:pt x="2488702" y="1444070"/>
                </a:lnTo>
                <a:cubicBezTo>
                  <a:pt x="2510840" y="1448030"/>
                  <a:pt x="2525576" y="1469183"/>
                  <a:pt x="2521620" y="1491322"/>
                </a:cubicBezTo>
                <a:cubicBezTo>
                  <a:pt x="2517660" y="1513458"/>
                  <a:pt x="2496505" y="1528198"/>
                  <a:pt x="2474367" y="1524238"/>
                </a:cubicBezTo>
                <a:lnTo>
                  <a:pt x="2337009" y="1514917"/>
                </a:lnTo>
                <a:lnTo>
                  <a:pt x="2313275" y="1590724"/>
                </a:lnTo>
                <a:lnTo>
                  <a:pt x="2440052" y="1652975"/>
                </a:lnTo>
                <a:cubicBezTo>
                  <a:pt x="2461167" y="1660719"/>
                  <a:pt x="2472005" y="1684111"/>
                  <a:pt x="2464263" y="1705224"/>
                </a:cubicBezTo>
                <a:cubicBezTo>
                  <a:pt x="2456520" y="1726340"/>
                  <a:pt x="2433126" y="1737180"/>
                  <a:pt x="2412010" y="1729437"/>
                </a:cubicBezTo>
                <a:lnTo>
                  <a:pt x="2280061" y="1696824"/>
                </a:lnTo>
                <a:cubicBezTo>
                  <a:pt x="2269897" y="1721565"/>
                  <a:pt x="2258605" y="1745741"/>
                  <a:pt x="2242238" y="1767244"/>
                </a:cubicBezTo>
                <a:lnTo>
                  <a:pt x="2355865" y="1850259"/>
                </a:lnTo>
                <a:cubicBezTo>
                  <a:pt x="2375312" y="1861550"/>
                  <a:pt x="2381925" y="1886472"/>
                  <a:pt x="2370634" y="1905919"/>
                </a:cubicBezTo>
                <a:cubicBezTo>
                  <a:pt x="2359343" y="1925370"/>
                  <a:pt x="2334421" y="1931982"/>
                  <a:pt x="2314972" y="1920692"/>
                </a:cubicBezTo>
                <a:lnTo>
                  <a:pt x="2188937" y="1864884"/>
                </a:lnTo>
                <a:cubicBezTo>
                  <a:pt x="2176132" y="1888326"/>
                  <a:pt x="2160849" y="1910110"/>
                  <a:pt x="2141661" y="1928908"/>
                </a:cubicBezTo>
                <a:lnTo>
                  <a:pt x="2238696" y="2029928"/>
                </a:lnTo>
                <a:cubicBezTo>
                  <a:pt x="2255888" y="2044424"/>
                  <a:pt x="2258074" y="2070113"/>
                  <a:pt x="2243577" y="2087308"/>
                </a:cubicBezTo>
                <a:cubicBezTo>
                  <a:pt x="2229082" y="2104501"/>
                  <a:pt x="2203389" y="2106686"/>
                  <a:pt x="2186196" y="2092188"/>
                </a:cubicBezTo>
                <a:lnTo>
                  <a:pt x="2070628" y="2014578"/>
                </a:lnTo>
                <a:cubicBezTo>
                  <a:pt x="2054895" y="2036242"/>
                  <a:pt x="2036093" y="2055041"/>
                  <a:pt x="2014632" y="2070990"/>
                </a:cubicBezTo>
                <a:lnTo>
                  <a:pt x="2092109" y="2186519"/>
                </a:lnTo>
                <a:cubicBezTo>
                  <a:pt x="2106525" y="2203781"/>
                  <a:pt x="2104215" y="2229460"/>
                  <a:pt x="2086954" y="2243876"/>
                </a:cubicBezTo>
                <a:cubicBezTo>
                  <a:pt x="2069693" y="2258290"/>
                  <a:pt x="2044012" y="2255980"/>
                  <a:pt x="2029598" y="2238717"/>
                </a:cubicBezTo>
                <a:lnTo>
                  <a:pt x="1928622" y="2141606"/>
                </a:lnTo>
                <a:cubicBezTo>
                  <a:pt x="1909942" y="2160966"/>
                  <a:pt x="1888146" y="2176251"/>
                  <a:pt x="1864910" y="2189386"/>
                </a:cubicBezTo>
                <a:lnTo>
                  <a:pt x="1920560" y="2315278"/>
                </a:lnTo>
                <a:cubicBezTo>
                  <a:pt x="1931758" y="2334781"/>
                  <a:pt x="1925025" y="2359668"/>
                  <a:pt x="1905521" y="2370867"/>
                </a:cubicBezTo>
                <a:cubicBezTo>
                  <a:pt x="1886018" y="2382064"/>
                  <a:pt x="1861129" y="2375334"/>
                  <a:pt x="1849934" y="2355827"/>
                </a:cubicBezTo>
                <a:lnTo>
                  <a:pt x="1767028" y="2242208"/>
                </a:lnTo>
                <a:lnTo>
                  <a:pt x="1696686" y="2280167"/>
                </a:lnTo>
                <a:lnTo>
                  <a:pt x="1729257" y="2412290"/>
                </a:lnTo>
                <a:cubicBezTo>
                  <a:pt x="1736896" y="2433443"/>
                  <a:pt x="1725944" y="2456782"/>
                  <a:pt x="1704793" y="2464424"/>
                </a:cubicBezTo>
                <a:cubicBezTo>
                  <a:pt x="1683644" y="2472066"/>
                  <a:pt x="1660301" y="2461113"/>
                  <a:pt x="1652660" y="2439961"/>
                </a:cubicBezTo>
                <a:lnTo>
                  <a:pt x="1590570" y="2313309"/>
                </a:lnTo>
                <a:lnTo>
                  <a:pt x="1514735" y="2336650"/>
                </a:lnTo>
                <a:lnTo>
                  <a:pt x="1524013" y="2474611"/>
                </a:lnTo>
                <a:cubicBezTo>
                  <a:pt x="1527866" y="2496768"/>
                  <a:pt x="1513024" y="2517853"/>
                  <a:pt x="1490868" y="2521703"/>
                </a:cubicBezTo>
                <a:cubicBezTo>
                  <a:pt x="1468712" y="2525556"/>
                  <a:pt x="1447629" y="2510717"/>
                  <a:pt x="1443776" y="2488558"/>
                </a:cubicBezTo>
                <a:lnTo>
                  <a:pt x="1404585" y="2352926"/>
                </a:lnTo>
                <a:lnTo>
                  <a:pt x="1323258" y="2360926"/>
                </a:lnTo>
                <a:lnTo>
                  <a:pt x="1308231" y="2500335"/>
                </a:lnTo>
                <a:cubicBezTo>
                  <a:pt x="1308179" y="2522827"/>
                  <a:pt x="1289902" y="2541014"/>
                  <a:pt x="1267413" y="2540960"/>
                </a:cubicBezTo>
                <a:cubicBezTo>
                  <a:pt x="1244925" y="2540904"/>
                  <a:pt x="1226736" y="2522629"/>
                  <a:pt x="1226789" y="2500140"/>
                </a:cubicBezTo>
                <a:lnTo>
                  <a:pt x="1211834" y="2360598"/>
                </a:lnTo>
                <a:lnTo>
                  <a:pt x="1126130" y="2351749"/>
                </a:lnTo>
                <a:lnTo>
                  <a:pt x="1086137" y="2487699"/>
                </a:lnTo>
                <a:cubicBezTo>
                  <a:pt x="1082179" y="2509837"/>
                  <a:pt x="1061024" y="2524575"/>
                  <a:pt x="1038886" y="2520615"/>
                </a:cubicBezTo>
                <a:cubicBezTo>
                  <a:pt x="1016747" y="2516657"/>
                  <a:pt x="1002011" y="2495500"/>
                  <a:pt x="1005967" y="2473362"/>
                </a:cubicBezTo>
                <a:lnTo>
                  <a:pt x="1016025" y="2333879"/>
                </a:lnTo>
                <a:lnTo>
                  <a:pt x="940883" y="2310354"/>
                </a:lnTo>
                <a:lnTo>
                  <a:pt x="877490" y="2438093"/>
                </a:lnTo>
                <a:cubicBezTo>
                  <a:pt x="869749" y="2459206"/>
                  <a:pt x="846354" y="2470047"/>
                  <a:pt x="825239" y="2462306"/>
                </a:cubicBezTo>
                <a:cubicBezTo>
                  <a:pt x="804125" y="2454562"/>
                  <a:pt x="793285" y="2431169"/>
                  <a:pt x="801028" y="2410053"/>
                </a:cubicBezTo>
                <a:lnTo>
                  <a:pt x="834856" y="2275622"/>
                </a:lnTo>
                <a:lnTo>
                  <a:pt x="765554" y="2237789"/>
                </a:lnTo>
                <a:lnTo>
                  <a:pt x="680627" y="2353009"/>
                </a:lnTo>
                <a:cubicBezTo>
                  <a:pt x="669334" y="2372459"/>
                  <a:pt x="644415" y="2379071"/>
                  <a:pt x="624963" y="2367780"/>
                </a:cubicBezTo>
                <a:cubicBezTo>
                  <a:pt x="605516" y="2356490"/>
                  <a:pt x="598904" y="2331570"/>
                  <a:pt x="610194" y="2312122"/>
                </a:cubicBezTo>
                <a:lnTo>
                  <a:pt x="667463" y="2184241"/>
                </a:lnTo>
                <a:cubicBezTo>
                  <a:pt x="644873" y="2170776"/>
                  <a:pt x="623513" y="2155520"/>
                  <a:pt x="605366" y="2136126"/>
                </a:cubicBezTo>
                <a:lnTo>
                  <a:pt x="501527" y="2235033"/>
                </a:lnTo>
                <a:cubicBezTo>
                  <a:pt x="487029" y="2252227"/>
                  <a:pt x="461339" y="2254413"/>
                  <a:pt x="444146" y="2239916"/>
                </a:cubicBezTo>
                <a:cubicBezTo>
                  <a:pt x="426954" y="2225419"/>
                  <a:pt x="424767" y="2199728"/>
                  <a:pt x="439267" y="2182535"/>
                </a:cubicBezTo>
                <a:lnTo>
                  <a:pt x="519156" y="2064646"/>
                </a:lnTo>
                <a:cubicBezTo>
                  <a:pt x="498365" y="2048638"/>
                  <a:pt x="480048" y="2030023"/>
                  <a:pt x="464913" y="2008483"/>
                </a:cubicBezTo>
                <a:lnTo>
                  <a:pt x="345636" y="2087751"/>
                </a:lnTo>
                <a:cubicBezTo>
                  <a:pt x="328373" y="2102166"/>
                  <a:pt x="302693" y="2099857"/>
                  <a:pt x="288279" y="2082595"/>
                </a:cubicBezTo>
                <a:cubicBezTo>
                  <a:pt x="273864" y="2065332"/>
                  <a:pt x="276175" y="2039652"/>
                  <a:pt x="293436" y="2025238"/>
                </a:cubicBezTo>
                <a:lnTo>
                  <a:pt x="393751" y="1921809"/>
                </a:lnTo>
                <a:cubicBezTo>
                  <a:pt x="375187" y="1903196"/>
                  <a:pt x="360383" y="1881755"/>
                  <a:pt x="348168" y="1858612"/>
                </a:cubicBezTo>
                <a:lnTo>
                  <a:pt x="217689" y="1915635"/>
                </a:lnTo>
                <a:cubicBezTo>
                  <a:pt x="198186" y="1926833"/>
                  <a:pt x="173296" y="1920101"/>
                  <a:pt x="162099" y="1900597"/>
                </a:cubicBezTo>
                <a:cubicBezTo>
                  <a:pt x="150903" y="1881094"/>
                  <a:pt x="157633" y="1856205"/>
                  <a:pt x="177136" y="1845007"/>
                </a:cubicBezTo>
                <a:lnTo>
                  <a:pt x="294874" y="1759857"/>
                </a:lnTo>
                <a:cubicBezTo>
                  <a:pt x="279022" y="1738741"/>
                  <a:pt x="268153" y="1715051"/>
                  <a:pt x="258485" y="1690776"/>
                </a:cubicBezTo>
                <a:lnTo>
                  <a:pt x="121572" y="1723916"/>
                </a:lnTo>
                <a:cubicBezTo>
                  <a:pt x="100422" y="1731558"/>
                  <a:pt x="77078" y="1720604"/>
                  <a:pt x="69438" y="1699453"/>
                </a:cubicBezTo>
                <a:cubicBezTo>
                  <a:pt x="61797" y="1678302"/>
                  <a:pt x="72750" y="1654962"/>
                  <a:pt x="93902" y="1647321"/>
                </a:cubicBezTo>
                <a:lnTo>
                  <a:pt x="225468" y="1583504"/>
                </a:lnTo>
                <a:lnTo>
                  <a:pt x="202673" y="1509439"/>
                </a:lnTo>
                <a:lnTo>
                  <a:pt x="60206" y="1518420"/>
                </a:lnTo>
                <a:cubicBezTo>
                  <a:pt x="38050" y="1522272"/>
                  <a:pt x="16967" y="1507431"/>
                  <a:pt x="13115" y="1485275"/>
                </a:cubicBezTo>
                <a:cubicBezTo>
                  <a:pt x="9263" y="1463118"/>
                  <a:pt x="24102" y="1442033"/>
                  <a:pt x="46258" y="1438183"/>
                </a:cubicBezTo>
                <a:lnTo>
                  <a:pt x="187383" y="1398047"/>
                </a:lnTo>
                <a:lnTo>
                  <a:pt x="179796" y="1320931"/>
                </a:lnTo>
                <a:lnTo>
                  <a:pt x="40623" y="1305402"/>
                </a:lnTo>
                <a:cubicBezTo>
                  <a:pt x="18134" y="1305348"/>
                  <a:pt x="-55" y="1287073"/>
                  <a:pt x="1" y="1264584"/>
                </a:cubicBezTo>
                <a:cubicBezTo>
                  <a:pt x="55" y="1242093"/>
                  <a:pt x="18331" y="1223906"/>
                  <a:pt x="40820" y="1223961"/>
                </a:cubicBezTo>
                <a:lnTo>
                  <a:pt x="180571" y="1209745"/>
                </a:lnTo>
                <a:lnTo>
                  <a:pt x="188693" y="1131089"/>
                </a:lnTo>
                <a:lnTo>
                  <a:pt x="53241" y="1091310"/>
                </a:lnTo>
                <a:cubicBezTo>
                  <a:pt x="31104" y="1087352"/>
                  <a:pt x="16364" y="1066196"/>
                  <a:pt x="20324" y="1044058"/>
                </a:cubicBezTo>
                <a:cubicBezTo>
                  <a:pt x="24282" y="1021919"/>
                  <a:pt x="45439" y="1007183"/>
                  <a:pt x="67575" y="1011142"/>
                </a:cubicBezTo>
                <a:lnTo>
                  <a:pt x="205444" y="1021245"/>
                </a:lnTo>
                <a:lnTo>
                  <a:pt x="229218" y="945301"/>
                </a:lnTo>
                <a:lnTo>
                  <a:pt x="102846" y="882662"/>
                </a:lnTo>
                <a:cubicBezTo>
                  <a:pt x="81733" y="874919"/>
                  <a:pt x="70892" y="851526"/>
                  <a:pt x="78635" y="830411"/>
                </a:cubicBezTo>
                <a:cubicBezTo>
                  <a:pt x="86377" y="809298"/>
                  <a:pt x="109771" y="798458"/>
                  <a:pt x="130886" y="806199"/>
                </a:cubicBezTo>
                <a:lnTo>
                  <a:pt x="262774" y="839551"/>
                </a:lnTo>
                <a:lnTo>
                  <a:pt x="301180" y="769193"/>
                </a:lnTo>
                <a:lnTo>
                  <a:pt x="187931" y="685801"/>
                </a:lnTo>
                <a:cubicBezTo>
                  <a:pt x="168479" y="674507"/>
                  <a:pt x="161868" y="649586"/>
                  <a:pt x="173159" y="630137"/>
                </a:cubicBezTo>
                <a:cubicBezTo>
                  <a:pt x="178805" y="620414"/>
                  <a:pt x="187857" y="613898"/>
                  <a:pt x="197933" y="611226"/>
                </a:cubicBezTo>
                <a:cubicBezTo>
                  <a:pt x="208005" y="608553"/>
                  <a:pt x="219096" y="609722"/>
                  <a:pt x="228821" y="615368"/>
                </a:cubicBezTo>
                <a:lnTo>
                  <a:pt x="354368" y="671767"/>
                </a:lnTo>
                <a:cubicBezTo>
                  <a:pt x="367640" y="648522"/>
                  <a:pt x="383072" y="626738"/>
                  <a:pt x="402572" y="608093"/>
                </a:cubicBezTo>
                <a:lnTo>
                  <a:pt x="305906" y="506701"/>
                </a:lnTo>
                <a:cubicBezTo>
                  <a:pt x="288712" y="492204"/>
                  <a:pt x="286528" y="466513"/>
                  <a:pt x="301025" y="449319"/>
                </a:cubicBezTo>
                <a:cubicBezTo>
                  <a:pt x="308273" y="440724"/>
                  <a:pt x="318320" y="435878"/>
                  <a:pt x="328705" y="434997"/>
                </a:cubicBezTo>
                <a:cubicBezTo>
                  <a:pt x="339088" y="434114"/>
                  <a:pt x="349810" y="437191"/>
                  <a:pt x="358406" y="444440"/>
                </a:cubicBezTo>
                <a:lnTo>
                  <a:pt x="473456" y="522602"/>
                </a:lnTo>
                <a:cubicBezTo>
                  <a:pt x="489549" y="501151"/>
                  <a:pt x="508493" y="482386"/>
                  <a:pt x="530290" y="466709"/>
                </a:cubicBezTo>
                <a:lnTo>
                  <a:pt x="453189" y="350808"/>
                </a:lnTo>
                <a:cubicBezTo>
                  <a:pt x="438775" y="333546"/>
                  <a:pt x="441084" y="307866"/>
                  <a:pt x="458347" y="293452"/>
                </a:cubicBezTo>
                <a:cubicBezTo>
                  <a:pt x="466978" y="286246"/>
                  <a:pt x="477714" y="283219"/>
                  <a:pt x="488093" y="284153"/>
                </a:cubicBezTo>
                <a:cubicBezTo>
                  <a:pt x="498472" y="285086"/>
                  <a:pt x="508495" y="289980"/>
                  <a:pt x="515703" y="298610"/>
                </a:cubicBezTo>
                <a:lnTo>
                  <a:pt x="616127" y="396236"/>
                </a:lnTo>
                <a:cubicBezTo>
                  <a:pt x="635069" y="377086"/>
                  <a:pt x="656988" y="361861"/>
                  <a:pt x="680562" y="349137"/>
                </a:cubicBezTo>
                <a:lnTo>
                  <a:pt x="625305" y="222861"/>
                </a:lnTo>
                <a:cubicBezTo>
                  <a:pt x="614109" y="203357"/>
                  <a:pt x="620840" y="178469"/>
                  <a:pt x="640343" y="167272"/>
                </a:cubicBezTo>
                <a:cubicBezTo>
                  <a:pt x="650094" y="161672"/>
                  <a:pt x="661194" y="160558"/>
                  <a:pt x="671255" y="163280"/>
                </a:cubicBezTo>
                <a:cubicBezTo>
                  <a:pt x="681313" y="166000"/>
                  <a:pt x="690334" y="172558"/>
                  <a:pt x="695933" y="182311"/>
                </a:cubicBezTo>
                <a:lnTo>
                  <a:pt x="778254" y="296414"/>
                </a:lnTo>
                <a:cubicBezTo>
                  <a:pt x="799900" y="280109"/>
                  <a:pt x="824197" y="268902"/>
                  <a:pt x="849063" y="258834"/>
                </a:cubicBezTo>
                <a:lnTo>
                  <a:pt x="817026" y="126745"/>
                </a:lnTo>
                <a:cubicBezTo>
                  <a:pt x="809384" y="105594"/>
                  <a:pt x="820337" y="82252"/>
                  <a:pt x="841490" y="74611"/>
                </a:cubicBezTo>
                <a:cubicBezTo>
                  <a:pt x="862640" y="66970"/>
                  <a:pt x="885982" y="77924"/>
                  <a:pt x="893621" y="99075"/>
                </a:cubicBezTo>
                <a:lnTo>
                  <a:pt x="955100" y="226198"/>
                </a:lnTo>
                <a:lnTo>
                  <a:pt x="1031247" y="202762"/>
                </a:lnTo>
                <a:lnTo>
                  <a:pt x="1022521" y="65380"/>
                </a:lnTo>
                <a:cubicBezTo>
                  <a:pt x="1018670" y="43225"/>
                  <a:pt x="1033510" y="22139"/>
                  <a:pt x="1055666" y="18287"/>
                </a:cubicBezTo>
                <a:cubicBezTo>
                  <a:pt x="1077825" y="14434"/>
                  <a:pt x="1098908" y="29274"/>
                  <a:pt x="1102758" y="51431"/>
                </a:cubicBezTo>
                <a:lnTo>
                  <a:pt x="1141299" y="187548"/>
                </a:lnTo>
                <a:lnTo>
                  <a:pt x="1217158" y="180085"/>
                </a:lnTo>
                <a:lnTo>
                  <a:pt x="1232718" y="40623"/>
                </a:lnTo>
                <a:cubicBezTo>
                  <a:pt x="1232772" y="18136"/>
                  <a:pt x="1251049" y="-54"/>
                  <a:pt x="1273537" y="1"/>
                </a:cubicBezTo>
                <a:close/>
              </a:path>
            </a:pathLst>
          </a:custGeom>
          <a:solidFill>
            <a:schemeClr val="bg2">
              <a:lumMod val="20000"/>
              <a:lumOff val="80000"/>
            </a:schemeClr>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00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grpSp>
        <p:nvGrpSpPr>
          <p:cNvPr id="46" name="Group 45">
            <a:extLst>
              <a:ext uri="{FF2B5EF4-FFF2-40B4-BE49-F238E27FC236}">
                <a16:creationId xmlns:a16="http://schemas.microsoft.com/office/drawing/2014/main" id="{FC0AB986-5DC2-436C-AE39-1AE693B4658A}"/>
              </a:ext>
            </a:extLst>
          </p:cNvPr>
          <p:cNvGrpSpPr>
            <a:grpSpLocks noChangeAspect="1"/>
          </p:cNvGrpSpPr>
          <p:nvPr userDrawn="1"/>
        </p:nvGrpSpPr>
        <p:grpSpPr>
          <a:xfrm>
            <a:off x="720090" y="906728"/>
            <a:ext cx="2514600" cy="1676962"/>
            <a:chOff x="2947569" y="1486378"/>
            <a:chExt cx="1795881" cy="1197656"/>
          </a:xfrm>
        </p:grpSpPr>
        <p:sp>
          <p:nvSpPr>
            <p:cNvPr id="47" name="Oval 46">
              <a:extLst>
                <a:ext uri="{FF2B5EF4-FFF2-40B4-BE49-F238E27FC236}">
                  <a16:creationId xmlns:a16="http://schemas.microsoft.com/office/drawing/2014/main" id="{759C83DB-15CC-4510-97D9-8C051090E941}"/>
                </a:ext>
              </a:extLst>
            </p:cNvPr>
            <p:cNvSpPr/>
            <p:nvPr userDrawn="1"/>
          </p:nvSpPr>
          <p:spPr>
            <a:xfrm>
              <a:off x="3976213" y="1486378"/>
              <a:ext cx="767237" cy="767236"/>
            </a:xfrm>
            <a:prstGeom prst="ellipse">
              <a:avLst/>
            </a:prstGeom>
            <a:solidFill>
              <a:schemeClr val="bg1"/>
            </a:solidFill>
          </p:spPr>
          <p:txBody>
            <a:bodyPr wrap="square" lIns="72000" tIns="36000" rIns="72000" bIns="36000" rtlCol="0" anchor="ctr">
              <a:noAutofit/>
            </a:bodyPr>
            <a:lstStyle/>
            <a:p>
              <a:pPr algn="l" defTabSz="230733" hangingPunct="0">
                <a:lnSpc>
                  <a:spcPct val="90000"/>
                </a:lnSpc>
                <a:spcAft>
                  <a:spcPts val="447"/>
                </a:spcAft>
                <a:buClr>
                  <a:srgbClr val="E6513E"/>
                </a:buClr>
              </a:pPr>
              <a:endParaRPr lang="en-GB" sz="75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48" name="Freeform: Shape 47">
              <a:extLst>
                <a:ext uri="{FF2B5EF4-FFF2-40B4-BE49-F238E27FC236}">
                  <a16:creationId xmlns:a16="http://schemas.microsoft.com/office/drawing/2014/main" id="{08074E45-1AC5-4D61-AEA8-CC09BF79D539}"/>
                </a:ext>
              </a:extLst>
            </p:cNvPr>
            <p:cNvSpPr/>
            <p:nvPr/>
          </p:nvSpPr>
          <p:spPr>
            <a:xfrm>
              <a:off x="3976213" y="1486378"/>
              <a:ext cx="767237" cy="767236"/>
            </a:xfrm>
            <a:custGeom>
              <a:avLst/>
              <a:gdLst>
                <a:gd name="connsiteX0" fmla="*/ 153291 w 2650554"/>
                <a:gd name="connsiteY0" fmla="*/ 707403 h 2650554"/>
                <a:gd name="connsiteX1" fmla="*/ 153291 w 2650554"/>
                <a:gd name="connsiteY1" fmla="*/ 1943152 h 2650554"/>
                <a:gd name="connsiteX2" fmla="*/ 104147 w 2650554"/>
                <a:gd name="connsiteY2" fmla="*/ 1841135 h 2650554"/>
                <a:gd name="connsiteX3" fmla="*/ 0 w 2650554"/>
                <a:gd name="connsiteY3" fmla="*/ 1325277 h 2650554"/>
                <a:gd name="connsiteX4" fmla="*/ 104147 w 2650554"/>
                <a:gd name="connsiteY4" fmla="*/ 809420 h 2650554"/>
                <a:gd name="connsiteX5" fmla="*/ 1325277 w 2650554"/>
                <a:gd name="connsiteY5" fmla="*/ 0 h 2650554"/>
                <a:gd name="connsiteX6" fmla="*/ 2650554 w 2650554"/>
                <a:gd name="connsiteY6" fmla="*/ 1325277 h 2650554"/>
                <a:gd name="connsiteX7" fmla="*/ 1325277 w 2650554"/>
                <a:gd name="connsiteY7" fmla="*/ 2650554 h 2650554"/>
                <a:gd name="connsiteX8" fmla="*/ 302629 w 2650554"/>
                <a:gd name="connsiteY8" fmla="*/ 2168276 h 2650554"/>
                <a:gd name="connsiteX9" fmla="*/ 252590 w 2650554"/>
                <a:gd name="connsiteY9" fmla="*/ 2101360 h 2650554"/>
                <a:gd name="connsiteX10" fmla="*/ 363376 w 2650554"/>
                <a:gd name="connsiteY10" fmla="*/ 2101360 h 2650554"/>
                <a:gd name="connsiteX11" fmla="*/ 729428 w 2650554"/>
                <a:gd name="connsiteY11" fmla="*/ 2101360 h 2650554"/>
                <a:gd name="connsiteX12" fmla="*/ 729428 w 2650554"/>
                <a:gd name="connsiteY12" fmla="*/ 1931019 h 2650554"/>
                <a:gd name="connsiteX13" fmla="*/ 363376 w 2650554"/>
                <a:gd name="connsiteY13" fmla="*/ 1931019 h 2650554"/>
                <a:gd name="connsiteX14" fmla="*/ 363376 w 2650554"/>
                <a:gd name="connsiteY14" fmla="*/ 1373934 h 2650554"/>
                <a:gd name="connsiteX15" fmla="*/ 684601 w 2650554"/>
                <a:gd name="connsiteY15" fmla="*/ 1373934 h 2650554"/>
                <a:gd name="connsiteX16" fmla="*/ 684601 w 2650554"/>
                <a:gd name="connsiteY16" fmla="*/ 1203593 h 2650554"/>
                <a:gd name="connsiteX17" fmla="*/ 363376 w 2650554"/>
                <a:gd name="connsiteY17" fmla="*/ 1203593 h 2650554"/>
                <a:gd name="connsiteX18" fmla="*/ 363376 w 2650554"/>
                <a:gd name="connsiteY18" fmla="*/ 679122 h 2650554"/>
                <a:gd name="connsiteX19" fmla="*/ 729428 w 2650554"/>
                <a:gd name="connsiteY19" fmla="*/ 679122 h 2650554"/>
                <a:gd name="connsiteX20" fmla="*/ 729428 w 2650554"/>
                <a:gd name="connsiteY20" fmla="*/ 508781 h 2650554"/>
                <a:gd name="connsiteX21" fmla="*/ 363376 w 2650554"/>
                <a:gd name="connsiteY21" fmla="*/ 508781 h 2650554"/>
                <a:gd name="connsiteX22" fmla="*/ 282811 w 2650554"/>
                <a:gd name="connsiteY22" fmla="*/ 508781 h 2650554"/>
                <a:gd name="connsiteX23" fmla="*/ 302629 w 2650554"/>
                <a:gd name="connsiteY23" fmla="*/ 482278 h 2650554"/>
                <a:gd name="connsiteX24" fmla="*/ 1325277 w 2650554"/>
                <a:gd name="connsiteY24" fmla="*/ 0 h 2650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650554" h="2650554">
                  <a:moveTo>
                    <a:pt x="153291" y="707403"/>
                  </a:moveTo>
                  <a:lnTo>
                    <a:pt x="153291" y="1943152"/>
                  </a:lnTo>
                  <a:lnTo>
                    <a:pt x="104147" y="1841135"/>
                  </a:lnTo>
                  <a:cubicBezTo>
                    <a:pt x="37084" y="1682581"/>
                    <a:pt x="0" y="1508260"/>
                    <a:pt x="0" y="1325277"/>
                  </a:cubicBezTo>
                  <a:cubicBezTo>
                    <a:pt x="0" y="1142295"/>
                    <a:pt x="37084" y="967973"/>
                    <a:pt x="104147" y="809420"/>
                  </a:cubicBezTo>
                  <a:close/>
                  <a:moveTo>
                    <a:pt x="1325277" y="0"/>
                  </a:moveTo>
                  <a:cubicBezTo>
                    <a:pt x="2057207" y="0"/>
                    <a:pt x="2650554" y="593347"/>
                    <a:pt x="2650554" y="1325277"/>
                  </a:cubicBezTo>
                  <a:cubicBezTo>
                    <a:pt x="2650554" y="2057207"/>
                    <a:pt x="2057207" y="2650554"/>
                    <a:pt x="1325277" y="2650554"/>
                  </a:cubicBezTo>
                  <a:cubicBezTo>
                    <a:pt x="913567" y="2650554"/>
                    <a:pt x="545705" y="2462815"/>
                    <a:pt x="302629" y="2168276"/>
                  </a:cubicBezTo>
                  <a:lnTo>
                    <a:pt x="252590" y="2101360"/>
                  </a:lnTo>
                  <a:lnTo>
                    <a:pt x="363376" y="2101360"/>
                  </a:lnTo>
                  <a:lnTo>
                    <a:pt x="729428" y="2101360"/>
                  </a:lnTo>
                  <a:lnTo>
                    <a:pt x="729428" y="1931019"/>
                  </a:lnTo>
                  <a:lnTo>
                    <a:pt x="363376" y="1931019"/>
                  </a:lnTo>
                  <a:lnTo>
                    <a:pt x="363376" y="1373934"/>
                  </a:lnTo>
                  <a:lnTo>
                    <a:pt x="684601" y="1373934"/>
                  </a:lnTo>
                  <a:lnTo>
                    <a:pt x="684601" y="1203593"/>
                  </a:lnTo>
                  <a:lnTo>
                    <a:pt x="363376" y="1203593"/>
                  </a:lnTo>
                  <a:lnTo>
                    <a:pt x="363376" y="679122"/>
                  </a:lnTo>
                  <a:lnTo>
                    <a:pt x="729428" y="679122"/>
                  </a:lnTo>
                  <a:lnTo>
                    <a:pt x="729428" y="508781"/>
                  </a:lnTo>
                  <a:lnTo>
                    <a:pt x="363376" y="508781"/>
                  </a:lnTo>
                  <a:lnTo>
                    <a:pt x="282811" y="508781"/>
                  </a:lnTo>
                  <a:lnTo>
                    <a:pt x="302629" y="482278"/>
                  </a:lnTo>
                  <a:cubicBezTo>
                    <a:pt x="545705" y="187739"/>
                    <a:pt x="913567" y="0"/>
                    <a:pt x="1325277" y="0"/>
                  </a:cubicBezTo>
                  <a:close/>
                </a:path>
              </a:pathLst>
            </a:custGeom>
            <a:solidFill>
              <a:schemeClr val="tx2"/>
            </a:solidFill>
          </p:spPr>
          <p:txBody>
            <a:bodyPr wrap="square" lIns="72000" tIns="36000" rIns="72000" bIns="36000" rtlCol="0" anchor="ctr">
              <a:noAutofit/>
            </a:bodyPr>
            <a:lstStyle/>
            <a:p>
              <a:pPr algn="l" defTabSz="230733" hangingPunct="0">
                <a:lnSpc>
                  <a:spcPct val="90000"/>
                </a:lnSpc>
                <a:spcAft>
                  <a:spcPts val="447"/>
                </a:spcAft>
                <a:buClr>
                  <a:srgbClr val="E6513E"/>
                </a:buClr>
              </a:pPr>
              <a:endParaRPr lang="en-GB" sz="75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49" name="Freeform: Shape 48">
              <a:extLst>
                <a:ext uri="{FF2B5EF4-FFF2-40B4-BE49-F238E27FC236}">
                  <a16:creationId xmlns:a16="http://schemas.microsoft.com/office/drawing/2014/main" id="{B136C4FB-27E4-4015-BFEE-6BE443824A60}"/>
                </a:ext>
              </a:extLst>
            </p:cNvPr>
            <p:cNvSpPr/>
            <p:nvPr/>
          </p:nvSpPr>
          <p:spPr>
            <a:xfrm>
              <a:off x="2947569" y="1625897"/>
              <a:ext cx="1792582" cy="1058137"/>
            </a:xfrm>
            <a:custGeom>
              <a:avLst/>
              <a:gdLst>
                <a:gd name="connsiteX0" fmla="*/ 1653463 w 1792582"/>
                <a:gd name="connsiteY0" fmla="*/ 914845 h 1058137"/>
                <a:gd name="connsiteX1" fmla="*/ 1638885 w 1792582"/>
                <a:gd name="connsiteY1" fmla="*/ 954895 h 1058137"/>
                <a:gd name="connsiteX2" fmla="*/ 1653463 w 1792582"/>
                <a:gd name="connsiteY2" fmla="*/ 994945 h 1058137"/>
                <a:gd name="connsiteX3" fmla="*/ 1668040 w 1792582"/>
                <a:gd name="connsiteY3" fmla="*/ 954895 h 1058137"/>
                <a:gd name="connsiteX4" fmla="*/ 1653463 w 1792582"/>
                <a:gd name="connsiteY4" fmla="*/ 914845 h 1058137"/>
                <a:gd name="connsiteX5" fmla="*/ 166428 w 1792582"/>
                <a:gd name="connsiteY5" fmla="*/ 914707 h 1058137"/>
                <a:gd name="connsiteX6" fmla="*/ 151851 w 1792582"/>
                <a:gd name="connsiteY6" fmla="*/ 954758 h 1058137"/>
                <a:gd name="connsiteX7" fmla="*/ 166428 w 1792582"/>
                <a:gd name="connsiteY7" fmla="*/ 994808 h 1058137"/>
                <a:gd name="connsiteX8" fmla="*/ 181005 w 1792582"/>
                <a:gd name="connsiteY8" fmla="*/ 954758 h 1058137"/>
                <a:gd name="connsiteX9" fmla="*/ 166428 w 1792582"/>
                <a:gd name="connsiteY9" fmla="*/ 914707 h 1058137"/>
                <a:gd name="connsiteX10" fmla="*/ 1484566 w 1792582"/>
                <a:gd name="connsiteY10" fmla="*/ 912443 h 1058137"/>
                <a:gd name="connsiteX11" fmla="*/ 1469642 w 1792582"/>
                <a:gd name="connsiteY11" fmla="*/ 937376 h 1058137"/>
                <a:gd name="connsiteX12" fmla="*/ 1469546 w 1792582"/>
                <a:gd name="connsiteY12" fmla="*/ 942259 h 1058137"/>
                <a:gd name="connsiteX13" fmla="*/ 1499391 w 1792582"/>
                <a:gd name="connsiteY13" fmla="*/ 942259 h 1058137"/>
                <a:gd name="connsiteX14" fmla="*/ 1499206 w 1792582"/>
                <a:gd name="connsiteY14" fmla="*/ 937354 h 1058137"/>
                <a:gd name="connsiteX15" fmla="*/ 1484566 w 1792582"/>
                <a:gd name="connsiteY15" fmla="*/ 912443 h 1058137"/>
                <a:gd name="connsiteX16" fmla="*/ 1070393 w 1792582"/>
                <a:gd name="connsiteY16" fmla="*/ 912443 h 1058137"/>
                <a:gd name="connsiteX17" fmla="*/ 1055156 w 1792582"/>
                <a:gd name="connsiteY17" fmla="*/ 953247 h 1058137"/>
                <a:gd name="connsiteX18" fmla="*/ 1070393 w 1792582"/>
                <a:gd name="connsiteY18" fmla="*/ 994053 h 1058137"/>
                <a:gd name="connsiteX19" fmla="*/ 1085631 w 1792582"/>
                <a:gd name="connsiteY19" fmla="*/ 953247 h 1058137"/>
                <a:gd name="connsiteX20" fmla="*/ 1070393 w 1792582"/>
                <a:gd name="connsiteY20" fmla="*/ 912443 h 1058137"/>
                <a:gd name="connsiteX21" fmla="*/ 915496 w 1792582"/>
                <a:gd name="connsiteY21" fmla="*/ 912443 h 1058137"/>
                <a:gd name="connsiteX22" fmla="*/ 900573 w 1792582"/>
                <a:gd name="connsiteY22" fmla="*/ 937376 h 1058137"/>
                <a:gd name="connsiteX23" fmla="*/ 900476 w 1792582"/>
                <a:gd name="connsiteY23" fmla="*/ 942259 h 1058137"/>
                <a:gd name="connsiteX24" fmla="*/ 930321 w 1792582"/>
                <a:gd name="connsiteY24" fmla="*/ 942259 h 1058137"/>
                <a:gd name="connsiteX25" fmla="*/ 930137 w 1792582"/>
                <a:gd name="connsiteY25" fmla="*/ 937354 h 1058137"/>
                <a:gd name="connsiteX26" fmla="*/ 915496 w 1792582"/>
                <a:gd name="connsiteY26" fmla="*/ 912443 h 1058137"/>
                <a:gd name="connsiteX27" fmla="*/ 637849 w 1792582"/>
                <a:gd name="connsiteY27" fmla="*/ 912443 h 1058137"/>
                <a:gd name="connsiteX28" fmla="*/ 622612 w 1792582"/>
                <a:gd name="connsiteY28" fmla="*/ 953247 h 1058137"/>
                <a:gd name="connsiteX29" fmla="*/ 637849 w 1792582"/>
                <a:gd name="connsiteY29" fmla="*/ 994053 h 1058137"/>
                <a:gd name="connsiteX30" fmla="*/ 653087 w 1792582"/>
                <a:gd name="connsiteY30" fmla="*/ 953247 h 1058137"/>
                <a:gd name="connsiteX31" fmla="*/ 637849 w 1792582"/>
                <a:gd name="connsiteY31" fmla="*/ 912443 h 1058137"/>
                <a:gd name="connsiteX32" fmla="*/ 263432 w 1792582"/>
                <a:gd name="connsiteY32" fmla="*/ 912443 h 1058137"/>
                <a:gd name="connsiteX33" fmla="*/ 248508 w 1792582"/>
                <a:gd name="connsiteY33" fmla="*/ 937376 h 1058137"/>
                <a:gd name="connsiteX34" fmla="*/ 248412 w 1792582"/>
                <a:gd name="connsiteY34" fmla="*/ 942259 h 1058137"/>
                <a:gd name="connsiteX35" fmla="*/ 278257 w 1792582"/>
                <a:gd name="connsiteY35" fmla="*/ 942259 h 1058137"/>
                <a:gd name="connsiteX36" fmla="*/ 278072 w 1792582"/>
                <a:gd name="connsiteY36" fmla="*/ 937354 h 1058137"/>
                <a:gd name="connsiteX37" fmla="*/ 263432 w 1792582"/>
                <a:gd name="connsiteY37" fmla="*/ 912443 h 1058137"/>
                <a:gd name="connsiteX38" fmla="*/ 1714910 w 1792582"/>
                <a:gd name="connsiteY38" fmla="*/ 896590 h 1058137"/>
                <a:gd name="connsiteX39" fmla="*/ 1734882 w 1792582"/>
                <a:gd name="connsiteY39" fmla="*/ 896590 h 1058137"/>
                <a:gd name="connsiteX40" fmla="*/ 1753333 w 1792582"/>
                <a:gd name="connsiteY40" fmla="*/ 971008 h 1058137"/>
                <a:gd name="connsiteX41" fmla="*/ 1772205 w 1792582"/>
                <a:gd name="connsiteY41" fmla="*/ 896590 h 1058137"/>
                <a:gd name="connsiteX42" fmla="*/ 1792177 w 1792582"/>
                <a:gd name="connsiteY42" fmla="*/ 896590 h 1058137"/>
                <a:gd name="connsiteX43" fmla="*/ 1746000 w 1792582"/>
                <a:gd name="connsiteY43" fmla="*/ 1058137 h 1058137"/>
                <a:gd name="connsiteX44" fmla="*/ 1726028 w 1792582"/>
                <a:gd name="connsiteY44" fmla="*/ 1058137 h 1058137"/>
                <a:gd name="connsiteX45" fmla="*/ 1742258 w 1792582"/>
                <a:gd name="connsiteY45" fmla="*/ 998644 h 1058137"/>
                <a:gd name="connsiteX46" fmla="*/ 1350499 w 1792582"/>
                <a:gd name="connsiteY46" fmla="*/ 896590 h 1058137"/>
                <a:gd name="connsiteX47" fmla="*/ 1370471 w 1792582"/>
                <a:gd name="connsiteY47" fmla="*/ 896590 h 1058137"/>
                <a:gd name="connsiteX48" fmla="*/ 1370471 w 1792582"/>
                <a:gd name="connsiteY48" fmla="*/ 912636 h 1058137"/>
                <a:gd name="connsiteX49" fmla="*/ 1392815 w 1792582"/>
                <a:gd name="connsiteY49" fmla="*/ 896973 h 1058137"/>
                <a:gd name="connsiteX50" fmla="*/ 1417110 w 1792582"/>
                <a:gd name="connsiteY50" fmla="*/ 931246 h 1058137"/>
                <a:gd name="connsiteX51" fmla="*/ 1417582 w 1792582"/>
                <a:gd name="connsiteY51" fmla="*/ 1009192 h 1058137"/>
                <a:gd name="connsiteX52" fmla="*/ 1397610 w 1792582"/>
                <a:gd name="connsiteY52" fmla="*/ 1009192 h 1058137"/>
                <a:gd name="connsiteX53" fmla="*/ 1397893 w 1792582"/>
                <a:gd name="connsiteY53" fmla="*/ 936367 h 1058137"/>
                <a:gd name="connsiteX54" fmla="*/ 1385541 w 1792582"/>
                <a:gd name="connsiteY54" fmla="*/ 914392 h 1058137"/>
                <a:gd name="connsiteX55" fmla="*/ 1370504 w 1792582"/>
                <a:gd name="connsiteY55" fmla="*/ 934362 h 1058137"/>
                <a:gd name="connsiteX56" fmla="*/ 1370390 w 1792582"/>
                <a:gd name="connsiteY56" fmla="*/ 937613 h 1058137"/>
                <a:gd name="connsiteX57" fmla="*/ 1370170 w 1792582"/>
                <a:gd name="connsiteY57" fmla="*/ 937613 h 1058137"/>
                <a:gd name="connsiteX58" fmla="*/ 1370170 w 1792582"/>
                <a:gd name="connsiteY58" fmla="*/ 996661 h 1058137"/>
                <a:gd name="connsiteX59" fmla="*/ 1370471 w 1792582"/>
                <a:gd name="connsiteY59" fmla="*/ 996661 h 1058137"/>
                <a:gd name="connsiteX60" fmla="*/ 1370471 w 1792582"/>
                <a:gd name="connsiteY60" fmla="*/ 1009192 h 1058137"/>
                <a:gd name="connsiteX61" fmla="*/ 1350499 w 1792582"/>
                <a:gd name="connsiteY61" fmla="*/ 1009192 h 1058137"/>
                <a:gd name="connsiteX62" fmla="*/ 703301 w 1792582"/>
                <a:gd name="connsiteY62" fmla="*/ 896590 h 1058137"/>
                <a:gd name="connsiteX63" fmla="*/ 723273 w 1792582"/>
                <a:gd name="connsiteY63" fmla="*/ 896590 h 1058137"/>
                <a:gd name="connsiteX64" fmla="*/ 723273 w 1792582"/>
                <a:gd name="connsiteY64" fmla="*/ 935890 h 1058137"/>
                <a:gd name="connsiteX65" fmla="*/ 723669 w 1792582"/>
                <a:gd name="connsiteY65" fmla="*/ 935767 h 1058137"/>
                <a:gd name="connsiteX66" fmla="*/ 723669 w 1792582"/>
                <a:gd name="connsiteY66" fmla="*/ 977978 h 1058137"/>
                <a:gd name="connsiteX67" fmla="*/ 723993 w 1792582"/>
                <a:gd name="connsiteY67" fmla="*/ 977978 h 1058137"/>
                <a:gd name="connsiteX68" fmla="*/ 724972 w 1792582"/>
                <a:gd name="connsiteY68" fmla="*/ 985894 h 1058137"/>
                <a:gd name="connsiteX69" fmla="*/ 736125 w 1792582"/>
                <a:gd name="connsiteY69" fmla="*/ 994808 h 1058137"/>
                <a:gd name="connsiteX70" fmla="*/ 747278 w 1792582"/>
                <a:gd name="connsiteY70" fmla="*/ 985873 h 1058137"/>
                <a:gd name="connsiteX71" fmla="*/ 748257 w 1792582"/>
                <a:gd name="connsiteY71" fmla="*/ 977978 h 1058137"/>
                <a:gd name="connsiteX72" fmla="*/ 748582 w 1792582"/>
                <a:gd name="connsiteY72" fmla="*/ 977978 h 1058137"/>
                <a:gd name="connsiteX73" fmla="*/ 748582 w 1792582"/>
                <a:gd name="connsiteY73" fmla="*/ 917038 h 1058137"/>
                <a:gd name="connsiteX74" fmla="*/ 748575 w 1792582"/>
                <a:gd name="connsiteY74" fmla="*/ 917038 h 1058137"/>
                <a:gd name="connsiteX75" fmla="*/ 748575 w 1792582"/>
                <a:gd name="connsiteY75" fmla="*/ 896590 h 1058137"/>
                <a:gd name="connsiteX76" fmla="*/ 768547 w 1792582"/>
                <a:gd name="connsiteY76" fmla="*/ 896590 h 1058137"/>
                <a:gd name="connsiteX77" fmla="*/ 768547 w 1792582"/>
                <a:gd name="connsiteY77" fmla="*/ 975013 h 1058137"/>
                <a:gd name="connsiteX78" fmla="*/ 768547 w 1792582"/>
                <a:gd name="connsiteY78" fmla="*/ 975015 h 1058137"/>
                <a:gd name="connsiteX79" fmla="*/ 768547 w 1792582"/>
                <a:gd name="connsiteY79" fmla="*/ 975018 h 1058137"/>
                <a:gd name="connsiteX80" fmla="*/ 768547 w 1792582"/>
                <a:gd name="connsiteY80" fmla="*/ 976933 h 1058137"/>
                <a:gd name="connsiteX81" fmla="*/ 768420 w 1792582"/>
                <a:gd name="connsiteY81" fmla="*/ 976933 h 1058137"/>
                <a:gd name="connsiteX82" fmla="*/ 767494 w 1792582"/>
                <a:gd name="connsiteY82" fmla="*/ 990893 h 1058137"/>
                <a:gd name="connsiteX83" fmla="*/ 735985 w 1792582"/>
                <a:gd name="connsiteY83" fmla="*/ 1015821 h 1058137"/>
                <a:gd name="connsiteX84" fmla="*/ 704476 w 1792582"/>
                <a:gd name="connsiteY84" fmla="*/ 990904 h 1058137"/>
                <a:gd name="connsiteX85" fmla="*/ 703550 w 1792582"/>
                <a:gd name="connsiteY85" fmla="*/ 976933 h 1058137"/>
                <a:gd name="connsiteX86" fmla="*/ 703301 w 1792582"/>
                <a:gd name="connsiteY86" fmla="*/ 976933 h 1058137"/>
                <a:gd name="connsiteX87" fmla="*/ 326701 w 1792582"/>
                <a:gd name="connsiteY87" fmla="*/ 896590 h 1058137"/>
                <a:gd name="connsiteX88" fmla="*/ 346672 w 1792582"/>
                <a:gd name="connsiteY88" fmla="*/ 896590 h 1058137"/>
                <a:gd name="connsiteX89" fmla="*/ 346672 w 1792582"/>
                <a:gd name="connsiteY89" fmla="*/ 912636 h 1058137"/>
                <a:gd name="connsiteX90" fmla="*/ 369017 w 1792582"/>
                <a:gd name="connsiteY90" fmla="*/ 896973 h 1058137"/>
                <a:gd name="connsiteX91" fmla="*/ 393311 w 1792582"/>
                <a:gd name="connsiteY91" fmla="*/ 931246 h 1058137"/>
                <a:gd name="connsiteX92" fmla="*/ 393784 w 1792582"/>
                <a:gd name="connsiteY92" fmla="*/ 1009192 h 1058137"/>
                <a:gd name="connsiteX93" fmla="*/ 373812 w 1792582"/>
                <a:gd name="connsiteY93" fmla="*/ 1009192 h 1058137"/>
                <a:gd name="connsiteX94" fmla="*/ 374095 w 1792582"/>
                <a:gd name="connsiteY94" fmla="*/ 936367 h 1058137"/>
                <a:gd name="connsiteX95" fmla="*/ 361743 w 1792582"/>
                <a:gd name="connsiteY95" fmla="*/ 914392 h 1058137"/>
                <a:gd name="connsiteX96" fmla="*/ 346705 w 1792582"/>
                <a:gd name="connsiteY96" fmla="*/ 934362 h 1058137"/>
                <a:gd name="connsiteX97" fmla="*/ 346592 w 1792582"/>
                <a:gd name="connsiteY97" fmla="*/ 937613 h 1058137"/>
                <a:gd name="connsiteX98" fmla="*/ 346372 w 1792582"/>
                <a:gd name="connsiteY98" fmla="*/ 937613 h 1058137"/>
                <a:gd name="connsiteX99" fmla="*/ 346372 w 1792582"/>
                <a:gd name="connsiteY99" fmla="*/ 996661 h 1058137"/>
                <a:gd name="connsiteX100" fmla="*/ 346672 w 1792582"/>
                <a:gd name="connsiteY100" fmla="*/ 996661 h 1058137"/>
                <a:gd name="connsiteX101" fmla="*/ 346672 w 1792582"/>
                <a:gd name="connsiteY101" fmla="*/ 1009192 h 1058137"/>
                <a:gd name="connsiteX102" fmla="*/ 326701 w 1792582"/>
                <a:gd name="connsiteY102" fmla="*/ 1009192 h 1058137"/>
                <a:gd name="connsiteX103" fmla="*/ 1645649 w 1792582"/>
                <a:gd name="connsiteY103" fmla="*/ 896386 h 1058137"/>
                <a:gd name="connsiteX104" fmla="*/ 1665951 w 1792582"/>
                <a:gd name="connsiteY104" fmla="*/ 906430 h 1058137"/>
                <a:gd name="connsiteX105" fmla="*/ 1667038 w 1792582"/>
                <a:gd name="connsiteY105" fmla="*/ 908651 h 1058137"/>
                <a:gd name="connsiteX106" fmla="*/ 1667038 w 1792582"/>
                <a:gd name="connsiteY106" fmla="*/ 896728 h 1058137"/>
                <a:gd name="connsiteX107" fmla="*/ 1687010 w 1792582"/>
                <a:gd name="connsiteY107" fmla="*/ 896728 h 1058137"/>
                <a:gd name="connsiteX108" fmla="*/ 1687010 w 1792582"/>
                <a:gd name="connsiteY108" fmla="*/ 1006787 h 1058137"/>
                <a:gd name="connsiteX109" fmla="*/ 1687010 w 1792582"/>
                <a:gd name="connsiteY109" fmla="*/ 1006791 h 1058137"/>
                <a:gd name="connsiteX110" fmla="*/ 1686300 w 1792582"/>
                <a:gd name="connsiteY110" fmla="*/ 1021179 h 1058137"/>
                <a:gd name="connsiteX111" fmla="*/ 1652581 w 1792582"/>
                <a:gd name="connsiteY111" fmla="*/ 1057001 h 1058137"/>
                <a:gd name="connsiteX112" fmla="*/ 1618862 w 1792582"/>
                <a:gd name="connsiteY112" fmla="*/ 1021162 h 1058137"/>
                <a:gd name="connsiteX113" fmla="*/ 1618816 w 1792582"/>
                <a:gd name="connsiteY113" fmla="*/ 1020222 h 1058137"/>
                <a:gd name="connsiteX114" fmla="*/ 1638139 w 1792582"/>
                <a:gd name="connsiteY114" fmla="*/ 1020222 h 1058137"/>
                <a:gd name="connsiteX115" fmla="*/ 1638891 w 1792582"/>
                <a:gd name="connsiteY115" fmla="*/ 1025506 h 1058137"/>
                <a:gd name="connsiteX116" fmla="*/ 1651560 w 1792582"/>
                <a:gd name="connsiteY116" fmla="*/ 1039738 h 1058137"/>
                <a:gd name="connsiteX117" fmla="*/ 1666731 w 1792582"/>
                <a:gd name="connsiteY117" fmla="*/ 1012557 h 1058137"/>
                <a:gd name="connsiteX118" fmla="*/ 1666892 w 1792582"/>
                <a:gd name="connsiteY118" fmla="*/ 1006787 h 1058137"/>
                <a:gd name="connsiteX119" fmla="*/ 1667038 w 1792582"/>
                <a:gd name="connsiteY119" fmla="*/ 1006787 h 1058137"/>
                <a:gd name="connsiteX120" fmla="*/ 1667038 w 1792582"/>
                <a:gd name="connsiteY120" fmla="*/ 1000603 h 1058137"/>
                <a:gd name="connsiteX121" fmla="*/ 1665481 w 1792582"/>
                <a:gd name="connsiteY121" fmla="*/ 1003725 h 1058137"/>
                <a:gd name="connsiteX122" fmla="*/ 1645649 w 1792582"/>
                <a:gd name="connsiteY122" fmla="*/ 1013718 h 1058137"/>
                <a:gd name="connsiteX123" fmla="*/ 1617463 w 1792582"/>
                <a:gd name="connsiteY123" fmla="*/ 955052 h 1058137"/>
                <a:gd name="connsiteX124" fmla="*/ 1645649 w 1792582"/>
                <a:gd name="connsiteY124" fmla="*/ 896386 h 1058137"/>
                <a:gd name="connsiteX125" fmla="*/ 1483922 w 1792582"/>
                <a:gd name="connsiteY125" fmla="*/ 896249 h 1058137"/>
                <a:gd name="connsiteX126" fmla="*/ 1517429 w 1792582"/>
                <a:gd name="connsiteY126" fmla="*/ 932072 h 1058137"/>
                <a:gd name="connsiteX127" fmla="*/ 1518040 w 1792582"/>
                <a:gd name="connsiteY127" fmla="*/ 959244 h 1058137"/>
                <a:gd name="connsiteX128" fmla="*/ 1469496 w 1792582"/>
                <a:gd name="connsiteY128" fmla="*/ 959244 h 1058137"/>
                <a:gd name="connsiteX129" fmla="*/ 1469772 w 1792582"/>
                <a:gd name="connsiteY129" fmla="*/ 969136 h 1058137"/>
                <a:gd name="connsiteX130" fmla="*/ 1484566 w 1792582"/>
                <a:gd name="connsiteY130" fmla="*/ 994053 h 1058137"/>
                <a:gd name="connsiteX131" fmla="*/ 1497612 w 1792582"/>
                <a:gd name="connsiteY131" fmla="*/ 982086 h 1058137"/>
                <a:gd name="connsiteX132" fmla="*/ 1498822 w 1792582"/>
                <a:gd name="connsiteY132" fmla="*/ 973587 h 1058137"/>
                <a:gd name="connsiteX133" fmla="*/ 1517846 w 1792582"/>
                <a:gd name="connsiteY133" fmla="*/ 973587 h 1058137"/>
                <a:gd name="connsiteX134" fmla="*/ 1517641 w 1792582"/>
                <a:gd name="connsiteY134" fmla="*/ 977742 h 1058137"/>
                <a:gd name="connsiteX135" fmla="*/ 1483922 w 1792582"/>
                <a:gd name="connsiteY135" fmla="*/ 1013580 h 1058137"/>
                <a:gd name="connsiteX136" fmla="*/ 1449076 w 1792582"/>
                <a:gd name="connsiteY136" fmla="*/ 954914 h 1058137"/>
                <a:gd name="connsiteX137" fmla="*/ 1483922 w 1792582"/>
                <a:gd name="connsiteY137" fmla="*/ 896249 h 1058137"/>
                <a:gd name="connsiteX138" fmla="*/ 1070504 w 1792582"/>
                <a:gd name="connsiteY138" fmla="*/ 896249 h 1058137"/>
                <a:gd name="connsiteX139" fmla="*/ 1105350 w 1792582"/>
                <a:gd name="connsiteY139" fmla="*/ 954914 h 1058137"/>
                <a:gd name="connsiteX140" fmla="*/ 1070504 w 1792582"/>
                <a:gd name="connsiteY140" fmla="*/ 1013580 h 1058137"/>
                <a:gd name="connsiteX141" fmla="*/ 1035658 w 1792582"/>
                <a:gd name="connsiteY141" fmla="*/ 954914 h 1058137"/>
                <a:gd name="connsiteX142" fmla="*/ 1070504 w 1792582"/>
                <a:gd name="connsiteY142" fmla="*/ 896249 h 1058137"/>
                <a:gd name="connsiteX143" fmla="*/ 914852 w 1792582"/>
                <a:gd name="connsiteY143" fmla="*/ 896249 h 1058137"/>
                <a:gd name="connsiteX144" fmla="*/ 948359 w 1792582"/>
                <a:gd name="connsiteY144" fmla="*/ 932072 h 1058137"/>
                <a:gd name="connsiteX145" fmla="*/ 948970 w 1792582"/>
                <a:gd name="connsiteY145" fmla="*/ 959244 h 1058137"/>
                <a:gd name="connsiteX146" fmla="*/ 900426 w 1792582"/>
                <a:gd name="connsiteY146" fmla="*/ 959244 h 1058137"/>
                <a:gd name="connsiteX147" fmla="*/ 900703 w 1792582"/>
                <a:gd name="connsiteY147" fmla="*/ 969136 h 1058137"/>
                <a:gd name="connsiteX148" fmla="*/ 915496 w 1792582"/>
                <a:gd name="connsiteY148" fmla="*/ 994053 h 1058137"/>
                <a:gd name="connsiteX149" fmla="*/ 928542 w 1792582"/>
                <a:gd name="connsiteY149" fmla="*/ 982086 h 1058137"/>
                <a:gd name="connsiteX150" fmla="*/ 929752 w 1792582"/>
                <a:gd name="connsiteY150" fmla="*/ 973587 h 1058137"/>
                <a:gd name="connsiteX151" fmla="*/ 948777 w 1792582"/>
                <a:gd name="connsiteY151" fmla="*/ 973587 h 1058137"/>
                <a:gd name="connsiteX152" fmla="*/ 948571 w 1792582"/>
                <a:gd name="connsiteY152" fmla="*/ 977742 h 1058137"/>
                <a:gd name="connsiteX153" fmla="*/ 914852 w 1792582"/>
                <a:gd name="connsiteY153" fmla="*/ 1013580 h 1058137"/>
                <a:gd name="connsiteX154" fmla="*/ 880006 w 1792582"/>
                <a:gd name="connsiteY154" fmla="*/ 954914 h 1058137"/>
                <a:gd name="connsiteX155" fmla="*/ 914852 w 1792582"/>
                <a:gd name="connsiteY155" fmla="*/ 896249 h 1058137"/>
                <a:gd name="connsiteX156" fmla="*/ 637960 w 1792582"/>
                <a:gd name="connsiteY156" fmla="*/ 896249 h 1058137"/>
                <a:gd name="connsiteX157" fmla="*/ 672806 w 1792582"/>
                <a:gd name="connsiteY157" fmla="*/ 954914 h 1058137"/>
                <a:gd name="connsiteX158" fmla="*/ 637960 w 1792582"/>
                <a:gd name="connsiteY158" fmla="*/ 1013580 h 1058137"/>
                <a:gd name="connsiteX159" fmla="*/ 603114 w 1792582"/>
                <a:gd name="connsiteY159" fmla="*/ 954914 h 1058137"/>
                <a:gd name="connsiteX160" fmla="*/ 637960 w 1792582"/>
                <a:gd name="connsiteY160" fmla="*/ 896249 h 1058137"/>
                <a:gd name="connsiteX161" fmla="*/ 262788 w 1792582"/>
                <a:gd name="connsiteY161" fmla="*/ 896249 h 1058137"/>
                <a:gd name="connsiteX162" fmla="*/ 296295 w 1792582"/>
                <a:gd name="connsiteY162" fmla="*/ 932072 h 1058137"/>
                <a:gd name="connsiteX163" fmla="*/ 296906 w 1792582"/>
                <a:gd name="connsiteY163" fmla="*/ 959244 h 1058137"/>
                <a:gd name="connsiteX164" fmla="*/ 248362 w 1792582"/>
                <a:gd name="connsiteY164" fmla="*/ 959244 h 1058137"/>
                <a:gd name="connsiteX165" fmla="*/ 248638 w 1792582"/>
                <a:gd name="connsiteY165" fmla="*/ 969136 h 1058137"/>
                <a:gd name="connsiteX166" fmla="*/ 263432 w 1792582"/>
                <a:gd name="connsiteY166" fmla="*/ 994053 h 1058137"/>
                <a:gd name="connsiteX167" fmla="*/ 276478 w 1792582"/>
                <a:gd name="connsiteY167" fmla="*/ 982086 h 1058137"/>
                <a:gd name="connsiteX168" fmla="*/ 277688 w 1792582"/>
                <a:gd name="connsiteY168" fmla="*/ 973587 h 1058137"/>
                <a:gd name="connsiteX169" fmla="*/ 296712 w 1792582"/>
                <a:gd name="connsiteY169" fmla="*/ 973587 h 1058137"/>
                <a:gd name="connsiteX170" fmla="*/ 296507 w 1792582"/>
                <a:gd name="connsiteY170" fmla="*/ 977742 h 1058137"/>
                <a:gd name="connsiteX171" fmla="*/ 262788 w 1792582"/>
                <a:gd name="connsiteY171" fmla="*/ 1013580 h 1058137"/>
                <a:gd name="connsiteX172" fmla="*/ 227942 w 1792582"/>
                <a:gd name="connsiteY172" fmla="*/ 954914 h 1058137"/>
                <a:gd name="connsiteX173" fmla="*/ 262788 w 1792582"/>
                <a:gd name="connsiteY173" fmla="*/ 896249 h 1058137"/>
                <a:gd name="connsiteX174" fmla="*/ 174241 w 1792582"/>
                <a:gd name="connsiteY174" fmla="*/ 896248 h 1058137"/>
                <a:gd name="connsiteX175" fmla="*/ 202427 w 1792582"/>
                <a:gd name="connsiteY175" fmla="*/ 954914 h 1058137"/>
                <a:gd name="connsiteX176" fmla="*/ 174241 w 1792582"/>
                <a:gd name="connsiteY176" fmla="*/ 1013580 h 1058137"/>
                <a:gd name="connsiteX177" fmla="*/ 159360 w 1792582"/>
                <a:gd name="connsiteY177" fmla="*/ 1008995 h 1058137"/>
                <a:gd name="connsiteX178" fmla="*/ 152852 w 1792582"/>
                <a:gd name="connsiteY178" fmla="*/ 999395 h 1058137"/>
                <a:gd name="connsiteX179" fmla="*/ 152852 w 1792582"/>
                <a:gd name="connsiteY179" fmla="*/ 1056246 h 1058137"/>
                <a:gd name="connsiteX180" fmla="*/ 132881 w 1792582"/>
                <a:gd name="connsiteY180" fmla="*/ 1056246 h 1058137"/>
                <a:gd name="connsiteX181" fmla="*/ 132881 w 1792582"/>
                <a:gd name="connsiteY181" fmla="*/ 896590 h 1058137"/>
                <a:gd name="connsiteX182" fmla="*/ 152852 w 1792582"/>
                <a:gd name="connsiteY182" fmla="*/ 896590 h 1058137"/>
                <a:gd name="connsiteX183" fmla="*/ 152852 w 1792582"/>
                <a:gd name="connsiteY183" fmla="*/ 909865 h 1058137"/>
                <a:gd name="connsiteX184" fmla="*/ 158909 w 1792582"/>
                <a:gd name="connsiteY184" fmla="*/ 900882 h 1058137"/>
                <a:gd name="connsiteX185" fmla="*/ 174241 w 1792582"/>
                <a:gd name="connsiteY185" fmla="*/ 896248 h 1058137"/>
                <a:gd name="connsiteX186" fmla="*/ 1592774 w 1792582"/>
                <a:gd name="connsiteY186" fmla="*/ 892438 h 1058137"/>
                <a:gd name="connsiteX187" fmla="*/ 1592774 w 1792582"/>
                <a:gd name="connsiteY187" fmla="*/ 914707 h 1058137"/>
                <a:gd name="connsiteX188" fmla="*/ 1572318 w 1792582"/>
                <a:gd name="connsiteY188" fmla="*/ 924898 h 1058137"/>
                <a:gd name="connsiteX189" fmla="*/ 1570506 w 1792582"/>
                <a:gd name="connsiteY189" fmla="*/ 930363 h 1058137"/>
                <a:gd name="connsiteX190" fmla="*/ 1570506 w 1792582"/>
                <a:gd name="connsiteY190" fmla="*/ 1009192 h 1058137"/>
                <a:gd name="connsiteX191" fmla="*/ 1550534 w 1792582"/>
                <a:gd name="connsiteY191" fmla="*/ 1009192 h 1058137"/>
                <a:gd name="connsiteX192" fmla="*/ 1550534 w 1792582"/>
                <a:gd name="connsiteY192" fmla="*/ 896590 h 1058137"/>
                <a:gd name="connsiteX193" fmla="*/ 1570506 w 1792582"/>
                <a:gd name="connsiteY193" fmla="*/ 896590 h 1058137"/>
                <a:gd name="connsiteX194" fmla="*/ 1570506 w 1792582"/>
                <a:gd name="connsiteY194" fmla="*/ 906833 h 1058137"/>
                <a:gd name="connsiteX195" fmla="*/ 1571627 w 1792582"/>
                <a:gd name="connsiteY195" fmla="*/ 905336 h 1058137"/>
                <a:gd name="connsiteX196" fmla="*/ 1592774 w 1792582"/>
                <a:gd name="connsiteY196" fmla="*/ 892438 h 1058137"/>
                <a:gd name="connsiteX197" fmla="*/ 824066 w 1792582"/>
                <a:gd name="connsiteY197" fmla="*/ 891683 h 1058137"/>
                <a:gd name="connsiteX198" fmla="*/ 846335 w 1792582"/>
                <a:gd name="connsiteY198" fmla="*/ 897345 h 1058137"/>
                <a:gd name="connsiteX199" fmla="*/ 846335 w 1792582"/>
                <a:gd name="connsiteY199" fmla="*/ 916217 h 1058137"/>
                <a:gd name="connsiteX200" fmla="*/ 815762 w 1792582"/>
                <a:gd name="connsiteY200" fmla="*/ 924520 h 1058137"/>
                <a:gd name="connsiteX201" fmla="*/ 832661 w 1792582"/>
                <a:gd name="connsiteY201" fmla="*/ 947285 h 1058137"/>
                <a:gd name="connsiteX202" fmla="*/ 854638 w 1792582"/>
                <a:gd name="connsiteY202" fmla="*/ 979626 h 1058137"/>
                <a:gd name="connsiteX203" fmla="*/ 824444 w 1792582"/>
                <a:gd name="connsiteY203" fmla="*/ 1013595 h 1058137"/>
                <a:gd name="connsiteX204" fmla="*/ 802175 w 1792582"/>
                <a:gd name="connsiteY204" fmla="*/ 1007934 h 1058137"/>
                <a:gd name="connsiteX205" fmla="*/ 802175 w 1792582"/>
                <a:gd name="connsiteY205" fmla="*/ 987929 h 1058137"/>
                <a:gd name="connsiteX206" fmla="*/ 822179 w 1792582"/>
                <a:gd name="connsiteY206" fmla="*/ 994723 h 1058137"/>
                <a:gd name="connsiteX207" fmla="*/ 836521 w 1792582"/>
                <a:gd name="connsiteY207" fmla="*/ 979248 h 1058137"/>
                <a:gd name="connsiteX208" fmla="*/ 816301 w 1792582"/>
                <a:gd name="connsiteY208" fmla="*/ 954931 h 1058137"/>
                <a:gd name="connsiteX209" fmla="*/ 796988 w 1792582"/>
                <a:gd name="connsiteY209" fmla="*/ 925652 h 1058137"/>
                <a:gd name="connsiteX210" fmla="*/ 824066 w 1792582"/>
                <a:gd name="connsiteY210" fmla="*/ 891683 h 1058137"/>
                <a:gd name="connsiteX211" fmla="*/ 56436 w 1792582"/>
                <a:gd name="connsiteY211" fmla="*/ 860524 h 1058137"/>
                <a:gd name="connsiteX212" fmla="*/ 35735 w 1792582"/>
                <a:gd name="connsiteY212" fmla="*/ 926643 h 1058137"/>
                <a:gd name="connsiteX213" fmla="*/ 56436 w 1792582"/>
                <a:gd name="connsiteY213" fmla="*/ 992761 h 1058137"/>
                <a:gd name="connsiteX214" fmla="*/ 77136 w 1792582"/>
                <a:gd name="connsiteY214" fmla="*/ 926643 h 1058137"/>
                <a:gd name="connsiteX215" fmla="*/ 56436 w 1792582"/>
                <a:gd name="connsiteY215" fmla="*/ 860524 h 1058137"/>
                <a:gd name="connsiteX216" fmla="*/ 56672 w 1792582"/>
                <a:gd name="connsiteY216" fmla="*/ 839708 h 1058137"/>
                <a:gd name="connsiteX217" fmla="*/ 100557 w 1792582"/>
                <a:gd name="connsiteY217" fmla="*/ 926644 h 1058137"/>
                <a:gd name="connsiteX218" fmla="*/ 56672 w 1792582"/>
                <a:gd name="connsiteY218" fmla="*/ 1013580 h 1058137"/>
                <a:gd name="connsiteX219" fmla="*/ 12787 w 1792582"/>
                <a:gd name="connsiteY219" fmla="*/ 926644 h 1058137"/>
                <a:gd name="connsiteX220" fmla="*/ 56672 w 1792582"/>
                <a:gd name="connsiteY220" fmla="*/ 839708 h 1058137"/>
                <a:gd name="connsiteX221" fmla="*/ 1261002 w 1792582"/>
                <a:gd name="connsiteY221" fmla="*/ 839707 h 1058137"/>
                <a:gd name="connsiteX222" fmla="*/ 1267808 w 1792582"/>
                <a:gd name="connsiteY222" fmla="*/ 839707 h 1058137"/>
                <a:gd name="connsiteX223" fmla="*/ 1282685 w 1792582"/>
                <a:gd name="connsiteY223" fmla="*/ 839707 h 1058137"/>
                <a:gd name="connsiteX224" fmla="*/ 1322930 w 1792582"/>
                <a:gd name="connsiteY224" fmla="*/ 839707 h 1058137"/>
                <a:gd name="connsiteX225" fmla="*/ 1322930 w 1792582"/>
                <a:gd name="connsiteY225" fmla="*/ 858017 h 1058137"/>
                <a:gd name="connsiteX226" fmla="*/ 1282685 w 1792582"/>
                <a:gd name="connsiteY226" fmla="*/ 858017 h 1058137"/>
                <a:gd name="connsiteX227" fmla="*/ 1282685 w 1792582"/>
                <a:gd name="connsiteY227" fmla="*/ 914391 h 1058137"/>
                <a:gd name="connsiteX228" fmla="*/ 1318112 w 1792582"/>
                <a:gd name="connsiteY228" fmla="*/ 914391 h 1058137"/>
                <a:gd name="connsiteX229" fmla="*/ 1318112 w 1792582"/>
                <a:gd name="connsiteY229" fmla="*/ 932701 h 1058137"/>
                <a:gd name="connsiteX230" fmla="*/ 1282685 w 1792582"/>
                <a:gd name="connsiteY230" fmla="*/ 932701 h 1058137"/>
                <a:gd name="connsiteX231" fmla="*/ 1282685 w 1792582"/>
                <a:gd name="connsiteY231" fmla="*/ 992581 h 1058137"/>
                <a:gd name="connsiteX232" fmla="*/ 1322930 w 1792582"/>
                <a:gd name="connsiteY232" fmla="*/ 992581 h 1058137"/>
                <a:gd name="connsiteX233" fmla="*/ 1322930 w 1792582"/>
                <a:gd name="connsiteY233" fmla="*/ 1010891 h 1058137"/>
                <a:gd name="connsiteX234" fmla="*/ 1282685 w 1792582"/>
                <a:gd name="connsiteY234" fmla="*/ 1010891 h 1058137"/>
                <a:gd name="connsiteX235" fmla="*/ 1267808 w 1792582"/>
                <a:gd name="connsiteY235" fmla="*/ 1010891 h 1058137"/>
                <a:gd name="connsiteX236" fmla="*/ 1261002 w 1792582"/>
                <a:gd name="connsiteY236" fmla="*/ 1010891 h 1058137"/>
                <a:gd name="connsiteX237" fmla="*/ 489126 w 1792582"/>
                <a:gd name="connsiteY237" fmla="*/ 838658 h 1058137"/>
                <a:gd name="connsiteX238" fmla="*/ 510809 w 1792582"/>
                <a:gd name="connsiteY238" fmla="*/ 838658 h 1058137"/>
                <a:gd name="connsiteX239" fmla="*/ 510809 w 1792582"/>
                <a:gd name="connsiteY239" fmla="*/ 905619 h 1058137"/>
                <a:gd name="connsiteX240" fmla="*/ 546246 w 1792582"/>
                <a:gd name="connsiteY240" fmla="*/ 905619 h 1058137"/>
                <a:gd name="connsiteX241" fmla="*/ 546246 w 1792582"/>
                <a:gd name="connsiteY241" fmla="*/ 838658 h 1058137"/>
                <a:gd name="connsiteX242" fmla="*/ 567930 w 1792582"/>
                <a:gd name="connsiteY242" fmla="*/ 838658 h 1058137"/>
                <a:gd name="connsiteX243" fmla="*/ 567930 w 1792582"/>
                <a:gd name="connsiteY243" fmla="*/ 1009192 h 1058137"/>
                <a:gd name="connsiteX244" fmla="*/ 546246 w 1792582"/>
                <a:gd name="connsiteY244" fmla="*/ 1009192 h 1058137"/>
                <a:gd name="connsiteX245" fmla="*/ 546246 w 1792582"/>
                <a:gd name="connsiteY245" fmla="*/ 923859 h 1058137"/>
                <a:gd name="connsiteX246" fmla="*/ 510809 w 1792582"/>
                <a:gd name="connsiteY246" fmla="*/ 923859 h 1058137"/>
                <a:gd name="connsiteX247" fmla="*/ 510809 w 1792582"/>
                <a:gd name="connsiteY247" fmla="*/ 1009192 h 1058137"/>
                <a:gd name="connsiteX248" fmla="*/ 489126 w 1792582"/>
                <a:gd name="connsiteY248" fmla="*/ 1009192 h 1058137"/>
                <a:gd name="connsiteX249" fmla="*/ 1162901 w 1792582"/>
                <a:gd name="connsiteY249" fmla="*/ 821998 h 1058137"/>
                <a:gd name="connsiteX250" fmla="*/ 1177725 w 1792582"/>
                <a:gd name="connsiteY250" fmla="*/ 823498 h 1058137"/>
                <a:gd name="connsiteX251" fmla="*/ 1177725 w 1792582"/>
                <a:gd name="connsiteY251" fmla="*/ 843469 h 1058137"/>
                <a:gd name="connsiteX252" fmla="*/ 1159420 w 1792582"/>
                <a:gd name="connsiteY252" fmla="*/ 854141 h 1058137"/>
                <a:gd name="connsiteX253" fmla="*/ 1159420 w 1792582"/>
                <a:gd name="connsiteY253" fmla="*/ 895458 h 1058137"/>
                <a:gd name="connsiteX254" fmla="*/ 1177725 w 1792582"/>
                <a:gd name="connsiteY254" fmla="*/ 895458 h 1058137"/>
                <a:gd name="connsiteX255" fmla="*/ 1177725 w 1792582"/>
                <a:gd name="connsiteY255" fmla="*/ 912236 h 1058137"/>
                <a:gd name="connsiteX256" fmla="*/ 1159420 w 1792582"/>
                <a:gd name="connsiteY256" fmla="*/ 912236 h 1058137"/>
                <a:gd name="connsiteX257" fmla="*/ 1159420 w 1792582"/>
                <a:gd name="connsiteY257" fmla="*/ 1009192 h 1058137"/>
                <a:gd name="connsiteX258" fmla="*/ 1139449 w 1792582"/>
                <a:gd name="connsiteY258" fmla="*/ 1009192 h 1058137"/>
                <a:gd name="connsiteX259" fmla="*/ 1139449 w 1792582"/>
                <a:gd name="connsiteY259" fmla="*/ 912236 h 1058137"/>
                <a:gd name="connsiteX260" fmla="*/ 1127527 w 1792582"/>
                <a:gd name="connsiteY260" fmla="*/ 912236 h 1058137"/>
                <a:gd name="connsiteX261" fmla="*/ 1127527 w 1792582"/>
                <a:gd name="connsiteY261" fmla="*/ 895458 h 1058137"/>
                <a:gd name="connsiteX262" fmla="*/ 1139449 w 1792582"/>
                <a:gd name="connsiteY262" fmla="*/ 895458 h 1058137"/>
                <a:gd name="connsiteX263" fmla="*/ 1139449 w 1792582"/>
                <a:gd name="connsiteY263" fmla="*/ 844747 h 1058137"/>
                <a:gd name="connsiteX264" fmla="*/ 1162901 w 1792582"/>
                <a:gd name="connsiteY264" fmla="*/ 821998 h 1058137"/>
                <a:gd name="connsiteX265" fmla="*/ 0 w 1792582"/>
                <a:gd name="connsiteY265" fmla="*/ 698203 h 1058137"/>
                <a:gd name="connsiteX266" fmla="*/ 1792582 w 1792582"/>
                <a:gd name="connsiteY266" fmla="*/ 698203 h 1058137"/>
                <a:gd name="connsiteX267" fmla="*/ 1792582 w 1792582"/>
                <a:gd name="connsiteY267" fmla="*/ 703247 h 1058137"/>
                <a:gd name="connsiteX268" fmla="*/ 1792582 w 1792582"/>
                <a:gd name="connsiteY268" fmla="*/ 757745 h 1058137"/>
                <a:gd name="connsiteX269" fmla="*/ 1792582 w 1792582"/>
                <a:gd name="connsiteY269" fmla="*/ 777019 h 1058137"/>
                <a:gd name="connsiteX270" fmla="*/ 0 w 1792582"/>
                <a:gd name="connsiteY270" fmla="*/ 777019 h 1058137"/>
                <a:gd name="connsiteX271" fmla="*/ 827858 w 1792582"/>
                <a:gd name="connsiteY271" fmla="*/ 57086 h 1058137"/>
                <a:gd name="connsiteX272" fmla="*/ 771089 w 1792582"/>
                <a:gd name="connsiteY272" fmla="*/ 238408 h 1058137"/>
                <a:gd name="connsiteX273" fmla="*/ 827858 w 1792582"/>
                <a:gd name="connsiteY273" fmla="*/ 419730 h 1058137"/>
                <a:gd name="connsiteX274" fmla="*/ 884626 w 1792582"/>
                <a:gd name="connsiteY274" fmla="*/ 238408 h 1058137"/>
                <a:gd name="connsiteX275" fmla="*/ 827858 w 1792582"/>
                <a:gd name="connsiteY275" fmla="*/ 57086 h 1058137"/>
                <a:gd name="connsiteX276" fmla="*/ 119700 w 1792582"/>
                <a:gd name="connsiteY276" fmla="*/ 57086 h 1058137"/>
                <a:gd name="connsiteX277" fmla="*/ 62931 w 1792582"/>
                <a:gd name="connsiteY277" fmla="*/ 238408 h 1058137"/>
                <a:gd name="connsiteX278" fmla="*/ 119700 w 1792582"/>
                <a:gd name="connsiteY278" fmla="*/ 419730 h 1058137"/>
                <a:gd name="connsiteX279" fmla="*/ 176468 w 1792582"/>
                <a:gd name="connsiteY279" fmla="*/ 238408 h 1058137"/>
                <a:gd name="connsiteX280" fmla="*/ 119700 w 1792582"/>
                <a:gd name="connsiteY280" fmla="*/ 57086 h 1058137"/>
                <a:gd name="connsiteX281" fmla="*/ 364615 w 1792582"/>
                <a:gd name="connsiteY281" fmla="*/ 7754 h 1058137"/>
                <a:gd name="connsiteX282" fmla="*/ 425426 w 1792582"/>
                <a:gd name="connsiteY282" fmla="*/ 7754 h 1058137"/>
                <a:gd name="connsiteX283" fmla="*/ 425426 w 1792582"/>
                <a:gd name="connsiteY283" fmla="*/ 188764 h 1058137"/>
                <a:gd name="connsiteX284" fmla="*/ 519025 w 1792582"/>
                <a:gd name="connsiteY284" fmla="*/ 188764 h 1058137"/>
                <a:gd name="connsiteX285" fmla="*/ 519025 w 1792582"/>
                <a:gd name="connsiteY285" fmla="*/ 7754 h 1058137"/>
                <a:gd name="connsiteX286" fmla="*/ 579836 w 1792582"/>
                <a:gd name="connsiteY286" fmla="*/ 7754 h 1058137"/>
                <a:gd name="connsiteX287" fmla="*/ 579836 w 1792582"/>
                <a:gd name="connsiteY287" fmla="*/ 468746 h 1058137"/>
                <a:gd name="connsiteX288" fmla="*/ 519025 w 1792582"/>
                <a:gd name="connsiteY288" fmla="*/ 468746 h 1058137"/>
                <a:gd name="connsiteX289" fmla="*/ 519025 w 1792582"/>
                <a:gd name="connsiteY289" fmla="*/ 238072 h 1058137"/>
                <a:gd name="connsiteX290" fmla="*/ 425426 w 1792582"/>
                <a:gd name="connsiteY290" fmla="*/ 238072 h 1058137"/>
                <a:gd name="connsiteX291" fmla="*/ 425426 w 1792582"/>
                <a:gd name="connsiteY291" fmla="*/ 468746 h 1058137"/>
                <a:gd name="connsiteX292" fmla="*/ 364615 w 1792582"/>
                <a:gd name="connsiteY292" fmla="*/ 468746 h 1058137"/>
                <a:gd name="connsiteX293" fmla="*/ 828506 w 1792582"/>
                <a:gd name="connsiteY293" fmla="*/ 0 h 1058137"/>
                <a:gd name="connsiteX294" fmla="*/ 948855 w 1792582"/>
                <a:gd name="connsiteY294" fmla="*/ 238412 h 1058137"/>
                <a:gd name="connsiteX295" fmla="*/ 828506 w 1792582"/>
                <a:gd name="connsiteY295" fmla="*/ 476823 h 1058137"/>
                <a:gd name="connsiteX296" fmla="*/ 708157 w 1792582"/>
                <a:gd name="connsiteY296" fmla="*/ 238412 h 1058137"/>
                <a:gd name="connsiteX297" fmla="*/ 828506 w 1792582"/>
                <a:gd name="connsiteY297" fmla="*/ 0 h 1058137"/>
                <a:gd name="connsiteX298" fmla="*/ 120349 w 1792582"/>
                <a:gd name="connsiteY298" fmla="*/ 0 h 1058137"/>
                <a:gd name="connsiteX299" fmla="*/ 240698 w 1792582"/>
                <a:gd name="connsiteY299" fmla="*/ 238412 h 1058137"/>
                <a:gd name="connsiteX300" fmla="*/ 120349 w 1792582"/>
                <a:gd name="connsiteY300" fmla="*/ 476823 h 1058137"/>
                <a:gd name="connsiteX301" fmla="*/ 0 w 1792582"/>
                <a:gd name="connsiteY301" fmla="*/ 238412 h 1058137"/>
                <a:gd name="connsiteX302" fmla="*/ 120349 w 1792582"/>
                <a:gd name="connsiteY302" fmla="*/ 0 h 10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Lst>
              <a:rect l="l" t="t" r="r" b="b"/>
              <a:pathLst>
                <a:path w="1792582" h="1058137">
                  <a:moveTo>
                    <a:pt x="1653463" y="914845"/>
                  </a:moveTo>
                  <a:cubicBezTo>
                    <a:pt x="1641327" y="914773"/>
                    <a:pt x="1638885" y="932776"/>
                    <a:pt x="1638885" y="954895"/>
                  </a:cubicBezTo>
                  <a:cubicBezTo>
                    <a:pt x="1638885" y="977014"/>
                    <a:pt x="1639618" y="994906"/>
                    <a:pt x="1653463" y="994945"/>
                  </a:cubicBezTo>
                  <a:cubicBezTo>
                    <a:pt x="1666640" y="994983"/>
                    <a:pt x="1668040" y="977014"/>
                    <a:pt x="1668040" y="954895"/>
                  </a:cubicBezTo>
                  <a:cubicBezTo>
                    <a:pt x="1668040" y="932776"/>
                    <a:pt x="1667526" y="914928"/>
                    <a:pt x="1653463" y="914845"/>
                  </a:cubicBezTo>
                  <a:close/>
                  <a:moveTo>
                    <a:pt x="166428" y="914707"/>
                  </a:moveTo>
                  <a:cubicBezTo>
                    <a:pt x="152365" y="914790"/>
                    <a:pt x="151851" y="932638"/>
                    <a:pt x="151851" y="954758"/>
                  </a:cubicBezTo>
                  <a:cubicBezTo>
                    <a:pt x="151851" y="976877"/>
                    <a:pt x="153251" y="994845"/>
                    <a:pt x="166428" y="994808"/>
                  </a:cubicBezTo>
                  <a:cubicBezTo>
                    <a:pt x="180272" y="994768"/>
                    <a:pt x="181005" y="976877"/>
                    <a:pt x="181005" y="954758"/>
                  </a:cubicBezTo>
                  <a:cubicBezTo>
                    <a:pt x="181005" y="932638"/>
                    <a:pt x="178563" y="914636"/>
                    <a:pt x="166428" y="914707"/>
                  </a:cubicBezTo>
                  <a:close/>
                  <a:moveTo>
                    <a:pt x="1484566" y="912443"/>
                  </a:moveTo>
                  <a:cubicBezTo>
                    <a:pt x="1473541" y="912506"/>
                    <a:pt x="1470482" y="922751"/>
                    <a:pt x="1469642" y="937376"/>
                  </a:cubicBezTo>
                  <a:lnTo>
                    <a:pt x="1469546" y="942259"/>
                  </a:lnTo>
                  <a:lnTo>
                    <a:pt x="1499391" y="942259"/>
                  </a:lnTo>
                  <a:cubicBezTo>
                    <a:pt x="1499329" y="940624"/>
                    <a:pt x="1499268" y="938989"/>
                    <a:pt x="1499206" y="937354"/>
                  </a:cubicBezTo>
                  <a:cubicBezTo>
                    <a:pt x="1497894" y="922692"/>
                    <a:pt x="1494080" y="912388"/>
                    <a:pt x="1484566" y="912443"/>
                  </a:cubicBezTo>
                  <a:close/>
                  <a:moveTo>
                    <a:pt x="1070393" y="912443"/>
                  </a:moveTo>
                  <a:cubicBezTo>
                    <a:pt x="1055693" y="912527"/>
                    <a:pt x="1055156" y="930712"/>
                    <a:pt x="1055156" y="953247"/>
                  </a:cubicBezTo>
                  <a:cubicBezTo>
                    <a:pt x="1055156" y="975784"/>
                    <a:pt x="1056619" y="994091"/>
                    <a:pt x="1070393" y="994053"/>
                  </a:cubicBezTo>
                  <a:cubicBezTo>
                    <a:pt x="1084865" y="994013"/>
                    <a:pt x="1085631" y="975784"/>
                    <a:pt x="1085631" y="953247"/>
                  </a:cubicBezTo>
                  <a:cubicBezTo>
                    <a:pt x="1085631" y="930712"/>
                    <a:pt x="1083078" y="912369"/>
                    <a:pt x="1070393" y="912443"/>
                  </a:cubicBezTo>
                  <a:close/>
                  <a:moveTo>
                    <a:pt x="915496" y="912443"/>
                  </a:moveTo>
                  <a:cubicBezTo>
                    <a:pt x="904471" y="912506"/>
                    <a:pt x="901413" y="922751"/>
                    <a:pt x="900573" y="937376"/>
                  </a:cubicBezTo>
                  <a:lnTo>
                    <a:pt x="900476" y="942259"/>
                  </a:lnTo>
                  <a:lnTo>
                    <a:pt x="930321" y="942259"/>
                  </a:lnTo>
                  <a:cubicBezTo>
                    <a:pt x="930260" y="940624"/>
                    <a:pt x="930198" y="938989"/>
                    <a:pt x="930137" y="937354"/>
                  </a:cubicBezTo>
                  <a:cubicBezTo>
                    <a:pt x="928824" y="922692"/>
                    <a:pt x="925010" y="912388"/>
                    <a:pt x="915496" y="912443"/>
                  </a:cubicBezTo>
                  <a:close/>
                  <a:moveTo>
                    <a:pt x="637849" y="912443"/>
                  </a:moveTo>
                  <a:cubicBezTo>
                    <a:pt x="623149" y="912527"/>
                    <a:pt x="622612" y="930712"/>
                    <a:pt x="622612" y="953247"/>
                  </a:cubicBezTo>
                  <a:cubicBezTo>
                    <a:pt x="622612" y="975784"/>
                    <a:pt x="624075" y="994091"/>
                    <a:pt x="637849" y="994053"/>
                  </a:cubicBezTo>
                  <a:cubicBezTo>
                    <a:pt x="652320" y="994013"/>
                    <a:pt x="653087" y="975784"/>
                    <a:pt x="653087" y="953247"/>
                  </a:cubicBezTo>
                  <a:cubicBezTo>
                    <a:pt x="653087" y="930712"/>
                    <a:pt x="650534" y="912369"/>
                    <a:pt x="637849" y="912443"/>
                  </a:cubicBezTo>
                  <a:close/>
                  <a:moveTo>
                    <a:pt x="263432" y="912443"/>
                  </a:moveTo>
                  <a:cubicBezTo>
                    <a:pt x="252407" y="912506"/>
                    <a:pt x="249348" y="922751"/>
                    <a:pt x="248508" y="937376"/>
                  </a:cubicBezTo>
                  <a:lnTo>
                    <a:pt x="248412" y="942259"/>
                  </a:lnTo>
                  <a:lnTo>
                    <a:pt x="278257" y="942259"/>
                  </a:lnTo>
                  <a:cubicBezTo>
                    <a:pt x="278195" y="940624"/>
                    <a:pt x="278134" y="938989"/>
                    <a:pt x="278072" y="937354"/>
                  </a:cubicBezTo>
                  <a:cubicBezTo>
                    <a:pt x="276760" y="922692"/>
                    <a:pt x="272946" y="912388"/>
                    <a:pt x="263432" y="912443"/>
                  </a:cubicBezTo>
                  <a:close/>
                  <a:moveTo>
                    <a:pt x="1714910" y="896590"/>
                  </a:moveTo>
                  <a:lnTo>
                    <a:pt x="1734882" y="896590"/>
                  </a:lnTo>
                  <a:lnTo>
                    <a:pt x="1753333" y="971008"/>
                  </a:lnTo>
                  <a:lnTo>
                    <a:pt x="1772205" y="896590"/>
                  </a:lnTo>
                  <a:lnTo>
                    <a:pt x="1792177" y="896590"/>
                  </a:lnTo>
                  <a:lnTo>
                    <a:pt x="1746000" y="1058137"/>
                  </a:lnTo>
                  <a:lnTo>
                    <a:pt x="1726028" y="1058137"/>
                  </a:lnTo>
                  <a:lnTo>
                    <a:pt x="1742258" y="998644"/>
                  </a:lnTo>
                  <a:close/>
                  <a:moveTo>
                    <a:pt x="1350499" y="896590"/>
                  </a:moveTo>
                  <a:lnTo>
                    <a:pt x="1370471" y="896590"/>
                  </a:lnTo>
                  <a:lnTo>
                    <a:pt x="1370471" y="912636"/>
                  </a:lnTo>
                  <a:cubicBezTo>
                    <a:pt x="1375276" y="905653"/>
                    <a:pt x="1376083" y="897276"/>
                    <a:pt x="1392815" y="896973"/>
                  </a:cubicBezTo>
                  <a:cubicBezTo>
                    <a:pt x="1414114" y="896587"/>
                    <a:pt x="1416732" y="911563"/>
                    <a:pt x="1417110" y="931246"/>
                  </a:cubicBezTo>
                  <a:lnTo>
                    <a:pt x="1417582" y="1009192"/>
                  </a:lnTo>
                  <a:lnTo>
                    <a:pt x="1397610" y="1009192"/>
                  </a:lnTo>
                  <a:cubicBezTo>
                    <a:pt x="1397705" y="984917"/>
                    <a:pt x="1397799" y="960642"/>
                    <a:pt x="1397893" y="936367"/>
                  </a:cubicBezTo>
                  <a:cubicBezTo>
                    <a:pt x="1397830" y="923883"/>
                    <a:pt x="1394269" y="913787"/>
                    <a:pt x="1385541" y="914392"/>
                  </a:cubicBezTo>
                  <a:cubicBezTo>
                    <a:pt x="1372667" y="915283"/>
                    <a:pt x="1371415" y="924422"/>
                    <a:pt x="1370504" y="934362"/>
                  </a:cubicBezTo>
                  <a:lnTo>
                    <a:pt x="1370390" y="937613"/>
                  </a:lnTo>
                  <a:lnTo>
                    <a:pt x="1370170" y="937613"/>
                  </a:lnTo>
                  <a:lnTo>
                    <a:pt x="1370170" y="996661"/>
                  </a:lnTo>
                  <a:lnTo>
                    <a:pt x="1370471" y="996661"/>
                  </a:lnTo>
                  <a:lnTo>
                    <a:pt x="1370471" y="1009192"/>
                  </a:lnTo>
                  <a:lnTo>
                    <a:pt x="1350499" y="1009192"/>
                  </a:lnTo>
                  <a:close/>
                  <a:moveTo>
                    <a:pt x="703301" y="896590"/>
                  </a:moveTo>
                  <a:lnTo>
                    <a:pt x="723273" y="896590"/>
                  </a:lnTo>
                  <a:lnTo>
                    <a:pt x="723273" y="935890"/>
                  </a:lnTo>
                  <a:lnTo>
                    <a:pt x="723669" y="935767"/>
                  </a:lnTo>
                  <a:lnTo>
                    <a:pt x="723669" y="977978"/>
                  </a:lnTo>
                  <a:lnTo>
                    <a:pt x="723993" y="977978"/>
                  </a:lnTo>
                  <a:lnTo>
                    <a:pt x="724972" y="985894"/>
                  </a:lnTo>
                  <a:cubicBezTo>
                    <a:pt x="726442" y="991412"/>
                    <a:pt x="729555" y="994822"/>
                    <a:pt x="736125" y="994808"/>
                  </a:cubicBezTo>
                  <a:cubicBezTo>
                    <a:pt x="742696" y="994793"/>
                    <a:pt x="745808" y="991383"/>
                    <a:pt x="747278" y="985873"/>
                  </a:cubicBezTo>
                  <a:lnTo>
                    <a:pt x="748257" y="977978"/>
                  </a:lnTo>
                  <a:lnTo>
                    <a:pt x="748582" y="977978"/>
                  </a:lnTo>
                  <a:lnTo>
                    <a:pt x="748582" y="917038"/>
                  </a:lnTo>
                  <a:lnTo>
                    <a:pt x="748575" y="917038"/>
                  </a:lnTo>
                  <a:lnTo>
                    <a:pt x="748575" y="896590"/>
                  </a:lnTo>
                  <a:lnTo>
                    <a:pt x="768547" y="896590"/>
                  </a:lnTo>
                  <a:lnTo>
                    <a:pt x="768547" y="975013"/>
                  </a:lnTo>
                  <a:lnTo>
                    <a:pt x="768547" y="975015"/>
                  </a:lnTo>
                  <a:lnTo>
                    <a:pt x="768547" y="975018"/>
                  </a:lnTo>
                  <a:lnTo>
                    <a:pt x="768547" y="976933"/>
                  </a:lnTo>
                  <a:lnTo>
                    <a:pt x="768420" y="976933"/>
                  </a:lnTo>
                  <a:lnTo>
                    <a:pt x="767494" y="990893"/>
                  </a:lnTo>
                  <a:cubicBezTo>
                    <a:pt x="765060" y="1005529"/>
                    <a:pt x="757504" y="1015790"/>
                    <a:pt x="735985" y="1015821"/>
                  </a:cubicBezTo>
                  <a:cubicBezTo>
                    <a:pt x="714467" y="1015852"/>
                    <a:pt x="706910" y="1005560"/>
                    <a:pt x="704476" y="990904"/>
                  </a:cubicBezTo>
                  <a:lnTo>
                    <a:pt x="703550" y="976933"/>
                  </a:lnTo>
                  <a:lnTo>
                    <a:pt x="703301" y="976933"/>
                  </a:lnTo>
                  <a:close/>
                  <a:moveTo>
                    <a:pt x="326701" y="896590"/>
                  </a:moveTo>
                  <a:lnTo>
                    <a:pt x="346672" y="896590"/>
                  </a:lnTo>
                  <a:lnTo>
                    <a:pt x="346672" y="912636"/>
                  </a:lnTo>
                  <a:cubicBezTo>
                    <a:pt x="351478" y="905653"/>
                    <a:pt x="352284" y="897276"/>
                    <a:pt x="369017" y="896973"/>
                  </a:cubicBezTo>
                  <a:cubicBezTo>
                    <a:pt x="390316" y="896587"/>
                    <a:pt x="392934" y="911563"/>
                    <a:pt x="393311" y="931246"/>
                  </a:cubicBezTo>
                  <a:lnTo>
                    <a:pt x="393784" y="1009192"/>
                  </a:lnTo>
                  <a:lnTo>
                    <a:pt x="373812" y="1009192"/>
                  </a:lnTo>
                  <a:cubicBezTo>
                    <a:pt x="373906" y="984917"/>
                    <a:pt x="374000" y="960642"/>
                    <a:pt x="374095" y="936367"/>
                  </a:cubicBezTo>
                  <a:cubicBezTo>
                    <a:pt x="374032" y="923883"/>
                    <a:pt x="370471" y="913787"/>
                    <a:pt x="361743" y="914392"/>
                  </a:cubicBezTo>
                  <a:cubicBezTo>
                    <a:pt x="348869" y="915283"/>
                    <a:pt x="347617" y="924422"/>
                    <a:pt x="346705" y="934362"/>
                  </a:cubicBezTo>
                  <a:lnTo>
                    <a:pt x="346592" y="937613"/>
                  </a:lnTo>
                  <a:lnTo>
                    <a:pt x="346372" y="937613"/>
                  </a:lnTo>
                  <a:lnTo>
                    <a:pt x="346372" y="996661"/>
                  </a:lnTo>
                  <a:lnTo>
                    <a:pt x="346672" y="996661"/>
                  </a:lnTo>
                  <a:lnTo>
                    <a:pt x="346672" y="1009192"/>
                  </a:lnTo>
                  <a:lnTo>
                    <a:pt x="326701" y="1009192"/>
                  </a:lnTo>
                  <a:close/>
                  <a:moveTo>
                    <a:pt x="1645649" y="896386"/>
                  </a:moveTo>
                  <a:cubicBezTo>
                    <a:pt x="1655363" y="896407"/>
                    <a:pt x="1661755" y="900106"/>
                    <a:pt x="1665951" y="906430"/>
                  </a:cubicBezTo>
                  <a:lnTo>
                    <a:pt x="1667038" y="908651"/>
                  </a:lnTo>
                  <a:lnTo>
                    <a:pt x="1667038" y="896728"/>
                  </a:lnTo>
                  <a:lnTo>
                    <a:pt x="1687010" y="896728"/>
                  </a:lnTo>
                  <a:lnTo>
                    <a:pt x="1687010" y="1006787"/>
                  </a:lnTo>
                  <a:cubicBezTo>
                    <a:pt x="1687010" y="1006789"/>
                    <a:pt x="1687010" y="1006789"/>
                    <a:pt x="1687010" y="1006791"/>
                  </a:cubicBezTo>
                  <a:lnTo>
                    <a:pt x="1686300" y="1021179"/>
                  </a:lnTo>
                  <a:cubicBezTo>
                    <a:pt x="1685960" y="1043003"/>
                    <a:pt x="1675608" y="1057051"/>
                    <a:pt x="1652581" y="1057001"/>
                  </a:cubicBezTo>
                  <a:cubicBezTo>
                    <a:pt x="1632195" y="1056956"/>
                    <a:pt x="1621466" y="1042204"/>
                    <a:pt x="1618862" y="1021162"/>
                  </a:cubicBezTo>
                  <a:cubicBezTo>
                    <a:pt x="1618847" y="1020849"/>
                    <a:pt x="1618831" y="1020535"/>
                    <a:pt x="1618816" y="1020222"/>
                  </a:cubicBezTo>
                  <a:lnTo>
                    <a:pt x="1638139" y="1020222"/>
                  </a:lnTo>
                  <a:lnTo>
                    <a:pt x="1638891" y="1025506"/>
                  </a:lnTo>
                  <a:cubicBezTo>
                    <a:pt x="1640137" y="1035905"/>
                    <a:pt x="1644324" y="1039346"/>
                    <a:pt x="1651560" y="1039738"/>
                  </a:cubicBezTo>
                  <a:cubicBezTo>
                    <a:pt x="1665644" y="1040501"/>
                    <a:pt x="1666806" y="1030608"/>
                    <a:pt x="1666731" y="1012557"/>
                  </a:cubicBezTo>
                  <a:lnTo>
                    <a:pt x="1666892" y="1006787"/>
                  </a:lnTo>
                  <a:lnTo>
                    <a:pt x="1667038" y="1006787"/>
                  </a:lnTo>
                  <a:lnTo>
                    <a:pt x="1667038" y="1000603"/>
                  </a:lnTo>
                  <a:lnTo>
                    <a:pt x="1665481" y="1003725"/>
                  </a:lnTo>
                  <a:cubicBezTo>
                    <a:pt x="1661254" y="1010052"/>
                    <a:pt x="1654962" y="1013740"/>
                    <a:pt x="1645649" y="1013718"/>
                  </a:cubicBezTo>
                  <a:cubicBezTo>
                    <a:pt x="1620813" y="1013659"/>
                    <a:pt x="1617463" y="987452"/>
                    <a:pt x="1617463" y="955052"/>
                  </a:cubicBezTo>
                  <a:cubicBezTo>
                    <a:pt x="1617463" y="922652"/>
                    <a:pt x="1622033" y="896335"/>
                    <a:pt x="1645649" y="896386"/>
                  </a:cubicBezTo>
                  <a:close/>
                  <a:moveTo>
                    <a:pt x="1483922" y="896249"/>
                  </a:moveTo>
                  <a:cubicBezTo>
                    <a:pt x="1505820" y="896210"/>
                    <a:pt x="1514472" y="911004"/>
                    <a:pt x="1517429" y="932072"/>
                  </a:cubicBezTo>
                  <a:cubicBezTo>
                    <a:pt x="1518765" y="939997"/>
                    <a:pt x="1518214" y="949432"/>
                    <a:pt x="1518040" y="959244"/>
                  </a:cubicBezTo>
                  <a:lnTo>
                    <a:pt x="1469496" y="959244"/>
                  </a:lnTo>
                  <a:lnTo>
                    <a:pt x="1469772" y="969136"/>
                  </a:lnTo>
                  <a:cubicBezTo>
                    <a:pt x="1470830" y="983791"/>
                    <a:pt x="1474235" y="994082"/>
                    <a:pt x="1484566" y="994053"/>
                  </a:cubicBezTo>
                  <a:cubicBezTo>
                    <a:pt x="1491802" y="994033"/>
                    <a:pt x="1495611" y="989466"/>
                    <a:pt x="1497612" y="982086"/>
                  </a:cubicBezTo>
                  <a:lnTo>
                    <a:pt x="1498822" y="973587"/>
                  </a:lnTo>
                  <a:lnTo>
                    <a:pt x="1517846" y="973587"/>
                  </a:lnTo>
                  <a:cubicBezTo>
                    <a:pt x="1517778" y="974972"/>
                    <a:pt x="1517709" y="976357"/>
                    <a:pt x="1517641" y="977742"/>
                  </a:cubicBezTo>
                  <a:cubicBezTo>
                    <a:pt x="1515037" y="998784"/>
                    <a:pt x="1506950" y="1013536"/>
                    <a:pt x="1483922" y="1013580"/>
                  </a:cubicBezTo>
                  <a:cubicBezTo>
                    <a:pt x="1453219" y="1013640"/>
                    <a:pt x="1449076" y="987315"/>
                    <a:pt x="1449076" y="954914"/>
                  </a:cubicBezTo>
                  <a:cubicBezTo>
                    <a:pt x="1449076" y="922514"/>
                    <a:pt x="1451898" y="896304"/>
                    <a:pt x="1483922" y="896249"/>
                  </a:cubicBezTo>
                  <a:close/>
                  <a:moveTo>
                    <a:pt x="1070504" y="896249"/>
                  </a:moveTo>
                  <a:cubicBezTo>
                    <a:pt x="1099701" y="896198"/>
                    <a:pt x="1105350" y="922514"/>
                    <a:pt x="1105350" y="954914"/>
                  </a:cubicBezTo>
                  <a:cubicBezTo>
                    <a:pt x="1105350" y="987315"/>
                    <a:pt x="1101208" y="1013521"/>
                    <a:pt x="1070504" y="1013580"/>
                  </a:cubicBezTo>
                  <a:cubicBezTo>
                    <a:pt x="1039801" y="1013640"/>
                    <a:pt x="1035658" y="987315"/>
                    <a:pt x="1035658" y="954914"/>
                  </a:cubicBezTo>
                  <a:cubicBezTo>
                    <a:pt x="1035658" y="922514"/>
                    <a:pt x="1038480" y="896304"/>
                    <a:pt x="1070504" y="896249"/>
                  </a:cubicBezTo>
                  <a:close/>
                  <a:moveTo>
                    <a:pt x="914852" y="896249"/>
                  </a:moveTo>
                  <a:cubicBezTo>
                    <a:pt x="936750" y="896210"/>
                    <a:pt x="945402" y="911004"/>
                    <a:pt x="948359" y="932072"/>
                  </a:cubicBezTo>
                  <a:cubicBezTo>
                    <a:pt x="949695" y="939997"/>
                    <a:pt x="949144" y="949432"/>
                    <a:pt x="948970" y="959244"/>
                  </a:cubicBezTo>
                  <a:lnTo>
                    <a:pt x="900426" y="959244"/>
                  </a:lnTo>
                  <a:lnTo>
                    <a:pt x="900703" y="969136"/>
                  </a:lnTo>
                  <a:cubicBezTo>
                    <a:pt x="901760" y="983791"/>
                    <a:pt x="905166" y="994082"/>
                    <a:pt x="915496" y="994053"/>
                  </a:cubicBezTo>
                  <a:cubicBezTo>
                    <a:pt x="922732" y="994033"/>
                    <a:pt x="926541" y="989466"/>
                    <a:pt x="928542" y="982086"/>
                  </a:cubicBezTo>
                  <a:lnTo>
                    <a:pt x="929752" y="973587"/>
                  </a:lnTo>
                  <a:lnTo>
                    <a:pt x="948777" y="973587"/>
                  </a:lnTo>
                  <a:cubicBezTo>
                    <a:pt x="948708" y="974972"/>
                    <a:pt x="948640" y="976357"/>
                    <a:pt x="948571" y="977742"/>
                  </a:cubicBezTo>
                  <a:cubicBezTo>
                    <a:pt x="945967" y="998784"/>
                    <a:pt x="937881" y="1013536"/>
                    <a:pt x="914852" y="1013580"/>
                  </a:cubicBezTo>
                  <a:cubicBezTo>
                    <a:pt x="884149" y="1013640"/>
                    <a:pt x="880006" y="987315"/>
                    <a:pt x="880006" y="954914"/>
                  </a:cubicBezTo>
                  <a:cubicBezTo>
                    <a:pt x="880006" y="922514"/>
                    <a:pt x="882828" y="896304"/>
                    <a:pt x="914852" y="896249"/>
                  </a:cubicBezTo>
                  <a:close/>
                  <a:moveTo>
                    <a:pt x="637960" y="896249"/>
                  </a:moveTo>
                  <a:cubicBezTo>
                    <a:pt x="667156" y="896198"/>
                    <a:pt x="672806" y="922514"/>
                    <a:pt x="672806" y="954914"/>
                  </a:cubicBezTo>
                  <a:cubicBezTo>
                    <a:pt x="672806" y="987315"/>
                    <a:pt x="668664" y="1013521"/>
                    <a:pt x="637960" y="1013580"/>
                  </a:cubicBezTo>
                  <a:cubicBezTo>
                    <a:pt x="607257" y="1013640"/>
                    <a:pt x="603114" y="987315"/>
                    <a:pt x="603114" y="954914"/>
                  </a:cubicBezTo>
                  <a:cubicBezTo>
                    <a:pt x="603114" y="922514"/>
                    <a:pt x="605936" y="896304"/>
                    <a:pt x="637960" y="896249"/>
                  </a:cubicBezTo>
                  <a:close/>
                  <a:moveTo>
                    <a:pt x="262788" y="896249"/>
                  </a:moveTo>
                  <a:cubicBezTo>
                    <a:pt x="284685" y="896210"/>
                    <a:pt x="293337" y="911004"/>
                    <a:pt x="296295" y="932072"/>
                  </a:cubicBezTo>
                  <a:cubicBezTo>
                    <a:pt x="297631" y="939997"/>
                    <a:pt x="297080" y="949432"/>
                    <a:pt x="296906" y="959244"/>
                  </a:cubicBezTo>
                  <a:lnTo>
                    <a:pt x="248362" y="959244"/>
                  </a:lnTo>
                  <a:lnTo>
                    <a:pt x="248638" y="969136"/>
                  </a:lnTo>
                  <a:cubicBezTo>
                    <a:pt x="249695" y="983791"/>
                    <a:pt x="253101" y="994082"/>
                    <a:pt x="263432" y="994053"/>
                  </a:cubicBezTo>
                  <a:cubicBezTo>
                    <a:pt x="270668" y="994033"/>
                    <a:pt x="274477" y="989466"/>
                    <a:pt x="276478" y="982086"/>
                  </a:cubicBezTo>
                  <a:lnTo>
                    <a:pt x="277688" y="973587"/>
                  </a:lnTo>
                  <a:lnTo>
                    <a:pt x="296712" y="973587"/>
                  </a:lnTo>
                  <a:cubicBezTo>
                    <a:pt x="296644" y="974972"/>
                    <a:pt x="296575" y="976357"/>
                    <a:pt x="296507" y="977742"/>
                  </a:cubicBezTo>
                  <a:cubicBezTo>
                    <a:pt x="293903" y="998784"/>
                    <a:pt x="285816" y="1013536"/>
                    <a:pt x="262788" y="1013580"/>
                  </a:cubicBezTo>
                  <a:cubicBezTo>
                    <a:pt x="232085" y="1013640"/>
                    <a:pt x="227942" y="987315"/>
                    <a:pt x="227942" y="954914"/>
                  </a:cubicBezTo>
                  <a:cubicBezTo>
                    <a:pt x="227942" y="922514"/>
                    <a:pt x="230764" y="896304"/>
                    <a:pt x="262788" y="896249"/>
                  </a:cubicBezTo>
                  <a:close/>
                  <a:moveTo>
                    <a:pt x="174241" y="896248"/>
                  </a:moveTo>
                  <a:cubicBezTo>
                    <a:pt x="197857" y="896197"/>
                    <a:pt x="202427" y="922514"/>
                    <a:pt x="202427" y="954914"/>
                  </a:cubicBezTo>
                  <a:cubicBezTo>
                    <a:pt x="202427" y="987315"/>
                    <a:pt x="199077" y="1013521"/>
                    <a:pt x="174241" y="1013580"/>
                  </a:cubicBezTo>
                  <a:cubicBezTo>
                    <a:pt x="168032" y="1013595"/>
                    <a:pt x="163166" y="1011961"/>
                    <a:pt x="159360" y="1008995"/>
                  </a:cubicBezTo>
                  <a:lnTo>
                    <a:pt x="152852" y="999395"/>
                  </a:lnTo>
                  <a:lnTo>
                    <a:pt x="152852" y="1056246"/>
                  </a:lnTo>
                  <a:lnTo>
                    <a:pt x="132881" y="1056246"/>
                  </a:lnTo>
                  <a:lnTo>
                    <a:pt x="132881" y="896590"/>
                  </a:lnTo>
                  <a:lnTo>
                    <a:pt x="152852" y="896590"/>
                  </a:lnTo>
                  <a:lnTo>
                    <a:pt x="152852" y="909865"/>
                  </a:lnTo>
                  <a:lnTo>
                    <a:pt x="158909" y="900882"/>
                  </a:lnTo>
                  <a:cubicBezTo>
                    <a:pt x="162766" y="897911"/>
                    <a:pt x="167765" y="896262"/>
                    <a:pt x="174241" y="896248"/>
                  </a:cubicBezTo>
                  <a:close/>
                  <a:moveTo>
                    <a:pt x="1592774" y="892438"/>
                  </a:moveTo>
                  <a:lnTo>
                    <a:pt x="1592774" y="914707"/>
                  </a:lnTo>
                  <a:cubicBezTo>
                    <a:pt x="1583514" y="909612"/>
                    <a:pt x="1577013" y="914282"/>
                    <a:pt x="1572318" y="924898"/>
                  </a:cubicBezTo>
                  <a:lnTo>
                    <a:pt x="1570506" y="930363"/>
                  </a:lnTo>
                  <a:lnTo>
                    <a:pt x="1570506" y="1009192"/>
                  </a:lnTo>
                  <a:lnTo>
                    <a:pt x="1550534" y="1009192"/>
                  </a:lnTo>
                  <a:lnTo>
                    <a:pt x="1550534" y="896590"/>
                  </a:lnTo>
                  <a:lnTo>
                    <a:pt x="1570506" y="896590"/>
                  </a:lnTo>
                  <a:lnTo>
                    <a:pt x="1570506" y="906833"/>
                  </a:lnTo>
                  <a:lnTo>
                    <a:pt x="1571627" y="905336"/>
                  </a:lnTo>
                  <a:cubicBezTo>
                    <a:pt x="1576659" y="898171"/>
                    <a:pt x="1581532" y="891589"/>
                    <a:pt x="1592774" y="892438"/>
                  </a:cubicBezTo>
                  <a:close/>
                  <a:moveTo>
                    <a:pt x="824066" y="891683"/>
                  </a:moveTo>
                  <a:cubicBezTo>
                    <a:pt x="833896" y="891238"/>
                    <a:pt x="841608" y="894228"/>
                    <a:pt x="846335" y="897345"/>
                  </a:cubicBezTo>
                  <a:lnTo>
                    <a:pt x="846335" y="916217"/>
                  </a:lnTo>
                  <a:cubicBezTo>
                    <a:pt x="831615" y="909171"/>
                    <a:pt x="816237" y="908789"/>
                    <a:pt x="815762" y="924520"/>
                  </a:cubicBezTo>
                  <a:cubicBezTo>
                    <a:pt x="816014" y="936598"/>
                    <a:pt x="828690" y="944111"/>
                    <a:pt x="832661" y="947285"/>
                  </a:cubicBezTo>
                  <a:cubicBezTo>
                    <a:pt x="836633" y="950459"/>
                    <a:pt x="854413" y="963697"/>
                    <a:pt x="854638" y="979626"/>
                  </a:cubicBezTo>
                  <a:cubicBezTo>
                    <a:pt x="854854" y="994907"/>
                    <a:pt x="843083" y="1013464"/>
                    <a:pt x="824444" y="1013595"/>
                  </a:cubicBezTo>
                  <a:cubicBezTo>
                    <a:pt x="818138" y="1013640"/>
                    <a:pt x="808465" y="1010953"/>
                    <a:pt x="802175" y="1007934"/>
                  </a:cubicBezTo>
                  <a:lnTo>
                    <a:pt x="802175" y="987929"/>
                  </a:lnTo>
                  <a:cubicBezTo>
                    <a:pt x="808151" y="992144"/>
                    <a:pt x="816277" y="994890"/>
                    <a:pt x="822179" y="994723"/>
                  </a:cubicBezTo>
                  <a:cubicBezTo>
                    <a:pt x="831112" y="994472"/>
                    <a:pt x="837501" y="985881"/>
                    <a:pt x="836521" y="979248"/>
                  </a:cubicBezTo>
                  <a:cubicBezTo>
                    <a:pt x="835542" y="972616"/>
                    <a:pt x="823602" y="961846"/>
                    <a:pt x="816301" y="954931"/>
                  </a:cubicBezTo>
                  <a:cubicBezTo>
                    <a:pt x="809000" y="948016"/>
                    <a:pt x="797597" y="936255"/>
                    <a:pt x="796988" y="925652"/>
                  </a:cubicBezTo>
                  <a:cubicBezTo>
                    <a:pt x="795789" y="904786"/>
                    <a:pt x="811690" y="892244"/>
                    <a:pt x="824066" y="891683"/>
                  </a:cubicBezTo>
                  <a:close/>
                  <a:moveTo>
                    <a:pt x="56436" y="860524"/>
                  </a:moveTo>
                  <a:cubicBezTo>
                    <a:pt x="36465" y="860661"/>
                    <a:pt x="35735" y="890126"/>
                    <a:pt x="35735" y="926643"/>
                  </a:cubicBezTo>
                  <a:cubicBezTo>
                    <a:pt x="35735" y="963159"/>
                    <a:pt x="37723" y="992824"/>
                    <a:pt x="56436" y="992761"/>
                  </a:cubicBezTo>
                  <a:cubicBezTo>
                    <a:pt x="76095" y="992696"/>
                    <a:pt x="77136" y="963159"/>
                    <a:pt x="77136" y="926643"/>
                  </a:cubicBezTo>
                  <a:cubicBezTo>
                    <a:pt x="77136" y="890126"/>
                    <a:pt x="73668" y="860406"/>
                    <a:pt x="56436" y="860524"/>
                  </a:cubicBezTo>
                  <a:close/>
                  <a:moveTo>
                    <a:pt x="56672" y="839708"/>
                  </a:moveTo>
                  <a:cubicBezTo>
                    <a:pt x="93442" y="839632"/>
                    <a:pt x="100557" y="878630"/>
                    <a:pt x="100557" y="926644"/>
                  </a:cubicBezTo>
                  <a:cubicBezTo>
                    <a:pt x="100557" y="974658"/>
                    <a:pt x="95341" y="1013492"/>
                    <a:pt x="56672" y="1013580"/>
                  </a:cubicBezTo>
                  <a:cubicBezTo>
                    <a:pt x="18004" y="1013668"/>
                    <a:pt x="12787" y="974658"/>
                    <a:pt x="12787" y="926644"/>
                  </a:cubicBezTo>
                  <a:cubicBezTo>
                    <a:pt x="12787" y="878630"/>
                    <a:pt x="16341" y="839790"/>
                    <a:pt x="56672" y="839708"/>
                  </a:cubicBezTo>
                  <a:close/>
                  <a:moveTo>
                    <a:pt x="1261002" y="839707"/>
                  </a:moveTo>
                  <a:lnTo>
                    <a:pt x="1267808" y="839707"/>
                  </a:lnTo>
                  <a:lnTo>
                    <a:pt x="1282685" y="839707"/>
                  </a:lnTo>
                  <a:lnTo>
                    <a:pt x="1322930" y="839707"/>
                  </a:lnTo>
                  <a:lnTo>
                    <a:pt x="1322930" y="858017"/>
                  </a:lnTo>
                  <a:lnTo>
                    <a:pt x="1282685" y="858017"/>
                  </a:lnTo>
                  <a:lnTo>
                    <a:pt x="1282685" y="914391"/>
                  </a:lnTo>
                  <a:lnTo>
                    <a:pt x="1318112" y="914391"/>
                  </a:lnTo>
                  <a:lnTo>
                    <a:pt x="1318112" y="932701"/>
                  </a:lnTo>
                  <a:lnTo>
                    <a:pt x="1282685" y="932701"/>
                  </a:lnTo>
                  <a:lnTo>
                    <a:pt x="1282685" y="992581"/>
                  </a:lnTo>
                  <a:lnTo>
                    <a:pt x="1322930" y="992581"/>
                  </a:lnTo>
                  <a:lnTo>
                    <a:pt x="1322930" y="1010891"/>
                  </a:lnTo>
                  <a:lnTo>
                    <a:pt x="1282685" y="1010891"/>
                  </a:lnTo>
                  <a:lnTo>
                    <a:pt x="1267808" y="1010891"/>
                  </a:lnTo>
                  <a:lnTo>
                    <a:pt x="1261002" y="1010891"/>
                  </a:lnTo>
                  <a:close/>
                  <a:moveTo>
                    <a:pt x="489126" y="838658"/>
                  </a:moveTo>
                  <a:lnTo>
                    <a:pt x="510809" y="838658"/>
                  </a:lnTo>
                  <a:lnTo>
                    <a:pt x="510809" y="905619"/>
                  </a:lnTo>
                  <a:lnTo>
                    <a:pt x="546246" y="905619"/>
                  </a:lnTo>
                  <a:lnTo>
                    <a:pt x="546246" y="838658"/>
                  </a:lnTo>
                  <a:lnTo>
                    <a:pt x="567930" y="838658"/>
                  </a:lnTo>
                  <a:lnTo>
                    <a:pt x="567930" y="1009192"/>
                  </a:lnTo>
                  <a:lnTo>
                    <a:pt x="546246" y="1009192"/>
                  </a:lnTo>
                  <a:lnTo>
                    <a:pt x="546246" y="923859"/>
                  </a:lnTo>
                  <a:lnTo>
                    <a:pt x="510809" y="923859"/>
                  </a:lnTo>
                  <a:lnTo>
                    <a:pt x="510809" y="1009192"/>
                  </a:lnTo>
                  <a:lnTo>
                    <a:pt x="489126" y="1009192"/>
                  </a:lnTo>
                  <a:close/>
                  <a:moveTo>
                    <a:pt x="1162901" y="821998"/>
                  </a:moveTo>
                  <a:cubicBezTo>
                    <a:pt x="1167454" y="821842"/>
                    <a:pt x="1172459" y="822375"/>
                    <a:pt x="1177725" y="823498"/>
                  </a:cubicBezTo>
                  <a:lnTo>
                    <a:pt x="1177725" y="843469"/>
                  </a:lnTo>
                  <a:cubicBezTo>
                    <a:pt x="1162565" y="837968"/>
                    <a:pt x="1159105" y="844922"/>
                    <a:pt x="1159420" y="854141"/>
                  </a:cubicBezTo>
                  <a:lnTo>
                    <a:pt x="1159420" y="895458"/>
                  </a:lnTo>
                  <a:lnTo>
                    <a:pt x="1177725" y="895458"/>
                  </a:lnTo>
                  <a:lnTo>
                    <a:pt x="1177725" y="912236"/>
                  </a:lnTo>
                  <a:lnTo>
                    <a:pt x="1159420" y="912236"/>
                  </a:lnTo>
                  <a:lnTo>
                    <a:pt x="1159420" y="1009192"/>
                  </a:lnTo>
                  <a:lnTo>
                    <a:pt x="1139449" y="1009192"/>
                  </a:lnTo>
                  <a:lnTo>
                    <a:pt x="1139449" y="912236"/>
                  </a:lnTo>
                  <a:lnTo>
                    <a:pt x="1127527" y="912236"/>
                  </a:lnTo>
                  <a:lnTo>
                    <a:pt x="1127527" y="895458"/>
                  </a:lnTo>
                  <a:lnTo>
                    <a:pt x="1139449" y="895458"/>
                  </a:lnTo>
                  <a:lnTo>
                    <a:pt x="1139449" y="844747"/>
                  </a:lnTo>
                  <a:cubicBezTo>
                    <a:pt x="1139676" y="829150"/>
                    <a:pt x="1149246" y="822469"/>
                    <a:pt x="1162901" y="821998"/>
                  </a:cubicBezTo>
                  <a:close/>
                  <a:moveTo>
                    <a:pt x="0" y="698203"/>
                  </a:moveTo>
                  <a:lnTo>
                    <a:pt x="1792582" y="698203"/>
                  </a:lnTo>
                  <a:lnTo>
                    <a:pt x="1792582" y="703247"/>
                  </a:lnTo>
                  <a:lnTo>
                    <a:pt x="1792582" y="757745"/>
                  </a:lnTo>
                  <a:lnTo>
                    <a:pt x="1792582" y="777019"/>
                  </a:lnTo>
                  <a:lnTo>
                    <a:pt x="0" y="777019"/>
                  </a:lnTo>
                  <a:close/>
                  <a:moveTo>
                    <a:pt x="827858" y="57086"/>
                  </a:moveTo>
                  <a:cubicBezTo>
                    <a:pt x="773091" y="57462"/>
                    <a:pt x="771089" y="138267"/>
                    <a:pt x="771089" y="238408"/>
                  </a:cubicBezTo>
                  <a:cubicBezTo>
                    <a:pt x="771089" y="338549"/>
                    <a:pt x="776541" y="419900"/>
                    <a:pt x="827858" y="419730"/>
                  </a:cubicBezTo>
                  <a:cubicBezTo>
                    <a:pt x="881771" y="419551"/>
                    <a:pt x="884626" y="338549"/>
                    <a:pt x="884626" y="238408"/>
                  </a:cubicBezTo>
                  <a:cubicBezTo>
                    <a:pt x="884626" y="138267"/>
                    <a:pt x="875116" y="56762"/>
                    <a:pt x="827858" y="57086"/>
                  </a:cubicBezTo>
                  <a:close/>
                  <a:moveTo>
                    <a:pt x="119700" y="57086"/>
                  </a:moveTo>
                  <a:cubicBezTo>
                    <a:pt x="64933" y="57462"/>
                    <a:pt x="62931" y="138267"/>
                    <a:pt x="62931" y="238408"/>
                  </a:cubicBezTo>
                  <a:cubicBezTo>
                    <a:pt x="62931" y="338549"/>
                    <a:pt x="68383" y="419900"/>
                    <a:pt x="119700" y="419730"/>
                  </a:cubicBezTo>
                  <a:cubicBezTo>
                    <a:pt x="173614" y="419551"/>
                    <a:pt x="176468" y="338549"/>
                    <a:pt x="176468" y="238408"/>
                  </a:cubicBezTo>
                  <a:cubicBezTo>
                    <a:pt x="176468" y="138267"/>
                    <a:pt x="166959" y="56762"/>
                    <a:pt x="119700" y="57086"/>
                  </a:cubicBezTo>
                  <a:close/>
                  <a:moveTo>
                    <a:pt x="364615" y="7754"/>
                  </a:moveTo>
                  <a:lnTo>
                    <a:pt x="425426" y="7754"/>
                  </a:lnTo>
                  <a:lnTo>
                    <a:pt x="425426" y="188764"/>
                  </a:lnTo>
                  <a:lnTo>
                    <a:pt x="519025" y="188764"/>
                  </a:lnTo>
                  <a:lnTo>
                    <a:pt x="519025" y="7754"/>
                  </a:lnTo>
                  <a:lnTo>
                    <a:pt x="579836" y="7754"/>
                  </a:lnTo>
                  <a:lnTo>
                    <a:pt x="579836" y="468746"/>
                  </a:lnTo>
                  <a:lnTo>
                    <a:pt x="519025" y="468746"/>
                  </a:lnTo>
                  <a:lnTo>
                    <a:pt x="519025" y="238072"/>
                  </a:lnTo>
                  <a:lnTo>
                    <a:pt x="425426" y="238072"/>
                  </a:lnTo>
                  <a:lnTo>
                    <a:pt x="425426" y="468746"/>
                  </a:lnTo>
                  <a:lnTo>
                    <a:pt x="364615" y="468746"/>
                  </a:lnTo>
                  <a:close/>
                  <a:moveTo>
                    <a:pt x="828506" y="0"/>
                  </a:moveTo>
                  <a:cubicBezTo>
                    <a:pt x="929343" y="-206"/>
                    <a:pt x="948855" y="106741"/>
                    <a:pt x="948855" y="238412"/>
                  </a:cubicBezTo>
                  <a:cubicBezTo>
                    <a:pt x="948855" y="370082"/>
                    <a:pt x="934550" y="476581"/>
                    <a:pt x="828506" y="476823"/>
                  </a:cubicBezTo>
                  <a:cubicBezTo>
                    <a:pt x="722465" y="477064"/>
                    <a:pt x="708157" y="370082"/>
                    <a:pt x="708157" y="238412"/>
                  </a:cubicBezTo>
                  <a:cubicBezTo>
                    <a:pt x="708157" y="106741"/>
                    <a:pt x="717903" y="227"/>
                    <a:pt x="828506" y="0"/>
                  </a:cubicBezTo>
                  <a:close/>
                  <a:moveTo>
                    <a:pt x="120349" y="0"/>
                  </a:moveTo>
                  <a:cubicBezTo>
                    <a:pt x="221186" y="-206"/>
                    <a:pt x="240698" y="106741"/>
                    <a:pt x="240698" y="238412"/>
                  </a:cubicBezTo>
                  <a:cubicBezTo>
                    <a:pt x="240698" y="370082"/>
                    <a:pt x="226393" y="476581"/>
                    <a:pt x="120349" y="476823"/>
                  </a:cubicBezTo>
                  <a:cubicBezTo>
                    <a:pt x="14308" y="477064"/>
                    <a:pt x="0" y="370082"/>
                    <a:pt x="0" y="238412"/>
                  </a:cubicBezTo>
                  <a:cubicBezTo>
                    <a:pt x="0" y="106741"/>
                    <a:pt x="9745" y="227"/>
                    <a:pt x="120349" y="0"/>
                  </a:cubicBezTo>
                  <a:close/>
                </a:path>
              </a:pathLst>
            </a:custGeom>
            <a:solidFill>
              <a:schemeClr val="bg2"/>
            </a:solidFill>
          </p:spPr>
          <p:txBody>
            <a:bodyPr wrap="square" lIns="72000" tIns="36000" rIns="72000" bIns="36000" rtlCol="0" anchor="ctr">
              <a:noAutofit/>
            </a:bodyPr>
            <a:lstStyle/>
            <a:p>
              <a:pPr defTabSz="230733" hangingPunct="0">
                <a:lnSpc>
                  <a:spcPct val="90000"/>
                </a:lnSpc>
                <a:spcAft>
                  <a:spcPts val="447"/>
                </a:spcAft>
                <a:buClr>
                  <a:srgbClr val="E6513E"/>
                </a:buClr>
              </a:pPr>
              <a:endParaRPr lang="en-GB" sz="750">
                <a:solidFill>
                  <a:schemeClr val="tx2"/>
                </a:solidFill>
                <a:latin typeface="+mj-lt"/>
                <a:ea typeface="Nokia Pure Text" panose="020B0504040602060303" pitchFamily="34" charset="0"/>
                <a:cs typeface="Nokia Pure Text" panose="020B0504040602060303" pitchFamily="34" charset="0"/>
              </a:endParaRPr>
            </a:p>
          </p:txBody>
        </p:sp>
      </p:grpSp>
      <p:sp>
        <p:nvSpPr>
          <p:cNvPr id="50" name="Freeform: Shape 49">
            <a:extLst>
              <a:ext uri="{FF2B5EF4-FFF2-40B4-BE49-F238E27FC236}">
                <a16:creationId xmlns:a16="http://schemas.microsoft.com/office/drawing/2014/main" id="{71622BB2-29E0-4F74-819E-331BDF66C03F}"/>
              </a:ext>
            </a:extLst>
          </p:cNvPr>
          <p:cNvSpPr/>
          <p:nvPr userDrawn="1"/>
        </p:nvSpPr>
        <p:spPr>
          <a:xfrm>
            <a:off x="7467569" y="1884087"/>
            <a:ext cx="232399" cy="644728"/>
          </a:xfrm>
          <a:custGeom>
            <a:avLst/>
            <a:gdLst>
              <a:gd name="connsiteX0" fmla="*/ 0 w 59236"/>
              <a:gd name="connsiteY0" fmla="*/ 0 h 164334"/>
              <a:gd name="connsiteX1" fmla="*/ 59236 w 59236"/>
              <a:gd name="connsiteY1" fmla="*/ 0 h 164334"/>
              <a:gd name="connsiteX2" fmla="*/ 59236 w 59236"/>
              <a:gd name="connsiteY2" fmla="*/ 17572 h 164334"/>
              <a:gd name="connsiteX3" fmla="*/ 21451 w 59236"/>
              <a:gd name="connsiteY3" fmla="*/ 17572 h 164334"/>
              <a:gd name="connsiteX4" fmla="*/ 21451 w 59236"/>
              <a:gd name="connsiteY4" fmla="*/ 71709 h 164334"/>
              <a:gd name="connsiteX5" fmla="*/ 54609 w 59236"/>
              <a:gd name="connsiteY5" fmla="*/ 71709 h 164334"/>
              <a:gd name="connsiteX6" fmla="*/ 54609 w 59236"/>
              <a:gd name="connsiteY6" fmla="*/ 89293 h 164334"/>
              <a:gd name="connsiteX7" fmla="*/ 21451 w 59236"/>
              <a:gd name="connsiteY7" fmla="*/ 89293 h 164334"/>
              <a:gd name="connsiteX8" fmla="*/ 21451 w 59236"/>
              <a:gd name="connsiteY8" fmla="*/ 146797 h 164334"/>
              <a:gd name="connsiteX9" fmla="*/ 59236 w 59236"/>
              <a:gd name="connsiteY9" fmla="*/ 146797 h 164334"/>
              <a:gd name="connsiteX10" fmla="*/ 59236 w 59236"/>
              <a:gd name="connsiteY10" fmla="*/ 164334 h 164334"/>
              <a:gd name="connsiteX11" fmla="*/ 0 w 59236"/>
              <a:gd name="connsiteY11" fmla="*/ 164334 h 164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236" h="164334">
                <a:moveTo>
                  <a:pt x="0" y="0"/>
                </a:moveTo>
                <a:lnTo>
                  <a:pt x="59236" y="0"/>
                </a:lnTo>
                <a:lnTo>
                  <a:pt x="59236" y="17572"/>
                </a:lnTo>
                <a:lnTo>
                  <a:pt x="21451" y="17572"/>
                </a:lnTo>
                <a:lnTo>
                  <a:pt x="21451" y="71709"/>
                </a:lnTo>
                <a:lnTo>
                  <a:pt x="54609" y="71709"/>
                </a:lnTo>
                <a:lnTo>
                  <a:pt x="54609" y="89293"/>
                </a:lnTo>
                <a:lnTo>
                  <a:pt x="21451" y="89293"/>
                </a:lnTo>
                <a:lnTo>
                  <a:pt x="21451" y="146797"/>
                </a:lnTo>
                <a:lnTo>
                  <a:pt x="59236" y="146797"/>
                </a:lnTo>
                <a:lnTo>
                  <a:pt x="59236" y="164334"/>
                </a:lnTo>
                <a:lnTo>
                  <a:pt x="0" y="164334"/>
                </a:lnTo>
                <a:close/>
              </a:path>
            </a:pathLst>
          </a:custGeom>
          <a:solidFill>
            <a:schemeClr val="tx2"/>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00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51" name="Rectangle: Rounded Corners 50">
            <a:extLst>
              <a:ext uri="{FF2B5EF4-FFF2-40B4-BE49-F238E27FC236}">
                <a16:creationId xmlns:a16="http://schemas.microsoft.com/office/drawing/2014/main" id="{363727F8-2E27-4934-9ACD-DE9832050309}"/>
              </a:ext>
            </a:extLst>
          </p:cNvPr>
          <p:cNvSpPr/>
          <p:nvPr userDrawn="1"/>
        </p:nvSpPr>
        <p:spPr>
          <a:xfrm>
            <a:off x="431799" y="3146266"/>
            <a:ext cx="1782000" cy="1781233"/>
          </a:xfrm>
          <a:prstGeom prst="roundRect">
            <a:avLst>
              <a:gd name="adj" fmla="val 50000"/>
            </a:avLst>
          </a:prstGeom>
          <a:solidFill>
            <a:srgbClr val="FAFAFA"/>
          </a:solidFill>
          <a:ln>
            <a:noFill/>
          </a:ln>
        </p:spPr>
        <p:txBody>
          <a:bodyPr wrap="square" rtlCol="0" anchor="ctr">
            <a:noAutofit/>
          </a:bodyPr>
          <a:lstStyle/>
          <a:p>
            <a:pPr algn="ctr"/>
            <a:endParaRPr lang="en-GB" sz="1013"/>
          </a:p>
        </p:txBody>
      </p:sp>
      <p:sp>
        <p:nvSpPr>
          <p:cNvPr id="62" name="Freeform: Shape 61">
            <a:extLst>
              <a:ext uri="{FF2B5EF4-FFF2-40B4-BE49-F238E27FC236}">
                <a16:creationId xmlns:a16="http://schemas.microsoft.com/office/drawing/2014/main" id="{AF540C54-E330-4AD6-8CF9-084D1BC71BAC}"/>
              </a:ext>
            </a:extLst>
          </p:cNvPr>
          <p:cNvSpPr/>
          <p:nvPr userDrawn="1"/>
        </p:nvSpPr>
        <p:spPr>
          <a:xfrm>
            <a:off x="0" y="2930967"/>
            <a:ext cx="1325880" cy="2212532"/>
          </a:xfrm>
          <a:custGeom>
            <a:avLst/>
            <a:gdLst>
              <a:gd name="connsiteX0" fmla="*/ 0 w 1325880"/>
              <a:gd name="connsiteY0" fmla="*/ 0 h 2212532"/>
              <a:gd name="connsiteX1" fmla="*/ 1325880 w 1325880"/>
              <a:gd name="connsiteY1" fmla="*/ 0 h 2212532"/>
              <a:gd name="connsiteX2" fmla="*/ 1325880 w 1325880"/>
              <a:gd name="connsiteY2" fmla="*/ 215435 h 2212532"/>
              <a:gd name="connsiteX3" fmla="*/ 1323183 w 1325880"/>
              <a:gd name="connsiteY3" fmla="*/ 215299 h 2212532"/>
              <a:gd name="connsiteX4" fmla="*/ 1322416 w 1325880"/>
              <a:gd name="connsiteY4" fmla="*/ 215299 h 2212532"/>
              <a:gd name="connsiteX5" fmla="*/ 436397 w 1325880"/>
              <a:gd name="connsiteY5" fmla="*/ 1014856 h 2212532"/>
              <a:gd name="connsiteX6" fmla="*/ 431799 w 1325880"/>
              <a:gd name="connsiteY6" fmla="*/ 1105916 h 2212532"/>
              <a:gd name="connsiteX7" fmla="*/ 431799 w 1325880"/>
              <a:gd name="connsiteY7" fmla="*/ 1105915 h 2212532"/>
              <a:gd name="connsiteX8" fmla="*/ 431799 w 1325880"/>
              <a:gd name="connsiteY8" fmla="*/ 1105916 h 2212532"/>
              <a:gd name="connsiteX9" fmla="*/ 431799 w 1325880"/>
              <a:gd name="connsiteY9" fmla="*/ 1105916 h 2212532"/>
              <a:gd name="connsiteX10" fmla="*/ 436397 w 1325880"/>
              <a:gd name="connsiteY10" fmla="*/ 1196976 h 2212532"/>
              <a:gd name="connsiteX11" fmla="*/ 1322416 w 1325880"/>
              <a:gd name="connsiteY11" fmla="*/ 1996532 h 2212532"/>
              <a:gd name="connsiteX12" fmla="*/ 1323182 w 1325880"/>
              <a:gd name="connsiteY12" fmla="*/ 1996533 h 2212532"/>
              <a:gd name="connsiteX13" fmla="*/ 1325880 w 1325880"/>
              <a:gd name="connsiteY13" fmla="*/ 1996397 h 2212532"/>
              <a:gd name="connsiteX14" fmla="*/ 1325880 w 1325880"/>
              <a:gd name="connsiteY14" fmla="*/ 2212532 h 2212532"/>
              <a:gd name="connsiteX15" fmla="*/ 0 w 1325880"/>
              <a:gd name="connsiteY15" fmla="*/ 2212532 h 2212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25880" h="2212532">
                <a:moveTo>
                  <a:pt x="0" y="0"/>
                </a:moveTo>
                <a:lnTo>
                  <a:pt x="1325880" y="0"/>
                </a:lnTo>
                <a:lnTo>
                  <a:pt x="1325880" y="215435"/>
                </a:lnTo>
                <a:lnTo>
                  <a:pt x="1323183" y="215299"/>
                </a:lnTo>
                <a:lnTo>
                  <a:pt x="1322416" y="215299"/>
                </a:lnTo>
                <a:cubicBezTo>
                  <a:pt x="861284" y="215299"/>
                  <a:pt x="482006" y="565757"/>
                  <a:pt x="436397" y="1014856"/>
                </a:cubicBezTo>
                <a:lnTo>
                  <a:pt x="431799" y="1105916"/>
                </a:lnTo>
                <a:lnTo>
                  <a:pt x="431799" y="1105915"/>
                </a:lnTo>
                <a:lnTo>
                  <a:pt x="431799" y="1105916"/>
                </a:lnTo>
                <a:lnTo>
                  <a:pt x="431799" y="1105916"/>
                </a:lnTo>
                <a:lnTo>
                  <a:pt x="436397" y="1196976"/>
                </a:lnTo>
                <a:cubicBezTo>
                  <a:pt x="482006" y="1646075"/>
                  <a:pt x="861284" y="1996532"/>
                  <a:pt x="1322416" y="1996532"/>
                </a:cubicBezTo>
                <a:lnTo>
                  <a:pt x="1323182" y="1996533"/>
                </a:lnTo>
                <a:lnTo>
                  <a:pt x="1325880" y="1996397"/>
                </a:lnTo>
                <a:lnTo>
                  <a:pt x="1325880" y="2212532"/>
                </a:lnTo>
                <a:lnTo>
                  <a:pt x="0" y="2212532"/>
                </a:lnTo>
                <a:close/>
              </a:path>
            </a:pathLst>
          </a:custGeom>
          <a:solidFill>
            <a:schemeClr val="bg2">
              <a:lumMod val="20000"/>
              <a:lumOff val="80000"/>
            </a:schemeClr>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00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grpSp>
        <p:nvGrpSpPr>
          <p:cNvPr id="6" name="Group 5">
            <a:extLst>
              <a:ext uri="{FF2B5EF4-FFF2-40B4-BE49-F238E27FC236}">
                <a16:creationId xmlns:a16="http://schemas.microsoft.com/office/drawing/2014/main" id="{10E2AF79-7218-41CE-B227-59E441FED848}"/>
              </a:ext>
            </a:extLst>
          </p:cNvPr>
          <p:cNvGrpSpPr/>
          <p:nvPr userDrawn="1"/>
        </p:nvGrpSpPr>
        <p:grpSpPr>
          <a:xfrm>
            <a:off x="-8251001" y="2930967"/>
            <a:ext cx="17395001" cy="2212533"/>
            <a:chOff x="-8251001" y="5931025"/>
            <a:chExt cx="17395001" cy="2212533"/>
          </a:xfrm>
        </p:grpSpPr>
        <p:sp>
          <p:nvSpPr>
            <p:cNvPr id="57" name="Rectangle 56">
              <a:extLst>
                <a:ext uri="{FF2B5EF4-FFF2-40B4-BE49-F238E27FC236}">
                  <a16:creationId xmlns:a16="http://schemas.microsoft.com/office/drawing/2014/main" id="{DA21B27A-FA0F-42F6-9798-A1766B146E18}"/>
                </a:ext>
              </a:extLst>
            </p:cNvPr>
            <p:cNvSpPr/>
            <p:nvPr userDrawn="1"/>
          </p:nvSpPr>
          <p:spPr>
            <a:xfrm>
              <a:off x="0" y="5931025"/>
              <a:ext cx="9144000" cy="2212532"/>
            </a:xfrm>
            <a:prstGeom prst="rect">
              <a:avLst/>
            </a:prstGeom>
            <a:solidFill>
              <a:schemeClr val="bg2">
                <a:lumMod val="20000"/>
                <a:lumOff val="80000"/>
              </a:schemeClr>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00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58" name="Rectangle: Rounded Corners 57">
              <a:extLst>
                <a:ext uri="{FF2B5EF4-FFF2-40B4-BE49-F238E27FC236}">
                  <a16:creationId xmlns:a16="http://schemas.microsoft.com/office/drawing/2014/main" id="{A2C9FCC2-86CA-45E6-924D-6DA80357B1C4}"/>
                </a:ext>
              </a:extLst>
            </p:cNvPr>
            <p:cNvSpPr/>
            <p:nvPr userDrawn="1"/>
          </p:nvSpPr>
          <p:spPr>
            <a:xfrm>
              <a:off x="-1752599" y="6146324"/>
              <a:ext cx="10464800" cy="1781233"/>
            </a:xfrm>
            <a:prstGeom prst="roundRect">
              <a:avLst>
                <a:gd name="adj" fmla="val 50000"/>
              </a:avLst>
            </a:prstGeom>
            <a:solidFill>
              <a:schemeClr val="bg1">
                <a:alpha val="70000"/>
              </a:schemeClr>
            </a:solidFill>
            <a:ln>
              <a:noFill/>
            </a:ln>
          </p:spPr>
          <p:txBody>
            <a:bodyPr wrap="square" rtlCol="0" anchor="ctr">
              <a:noAutofit/>
            </a:bodyPr>
            <a:lstStyle/>
            <a:p>
              <a:pPr algn="ctr"/>
              <a:endParaRPr lang="en-GB" sz="1013"/>
            </a:p>
          </p:txBody>
        </p:sp>
        <p:sp>
          <p:nvSpPr>
            <p:cNvPr id="59" name="Rectangle 58">
              <a:extLst>
                <a:ext uri="{FF2B5EF4-FFF2-40B4-BE49-F238E27FC236}">
                  <a16:creationId xmlns:a16="http://schemas.microsoft.com/office/drawing/2014/main" id="{3B930BD9-61E6-4455-A9FF-F1258120D140}"/>
                </a:ext>
              </a:extLst>
            </p:cNvPr>
            <p:cNvSpPr/>
            <p:nvPr userDrawn="1"/>
          </p:nvSpPr>
          <p:spPr>
            <a:xfrm flipH="1">
              <a:off x="-8251001" y="5931025"/>
              <a:ext cx="8251002" cy="2212533"/>
            </a:xfrm>
            <a:prstGeom prst="rect">
              <a:avLst/>
            </a:prstGeom>
            <a:solidFill>
              <a:srgbClr val="E6E6E6"/>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en-US" sz="100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grpSp>
      <p:sp>
        <p:nvSpPr>
          <p:cNvPr id="38" name="Title 1"/>
          <p:cNvSpPr>
            <a:spLocks noGrp="1"/>
          </p:cNvSpPr>
          <p:nvPr userDrawn="1">
            <p:ph type="title" hasCustomPrompt="1"/>
          </p:nvPr>
        </p:nvSpPr>
        <p:spPr>
          <a:xfrm>
            <a:off x="900710" y="3169592"/>
            <a:ext cx="7563832" cy="833143"/>
          </a:xfrm>
          <a:noFill/>
          <a:ln w="9525">
            <a:noFill/>
            <a:miter lim="800000"/>
            <a:headEnd/>
            <a:tailEnd/>
          </a:ln>
        </p:spPr>
        <p:txBody>
          <a:bodyPr vert="horz" wrap="square" lIns="0" tIns="0" rIns="0" bIns="0" numCol="1" anchor="b" anchorCtr="0" compatLnSpc="1">
            <a:prstTxWarp prst="textNoShape">
              <a:avLst/>
            </a:prstTxWarp>
          </a:bodyPr>
          <a:lstStyle>
            <a:lvl1pPr>
              <a:defRPr lang="en-GB" sz="2800" dirty="0">
                <a:solidFill>
                  <a:schemeClr val="tx1"/>
                </a:solidFill>
              </a:defRPr>
            </a:lvl1pPr>
          </a:lstStyle>
          <a:p>
            <a:pPr lvl="0">
              <a:lnSpc>
                <a:spcPct val="90000"/>
              </a:lnSpc>
            </a:pPr>
            <a:r>
              <a:rPr lang="de-DE" noProof="0"/>
              <a:t>Präsentation Titel = Zentrale Botschaft</a:t>
            </a:r>
          </a:p>
        </p:txBody>
      </p:sp>
      <p:sp>
        <p:nvSpPr>
          <p:cNvPr id="39" name="Textplatzhalter 3"/>
          <p:cNvSpPr>
            <a:spLocks noGrp="1"/>
          </p:cNvSpPr>
          <p:nvPr userDrawn="1">
            <p:ph type="body" sz="half" idx="2" hasCustomPrompt="1"/>
          </p:nvPr>
        </p:nvSpPr>
        <p:spPr>
          <a:xfrm>
            <a:off x="904876" y="4111330"/>
            <a:ext cx="7563832" cy="61639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buNone/>
              <a:defRPr lang="de-DE" sz="1600" b="0" baseline="0" dirty="0" smtClean="0">
                <a:solidFill>
                  <a:schemeClr val="tx1">
                    <a:lumMod val="75000"/>
                    <a:lumOff val="25000"/>
                  </a:schemeClr>
                </a:solidFill>
                <a:cs typeface="Arial"/>
              </a:defRPr>
            </a:lvl1pPr>
          </a:lstStyle>
          <a:p>
            <a:pPr lvl="0">
              <a:lnSpc>
                <a:spcPct val="90000"/>
              </a:lnSpc>
              <a:spcAft>
                <a:spcPct val="0"/>
              </a:spcAft>
            </a:pPr>
            <a:r>
              <a:rPr lang="de-DE" noProof="0"/>
              <a:t>Untertitel / Präsentator</a:t>
            </a:r>
          </a:p>
        </p:txBody>
      </p:sp>
    </p:spTree>
    <p:extLst>
      <p:ext uri="{BB962C8B-B14F-4D97-AF65-F5344CB8AC3E}">
        <p14:creationId xmlns:p14="http://schemas.microsoft.com/office/powerpoint/2010/main" val="3773981669"/>
      </p:ext>
    </p:extLst>
  </p:cSld>
  <p:clrMapOvr>
    <a:overrideClrMapping bg1="lt1" tx1="dk1" bg2="lt2" tx2="dk2" accent1="accent1" accent2="accent2" accent3="accent3" accent4="accent4" accent5="accent5" accent6="accent6" hlink="hlink" folHlink="folHlink"/>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40000" fill="hold"/>
                                        <p:tgtEl>
                                          <p:spTgt spid="45"/>
                                        </p:tgtEl>
                                        <p:attrNameLst>
                                          <p:attrName>r</p:attrName>
                                        </p:attrNameLst>
                                      </p:cBhvr>
                                    </p:animRot>
                                  </p:childTnLst>
                                </p:cTn>
                              </p:par>
                              <p:par>
                                <p:cTn id="7" presetID="8" presetClass="emph" presetSubtype="0" repeatCount="indefinite" fill="hold" grpId="0" nodeType="withEffect">
                                  <p:stCondLst>
                                    <p:cond delay="0"/>
                                  </p:stCondLst>
                                  <p:childTnLst>
                                    <p:animRot by="21600000">
                                      <p:cBhvr>
                                        <p:cTn id="8" dur="40000" fill="hold"/>
                                        <p:tgtEl>
                                          <p:spTgt spid="27"/>
                                        </p:tgtEl>
                                        <p:attrNameLst>
                                          <p:attrName>r</p:attrName>
                                        </p:attrNameLst>
                                      </p:cBhvr>
                                    </p:animRot>
                                  </p:childTnLst>
                                </p:cTn>
                              </p:par>
                              <p:par>
                                <p:cTn id="9" presetID="8" presetClass="emph" presetSubtype="0" repeatCount="indefinite" fill="hold" grpId="0" nodeType="withEffect">
                                  <p:stCondLst>
                                    <p:cond delay="0"/>
                                  </p:stCondLst>
                                  <p:childTnLst>
                                    <p:animRot by="-21600000">
                                      <p:cBhvr>
                                        <p:cTn id="10" dur="40000" fill="hold"/>
                                        <p:tgtEl>
                                          <p:spTgt spid="30"/>
                                        </p:tgtEl>
                                        <p:attrNameLst>
                                          <p:attrName>r</p:attrName>
                                        </p:attrNameLst>
                                      </p:cBhvr>
                                    </p:animRot>
                                  </p:childTnLst>
                                </p:cTn>
                              </p:par>
                              <p:par>
                                <p:cTn id="11" presetID="8" presetClass="emph" presetSubtype="0" repeatCount="indefinite" fill="hold" grpId="0" nodeType="withEffect">
                                  <p:stCondLst>
                                    <p:cond delay="0"/>
                                  </p:stCondLst>
                                  <p:childTnLst>
                                    <p:animRot by="21600000">
                                      <p:cBhvr>
                                        <p:cTn id="12" dur="40000" fill="hold"/>
                                        <p:tgtEl>
                                          <p:spTgt spid="35"/>
                                        </p:tgtEl>
                                        <p:attrNameLst>
                                          <p:attrName>r</p:attrName>
                                        </p:attrNameLst>
                                      </p:cBhvr>
                                    </p:animRot>
                                  </p:childTnLst>
                                </p:cTn>
                              </p:par>
                              <p:par>
                                <p:cTn id="13" presetID="8" presetClass="emph" presetSubtype="0" repeatCount="indefinite" fill="hold" grpId="0" nodeType="withEffect">
                                  <p:stCondLst>
                                    <p:cond delay="0"/>
                                  </p:stCondLst>
                                  <p:childTnLst>
                                    <p:animRot by="-21600000">
                                      <p:cBhvr>
                                        <p:cTn id="14" dur="40000" fill="hold"/>
                                        <p:tgtEl>
                                          <p:spTgt spid="36"/>
                                        </p:tgtEl>
                                        <p:attrNameLst>
                                          <p:attrName>r</p:attrName>
                                        </p:attrNameLst>
                                      </p:cBhvr>
                                    </p:animRot>
                                  </p:childTnLst>
                                </p:cTn>
                              </p:par>
                              <p:par>
                                <p:cTn id="15" presetID="8" presetClass="emph" presetSubtype="0" repeatCount="indefinite" fill="hold" grpId="0" nodeType="withEffect">
                                  <p:stCondLst>
                                    <p:cond delay="0"/>
                                  </p:stCondLst>
                                  <p:childTnLst>
                                    <p:animRot by="21600000">
                                      <p:cBhvr>
                                        <p:cTn id="16" dur="40000" fill="hold"/>
                                        <p:tgtEl>
                                          <p:spTgt spid="40"/>
                                        </p:tgtEl>
                                        <p:attrNameLst>
                                          <p:attrName>r</p:attrName>
                                        </p:attrNameLst>
                                      </p:cBhvr>
                                    </p:animRot>
                                  </p:childTnLst>
                                </p:cTn>
                              </p:par>
                              <p:par>
                                <p:cTn id="17" presetID="63" presetClass="path" presetSubtype="0" accel="50000" decel="50000" fill="hold" grpId="0" nodeType="withEffect">
                                  <p:stCondLst>
                                    <p:cond delay="0"/>
                                  </p:stCondLst>
                                  <p:childTnLst>
                                    <p:animMotion origin="layout" path="M 4.72222E-6 3.45679E-6 L 0.71059 3.45679E-6 " pathEditMode="relative" rAng="0" ptsTypes="AA">
                                      <p:cBhvr>
                                        <p:cTn id="18" dur="2000" fill="hold"/>
                                        <p:tgtEl>
                                          <p:spTgt spid="3"/>
                                        </p:tgtEl>
                                        <p:attrNameLst>
                                          <p:attrName>ppt_x</p:attrName>
                                          <p:attrName>ppt_y</p:attrName>
                                        </p:attrNameLst>
                                      </p:cBhvr>
                                      <p:rCtr x="35521" y="0"/>
                                    </p:animMotion>
                                  </p:childTnLst>
                                </p:cTn>
                              </p:par>
                              <p:par>
                                <p:cTn id="19" presetID="10" presetClass="exit" presetSubtype="0" fill="hold" grpId="0" nodeType="withEffect">
                                  <p:stCondLst>
                                    <p:cond delay="0"/>
                                  </p:stCondLst>
                                  <p:childTnLst>
                                    <p:animEffect transition="out" filter="fade">
                                      <p:cBhvr>
                                        <p:cTn id="20" dur="1000"/>
                                        <p:tgtEl>
                                          <p:spTgt spid="62"/>
                                        </p:tgtEl>
                                      </p:cBhvr>
                                    </p:animEffect>
                                    <p:set>
                                      <p:cBhvr>
                                        <p:cTn id="21" dur="1" fill="hold">
                                          <p:stCondLst>
                                            <p:cond delay="999"/>
                                          </p:stCondLst>
                                        </p:cTn>
                                        <p:tgtEl>
                                          <p:spTgt spid="62"/>
                                        </p:tgtEl>
                                        <p:attrNameLst>
                                          <p:attrName>style.visibility</p:attrName>
                                        </p:attrNameLst>
                                      </p:cBhvr>
                                      <p:to>
                                        <p:strVal val="hidden"/>
                                      </p:to>
                                    </p:set>
                                  </p:childTnLst>
                                </p:cTn>
                              </p:par>
                              <p:par>
                                <p:cTn id="22" presetID="10" presetClass="entr" presetSubtype="0" fill="hold" grpId="0" nodeType="withEffect">
                                  <p:stCondLst>
                                    <p:cond delay="500"/>
                                  </p:stCondLst>
                                  <p:childTnLst>
                                    <p:set>
                                      <p:cBhvr>
                                        <p:cTn id="23" dur="1" fill="hold">
                                          <p:stCondLst>
                                            <p:cond delay="0"/>
                                          </p:stCondLst>
                                        </p:cTn>
                                        <p:tgtEl>
                                          <p:spTgt spid="39">
                                            <p:txEl>
                                              <p:pRg st="0" end="0"/>
                                            </p:txEl>
                                          </p:spTgt>
                                        </p:tgtEl>
                                        <p:attrNameLst>
                                          <p:attrName>style.visibility</p:attrName>
                                        </p:attrNameLst>
                                      </p:cBhvr>
                                      <p:to>
                                        <p:strVal val="visible"/>
                                      </p:to>
                                    </p:set>
                                    <p:animEffect transition="in" filter="fade">
                                      <p:cBhvr>
                                        <p:cTn id="24" dur="1500"/>
                                        <p:tgtEl>
                                          <p:spTgt spid="39">
                                            <p:txEl>
                                              <p:pRg st="0" end="0"/>
                                            </p:txEl>
                                          </p:spTgt>
                                        </p:tgtEl>
                                      </p:cBhvr>
                                    </p:animEffect>
                                  </p:childTnLst>
                                </p:cTn>
                              </p:par>
                              <p:par>
                                <p:cTn id="25" presetID="10" presetClass="entr" presetSubtype="0" fill="hold" grpId="0" nodeType="withEffect">
                                  <p:stCondLst>
                                    <p:cond delay="50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1500"/>
                                        <p:tgtEl>
                                          <p:spTgt spid="38"/>
                                        </p:tgtEl>
                                      </p:cBhvr>
                                    </p:animEffect>
                                  </p:childTnLst>
                                </p:cTn>
                              </p:par>
                              <p:par>
                                <p:cTn id="28" presetID="10" presetClass="entr" presetSubtype="0" fill="hold" nodeType="withEffect">
                                  <p:stCondLst>
                                    <p:cond delay="200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3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7" grpId="0" animBg="1"/>
      <p:bldP spid="30" grpId="0" animBg="1"/>
      <p:bldP spid="35" grpId="0" animBg="1"/>
      <p:bldP spid="36" grpId="0" animBg="1"/>
      <p:bldP spid="40" grpId="0" animBg="1"/>
      <p:bldP spid="45" grpId="0" animBg="1"/>
      <p:bldP spid="62" grpId="0" animBg="1"/>
      <p:bldP spid="38" grpId="0"/>
      <p:bldP spid="39" grpId="0" build="p">
        <p:tmplLst>
          <p:tmpl lvl="1">
            <p:tnLst>
              <p:par>
                <p:cTn presetID="10" presetClass="entr" presetSubtype="0" fill="hold" nodeType="withEffect">
                  <p:stCondLst>
                    <p:cond delay="500"/>
                  </p:stCondLst>
                  <p:childTnLst>
                    <p:set>
                      <p:cBhvr>
                        <p:cTn dur="1" fill="hold">
                          <p:stCondLst>
                            <p:cond delay="0"/>
                          </p:stCondLst>
                        </p:cTn>
                        <p:tgtEl>
                          <p:spTgt spid="39"/>
                        </p:tgtEl>
                        <p:attrNameLst>
                          <p:attrName>style.visibility</p:attrName>
                        </p:attrNameLst>
                      </p:cBhvr>
                      <p:to>
                        <p:strVal val="visible"/>
                      </p:to>
                    </p:set>
                    <p:animEffect transition="in" filter="fade">
                      <p:cBhvr>
                        <p:cTn dur="1500"/>
                        <p:tgtEl>
                          <p:spTgt spid="39"/>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32001" y="271679"/>
            <a:ext cx="6993000" cy="289789"/>
          </a:xfrm>
          <a:noFill/>
        </p:spPr>
        <p:txBody>
          <a:bodyPr/>
          <a:lstStyle/>
          <a:p>
            <a:r>
              <a:rPr lang="de-DE" noProof="0"/>
              <a:t>Titel = Kern-Botschaft</a:t>
            </a:r>
            <a:endParaRPr lang="en-GB" noProof="0"/>
          </a:p>
        </p:txBody>
      </p:sp>
    </p:spTree>
    <p:extLst>
      <p:ext uri="{BB962C8B-B14F-4D97-AF65-F5344CB8AC3E}">
        <p14:creationId xmlns:p14="http://schemas.microsoft.com/office/powerpoint/2010/main" val="2910200169"/>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headline | main">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32001" y="271679"/>
            <a:ext cx="6993000" cy="289789"/>
          </a:xfrm>
          <a:noFill/>
        </p:spPr>
        <p:txBody>
          <a:bodyPr/>
          <a:lstStyle/>
          <a:p>
            <a:r>
              <a:rPr lang="de-DE" noProof="0"/>
              <a:t>Titel = Kern-Botschaft</a:t>
            </a:r>
          </a:p>
        </p:txBody>
      </p:sp>
      <p:sp>
        <p:nvSpPr>
          <p:cNvPr id="3" name="Textplatzhalter 5">
            <a:extLst>
              <a:ext uri="{FF2B5EF4-FFF2-40B4-BE49-F238E27FC236}">
                <a16:creationId xmlns:a16="http://schemas.microsoft.com/office/drawing/2014/main" id="{52691DE3-A0C1-4A8D-9C44-BC774825717E}"/>
              </a:ext>
            </a:extLst>
          </p:cNvPr>
          <p:cNvSpPr>
            <a:spLocks noGrp="1"/>
          </p:cNvSpPr>
          <p:nvPr>
            <p:ph type="body" sz="quarter" idx="14" hasCustomPrompt="1"/>
          </p:nvPr>
        </p:nvSpPr>
        <p:spPr>
          <a:xfrm>
            <a:off x="431801" y="579842"/>
            <a:ext cx="6993000" cy="216000"/>
          </a:xfrm>
          <a:noFill/>
          <a:ln w="9525">
            <a:noFill/>
            <a:miter lim="800000"/>
            <a:headEnd/>
            <a:tailEnd/>
          </a:ln>
        </p:spPr>
        <p:txBody>
          <a:bodyPr vert="horz" wrap="square" lIns="0" tIns="0" rIns="0" bIns="0" numCol="1" anchor="t" anchorCtr="0" compatLnSpc="1">
            <a:prstTxWarp prst="textNoShape">
              <a:avLst/>
            </a:prstTxWarp>
          </a:bodyPr>
          <a:lstStyle>
            <a:lvl1pPr marL="285743" indent="-285743">
              <a:buFont typeface="Arial" panose="020B0604020202020204" pitchFamily="34" charset="0"/>
              <a:buNone/>
              <a:defRPr lang="en-GB" sz="1400" dirty="0">
                <a:solidFill>
                  <a:schemeClr val="bg2">
                    <a:lumMod val="75000"/>
                  </a:schemeClr>
                </a:solidFill>
                <a:latin typeface="+mj-lt"/>
              </a:defRPr>
            </a:lvl1pPr>
          </a:lstStyle>
          <a:p>
            <a:pPr marL="0" lvl="0" indent="0"/>
            <a:r>
              <a:rPr lang="de-DE" noProof="0"/>
              <a:t>Untertitel</a:t>
            </a:r>
          </a:p>
        </p:txBody>
      </p:sp>
    </p:spTree>
    <p:extLst>
      <p:ext uri="{BB962C8B-B14F-4D97-AF65-F5344CB8AC3E}">
        <p14:creationId xmlns:p14="http://schemas.microsoft.com/office/powerpoint/2010/main" val="587501582"/>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hapter">
    <p:bg>
      <p:bgPr>
        <a:solidFill>
          <a:schemeClr val="accent3"/>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32001" y="959995"/>
            <a:ext cx="6993000" cy="1778516"/>
          </a:xfrm>
          <a:noFill/>
        </p:spPr>
        <p:txBody>
          <a:bodyPr/>
          <a:lstStyle>
            <a:lvl1pPr>
              <a:defRPr sz="4000">
                <a:solidFill>
                  <a:schemeClr val="bg1"/>
                </a:solidFill>
              </a:defRPr>
            </a:lvl1pPr>
          </a:lstStyle>
          <a:p>
            <a:r>
              <a:rPr lang="en-GB" noProof="0"/>
              <a:t>Title / key message of the slide</a:t>
            </a:r>
          </a:p>
        </p:txBody>
      </p:sp>
    </p:spTree>
    <p:extLst>
      <p:ext uri="{BB962C8B-B14F-4D97-AF65-F5344CB8AC3E}">
        <p14:creationId xmlns:p14="http://schemas.microsoft.com/office/powerpoint/2010/main" val="3643057795"/>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36342D5-5E1D-450E-8191-E024484A9927}"/>
              </a:ext>
            </a:extLst>
          </p:cNvPr>
          <p:cNvSpPr/>
          <p:nvPr userDrawn="1"/>
        </p:nvSpPr>
        <p:spPr>
          <a:xfrm>
            <a:off x="0" y="0"/>
            <a:ext cx="3383868" cy="4929188"/>
          </a:xfrm>
          <a:prstGeom prst="rect">
            <a:avLst/>
          </a:prstGeom>
          <a:solidFill>
            <a:schemeClr val="accent3"/>
          </a:solidFill>
          <a:ln>
            <a:noFill/>
            <a:miter lim="800000"/>
          </a:ln>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200">
              <a:latin typeface="+mj-lt"/>
              <a:ea typeface="Nokia Pure Text" panose="020B0504040602060303" pitchFamily="34" charset="0"/>
              <a:cs typeface="Nokia Pure Text" panose="020B0504040602060303" pitchFamily="34" charset="0"/>
              <a:sym typeface="Helvetica Neue" charset="0"/>
            </a:endParaRPr>
          </a:p>
        </p:txBody>
      </p:sp>
      <p:sp>
        <p:nvSpPr>
          <p:cNvPr id="2" name="Titel 1"/>
          <p:cNvSpPr>
            <a:spLocks noGrp="1"/>
          </p:cNvSpPr>
          <p:nvPr>
            <p:ph type="title" hasCustomPrompt="1"/>
          </p:nvPr>
        </p:nvSpPr>
        <p:spPr>
          <a:xfrm>
            <a:off x="432001" y="3400735"/>
            <a:ext cx="2699839" cy="679234"/>
          </a:xfrm>
          <a:noFill/>
        </p:spPr>
        <p:txBody>
          <a:bodyPr/>
          <a:lstStyle>
            <a:lvl1pPr algn="ctr">
              <a:defRPr sz="1600">
                <a:solidFill>
                  <a:schemeClr val="bg1"/>
                </a:solidFill>
                <a:latin typeface="+mn-lt"/>
              </a:defRPr>
            </a:lvl1pPr>
          </a:lstStyle>
          <a:p>
            <a:r>
              <a:rPr lang="de-DE" noProof="0"/>
              <a:t>Name, </a:t>
            </a:r>
            <a:br>
              <a:rPr lang="de-DE" noProof="0"/>
            </a:br>
            <a:r>
              <a:rPr lang="de-DE" noProof="0"/>
              <a:t>Titel &amp; Organisation</a:t>
            </a:r>
          </a:p>
        </p:txBody>
      </p:sp>
      <p:sp>
        <p:nvSpPr>
          <p:cNvPr id="6" name="Picture Placeholder 5">
            <a:extLst>
              <a:ext uri="{FF2B5EF4-FFF2-40B4-BE49-F238E27FC236}">
                <a16:creationId xmlns:a16="http://schemas.microsoft.com/office/drawing/2014/main" id="{4A0E2B0D-ACD7-4561-9F7E-C32B553AAE04}"/>
              </a:ext>
            </a:extLst>
          </p:cNvPr>
          <p:cNvSpPr>
            <a:spLocks noGrp="1"/>
          </p:cNvSpPr>
          <p:nvPr>
            <p:ph type="pic" sz="quarter" idx="15" hasCustomPrompt="1"/>
          </p:nvPr>
        </p:nvSpPr>
        <p:spPr>
          <a:xfrm>
            <a:off x="683376" y="1203598"/>
            <a:ext cx="2017118" cy="2017118"/>
          </a:xfrm>
          <a:prstGeom prst="ellipse">
            <a:avLst/>
          </a:prstGeom>
          <a:solidFill>
            <a:schemeClr val="bg1"/>
          </a:solidFill>
        </p:spPr>
        <p:txBody>
          <a:bodyPr anchor="ctr"/>
          <a:lstStyle>
            <a:lvl1pPr algn="ctr">
              <a:buNone/>
              <a:defRPr>
                <a:solidFill>
                  <a:schemeClr val="bg2"/>
                </a:solidFill>
              </a:defRPr>
            </a:lvl1pPr>
          </a:lstStyle>
          <a:p>
            <a:r>
              <a:rPr lang="de-DE"/>
              <a:t>Ansprechpartner Bild</a:t>
            </a:r>
          </a:p>
        </p:txBody>
      </p:sp>
      <p:grpSp>
        <p:nvGrpSpPr>
          <p:cNvPr id="11" name="Group 10">
            <a:extLst>
              <a:ext uri="{FF2B5EF4-FFF2-40B4-BE49-F238E27FC236}">
                <a16:creationId xmlns:a16="http://schemas.microsoft.com/office/drawing/2014/main" id="{45DCDE28-841C-455E-BF56-283B83CC7324}"/>
              </a:ext>
            </a:extLst>
          </p:cNvPr>
          <p:cNvGrpSpPr/>
          <p:nvPr userDrawn="1"/>
        </p:nvGrpSpPr>
        <p:grpSpPr>
          <a:xfrm>
            <a:off x="3635896" y="1499925"/>
            <a:ext cx="148389" cy="180020"/>
            <a:chOff x="3703531" y="1326580"/>
            <a:chExt cx="148389" cy="180020"/>
          </a:xfrm>
          <a:solidFill>
            <a:schemeClr val="accent3"/>
          </a:solidFill>
        </p:grpSpPr>
        <p:sp>
          <p:nvSpPr>
            <p:cNvPr id="9" name="Arrow: Chevron 8">
              <a:extLst>
                <a:ext uri="{FF2B5EF4-FFF2-40B4-BE49-F238E27FC236}">
                  <a16:creationId xmlns:a16="http://schemas.microsoft.com/office/drawing/2014/main" id="{5345E9B6-2CE3-4C83-B06A-AE9A7E70B314}"/>
                </a:ext>
              </a:extLst>
            </p:cNvPr>
            <p:cNvSpPr/>
            <p:nvPr userDrawn="1"/>
          </p:nvSpPr>
          <p:spPr>
            <a:xfrm>
              <a:off x="3779912" y="1326580"/>
              <a:ext cx="72008" cy="180020"/>
            </a:xfrm>
            <a:prstGeom prst="chevron">
              <a:avLst/>
            </a:prstGeom>
            <a:grpFill/>
            <a:ln>
              <a:noFill/>
              <a:miter lim="800000"/>
            </a:ln>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200">
                <a:latin typeface="+mj-lt"/>
                <a:ea typeface="Nokia Pure Text" panose="020B0504040602060303" pitchFamily="34" charset="0"/>
                <a:cs typeface="Nokia Pure Text" panose="020B0504040602060303" pitchFamily="34" charset="0"/>
                <a:sym typeface="Helvetica Neue" charset="0"/>
              </a:endParaRPr>
            </a:p>
          </p:txBody>
        </p:sp>
        <p:sp>
          <p:nvSpPr>
            <p:cNvPr id="10" name="Arrow: Chevron 9">
              <a:extLst>
                <a:ext uri="{FF2B5EF4-FFF2-40B4-BE49-F238E27FC236}">
                  <a16:creationId xmlns:a16="http://schemas.microsoft.com/office/drawing/2014/main" id="{F230C5E5-2A7C-4141-90A1-9EB1411C2B01}"/>
                </a:ext>
              </a:extLst>
            </p:cNvPr>
            <p:cNvSpPr/>
            <p:nvPr userDrawn="1"/>
          </p:nvSpPr>
          <p:spPr>
            <a:xfrm>
              <a:off x="3703531" y="1326580"/>
              <a:ext cx="72008" cy="180020"/>
            </a:xfrm>
            <a:prstGeom prst="chevron">
              <a:avLst/>
            </a:prstGeom>
            <a:grpFill/>
            <a:ln>
              <a:noFill/>
              <a:miter lim="800000"/>
            </a:ln>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200">
                <a:latin typeface="+mj-lt"/>
                <a:ea typeface="Nokia Pure Text" panose="020B0504040602060303" pitchFamily="34" charset="0"/>
                <a:cs typeface="Nokia Pure Text" panose="020B0504040602060303" pitchFamily="34" charset="0"/>
                <a:sym typeface="Helvetica Neue" charset="0"/>
              </a:endParaRPr>
            </a:p>
          </p:txBody>
        </p:sp>
      </p:grpSp>
      <p:grpSp>
        <p:nvGrpSpPr>
          <p:cNvPr id="12" name="Group 11">
            <a:extLst>
              <a:ext uri="{FF2B5EF4-FFF2-40B4-BE49-F238E27FC236}">
                <a16:creationId xmlns:a16="http://schemas.microsoft.com/office/drawing/2014/main" id="{4985A5C7-F8C8-4117-94A4-4A1630FD53A6}"/>
              </a:ext>
            </a:extLst>
          </p:cNvPr>
          <p:cNvGrpSpPr/>
          <p:nvPr userDrawn="1"/>
        </p:nvGrpSpPr>
        <p:grpSpPr>
          <a:xfrm>
            <a:off x="8373581" y="1306914"/>
            <a:ext cx="356082" cy="356082"/>
            <a:chOff x="8194717" y="1344986"/>
            <a:chExt cx="293660" cy="293660"/>
          </a:xfrm>
        </p:grpSpPr>
        <p:sp>
          <p:nvSpPr>
            <p:cNvPr id="14" name="Oval 13">
              <a:extLst>
                <a:ext uri="{FF2B5EF4-FFF2-40B4-BE49-F238E27FC236}">
                  <a16:creationId xmlns:a16="http://schemas.microsoft.com/office/drawing/2014/main" id="{4D0A51FF-C8AF-41A1-9A86-7A3389098D55}"/>
                </a:ext>
              </a:extLst>
            </p:cNvPr>
            <p:cNvSpPr>
              <a:spLocks noChangeAspect="1"/>
            </p:cNvSpPr>
            <p:nvPr/>
          </p:nvSpPr>
          <p:spPr>
            <a:xfrm>
              <a:off x="8194717" y="1344986"/>
              <a:ext cx="293660" cy="293660"/>
            </a:xfrm>
            <a:prstGeom prst="ellipse">
              <a:avLst/>
            </a:prstGeom>
            <a:solidFill>
              <a:schemeClr val="accent3"/>
            </a:solidFill>
            <a:ln>
              <a:noFill/>
              <a:miter lim="800000"/>
            </a:ln>
            <a:effectLst/>
          </p:spPr>
          <p:txBody>
            <a:bodyPr wrap="square" lIns="0" tIns="144000" rIns="0" bIns="0" rtlCol="0" anchor="ctr">
              <a:noAutofit/>
            </a:bodyPr>
            <a:lstStyle/>
            <a:p>
              <a:pPr algn="ctr" defTabSz="307644" hangingPunct="0">
                <a:lnSpc>
                  <a:spcPct val="85000"/>
                </a:lnSpc>
                <a:spcAft>
                  <a:spcPts val="600"/>
                </a:spcAft>
                <a:buClr>
                  <a:srgbClr val="E6513E"/>
                </a:buClr>
              </a:pPr>
              <a:endParaRPr lang="de-DE" sz="1100">
                <a:solidFill>
                  <a:schemeClr val="bg1"/>
                </a:solidFill>
                <a:ea typeface="Nokia Pure Text" panose="020B0504040602060303" pitchFamily="34" charset="0"/>
                <a:cs typeface="Nokia Pure Text" panose="020B0504040602060303" pitchFamily="34" charset="0"/>
                <a:sym typeface="Helvetica Neue" charset="0"/>
              </a:endParaRPr>
            </a:p>
          </p:txBody>
        </p:sp>
        <p:sp>
          <p:nvSpPr>
            <p:cNvPr id="15" name="Freeform: Shape 14">
              <a:extLst>
                <a:ext uri="{FF2B5EF4-FFF2-40B4-BE49-F238E27FC236}">
                  <a16:creationId xmlns:a16="http://schemas.microsoft.com/office/drawing/2014/main" id="{3E720A04-E59D-41CF-AAEB-A65533ADAF05}"/>
                </a:ext>
              </a:extLst>
            </p:cNvPr>
            <p:cNvSpPr>
              <a:spLocks noChangeAspect="1"/>
            </p:cNvSpPr>
            <p:nvPr/>
          </p:nvSpPr>
          <p:spPr>
            <a:xfrm>
              <a:off x="8238445" y="1390607"/>
              <a:ext cx="206205" cy="202418"/>
            </a:xfrm>
            <a:custGeom>
              <a:avLst/>
              <a:gdLst>
                <a:gd name="connsiteX0" fmla="*/ 1164302 w 2304098"/>
                <a:gd name="connsiteY0" fmla="*/ 1500 h 2261786"/>
                <a:gd name="connsiteX1" fmla="*/ 1326256 w 2304098"/>
                <a:gd name="connsiteY1" fmla="*/ 5786 h 2261786"/>
                <a:gd name="connsiteX2" fmla="*/ 1407342 w 2304098"/>
                <a:gd name="connsiteY2" fmla="*/ 18976 h 2261786"/>
                <a:gd name="connsiteX3" fmla="*/ 1407341 w 2304098"/>
                <a:gd name="connsiteY3" fmla="*/ 444099 h 2261786"/>
                <a:gd name="connsiteX4" fmla="*/ 1328506 w 2304098"/>
                <a:gd name="connsiteY4" fmla="*/ 406761 h 2261786"/>
                <a:gd name="connsiteX5" fmla="*/ 1031780 w 2304098"/>
                <a:gd name="connsiteY5" fmla="*/ 396306 h 2261786"/>
                <a:gd name="connsiteX6" fmla="*/ 626589 w 2304098"/>
                <a:gd name="connsiteY6" fmla="*/ 826484 h 2261786"/>
                <a:gd name="connsiteX7" fmla="*/ 620112 w 2304098"/>
                <a:gd name="connsiteY7" fmla="*/ 918425 h 2261786"/>
                <a:gd name="connsiteX8" fmla="*/ 1407342 w 2304098"/>
                <a:gd name="connsiteY8" fmla="*/ 744132 h 2261786"/>
                <a:gd name="connsiteX9" fmla="*/ 1407342 w 2304098"/>
                <a:gd name="connsiteY9" fmla="*/ 985636 h 2261786"/>
                <a:gd name="connsiteX10" fmla="*/ 636040 w 2304098"/>
                <a:gd name="connsiteY10" fmla="*/ 1156403 h 2261786"/>
                <a:gd name="connsiteX11" fmla="*/ 652790 w 2304098"/>
                <a:gd name="connsiteY11" fmla="*/ 1252446 h 2261786"/>
                <a:gd name="connsiteX12" fmla="*/ 677409 w 2304098"/>
                <a:gd name="connsiteY12" fmla="*/ 1344570 h 2261786"/>
                <a:gd name="connsiteX13" fmla="*/ 1407342 w 2304098"/>
                <a:gd name="connsiteY13" fmla="*/ 1182963 h 2261786"/>
                <a:gd name="connsiteX14" fmla="*/ 1407342 w 2304098"/>
                <a:gd name="connsiteY14" fmla="*/ 1418575 h 2261786"/>
                <a:gd name="connsiteX15" fmla="*/ 759269 w 2304098"/>
                <a:gd name="connsiteY15" fmla="*/ 1562059 h 2261786"/>
                <a:gd name="connsiteX16" fmla="*/ 806430 w 2304098"/>
                <a:gd name="connsiteY16" fmla="*/ 1648121 h 2261786"/>
                <a:gd name="connsiteX17" fmla="*/ 1357746 w 2304098"/>
                <a:gd name="connsiteY17" fmla="*/ 1868599 h 2261786"/>
                <a:gd name="connsiteX18" fmla="*/ 1563384 w 2304098"/>
                <a:gd name="connsiteY18" fmla="*/ 1790596 h 2261786"/>
                <a:gd name="connsiteX19" fmla="*/ 1635783 w 2304098"/>
                <a:gd name="connsiteY19" fmla="*/ 1737758 h 2261786"/>
                <a:gd name="connsiteX20" fmla="*/ 1715727 w 2304098"/>
                <a:gd name="connsiteY20" fmla="*/ 1650898 h 2261786"/>
                <a:gd name="connsiteX21" fmla="*/ 1833117 w 2304098"/>
                <a:gd name="connsiteY21" fmla="*/ 1389526 h 2261786"/>
                <a:gd name="connsiteX22" fmla="*/ 1835971 w 2304098"/>
                <a:gd name="connsiteY22" fmla="*/ 1370822 h 2261786"/>
                <a:gd name="connsiteX23" fmla="*/ 1760275 w 2304098"/>
                <a:gd name="connsiteY23" fmla="*/ 1364292 h 2261786"/>
                <a:gd name="connsiteX24" fmla="*/ 2063132 w 2304098"/>
                <a:gd name="connsiteY24" fmla="*/ 1029041 h 2261786"/>
                <a:gd name="connsiteX25" fmla="*/ 2304098 w 2304098"/>
                <a:gd name="connsiteY25" fmla="*/ 1411206 h 2261786"/>
                <a:gd name="connsiteX26" fmla="*/ 2210094 w 2304098"/>
                <a:gd name="connsiteY26" fmla="*/ 1403097 h 2261786"/>
                <a:gd name="connsiteX27" fmla="*/ 2182024 w 2304098"/>
                <a:gd name="connsiteY27" fmla="*/ 1539712 h 2261786"/>
                <a:gd name="connsiteX28" fmla="*/ 1680308 w 2304098"/>
                <a:gd name="connsiteY28" fmla="*/ 2162130 h 2261786"/>
                <a:gd name="connsiteX29" fmla="*/ 1643475 w 2304098"/>
                <a:gd name="connsiteY29" fmla="*/ 2177612 h 2261786"/>
                <a:gd name="connsiteX30" fmla="*/ 1643412 w 2304098"/>
                <a:gd name="connsiteY30" fmla="*/ 2177644 h 2261786"/>
                <a:gd name="connsiteX31" fmla="*/ 1643200 w 2304098"/>
                <a:gd name="connsiteY31" fmla="*/ 2177727 h 2261786"/>
                <a:gd name="connsiteX32" fmla="*/ 1572668 w 2304098"/>
                <a:gd name="connsiteY32" fmla="*/ 2207371 h 2261786"/>
                <a:gd name="connsiteX33" fmla="*/ 1492429 w 2304098"/>
                <a:gd name="connsiteY33" fmla="*/ 2229988 h 2261786"/>
                <a:gd name="connsiteX34" fmla="*/ 1492171 w 2304098"/>
                <a:gd name="connsiteY34" fmla="*/ 2228822 h 2261786"/>
                <a:gd name="connsiteX35" fmla="*/ 1486479 w 2304098"/>
                <a:gd name="connsiteY35" fmla="*/ 2230412 h 2261786"/>
                <a:gd name="connsiteX36" fmla="*/ 337668 w 2304098"/>
                <a:gd name="connsiteY36" fmla="*/ 1727180 h 2261786"/>
                <a:gd name="connsiteX37" fmla="*/ 308092 w 2304098"/>
                <a:gd name="connsiteY37" fmla="*/ 1661950 h 2261786"/>
                <a:gd name="connsiteX38" fmla="*/ 94618 w 2304098"/>
                <a:gd name="connsiteY38" fmla="*/ 1709213 h 2261786"/>
                <a:gd name="connsiteX39" fmla="*/ 90347 w 2304098"/>
                <a:gd name="connsiteY39" fmla="*/ 1474546 h 2261786"/>
                <a:gd name="connsiteX40" fmla="*/ 231791 w 2304098"/>
                <a:gd name="connsiteY40" fmla="*/ 1443231 h 2261786"/>
                <a:gd name="connsiteX41" fmla="*/ 209712 w 2304098"/>
                <a:gd name="connsiteY41" fmla="*/ 1356020 h 2261786"/>
                <a:gd name="connsiteX42" fmla="*/ 192256 w 2304098"/>
                <a:gd name="connsiteY42" fmla="*/ 1254657 h 2261786"/>
                <a:gd name="connsiteX43" fmla="*/ 3243 w 2304098"/>
                <a:gd name="connsiteY43" fmla="*/ 1296505 h 2261786"/>
                <a:gd name="connsiteX44" fmla="*/ 0 w 2304098"/>
                <a:gd name="connsiteY44" fmla="*/ 1055719 h 2261786"/>
                <a:gd name="connsiteX45" fmla="*/ 173725 w 2304098"/>
                <a:gd name="connsiteY45" fmla="*/ 1017256 h 2261786"/>
                <a:gd name="connsiteX46" fmla="*/ 173478 w 2304098"/>
                <a:gd name="connsiteY46" fmla="*/ 963040 h 2261786"/>
                <a:gd name="connsiteX47" fmla="*/ 998068 w 2304098"/>
                <a:gd name="connsiteY47" fmla="*/ 24409 h 2261786"/>
                <a:gd name="connsiteX48" fmla="*/ 1164302 w 2304098"/>
                <a:gd name="connsiteY48" fmla="*/ 1500 h 2261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304098" h="2261786">
                  <a:moveTo>
                    <a:pt x="1164302" y="1500"/>
                  </a:moveTo>
                  <a:cubicBezTo>
                    <a:pt x="1219103" y="-1498"/>
                    <a:pt x="1273190" y="36"/>
                    <a:pt x="1326256" y="5786"/>
                  </a:cubicBezTo>
                  <a:lnTo>
                    <a:pt x="1407342" y="18976"/>
                  </a:lnTo>
                  <a:lnTo>
                    <a:pt x="1407341" y="444099"/>
                  </a:lnTo>
                  <a:lnTo>
                    <a:pt x="1328506" y="406761"/>
                  </a:lnTo>
                  <a:cubicBezTo>
                    <a:pt x="1243815" y="376709"/>
                    <a:pt x="1145444" y="371141"/>
                    <a:pt x="1031780" y="396306"/>
                  </a:cubicBezTo>
                  <a:cubicBezTo>
                    <a:pt x="779194" y="452229"/>
                    <a:pt x="659135" y="613863"/>
                    <a:pt x="626589" y="826484"/>
                  </a:cubicBezTo>
                  <a:lnTo>
                    <a:pt x="620112" y="918425"/>
                  </a:lnTo>
                  <a:lnTo>
                    <a:pt x="1407342" y="744132"/>
                  </a:lnTo>
                  <a:lnTo>
                    <a:pt x="1407342" y="985636"/>
                  </a:lnTo>
                  <a:lnTo>
                    <a:pt x="636040" y="1156403"/>
                  </a:lnTo>
                  <a:lnTo>
                    <a:pt x="652790" y="1252446"/>
                  </a:lnTo>
                  <a:lnTo>
                    <a:pt x="677409" y="1344570"/>
                  </a:lnTo>
                  <a:lnTo>
                    <a:pt x="1407342" y="1182963"/>
                  </a:lnTo>
                  <a:lnTo>
                    <a:pt x="1407342" y="1418575"/>
                  </a:lnTo>
                  <a:lnTo>
                    <a:pt x="759269" y="1562059"/>
                  </a:lnTo>
                  <a:lnTo>
                    <a:pt x="806430" y="1648121"/>
                  </a:lnTo>
                  <a:cubicBezTo>
                    <a:pt x="923809" y="1825937"/>
                    <a:pt x="1099445" y="1920878"/>
                    <a:pt x="1357746" y="1868599"/>
                  </a:cubicBezTo>
                  <a:cubicBezTo>
                    <a:pt x="1435237" y="1852916"/>
                    <a:pt x="1504047" y="1826170"/>
                    <a:pt x="1563384" y="1790596"/>
                  </a:cubicBezTo>
                  <a:lnTo>
                    <a:pt x="1635783" y="1737758"/>
                  </a:lnTo>
                  <a:lnTo>
                    <a:pt x="1715727" y="1650898"/>
                  </a:lnTo>
                  <a:cubicBezTo>
                    <a:pt x="1770410" y="1576174"/>
                    <a:pt x="1810568" y="1487051"/>
                    <a:pt x="1833117" y="1389526"/>
                  </a:cubicBezTo>
                  <a:lnTo>
                    <a:pt x="1835971" y="1370822"/>
                  </a:lnTo>
                  <a:lnTo>
                    <a:pt x="1760275" y="1364292"/>
                  </a:lnTo>
                  <a:lnTo>
                    <a:pt x="2063132" y="1029041"/>
                  </a:lnTo>
                  <a:lnTo>
                    <a:pt x="2304098" y="1411206"/>
                  </a:lnTo>
                  <a:lnTo>
                    <a:pt x="2210094" y="1403097"/>
                  </a:lnTo>
                  <a:lnTo>
                    <a:pt x="2182024" y="1539712"/>
                  </a:lnTo>
                  <a:cubicBezTo>
                    <a:pt x="2100997" y="1813390"/>
                    <a:pt x="1922576" y="2040960"/>
                    <a:pt x="1680308" y="2162130"/>
                  </a:cubicBezTo>
                  <a:lnTo>
                    <a:pt x="1643475" y="2177612"/>
                  </a:lnTo>
                  <a:lnTo>
                    <a:pt x="1643412" y="2177644"/>
                  </a:lnTo>
                  <a:lnTo>
                    <a:pt x="1643200" y="2177727"/>
                  </a:lnTo>
                  <a:lnTo>
                    <a:pt x="1572668" y="2207371"/>
                  </a:lnTo>
                  <a:lnTo>
                    <a:pt x="1492429" y="2229988"/>
                  </a:lnTo>
                  <a:lnTo>
                    <a:pt x="1492171" y="2228822"/>
                  </a:lnTo>
                  <a:lnTo>
                    <a:pt x="1486479" y="2230412"/>
                  </a:lnTo>
                  <a:cubicBezTo>
                    <a:pt x="1023136" y="2332997"/>
                    <a:pt x="574744" y="2188795"/>
                    <a:pt x="337668" y="1727180"/>
                  </a:cubicBezTo>
                  <a:lnTo>
                    <a:pt x="308092" y="1661950"/>
                  </a:lnTo>
                  <a:lnTo>
                    <a:pt x="94618" y="1709213"/>
                  </a:lnTo>
                  <a:lnTo>
                    <a:pt x="90347" y="1474546"/>
                  </a:lnTo>
                  <a:lnTo>
                    <a:pt x="231791" y="1443231"/>
                  </a:lnTo>
                  <a:lnTo>
                    <a:pt x="209712" y="1356020"/>
                  </a:lnTo>
                  <a:lnTo>
                    <a:pt x="192256" y="1254657"/>
                  </a:lnTo>
                  <a:lnTo>
                    <a:pt x="3243" y="1296505"/>
                  </a:lnTo>
                  <a:lnTo>
                    <a:pt x="0" y="1055719"/>
                  </a:lnTo>
                  <a:lnTo>
                    <a:pt x="173725" y="1017256"/>
                  </a:lnTo>
                  <a:lnTo>
                    <a:pt x="173478" y="963040"/>
                  </a:lnTo>
                  <a:cubicBezTo>
                    <a:pt x="195004" y="440300"/>
                    <a:pt x="524092" y="114989"/>
                    <a:pt x="998068" y="24409"/>
                  </a:cubicBezTo>
                  <a:cubicBezTo>
                    <a:pt x="1053987" y="12028"/>
                    <a:pt x="1109501" y="4498"/>
                    <a:pt x="1164302" y="1500"/>
                  </a:cubicBezTo>
                  <a:close/>
                </a:path>
              </a:pathLst>
            </a:custGeom>
            <a:solidFill>
              <a:schemeClr val="bg1">
                <a:alpha val="35000"/>
              </a:schemeClr>
            </a:solidFill>
            <a:effectLst/>
          </p:spPr>
          <p:txBody>
            <a:bodyPr wrap="square" rtlCol="0" anchor="ctr">
              <a:noAutofit/>
            </a:bodyPr>
            <a:lstStyle/>
            <a:p>
              <a:pPr algn="ctr" defTabSz="914400"/>
              <a:endParaRPr lang="en-GB" sz="900" kern="0">
                <a:solidFill>
                  <a:srgbClr val="242424"/>
                </a:solidFill>
              </a:endParaRPr>
            </a:p>
          </p:txBody>
        </p:sp>
      </p:grpSp>
      <p:grpSp>
        <p:nvGrpSpPr>
          <p:cNvPr id="18" name="Group 17">
            <a:extLst>
              <a:ext uri="{FF2B5EF4-FFF2-40B4-BE49-F238E27FC236}">
                <a16:creationId xmlns:a16="http://schemas.microsoft.com/office/drawing/2014/main" id="{A3293E78-1FEC-46D9-90CC-403F69B7FAA3}"/>
              </a:ext>
            </a:extLst>
          </p:cNvPr>
          <p:cNvGrpSpPr/>
          <p:nvPr userDrawn="1"/>
        </p:nvGrpSpPr>
        <p:grpSpPr>
          <a:xfrm>
            <a:off x="8373581" y="3727836"/>
            <a:ext cx="356082" cy="356082"/>
            <a:chOff x="8194717" y="3810025"/>
            <a:chExt cx="293660" cy="293660"/>
          </a:xfrm>
        </p:grpSpPr>
        <p:sp>
          <p:nvSpPr>
            <p:cNvPr id="20" name="Oval 19">
              <a:extLst>
                <a:ext uri="{FF2B5EF4-FFF2-40B4-BE49-F238E27FC236}">
                  <a16:creationId xmlns:a16="http://schemas.microsoft.com/office/drawing/2014/main" id="{F2155F84-7F8A-44A1-8604-D0E417222125}"/>
                </a:ext>
              </a:extLst>
            </p:cNvPr>
            <p:cNvSpPr>
              <a:spLocks noChangeAspect="1"/>
            </p:cNvSpPr>
            <p:nvPr/>
          </p:nvSpPr>
          <p:spPr>
            <a:xfrm>
              <a:off x="8194717" y="3810025"/>
              <a:ext cx="293660" cy="293660"/>
            </a:xfrm>
            <a:prstGeom prst="ellipse">
              <a:avLst/>
            </a:prstGeom>
            <a:solidFill>
              <a:schemeClr val="accent3"/>
            </a:solidFill>
            <a:ln>
              <a:noFill/>
              <a:miter lim="800000"/>
            </a:ln>
            <a:effectLst/>
          </p:spPr>
          <p:txBody>
            <a:bodyPr wrap="square" lIns="0" tIns="144000" rIns="0" bIns="0" rtlCol="0" anchor="ctr">
              <a:noAutofit/>
            </a:bodyPr>
            <a:lstStyle/>
            <a:p>
              <a:pPr algn="ctr" defTabSz="307644" hangingPunct="0">
                <a:lnSpc>
                  <a:spcPct val="85000"/>
                </a:lnSpc>
                <a:spcAft>
                  <a:spcPts val="600"/>
                </a:spcAft>
                <a:buClr>
                  <a:srgbClr val="E6513E"/>
                </a:buClr>
              </a:pPr>
              <a:endParaRPr lang="de-DE" sz="1100">
                <a:solidFill>
                  <a:schemeClr val="bg1"/>
                </a:solidFill>
                <a:ea typeface="Nokia Pure Text" panose="020B0504040602060303" pitchFamily="34" charset="0"/>
                <a:cs typeface="Nokia Pure Text" panose="020B0504040602060303" pitchFamily="34" charset="0"/>
                <a:sym typeface="Helvetica Neue" charset="0"/>
              </a:endParaRPr>
            </a:p>
          </p:txBody>
        </p:sp>
        <p:sp>
          <p:nvSpPr>
            <p:cNvPr id="21" name="Freeform: Shape 20">
              <a:extLst>
                <a:ext uri="{FF2B5EF4-FFF2-40B4-BE49-F238E27FC236}">
                  <a16:creationId xmlns:a16="http://schemas.microsoft.com/office/drawing/2014/main" id="{2471B165-6D74-4A68-9FFB-F4E789EEDE73}"/>
                </a:ext>
              </a:extLst>
            </p:cNvPr>
            <p:cNvSpPr>
              <a:spLocks noChangeAspect="1"/>
            </p:cNvSpPr>
            <p:nvPr/>
          </p:nvSpPr>
          <p:spPr>
            <a:xfrm>
              <a:off x="8199571" y="3873168"/>
              <a:ext cx="283952" cy="167374"/>
            </a:xfrm>
            <a:custGeom>
              <a:avLst/>
              <a:gdLst>
                <a:gd name="connsiteX0" fmla="*/ 2180819 w 2819222"/>
                <a:gd name="connsiteY0" fmla="*/ 434845 h 1661778"/>
                <a:gd name="connsiteX1" fmla="*/ 2420793 w 2819222"/>
                <a:gd name="connsiteY1" fmla="*/ 674819 h 1661778"/>
                <a:gd name="connsiteX2" fmla="*/ 2420793 w 2819222"/>
                <a:gd name="connsiteY2" fmla="*/ 690308 h 1661778"/>
                <a:gd name="connsiteX3" fmla="*/ 2420793 w 2819222"/>
                <a:gd name="connsiteY3" fmla="*/ 711209 h 1661778"/>
                <a:gd name="connsiteX4" fmla="*/ 2420793 w 2819222"/>
                <a:gd name="connsiteY4" fmla="*/ 811876 h 1661778"/>
                <a:gd name="connsiteX5" fmla="*/ 2422917 w 2819222"/>
                <a:gd name="connsiteY5" fmla="*/ 810958 h 1661778"/>
                <a:gd name="connsiteX6" fmla="*/ 2427146 w 2819222"/>
                <a:gd name="connsiteY6" fmla="*/ 836278 h 1661778"/>
                <a:gd name="connsiteX7" fmla="*/ 2404814 w 2819222"/>
                <a:gd name="connsiteY7" fmla="*/ 906995 h 1661778"/>
                <a:gd name="connsiteX8" fmla="*/ 2395164 w 2819222"/>
                <a:gd name="connsiteY8" fmla="*/ 914533 h 1661778"/>
                <a:gd name="connsiteX9" fmla="*/ 2393043 w 2819222"/>
                <a:gd name="connsiteY9" fmla="*/ 911681 h 1661778"/>
                <a:gd name="connsiteX10" fmla="*/ 2373465 w 2819222"/>
                <a:gd name="connsiteY10" fmla="*/ 931945 h 1661778"/>
                <a:gd name="connsiteX11" fmla="*/ 2344458 w 2819222"/>
                <a:gd name="connsiteY11" fmla="*/ 1016110 h 1661778"/>
                <a:gd name="connsiteX12" fmla="*/ 2354397 w 2819222"/>
                <a:gd name="connsiteY12" fmla="*/ 1064330 h 1661778"/>
                <a:gd name="connsiteX13" fmla="*/ 2385762 w 2819222"/>
                <a:gd name="connsiteY13" fmla="*/ 1082978 h 1661778"/>
                <a:gd name="connsiteX14" fmla="*/ 2413064 w 2819222"/>
                <a:gd name="connsiteY14" fmla="*/ 1094041 h 1661778"/>
                <a:gd name="connsiteX15" fmla="*/ 2413064 w 2819222"/>
                <a:gd name="connsiteY15" fmla="*/ 1093340 h 1661778"/>
                <a:gd name="connsiteX16" fmla="*/ 2483030 w 2819222"/>
                <a:gd name="connsiteY16" fmla="*/ 1123178 h 1661778"/>
                <a:gd name="connsiteX17" fmla="*/ 2485914 w 2819222"/>
                <a:gd name="connsiteY17" fmla="*/ 1123380 h 1661778"/>
                <a:gd name="connsiteX18" fmla="*/ 2716596 w 2819222"/>
                <a:gd name="connsiteY18" fmla="*/ 1223299 h 1661778"/>
                <a:gd name="connsiteX19" fmla="*/ 2793612 w 2819222"/>
                <a:gd name="connsiteY19" fmla="*/ 1339381 h 1661778"/>
                <a:gd name="connsiteX20" fmla="*/ 2809205 w 2819222"/>
                <a:gd name="connsiteY20" fmla="*/ 1469388 h 1661778"/>
                <a:gd name="connsiteX21" fmla="*/ 2808560 w 2819222"/>
                <a:gd name="connsiteY21" fmla="*/ 1481919 h 1661778"/>
                <a:gd name="connsiteX22" fmla="*/ 2816473 w 2819222"/>
                <a:gd name="connsiteY22" fmla="*/ 1580836 h 1661778"/>
                <a:gd name="connsiteX23" fmla="*/ 2816627 w 2819222"/>
                <a:gd name="connsiteY23" fmla="*/ 1581345 h 1661778"/>
                <a:gd name="connsiteX24" fmla="*/ 2819222 w 2819222"/>
                <a:gd name="connsiteY24" fmla="*/ 1657681 h 1661778"/>
                <a:gd name="connsiteX25" fmla="*/ 1548124 w 2819222"/>
                <a:gd name="connsiteY25" fmla="*/ 1661778 h 1661778"/>
                <a:gd name="connsiteX26" fmla="*/ 1552585 w 2819222"/>
                <a:gd name="connsiteY26" fmla="*/ 1555609 h 1661778"/>
                <a:gd name="connsiteX27" fmla="*/ 1558481 w 2819222"/>
                <a:gd name="connsiteY27" fmla="*/ 1481919 h 1661778"/>
                <a:gd name="connsiteX28" fmla="*/ 1557756 w 2819222"/>
                <a:gd name="connsiteY28" fmla="*/ 1467846 h 1661778"/>
                <a:gd name="connsiteX29" fmla="*/ 1572379 w 2819222"/>
                <a:gd name="connsiteY29" fmla="*/ 1324359 h 1661778"/>
                <a:gd name="connsiteX30" fmla="*/ 1628568 w 2819222"/>
                <a:gd name="connsiteY30" fmla="*/ 1231493 h 1661778"/>
                <a:gd name="connsiteX31" fmla="*/ 1867566 w 2819222"/>
                <a:gd name="connsiteY31" fmla="*/ 1127209 h 1661778"/>
                <a:gd name="connsiteX32" fmla="*/ 1868649 w 2819222"/>
                <a:gd name="connsiteY32" fmla="*/ 1127134 h 1661778"/>
                <a:gd name="connsiteX33" fmla="*/ 1879612 w 2819222"/>
                <a:gd name="connsiteY33" fmla="*/ 1122552 h 1661778"/>
                <a:gd name="connsiteX34" fmla="*/ 1890395 w 2819222"/>
                <a:gd name="connsiteY34" fmla="*/ 1118384 h 1661778"/>
                <a:gd name="connsiteX35" fmla="*/ 1890395 w 2819222"/>
                <a:gd name="connsiteY35" fmla="*/ 1118047 h 1661778"/>
                <a:gd name="connsiteX36" fmla="*/ 1948470 w 2819222"/>
                <a:gd name="connsiteY36" fmla="*/ 1093776 h 1661778"/>
                <a:gd name="connsiteX37" fmla="*/ 1948470 w 2819222"/>
                <a:gd name="connsiteY37" fmla="*/ 1094526 h 1661778"/>
                <a:gd name="connsiteX38" fmla="*/ 1973741 w 2819222"/>
                <a:gd name="connsiteY38" fmla="*/ 1082978 h 1661778"/>
                <a:gd name="connsiteX39" fmla="*/ 2015743 w 2819222"/>
                <a:gd name="connsiteY39" fmla="*/ 1054268 h 1661778"/>
                <a:gd name="connsiteX40" fmla="*/ 2019440 w 2819222"/>
                <a:gd name="connsiteY40" fmla="*/ 1016110 h 1661778"/>
                <a:gd name="connsiteX41" fmla="*/ 1992468 w 2819222"/>
                <a:gd name="connsiteY41" fmla="*/ 935487 h 1661778"/>
                <a:gd name="connsiteX42" fmla="*/ 1970115 w 2819222"/>
                <a:gd name="connsiteY42" fmla="*/ 913386 h 1661778"/>
                <a:gd name="connsiteX43" fmla="*/ 1969263 w 2819222"/>
                <a:gd name="connsiteY43" fmla="*/ 914532 h 1661778"/>
                <a:gd name="connsiteX44" fmla="*/ 1958977 w 2819222"/>
                <a:gd name="connsiteY44" fmla="*/ 906198 h 1661778"/>
                <a:gd name="connsiteX45" fmla="*/ 1958177 w 2819222"/>
                <a:gd name="connsiteY45" fmla="*/ 906198 h 1661778"/>
                <a:gd name="connsiteX46" fmla="*/ 1937508 w 2819222"/>
                <a:gd name="connsiteY46" fmla="*/ 840745 h 1661778"/>
                <a:gd name="connsiteX47" fmla="*/ 1940845 w 2819222"/>
                <a:gd name="connsiteY47" fmla="*/ 811851 h 1661778"/>
                <a:gd name="connsiteX48" fmla="*/ 1940845 w 2819222"/>
                <a:gd name="connsiteY48" fmla="*/ 711209 h 1661778"/>
                <a:gd name="connsiteX49" fmla="*/ 1940845 w 2819222"/>
                <a:gd name="connsiteY49" fmla="*/ 690308 h 1661778"/>
                <a:gd name="connsiteX50" fmla="*/ 1940845 w 2819222"/>
                <a:gd name="connsiteY50" fmla="*/ 674819 h 1661778"/>
                <a:gd name="connsiteX51" fmla="*/ 2180819 w 2819222"/>
                <a:gd name="connsiteY51" fmla="*/ 434845 h 1661778"/>
                <a:gd name="connsiteX52" fmla="*/ 632695 w 2819222"/>
                <a:gd name="connsiteY52" fmla="*/ 170618 h 1661778"/>
                <a:gd name="connsiteX53" fmla="*/ 872669 w 2819222"/>
                <a:gd name="connsiteY53" fmla="*/ 410592 h 1661778"/>
                <a:gd name="connsiteX54" fmla="*/ 872669 w 2819222"/>
                <a:gd name="connsiteY54" fmla="*/ 426081 h 1661778"/>
                <a:gd name="connsiteX55" fmla="*/ 872669 w 2819222"/>
                <a:gd name="connsiteY55" fmla="*/ 446982 h 1661778"/>
                <a:gd name="connsiteX56" fmla="*/ 872669 w 2819222"/>
                <a:gd name="connsiteY56" fmla="*/ 547649 h 1661778"/>
                <a:gd name="connsiteX57" fmla="*/ 874793 w 2819222"/>
                <a:gd name="connsiteY57" fmla="*/ 546730 h 1661778"/>
                <a:gd name="connsiteX58" fmla="*/ 879022 w 2819222"/>
                <a:gd name="connsiteY58" fmla="*/ 572051 h 1661778"/>
                <a:gd name="connsiteX59" fmla="*/ 856690 w 2819222"/>
                <a:gd name="connsiteY59" fmla="*/ 642768 h 1661778"/>
                <a:gd name="connsiteX60" fmla="*/ 847040 w 2819222"/>
                <a:gd name="connsiteY60" fmla="*/ 650306 h 1661778"/>
                <a:gd name="connsiteX61" fmla="*/ 844919 w 2819222"/>
                <a:gd name="connsiteY61" fmla="*/ 647454 h 1661778"/>
                <a:gd name="connsiteX62" fmla="*/ 825341 w 2819222"/>
                <a:gd name="connsiteY62" fmla="*/ 667718 h 1661778"/>
                <a:gd name="connsiteX63" fmla="*/ 796334 w 2819222"/>
                <a:gd name="connsiteY63" fmla="*/ 751883 h 1661778"/>
                <a:gd name="connsiteX64" fmla="*/ 806272 w 2819222"/>
                <a:gd name="connsiteY64" fmla="*/ 800103 h 1661778"/>
                <a:gd name="connsiteX65" fmla="*/ 837638 w 2819222"/>
                <a:gd name="connsiteY65" fmla="*/ 818751 h 1661778"/>
                <a:gd name="connsiteX66" fmla="*/ 864940 w 2819222"/>
                <a:gd name="connsiteY66" fmla="*/ 829814 h 1661778"/>
                <a:gd name="connsiteX67" fmla="*/ 864940 w 2819222"/>
                <a:gd name="connsiteY67" fmla="*/ 829113 h 1661778"/>
                <a:gd name="connsiteX68" fmla="*/ 934906 w 2819222"/>
                <a:gd name="connsiteY68" fmla="*/ 858951 h 1661778"/>
                <a:gd name="connsiteX69" fmla="*/ 937790 w 2819222"/>
                <a:gd name="connsiteY69" fmla="*/ 859153 h 1661778"/>
                <a:gd name="connsiteX70" fmla="*/ 1168472 w 2819222"/>
                <a:gd name="connsiteY70" fmla="*/ 959072 h 1661778"/>
                <a:gd name="connsiteX71" fmla="*/ 1245488 w 2819222"/>
                <a:gd name="connsiteY71" fmla="*/ 1075154 h 1661778"/>
                <a:gd name="connsiteX72" fmla="*/ 1261081 w 2819222"/>
                <a:gd name="connsiteY72" fmla="*/ 1205161 h 1661778"/>
                <a:gd name="connsiteX73" fmla="*/ 1260436 w 2819222"/>
                <a:gd name="connsiteY73" fmla="*/ 1217692 h 1661778"/>
                <a:gd name="connsiteX74" fmla="*/ 1268349 w 2819222"/>
                <a:gd name="connsiteY74" fmla="*/ 1316609 h 1661778"/>
                <a:gd name="connsiteX75" fmla="*/ 1268503 w 2819222"/>
                <a:gd name="connsiteY75" fmla="*/ 1317118 h 1661778"/>
                <a:gd name="connsiteX76" fmla="*/ 1271098 w 2819222"/>
                <a:gd name="connsiteY76" fmla="*/ 1393454 h 1661778"/>
                <a:gd name="connsiteX77" fmla="*/ 0 w 2819222"/>
                <a:gd name="connsiteY77" fmla="*/ 1397551 h 1661778"/>
                <a:gd name="connsiteX78" fmla="*/ 4461 w 2819222"/>
                <a:gd name="connsiteY78" fmla="*/ 1291382 h 1661778"/>
                <a:gd name="connsiteX79" fmla="*/ 10357 w 2819222"/>
                <a:gd name="connsiteY79" fmla="*/ 1217692 h 1661778"/>
                <a:gd name="connsiteX80" fmla="*/ 9632 w 2819222"/>
                <a:gd name="connsiteY80" fmla="*/ 1203619 h 1661778"/>
                <a:gd name="connsiteX81" fmla="*/ 24255 w 2819222"/>
                <a:gd name="connsiteY81" fmla="*/ 1060132 h 1661778"/>
                <a:gd name="connsiteX82" fmla="*/ 80444 w 2819222"/>
                <a:gd name="connsiteY82" fmla="*/ 967266 h 1661778"/>
                <a:gd name="connsiteX83" fmla="*/ 319441 w 2819222"/>
                <a:gd name="connsiteY83" fmla="*/ 862982 h 1661778"/>
                <a:gd name="connsiteX84" fmla="*/ 320525 w 2819222"/>
                <a:gd name="connsiteY84" fmla="*/ 862907 h 1661778"/>
                <a:gd name="connsiteX85" fmla="*/ 331488 w 2819222"/>
                <a:gd name="connsiteY85" fmla="*/ 858325 h 1661778"/>
                <a:gd name="connsiteX86" fmla="*/ 342271 w 2819222"/>
                <a:gd name="connsiteY86" fmla="*/ 854157 h 1661778"/>
                <a:gd name="connsiteX87" fmla="*/ 342271 w 2819222"/>
                <a:gd name="connsiteY87" fmla="*/ 853820 h 1661778"/>
                <a:gd name="connsiteX88" fmla="*/ 400346 w 2819222"/>
                <a:gd name="connsiteY88" fmla="*/ 829549 h 1661778"/>
                <a:gd name="connsiteX89" fmla="*/ 400346 w 2819222"/>
                <a:gd name="connsiteY89" fmla="*/ 830299 h 1661778"/>
                <a:gd name="connsiteX90" fmla="*/ 425617 w 2819222"/>
                <a:gd name="connsiteY90" fmla="*/ 818751 h 1661778"/>
                <a:gd name="connsiteX91" fmla="*/ 467619 w 2819222"/>
                <a:gd name="connsiteY91" fmla="*/ 790041 h 1661778"/>
                <a:gd name="connsiteX92" fmla="*/ 471316 w 2819222"/>
                <a:gd name="connsiteY92" fmla="*/ 751883 h 1661778"/>
                <a:gd name="connsiteX93" fmla="*/ 444343 w 2819222"/>
                <a:gd name="connsiteY93" fmla="*/ 671260 h 1661778"/>
                <a:gd name="connsiteX94" fmla="*/ 421991 w 2819222"/>
                <a:gd name="connsiteY94" fmla="*/ 649159 h 1661778"/>
                <a:gd name="connsiteX95" fmla="*/ 421139 w 2819222"/>
                <a:gd name="connsiteY95" fmla="*/ 650305 h 1661778"/>
                <a:gd name="connsiteX96" fmla="*/ 410853 w 2819222"/>
                <a:gd name="connsiteY96" fmla="*/ 641971 h 1661778"/>
                <a:gd name="connsiteX97" fmla="*/ 410053 w 2819222"/>
                <a:gd name="connsiteY97" fmla="*/ 641971 h 1661778"/>
                <a:gd name="connsiteX98" fmla="*/ 389384 w 2819222"/>
                <a:gd name="connsiteY98" fmla="*/ 576518 h 1661778"/>
                <a:gd name="connsiteX99" fmla="*/ 392721 w 2819222"/>
                <a:gd name="connsiteY99" fmla="*/ 547624 h 1661778"/>
                <a:gd name="connsiteX100" fmla="*/ 392721 w 2819222"/>
                <a:gd name="connsiteY100" fmla="*/ 446982 h 1661778"/>
                <a:gd name="connsiteX101" fmla="*/ 392721 w 2819222"/>
                <a:gd name="connsiteY101" fmla="*/ 426081 h 1661778"/>
                <a:gd name="connsiteX102" fmla="*/ 392721 w 2819222"/>
                <a:gd name="connsiteY102" fmla="*/ 410592 h 1661778"/>
                <a:gd name="connsiteX103" fmla="*/ 632695 w 2819222"/>
                <a:gd name="connsiteY103" fmla="*/ 170618 h 1661778"/>
                <a:gd name="connsiteX104" fmla="*/ 1390791 w 2819222"/>
                <a:gd name="connsiteY104" fmla="*/ 0 h 1661778"/>
                <a:gd name="connsiteX105" fmla="*/ 1630765 w 2819222"/>
                <a:gd name="connsiteY105" fmla="*/ 239974 h 1661778"/>
                <a:gd name="connsiteX106" fmla="*/ 1630765 w 2819222"/>
                <a:gd name="connsiteY106" fmla="*/ 255463 h 1661778"/>
                <a:gd name="connsiteX107" fmla="*/ 1630765 w 2819222"/>
                <a:gd name="connsiteY107" fmla="*/ 276364 h 1661778"/>
                <a:gd name="connsiteX108" fmla="*/ 1630765 w 2819222"/>
                <a:gd name="connsiteY108" fmla="*/ 377031 h 1661778"/>
                <a:gd name="connsiteX109" fmla="*/ 1632889 w 2819222"/>
                <a:gd name="connsiteY109" fmla="*/ 376112 h 1661778"/>
                <a:gd name="connsiteX110" fmla="*/ 1637118 w 2819222"/>
                <a:gd name="connsiteY110" fmla="*/ 401433 h 1661778"/>
                <a:gd name="connsiteX111" fmla="*/ 1614786 w 2819222"/>
                <a:gd name="connsiteY111" fmla="*/ 472150 h 1661778"/>
                <a:gd name="connsiteX112" fmla="*/ 1605136 w 2819222"/>
                <a:gd name="connsiteY112" fmla="*/ 479688 h 1661778"/>
                <a:gd name="connsiteX113" fmla="*/ 1603015 w 2819222"/>
                <a:gd name="connsiteY113" fmla="*/ 476836 h 1661778"/>
                <a:gd name="connsiteX114" fmla="*/ 1583437 w 2819222"/>
                <a:gd name="connsiteY114" fmla="*/ 497100 h 1661778"/>
                <a:gd name="connsiteX115" fmla="*/ 1554430 w 2819222"/>
                <a:gd name="connsiteY115" fmla="*/ 581265 h 1661778"/>
                <a:gd name="connsiteX116" fmla="*/ 1564368 w 2819222"/>
                <a:gd name="connsiteY116" fmla="*/ 629485 h 1661778"/>
                <a:gd name="connsiteX117" fmla="*/ 1595734 w 2819222"/>
                <a:gd name="connsiteY117" fmla="*/ 648133 h 1661778"/>
                <a:gd name="connsiteX118" fmla="*/ 1623036 w 2819222"/>
                <a:gd name="connsiteY118" fmla="*/ 659196 h 1661778"/>
                <a:gd name="connsiteX119" fmla="*/ 1623036 w 2819222"/>
                <a:gd name="connsiteY119" fmla="*/ 658495 h 1661778"/>
                <a:gd name="connsiteX120" fmla="*/ 1693002 w 2819222"/>
                <a:gd name="connsiteY120" fmla="*/ 688333 h 1661778"/>
                <a:gd name="connsiteX121" fmla="*/ 1695886 w 2819222"/>
                <a:gd name="connsiteY121" fmla="*/ 688535 h 1661778"/>
                <a:gd name="connsiteX122" fmla="*/ 1880080 w 2819222"/>
                <a:gd name="connsiteY122" fmla="*/ 764468 h 1661778"/>
                <a:gd name="connsiteX123" fmla="*/ 1905126 w 2819222"/>
                <a:gd name="connsiteY123" fmla="*/ 777391 h 1661778"/>
                <a:gd name="connsiteX124" fmla="*/ 1905126 w 2819222"/>
                <a:gd name="connsiteY124" fmla="*/ 800348 h 1661778"/>
                <a:gd name="connsiteX125" fmla="*/ 1901279 w 2819222"/>
                <a:gd name="connsiteY125" fmla="*/ 833654 h 1661778"/>
                <a:gd name="connsiteX126" fmla="*/ 1925105 w 2819222"/>
                <a:gd name="connsiteY126" fmla="*/ 909103 h 1661778"/>
                <a:gd name="connsiteX127" fmla="*/ 1926027 w 2819222"/>
                <a:gd name="connsiteY127" fmla="*/ 909103 h 1661778"/>
                <a:gd name="connsiteX128" fmla="*/ 1937883 w 2819222"/>
                <a:gd name="connsiteY128" fmla="*/ 918710 h 1661778"/>
                <a:gd name="connsiteX129" fmla="*/ 1938866 w 2819222"/>
                <a:gd name="connsiteY129" fmla="*/ 917389 h 1661778"/>
                <a:gd name="connsiteX130" fmla="*/ 1964632 w 2819222"/>
                <a:gd name="connsiteY130" fmla="*/ 942865 h 1661778"/>
                <a:gd name="connsiteX131" fmla="*/ 1995580 w 2819222"/>
                <a:gd name="connsiteY131" fmla="*/ 1009276 h 1661778"/>
                <a:gd name="connsiteX132" fmla="*/ 1995669 w 2819222"/>
                <a:gd name="connsiteY132" fmla="*/ 1025753 h 1661778"/>
                <a:gd name="connsiteX133" fmla="*/ 1968684 w 2819222"/>
                <a:gd name="connsiteY133" fmla="*/ 1038084 h 1661778"/>
                <a:gd name="connsiteX134" fmla="*/ 1968684 w 2819222"/>
                <a:gd name="connsiteY134" fmla="*/ 1037219 h 1661778"/>
                <a:gd name="connsiteX135" fmla="*/ 1901741 w 2819222"/>
                <a:gd name="connsiteY135" fmla="*/ 1065196 h 1661778"/>
                <a:gd name="connsiteX136" fmla="*/ 1901741 w 2819222"/>
                <a:gd name="connsiteY136" fmla="*/ 1065585 h 1661778"/>
                <a:gd name="connsiteX137" fmla="*/ 1889311 w 2819222"/>
                <a:gd name="connsiteY137" fmla="*/ 1070390 h 1661778"/>
                <a:gd name="connsiteX138" fmla="*/ 1876674 w 2819222"/>
                <a:gd name="connsiteY138" fmla="*/ 1075671 h 1661778"/>
                <a:gd name="connsiteX139" fmla="*/ 1875425 w 2819222"/>
                <a:gd name="connsiteY139" fmla="*/ 1075758 h 1661778"/>
                <a:gd name="connsiteX140" fmla="*/ 1599931 w 2819222"/>
                <a:gd name="connsiteY140" fmla="*/ 1195967 h 1661778"/>
                <a:gd name="connsiteX141" fmla="*/ 1570631 w 2819222"/>
                <a:gd name="connsiteY141" fmla="*/ 1221533 h 1661778"/>
                <a:gd name="connsiteX142" fmla="*/ 1568680 w 2819222"/>
                <a:gd name="connsiteY142" fmla="*/ 1224320 h 1661778"/>
                <a:gd name="connsiteX143" fmla="*/ 1302295 w 2819222"/>
                <a:gd name="connsiteY143" fmla="*/ 1225179 h 1661778"/>
                <a:gd name="connsiteX144" fmla="*/ 1302631 w 2819222"/>
                <a:gd name="connsiteY144" fmla="*/ 1218664 h 1661778"/>
                <a:gd name="connsiteX145" fmla="*/ 1284657 w 2819222"/>
                <a:gd name="connsiteY145" fmla="*/ 1068804 h 1661778"/>
                <a:gd name="connsiteX146" fmla="*/ 1195880 w 2819222"/>
                <a:gd name="connsiteY146" fmla="*/ 934995 h 1661778"/>
                <a:gd name="connsiteX147" fmla="*/ 929971 w 2819222"/>
                <a:gd name="connsiteY147" fmla="*/ 819817 h 1661778"/>
                <a:gd name="connsiteX148" fmla="*/ 926646 w 2819222"/>
                <a:gd name="connsiteY148" fmla="*/ 819584 h 1661778"/>
                <a:gd name="connsiteX149" fmla="*/ 853351 w 2819222"/>
                <a:gd name="connsiteY149" fmla="*/ 788326 h 1661778"/>
                <a:gd name="connsiteX150" fmla="*/ 881574 w 2819222"/>
                <a:gd name="connsiteY150" fmla="*/ 772469 h 1661778"/>
                <a:gd name="connsiteX151" fmla="*/ 1077538 w 2819222"/>
                <a:gd name="connsiteY151" fmla="*/ 692364 h 1661778"/>
                <a:gd name="connsiteX152" fmla="*/ 1078621 w 2819222"/>
                <a:gd name="connsiteY152" fmla="*/ 692289 h 1661778"/>
                <a:gd name="connsiteX153" fmla="*/ 1089584 w 2819222"/>
                <a:gd name="connsiteY153" fmla="*/ 687707 h 1661778"/>
                <a:gd name="connsiteX154" fmla="*/ 1100367 w 2819222"/>
                <a:gd name="connsiteY154" fmla="*/ 683539 h 1661778"/>
                <a:gd name="connsiteX155" fmla="*/ 1100367 w 2819222"/>
                <a:gd name="connsiteY155" fmla="*/ 683202 h 1661778"/>
                <a:gd name="connsiteX156" fmla="*/ 1158442 w 2819222"/>
                <a:gd name="connsiteY156" fmla="*/ 658931 h 1661778"/>
                <a:gd name="connsiteX157" fmla="*/ 1158442 w 2819222"/>
                <a:gd name="connsiteY157" fmla="*/ 659681 h 1661778"/>
                <a:gd name="connsiteX158" fmla="*/ 1183713 w 2819222"/>
                <a:gd name="connsiteY158" fmla="*/ 648133 h 1661778"/>
                <a:gd name="connsiteX159" fmla="*/ 1225715 w 2819222"/>
                <a:gd name="connsiteY159" fmla="*/ 619423 h 1661778"/>
                <a:gd name="connsiteX160" fmla="*/ 1229412 w 2819222"/>
                <a:gd name="connsiteY160" fmla="*/ 581265 h 1661778"/>
                <a:gd name="connsiteX161" fmla="*/ 1202439 w 2819222"/>
                <a:gd name="connsiteY161" fmla="*/ 500642 h 1661778"/>
                <a:gd name="connsiteX162" fmla="*/ 1180087 w 2819222"/>
                <a:gd name="connsiteY162" fmla="*/ 478541 h 1661778"/>
                <a:gd name="connsiteX163" fmla="*/ 1179235 w 2819222"/>
                <a:gd name="connsiteY163" fmla="*/ 479687 h 1661778"/>
                <a:gd name="connsiteX164" fmla="*/ 1168949 w 2819222"/>
                <a:gd name="connsiteY164" fmla="*/ 471353 h 1661778"/>
                <a:gd name="connsiteX165" fmla="*/ 1168149 w 2819222"/>
                <a:gd name="connsiteY165" fmla="*/ 471353 h 1661778"/>
                <a:gd name="connsiteX166" fmla="*/ 1147480 w 2819222"/>
                <a:gd name="connsiteY166" fmla="*/ 405900 h 1661778"/>
                <a:gd name="connsiteX167" fmla="*/ 1150817 w 2819222"/>
                <a:gd name="connsiteY167" fmla="*/ 377006 h 1661778"/>
                <a:gd name="connsiteX168" fmla="*/ 1150817 w 2819222"/>
                <a:gd name="connsiteY168" fmla="*/ 276364 h 1661778"/>
                <a:gd name="connsiteX169" fmla="*/ 1150817 w 2819222"/>
                <a:gd name="connsiteY169" fmla="*/ 255463 h 1661778"/>
                <a:gd name="connsiteX170" fmla="*/ 1150817 w 2819222"/>
                <a:gd name="connsiteY170" fmla="*/ 239974 h 1661778"/>
                <a:gd name="connsiteX171" fmla="*/ 1390791 w 2819222"/>
                <a:gd name="connsiteY171" fmla="*/ 0 h 1661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2819222" h="1661778">
                  <a:moveTo>
                    <a:pt x="2180819" y="434845"/>
                  </a:moveTo>
                  <a:cubicBezTo>
                    <a:pt x="2313354" y="434845"/>
                    <a:pt x="2420793" y="542285"/>
                    <a:pt x="2420793" y="674819"/>
                  </a:cubicBezTo>
                  <a:lnTo>
                    <a:pt x="2420793" y="690308"/>
                  </a:lnTo>
                  <a:lnTo>
                    <a:pt x="2420793" y="711209"/>
                  </a:lnTo>
                  <a:lnTo>
                    <a:pt x="2420793" y="811876"/>
                  </a:lnTo>
                  <a:lnTo>
                    <a:pt x="2422917" y="810958"/>
                  </a:lnTo>
                  <a:cubicBezTo>
                    <a:pt x="2427434" y="812169"/>
                    <a:pt x="2429037" y="822134"/>
                    <a:pt x="2427146" y="836278"/>
                  </a:cubicBezTo>
                  <a:lnTo>
                    <a:pt x="2404814" y="906995"/>
                  </a:lnTo>
                  <a:lnTo>
                    <a:pt x="2395164" y="914533"/>
                  </a:lnTo>
                  <a:cubicBezTo>
                    <a:pt x="2394044" y="914234"/>
                    <a:pt x="2393105" y="913396"/>
                    <a:pt x="2393043" y="911681"/>
                  </a:cubicBezTo>
                  <a:cubicBezTo>
                    <a:pt x="2387276" y="919124"/>
                    <a:pt x="2380708" y="925917"/>
                    <a:pt x="2373465" y="931945"/>
                  </a:cubicBezTo>
                  <a:cubicBezTo>
                    <a:pt x="2358742" y="957030"/>
                    <a:pt x="2339338" y="981872"/>
                    <a:pt x="2344458" y="1016110"/>
                  </a:cubicBezTo>
                  <a:cubicBezTo>
                    <a:pt x="2346774" y="1031599"/>
                    <a:pt x="2347357" y="1048254"/>
                    <a:pt x="2354397" y="1064330"/>
                  </a:cubicBezTo>
                  <a:cubicBezTo>
                    <a:pt x="2362066" y="1071032"/>
                    <a:pt x="2372279" y="1077259"/>
                    <a:pt x="2385762" y="1082978"/>
                  </a:cubicBezTo>
                  <a:lnTo>
                    <a:pt x="2413064" y="1094041"/>
                  </a:lnTo>
                  <a:lnTo>
                    <a:pt x="2413064" y="1093340"/>
                  </a:lnTo>
                  <a:lnTo>
                    <a:pt x="2483030" y="1123178"/>
                  </a:lnTo>
                  <a:lnTo>
                    <a:pt x="2485914" y="1123380"/>
                  </a:lnTo>
                  <a:cubicBezTo>
                    <a:pt x="2573029" y="1157606"/>
                    <a:pt x="2662802" y="1192041"/>
                    <a:pt x="2716596" y="1223299"/>
                  </a:cubicBezTo>
                  <a:cubicBezTo>
                    <a:pt x="2788047" y="1264818"/>
                    <a:pt x="2785790" y="1287974"/>
                    <a:pt x="2793612" y="1339381"/>
                  </a:cubicBezTo>
                  <a:lnTo>
                    <a:pt x="2809205" y="1469388"/>
                  </a:lnTo>
                  <a:cubicBezTo>
                    <a:pt x="2808568" y="1473615"/>
                    <a:pt x="2808543" y="1477796"/>
                    <a:pt x="2808560" y="1481919"/>
                  </a:cubicBezTo>
                  <a:lnTo>
                    <a:pt x="2816473" y="1580836"/>
                  </a:lnTo>
                  <a:lnTo>
                    <a:pt x="2816627" y="1581345"/>
                  </a:lnTo>
                  <a:cubicBezTo>
                    <a:pt x="2818597" y="1606123"/>
                    <a:pt x="2819144" y="1631495"/>
                    <a:pt x="2819222" y="1657681"/>
                  </a:cubicBezTo>
                  <a:lnTo>
                    <a:pt x="1548124" y="1661778"/>
                  </a:lnTo>
                  <a:lnTo>
                    <a:pt x="1552585" y="1555609"/>
                  </a:lnTo>
                  <a:lnTo>
                    <a:pt x="1558481" y="1481919"/>
                  </a:lnTo>
                  <a:cubicBezTo>
                    <a:pt x="1558499" y="1477296"/>
                    <a:pt x="1558465" y="1472599"/>
                    <a:pt x="1557756" y="1467846"/>
                  </a:cubicBezTo>
                  <a:cubicBezTo>
                    <a:pt x="1561244" y="1409262"/>
                    <a:pt x="1566086" y="1361102"/>
                    <a:pt x="1572379" y="1324359"/>
                  </a:cubicBezTo>
                  <a:cubicBezTo>
                    <a:pt x="1577922" y="1291999"/>
                    <a:pt x="1587280" y="1260457"/>
                    <a:pt x="1628568" y="1231493"/>
                  </a:cubicBezTo>
                  <a:cubicBezTo>
                    <a:pt x="1671448" y="1201413"/>
                    <a:pt x="1779393" y="1161376"/>
                    <a:pt x="1867566" y="1127209"/>
                  </a:cubicBezTo>
                  <a:lnTo>
                    <a:pt x="1868649" y="1127134"/>
                  </a:lnTo>
                  <a:lnTo>
                    <a:pt x="1879612" y="1122552"/>
                  </a:lnTo>
                  <a:cubicBezTo>
                    <a:pt x="1883260" y="1121175"/>
                    <a:pt x="1886852" y="1119773"/>
                    <a:pt x="1890395" y="1118384"/>
                  </a:cubicBezTo>
                  <a:lnTo>
                    <a:pt x="1890395" y="1118047"/>
                  </a:lnTo>
                  <a:lnTo>
                    <a:pt x="1948470" y="1093776"/>
                  </a:lnTo>
                  <a:lnTo>
                    <a:pt x="1948470" y="1094526"/>
                  </a:lnTo>
                  <a:cubicBezTo>
                    <a:pt x="1958122" y="1090518"/>
                    <a:pt x="1966614" y="1086595"/>
                    <a:pt x="1973741" y="1082978"/>
                  </a:cubicBezTo>
                  <a:cubicBezTo>
                    <a:pt x="1994183" y="1072602"/>
                    <a:pt x="2007408" y="1063270"/>
                    <a:pt x="2015743" y="1054268"/>
                  </a:cubicBezTo>
                  <a:cubicBezTo>
                    <a:pt x="2018922" y="1041796"/>
                    <a:pt x="2017433" y="1029527"/>
                    <a:pt x="2019440" y="1016110"/>
                  </a:cubicBezTo>
                  <a:cubicBezTo>
                    <a:pt x="2024321" y="983470"/>
                    <a:pt x="2006913" y="959370"/>
                    <a:pt x="1992468" y="935487"/>
                  </a:cubicBezTo>
                  <a:cubicBezTo>
                    <a:pt x="1984106" y="929083"/>
                    <a:pt x="1976554" y="921697"/>
                    <a:pt x="1970115" y="913386"/>
                  </a:cubicBezTo>
                  <a:cubicBezTo>
                    <a:pt x="1970122" y="914210"/>
                    <a:pt x="1969707" y="914413"/>
                    <a:pt x="1969263" y="914532"/>
                  </a:cubicBezTo>
                  <a:cubicBezTo>
                    <a:pt x="1966311" y="915323"/>
                    <a:pt x="1962566" y="912254"/>
                    <a:pt x="1958977" y="906198"/>
                  </a:cubicBezTo>
                  <a:lnTo>
                    <a:pt x="1958177" y="906198"/>
                  </a:lnTo>
                  <a:lnTo>
                    <a:pt x="1937508" y="840745"/>
                  </a:lnTo>
                  <a:cubicBezTo>
                    <a:pt x="1935263" y="825405"/>
                    <a:pt x="1936454" y="814080"/>
                    <a:pt x="1940845" y="811851"/>
                  </a:cubicBezTo>
                  <a:lnTo>
                    <a:pt x="1940845" y="711209"/>
                  </a:lnTo>
                  <a:lnTo>
                    <a:pt x="1940845" y="690308"/>
                  </a:lnTo>
                  <a:lnTo>
                    <a:pt x="1940845" y="674819"/>
                  </a:lnTo>
                  <a:cubicBezTo>
                    <a:pt x="1940845" y="542285"/>
                    <a:pt x="2048285" y="434845"/>
                    <a:pt x="2180819" y="434845"/>
                  </a:cubicBezTo>
                  <a:close/>
                  <a:moveTo>
                    <a:pt x="632695" y="170618"/>
                  </a:moveTo>
                  <a:cubicBezTo>
                    <a:pt x="765229" y="170618"/>
                    <a:pt x="872669" y="278058"/>
                    <a:pt x="872669" y="410592"/>
                  </a:cubicBezTo>
                  <a:lnTo>
                    <a:pt x="872669" y="426081"/>
                  </a:lnTo>
                  <a:lnTo>
                    <a:pt x="872669" y="446982"/>
                  </a:lnTo>
                  <a:lnTo>
                    <a:pt x="872669" y="547649"/>
                  </a:lnTo>
                  <a:lnTo>
                    <a:pt x="874793" y="546730"/>
                  </a:lnTo>
                  <a:cubicBezTo>
                    <a:pt x="879310" y="547941"/>
                    <a:pt x="880913" y="557907"/>
                    <a:pt x="879022" y="572051"/>
                  </a:cubicBezTo>
                  <a:lnTo>
                    <a:pt x="856690" y="642768"/>
                  </a:lnTo>
                  <a:lnTo>
                    <a:pt x="847040" y="650306"/>
                  </a:lnTo>
                  <a:cubicBezTo>
                    <a:pt x="845920" y="650007"/>
                    <a:pt x="844980" y="649169"/>
                    <a:pt x="844919" y="647454"/>
                  </a:cubicBezTo>
                  <a:cubicBezTo>
                    <a:pt x="839151" y="654897"/>
                    <a:pt x="832584" y="661690"/>
                    <a:pt x="825341" y="667718"/>
                  </a:cubicBezTo>
                  <a:cubicBezTo>
                    <a:pt x="810618" y="692803"/>
                    <a:pt x="791214" y="717645"/>
                    <a:pt x="796334" y="751883"/>
                  </a:cubicBezTo>
                  <a:cubicBezTo>
                    <a:pt x="798650" y="767372"/>
                    <a:pt x="799233" y="784027"/>
                    <a:pt x="806272" y="800103"/>
                  </a:cubicBezTo>
                  <a:cubicBezTo>
                    <a:pt x="813941" y="806805"/>
                    <a:pt x="824155" y="813032"/>
                    <a:pt x="837638" y="818751"/>
                  </a:cubicBezTo>
                  <a:lnTo>
                    <a:pt x="864940" y="829814"/>
                  </a:lnTo>
                  <a:lnTo>
                    <a:pt x="864940" y="829113"/>
                  </a:lnTo>
                  <a:lnTo>
                    <a:pt x="934906" y="858951"/>
                  </a:lnTo>
                  <a:lnTo>
                    <a:pt x="937790" y="859153"/>
                  </a:lnTo>
                  <a:cubicBezTo>
                    <a:pt x="1024905" y="893379"/>
                    <a:pt x="1114678" y="927814"/>
                    <a:pt x="1168472" y="959072"/>
                  </a:cubicBezTo>
                  <a:cubicBezTo>
                    <a:pt x="1239923" y="1000591"/>
                    <a:pt x="1237666" y="1023747"/>
                    <a:pt x="1245488" y="1075154"/>
                  </a:cubicBezTo>
                  <a:lnTo>
                    <a:pt x="1261081" y="1205161"/>
                  </a:lnTo>
                  <a:cubicBezTo>
                    <a:pt x="1260444" y="1209388"/>
                    <a:pt x="1260419" y="1213569"/>
                    <a:pt x="1260436" y="1217692"/>
                  </a:cubicBezTo>
                  <a:lnTo>
                    <a:pt x="1268349" y="1316609"/>
                  </a:lnTo>
                  <a:lnTo>
                    <a:pt x="1268503" y="1317118"/>
                  </a:lnTo>
                  <a:cubicBezTo>
                    <a:pt x="1270473" y="1341896"/>
                    <a:pt x="1271020" y="1367268"/>
                    <a:pt x="1271098" y="1393454"/>
                  </a:cubicBezTo>
                  <a:lnTo>
                    <a:pt x="0" y="1397551"/>
                  </a:lnTo>
                  <a:lnTo>
                    <a:pt x="4461" y="1291382"/>
                  </a:lnTo>
                  <a:lnTo>
                    <a:pt x="10357" y="1217692"/>
                  </a:lnTo>
                  <a:cubicBezTo>
                    <a:pt x="10375" y="1213069"/>
                    <a:pt x="10341" y="1208372"/>
                    <a:pt x="9632" y="1203619"/>
                  </a:cubicBezTo>
                  <a:cubicBezTo>
                    <a:pt x="13120" y="1145035"/>
                    <a:pt x="17962" y="1096875"/>
                    <a:pt x="24255" y="1060132"/>
                  </a:cubicBezTo>
                  <a:cubicBezTo>
                    <a:pt x="29798" y="1027772"/>
                    <a:pt x="39156" y="996230"/>
                    <a:pt x="80444" y="967266"/>
                  </a:cubicBezTo>
                  <a:cubicBezTo>
                    <a:pt x="123324" y="937186"/>
                    <a:pt x="231269" y="897149"/>
                    <a:pt x="319441" y="862982"/>
                  </a:cubicBezTo>
                  <a:lnTo>
                    <a:pt x="320525" y="862907"/>
                  </a:lnTo>
                  <a:lnTo>
                    <a:pt x="331488" y="858325"/>
                  </a:lnTo>
                  <a:cubicBezTo>
                    <a:pt x="335136" y="856948"/>
                    <a:pt x="338728" y="855546"/>
                    <a:pt x="342271" y="854157"/>
                  </a:cubicBezTo>
                  <a:lnTo>
                    <a:pt x="342271" y="853820"/>
                  </a:lnTo>
                  <a:lnTo>
                    <a:pt x="400346" y="829549"/>
                  </a:lnTo>
                  <a:lnTo>
                    <a:pt x="400346" y="830299"/>
                  </a:lnTo>
                  <a:cubicBezTo>
                    <a:pt x="409998" y="826291"/>
                    <a:pt x="418490" y="822368"/>
                    <a:pt x="425617" y="818751"/>
                  </a:cubicBezTo>
                  <a:cubicBezTo>
                    <a:pt x="446059" y="808375"/>
                    <a:pt x="459284" y="799043"/>
                    <a:pt x="467619" y="790041"/>
                  </a:cubicBezTo>
                  <a:cubicBezTo>
                    <a:pt x="470798" y="777569"/>
                    <a:pt x="469309" y="765300"/>
                    <a:pt x="471316" y="751883"/>
                  </a:cubicBezTo>
                  <a:cubicBezTo>
                    <a:pt x="476197" y="719243"/>
                    <a:pt x="458789" y="695143"/>
                    <a:pt x="444343" y="671260"/>
                  </a:cubicBezTo>
                  <a:cubicBezTo>
                    <a:pt x="435982" y="664856"/>
                    <a:pt x="428429" y="657470"/>
                    <a:pt x="421991" y="649159"/>
                  </a:cubicBezTo>
                  <a:cubicBezTo>
                    <a:pt x="421998" y="649983"/>
                    <a:pt x="421583" y="650186"/>
                    <a:pt x="421139" y="650305"/>
                  </a:cubicBezTo>
                  <a:cubicBezTo>
                    <a:pt x="418186" y="651096"/>
                    <a:pt x="414442" y="648027"/>
                    <a:pt x="410853" y="641971"/>
                  </a:cubicBezTo>
                  <a:lnTo>
                    <a:pt x="410053" y="641971"/>
                  </a:lnTo>
                  <a:lnTo>
                    <a:pt x="389384" y="576518"/>
                  </a:lnTo>
                  <a:cubicBezTo>
                    <a:pt x="387139" y="561178"/>
                    <a:pt x="388330" y="549853"/>
                    <a:pt x="392721" y="547624"/>
                  </a:cubicBezTo>
                  <a:lnTo>
                    <a:pt x="392721" y="446982"/>
                  </a:lnTo>
                  <a:lnTo>
                    <a:pt x="392721" y="426081"/>
                  </a:lnTo>
                  <a:lnTo>
                    <a:pt x="392721" y="410592"/>
                  </a:lnTo>
                  <a:cubicBezTo>
                    <a:pt x="392721" y="278058"/>
                    <a:pt x="500161" y="170618"/>
                    <a:pt x="632695" y="170618"/>
                  </a:cubicBezTo>
                  <a:close/>
                  <a:moveTo>
                    <a:pt x="1390791" y="0"/>
                  </a:moveTo>
                  <a:cubicBezTo>
                    <a:pt x="1523326" y="0"/>
                    <a:pt x="1630765" y="107440"/>
                    <a:pt x="1630765" y="239974"/>
                  </a:cubicBezTo>
                  <a:lnTo>
                    <a:pt x="1630765" y="255463"/>
                  </a:lnTo>
                  <a:lnTo>
                    <a:pt x="1630765" y="276364"/>
                  </a:lnTo>
                  <a:lnTo>
                    <a:pt x="1630765" y="377031"/>
                  </a:lnTo>
                  <a:lnTo>
                    <a:pt x="1632889" y="376112"/>
                  </a:lnTo>
                  <a:cubicBezTo>
                    <a:pt x="1637406" y="377323"/>
                    <a:pt x="1639009" y="387289"/>
                    <a:pt x="1637118" y="401433"/>
                  </a:cubicBezTo>
                  <a:lnTo>
                    <a:pt x="1614786" y="472150"/>
                  </a:lnTo>
                  <a:lnTo>
                    <a:pt x="1605136" y="479688"/>
                  </a:lnTo>
                  <a:cubicBezTo>
                    <a:pt x="1604016" y="479389"/>
                    <a:pt x="1603077" y="478551"/>
                    <a:pt x="1603015" y="476836"/>
                  </a:cubicBezTo>
                  <a:cubicBezTo>
                    <a:pt x="1597248" y="484279"/>
                    <a:pt x="1590680" y="491072"/>
                    <a:pt x="1583437" y="497100"/>
                  </a:cubicBezTo>
                  <a:cubicBezTo>
                    <a:pt x="1568714" y="522185"/>
                    <a:pt x="1549310" y="547027"/>
                    <a:pt x="1554430" y="581265"/>
                  </a:cubicBezTo>
                  <a:cubicBezTo>
                    <a:pt x="1556746" y="596754"/>
                    <a:pt x="1557329" y="613409"/>
                    <a:pt x="1564368" y="629485"/>
                  </a:cubicBezTo>
                  <a:cubicBezTo>
                    <a:pt x="1572038" y="636187"/>
                    <a:pt x="1582251" y="642414"/>
                    <a:pt x="1595734" y="648133"/>
                  </a:cubicBezTo>
                  <a:lnTo>
                    <a:pt x="1623036" y="659196"/>
                  </a:lnTo>
                  <a:lnTo>
                    <a:pt x="1623036" y="658495"/>
                  </a:lnTo>
                  <a:lnTo>
                    <a:pt x="1693002" y="688333"/>
                  </a:lnTo>
                  <a:lnTo>
                    <a:pt x="1695886" y="688535"/>
                  </a:lnTo>
                  <a:cubicBezTo>
                    <a:pt x="1761222" y="714205"/>
                    <a:pt x="1828054" y="739992"/>
                    <a:pt x="1880080" y="764468"/>
                  </a:cubicBezTo>
                  <a:lnTo>
                    <a:pt x="1905126" y="777391"/>
                  </a:lnTo>
                  <a:lnTo>
                    <a:pt x="1905126" y="800348"/>
                  </a:lnTo>
                  <a:cubicBezTo>
                    <a:pt x="1900065" y="802917"/>
                    <a:pt x="1898692" y="815972"/>
                    <a:pt x="1901279" y="833654"/>
                  </a:cubicBezTo>
                  <a:lnTo>
                    <a:pt x="1925105" y="909103"/>
                  </a:lnTo>
                  <a:lnTo>
                    <a:pt x="1926027" y="909103"/>
                  </a:lnTo>
                  <a:cubicBezTo>
                    <a:pt x="1930164" y="916083"/>
                    <a:pt x="1934480" y="919621"/>
                    <a:pt x="1937883" y="918710"/>
                  </a:cubicBezTo>
                  <a:cubicBezTo>
                    <a:pt x="1938395" y="918572"/>
                    <a:pt x="1938874" y="918338"/>
                    <a:pt x="1938866" y="917389"/>
                  </a:cubicBezTo>
                  <a:cubicBezTo>
                    <a:pt x="1946288" y="926968"/>
                    <a:pt x="1954994" y="935482"/>
                    <a:pt x="1964632" y="942865"/>
                  </a:cubicBezTo>
                  <a:cubicBezTo>
                    <a:pt x="1977120" y="963512"/>
                    <a:pt x="1991530" y="984300"/>
                    <a:pt x="1995580" y="1009276"/>
                  </a:cubicBezTo>
                  <a:lnTo>
                    <a:pt x="1995669" y="1025753"/>
                  </a:lnTo>
                  <a:lnTo>
                    <a:pt x="1968684" y="1038084"/>
                  </a:lnTo>
                  <a:lnTo>
                    <a:pt x="1968684" y="1037219"/>
                  </a:lnTo>
                  <a:lnTo>
                    <a:pt x="1901741" y="1065196"/>
                  </a:lnTo>
                  <a:lnTo>
                    <a:pt x="1901741" y="1065585"/>
                  </a:lnTo>
                  <a:cubicBezTo>
                    <a:pt x="1897657" y="1067186"/>
                    <a:pt x="1893516" y="1068803"/>
                    <a:pt x="1889311" y="1070390"/>
                  </a:cubicBezTo>
                  <a:lnTo>
                    <a:pt x="1876674" y="1075671"/>
                  </a:lnTo>
                  <a:lnTo>
                    <a:pt x="1875425" y="1075758"/>
                  </a:lnTo>
                  <a:cubicBezTo>
                    <a:pt x="1773788" y="1115143"/>
                    <a:pt x="1649358" y="1161293"/>
                    <a:pt x="1599931" y="1195967"/>
                  </a:cubicBezTo>
                  <a:cubicBezTo>
                    <a:pt x="1588033" y="1204314"/>
                    <a:pt x="1578435" y="1212846"/>
                    <a:pt x="1570631" y="1221533"/>
                  </a:cubicBezTo>
                  <a:lnTo>
                    <a:pt x="1568680" y="1224320"/>
                  </a:lnTo>
                  <a:lnTo>
                    <a:pt x="1302295" y="1225179"/>
                  </a:lnTo>
                  <a:lnTo>
                    <a:pt x="1302631" y="1218664"/>
                  </a:lnTo>
                  <a:lnTo>
                    <a:pt x="1284657" y="1068804"/>
                  </a:lnTo>
                  <a:cubicBezTo>
                    <a:pt x="1275640" y="1009546"/>
                    <a:pt x="1278242" y="982854"/>
                    <a:pt x="1195880" y="934995"/>
                  </a:cubicBezTo>
                  <a:cubicBezTo>
                    <a:pt x="1133871" y="898964"/>
                    <a:pt x="1030389" y="859270"/>
                    <a:pt x="929971" y="819817"/>
                  </a:cubicBezTo>
                  <a:lnTo>
                    <a:pt x="926646" y="819584"/>
                  </a:lnTo>
                  <a:lnTo>
                    <a:pt x="853351" y="788326"/>
                  </a:lnTo>
                  <a:lnTo>
                    <a:pt x="881574" y="772469"/>
                  </a:lnTo>
                  <a:cubicBezTo>
                    <a:pt x="934157" y="746916"/>
                    <a:pt x="1011408" y="717990"/>
                    <a:pt x="1077538" y="692364"/>
                  </a:cubicBezTo>
                  <a:lnTo>
                    <a:pt x="1078621" y="692289"/>
                  </a:lnTo>
                  <a:lnTo>
                    <a:pt x="1089584" y="687707"/>
                  </a:lnTo>
                  <a:cubicBezTo>
                    <a:pt x="1093232" y="686330"/>
                    <a:pt x="1096824" y="684928"/>
                    <a:pt x="1100367" y="683539"/>
                  </a:cubicBezTo>
                  <a:lnTo>
                    <a:pt x="1100367" y="683202"/>
                  </a:lnTo>
                  <a:lnTo>
                    <a:pt x="1158442" y="658931"/>
                  </a:lnTo>
                  <a:lnTo>
                    <a:pt x="1158442" y="659681"/>
                  </a:lnTo>
                  <a:cubicBezTo>
                    <a:pt x="1168094" y="655673"/>
                    <a:pt x="1176586" y="651750"/>
                    <a:pt x="1183713" y="648133"/>
                  </a:cubicBezTo>
                  <a:cubicBezTo>
                    <a:pt x="1204155" y="637757"/>
                    <a:pt x="1217380" y="628425"/>
                    <a:pt x="1225715" y="619423"/>
                  </a:cubicBezTo>
                  <a:cubicBezTo>
                    <a:pt x="1228894" y="606951"/>
                    <a:pt x="1227405" y="594682"/>
                    <a:pt x="1229412" y="581265"/>
                  </a:cubicBezTo>
                  <a:cubicBezTo>
                    <a:pt x="1234293" y="548625"/>
                    <a:pt x="1216885" y="524525"/>
                    <a:pt x="1202439" y="500642"/>
                  </a:cubicBezTo>
                  <a:cubicBezTo>
                    <a:pt x="1194078" y="494238"/>
                    <a:pt x="1186525" y="486852"/>
                    <a:pt x="1180087" y="478541"/>
                  </a:cubicBezTo>
                  <a:cubicBezTo>
                    <a:pt x="1180094" y="479365"/>
                    <a:pt x="1179679" y="479568"/>
                    <a:pt x="1179235" y="479687"/>
                  </a:cubicBezTo>
                  <a:cubicBezTo>
                    <a:pt x="1176282" y="480478"/>
                    <a:pt x="1172538" y="477409"/>
                    <a:pt x="1168949" y="471353"/>
                  </a:cubicBezTo>
                  <a:lnTo>
                    <a:pt x="1168149" y="471353"/>
                  </a:lnTo>
                  <a:lnTo>
                    <a:pt x="1147480" y="405900"/>
                  </a:lnTo>
                  <a:cubicBezTo>
                    <a:pt x="1145235" y="390560"/>
                    <a:pt x="1146426" y="379235"/>
                    <a:pt x="1150817" y="377006"/>
                  </a:cubicBezTo>
                  <a:lnTo>
                    <a:pt x="1150817" y="276364"/>
                  </a:lnTo>
                  <a:lnTo>
                    <a:pt x="1150817" y="255463"/>
                  </a:lnTo>
                  <a:lnTo>
                    <a:pt x="1150817" y="239974"/>
                  </a:lnTo>
                  <a:cubicBezTo>
                    <a:pt x="1150817" y="107440"/>
                    <a:pt x="1258257" y="0"/>
                    <a:pt x="1390791" y="0"/>
                  </a:cubicBezTo>
                  <a:close/>
                </a:path>
              </a:pathLst>
            </a:custGeom>
            <a:solidFill>
              <a:schemeClr val="bg1">
                <a:alpha val="35000"/>
              </a:schemeClr>
            </a:solidFill>
            <a:effectLst/>
          </p:spPr>
          <p:txBody>
            <a:bodyPr wrap="square" rtlCol="0" anchor="ctr">
              <a:noAutofit/>
            </a:bodyPr>
            <a:lstStyle/>
            <a:p>
              <a:pPr algn="ctr" defTabSz="914400"/>
              <a:endParaRPr lang="en-GB" sz="900" kern="0">
                <a:solidFill>
                  <a:srgbClr val="242424"/>
                </a:solidFill>
              </a:endParaRPr>
            </a:p>
          </p:txBody>
        </p:sp>
      </p:grpSp>
      <p:grpSp>
        <p:nvGrpSpPr>
          <p:cNvPr id="24" name="Group 23">
            <a:extLst>
              <a:ext uri="{FF2B5EF4-FFF2-40B4-BE49-F238E27FC236}">
                <a16:creationId xmlns:a16="http://schemas.microsoft.com/office/drawing/2014/main" id="{729B71DE-66F7-4C68-90DF-EB796116E031}"/>
              </a:ext>
            </a:extLst>
          </p:cNvPr>
          <p:cNvGrpSpPr/>
          <p:nvPr userDrawn="1"/>
        </p:nvGrpSpPr>
        <p:grpSpPr>
          <a:xfrm>
            <a:off x="8373581" y="2517375"/>
            <a:ext cx="356082" cy="356082"/>
            <a:chOff x="8194717" y="2589576"/>
            <a:chExt cx="293660" cy="293660"/>
          </a:xfrm>
        </p:grpSpPr>
        <p:sp>
          <p:nvSpPr>
            <p:cNvPr id="26" name="Oval 25">
              <a:extLst>
                <a:ext uri="{FF2B5EF4-FFF2-40B4-BE49-F238E27FC236}">
                  <a16:creationId xmlns:a16="http://schemas.microsoft.com/office/drawing/2014/main" id="{86C93074-1823-4AC3-A8AF-5FA274B7A626}"/>
                </a:ext>
              </a:extLst>
            </p:cNvPr>
            <p:cNvSpPr>
              <a:spLocks noChangeAspect="1"/>
            </p:cNvSpPr>
            <p:nvPr/>
          </p:nvSpPr>
          <p:spPr>
            <a:xfrm>
              <a:off x="8194717" y="2589576"/>
              <a:ext cx="293660" cy="293660"/>
            </a:xfrm>
            <a:prstGeom prst="ellipse">
              <a:avLst/>
            </a:prstGeom>
            <a:solidFill>
              <a:schemeClr val="accent3"/>
            </a:solidFill>
            <a:ln>
              <a:noFill/>
              <a:miter lim="800000"/>
            </a:ln>
            <a:effectLst/>
          </p:spPr>
          <p:txBody>
            <a:bodyPr wrap="square" lIns="0" tIns="144000" rIns="0" bIns="0" rtlCol="0" anchor="ctr">
              <a:noAutofit/>
            </a:bodyPr>
            <a:lstStyle/>
            <a:p>
              <a:pPr algn="ctr" defTabSz="307644" hangingPunct="0">
                <a:lnSpc>
                  <a:spcPct val="85000"/>
                </a:lnSpc>
                <a:spcAft>
                  <a:spcPts val="600"/>
                </a:spcAft>
                <a:buClr>
                  <a:srgbClr val="E6513E"/>
                </a:buClr>
              </a:pPr>
              <a:endParaRPr lang="de-DE" sz="1100">
                <a:solidFill>
                  <a:schemeClr val="bg1"/>
                </a:solidFill>
                <a:ea typeface="Nokia Pure Text" panose="020B0504040602060303" pitchFamily="34" charset="0"/>
                <a:cs typeface="Nokia Pure Text" panose="020B0504040602060303" pitchFamily="34" charset="0"/>
                <a:sym typeface="Helvetica Neue" charset="0"/>
              </a:endParaRPr>
            </a:p>
          </p:txBody>
        </p:sp>
        <p:sp>
          <p:nvSpPr>
            <p:cNvPr id="27" name="Freeform: Shape 26">
              <a:extLst>
                <a:ext uri="{FF2B5EF4-FFF2-40B4-BE49-F238E27FC236}">
                  <a16:creationId xmlns:a16="http://schemas.microsoft.com/office/drawing/2014/main" id="{634BB98B-9CAC-4FF5-B54C-45F20EC10EDB}"/>
                </a:ext>
              </a:extLst>
            </p:cNvPr>
            <p:cNvSpPr/>
            <p:nvPr/>
          </p:nvSpPr>
          <p:spPr>
            <a:xfrm>
              <a:off x="8271184" y="2618821"/>
              <a:ext cx="140726" cy="235170"/>
            </a:xfrm>
            <a:custGeom>
              <a:avLst/>
              <a:gdLst>
                <a:gd name="connsiteX0" fmla="*/ 1985622 w 1985622"/>
                <a:gd name="connsiteY0" fmla="*/ 1844093 h 3318190"/>
                <a:gd name="connsiteX1" fmla="*/ 1960415 w 1985622"/>
                <a:gd name="connsiteY1" fmla="*/ 2083783 h 3318190"/>
                <a:gd name="connsiteX2" fmla="*/ 1738689 w 1985622"/>
                <a:gd name="connsiteY2" fmla="*/ 2461058 h 3318190"/>
                <a:gd name="connsiteX3" fmla="*/ 1269592 w 1985622"/>
                <a:gd name="connsiteY3" fmla="*/ 2713396 h 3318190"/>
                <a:gd name="connsiteX4" fmla="*/ 1121724 w 1985622"/>
                <a:gd name="connsiteY4" fmla="*/ 2707994 h 3318190"/>
                <a:gd name="connsiteX5" fmla="*/ 1116321 w 1985622"/>
                <a:gd name="connsiteY5" fmla="*/ 2560123 h 3318190"/>
                <a:gd name="connsiteX6" fmla="*/ 1368657 w 1985622"/>
                <a:gd name="connsiteY6" fmla="*/ 2091029 h 3318190"/>
                <a:gd name="connsiteX7" fmla="*/ 1799497 w 1985622"/>
                <a:gd name="connsiteY7" fmla="*/ 1892252 h 3318190"/>
                <a:gd name="connsiteX8" fmla="*/ 1985622 w 1985622"/>
                <a:gd name="connsiteY8" fmla="*/ 1844093 h 3318190"/>
                <a:gd name="connsiteX9" fmla="*/ 0 w 1985622"/>
                <a:gd name="connsiteY9" fmla="*/ 1844089 h 3318190"/>
                <a:gd name="connsiteX10" fmla="*/ 186125 w 1985622"/>
                <a:gd name="connsiteY10" fmla="*/ 1892248 h 3318190"/>
                <a:gd name="connsiteX11" fmla="*/ 616962 w 1985622"/>
                <a:gd name="connsiteY11" fmla="*/ 2091022 h 3318190"/>
                <a:gd name="connsiteX12" fmla="*/ 869301 w 1985622"/>
                <a:gd name="connsiteY12" fmla="*/ 2560116 h 3318190"/>
                <a:gd name="connsiteX13" fmla="*/ 863902 w 1985622"/>
                <a:gd name="connsiteY13" fmla="*/ 2707983 h 3318190"/>
                <a:gd name="connsiteX14" fmla="*/ 716030 w 1985622"/>
                <a:gd name="connsiteY14" fmla="*/ 2713386 h 3318190"/>
                <a:gd name="connsiteX15" fmla="*/ 246933 w 1985622"/>
                <a:gd name="connsiteY15" fmla="*/ 2461051 h 3318190"/>
                <a:gd name="connsiteX16" fmla="*/ 25202 w 1985622"/>
                <a:gd name="connsiteY16" fmla="*/ 2083779 h 3318190"/>
                <a:gd name="connsiteX17" fmla="*/ 1703773 w 1985622"/>
                <a:gd name="connsiteY17" fmla="*/ 1058112 h 3318190"/>
                <a:gd name="connsiteX18" fmla="*/ 1687779 w 1985622"/>
                <a:gd name="connsiteY18" fmla="*/ 1210186 h 3318190"/>
                <a:gd name="connsiteX19" fmla="*/ 1547102 w 1985622"/>
                <a:gd name="connsiteY19" fmla="*/ 1449551 h 3318190"/>
                <a:gd name="connsiteX20" fmla="*/ 1249480 w 1985622"/>
                <a:gd name="connsiteY20" fmla="*/ 1609648 h 3318190"/>
                <a:gd name="connsiteX21" fmla="*/ 1155667 w 1985622"/>
                <a:gd name="connsiteY21" fmla="*/ 1606222 h 3318190"/>
                <a:gd name="connsiteX22" fmla="*/ 1152234 w 1985622"/>
                <a:gd name="connsiteY22" fmla="*/ 1512405 h 3318190"/>
                <a:gd name="connsiteX23" fmla="*/ 1312334 w 1985622"/>
                <a:gd name="connsiteY23" fmla="*/ 1214784 h 3318190"/>
                <a:gd name="connsiteX24" fmla="*/ 1585681 w 1985622"/>
                <a:gd name="connsiteY24" fmla="*/ 1088665 h 3318190"/>
                <a:gd name="connsiteX25" fmla="*/ 1703773 w 1985622"/>
                <a:gd name="connsiteY25" fmla="*/ 1058112 h 3318190"/>
                <a:gd name="connsiteX26" fmla="*/ 406348 w 1985622"/>
                <a:gd name="connsiteY26" fmla="*/ 1058112 h 3318190"/>
                <a:gd name="connsiteX27" fmla="*/ 524440 w 1985622"/>
                <a:gd name="connsiteY27" fmla="*/ 1088665 h 3318190"/>
                <a:gd name="connsiteX28" fmla="*/ 797783 w 1985622"/>
                <a:gd name="connsiteY28" fmla="*/ 1214784 h 3318190"/>
                <a:gd name="connsiteX29" fmla="*/ 957883 w 1985622"/>
                <a:gd name="connsiteY29" fmla="*/ 1512405 h 3318190"/>
                <a:gd name="connsiteX30" fmla="*/ 954457 w 1985622"/>
                <a:gd name="connsiteY30" fmla="*/ 1606222 h 3318190"/>
                <a:gd name="connsiteX31" fmla="*/ 860641 w 1985622"/>
                <a:gd name="connsiteY31" fmla="*/ 1609651 h 3318190"/>
                <a:gd name="connsiteX32" fmla="*/ 563015 w 1985622"/>
                <a:gd name="connsiteY32" fmla="*/ 1449551 h 3318190"/>
                <a:gd name="connsiteX33" fmla="*/ 422338 w 1985622"/>
                <a:gd name="connsiteY33" fmla="*/ 1210186 h 3318190"/>
                <a:gd name="connsiteX34" fmla="*/ 1038260 w 1985622"/>
                <a:gd name="connsiteY34" fmla="*/ 0 h 3318190"/>
                <a:gd name="connsiteX35" fmla="*/ 1155036 w 1985622"/>
                <a:gd name="connsiteY35" fmla="*/ 144222 h 3318190"/>
                <a:gd name="connsiteX36" fmla="*/ 1239724 w 1985622"/>
                <a:gd name="connsiteY36" fmla="*/ 470357 h 3318190"/>
                <a:gd name="connsiteX37" fmla="*/ 1121710 w 1985622"/>
                <a:gd name="connsiteY37" fmla="*/ 863142 h 3318190"/>
                <a:gd name="connsiteX38" fmla="*/ 1038261 w 1985622"/>
                <a:gd name="connsiteY38" fmla="*/ 940713 h 3318190"/>
                <a:gd name="connsiteX39" fmla="*/ 1037613 w 1985622"/>
                <a:gd name="connsiteY39" fmla="*/ 940115 h 3318190"/>
                <a:gd name="connsiteX40" fmla="*/ 1103672 w 1985622"/>
                <a:gd name="connsiteY40" fmla="*/ 3318190 h 3318190"/>
                <a:gd name="connsiteX41" fmla="*/ 941527 w 1985622"/>
                <a:gd name="connsiteY41" fmla="*/ 3317659 h 3318190"/>
                <a:gd name="connsiteX42" fmla="*/ 1008327 w 1985622"/>
                <a:gd name="connsiteY42" fmla="*/ 912890 h 3318190"/>
                <a:gd name="connsiteX43" fmla="*/ 954811 w 1985622"/>
                <a:gd name="connsiteY43" fmla="*/ 863142 h 3318190"/>
                <a:gd name="connsiteX44" fmla="*/ 836795 w 1985622"/>
                <a:gd name="connsiteY44" fmla="*/ 470357 h 3318190"/>
                <a:gd name="connsiteX45" fmla="*/ 963142 w 1985622"/>
                <a:gd name="connsiteY45" fmla="*/ 127557 h 3318190"/>
                <a:gd name="connsiteX46" fmla="*/ 1038260 w 1985622"/>
                <a:gd name="connsiteY46" fmla="*/ 0 h 3318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985622" h="3318190">
                  <a:moveTo>
                    <a:pt x="1985622" y="1844093"/>
                  </a:moveTo>
                  <a:lnTo>
                    <a:pt x="1960415" y="2083783"/>
                  </a:lnTo>
                  <a:cubicBezTo>
                    <a:pt x="1935066" y="2243061"/>
                    <a:pt x="1853821" y="2356118"/>
                    <a:pt x="1738689" y="2461058"/>
                  </a:cubicBezTo>
                  <a:cubicBezTo>
                    <a:pt x="1623550" y="2565994"/>
                    <a:pt x="1428873" y="2688047"/>
                    <a:pt x="1269592" y="2713396"/>
                  </a:cubicBezTo>
                  <a:lnTo>
                    <a:pt x="1121724" y="2707994"/>
                  </a:lnTo>
                  <a:lnTo>
                    <a:pt x="1116321" y="2560123"/>
                  </a:lnTo>
                  <a:cubicBezTo>
                    <a:pt x="1141675" y="2400848"/>
                    <a:pt x="1254794" y="2202344"/>
                    <a:pt x="1368657" y="2091029"/>
                  </a:cubicBezTo>
                  <a:cubicBezTo>
                    <a:pt x="1482522" y="1979722"/>
                    <a:pt x="1640226" y="1917609"/>
                    <a:pt x="1799497" y="1892252"/>
                  </a:cubicBezTo>
                  <a:cubicBezTo>
                    <a:pt x="1848787" y="1894054"/>
                    <a:pt x="1936332" y="1842294"/>
                    <a:pt x="1985622" y="1844093"/>
                  </a:cubicBezTo>
                  <a:close/>
                  <a:moveTo>
                    <a:pt x="0" y="1844089"/>
                  </a:moveTo>
                  <a:cubicBezTo>
                    <a:pt x="49290" y="1842287"/>
                    <a:pt x="136836" y="1894050"/>
                    <a:pt x="186125" y="1892248"/>
                  </a:cubicBezTo>
                  <a:cubicBezTo>
                    <a:pt x="345399" y="1917602"/>
                    <a:pt x="503099" y="1979711"/>
                    <a:pt x="616962" y="2091022"/>
                  </a:cubicBezTo>
                  <a:cubicBezTo>
                    <a:pt x="730824" y="2202337"/>
                    <a:pt x="843944" y="2400841"/>
                    <a:pt x="869301" y="2560116"/>
                  </a:cubicBezTo>
                  <a:lnTo>
                    <a:pt x="863902" y="2707983"/>
                  </a:lnTo>
                  <a:lnTo>
                    <a:pt x="716030" y="2713386"/>
                  </a:lnTo>
                  <a:cubicBezTo>
                    <a:pt x="556749" y="2688036"/>
                    <a:pt x="362068" y="2565987"/>
                    <a:pt x="246933" y="2461051"/>
                  </a:cubicBezTo>
                  <a:cubicBezTo>
                    <a:pt x="131797" y="2356115"/>
                    <a:pt x="50556" y="2243054"/>
                    <a:pt x="25202" y="2083779"/>
                  </a:cubicBezTo>
                  <a:close/>
                  <a:moveTo>
                    <a:pt x="1703773" y="1058112"/>
                  </a:moveTo>
                  <a:lnTo>
                    <a:pt x="1687779" y="1210186"/>
                  </a:lnTo>
                  <a:cubicBezTo>
                    <a:pt x="1671695" y="1311238"/>
                    <a:pt x="1620149" y="1382973"/>
                    <a:pt x="1547102" y="1449551"/>
                  </a:cubicBezTo>
                  <a:cubicBezTo>
                    <a:pt x="1474054" y="1516132"/>
                    <a:pt x="1350536" y="1593567"/>
                    <a:pt x="1249480" y="1609648"/>
                  </a:cubicBezTo>
                  <a:lnTo>
                    <a:pt x="1155667" y="1606222"/>
                  </a:lnTo>
                  <a:lnTo>
                    <a:pt x="1152234" y="1512405"/>
                  </a:lnTo>
                  <a:cubicBezTo>
                    <a:pt x="1168326" y="1411353"/>
                    <a:pt x="1240092" y="1285406"/>
                    <a:pt x="1312334" y="1214784"/>
                  </a:cubicBezTo>
                  <a:cubicBezTo>
                    <a:pt x="1384573" y="1144162"/>
                    <a:pt x="1484632" y="1104753"/>
                    <a:pt x="1585681" y="1088665"/>
                  </a:cubicBezTo>
                  <a:cubicBezTo>
                    <a:pt x="1616954" y="1089809"/>
                    <a:pt x="1672503" y="1056972"/>
                    <a:pt x="1703773" y="1058112"/>
                  </a:cubicBezTo>
                  <a:close/>
                  <a:moveTo>
                    <a:pt x="406348" y="1058112"/>
                  </a:moveTo>
                  <a:cubicBezTo>
                    <a:pt x="437621" y="1056972"/>
                    <a:pt x="493163" y="1089809"/>
                    <a:pt x="524440" y="1088665"/>
                  </a:cubicBezTo>
                  <a:cubicBezTo>
                    <a:pt x="625489" y="1104753"/>
                    <a:pt x="725544" y="1144161"/>
                    <a:pt x="797783" y="1214784"/>
                  </a:cubicBezTo>
                  <a:cubicBezTo>
                    <a:pt x="870032" y="1285406"/>
                    <a:pt x="941798" y="1411353"/>
                    <a:pt x="957883" y="1512405"/>
                  </a:cubicBezTo>
                  <a:lnTo>
                    <a:pt x="954457" y="1606222"/>
                  </a:lnTo>
                  <a:lnTo>
                    <a:pt x="860641" y="1609651"/>
                  </a:lnTo>
                  <a:cubicBezTo>
                    <a:pt x="759585" y="1593566"/>
                    <a:pt x="636070" y="1516132"/>
                    <a:pt x="563015" y="1449551"/>
                  </a:cubicBezTo>
                  <a:cubicBezTo>
                    <a:pt x="489965" y="1382973"/>
                    <a:pt x="438426" y="1311239"/>
                    <a:pt x="422338" y="1210186"/>
                  </a:cubicBezTo>
                  <a:close/>
                  <a:moveTo>
                    <a:pt x="1038260" y="0"/>
                  </a:moveTo>
                  <a:lnTo>
                    <a:pt x="1155036" y="144222"/>
                  </a:lnTo>
                  <a:cubicBezTo>
                    <a:pt x="1227954" y="244746"/>
                    <a:pt x="1245281" y="350536"/>
                    <a:pt x="1239724" y="470357"/>
                  </a:cubicBezTo>
                  <a:cubicBezTo>
                    <a:pt x="1234172" y="590177"/>
                    <a:pt x="1194627" y="762621"/>
                    <a:pt x="1121710" y="863142"/>
                  </a:cubicBezTo>
                  <a:lnTo>
                    <a:pt x="1038261" y="940713"/>
                  </a:lnTo>
                  <a:lnTo>
                    <a:pt x="1037613" y="940115"/>
                  </a:lnTo>
                  <a:lnTo>
                    <a:pt x="1103672" y="3318190"/>
                  </a:lnTo>
                  <a:lnTo>
                    <a:pt x="941527" y="3317659"/>
                  </a:lnTo>
                  <a:lnTo>
                    <a:pt x="1008327" y="912890"/>
                  </a:lnTo>
                  <a:lnTo>
                    <a:pt x="954811" y="863142"/>
                  </a:lnTo>
                  <a:cubicBezTo>
                    <a:pt x="881897" y="762622"/>
                    <a:pt x="835407" y="592955"/>
                    <a:pt x="836795" y="470357"/>
                  </a:cubicBezTo>
                  <a:cubicBezTo>
                    <a:pt x="838185" y="347758"/>
                    <a:pt x="890228" y="228077"/>
                    <a:pt x="963142" y="127557"/>
                  </a:cubicBezTo>
                  <a:cubicBezTo>
                    <a:pt x="990962" y="101700"/>
                    <a:pt x="1010447" y="25854"/>
                    <a:pt x="1038260" y="0"/>
                  </a:cubicBez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pSp>
      <p:sp>
        <p:nvSpPr>
          <p:cNvPr id="32" name="Text Placeholder 31">
            <a:extLst>
              <a:ext uri="{FF2B5EF4-FFF2-40B4-BE49-F238E27FC236}">
                <a16:creationId xmlns:a16="http://schemas.microsoft.com/office/drawing/2014/main" id="{7AE7FE0C-09C0-4965-B19F-E2258211C33A}"/>
              </a:ext>
            </a:extLst>
          </p:cNvPr>
          <p:cNvSpPr>
            <a:spLocks noGrp="1"/>
          </p:cNvSpPr>
          <p:nvPr>
            <p:ph type="body" sz="quarter" idx="17"/>
          </p:nvPr>
        </p:nvSpPr>
        <p:spPr>
          <a:xfrm>
            <a:off x="3891590" y="1477991"/>
            <a:ext cx="4229281" cy="2749521"/>
          </a:xfrm>
          <a:noFill/>
          <a:ln w="9525">
            <a:noFill/>
            <a:miter lim="800000"/>
            <a:headEnd/>
            <a:tailEnd/>
          </a:ln>
        </p:spPr>
        <p:txBody>
          <a:bodyPr vert="horz" wrap="square" lIns="0" tIns="0" rIns="0" bIns="0" numCol="1" anchor="t" anchorCtr="0" compatLnSpc="1">
            <a:prstTxWarp prst="textNoShape">
              <a:avLst/>
            </a:prstTxWarp>
          </a:bodyPr>
          <a:lstStyle>
            <a:lvl1pPr marL="0" indent="0">
              <a:buFont typeface="Arial" panose="020B0604020202020204" pitchFamily="34" charset="0"/>
              <a:buNone/>
              <a:defRPr lang="en-US" sz="2400" b="0" dirty="0" smtClean="0">
                <a:solidFill>
                  <a:schemeClr val="accent3"/>
                </a:solidFill>
                <a:latin typeface="+mn-lt"/>
                <a:cs typeface="Arial"/>
              </a:defRPr>
            </a:lvl1pPr>
          </a:lstStyle>
          <a:p>
            <a:pPr lvl="0">
              <a:spcAft>
                <a:spcPct val="0"/>
              </a:spcAft>
            </a:pPr>
            <a:r>
              <a:rPr lang="en-US"/>
              <a:t>Click to edit Master text styles</a:t>
            </a:r>
          </a:p>
        </p:txBody>
      </p:sp>
    </p:spTree>
    <p:extLst>
      <p:ext uri="{BB962C8B-B14F-4D97-AF65-F5344CB8AC3E}">
        <p14:creationId xmlns:p14="http://schemas.microsoft.com/office/powerpoint/2010/main" val="845441877"/>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Picture-Devider">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5048B656-0739-41D2-BA7C-039545391977}"/>
              </a:ext>
            </a:extLst>
          </p:cNvPr>
          <p:cNvSpPr>
            <a:spLocks noGrp="1"/>
          </p:cNvSpPr>
          <p:nvPr>
            <p:ph type="pic" sz="quarter" idx="15"/>
          </p:nvPr>
        </p:nvSpPr>
        <p:spPr>
          <a:xfrm>
            <a:off x="0" y="0"/>
            <a:ext cx="9144000" cy="5143500"/>
          </a:xfrm>
          <a:solidFill>
            <a:schemeClr val="bg2">
              <a:lumMod val="20000"/>
              <a:lumOff val="80000"/>
            </a:schemeClr>
          </a:solidFill>
        </p:spPr>
        <p:txBody>
          <a:bodyPr anchor="ctr"/>
          <a:lstStyle>
            <a:lvl1pPr marL="0" indent="0" algn="ctr">
              <a:buNone/>
              <a:defRPr>
                <a:solidFill>
                  <a:schemeClr val="tx2"/>
                </a:solidFill>
              </a:defRPr>
            </a:lvl1pPr>
          </a:lstStyle>
          <a:p>
            <a:endParaRPr lang="en-GB"/>
          </a:p>
        </p:txBody>
      </p:sp>
      <p:sp>
        <p:nvSpPr>
          <p:cNvPr id="6" name="Title 1">
            <a:extLst>
              <a:ext uri="{FF2B5EF4-FFF2-40B4-BE49-F238E27FC236}">
                <a16:creationId xmlns:a16="http://schemas.microsoft.com/office/drawing/2014/main" id="{3D5B3043-8110-4C51-B204-2EC7A2AEC1B5}"/>
              </a:ext>
            </a:extLst>
          </p:cNvPr>
          <p:cNvSpPr>
            <a:spLocks noGrp="1"/>
          </p:cNvSpPr>
          <p:nvPr>
            <p:ph type="title" hasCustomPrompt="1"/>
          </p:nvPr>
        </p:nvSpPr>
        <p:spPr>
          <a:xfrm>
            <a:off x="0" y="3899195"/>
            <a:ext cx="9144000" cy="833143"/>
          </a:xfrm>
          <a:solidFill>
            <a:schemeClr val="tx1">
              <a:alpha val="60000"/>
            </a:schemeClr>
          </a:solidFill>
          <a:ln w="9525">
            <a:noFill/>
            <a:miter lim="800000"/>
            <a:headEnd/>
            <a:tailEnd/>
          </a:ln>
        </p:spPr>
        <p:txBody>
          <a:bodyPr vert="horz" wrap="square" lIns="0" tIns="0" rIns="432000" bIns="0" numCol="1" anchor="ctr" anchorCtr="0" compatLnSpc="1">
            <a:prstTxWarp prst="textNoShape">
              <a:avLst/>
            </a:prstTxWarp>
          </a:bodyPr>
          <a:lstStyle>
            <a:lvl1pPr algn="r">
              <a:defRPr lang="en-GB" sz="2800" dirty="0">
                <a:solidFill>
                  <a:schemeClr val="bg1"/>
                </a:solidFill>
              </a:defRPr>
            </a:lvl1pPr>
          </a:lstStyle>
          <a:p>
            <a:pPr lvl="0">
              <a:lnSpc>
                <a:spcPct val="90000"/>
              </a:lnSpc>
            </a:pPr>
            <a:r>
              <a:rPr lang="de-DE" noProof="0"/>
              <a:t>Titel</a:t>
            </a:r>
          </a:p>
        </p:txBody>
      </p:sp>
      <p:grpSp>
        <p:nvGrpSpPr>
          <p:cNvPr id="3" name="Group 2">
            <a:extLst>
              <a:ext uri="{FF2B5EF4-FFF2-40B4-BE49-F238E27FC236}">
                <a16:creationId xmlns:a16="http://schemas.microsoft.com/office/drawing/2014/main" id="{A9E1D45B-AF3C-4250-9F87-BC622372F959}"/>
              </a:ext>
            </a:extLst>
          </p:cNvPr>
          <p:cNvGrpSpPr>
            <a:grpSpLocks noChangeAspect="1"/>
          </p:cNvGrpSpPr>
          <p:nvPr userDrawn="1"/>
        </p:nvGrpSpPr>
        <p:grpSpPr>
          <a:xfrm>
            <a:off x="7901062" y="178608"/>
            <a:ext cx="825536" cy="550542"/>
            <a:chOff x="2947569" y="1486378"/>
            <a:chExt cx="1795881" cy="1197656"/>
          </a:xfrm>
          <a:solidFill>
            <a:schemeClr val="bg1"/>
          </a:solidFill>
        </p:grpSpPr>
        <p:sp>
          <p:nvSpPr>
            <p:cNvPr id="4" name="Freeform: Shape 3">
              <a:extLst>
                <a:ext uri="{FF2B5EF4-FFF2-40B4-BE49-F238E27FC236}">
                  <a16:creationId xmlns:a16="http://schemas.microsoft.com/office/drawing/2014/main" id="{71E3E573-DB48-4C37-8024-663A762F53E2}"/>
                </a:ext>
              </a:extLst>
            </p:cNvPr>
            <p:cNvSpPr/>
            <p:nvPr/>
          </p:nvSpPr>
          <p:spPr>
            <a:xfrm>
              <a:off x="3976213" y="1486378"/>
              <a:ext cx="767237" cy="767236"/>
            </a:xfrm>
            <a:custGeom>
              <a:avLst/>
              <a:gdLst>
                <a:gd name="connsiteX0" fmla="*/ 153291 w 2650554"/>
                <a:gd name="connsiteY0" fmla="*/ 707403 h 2650554"/>
                <a:gd name="connsiteX1" fmla="*/ 153291 w 2650554"/>
                <a:gd name="connsiteY1" fmla="*/ 1943152 h 2650554"/>
                <a:gd name="connsiteX2" fmla="*/ 104147 w 2650554"/>
                <a:gd name="connsiteY2" fmla="*/ 1841135 h 2650554"/>
                <a:gd name="connsiteX3" fmla="*/ 0 w 2650554"/>
                <a:gd name="connsiteY3" fmla="*/ 1325277 h 2650554"/>
                <a:gd name="connsiteX4" fmla="*/ 104147 w 2650554"/>
                <a:gd name="connsiteY4" fmla="*/ 809420 h 2650554"/>
                <a:gd name="connsiteX5" fmla="*/ 1325277 w 2650554"/>
                <a:gd name="connsiteY5" fmla="*/ 0 h 2650554"/>
                <a:gd name="connsiteX6" fmla="*/ 2650554 w 2650554"/>
                <a:gd name="connsiteY6" fmla="*/ 1325277 h 2650554"/>
                <a:gd name="connsiteX7" fmla="*/ 1325277 w 2650554"/>
                <a:gd name="connsiteY7" fmla="*/ 2650554 h 2650554"/>
                <a:gd name="connsiteX8" fmla="*/ 302629 w 2650554"/>
                <a:gd name="connsiteY8" fmla="*/ 2168276 h 2650554"/>
                <a:gd name="connsiteX9" fmla="*/ 252590 w 2650554"/>
                <a:gd name="connsiteY9" fmla="*/ 2101360 h 2650554"/>
                <a:gd name="connsiteX10" fmla="*/ 363376 w 2650554"/>
                <a:gd name="connsiteY10" fmla="*/ 2101360 h 2650554"/>
                <a:gd name="connsiteX11" fmla="*/ 729428 w 2650554"/>
                <a:gd name="connsiteY11" fmla="*/ 2101360 h 2650554"/>
                <a:gd name="connsiteX12" fmla="*/ 729428 w 2650554"/>
                <a:gd name="connsiteY12" fmla="*/ 1931019 h 2650554"/>
                <a:gd name="connsiteX13" fmla="*/ 363376 w 2650554"/>
                <a:gd name="connsiteY13" fmla="*/ 1931019 h 2650554"/>
                <a:gd name="connsiteX14" fmla="*/ 363376 w 2650554"/>
                <a:gd name="connsiteY14" fmla="*/ 1373934 h 2650554"/>
                <a:gd name="connsiteX15" fmla="*/ 684601 w 2650554"/>
                <a:gd name="connsiteY15" fmla="*/ 1373934 h 2650554"/>
                <a:gd name="connsiteX16" fmla="*/ 684601 w 2650554"/>
                <a:gd name="connsiteY16" fmla="*/ 1203593 h 2650554"/>
                <a:gd name="connsiteX17" fmla="*/ 363376 w 2650554"/>
                <a:gd name="connsiteY17" fmla="*/ 1203593 h 2650554"/>
                <a:gd name="connsiteX18" fmla="*/ 363376 w 2650554"/>
                <a:gd name="connsiteY18" fmla="*/ 679122 h 2650554"/>
                <a:gd name="connsiteX19" fmla="*/ 729428 w 2650554"/>
                <a:gd name="connsiteY19" fmla="*/ 679122 h 2650554"/>
                <a:gd name="connsiteX20" fmla="*/ 729428 w 2650554"/>
                <a:gd name="connsiteY20" fmla="*/ 508781 h 2650554"/>
                <a:gd name="connsiteX21" fmla="*/ 363376 w 2650554"/>
                <a:gd name="connsiteY21" fmla="*/ 508781 h 2650554"/>
                <a:gd name="connsiteX22" fmla="*/ 282811 w 2650554"/>
                <a:gd name="connsiteY22" fmla="*/ 508781 h 2650554"/>
                <a:gd name="connsiteX23" fmla="*/ 302629 w 2650554"/>
                <a:gd name="connsiteY23" fmla="*/ 482278 h 2650554"/>
                <a:gd name="connsiteX24" fmla="*/ 1325277 w 2650554"/>
                <a:gd name="connsiteY24" fmla="*/ 0 h 2650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650554" h="2650554">
                  <a:moveTo>
                    <a:pt x="153291" y="707403"/>
                  </a:moveTo>
                  <a:lnTo>
                    <a:pt x="153291" y="1943152"/>
                  </a:lnTo>
                  <a:lnTo>
                    <a:pt x="104147" y="1841135"/>
                  </a:lnTo>
                  <a:cubicBezTo>
                    <a:pt x="37084" y="1682581"/>
                    <a:pt x="0" y="1508260"/>
                    <a:pt x="0" y="1325277"/>
                  </a:cubicBezTo>
                  <a:cubicBezTo>
                    <a:pt x="0" y="1142295"/>
                    <a:pt x="37084" y="967973"/>
                    <a:pt x="104147" y="809420"/>
                  </a:cubicBezTo>
                  <a:close/>
                  <a:moveTo>
                    <a:pt x="1325277" y="0"/>
                  </a:moveTo>
                  <a:cubicBezTo>
                    <a:pt x="2057207" y="0"/>
                    <a:pt x="2650554" y="593347"/>
                    <a:pt x="2650554" y="1325277"/>
                  </a:cubicBezTo>
                  <a:cubicBezTo>
                    <a:pt x="2650554" y="2057207"/>
                    <a:pt x="2057207" y="2650554"/>
                    <a:pt x="1325277" y="2650554"/>
                  </a:cubicBezTo>
                  <a:cubicBezTo>
                    <a:pt x="913567" y="2650554"/>
                    <a:pt x="545705" y="2462815"/>
                    <a:pt x="302629" y="2168276"/>
                  </a:cubicBezTo>
                  <a:lnTo>
                    <a:pt x="252590" y="2101360"/>
                  </a:lnTo>
                  <a:lnTo>
                    <a:pt x="363376" y="2101360"/>
                  </a:lnTo>
                  <a:lnTo>
                    <a:pt x="729428" y="2101360"/>
                  </a:lnTo>
                  <a:lnTo>
                    <a:pt x="729428" y="1931019"/>
                  </a:lnTo>
                  <a:lnTo>
                    <a:pt x="363376" y="1931019"/>
                  </a:lnTo>
                  <a:lnTo>
                    <a:pt x="363376" y="1373934"/>
                  </a:lnTo>
                  <a:lnTo>
                    <a:pt x="684601" y="1373934"/>
                  </a:lnTo>
                  <a:lnTo>
                    <a:pt x="684601" y="1203593"/>
                  </a:lnTo>
                  <a:lnTo>
                    <a:pt x="363376" y="1203593"/>
                  </a:lnTo>
                  <a:lnTo>
                    <a:pt x="363376" y="679122"/>
                  </a:lnTo>
                  <a:lnTo>
                    <a:pt x="729428" y="679122"/>
                  </a:lnTo>
                  <a:lnTo>
                    <a:pt x="729428" y="508781"/>
                  </a:lnTo>
                  <a:lnTo>
                    <a:pt x="363376" y="508781"/>
                  </a:lnTo>
                  <a:lnTo>
                    <a:pt x="282811" y="508781"/>
                  </a:lnTo>
                  <a:lnTo>
                    <a:pt x="302629" y="482278"/>
                  </a:lnTo>
                  <a:cubicBezTo>
                    <a:pt x="545705" y="187739"/>
                    <a:pt x="913567" y="0"/>
                    <a:pt x="1325277" y="0"/>
                  </a:cubicBezTo>
                  <a:close/>
                </a:path>
              </a:pathLst>
            </a:custGeom>
            <a:grpFill/>
          </p:spPr>
          <p:txBody>
            <a:bodyPr wrap="square" lIns="72000" tIns="36000" rIns="72000" bIns="36000" rtlCol="0" anchor="ctr">
              <a:noAutofit/>
            </a:bodyPr>
            <a:lstStyle/>
            <a:p>
              <a:pPr algn="l" defTabSz="230733" hangingPunct="0">
                <a:lnSpc>
                  <a:spcPct val="90000"/>
                </a:lnSpc>
                <a:spcAft>
                  <a:spcPts val="447"/>
                </a:spcAft>
                <a:buClr>
                  <a:srgbClr val="E6513E"/>
                </a:buClr>
              </a:pPr>
              <a:endParaRPr lang="en-GB" sz="75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5" name="Freeform: Shape 4">
              <a:extLst>
                <a:ext uri="{FF2B5EF4-FFF2-40B4-BE49-F238E27FC236}">
                  <a16:creationId xmlns:a16="http://schemas.microsoft.com/office/drawing/2014/main" id="{E14AA70E-068F-4371-BFCF-DC9AA79041FD}"/>
                </a:ext>
              </a:extLst>
            </p:cNvPr>
            <p:cNvSpPr/>
            <p:nvPr/>
          </p:nvSpPr>
          <p:spPr>
            <a:xfrm>
              <a:off x="2947569" y="1625897"/>
              <a:ext cx="1792582" cy="1058137"/>
            </a:xfrm>
            <a:custGeom>
              <a:avLst/>
              <a:gdLst>
                <a:gd name="connsiteX0" fmla="*/ 1653463 w 1792582"/>
                <a:gd name="connsiteY0" fmla="*/ 914845 h 1058137"/>
                <a:gd name="connsiteX1" fmla="*/ 1638885 w 1792582"/>
                <a:gd name="connsiteY1" fmla="*/ 954895 h 1058137"/>
                <a:gd name="connsiteX2" fmla="*/ 1653463 w 1792582"/>
                <a:gd name="connsiteY2" fmla="*/ 994945 h 1058137"/>
                <a:gd name="connsiteX3" fmla="*/ 1668040 w 1792582"/>
                <a:gd name="connsiteY3" fmla="*/ 954895 h 1058137"/>
                <a:gd name="connsiteX4" fmla="*/ 1653463 w 1792582"/>
                <a:gd name="connsiteY4" fmla="*/ 914845 h 1058137"/>
                <a:gd name="connsiteX5" fmla="*/ 166428 w 1792582"/>
                <a:gd name="connsiteY5" fmla="*/ 914707 h 1058137"/>
                <a:gd name="connsiteX6" fmla="*/ 151851 w 1792582"/>
                <a:gd name="connsiteY6" fmla="*/ 954758 h 1058137"/>
                <a:gd name="connsiteX7" fmla="*/ 166428 w 1792582"/>
                <a:gd name="connsiteY7" fmla="*/ 994808 h 1058137"/>
                <a:gd name="connsiteX8" fmla="*/ 181005 w 1792582"/>
                <a:gd name="connsiteY8" fmla="*/ 954758 h 1058137"/>
                <a:gd name="connsiteX9" fmla="*/ 166428 w 1792582"/>
                <a:gd name="connsiteY9" fmla="*/ 914707 h 1058137"/>
                <a:gd name="connsiteX10" fmla="*/ 1484566 w 1792582"/>
                <a:gd name="connsiteY10" fmla="*/ 912443 h 1058137"/>
                <a:gd name="connsiteX11" fmla="*/ 1469642 w 1792582"/>
                <a:gd name="connsiteY11" fmla="*/ 937376 h 1058137"/>
                <a:gd name="connsiteX12" fmla="*/ 1469546 w 1792582"/>
                <a:gd name="connsiteY12" fmla="*/ 942259 h 1058137"/>
                <a:gd name="connsiteX13" fmla="*/ 1499391 w 1792582"/>
                <a:gd name="connsiteY13" fmla="*/ 942259 h 1058137"/>
                <a:gd name="connsiteX14" fmla="*/ 1499206 w 1792582"/>
                <a:gd name="connsiteY14" fmla="*/ 937354 h 1058137"/>
                <a:gd name="connsiteX15" fmla="*/ 1484566 w 1792582"/>
                <a:gd name="connsiteY15" fmla="*/ 912443 h 1058137"/>
                <a:gd name="connsiteX16" fmla="*/ 1070393 w 1792582"/>
                <a:gd name="connsiteY16" fmla="*/ 912443 h 1058137"/>
                <a:gd name="connsiteX17" fmla="*/ 1055156 w 1792582"/>
                <a:gd name="connsiteY17" fmla="*/ 953247 h 1058137"/>
                <a:gd name="connsiteX18" fmla="*/ 1070393 w 1792582"/>
                <a:gd name="connsiteY18" fmla="*/ 994053 h 1058137"/>
                <a:gd name="connsiteX19" fmla="*/ 1085631 w 1792582"/>
                <a:gd name="connsiteY19" fmla="*/ 953247 h 1058137"/>
                <a:gd name="connsiteX20" fmla="*/ 1070393 w 1792582"/>
                <a:gd name="connsiteY20" fmla="*/ 912443 h 1058137"/>
                <a:gd name="connsiteX21" fmla="*/ 915496 w 1792582"/>
                <a:gd name="connsiteY21" fmla="*/ 912443 h 1058137"/>
                <a:gd name="connsiteX22" fmla="*/ 900573 w 1792582"/>
                <a:gd name="connsiteY22" fmla="*/ 937376 h 1058137"/>
                <a:gd name="connsiteX23" fmla="*/ 900476 w 1792582"/>
                <a:gd name="connsiteY23" fmla="*/ 942259 h 1058137"/>
                <a:gd name="connsiteX24" fmla="*/ 930321 w 1792582"/>
                <a:gd name="connsiteY24" fmla="*/ 942259 h 1058137"/>
                <a:gd name="connsiteX25" fmla="*/ 930137 w 1792582"/>
                <a:gd name="connsiteY25" fmla="*/ 937354 h 1058137"/>
                <a:gd name="connsiteX26" fmla="*/ 915496 w 1792582"/>
                <a:gd name="connsiteY26" fmla="*/ 912443 h 1058137"/>
                <a:gd name="connsiteX27" fmla="*/ 637849 w 1792582"/>
                <a:gd name="connsiteY27" fmla="*/ 912443 h 1058137"/>
                <a:gd name="connsiteX28" fmla="*/ 622612 w 1792582"/>
                <a:gd name="connsiteY28" fmla="*/ 953247 h 1058137"/>
                <a:gd name="connsiteX29" fmla="*/ 637849 w 1792582"/>
                <a:gd name="connsiteY29" fmla="*/ 994053 h 1058137"/>
                <a:gd name="connsiteX30" fmla="*/ 653087 w 1792582"/>
                <a:gd name="connsiteY30" fmla="*/ 953247 h 1058137"/>
                <a:gd name="connsiteX31" fmla="*/ 637849 w 1792582"/>
                <a:gd name="connsiteY31" fmla="*/ 912443 h 1058137"/>
                <a:gd name="connsiteX32" fmla="*/ 263432 w 1792582"/>
                <a:gd name="connsiteY32" fmla="*/ 912443 h 1058137"/>
                <a:gd name="connsiteX33" fmla="*/ 248508 w 1792582"/>
                <a:gd name="connsiteY33" fmla="*/ 937376 h 1058137"/>
                <a:gd name="connsiteX34" fmla="*/ 248412 w 1792582"/>
                <a:gd name="connsiteY34" fmla="*/ 942259 h 1058137"/>
                <a:gd name="connsiteX35" fmla="*/ 278257 w 1792582"/>
                <a:gd name="connsiteY35" fmla="*/ 942259 h 1058137"/>
                <a:gd name="connsiteX36" fmla="*/ 278072 w 1792582"/>
                <a:gd name="connsiteY36" fmla="*/ 937354 h 1058137"/>
                <a:gd name="connsiteX37" fmla="*/ 263432 w 1792582"/>
                <a:gd name="connsiteY37" fmla="*/ 912443 h 1058137"/>
                <a:gd name="connsiteX38" fmla="*/ 1714910 w 1792582"/>
                <a:gd name="connsiteY38" fmla="*/ 896590 h 1058137"/>
                <a:gd name="connsiteX39" fmla="*/ 1734882 w 1792582"/>
                <a:gd name="connsiteY39" fmla="*/ 896590 h 1058137"/>
                <a:gd name="connsiteX40" fmla="*/ 1753333 w 1792582"/>
                <a:gd name="connsiteY40" fmla="*/ 971008 h 1058137"/>
                <a:gd name="connsiteX41" fmla="*/ 1772205 w 1792582"/>
                <a:gd name="connsiteY41" fmla="*/ 896590 h 1058137"/>
                <a:gd name="connsiteX42" fmla="*/ 1792177 w 1792582"/>
                <a:gd name="connsiteY42" fmla="*/ 896590 h 1058137"/>
                <a:gd name="connsiteX43" fmla="*/ 1746000 w 1792582"/>
                <a:gd name="connsiteY43" fmla="*/ 1058137 h 1058137"/>
                <a:gd name="connsiteX44" fmla="*/ 1726028 w 1792582"/>
                <a:gd name="connsiteY44" fmla="*/ 1058137 h 1058137"/>
                <a:gd name="connsiteX45" fmla="*/ 1742258 w 1792582"/>
                <a:gd name="connsiteY45" fmla="*/ 998644 h 1058137"/>
                <a:gd name="connsiteX46" fmla="*/ 1350499 w 1792582"/>
                <a:gd name="connsiteY46" fmla="*/ 896590 h 1058137"/>
                <a:gd name="connsiteX47" fmla="*/ 1370471 w 1792582"/>
                <a:gd name="connsiteY47" fmla="*/ 896590 h 1058137"/>
                <a:gd name="connsiteX48" fmla="*/ 1370471 w 1792582"/>
                <a:gd name="connsiteY48" fmla="*/ 912636 h 1058137"/>
                <a:gd name="connsiteX49" fmla="*/ 1392815 w 1792582"/>
                <a:gd name="connsiteY49" fmla="*/ 896973 h 1058137"/>
                <a:gd name="connsiteX50" fmla="*/ 1417110 w 1792582"/>
                <a:gd name="connsiteY50" fmla="*/ 931246 h 1058137"/>
                <a:gd name="connsiteX51" fmla="*/ 1417582 w 1792582"/>
                <a:gd name="connsiteY51" fmla="*/ 1009192 h 1058137"/>
                <a:gd name="connsiteX52" fmla="*/ 1397610 w 1792582"/>
                <a:gd name="connsiteY52" fmla="*/ 1009192 h 1058137"/>
                <a:gd name="connsiteX53" fmla="*/ 1397893 w 1792582"/>
                <a:gd name="connsiteY53" fmla="*/ 936367 h 1058137"/>
                <a:gd name="connsiteX54" fmla="*/ 1385541 w 1792582"/>
                <a:gd name="connsiteY54" fmla="*/ 914392 h 1058137"/>
                <a:gd name="connsiteX55" fmla="*/ 1370504 w 1792582"/>
                <a:gd name="connsiteY55" fmla="*/ 934362 h 1058137"/>
                <a:gd name="connsiteX56" fmla="*/ 1370390 w 1792582"/>
                <a:gd name="connsiteY56" fmla="*/ 937613 h 1058137"/>
                <a:gd name="connsiteX57" fmla="*/ 1370170 w 1792582"/>
                <a:gd name="connsiteY57" fmla="*/ 937613 h 1058137"/>
                <a:gd name="connsiteX58" fmla="*/ 1370170 w 1792582"/>
                <a:gd name="connsiteY58" fmla="*/ 996661 h 1058137"/>
                <a:gd name="connsiteX59" fmla="*/ 1370471 w 1792582"/>
                <a:gd name="connsiteY59" fmla="*/ 996661 h 1058137"/>
                <a:gd name="connsiteX60" fmla="*/ 1370471 w 1792582"/>
                <a:gd name="connsiteY60" fmla="*/ 1009192 h 1058137"/>
                <a:gd name="connsiteX61" fmla="*/ 1350499 w 1792582"/>
                <a:gd name="connsiteY61" fmla="*/ 1009192 h 1058137"/>
                <a:gd name="connsiteX62" fmla="*/ 703301 w 1792582"/>
                <a:gd name="connsiteY62" fmla="*/ 896590 h 1058137"/>
                <a:gd name="connsiteX63" fmla="*/ 723273 w 1792582"/>
                <a:gd name="connsiteY63" fmla="*/ 896590 h 1058137"/>
                <a:gd name="connsiteX64" fmla="*/ 723273 w 1792582"/>
                <a:gd name="connsiteY64" fmla="*/ 935890 h 1058137"/>
                <a:gd name="connsiteX65" fmla="*/ 723669 w 1792582"/>
                <a:gd name="connsiteY65" fmla="*/ 935767 h 1058137"/>
                <a:gd name="connsiteX66" fmla="*/ 723669 w 1792582"/>
                <a:gd name="connsiteY66" fmla="*/ 977978 h 1058137"/>
                <a:gd name="connsiteX67" fmla="*/ 723993 w 1792582"/>
                <a:gd name="connsiteY67" fmla="*/ 977978 h 1058137"/>
                <a:gd name="connsiteX68" fmla="*/ 724972 w 1792582"/>
                <a:gd name="connsiteY68" fmla="*/ 985894 h 1058137"/>
                <a:gd name="connsiteX69" fmla="*/ 736125 w 1792582"/>
                <a:gd name="connsiteY69" fmla="*/ 994808 h 1058137"/>
                <a:gd name="connsiteX70" fmla="*/ 747278 w 1792582"/>
                <a:gd name="connsiteY70" fmla="*/ 985873 h 1058137"/>
                <a:gd name="connsiteX71" fmla="*/ 748257 w 1792582"/>
                <a:gd name="connsiteY71" fmla="*/ 977978 h 1058137"/>
                <a:gd name="connsiteX72" fmla="*/ 748582 w 1792582"/>
                <a:gd name="connsiteY72" fmla="*/ 977978 h 1058137"/>
                <a:gd name="connsiteX73" fmla="*/ 748582 w 1792582"/>
                <a:gd name="connsiteY73" fmla="*/ 917038 h 1058137"/>
                <a:gd name="connsiteX74" fmla="*/ 748575 w 1792582"/>
                <a:gd name="connsiteY74" fmla="*/ 917038 h 1058137"/>
                <a:gd name="connsiteX75" fmla="*/ 748575 w 1792582"/>
                <a:gd name="connsiteY75" fmla="*/ 896590 h 1058137"/>
                <a:gd name="connsiteX76" fmla="*/ 768547 w 1792582"/>
                <a:gd name="connsiteY76" fmla="*/ 896590 h 1058137"/>
                <a:gd name="connsiteX77" fmla="*/ 768547 w 1792582"/>
                <a:gd name="connsiteY77" fmla="*/ 975013 h 1058137"/>
                <a:gd name="connsiteX78" fmla="*/ 768547 w 1792582"/>
                <a:gd name="connsiteY78" fmla="*/ 975015 h 1058137"/>
                <a:gd name="connsiteX79" fmla="*/ 768547 w 1792582"/>
                <a:gd name="connsiteY79" fmla="*/ 975018 h 1058137"/>
                <a:gd name="connsiteX80" fmla="*/ 768547 w 1792582"/>
                <a:gd name="connsiteY80" fmla="*/ 976933 h 1058137"/>
                <a:gd name="connsiteX81" fmla="*/ 768420 w 1792582"/>
                <a:gd name="connsiteY81" fmla="*/ 976933 h 1058137"/>
                <a:gd name="connsiteX82" fmla="*/ 767494 w 1792582"/>
                <a:gd name="connsiteY82" fmla="*/ 990893 h 1058137"/>
                <a:gd name="connsiteX83" fmla="*/ 735985 w 1792582"/>
                <a:gd name="connsiteY83" fmla="*/ 1015821 h 1058137"/>
                <a:gd name="connsiteX84" fmla="*/ 704476 w 1792582"/>
                <a:gd name="connsiteY84" fmla="*/ 990904 h 1058137"/>
                <a:gd name="connsiteX85" fmla="*/ 703550 w 1792582"/>
                <a:gd name="connsiteY85" fmla="*/ 976933 h 1058137"/>
                <a:gd name="connsiteX86" fmla="*/ 703301 w 1792582"/>
                <a:gd name="connsiteY86" fmla="*/ 976933 h 1058137"/>
                <a:gd name="connsiteX87" fmla="*/ 326701 w 1792582"/>
                <a:gd name="connsiteY87" fmla="*/ 896590 h 1058137"/>
                <a:gd name="connsiteX88" fmla="*/ 346672 w 1792582"/>
                <a:gd name="connsiteY88" fmla="*/ 896590 h 1058137"/>
                <a:gd name="connsiteX89" fmla="*/ 346672 w 1792582"/>
                <a:gd name="connsiteY89" fmla="*/ 912636 h 1058137"/>
                <a:gd name="connsiteX90" fmla="*/ 369017 w 1792582"/>
                <a:gd name="connsiteY90" fmla="*/ 896973 h 1058137"/>
                <a:gd name="connsiteX91" fmla="*/ 393311 w 1792582"/>
                <a:gd name="connsiteY91" fmla="*/ 931246 h 1058137"/>
                <a:gd name="connsiteX92" fmla="*/ 393784 w 1792582"/>
                <a:gd name="connsiteY92" fmla="*/ 1009192 h 1058137"/>
                <a:gd name="connsiteX93" fmla="*/ 373812 w 1792582"/>
                <a:gd name="connsiteY93" fmla="*/ 1009192 h 1058137"/>
                <a:gd name="connsiteX94" fmla="*/ 374095 w 1792582"/>
                <a:gd name="connsiteY94" fmla="*/ 936367 h 1058137"/>
                <a:gd name="connsiteX95" fmla="*/ 361743 w 1792582"/>
                <a:gd name="connsiteY95" fmla="*/ 914392 h 1058137"/>
                <a:gd name="connsiteX96" fmla="*/ 346705 w 1792582"/>
                <a:gd name="connsiteY96" fmla="*/ 934362 h 1058137"/>
                <a:gd name="connsiteX97" fmla="*/ 346592 w 1792582"/>
                <a:gd name="connsiteY97" fmla="*/ 937613 h 1058137"/>
                <a:gd name="connsiteX98" fmla="*/ 346372 w 1792582"/>
                <a:gd name="connsiteY98" fmla="*/ 937613 h 1058137"/>
                <a:gd name="connsiteX99" fmla="*/ 346372 w 1792582"/>
                <a:gd name="connsiteY99" fmla="*/ 996661 h 1058137"/>
                <a:gd name="connsiteX100" fmla="*/ 346672 w 1792582"/>
                <a:gd name="connsiteY100" fmla="*/ 996661 h 1058137"/>
                <a:gd name="connsiteX101" fmla="*/ 346672 w 1792582"/>
                <a:gd name="connsiteY101" fmla="*/ 1009192 h 1058137"/>
                <a:gd name="connsiteX102" fmla="*/ 326701 w 1792582"/>
                <a:gd name="connsiteY102" fmla="*/ 1009192 h 1058137"/>
                <a:gd name="connsiteX103" fmla="*/ 1645649 w 1792582"/>
                <a:gd name="connsiteY103" fmla="*/ 896386 h 1058137"/>
                <a:gd name="connsiteX104" fmla="*/ 1665951 w 1792582"/>
                <a:gd name="connsiteY104" fmla="*/ 906430 h 1058137"/>
                <a:gd name="connsiteX105" fmla="*/ 1667038 w 1792582"/>
                <a:gd name="connsiteY105" fmla="*/ 908651 h 1058137"/>
                <a:gd name="connsiteX106" fmla="*/ 1667038 w 1792582"/>
                <a:gd name="connsiteY106" fmla="*/ 896728 h 1058137"/>
                <a:gd name="connsiteX107" fmla="*/ 1687010 w 1792582"/>
                <a:gd name="connsiteY107" fmla="*/ 896728 h 1058137"/>
                <a:gd name="connsiteX108" fmla="*/ 1687010 w 1792582"/>
                <a:gd name="connsiteY108" fmla="*/ 1006787 h 1058137"/>
                <a:gd name="connsiteX109" fmla="*/ 1687010 w 1792582"/>
                <a:gd name="connsiteY109" fmla="*/ 1006791 h 1058137"/>
                <a:gd name="connsiteX110" fmla="*/ 1686300 w 1792582"/>
                <a:gd name="connsiteY110" fmla="*/ 1021179 h 1058137"/>
                <a:gd name="connsiteX111" fmla="*/ 1652581 w 1792582"/>
                <a:gd name="connsiteY111" fmla="*/ 1057001 h 1058137"/>
                <a:gd name="connsiteX112" fmla="*/ 1618862 w 1792582"/>
                <a:gd name="connsiteY112" fmla="*/ 1021162 h 1058137"/>
                <a:gd name="connsiteX113" fmla="*/ 1618816 w 1792582"/>
                <a:gd name="connsiteY113" fmla="*/ 1020222 h 1058137"/>
                <a:gd name="connsiteX114" fmla="*/ 1638139 w 1792582"/>
                <a:gd name="connsiteY114" fmla="*/ 1020222 h 1058137"/>
                <a:gd name="connsiteX115" fmla="*/ 1638891 w 1792582"/>
                <a:gd name="connsiteY115" fmla="*/ 1025506 h 1058137"/>
                <a:gd name="connsiteX116" fmla="*/ 1651560 w 1792582"/>
                <a:gd name="connsiteY116" fmla="*/ 1039738 h 1058137"/>
                <a:gd name="connsiteX117" fmla="*/ 1666731 w 1792582"/>
                <a:gd name="connsiteY117" fmla="*/ 1012557 h 1058137"/>
                <a:gd name="connsiteX118" fmla="*/ 1666892 w 1792582"/>
                <a:gd name="connsiteY118" fmla="*/ 1006787 h 1058137"/>
                <a:gd name="connsiteX119" fmla="*/ 1667038 w 1792582"/>
                <a:gd name="connsiteY119" fmla="*/ 1006787 h 1058137"/>
                <a:gd name="connsiteX120" fmla="*/ 1667038 w 1792582"/>
                <a:gd name="connsiteY120" fmla="*/ 1000603 h 1058137"/>
                <a:gd name="connsiteX121" fmla="*/ 1665481 w 1792582"/>
                <a:gd name="connsiteY121" fmla="*/ 1003725 h 1058137"/>
                <a:gd name="connsiteX122" fmla="*/ 1645649 w 1792582"/>
                <a:gd name="connsiteY122" fmla="*/ 1013718 h 1058137"/>
                <a:gd name="connsiteX123" fmla="*/ 1617463 w 1792582"/>
                <a:gd name="connsiteY123" fmla="*/ 955052 h 1058137"/>
                <a:gd name="connsiteX124" fmla="*/ 1645649 w 1792582"/>
                <a:gd name="connsiteY124" fmla="*/ 896386 h 1058137"/>
                <a:gd name="connsiteX125" fmla="*/ 1483922 w 1792582"/>
                <a:gd name="connsiteY125" fmla="*/ 896249 h 1058137"/>
                <a:gd name="connsiteX126" fmla="*/ 1517429 w 1792582"/>
                <a:gd name="connsiteY126" fmla="*/ 932072 h 1058137"/>
                <a:gd name="connsiteX127" fmla="*/ 1518040 w 1792582"/>
                <a:gd name="connsiteY127" fmla="*/ 959244 h 1058137"/>
                <a:gd name="connsiteX128" fmla="*/ 1469496 w 1792582"/>
                <a:gd name="connsiteY128" fmla="*/ 959244 h 1058137"/>
                <a:gd name="connsiteX129" fmla="*/ 1469772 w 1792582"/>
                <a:gd name="connsiteY129" fmla="*/ 969136 h 1058137"/>
                <a:gd name="connsiteX130" fmla="*/ 1484566 w 1792582"/>
                <a:gd name="connsiteY130" fmla="*/ 994053 h 1058137"/>
                <a:gd name="connsiteX131" fmla="*/ 1497612 w 1792582"/>
                <a:gd name="connsiteY131" fmla="*/ 982086 h 1058137"/>
                <a:gd name="connsiteX132" fmla="*/ 1498822 w 1792582"/>
                <a:gd name="connsiteY132" fmla="*/ 973587 h 1058137"/>
                <a:gd name="connsiteX133" fmla="*/ 1517846 w 1792582"/>
                <a:gd name="connsiteY133" fmla="*/ 973587 h 1058137"/>
                <a:gd name="connsiteX134" fmla="*/ 1517641 w 1792582"/>
                <a:gd name="connsiteY134" fmla="*/ 977742 h 1058137"/>
                <a:gd name="connsiteX135" fmla="*/ 1483922 w 1792582"/>
                <a:gd name="connsiteY135" fmla="*/ 1013580 h 1058137"/>
                <a:gd name="connsiteX136" fmla="*/ 1449076 w 1792582"/>
                <a:gd name="connsiteY136" fmla="*/ 954914 h 1058137"/>
                <a:gd name="connsiteX137" fmla="*/ 1483922 w 1792582"/>
                <a:gd name="connsiteY137" fmla="*/ 896249 h 1058137"/>
                <a:gd name="connsiteX138" fmla="*/ 1070504 w 1792582"/>
                <a:gd name="connsiteY138" fmla="*/ 896249 h 1058137"/>
                <a:gd name="connsiteX139" fmla="*/ 1105350 w 1792582"/>
                <a:gd name="connsiteY139" fmla="*/ 954914 h 1058137"/>
                <a:gd name="connsiteX140" fmla="*/ 1070504 w 1792582"/>
                <a:gd name="connsiteY140" fmla="*/ 1013580 h 1058137"/>
                <a:gd name="connsiteX141" fmla="*/ 1035658 w 1792582"/>
                <a:gd name="connsiteY141" fmla="*/ 954914 h 1058137"/>
                <a:gd name="connsiteX142" fmla="*/ 1070504 w 1792582"/>
                <a:gd name="connsiteY142" fmla="*/ 896249 h 1058137"/>
                <a:gd name="connsiteX143" fmla="*/ 914852 w 1792582"/>
                <a:gd name="connsiteY143" fmla="*/ 896249 h 1058137"/>
                <a:gd name="connsiteX144" fmla="*/ 948359 w 1792582"/>
                <a:gd name="connsiteY144" fmla="*/ 932072 h 1058137"/>
                <a:gd name="connsiteX145" fmla="*/ 948970 w 1792582"/>
                <a:gd name="connsiteY145" fmla="*/ 959244 h 1058137"/>
                <a:gd name="connsiteX146" fmla="*/ 900426 w 1792582"/>
                <a:gd name="connsiteY146" fmla="*/ 959244 h 1058137"/>
                <a:gd name="connsiteX147" fmla="*/ 900703 w 1792582"/>
                <a:gd name="connsiteY147" fmla="*/ 969136 h 1058137"/>
                <a:gd name="connsiteX148" fmla="*/ 915496 w 1792582"/>
                <a:gd name="connsiteY148" fmla="*/ 994053 h 1058137"/>
                <a:gd name="connsiteX149" fmla="*/ 928542 w 1792582"/>
                <a:gd name="connsiteY149" fmla="*/ 982086 h 1058137"/>
                <a:gd name="connsiteX150" fmla="*/ 929752 w 1792582"/>
                <a:gd name="connsiteY150" fmla="*/ 973587 h 1058137"/>
                <a:gd name="connsiteX151" fmla="*/ 948777 w 1792582"/>
                <a:gd name="connsiteY151" fmla="*/ 973587 h 1058137"/>
                <a:gd name="connsiteX152" fmla="*/ 948571 w 1792582"/>
                <a:gd name="connsiteY152" fmla="*/ 977742 h 1058137"/>
                <a:gd name="connsiteX153" fmla="*/ 914852 w 1792582"/>
                <a:gd name="connsiteY153" fmla="*/ 1013580 h 1058137"/>
                <a:gd name="connsiteX154" fmla="*/ 880006 w 1792582"/>
                <a:gd name="connsiteY154" fmla="*/ 954914 h 1058137"/>
                <a:gd name="connsiteX155" fmla="*/ 914852 w 1792582"/>
                <a:gd name="connsiteY155" fmla="*/ 896249 h 1058137"/>
                <a:gd name="connsiteX156" fmla="*/ 637960 w 1792582"/>
                <a:gd name="connsiteY156" fmla="*/ 896249 h 1058137"/>
                <a:gd name="connsiteX157" fmla="*/ 672806 w 1792582"/>
                <a:gd name="connsiteY157" fmla="*/ 954914 h 1058137"/>
                <a:gd name="connsiteX158" fmla="*/ 637960 w 1792582"/>
                <a:gd name="connsiteY158" fmla="*/ 1013580 h 1058137"/>
                <a:gd name="connsiteX159" fmla="*/ 603114 w 1792582"/>
                <a:gd name="connsiteY159" fmla="*/ 954914 h 1058137"/>
                <a:gd name="connsiteX160" fmla="*/ 637960 w 1792582"/>
                <a:gd name="connsiteY160" fmla="*/ 896249 h 1058137"/>
                <a:gd name="connsiteX161" fmla="*/ 262788 w 1792582"/>
                <a:gd name="connsiteY161" fmla="*/ 896249 h 1058137"/>
                <a:gd name="connsiteX162" fmla="*/ 296295 w 1792582"/>
                <a:gd name="connsiteY162" fmla="*/ 932072 h 1058137"/>
                <a:gd name="connsiteX163" fmla="*/ 296906 w 1792582"/>
                <a:gd name="connsiteY163" fmla="*/ 959244 h 1058137"/>
                <a:gd name="connsiteX164" fmla="*/ 248362 w 1792582"/>
                <a:gd name="connsiteY164" fmla="*/ 959244 h 1058137"/>
                <a:gd name="connsiteX165" fmla="*/ 248638 w 1792582"/>
                <a:gd name="connsiteY165" fmla="*/ 969136 h 1058137"/>
                <a:gd name="connsiteX166" fmla="*/ 263432 w 1792582"/>
                <a:gd name="connsiteY166" fmla="*/ 994053 h 1058137"/>
                <a:gd name="connsiteX167" fmla="*/ 276478 w 1792582"/>
                <a:gd name="connsiteY167" fmla="*/ 982086 h 1058137"/>
                <a:gd name="connsiteX168" fmla="*/ 277688 w 1792582"/>
                <a:gd name="connsiteY168" fmla="*/ 973587 h 1058137"/>
                <a:gd name="connsiteX169" fmla="*/ 296712 w 1792582"/>
                <a:gd name="connsiteY169" fmla="*/ 973587 h 1058137"/>
                <a:gd name="connsiteX170" fmla="*/ 296507 w 1792582"/>
                <a:gd name="connsiteY170" fmla="*/ 977742 h 1058137"/>
                <a:gd name="connsiteX171" fmla="*/ 262788 w 1792582"/>
                <a:gd name="connsiteY171" fmla="*/ 1013580 h 1058137"/>
                <a:gd name="connsiteX172" fmla="*/ 227942 w 1792582"/>
                <a:gd name="connsiteY172" fmla="*/ 954914 h 1058137"/>
                <a:gd name="connsiteX173" fmla="*/ 262788 w 1792582"/>
                <a:gd name="connsiteY173" fmla="*/ 896249 h 1058137"/>
                <a:gd name="connsiteX174" fmla="*/ 174241 w 1792582"/>
                <a:gd name="connsiteY174" fmla="*/ 896248 h 1058137"/>
                <a:gd name="connsiteX175" fmla="*/ 202427 w 1792582"/>
                <a:gd name="connsiteY175" fmla="*/ 954914 h 1058137"/>
                <a:gd name="connsiteX176" fmla="*/ 174241 w 1792582"/>
                <a:gd name="connsiteY176" fmla="*/ 1013580 h 1058137"/>
                <a:gd name="connsiteX177" fmla="*/ 159360 w 1792582"/>
                <a:gd name="connsiteY177" fmla="*/ 1008995 h 1058137"/>
                <a:gd name="connsiteX178" fmla="*/ 152852 w 1792582"/>
                <a:gd name="connsiteY178" fmla="*/ 999395 h 1058137"/>
                <a:gd name="connsiteX179" fmla="*/ 152852 w 1792582"/>
                <a:gd name="connsiteY179" fmla="*/ 1056246 h 1058137"/>
                <a:gd name="connsiteX180" fmla="*/ 132881 w 1792582"/>
                <a:gd name="connsiteY180" fmla="*/ 1056246 h 1058137"/>
                <a:gd name="connsiteX181" fmla="*/ 132881 w 1792582"/>
                <a:gd name="connsiteY181" fmla="*/ 896590 h 1058137"/>
                <a:gd name="connsiteX182" fmla="*/ 152852 w 1792582"/>
                <a:gd name="connsiteY182" fmla="*/ 896590 h 1058137"/>
                <a:gd name="connsiteX183" fmla="*/ 152852 w 1792582"/>
                <a:gd name="connsiteY183" fmla="*/ 909865 h 1058137"/>
                <a:gd name="connsiteX184" fmla="*/ 158909 w 1792582"/>
                <a:gd name="connsiteY184" fmla="*/ 900882 h 1058137"/>
                <a:gd name="connsiteX185" fmla="*/ 174241 w 1792582"/>
                <a:gd name="connsiteY185" fmla="*/ 896248 h 1058137"/>
                <a:gd name="connsiteX186" fmla="*/ 1592774 w 1792582"/>
                <a:gd name="connsiteY186" fmla="*/ 892438 h 1058137"/>
                <a:gd name="connsiteX187" fmla="*/ 1592774 w 1792582"/>
                <a:gd name="connsiteY187" fmla="*/ 914707 h 1058137"/>
                <a:gd name="connsiteX188" fmla="*/ 1572318 w 1792582"/>
                <a:gd name="connsiteY188" fmla="*/ 924898 h 1058137"/>
                <a:gd name="connsiteX189" fmla="*/ 1570506 w 1792582"/>
                <a:gd name="connsiteY189" fmla="*/ 930363 h 1058137"/>
                <a:gd name="connsiteX190" fmla="*/ 1570506 w 1792582"/>
                <a:gd name="connsiteY190" fmla="*/ 1009192 h 1058137"/>
                <a:gd name="connsiteX191" fmla="*/ 1550534 w 1792582"/>
                <a:gd name="connsiteY191" fmla="*/ 1009192 h 1058137"/>
                <a:gd name="connsiteX192" fmla="*/ 1550534 w 1792582"/>
                <a:gd name="connsiteY192" fmla="*/ 896590 h 1058137"/>
                <a:gd name="connsiteX193" fmla="*/ 1570506 w 1792582"/>
                <a:gd name="connsiteY193" fmla="*/ 896590 h 1058137"/>
                <a:gd name="connsiteX194" fmla="*/ 1570506 w 1792582"/>
                <a:gd name="connsiteY194" fmla="*/ 906833 h 1058137"/>
                <a:gd name="connsiteX195" fmla="*/ 1571627 w 1792582"/>
                <a:gd name="connsiteY195" fmla="*/ 905336 h 1058137"/>
                <a:gd name="connsiteX196" fmla="*/ 1592774 w 1792582"/>
                <a:gd name="connsiteY196" fmla="*/ 892438 h 1058137"/>
                <a:gd name="connsiteX197" fmla="*/ 824066 w 1792582"/>
                <a:gd name="connsiteY197" fmla="*/ 891683 h 1058137"/>
                <a:gd name="connsiteX198" fmla="*/ 846335 w 1792582"/>
                <a:gd name="connsiteY198" fmla="*/ 897345 h 1058137"/>
                <a:gd name="connsiteX199" fmla="*/ 846335 w 1792582"/>
                <a:gd name="connsiteY199" fmla="*/ 916217 h 1058137"/>
                <a:gd name="connsiteX200" fmla="*/ 815762 w 1792582"/>
                <a:gd name="connsiteY200" fmla="*/ 924520 h 1058137"/>
                <a:gd name="connsiteX201" fmla="*/ 832661 w 1792582"/>
                <a:gd name="connsiteY201" fmla="*/ 947285 h 1058137"/>
                <a:gd name="connsiteX202" fmla="*/ 854638 w 1792582"/>
                <a:gd name="connsiteY202" fmla="*/ 979626 h 1058137"/>
                <a:gd name="connsiteX203" fmla="*/ 824444 w 1792582"/>
                <a:gd name="connsiteY203" fmla="*/ 1013595 h 1058137"/>
                <a:gd name="connsiteX204" fmla="*/ 802175 w 1792582"/>
                <a:gd name="connsiteY204" fmla="*/ 1007934 h 1058137"/>
                <a:gd name="connsiteX205" fmla="*/ 802175 w 1792582"/>
                <a:gd name="connsiteY205" fmla="*/ 987929 h 1058137"/>
                <a:gd name="connsiteX206" fmla="*/ 822179 w 1792582"/>
                <a:gd name="connsiteY206" fmla="*/ 994723 h 1058137"/>
                <a:gd name="connsiteX207" fmla="*/ 836521 w 1792582"/>
                <a:gd name="connsiteY207" fmla="*/ 979248 h 1058137"/>
                <a:gd name="connsiteX208" fmla="*/ 816301 w 1792582"/>
                <a:gd name="connsiteY208" fmla="*/ 954931 h 1058137"/>
                <a:gd name="connsiteX209" fmla="*/ 796988 w 1792582"/>
                <a:gd name="connsiteY209" fmla="*/ 925652 h 1058137"/>
                <a:gd name="connsiteX210" fmla="*/ 824066 w 1792582"/>
                <a:gd name="connsiteY210" fmla="*/ 891683 h 1058137"/>
                <a:gd name="connsiteX211" fmla="*/ 56436 w 1792582"/>
                <a:gd name="connsiteY211" fmla="*/ 860524 h 1058137"/>
                <a:gd name="connsiteX212" fmla="*/ 35735 w 1792582"/>
                <a:gd name="connsiteY212" fmla="*/ 926643 h 1058137"/>
                <a:gd name="connsiteX213" fmla="*/ 56436 w 1792582"/>
                <a:gd name="connsiteY213" fmla="*/ 992761 h 1058137"/>
                <a:gd name="connsiteX214" fmla="*/ 77136 w 1792582"/>
                <a:gd name="connsiteY214" fmla="*/ 926643 h 1058137"/>
                <a:gd name="connsiteX215" fmla="*/ 56436 w 1792582"/>
                <a:gd name="connsiteY215" fmla="*/ 860524 h 1058137"/>
                <a:gd name="connsiteX216" fmla="*/ 56672 w 1792582"/>
                <a:gd name="connsiteY216" fmla="*/ 839708 h 1058137"/>
                <a:gd name="connsiteX217" fmla="*/ 100557 w 1792582"/>
                <a:gd name="connsiteY217" fmla="*/ 926644 h 1058137"/>
                <a:gd name="connsiteX218" fmla="*/ 56672 w 1792582"/>
                <a:gd name="connsiteY218" fmla="*/ 1013580 h 1058137"/>
                <a:gd name="connsiteX219" fmla="*/ 12787 w 1792582"/>
                <a:gd name="connsiteY219" fmla="*/ 926644 h 1058137"/>
                <a:gd name="connsiteX220" fmla="*/ 56672 w 1792582"/>
                <a:gd name="connsiteY220" fmla="*/ 839708 h 1058137"/>
                <a:gd name="connsiteX221" fmla="*/ 1261002 w 1792582"/>
                <a:gd name="connsiteY221" fmla="*/ 839707 h 1058137"/>
                <a:gd name="connsiteX222" fmla="*/ 1267808 w 1792582"/>
                <a:gd name="connsiteY222" fmla="*/ 839707 h 1058137"/>
                <a:gd name="connsiteX223" fmla="*/ 1282685 w 1792582"/>
                <a:gd name="connsiteY223" fmla="*/ 839707 h 1058137"/>
                <a:gd name="connsiteX224" fmla="*/ 1322930 w 1792582"/>
                <a:gd name="connsiteY224" fmla="*/ 839707 h 1058137"/>
                <a:gd name="connsiteX225" fmla="*/ 1322930 w 1792582"/>
                <a:gd name="connsiteY225" fmla="*/ 858017 h 1058137"/>
                <a:gd name="connsiteX226" fmla="*/ 1282685 w 1792582"/>
                <a:gd name="connsiteY226" fmla="*/ 858017 h 1058137"/>
                <a:gd name="connsiteX227" fmla="*/ 1282685 w 1792582"/>
                <a:gd name="connsiteY227" fmla="*/ 914391 h 1058137"/>
                <a:gd name="connsiteX228" fmla="*/ 1318112 w 1792582"/>
                <a:gd name="connsiteY228" fmla="*/ 914391 h 1058137"/>
                <a:gd name="connsiteX229" fmla="*/ 1318112 w 1792582"/>
                <a:gd name="connsiteY229" fmla="*/ 932701 h 1058137"/>
                <a:gd name="connsiteX230" fmla="*/ 1282685 w 1792582"/>
                <a:gd name="connsiteY230" fmla="*/ 932701 h 1058137"/>
                <a:gd name="connsiteX231" fmla="*/ 1282685 w 1792582"/>
                <a:gd name="connsiteY231" fmla="*/ 992581 h 1058137"/>
                <a:gd name="connsiteX232" fmla="*/ 1322930 w 1792582"/>
                <a:gd name="connsiteY232" fmla="*/ 992581 h 1058137"/>
                <a:gd name="connsiteX233" fmla="*/ 1322930 w 1792582"/>
                <a:gd name="connsiteY233" fmla="*/ 1010891 h 1058137"/>
                <a:gd name="connsiteX234" fmla="*/ 1282685 w 1792582"/>
                <a:gd name="connsiteY234" fmla="*/ 1010891 h 1058137"/>
                <a:gd name="connsiteX235" fmla="*/ 1267808 w 1792582"/>
                <a:gd name="connsiteY235" fmla="*/ 1010891 h 1058137"/>
                <a:gd name="connsiteX236" fmla="*/ 1261002 w 1792582"/>
                <a:gd name="connsiteY236" fmla="*/ 1010891 h 1058137"/>
                <a:gd name="connsiteX237" fmla="*/ 489126 w 1792582"/>
                <a:gd name="connsiteY237" fmla="*/ 838658 h 1058137"/>
                <a:gd name="connsiteX238" fmla="*/ 510809 w 1792582"/>
                <a:gd name="connsiteY238" fmla="*/ 838658 h 1058137"/>
                <a:gd name="connsiteX239" fmla="*/ 510809 w 1792582"/>
                <a:gd name="connsiteY239" fmla="*/ 905619 h 1058137"/>
                <a:gd name="connsiteX240" fmla="*/ 546246 w 1792582"/>
                <a:gd name="connsiteY240" fmla="*/ 905619 h 1058137"/>
                <a:gd name="connsiteX241" fmla="*/ 546246 w 1792582"/>
                <a:gd name="connsiteY241" fmla="*/ 838658 h 1058137"/>
                <a:gd name="connsiteX242" fmla="*/ 567930 w 1792582"/>
                <a:gd name="connsiteY242" fmla="*/ 838658 h 1058137"/>
                <a:gd name="connsiteX243" fmla="*/ 567930 w 1792582"/>
                <a:gd name="connsiteY243" fmla="*/ 1009192 h 1058137"/>
                <a:gd name="connsiteX244" fmla="*/ 546246 w 1792582"/>
                <a:gd name="connsiteY244" fmla="*/ 1009192 h 1058137"/>
                <a:gd name="connsiteX245" fmla="*/ 546246 w 1792582"/>
                <a:gd name="connsiteY245" fmla="*/ 923859 h 1058137"/>
                <a:gd name="connsiteX246" fmla="*/ 510809 w 1792582"/>
                <a:gd name="connsiteY246" fmla="*/ 923859 h 1058137"/>
                <a:gd name="connsiteX247" fmla="*/ 510809 w 1792582"/>
                <a:gd name="connsiteY247" fmla="*/ 1009192 h 1058137"/>
                <a:gd name="connsiteX248" fmla="*/ 489126 w 1792582"/>
                <a:gd name="connsiteY248" fmla="*/ 1009192 h 1058137"/>
                <a:gd name="connsiteX249" fmla="*/ 1162901 w 1792582"/>
                <a:gd name="connsiteY249" fmla="*/ 821998 h 1058137"/>
                <a:gd name="connsiteX250" fmla="*/ 1177725 w 1792582"/>
                <a:gd name="connsiteY250" fmla="*/ 823498 h 1058137"/>
                <a:gd name="connsiteX251" fmla="*/ 1177725 w 1792582"/>
                <a:gd name="connsiteY251" fmla="*/ 843469 h 1058137"/>
                <a:gd name="connsiteX252" fmla="*/ 1159420 w 1792582"/>
                <a:gd name="connsiteY252" fmla="*/ 854141 h 1058137"/>
                <a:gd name="connsiteX253" fmla="*/ 1159420 w 1792582"/>
                <a:gd name="connsiteY253" fmla="*/ 895458 h 1058137"/>
                <a:gd name="connsiteX254" fmla="*/ 1177725 w 1792582"/>
                <a:gd name="connsiteY254" fmla="*/ 895458 h 1058137"/>
                <a:gd name="connsiteX255" fmla="*/ 1177725 w 1792582"/>
                <a:gd name="connsiteY255" fmla="*/ 912236 h 1058137"/>
                <a:gd name="connsiteX256" fmla="*/ 1159420 w 1792582"/>
                <a:gd name="connsiteY256" fmla="*/ 912236 h 1058137"/>
                <a:gd name="connsiteX257" fmla="*/ 1159420 w 1792582"/>
                <a:gd name="connsiteY257" fmla="*/ 1009192 h 1058137"/>
                <a:gd name="connsiteX258" fmla="*/ 1139449 w 1792582"/>
                <a:gd name="connsiteY258" fmla="*/ 1009192 h 1058137"/>
                <a:gd name="connsiteX259" fmla="*/ 1139449 w 1792582"/>
                <a:gd name="connsiteY259" fmla="*/ 912236 h 1058137"/>
                <a:gd name="connsiteX260" fmla="*/ 1127527 w 1792582"/>
                <a:gd name="connsiteY260" fmla="*/ 912236 h 1058137"/>
                <a:gd name="connsiteX261" fmla="*/ 1127527 w 1792582"/>
                <a:gd name="connsiteY261" fmla="*/ 895458 h 1058137"/>
                <a:gd name="connsiteX262" fmla="*/ 1139449 w 1792582"/>
                <a:gd name="connsiteY262" fmla="*/ 895458 h 1058137"/>
                <a:gd name="connsiteX263" fmla="*/ 1139449 w 1792582"/>
                <a:gd name="connsiteY263" fmla="*/ 844747 h 1058137"/>
                <a:gd name="connsiteX264" fmla="*/ 1162901 w 1792582"/>
                <a:gd name="connsiteY264" fmla="*/ 821998 h 1058137"/>
                <a:gd name="connsiteX265" fmla="*/ 0 w 1792582"/>
                <a:gd name="connsiteY265" fmla="*/ 698203 h 1058137"/>
                <a:gd name="connsiteX266" fmla="*/ 1792582 w 1792582"/>
                <a:gd name="connsiteY266" fmla="*/ 698203 h 1058137"/>
                <a:gd name="connsiteX267" fmla="*/ 1792582 w 1792582"/>
                <a:gd name="connsiteY267" fmla="*/ 703247 h 1058137"/>
                <a:gd name="connsiteX268" fmla="*/ 1792582 w 1792582"/>
                <a:gd name="connsiteY268" fmla="*/ 757745 h 1058137"/>
                <a:gd name="connsiteX269" fmla="*/ 1792582 w 1792582"/>
                <a:gd name="connsiteY269" fmla="*/ 777019 h 1058137"/>
                <a:gd name="connsiteX270" fmla="*/ 0 w 1792582"/>
                <a:gd name="connsiteY270" fmla="*/ 777019 h 1058137"/>
                <a:gd name="connsiteX271" fmla="*/ 827858 w 1792582"/>
                <a:gd name="connsiteY271" fmla="*/ 57086 h 1058137"/>
                <a:gd name="connsiteX272" fmla="*/ 771089 w 1792582"/>
                <a:gd name="connsiteY272" fmla="*/ 238408 h 1058137"/>
                <a:gd name="connsiteX273" fmla="*/ 827858 w 1792582"/>
                <a:gd name="connsiteY273" fmla="*/ 419730 h 1058137"/>
                <a:gd name="connsiteX274" fmla="*/ 884626 w 1792582"/>
                <a:gd name="connsiteY274" fmla="*/ 238408 h 1058137"/>
                <a:gd name="connsiteX275" fmla="*/ 827858 w 1792582"/>
                <a:gd name="connsiteY275" fmla="*/ 57086 h 1058137"/>
                <a:gd name="connsiteX276" fmla="*/ 119700 w 1792582"/>
                <a:gd name="connsiteY276" fmla="*/ 57086 h 1058137"/>
                <a:gd name="connsiteX277" fmla="*/ 62931 w 1792582"/>
                <a:gd name="connsiteY277" fmla="*/ 238408 h 1058137"/>
                <a:gd name="connsiteX278" fmla="*/ 119700 w 1792582"/>
                <a:gd name="connsiteY278" fmla="*/ 419730 h 1058137"/>
                <a:gd name="connsiteX279" fmla="*/ 176468 w 1792582"/>
                <a:gd name="connsiteY279" fmla="*/ 238408 h 1058137"/>
                <a:gd name="connsiteX280" fmla="*/ 119700 w 1792582"/>
                <a:gd name="connsiteY280" fmla="*/ 57086 h 1058137"/>
                <a:gd name="connsiteX281" fmla="*/ 364615 w 1792582"/>
                <a:gd name="connsiteY281" fmla="*/ 7754 h 1058137"/>
                <a:gd name="connsiteX282" fmla="*/ 425426 w 1792582"/>
                <a:gd name="connsiteY282" fmla="*/ 7754 h 1058137"/>
                <a:gd name="connsiteX283" fmla="*/ 425426 w 1792582"/>
                <a:gd name="connsiteY283" fmla="*/ 188764 h 1058137"/>
                <a:gd name="connsiteX284" fmla="*/ 519025 w 1792582"/>
                <a:gd name="connsiteY284" fmla="*/ 188764 h 1058137"/>
                <a:gd name="connsiteX285" fmla="*/ 519025 w 1792582"/>
                <a:gd name="connsiteY285" fmla="*/ 7754 h 1058137"/>
                <a:gd name="connsiteX286" fmla="*/ 579836 w 1792582"/>
                <a:gd name="connsiteY286" fmla="*/ 7754 h 1058137"/>
                <a:gd name="connsiteX287" fmla="*/ 579836 w 1792582"/>
                <a:gd name="connsiteY287" fmla="*/ 468746 h 1058137"/>
                <a:gd name="connsiteX288" fmla="*/ 519025 w 1792582"/>
                <a:gd name="connsiteY288" fmla="*/ 468746 h 1058137"/>
                <a:gd name="connsiteX289" fmla="*/ 519025 w 1792582"/>
                <a:gd name="connsiteY289" fmla="*/ 238072 h 1058137"/>
                <a:gd name="connsiteX290" fmla="*/ 425426 w 1792582"/>
                <a:gd name="connsiteY290" fmla="*/ 238072 h 1058137"/>
                <a:gd name="connsiteX291" fmla="*/ 425426 w 1792582"/>
                <a:gd name="connsiteY291" fmla="*/ 468746 h 1058137"/>
                <a:gd name="connsiteX292" fmla="*/ 364615 w 1792582"/>
                <a:gd name="connsiteY292" fmla="*/ 468746 h 1058137"/>
                <a:gd name="connsiteX293" fmla="*/ 828506 w 1792582"/>
                <a:gd name="connsiteY293" fmla="*/ 0 h 1058137"/>
                <a:gd name="connsiteX294" fmla="*/ 948855 w 1792582"/>
                <a:gd name="connsiteY294" fmla="*/ 238412 h 1058137"/>
                <a:gd name="connsiteX295" fmla="*/ 828506 w 1792582"/>
                <a:gd name="connsiteY295" fmla="*/ 476823 h 1058137"/>
                <a:gd name="connsiteX296" fmla="*/ 708157 w 1792582"/>
                <a:gd name="connsiteY296" fmla="*/ 238412 h 1058137"/>
                <a:gd name="connsiteX297" fmla="*/ 828506 w 1792582"/>
                <a:gd name="connsiteY297" fmla="*/ 0 h 1058137"/>
                <a:gd name="connsiteX298" fmla="*/ 120349 w 1792582"/>
                <a:gd name="connsiteY298" fmla="*/ 0 h 1058137"/>
                <a:gd name="connsiteX299" fmla="*/ 240698 w 1792582"/>
                <a:gd name="connsiteY299" fmla="*/ 238412 h 1058137"/>
                <a:gd name="connsiteX300" fmla="*/ 120349 w 1792582"/>
                <a:gd name="connsiteY300" fmla="*/ 476823 h 1058137"/>
                <a:gd name="connsiteX301" fmla="*/ 0 w 1792582"/>
                <a:gd name="connsiteY301" fmla="*/ 238412 h 1058137"/>
                <a:gd name="connsiteX302" fmla="*/ 120349 w 1792582"/>
                <a:gd name="connsiteY302" fmla="*/ 0 h 10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Lst>
              <a:rect l="l" t="t" r="r" b="b"/>
              <a:pathLst>
                <a:path w="1792582" h="1058137">
                  <a:moveTo>
                    <a:pt x="1653463" y="914845"/>
                  </a:moveTo>
                  <a:cubicBezTo>
                    <a:pt x="1641327" y="914773"/>
                    <a:pt x="1638885" y="932776"/>
                    <a:pt x="1638885" y="954895"/>
                  </a:cubicBezTo>
                  <a:cubicBezTo>
                    <a:pt x="1638885" y="977014"/>
                    <a:pt x="1639618" y="994906"/>
                    <a:pt x="1653463" y="994945"/>
                  </a:cubicBezTo>
                  <a:cubicBezTo>
                    <a:pt x="1666640" y="994983"/>
                    <a:pt x="1668040" y="977014"/>
                    <a:pt x="1668040" y="954895"/>
                  </a:cubicBezTo>
                  <a:cubicBezTo>
                    <a:pt x="1668040" y="932776"/>
                    <a:pt x="1667526" y="914928"/>
                    <a:pt x="1653463" y="914845"/>
                  </a:cubicBezTo>
                  <a:close/>
                  <a:moveTo>
                    <a:pt x="166428" y="914707"/>
                  </a:moveTo>
                  <a:cubicBezTo>
                    <a:pt x="152365" y="914790"/>
                    <a:pt x="151851" y="932638"/>
                    <a:pt x="151851" y="954758"/>
                  </a:cubicBezTo>
                  <a:cubicBezTo>
                    <a:pt x="151851" y="976877"/>
                    <a:pt x="153251" y="994845"/>
                    <a:pt x="166428" y="994808"/>
                  </a:cubicBezTo>
                  <a:cubicBezTo>
                    <a:pt x="180272" y="994768"/>
                    <a:pt x="181005" y="976877"/>
                    <a:pt x="181005" y="954758"/>
                  </a:cubicBezTo>
                  <a:cubicBezTo>
                    <a:pt x="181005" y="932638"/>
                    <a:pt x="178563" y="914636"/>
                    <a:pt x="166428" y="914707"/>
                  </a:cubicBezTo>
                  <a:close/>
                  <a:moveTo>
                    <a:pt x="1484566" y="912443"/>
                  </a:moveTo>
                  <a:cubicBezTo>
                    <a:pt x="1473541" y="912506"/>
                    <a:pt x="1470482" y="922751"/>
                    <a:pt x="1469642" y="937376"/>
                  </a:cubicBezTo>
                  <a:lnTo>
                    <a:pt x="1469546" y="942259"/>
                  </a:lnTo>
                  <a:lnTo>
                    <a:pt x="1499391" y="942259"/>
                  </a:lnTo>
                  <a:cubicBezTo>
                    <a:pt x="1499329" y="940624"/>
                    <a:pt x="1499268" y="938989"/>
                    <a:pt x="1499206" y="937354"/>
                  </a:cubicBezTo>
                  <a:cubicBezTo>
                    <a:pt x="1497894" y="922692"/>
                    <a:pt x="1494080" y="912388"/>
                    <a:pt x="1484566" y="912443"/>
                  </a:cubicBezTo>
                  <a:close/>
                  <a:moveTo>
                    <a:pt x="1070393" y="912443"/>
                  </a:moveTo>
                  <a:cubicBezTo>
                    <a:pt x="1055693" y="912527"/>
                    <a:pt x="1055156" y="930712"/>
                    <a:pt x="1055156" y="953247"/>
                  </a:cubicBezTo>
                  <a:cubicBezTo>
                    <a:pt x="1055156" y="975784"/>
                    <a:pt x="1056619" y="994091"/>
                    <a:pt x="1070393" y="994053"/>
                  </a:cubicBezTo>
                  <a:cubicBezTo>
                    <a:pt x="1084865" y="994013"/>
                    <a:pt x="1085631" y="975784"/>
                    <a:pt x="1085631" y="953247"/>
                  </a:cubicBezTo>
                  <a:cubicBezTo>
                    <a:pt x="1085631" y="930712"/>
                    <a:pt x="1083078" y="912369"/>
                    <a:pt x="1070393" y="912443"/>
                  </a:cubicBezTo>
                  <a:close/>
                  <a:moveTo>
                    <a:pt x="915496" y="912443"/>
                  </a:moveTo>
                  <a:cubicBezTo>
                    <a:pt x="904471" y="912506"/>
                    <a:pt x="901413" y="922751"/>
                    <a:pt x="900573" y="937376"/>
                  </a:cubicBezTo>
                  <a:lnTo>
                    <a:pt x="900476" y="942259"/>
                  </a:lnTo>
                  <a:lnTo>
                    <a:pt x="930321" y="942259"/>
                  </a:lnTo>
                  <a:cubicBezTo>
                    <a:pt x="930260" y="940624"/>
                    <a:pt x="930198" y="938989"/>
                    <a:pt x="930137" y="937354"/>
                  </a:cubicBezTo>
                  <a:cubicBezTo>
                    <a:pt x="928824" y="922692"/>
                    <a:pt x="925010" y="912388"/>
                    <a:pt x="915496" y="912443"/>
                  </a:cubicBezTo>
                  <a:close/>
                  <a:moveTo>
                    <a:pt x="637849" y="912443"/>
                  </a:moveTo>
                  <a:cubicBezTo>
                    <a:pt x="623149" y="912527"/>
                    <a:pt x="622612" y="930712"/>
                    <a:pt x="622612" y="953247"/>
                  </a:cubicBezTo>
                  <a:cubicBezTo>
                    <a:pt x="622612" y="975784"/>
                    <a:pt x="624075" y="994091"/>
                    <a:pt x="637849" y="994053"/>
                  </a:cubicBezTo>
                  <a:cubicBezTo>
                    <a:pt x="652320" y="994013"/>
                    <a:pt x="653087" y="975784"/>
                    <a:pt x="653087" y="953247"/>
                  </a:cubicBezTo>
                  <a:cubicBezTo>
                    <a:pt x="653087" y="930712"/>
                    <a:pt x="650534" y="912369"/>
                    <a:pt x="637849" y="912443"/>
                  </a:cubicBezTo>
                  <a:close/>
                  <a:moveTo>
                    <a:pt x="263432" y="912443"/>
                  </a:moveTo>
                  <a:cubicBezTo>
                    <a:pt x="252407" y="912506"/>
                    <a:pt x="249348" y="922751"/>
                    <a:pt x="248508" y="937376"/>
                  </a:cubicBezTo>
                  <a:lnTo>
                    <a:pt x="248412" y="942259"/>
                  </a:lnTo>
                  <a:lnTo>
                    <a:pt x="278257" y="942259"/>
                  </a:lnTo>
                  <a:cubicBezTo>
                    <a:pt x="278195" y="940624"/>
                    <a:pt x="278134" y="938989"/>
                    <a:pt x="278072" y="937354"/>
                  </a:cubicBezTo>
                  <a:cubicBezTo>
                    <a:pt x="276760" y="922692"/>
                    <a:pt x="272946" y="912388"/>
                    <a:pt x="263432" y="912443"/>
                  </a:cubicBezTo>
                  <a:close/>
                  <a:moveTo>
                    <a:pt x="1714910" y="896590"/>
                  </a:moveTo>
                  <a:lnTo>
                    <a:pt x="1734882" y="896590"/>
                  </a:lnTo>
                  <a:lnTo>
                    <a:pt x="1753333" y="971008"/>
                  </a:lnTo>
                  <a:lnTo>
                    <a:pt x="1772205" y="896590"/>
                  </a:lnTo>
                  <a:lnTo>
                    <a:pt x="1792177" y="896590"/>
                  </a:lnTo>
                  <a:lnTo>
                    <a:pt x="1746000" y="1058137"/>
                  </a:lnTo>
                  <a:lnTo>
                    <a:pt x="1726028" y="1058137"/>
                  </a:lnTo>
                  <a:lnTo>
                    <a:pt x="1742258" y="998644"/>
                  </a:lnTo>
                  <a:close/>
                  <a:moveTo>
                    <a:pt x="1350499" y="896590"/>
                  </a:moveTo>
                  <a:lnTo>
                    <a:pt x="1370471" y="896590"/>
                  </a:lnTo>
                  <a:lnTo>
                    <a:pt x="1370471" y="912636"/>
                  </a:lnTo>
                  <a:cubicBezTo>
                    <a:pt x="1375276" y="905653"/>
                    <a:pt x="1376083" y="897276"/>
                    <a:pt x="1392815" y="896973"/>
                  </a:cubicBezTo>
                  <a:cubicBezTo>
                    <a:pt x="1414114" y="896587"/>
                    <a:pt x="1416732" y="911563"/>
                    <a:pt x="1417110" y="931246"/>
                  </a:cubicBezTo>
                  <a:lnTo>
                    <a:pt x="1417582" y="1009192"/>
                  </a:lnTo>
                  <a:lnTo>
                    <a:pt x="1397610" y="1009192"/>
                  </a:lnTo>
                  <a:cubicBezTo>
                    <a:pt x="1397705" y="984917"/>
                    <a:pt x="1397799" y="960642"/>
                    <a:pt x="1397893" y="936367"/>
                  </a:cubicBezTo>
                  <a:cubicBezTo>
                    <a:pt x="1397830" y="923883"/>
                    <a:pt x="1394269" y="913787"/>
                    <a:pt x="1385541" y="914392"/>
                  </a:cubicBezTo>
                  <a:cubicBezTo>
                    <a:pt x="1372667" y="915283"/>
                    <a:pt x="1371415" y="924422"/>
                    <a:pt x="1370504" y="934362"/>
                  </a:cubicBezTo>
                  <a:lnTo>
                    <a:pt x="1370390" y="937613"/>
                  </a:lnTo>
                  <a:lnTo>
                    <a:pt x="1370170" y="937613"/>
                  </a:lnTo>
                  <a:lnTo>
                    <a:pt x="1370170" y="996661"/>
                  </a:lnTo>
                  <a:lnTo>
                    <a:pt x="1370471" y="996661"/>
                  </a:lnTo>
                  <a:lnTo>
                    <a:pt x="1370471" y="1009192"/>
                  </a:lnTo>
                  <a:lnTo>
                    <a:pt x="1350499" y="1009192"/>
                  </a:lnTo>
                  <a:close/>
                  <a:moveTo>
                    <a:pt x="703301" y="896590"/>
                  </a:moveTo>
                  <a:lnTo>
                    <a:pt x="723273" y="896590"/>
                  </a:lnTo>
                  <a:lnTo>
                    <a:pt x="723273" y="935890"/>
                  </a:lnTo>
                  <a:lnTo>
                    <a:pt x="723669" y="935767"/>
                  </a:lnTo>
                  <a:lnTo>
                    <a:pt x="723669" y="977978"/>
                  </a:lnTo>
                  <a:lnTo>
                    <a:pt x="723993" y="977978"/>
                  </a:lnTo>
                  <a:lnTo>
                    <a:pt x="724972" y="985894"/>
                  </a:lnTo>
                  <a:cubicBezTo>
                    <a:pt x="726442" y="991412"/>
                    <a:pt x="729555" y="994822"/>
                    <a:pt x="736125" y="994808"/>
                  </a:cubicBezTo>
                  <a:cubicBezTo>
                    <a:pt x="742696" y="994793"/>
                    <a:pt x="745808" y="991383"/>
                    <a:pt x="747278" y="985873"/>
                  </a:cubicBezTo>
                  <a:lnTo>
                    <a:pt x="748257" y="977978"/>
                  </a:lnTo>
                  <a:lnTo>
                    <a:pt x="748582" y="977978"/>
                  </a:lnTo>
                  <a:lnTo>
                    <a:pt x="748582" y="917038"/>
                  </a:lnTo>
                  <a:lnTo>
                    <a:pt x="748575" y="917038"/>
                  </a:lnTo>
                  <a:lnTo>
                    <a:pt x="748575" y="896590"/>
                  </a:lnTo>
                  <a:lnTo>
                    <a:pt x="768547" y="896590"/>
                  </a:lnTo>
                  <a:lnTo>
                    <a:pt x="768547" y="975013"/>
                  </a:lnTo>
                  <a:lnTo>
                    <a:pt x="768547" y="975015"/>
                  </a:lnTo>
                  <a:lnTo>
                    <a:pt x="768547" y="975018"/>
                  </a:lnTo>
                  <a:lnTo>
                    <a:pt x="768547" y="976933"/>
                  </a:lnTo>
                  <a:lnTo>
                    <a:pt x="768420" y="976933"/>
                  </a:lnTo>
                  <a:lnTo>
                    <a:pt x="767494" y="990893"/>
                  </a:lnTo>
                  <a:cubicBezTo>
                    <a:pt x="765060" y="1005529"/>
                    <a:pt x="757504" y="1015790"/>
                    <a:pt x="735985" y="1015821"/>
                  </a:cubicBezTo>
                  <a:cubicBezTo>
                    <a:pt x="714467" y="1015852"/>
                    <a:pt x="706910" y="1005560"/>
                    <a:pt x="704476" y="990904"/>
                  </a:cubicBezTo>
                  <a:lnTo>
                    <a:pt x="703550" y="976933"/>
                  </a:lnTo>
                  <a:lnTo>
                    <a:pt x="703301" y="976933"/>
                  </a:lnTo>
                  <a:close/>
                  <a:moveTo>
                    <a:pt x="326701" y="896590"/>
                  </a:moveTo>
                  <a:lnTo>
                    <a:pt x="346672" y="896590"/>
                  </a:lnTo>
                  <a:lnTo>
                    <a:pt x="346672" y="912636"/>
                  </a:lnTo>
                  <a:cubicBezTo>
                    <a:pt x="351478" y="905653"/>
                    <a:pt x="352284" y="897276"/>
                    <a:pt x="369017" y="896973"/>
                  </a:cubicBezTo>
                  <a:cubicBezTo>
                    <a:pt x="390316" y="896587"/>
                    <a:pt x="392934" y="911563"/>
                    <a:pt x="393311" y="931246"/>
                  </a:cubicBezTo>
                  <a:lnTo>
                    <a:pt x="393784" y="1009192"/>
                  </a:lnTo>
                  <a:lnTo>
                    <a:pt x="373812" y="1009192"/>
                  </a:lnTo>
                  <a:cubicBezTo>
                    <a:pt x="373906" y="984917"/>
                    <a:pt x="374000" y="960642"/>
                    <a:pt x="374095" y="936367"/>
                  </a:cubicBezTo>
                  <a:cubicBezTo>
                    <a:pt x="374032" y="923883"/>
                    <a:pt x="370471" y="913787"/>
                    <a:pt x="361743" y="914392"/>
                  </a:cubicBezTo>
                  <a:cubicBezTo>
                    <a:pt x="348869" y="915283"/>
                    <a:pt x="347617" y="924422"/>
                    <a:pt x="346705" y="934362"/>
                  </a:cubicBezTo>
                  <a:lnTo>
                    <a:pt x="346592" y="937613"/>
                  </a:lnTo>
                  <a:lnTo>
                    <a:pt x="346372" y="937613"/>
                  </a:lnTo>
                  <a:lnTo>
                    <a:pt x="346372" y="996661"/>
                  </a:lnTo>
                  <a:lnTo>
                    <a:pt x="346672" y="996661"/>
                  </a:lnTo>
                  <a:lnTo>
                    <a:pt x="346672" y="1009192"/>
                  </a:lnTo>
                  <a:lnTo>
                    <a:pt x="326701" y="1009192"/>
                  </a:lnTo>
                  <a:close/>
                  <a:moveTo>
                    <a:pt x="1645649" y="896386"/>
                  </a:moveTo>
                  <a:cubicBezTo>
                    <a:pt x="1655363" y="896407"/>
                    <a:pt x="1661755" y="900106"/>
                    <a:pt x="1665951" y="906430"/>
                  </a:cubicBezTo>
                  <a:lnTo>
                    <a:pt x="1667038" y="908651"/>
                  </a:lnTo>
                  <a:lnTo>
                    <a:pt x="1667038" y="896728"/>
                  </a:lnTo>
                  <a:lnTo>
                    <a:pt x="1687010" y="896728"/>
                  </a:lnTo>
                  <a:lnTo>
                    <a:pt x="1687010" y="1006787"/>
                  </a:lnTo>
                  <a:cubicBezTo>
                    <a:pt x="1687010" y="1006789"/>
                    <a:pt x="1687010" y="1006789"/>
                    <a:pt x="1687010" y="1006791"/>
                  </a:cubicBezTo>
                  <a:lnTo>
                    <a:pt x="1686300" y="1021179"/>
                  </a:lnTo>
                  <a:cubicBezTo>
                    <a:pt x="1685960" y="1043003"/>
                    <a:pt x="1675608" y="1057051"/>
                    <a:pt x="1652581" y="1057001"/>
                  </a:cubicBezTo>
                  <a:cubicBezTo>
                    <a:pt x="1632195" y="1056956"/>
                    <a:pt x="1621466" y="1042204"/>
                    <a:pt x="1618862" y="1021162"/>
                  </a:cubicBezTo>
                  <a:cubicBezTo>
                    <a:pt x="1618847" y="1020849"/>
                    <a:pt x="1618831" y="1020535"/>
                    <a:pt x="1618816" y="1020222"/>
                  </a:cubicBezTo>
                  <a:lnTo>
                    <a:pt x="1638139" y="1020222"/>
                  </a:lnTo>
                  <a:lnTo>
                    <a:pt x="1638891" y="1025506"/>
                  </a:lnTo>
                  <a:cubicBezTo>
                    <a:pt x="1640137" y="1035905"/>
                    <a:pt x="1644324" y="1039346"/>
                    <a:pt x="1651560" y="1039738"/>
                  </a:cubicBezTo>
                  <a:cubicBezTo>
                    <a:pt x="1665644" y="1040501"/>
                    <a:pt x="1666806" y="1030608"/>
                    <a:pt x="1666731" y="1012557"/>
                  </a:cubicBezTo>
                  <a:lnTo>
                    <a:pt x="1666892" y="1006787"/>
                  </a:lnTo>
                  <a:lnTo>
                    <a:pt x="1667038" y="1006787"/>
                  </a:lnTo>
                  <a:lnTo>
                    <a:pt x="1667038" y="1000603"/>
                  </a:lnTo>
                  <a:lnTo>
                    <a:pt x="1665481" y="1003725"/>
                  </a:lnTo>
                  <a:cubicBezTo>
                    <a:pt x="1661254" y="1010052"/>
                    <a:pt x="1654962" y="1013740"/>
                    <a:pt x="1645649" y="1013718"/>
                  </a:cubicBezTo>
                  <a:cubicBezTo>
                    <a:pt x="1620813" y="1013659"/>
                    <a:pt x="1617463" y="987452"/>
                    <a:pt x="1617463" y="955052"/>
                  </a:cubicBezTo>
                  <a:cubicBezTo>
                    <a:pt x="1617463" y="922652"/>
                    <a:pt x="1622033" y="896335"/>
                    <a:pt x="1645649" y="896386"/>
                  </a:cubicBezTo>
                  <a:close/>
                  <a:moveTo>
                    <a:pt x="1483922" y="896249"/>
                  </a:moveTo>
                  <a:cubicBezTo>
                    <a:pt x="1505820" y="896210"/>
                    <a:pt x="1514472" y="911004"/>
                    <a:pt x="1517429" y="932072"/>
                  </a:cubicBezTo>
                  <a:cubicBezTo>
                    <a:pt x="1518765" y="939997"/>
                    <a:pt x="1518214" y="949432"/>
                    <a:pt x="1518040" y="959244"/>
                  </a:cubicBezTo>
                  <a:lnTo>
                    <a:pt x="1469496" y="959244"/>
                  </a:lnTo>
                  <a:lnTo>
                    <a:pt x="1469772" y="969136"/>
                  </a:lnTo>
                  <a:cubicBezTo>
                    <a:pt x="1470830" y="983791"/>
                    <a:pt x="1474235" y="994082"/>
                    <a:pt x="1484566" y="994053"/>
                  </a:cubicBezTo>
                  <a:cubicBezTo>
                    <a:pt x="1491802" y="994033"/>
                    <a:pt x="1495611" y="989466"/>
                    <a:pt x="1497612" y="982086"/>
                  </a:cubicBezTo>
                  <a:lnTo>
                    <a:pt x="1498822" y="973587"/>
                  </a:lnTo>
                  <a:lnTo>
                    <a:pt x="1517846" y="973587"/>
                  </a:lnTo>
                  <a:cubicBezTo>
                    <a:pt x="1517778" y="974972"/>
                    <a:pt x="1517709" y="976357"/>
                    <a:pt x="1517641" y="977742"/>
                  </a:cubicBezTo>
                  <a:cubicBezTo>
                    <a:pt x="1515037" y="998784"/>
                    <a:pt x="1506950" y="1013536"/>
                    <a:pt x="1483922" y="1013580"/>
                  </a:cubicBezTo>
                  <a:cubicBezTo>
                    <a:pt x="1453219" y="1013640"/>
                    <a:pt x="1449076" y="987315"/>
                    <a:pt x="1449076" y="954914"/>
                  </a:cubicBezTo>
                  <a:cubicBezTo>
                    <a:pt x="1449076" y="922514"/>
                    <a:pt x="1451898" y="896304"/>
                    <a:pt x="1483922" y="896249"/>
                  </a:cubicBezTo>
                  <a:close/>
                  <a:moveTo>
                    <a:pt x="1070504" y="896249"/>
                  </a:moveTo>
                  <a:cubicBezTo>
                    <a:pt x="1099701" y="896198"/>
                    <a:pt x="1105350" y="922514"/>
                    <a:pt x="1105350" y="954914"/>
                  </a:cubicBezTo>
                  <a:cubicBezTo>
                    <a:pt x="1105350" y="987315"/>
                    <a:pt x="1101208" y="1013521"/>
                    <a:pt x="1070504" y="1013580"/>
                  </a:cubicBezTo>
                  <a:cubicBezTo>
                    <a:pt x="1039801" y="1013640"/>
                    <a:pt x="1035658" y="987315"/>
                    <a:pt x="1035658" y="954914"/>
                  </a:cubicBezTo>
                  <a:cubicBezTo>
                    <a:pt x="1035658" y="922514"/>
                    <a:pt x="1038480" y="896304"/>
                    <a:pt x="1070504" y="896249"/>
                  </a:cubicBezTo>
                  <a:close/>
                  <a:moveTo>
                    <a:pt x="914852" y="896249"/>
                  </a:moveTo>
                  <a:cubicBezTo>
                    <a:pt x="936750" y="896210"/>
                    <a:pt x="945402" y="911004"/>
                    <a:pt x="948359" y="932072"/>
                  </a:cubicBezTo>
                  <a:cubicBezTo>
                    <a:pt x="949695" y="939997"/>
                    <a:pt x="949144" y="949432"/>
                    <a:pt x="948970" y="959244"/>
                  </a:cubicBezTo>
                  <a:lnTo>
                    <a:pt x="900426" y="959244"/>
                  </a:lnTo>
                  <a:lnTo>
                    <a:pt x="900703" y="969136"/>
                  </a:lnTo>
                  <a:cubicBezTo>
                    <a:pt x="901760" y="983791"/>
                    <a:pt x="905166" y="994082"/>
                    <a:pt x="915496" y="994053"/>
                  </a:cubicBezTo>
                  <a:cubicBezTo>
                    <a:pt x="922732" y="994033"/>
                    <a:pt x="926541" y="989466"/>
                    <a:pt x="928542" y="982086"/>
                  </a:cubicBezTo>
                  <a:lnTo>
                    <a:pt x="929752" y="973587"/>
                  </a:lnTo>
                  <a:lnTo>
                    <a:pt x="948777" y="973587"/>
                  </a:lnTo>
                  <a:cubicBezTo>
                    <a:pt x="948708" y="974972"/>
                    <a:pt x="948640" y="976357"/>
                    <a:pt x="948571" y="977742"/>
                  </a:cubicBezTo>
                  <a:cubicBezTo>
                    <a:pt x="945967" y="998784"/>
                    <a:pt x="937881" y="1013536"/>
                    <a:pt x="914852" y="1013580"/>
                  </a:cubicBezTo>
                  <a:cubicBezTo>
                    <a:pt x="884149" y="1013640"/>
                    <a:pt x="880006" y="987315"/>
                    <a:pt x="880006" y="954914"/>
                  </a:cubicBezTo>
                  <a:cubicBezTo>
                    <a:pt x="880006" y="922514"/>
                    <a:pt x="882828" y="896304"/>
                    <a:pt x="914852" y="896249"/>
                  </a:cubicBezTo>
                  <a:close/>
                  <a:moveTo>
                    <a:pt x="637960" y="896249"/>
                  </a:moveTo>
                  <a:cubicBezTo>
                    <a:pt x="667156" y="896198"/>
                    <a:pt x="672806" y="922514"/>
                    <a:pt x="672806" y="954914"/>
                  </a:cubicBezTo>
                  <a:cubicBezTo>
                    <a:pt x="672806" y="987315"/>
                    <a:pt x="668664" y="1013521"/>
                    <a:pt x="637960" y="1013580"/>
                  </a:cubicBezTo>
                  <a:cubicBezTo>
                    <a:pt x="607257" y="1013640"/>
                    <a:pt x="603114" y="987315"/>
                    <a:pt x="603114" y="954914"/>
                  </a:cubicBezTo>
                  <a:cubicBezTo>
                    <a:pt x="603114" y="922514"/>
                    <a:pt x="605936" y="896304"/>
                    <a:pt x="637960" y="896249"/>
                  </a:cubicBezTo>
                  <a:close/>
                  <a:moveTo>
                    <a:pt x="262788" y="896249"/>
                  </a:moveTo>
                  <a:cubicBezTo>
                    <a:pt x="284685" y="896210"/>
                    <a:pt x="293337" y="911004"/>
                    <a:pt x="296295" y="932072"/>
                  </a:cubicBezTo>
                  <a:cubicBezTo>
                    <a:pt x="297631" y="939997"/>
                    <a:pt x="297080" y="949432"/>
                    <a:pt x="296906" y="959244"/>
                  </a:cubicBezTo>
                  <a:lnTo>
                    <a:pt x="248362" y="959244"/>
                  </a:lnTo>
                  <a:lnTo>
                    <a:pt x="248638" y="969136"/>
                  </a:lnTo>
                  <a:cubicBezTo>
                    <a:pt x="249695" y="983791"/>
                    <a:pt x="253101" y="994082"/>
                    <a:pt x="263432" y="994053"/>
                  </a:cubicBezTo>
                  <a:cubicBezTo>
                    <a:pt x="270668" y="994033"/>
                    <a:pt x="274477" y="989466"/>
                    <a:pt x="276478" y="982086"/>
                  </a:cubicBezTo>
                  <a:lnTo>
                    <a:pt x="277688" y="973587"/>
                  </a:lnTo>
                  <a:lnTo>
                    <a:pt x="296712" y="973587"/>
                  </a:lnTo>
                  <a:cubicBezTo>
                    <a:pt x="296644" y="974972"/>
                    <a:pt x="296575" y="976357"/>
                    <a:pt x="296507" y="977742"/>
                  </a:cubicBezTo>
                  <a:cubicBezTo>
                    <a:pt x="293903" y="998784"/>
                    <a:pt x="285816" y="1013536"/>
                    <a:pt x="262788" y="1013580"/>
                  </a:cubicBezTo>
                  <a:cubicBezTo>
                    <a:pt x="232085" y="1013640"/>
                    <a:pt x="227942" y="987315"/>
                    <a:pt x="227942" y="954914"/>
                  </a:cubicBezTo>
                  <a:cubicBezTo>
                    <a:pt x="227942" y="922514"/>
                    <a:pt x="230764" y="896304"/>
                    <a:pt x="262788" y="896249"/>
                  </a:cubicBezTo>
                  <a:close/>
                  <a:moveTo>
                    <a:pt x="174241" y="896248"/>
                  </a:moveTo>
                  <a:cubicBezTo>
                    <a:pt x="197857" y="896197"/>
                    <a:pt x="202427" y="922514"/>
                    <a:pt x="202427" y="954914"/>
                  </a:cubicBezTo>
                  <a:cubicBezTo>
                    <a:pt x="202427" y="987315"/>
                    <a:pt x="199077" y="1013521"/>
                    <a:pt x="174241" y="1013580"/>
                  </a:cubicBezTo>
                  <a:cubicBezTo>
                    <a:pt x="168032" y="1013595"/>
                    <a:pt x="163166" y="1011961"/>
                    <a:pt x="159360" y="1008995"/>
                  </a:cubicBezTo>
                  <a:lnTo>
                    <a:pt x="152852" y="999395"/>
                  </a:lnTo>
                  <a:lnTo>
                    <a:pt x="152852" y="1056246"/>
                  </a:lnTo>
                  <a:lnTo>
                    <a:pt x="132881" y="1056246"/>
                  </a:lnTo>
                  <a:lnTo>
                    <a:pt x="132881" y="896590"/>
                  </a:lnTo>
                  <a:lnTo>
                    <a:pt x="152852" y="896590"/>
                  </a:lnTo>
                  <a:lnTo>
                    <a:pt x="152852" y="909865"/>
                  </a:lnTo>
                  <a:lnTo>
                    <a:pt x="158909" y="900882"/>
                  </a:lnTo>
                  <a:cubicBezTo>
                    <a:pt x="162766" y="897911"/>
                    <a:pt x="167765" y="896262"/>
                    <a:pt x="174241" y="896248"/>
                  </a:cubicBezTo>
                  <a:close/>
                  <a:moveTo>
                    <a:pt x="1592774" y="892438"/>
                  </a:moveTo>
                  <a:lnTo>
                    <a:pt x="1592774" y="914707"/>
                  </a:lnTo>
                  <a:cubicBezTo>
                    <a:pt x="1583514" y="909612"/>
                    <a:pt x="1577013" y="914282"/>
                    <a:pt x="1572318" y="924898"/>
                  </a:cubicBezTo>
                  <a:lnTo>
                    <a:pt x="1570506" y="930363"/>
                  </a:lnTo>
                  <a:lnTo>
                    <a:pt x="1570506" y="1009192"/>
                  </a:lnTo>
                  <a:lnTo>
                    <a:pt x="1550534" y="1009192"/>
                  </a:lnTo>
                  <a:lnTo>
                    <a:pt x="1550534" y="896590"/>
                  </a:lnTo>
                  <a:lnTo>
                    <a:pt x="1570506" y="896590"/>
                  </a:lnTo>
                  <a:lnTo>
                    <a:pt x="1570506" y="906833"/>
                  </a:lnTo>
                  <a:lnTo>
                    <a:pt x="1571627" y="905336"/>
                  </a:lnTo>
                  <a:cubicBezTo>
                    <a:pt x="1576659" y="898171"/>
                    <a:pt x="1581532" y="891589"/>
                    <a:pt x="1592774" y="892438"/>
                  </a:cubicBezTo>
                  <a:close/>
                  <a:moveTo>
                    <a:pt x="824066" y="891683"/>
                  </a:moveTo>
                  <a:cubicBezTo>
                    <a:pt x="833896" y="891238"/>
                    <a:pt x="841608" y="894228"/>
                    <a:pt x="846335" y="897345"/>
                  </a:cubicBezTo>
                  <a:lnTo>
                    <a:pt x="846335" y="916217"/>
                  </a:lnTo>
                  <a:cubicBezTo>
                    <a:pt x="831615" y="909171"/>
                    <a:pt x="816237" y="908789"/>
                    <a:pt x="815762" y="924520"/>
                  </a:cubicBezTo>
                  <a:cubicBezTo>
                    <a:pt x="816014" y="936598"/>
                    <a:pt x="828690" y="944111"/>
                    <a:pt x="832661" y="947285"/>
                  </a:cubicBezTo>
                  <a:cubicBezTo>
                    <a:pt x="836633" y="950459"/>
                    <a:pt x="854413" y="963697"/>
                    <a:pt x="854638" y="979626"/>
                  </a:cubicBezTo>
                  <a:cubicBezTo>
                    <a:pt x="854854" y="994907"/>
                    <a:pt x="843083" y="1013464"/>
                    <a:pt x="824444" y="1013595"/>
                  </a:cubicBezTo>
                  <a:cubicBezTo>
                    <a:pt x="818138" y="1013640"/>
                    <a:pt x="808465" y="1010953"/>
                    <a:pt x="802175" y="1007934"/>
                  </a:cubicBezTo>
                  <a:lnTo>
                    <a:pt x="802175" y="987929"/>
                  </a:lnTo>
                  <a:cubicBezTo>
                    <a:pt x="808151" y="992144"/>
                    <a:pt x="816277" y="994890"/>
                    <a:pt x="822179" y="994723"/>
                  </a:cubicBezTo>
                  <a:cubicBezTo>
                    <a:pt x="831112" y="994472"/>
                    <a:pt x="837501" y="985881"/>
                    <a:pt x="836521" y="979248"/>
                  </a:cubicBezTo>
                  <a:cubicBezTo>
                    <a:pt x="835542" y="972616"/>
                    <a:pt x="823602" y="961846"/>
                    <a:pt x="816301" y="954931"/>
                  </a:cubicBezTo>
                  <a:cubicBezTo>
                    <a:pt x="809000" y="948016"/>
                    <a:pt x="797597" y="936255"/>
                    <a:pt x="796988" y="925652"/>
                  </a:cubicBezTo>
                  <a:cubicBezTo>
                    <a:pt x="795789" y="904786"/>
                    <a:pt x="811690" y="892244"/>
                    <a:pt x="824066" y="891683"/>
                  </a:cubicBezTo>
                  <a:close/>
                  <a:moveTo>
                    <a:pt x="56436" y="860524"/>
                  </a:moveTo>
                  <a:cubicBezTo>
                    <a:pt x="36465" y="860661"/>
                    <a:pt x="35735" y="890126"/>
                    <a:pt x="35735" y="926643"/>
                  </a:cubicBezTo>
                  <a:cubicBezTo>
                    <a:pt x="35735" y="963159"/>
                    <a:pt x="37723" y="992824"/>
                    <a:pt x="56436" y="992761"/>
                  </a:cubicBezTo>
                  <a:cubicBezTo>
                    <a:pt x="76095" y="992696"/>
                    <a:pt x="77136" y="963159"/>
                    <a:pt x="77136" y="926643"/>
                  </a:cubicBezTo>
                  <a:cubicBezTo>
                    <a:pt x="77136" y="890126"/>
                    <a:pt x="73668" y="860406"/>
                    <a:pt x="56436" y="860524"/>
                  </a:cubicBezTo>
                  <a:close/>
                  <a:moveTo>
                    <a:pt x="56672" y="839708"/>
                  </a:moveTo>
                  <a:cubicBezTo>
                    <a:pt x="93442" y="839632"/>
                    <a:pt x="100557" y="878630"/>
                    <a:pt x="100557" y="926644"/>
                  </a:cubicBezTo>
                  <a:cubicBezTo>
                    <a:pt x="100557" y="974658"/>
                    <a:pt x="95341" y="1013492"/>
                    <a:pt x="56672" y="1013580"/>
                  </a:cubicBezTo>
                  <a:cubicBezTo>
                    <a:pt x="18004" y="1013668"/>
                    <a:pt x="12787" y="974658"/>
                    <a:pt x="12787" y="926644"/>
                  </a:cubicBezTo>
                  <a:cubicBezTo>
                    <a:pt x="12787" y="878630"/>
                    <a:pt x="16341" y="839790"/>
                    <a:pt x="56672" y="839708"/>
                  </a:cubicBezTo>
                  <a:close/>
                  <a:moveTo>
                    <a:pt x="1261002" y="839707"/>
                  </a:moveTo>
                  <a:lnTo>
                    <a:pt x="1267808" y="839707"/>
                  </a:lnTo>
                  <a:lnTo>
                    <a:pt x="1282685" y="839707"/>
                  </a:lnTo>
                  <a:lnTo>
                    <a:pt x="1322930" y="839707"/>
                  </a:lnTo>
                  <a:lnTo>
                    <a:pt x="1322930" y="858017"/>
                  </a:lnTo>
                  <a:lnTo>
                    <a:pt x="1282685" y="858017"/>
                  </a:lnTo>
                  <a:lnTo>
                    <a:pt x="1282685" y="914391"/>
                  </a:lnTo>
                  <a:lnTo>
                    <a:pt x="1318112" y="914391"/>
                  </a:lnTo>
                  <a:lnTo>
                    <a:pt x="1318112" y="932701"/>
                  </a:lnTo>
                  <a:lnTo>
                    <a:pt x="1282685" y="932701"/>
                  </a:lnTo>
                  <a:lnTo>
                    <a:pt x="1282685" y="992581"/>
                  </a:lnTo>
                  <a:lnTo>
                    <a:pt x="1322930" y="992581"/>
                  </a:lnTo>
                  <a:lnTo>
                    <a:pt x="1322930" y="1010891"/>
                  </a:lnTo>
                  <a:lnTo>
                    <a:pt x="1282685" y="1010891"/>
                  </a:lnTo>
                  <a:lnTo>
                    <a:pt x="1267808" y="1010891"/>
                  </a:lnTo>
                  <a:lnTo>
                    <a:pt x="1261002" y="1010891"/>
                  </a:lnTo>
                  <a:close/>
                  <a:moveTo>
                    <a:pt x="489126" y="838658"/>
                  </a:moveTo>
                  <a:lnTo>
                    <a:pt x="510809" y="838658"/>
                  </a:lnTo>
                  <a:lnTo>
                    <a:pt x="510809" y="905619"/>
                  </a:lnTo>
                  <a:lnTo>
                    <a:pt x="546246" y="905619"/>
                  </a:lnTo>
                  <a:lnTo>
                    <a:pt x="546246" y="838658"/>
                  </a:lnTo>
                  <a:lnTo>
                    <a:pt x="567930" y="838658"/>
                  </a:lnTo>
                  <a:lnTo>
                    <a:pt x="567930" y="1009192"/>
                  </a:lnTo>
                  <a:lnTo>
                    <a:pt x="546246" y="1009192"/>
                  </a:lnTo>
                  <a:lnTo>
                    <a:pt x="546246" y="923859"/>
                  </a:lnTo>
                  <a:lnTo>
                    <a:pt x="510809" y="923859"/>
                  </a:lnTo>
                  <a:lnTo>
                    <a:pt x="510809" y="1009192"/>
                  </a:lnTo>
                  <a:lnTo>
                    <a:pt x="489126" y="1009192"/>
                  </a:lnTo>
                  <a:close/>
                  <a:moveTo>
                    <a:pt x="1162901" y="821998"/>
                  </a:moveTo>
                  <a:cubicBezTo>
                    <a:pt x="1167454" y="821842"/>
                    <a:pt x="1172459" y="822375"/>
                    <a:pt x="1177725" y="823498"/>
                  </a:cubicBezTo>
                  <a:lnTo>
                    <a:pt x="1177725" y="843469"/>
                  </a:lnTo>
                  <a:cubicBezTo>
                    <a:pt x="1162565" y="837968"/>
                    <a:pt x="1159105" y="844922"/>
                    <a:pt x="1159420" y="854141"/>
                  </a:cubicBezTo>
                  <a:lnTo>
                    <a:pt x="1159420" y="895458"/>
                  </a:lnTo>
                  <a:lnTo>
                    <a:pt x="1177725" y="895458"/>
                  </a:lnTo>
                  <a:lnTo>
                    <a:pt x="1177725" y="912236"/>
                  </a:lnTo>
                  <a:lnTo>
                    <a:pt x="1159420" y="912236"/>
                  </a:lnTo>
                  <a:lnTo>
                    <a:pt x="1159420" y="1009192"/>
                  </a:lnTo>
                  <a:lnTo>
                    <a:pt x="1139449" y="1009192"/>
                  </a:lnTo>
                  <a:lnTo>
                    <a:pt x="1139449" y="912236"/>
                  </a:lnTo>
                  <a:lnTo>
                    <a:pt x="1127527" y="912236"/>
                  </a:lnTo>
                  <a:lnTo>
                    <a:pt x="1127527" y="895458"/>
                  </a:lnTo>
                  <a:lnTo>
                    <a:pt x="1139449" y="895458"/>
                  </a:lnTo>
                  <a:lnTo>
                    <a:pt x="1139449" y="844747"/>
                  </a:lnTo>
                  <a:cubicBezTo>
                    <a:pt x="1139676" y="829150"/>
                    <a:pt x="1149246" y="822469"/>
                    <a:pt x="1162901" y="821998"/>
                  </a:cubicBezTo>
                  <a:close/>
                  <a:moveTo>
                    <a:pt x="0" y="698203"/>
                  </a:moveTo>
                  <a:lnTo>
                    <a:pt x="1792582" y="698203"/>
                  </a:lnTo>
                  <a:lnTo>
                    <a:pt x="1792582" y="703247"/>
                  </a:lnTo>
                  <a:lnTo>
                    <a:pt x="1792582" y="757745"/>
                  </a:lnTo>
                  <a:lnTo>
                    <a:pt x="1792582" y="777019"/>
                  </a:lnTo>
                  <a:lnTo>
                    <a:pt x="0" y="777019"/>
                  </a:lnTo>
                  <a:close/>
                  <a:moveTo>
                    <a:pt x="827858" y="57086"/>
                  </a:moveTo>
                  <a:cubicBezTo>
                    <a:pt x="773091" y="57462"/>
                    <a:pt x="771089" y="138267"/>
                    <a:pt x="771089" y="238408"/>
                  </a:cubicBezTo>
                  <a:cubicBezTo>
                    <a:pt x="771089" y="338549"/>
                    <a:pt x="776541" y="419900"/>
                    <a:pt x="827858" y="419730"/>
                  </a:cubicBezTo>
                  <a:cubicBezTo>
                    <a:pt x="881771" y="419551"/>
                    <a:pt x="884626" y="338549"/>
                    <a:pt x="884626" y="238408"/>
                  </a:cubicBezTo>
                  <a:cubicBezTo>
                    <a:pt x="884626" y="138267"/>
                    <a:pt x="875116" y="56762"/>
                    <a:pt x="827858" y="57086"/>
                  </a:cubicBezTo>
                  <a:close/>
                  <a:moveTo>
                    <a:pt x="119700" y="57086"/>
                  </a:moveTo>
                  <a:cubicBezTo>
                    <a:pt x="64933" y="57462"/>
                    <a:pt x="62931" y="138267"/>
                    <a:pt x="62931" y="238408"/>
                  </a:cubicBezTo>
                  <a:cubicBezTo>
                    <a:pt x="62931" y="338549"/>
                    <a:pt x="68383" y="419900"/>
                    <a:pt x="119700" y="419730"/>
                  </a:cubicBezTo>
                  <a:cubicBezTo>
                    <a:pt x="173614" y="419551"/>
                    <a:pt x="176468" y="338549"/>
                    <a:pt x="176468" y="238408"/>
                  </a:cubicBezTo>
                  <a:cubicBezTo>
                    <a:pt x="176468" y="138267"/>
                    <a:pt x="166959" y="56762"/>
                    <a:pt x="119700" y="57086"/>
                  </a:cubicBezTo>
                  <a:close/>
                  <a:moveTo>
                    <a:pt x="364615" y="7754"/>
                  </a:moveTo>
                  <a:lnTo>
                    <a:pt x="425426" y="7754"/>
                  </a:lnTo>
                  <a:lnTo>
                    <a:pt x="425426" y="188764"/>
                  </a:lnTo>
                  <a:lnTo>
                    <a:pt x="519025" y="188764"/>
                  </a:lnTo>
                  <a:lnTo>
                    <a:pt x="519025" y="7754"/>
                  </a:lnTo>
                  <a:lnTo>
                    <a:pt x="579836" y="7754"/>
                  </a:lnTo>
                  <a:lnTo>
                    <a:pt x="579836" y="468746"/>
                  </a:lnTo>
                  <a:lnTo>
                    <a:pt x="519025" y="468746"/>
                  </a:lnTo>
                  <a:lnTo>
                    <a:pt x="519025" y="238072"/>
                  </a:lnTo>
                  <a:lnTo>
                    <a:pt x="425426" y="238072"/>
                  </a:lnTo>
                  <a:lnTo>
                    <a:pt x="425426" y="468746"/>
                  </a:lnTo>
                  <a:lnTo>
                    <a:pt x="364615" y="468746"/>
                  </a:lnTo>
                  <a:close/>
                  <a:moveTo>
                    <a:pt x="828506" y="0"/>
                  </a:moveTo>
                  <a:cubicBezTo>
                    <a:pt x="929343" y="-206"/>
                    <a:pt x="948855" y="106741"/>
                    <a:pt x="948855" y="238412"/>
                  </a:cubicBezTo>
                  <a:cubicBezTo>
                    <a:pt x="948855" y="370082"/>
                    <a:pt x="934550" y="476581"/>
                    <a:pt x="828506" y="476823"/>
                  </a:cubicBezTo>
                  <a:cubicBezTo>
                    <a:pt x="722465" y="477064"/>
                    <a:pt x="708157" y="370082"/>
                    <a:pt x="708157" y="238412"/>
                  </a:cubicBezTo>
                  <a:cubicBezTo>
                    <a:pt x="708157" y="106741"/>
                    <a:pt x="717903" y="227"/>
                    <a:pt x="828506" y="0"/>
                  </a:cubicBezTo>
                  <a:close/>
                  <a:moveTo>
                    <a:pt x="120349" y="0"/>
                  </a:moveTo>
                  <a:cubicBezTo>
                    <a:pt x="221186" y="-206"/>
                    <a:pt x="240698" y="106741"/>
                    <a:pt x="240698" y="238412"/>
                  </a:cubicBezTo>
                  <a:cubicBezTo>
                    <a:pt x="240698" y="370082"/>
                    <a:pt x="226393" y="476581"/>
                    <a:pt x="120349" y="476823"/>
                  </a:cubicBezTo>
                  <a:cubicBezTo>
                    <a:pt x="14308" y="477064"/>
                    <a:pt x="0" y="370082"/>
                    <a:pt x="0" y="238412"/>
                  </a:cubicBezTo>
                  <a:cubicBezTo>
                    <a:pt x="0" y="106741"/>
                    <a:pt x="9745" y="227"/>
                    <a:pt x="120349" y="0"/>
                  </a:cubicBezTo>
                  <a:close/>
                </a:path>
              </a:pathLst>
            </a:custGeom>
            <a:grpFill/>
          </p:spPr>
          <p:txBody>
            <a:bodyPr wrap="square" lIns="72000" tIns="36000" rIns="72000" bIns="36000" rtlCol="0" anchor="ctr">
              <a:noAutofit/>
            </a:bodyPr>
            <a:lstStyle/>
            <a:p>
              <a:pPr defTabSz="230733" hangingPunct="0">
                <a:lnSpc>
                  <a:spcPct val="90000"/>
                </a:lnSpc>
                <a:spcAft>
                  <a:spcPts val="447"/>
                </a:spcAft>
                <a:buClr>
                  <a:srgbClr val="E6513E"/>
                </a:buClr>
              </a:pPr>
              <a:endParaRPr lang="en-GB" sz="750">
                <a:solidFill>
                  <a:schemeClr val="tx2"/>
                </a:solidFill>
                <a:latin typeface="+mj-lt"/>
                <a:ea typeface="Nokia Pure Text" panose="020B0504040602060303" pitchFamily="34" charset="0"/>
                <a:cs typeface="Nokia Pure Text" panose="020B0504040602060303" pitchFamily="34" charset="0"/>
              </a:endParaRPr>
            </a:p>
          </p:txBody>
        </p:sp>
      </p:grpSp>
      <p:cxnSp>
        <p:nvCxnSpPr>
          <p:cNvPr id="15" name="Straight Connector 14">
            <a:extLst>
              <a:ext uri="{FF2B5EF4-FFF2-40B4-BE49-F238E27FC236}">
                <a16:creationId xmlns:a16="http://schemas.microsoft.com/office/drawing/2014/main" id="{D9ABB68A-E9D0-41E7-B74B-30C66C8CB593}"/>
              </a:ext>
            </a:extLst>
          </p:cNvPr>
          <p:cNvCxnSpPr>
            <a:cxnSpLocks/>
          </p:cNvCxnSpPr>
          <p:nvPr userDrawn="1"/>
        </p:nvCxnSpPr>
        <p:spPr>
          <a:xfrm>
            <a:off x="-4572000" y="3899195"/>
            <a:ext cx="0" cy="833143"/>
          </a:xfrm>
          <a:prstGeom prst="line">
            <a:avLst/>
          </a:prstGeom>
          <a:ln w="12700" cap="flat" cmpd="sng">
            <a:solidFill>
              <a:srgbClr val="FFFF00"/>
            </a:solidFill>
            <a:miter lim="800000"/>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736279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500"/>
                                        <p:tgtEl>
                                          <p:spTgt spid="6"/>
                                        </p:tgtEl>
                                      </p:cBhvr>
                                    </p:animEffect>
                                  </p:childTnLst>
                                </p:cTn>
                              </p:par>
                              <p:par>
                                <p:cTn id="8" presetID="63" presetClass="path" presetSubtype="0" accel="50000" decel="50000" fill="hold" grpId="1" nodeType="withEffect">
                                  <p:stCondLst>
                                    <p:cond delay="0"/>
                                  </p:stCondLst>
                                  <p:childTnLst>
                                    <p:animMotion origin="layout" path="M -1 1.11111E-6 L 0 1.11111E-6 " pathEditMode="relative" rAng="0" ptsTypes="AA">
                                      <p:cBhvr>
                                        <p:cTn id="9" dur="1500" fill="hold"/>
                                        <p:tgtEl>
                                          <p:spTgt spid="6"/>
                                        </p:tgtEl>
                                        <p:attrNameLst>
                                          <p:attrName>ppt_x</p:attrName>
                                          <p:attrName>ppt_y</p:attrName>
                                        </p:attrNameLst>
                                      </p:cBhvr>
                                      <p:rCtr x="500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Special">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32001" y="271679"/>
            <a:ext cx="6993000" cy="289789"/>
          </a:xfrm>
          <a:noFill/>
        </p:spPr>
        <p:txBody>
          <a:bodyPr/>
          <a:lstStyle/>
          <a:p>
            <a:r>
              <a:rPr lang="de-DE" noProof="0"/>
              <a:t>Titel = Kern-Botschaft</a:t>
            </a:r>
          </a:p>
        </p:txBody>
      </p:sp>
      <p:sp>
        <p:nvSpPr>
          <p:cNvPr id="3" name="Textplatzhalter 5">
            <a:extLst>
              <a:ext uri="{FF2B5EF4-FFF2-40B4-BE49-F238E27FC236}">
                <a16:creationId xmlns:a16="http://schemas.microsoft.com/office/drawing/2014/main" id="{52691DE3-A0C1-4A8D-9C44-BC774825717E}"/>
              </a:ext>
            </a:extLst>
          </p:cNvPr>
          <p:cNvSpPr>
            <a:spLocks noGrp="1"/>
          </p:cNvSpPr>
          <p:nvPr>
            <p:ph type="body" sz="quarter" idx="14" hasCustomPrompt="1"/>
          </p:nvPr>
        </p:nvSpPr>
        <p:spPr>
          <a:xfrm>
            <a:off x="431801" y="579842"/>
            <a:ext cx="6993000" cy="216000"/>
          </a:xfrm>
          <a:noFill/>
          <a:ln w="9525">
            <a:noFill/>
            <a:miter lim="800000"/>
            <a:headEnd/>
            <a:tailEnd/>
          </a:ln>
        </p:spPr>
        <p:txBody>
          <a:bodyPr vert="horz" wrap="square" lIns="0" tIns="0" rIns="0" bIns="0" numCol="1" anchor="t" anchorCtr="0" compatLnSpc="1">
            <a:prstTxWarp prst="textNoShape">
              <a:avLst/>
            </a:prstTxWarp>
          </a:bodyPr>
          <a:lstStyle>
            <a:lvl1pPr marL="285743" indent="-285743">
              <a:buFont typeface="Arial" panose="020B0604020202020204" pitchFamily="34" charset="0"/>
              <a:buNone/>
              <a:defRPr lang="en-GB" sz="1400" dirty="0">
                <a:solidFill>
                  <a:schemeClr val="bg2">
                    <a:lumMod val="75000"/>
                  </a:schemeClr>
                </a:solidFill>
                <a:latin typeface="+mj-lt"/>
              </a:defRPr>
            </a:lvl1pPr>
          </a:lstStyle>
          <a:p>
            <a:pPr marL="0" lvl="0" indent="0"/>
            <a:r>
              <a:rPr lang="de-DE" noProof="0"/>
              <a:t>Untertitel</a:t>
            </a:r>
          </a:p>
        </p:txBody>
      </p:sp>
      <p:grpSp>
        <p:nvGrpSpPr>
          <p:cNvPr id="4" name="Group 3">
            <a:extLst>
              <a:ext uri="{FF2B5EF4-FFF2-40B4-BE49-F238E27FC236}">
                <a16:creationId xmlns:a16="http://schemas.microsoft.com/office/drawing/2014/main" id="{259CC6A4-9F86-40AE-AA68-6D0F71267A88}"/>
              </a:ext>
            </a:extLst>
          </p:cNvPr>
          <p:cNvGrpSpPr/>
          <p:nvPr userDrawn="1"/>
        </p:nvGrpSpPr>
        <p:grpSpPr>
          <a:xfrm>
            <a:off x="282788" y="1095586"/>
            <a:ext cx="8684991" cy="2872378"/>
            <a:chOff x="282788" y="1253495"/>
            <a:chExt cx="8684991" cy="2872378"/>
          </a:xfrm>
        </p:grpSpPr>
        <p:sp>
          <p:nvSpPr>
            <p:cNvPr id="136" name="Freeform: Shape 135">
              <a:extLst>
                <a:ext uri="{FF2B5EF4-FFF2-40B4-BE49-F238E27FC236}">
                  <a16:creationId xmlns:a16="http://schemas.microsoft.com/office/drawing/2014/main" id="{FA6A025E-D099-4D54-ACB6-E75D46448B04}"/>
                </a:ext>
              </a:extLst>
            </p:cNvPr>
            <p:cNvSpPr/>
            <p:nvPr userDrawn="1"/>
          </p:nvSpPr>
          <p:spPr>
            <a:xfrm flipV="1">
              <a:off x="428374" y="3920329"/>
              <a:ext cx="2085975" cy="185737"/>
            </a:xfrm>
            <a:custGeom>
              <a:avLst/>
              <a:gdLst>
                <a:gd name="connsiteX0" fmla="*/ 0 w 2085975"/>
                <a:gd name="connsiteY0" fmla="*/ 0 h 185737"/>
                <a:gd name="connsiteX1" fmla="*/ 2033588 w 2085975"/>
                <a:gd name="connsiteY1" fmla="*/ 0 h 185737"/>
                <a:gd name="connsiteX2" fmla="*/ 2085975 w 2085975"/>
                <a:gd name="connsiteY2" fmla="*/ 185737 h 185737"/>
              </a:gdLst>
              <a:ahLst/>
              <a:cxnLst>
                <a:cxn ang="0">
                  <a:pos x="connsiteX0" y="connsiteY0"/>
                </a:cxn>
                <a:cxn ang="0">
                  <a:pos x="connsiteX1" y="connsiteY1"/>
                </a:cxn>
                <a:cxn ang="0">
                  <a:pos x="connsiteX2" y="connsiteY2"/>
                </a:cxn>
              </a:cxnLst>
              <a:rect l="l" t="t" r="r" b="b"/>
              <a:pathLst>
                <a:path w="2085975" h="185737">
                  <a:moveTo>
                    <a:pt x="0" y="0"/>
                  </a:moveTo>
                  <a:lnTo>
                    <a:pt x="2033588" y="0"/>
                  </a:lnTo>
                  <a:lnTo>
                    <a:pt x="2085975" y="185737"/>
                  </a:lnTo>
                </a:path>
              </a:pathLst>
            </a:custGeom>
            <a:solidFill>
              <a:schemeClr val="bg1"/>
            </a:solidFill>
            <a:ln>
              <a:solidFill>
                <a:schemeClr val="bg2">
                  <a:lumMod val="20000"/>
                  <a:lumOff val="80000"/>
                </a:schemeClr>
              </a:solidFill>
              <a:miter lim="800000"/>
            </a:ln>
          </p:spPr>
          <p:txBody>
            <a:bodyPr wrap="square" lIns="144000" tIns="108000" rIns="72000" bIns="36000" rtlCol="0" anchor="t">
              <a:noAutofit/>
            </a:bodyPr>
            <a:lstStyle/>
            <a:p>
              <a:pPr defTabSz="307644" hangingPunct="0">
                <a:lnSpc>
                  <a:spcPct val="90000"/>
                </a:lnSpc>
                <a:spcAft>
                  <a:spcPts val="596"/>
                </a:spcAft>
                <a:buClr>
                  <a:srgbClr val="E6513E"/>
                </a:buClr>
              </a:pPr>
              <a:endParaRPr lang="de-DE" sz="1200">
                <a:solidFill>
                  <a:schemeClr val="bg2"/>
                </a:solidFill>
                <a:ea typeface="Nokia Pure Text" panose="020B0504040602060303" pitchFamily="34" charset="0"/>
                <a:cs typeface="Nokia Pure Text" panose="020B0504040602060303" pitchFamily="34" charset="0"/>
              </a:endParaRPr>
            </a:p>
          </p:txBody>
        </p:sp>
        <p:sp>
          <p:nvSpPr>
            <p:cNvPr id="137" name="Freeform: Shape 136">
              <a:extLst>
                <a:ext uri="{FF2B5EF4-FFF2-40B4-BE49-F238E27FC236}">
                  <a16:creationId xmlns:a16="http://schemas.microsoft.com/office/drawing/2014/main" id="{E2B920EB-EF6E-4A0D-A48D-1111842DD137}"/>
                </a:ext>
              </a:extLst>
            </p:cNvPr>
            <p:cNvSpPr/>
            <p:nvPr userDrawn="1"/>
          </p:nvSpPr>
          <p:spPr>
            <a:xfrm>
              <a:off x="428374" y="1587500"/>
              <a:ext cx="2085975" cy="179261"/>
            </a:xfrm>
            <a:custGeom>
              <a:avLst/>
              <a:gdLst>
                <a:gd name="connsiteX0" fmla="*/ 0 w 2085975"/>
                <a:gd name="connsiteY0" fmla="*/ 0 h 185737"/>
                <a:gd name="connsiteX1" fmla="*/ 2033588 w 2085975"/>
                <a:gd name="connsiteY1" fmla="*/ 0 h 185737"/>
                <a:gd name="connsiteX2" fmla="*/ 2085975 w 2085975"/>
                <a:gd name="connsiteY2" fmla="*/ 185737 h 185737"/>
              </a:gdLst>
              <a:ahLst/>
              <a:cxnLst>
                <a:cxn ang="0">
                  <a:pos x="connsiteX0" y="connsiteY0"/>
                </a:cxn>
                <a:cxn ang="0">
                  <a:pos x="connsiteX1" y="connsiteY1"/>
                </a:cxn>
                <a:cxn ang="0">
                  <a:pos x="connsiteX2" y="connsiteY2"/>
                </a:cxn>
              </a:cxnLst>
              <a:rect l="l" t="t" r="r" b="b"/>
              <a:pathLst>
                <a:path w="2085975" h="185737">
                  <a:moveTo>
                    <a:pt x="0" y="0"/>
                  </a:moveTo>
                  <a:lnTo>
                    <a:pt x="2033588" y="0"/>
                  </a:lnTo>
                  <a:lnTo>
                    <a:pt x="2085975" y="185737"/>
                  </a:lnTo>
                </a:path>
              </a:pathLst>
            </a:custGeom>
            <a:solidFill>
              <a:schemeClr val="bg1"/>
            </a:solidFill>
            <a:ln>
              <a:solidFill>
                <a:schemeClr val="bg2">
                  <a:lumMod val="20000"/>
                  <a:lumOff val="80000"/>
                </a:schemeClr>
              </a:solidFill>
              <a:miter lim="800000"/>
            </a:ln>
          </p:spPr>
          <p:txBody>
            <a:bodyPr wrap="square" lIns="144000" tIns="108000" rIns="72000" bIns="36000" rtlCol="0" anchor="t">
              <a:noAutofit/>
            </a:bodyPr>
            <a:lstStyle/>
            <a:p>
              <a:pPr defTabSz="307644" hangingPunct="0">
                <a:lnSpc>
                  <a:spcPct val="90000"/>
                </a:lnSpc>
                <a:spcAft>
                  <a:spcPts val="596"/>
                </a:spcAft>
                <a:buClr>
                  <a:srgbClr val="E6513E"/>
                </a:buClr>
              </a:pPr>
              <a:endParaRPr lang="de-DE" sz="1200">
                <a:solidFill>
                  <a:schemeClr val="bg2"/>
                </a:solidFill>
                <a:ea typeface="Nokia Pure Text" panose="020B0504040602060303" pitchFamily="34" charset="0"/>
                <a:cs typeface="Nokia Pure Text" panose="020B0504040602060303" pitchFamily="34" charset="0"/>
              </a:endParaRPr>
            </a:p>
          </p:txBody>
        </p:sp>
        <p:sp>
          <p:nvSpPr>
            <p:cNvPr id="138" name="Freeform: Shape 137">
              <a:extLst>
                <a:ext uri="{FF2B5EF4-FFF2-40B4-BE49-F238E27FC236}">
                  <a16:creationId xmlns:a16="http://schemas.microsoft.com/office/drawing/2014/main" id="{72CC5826-0775-4420-AC4A-CD11E9CB68C7}"/>
                </a:ext>
              </a:extLst>
            </p:cNvPr>
            <p:cNvSpPr/>
            <p:nvPr userDrawn="1"/>
          </p:nvSpPr>
          <p:spPr>
            <a:xfrm flipH="1">
              <a:off x="3753397" y="1583990"/>
              <a:ext cx="4958803" cy="2522076"/>
            </a:xfrm>
            <a:custGeom>
              <a:avLst/>
              <a:gdLst>
                <a:gd name="connsiteX0" fmla="*/ 1912821 w 4958803"/>
                <a:gd name="connsiteY0" fmla="*/ 0 h 2520000"/>
                <a:gd name="connsiteX1" fmla="*/ 3190 w 4958803"/>
                <a:gd name="connsiteY1" fmla="*/ 0 h 2520000"/>
                <a:gd name="connsiteX2" fmla="*/ 3190 w 4958803"/>
                <a:gd name="connsiteY2" fmla="*/ 177149 h 2520000"/>
                <a:gd name="connsiteX3" fmla="*/ 0 w 4958803"/>
                <a:gd name="connsiteY3" fmla="*/ 177149 h 2520000"/>
                <a:gd name="connsiteX4" fmla="*/ 0 w 4958803"/>
                <a:gd name="connsiteY4" fmla="*/ 2337149 h 2520000"/>
                <a:gd name="connsiteX5" fmla="*/ 3190 w 4958803"/>
                <a:gd name="connsiteY5" fmla="*/ 2337149 h 2520000"/>
                <a:gd name="connsiteX6" fmla="*/ 3190 w 4958803"/>
                <a:gd name="connsiteY6" fmla="*/ 2520000 h 2520000"/>
                <a:gd name="connsiteX7" fmla="*/ 1912821 w 4958803"/>
                <a:gd name="connsiteY7" fmla="*/ 2520000 h 2520000"/>
                <a:gd name="connsiteX8" fmla="*/ 1912821 w 4958803"/>
                <a:gd name="connsiteY8" fmla="*/ 2337149 h 2520000"/>
                <a:gd name="connsiteX9" fmla="*/ 4958803 w 4958803"/>
                <a:gd name="connsiteY9" fmla="*/ 2337149 h 2520000"/>
                <a:gd name="connsiteX10" fmla="*/ 4722434 w 4958803"/>
                <a:gd name="connsiteY10" fmla="*/ 1257149 h 2520000"/>
                <a:gd name="connsiteX11" fmla="*/ 4958803 w 4958803"/>
                <a:gd name="connsiteY11" fmla="*/ 177149 h 2520000"/>
                <a:gd name="connsiteX12" fmla="*/ 1912821 w 4958803"/>
                <a:gd name="connsiteY12" fmla="*/ 177149 h 2520000"/>
                <a:gd name="connsiteX0" fmla="*/ 1912821 w 4958803"/>
                <a:gd name="connsiteY0" fmla="*/ 4457 h 2524457"/>
                <a:gd name="connsiteX1" fmla="*/ 1869282 w 4958803"/>
                <a:gd name="connsiteY1" fmla="*/ 0 h 2524457"/>
                <a:gd name="connsiteX2" fmla="*/ 3190 w 4958803"/>
                <a:gd name="connsiteY2" fmla="*/ 4457 h 2524457"/>
                <a:gd name="connsiteX3" fmla="*/ 3190 w 4958803"/>
                <a:gd name="connsiteY3" fmla="*/ 181606 h 2524457"/>
                <a:gd name="connsiteX4" fmla="*/ 0 w 4958803"/>
                <a:gd name="connsiteY4" fmla="*/ 181606 h 2524457"/>
                <a:gd name="connsiteX5" fmla="*/ 0 w 4958803"/>
                <a:gd name="connsiteY5" fmla="*/ 2341606 h 2524457"/>
                <a:gd name="connsiteX6" fmla="*/ 3190 w 4958803"/>
                <a:gd name="connsiteY6" fmla="*/ 2341606 h 2524457"/>
                <a:gd name="connsiteX7" fmla="*/ 3190 w 4958803"/>
                <a:gd name="connsiteY7" fmla="*/ 2524457 h 2524457"/>
                <a:gd name="connsiteX8" fmla="*/ 1912821 w 4958803"/>
                <a:gd name="connsiteY8" fmla="*/ 2524457 h 2524457"/>
                <a:gd name="connsiteX9" fmla="*/ 1912821 w 4958803"/>
                <a:gd name="connsiteY9" fmla="*/ 2341606 h 2524457"/>
                <a:gd name="connsiteX10" fmla="*/ 4958803 w 4958803"/>
                <a:gd name="connsiteY10" fmla="*/ 2341606 h 2524457"/>
                <a:gd name="connsiteX11" fmla="*/ 4722434 w 4958803"/>
                <a:gd name="connsiteY11" fmla="*/ 1261606 h 2524457"/>
                <a:gd name="connsiteX12" fmla="*/ 4958803 w 4958803"/>
                <a:gd name="connsiteY12" fmla="*/ 181606 h 2524457"/>
                <a:gd name="connsiteX13" fmla="*/ 1912821 w 4958803"/>
                <a:gd name="connsiteY13" fmla="*/ 181606 h 2524457"/>
                <a:gd name="connsiteX14" fmla="*/ 1912821 w 4958803"/>
                <a:gd name="connsiteY14" fmla="*/ 4457 h 2524457"/>
                <a:gd name="connsiteX0" fmla="*/ 1912821 w 4958803"/>
                <a:gd name="connsiteY0" fmla="*/ 2076 h 2522076"/>
                <a:gd name="connsiteX1" fmla="*/ 1869282 w 4958803"/>
                <a:gd name="connsiteY1" fmla="*/ 0 h 2522076"/>
                <a:gd name="connsiteX2" fmla="*/ 3190 w 4958803"/>
                <a:gd name="connsiteY2" fmla="*/ 2076 h 2522076"/>
                <a:gd name="connsiteX3" fmla="*/ 3190 w 4958803"/>
                <a:gd name="connsiteY3" fmla="*/ 179225 h 2522076"/>
                <a:gd name="connsiteX4" fmla="*/ 0 w 4958803"/>
                <a:gd name="connsiteY4" fmla="*/ 179225 h 2522076"/>
                <a:gd name="connsiteX5" fmla="*/ 0 w 4958803"/>
                <a:gd name="connsiteY5" fmla="*/ 2339225 h 2522076"/>
                <a:gd name="connsiteX6" fmla="*/ 3190 w 4958803"/>
                <a:gd name="connsiteY6" fmla="*/ 2339225 h 2522076"/>
                <a:gd name="connsiteX7" fmla="*/ 3190 w 4958803"/>
                <a:gd name="connsiteY7" fmla="*/ 2522076 h 2522076"/>
                <a:gd name="connsiteX8" fmla="*/ 1912821 w 4958803"/>
                <a:gd name="connsiteY8" fmla="*/ 2522076 h 2522076"/>
                <a:gd name="connsiteX9" fmla="*/ 1912821 w 4958803"/>
                <a:gd name="connsiteY9" fmla="*/ 2339225 h 2522076"/>
                <a:gd name="connsiteX10" fmla="*/ 4958803 w 4958803"/>
                <a:gd name="connsiteY10" fmla="*/ 2339225 h 2522076"/>
                <a:gd name="connsiteX11" fmla="*/ 4722434 w 4958803"/>
                <a:gd name="connsiteY11" fmla="*/ 1259225 h 2522076"/>
                <a:gd name="connsiteX12" fmla="*/ 4958803 w 4958803"/>
                <a:gd name="connsiteY12" fmla="*/ 179225 h 2522076"/>
                <a:gd name="connsiteX13" fmla="*/ 1912821 w 4958803"/>
                <a:gd name="connsiteY13" fmla="*/ 179225 h 2522076"/>
                <a:gd name="connsiteX14" fmla="*/ 1912821 w 4958803"/>
                <a:gd name="connsiteY14" fmla="*/ 2076 h 2522076"/>
                <a:gd name="connsiteX0" fmla="*/ 1912821 w 4958803"/>
                <a:gd name="connsiteY0" fmla="*/ 2076 h 2522076"/>
                <a:gd name="connsiteX1" fmla="*/ 1869282 w 4958803"/>
                <a:gd name="connsiteY1" fmla="*/ 0 h 2522076"/>
                <a:gd name="connsiteX2" fmla="*/ 3190 w 4958803"/>
                <a:gd name="connsiteY2" fmla="*/ 2076 h 2522076"/>
                <a:gd name="connsiteX3" fmla="*/ 3190 w 4958803"/>
                <a:gd name="connsiteY3" fmla="*/ 179225 h 2522076"/>
                <a:gd name="connsiteX4" fmla="*/ 0 w 4958803"/>
                <a:gd name="connsiteY4" fmla="*/ 179225 h 2522076"/>
                <a:gd name="connsiteX5" fmla="*/ 0 w 4958803"/>
                <a:gd name="connsiteY5" fmla="*/ 2339225 h 2522076"/>
                <a:gd name="connsiteX6" fmla="*/ 3190 w 4958803"/>
                <a:gd name="connsiteY6" fmla="*/ 2339225 h 2522076"/>
                <a:gd name="connsiteX7" fmla="*/ 3190 w 4958803"/>
                <a:gd name="connsiteY7" fmla="*/ 2522076 h 2522076"/>
                <a:gd name="connsiteX8" fmla="*/ 1866901 w 4958803"/>
                <a:gd name="connsiteY8" fmla="*/ 2521744 h 2522076"/>
                <a:gd name="connsiteX9" fmla="*/ 1912821 w 4958803"/>
                <a:gd name="connsiteY9" fmla="*/ 2522076 h 2522076"/>
                <a:gd name="connsiteX10" fmla="*/ 1912821 w 4958803"/>
                <a:gd name="connsiteY10" fmla="*/ 2339225 h 2522076"/>
                <a:gd name="connsiteX11" fmla="*/ 4958803 w 4958803"/>
                <a:gd name="connsiteY11" fmla="*/ 2339225 h 2522076"/>
                <a:gd name="connsiteX12" fmla="*/ 4722434 w 4958803"/>
                <a:gd name="connsiteY12" fmla="*/ 1259225 h 2522076"/>
                <a:gd name="connsiteX13" fmla="*/ 4958803 w 4958803"/>
                <a:gd name="connsiteY13" fmla="*/ 179225 h 2522076"/>
                <a:gd name="connsiteX14" fmla="*/ 1912821 w 4958803"/>
                <a:gd name="connsiteY14" fmla="*/ 179225 h 2522076"/>
                <a:gd name="connsiteX15" fmla="*/ 1912821 w 4958803"/>
                <a:gd name="connsiteY15" fmla="*/ 2076 h 2522076"/>
                <a:gd name="connsiteX0" fmla="*/ 1912821 w 4958803"/>
                <a:gd name="connsiteY0" fmla="*/ 2076 h 2522076"/>
                <a:gd name="connsiteX1" fmla="*/ 1869282 w 4958803"/>
                <a:gd name="connsiteY1" fmla="*/ 0 h 2522076"/>
                <a:gd name="connsiteX2" fmla="*/ 3190 w 4958803"/>
                <a:gd name="connsiteY2" fmla="*/ 2076 h 2522076"/>
                <a:gd name="connsiteX3" fmla="*/ 3190 w 4958803"/>
                <a:gd name="connsiteY3" fmla="*/ 179225 h 2522076"/>
                <a:gd name="connsiteX4" fmla="*/ 0 w 4958803"/>
                <a:gd name="connsiteY4" fmla="*/ 179225 h 2522076"/>
                <a:gd name="connsiteX5" fmla="*/ 0 w 4958803"/>
                <a:gd name="connsiteY5" fmla="*/ 2339225 h 2522076"/>
                <a:gd name="connsiteX6" fmla="*/ 3190 w 4958803"/>
                <a:gd name="connsiteY6" fmla="*/ 2339225 h 2522076"/>
                <a:gd name="connsiteX7" fmla="*/ 3190 w 4958803"/>
                <a:gd name="connsiteY7" fmla="*/ 2522076 h 2522076"/>
                <a:gd name="connsiteX8" fmla="*/ 1866901 w 4958803"/>
                <a:gd name="connsiteY8" fmla="*/ 2521744 h 2522076"/>
                <a:gd name="connsiteX9" fmla="*/ 1912821 w 4958803"/>
                <a:gd name="connsiteY9" fmla="*/ 2339225 h 2522076"/>
                <a:gd name="connsiteX10" fmla="*/ 4958803 w 4958803"/>
                <a:gd name="connsiteY10" fmla="*/ 2339225 h 2522076"/>
                <a:gd name="connsiteX11" fmla="*/ 4722434 w 4958803"/>
                <a:gd name="connsiteY11" fmla="*/ 1259225 h 2522076"/>
                <a:gd name="connsiteX12" fmla="*/ 4958803 w 4958803"/>
                <a:gd name="connsiteY12" fmla="*/ 179225 h 2522076"/>
                <a:gd name="connsiteX13" fmla="*/ 1912821 w 4958803"/>
                <a:gd name="connsiteY13" fmla="*/ 179225 h 2522076"/>
                <a:gd name="connsiteX14" fmla="*/ 1912821 w 4958803"/>
                <a:gd name="connsiteY14" fmla="*/ 2076 h 2522076"/>
                <a:gd name="connsiteX0" fmla="*/ 1912821 w 4958803"/>
                <a:gd name="connsiteY0" fmla="*/ 179225 h 2522076"/>
                <a:gd name="connsiteX1" fmla="*/ 1869282 w 4958803"/>
                <a:gd name="connsiteY1" fmla="*/ 0 h 2522076"/>
                <a:gd name="connsiteX2" fmla="*/ 3190 w 4958803"/>
                <a:gd name="connsiteY2" fmla="*/ 2076 h 2522076"/>
                <a:gd name="connsiteX3" fmla="*/ 3190 w 4958803"/>
                <a:gd name="connsiteY3" fmla="*/ 179225 h 2522076"/>
                <a:gd name="connsiteX4" fmla="*/ 0 w 4958803"/>
                <a:gd name="connsiteY4" fmla="*/ 179225 h 2522076"/>
                <a:gd name="connsiteX5" fmla="*/ 0 w 4958803"/>
                <a:gd name="connsiteY5" fmla="*/ 2339225 h 2522076"/>
                <a:gd name="connsiteX6" fmla="*/ 3190 w 4958803"/>
                <a:gd name="connsiteY6" fmla="*/ 2339225 h 2522076"/>
                <a:gd name="connsiteX7" fmla="*/ 3190 w 4958803"/>
                <a:gd name="connsiteY7" fmla="*/ 2522076 h 2522076"/>
                <a:gd name="connsiteX8" fmla="*/ 1866901 w 4958803"/>
                <a:gd name="connsiteY8" fmla="*/ 2521744 h 2522076"/>
                <a:gd name="connsiteX9" fmla="*/ 1912821 w 4958803"/>
                <a:gd name="connsiteY9" fmla="*/ 2339225 h 2522076"/>
                <a:gd name="connsiteX10" fmla="*/ 4958803 w 4958803"/>
                <a:gd name="connsiteY10" fmla="*/ 2339225 h 2522076"/>
                <a:gd name="connsiteX11" fmla="*/ 4722434 w 4958803"/>
                <a:gd name="connsiteY11" fmla="*/ 1259225 h 2522076"/>
                <a:gd name="connsiteX12" fmla="*/ 4958803 w 4958803"/>
                <a:gd name="connsiteY12" fmla="*/ 179225 h 2522076"/>
                <a:gd name="connsiteX13" fmla="*/ 1912821 w 4958803"/>
                <a:gd name="connsiteY13" fmla="*/ 179225 h 2522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58803" h="2522076">
                  <a:moveTo>
                    <a:pt x="1912821" y="179225"/>
                  </a:moveTo>
                  <a:lnTo>
                    <a:pt x="1869282" y="0"/>
                  </a:lnTo>
                  <a:lnTo>
                    <a:pt x="3190" y="2076"/>
                  </a:lnTo>
                  <a:lnTo>
                    <a:pt x="3190" y="179225"/>
                  </a:lnTo>
                  <a:lnTo>
                    <a:pt x="0" y="179225"/>
                  </a:lnTo>
                  <a:lnTo>
                    <a:pt x="0" y="2339225"/>
                  </a:lnTo>
                  <a:lnTo>
                    <a:pt x="3190" y="2339225"/>
                  </a:lnTo>
                  <a:lnTo>
                    <a:pt x="3190" y="2522076"/>
                  </a:lnTo>
                  <a:lnTo>
                    <a:pt x="1866901" y="2521744"/>
                  </a:lnTo>
                  <a:lnTo>
                    <a:pt x="1912821" y="2339225"/>
                  </a:lnTo>
                  <a:lnTo>
                    <a:pt x="4958803" y="2339225"/>
                  </a:lnTo>
                  <a:lnTo>
                    <a:pt x="4722434" y="1259225"/>
                  </a:lnTo>
                  <a:lnTo>
                    <a:pt x="4958803" y="179225"/>
                  </a:lnTo>
                  <a:lnTo>
                    <a:pt x="1912821" y="179225"/>
                  </a:lnTo>
                  <a:close/>
                </a:path>
              </a:pathLst>
            </a:custGeom>
            <a:gradFill flip="none" rotWithShape="1">
              <a:gsLst>
                <a:gs pos="0">
                  <a:schemeClr val="bg2">
                    <a:lumMod val="20000"/>
                    <a:lumOff val="80000"/>
                  </a:schemeClr>
                </a:gs>
                <a:gs pos="75000">
                  <a:schemeClr val="tx1">
                    <a:lumMod val="10000"/>
                    <a:lumOff val="90000"/>
                  </a:schemeClr>
                </a:gs>
              </a:gsLst>
              <a:lin ang="10800000" scaled="1"/>
              <a:tileRect/>
            </a:gradFill>
            <a:ln>
              <a:noFill/>
              <a:miter lim="800000"/>
            </a:ln>
          </p:spPr>
          <p:txBody>
            <a:bodyPr wrap="square" lIns="72000" tIns="108000" rIns="216000" bIns="36000" rtlCol="0" anchor="t">
              <a:noAutofit/>
            </a:bodyPr>
            <a:lstStyle/>
            <a:p>
              <a:pPr algn="r" defTabSz="307644" hangingPunct="0">
                <a:lnSpc>
                  <a:spcPct val="90000"/>
                </a:lnSpc>
                <a:spcAft>
                  <a:spcPts val="596"/>
                </a:spcAft>
                <a:buClr>
                  <a:srgbClr val="E6513E"/>
                </a:buClr>
              </a:pPr>
              <a:r>
                <a:rPr lang="de-DE" sz="1200">
                  <a:solidFill>
                    <a:schemeClr val="bg2">
                      <a:lumMod val="75000"/>
                    </a:schemeClr>
                  </a:solidFill>
                  <a:ea typeface="Nokia Pure Text" panose="020B0504040602060303" pitchFamily="34" charset="0"/>
                  <a:cs typeface="Nokia Pure Text" panose="020B0504040602060303" pitchFamily="34" charset="0"/>
                  <a:sym typeface="Helvetica Neue" charset="0"/>
                </a:rPr>
                <a:t>Partner Ökosystem</a:t>
              </a:r>
              <a:br>
                <a:rPr lang="de-DE" sz="1200">
                  <a:solidFill>
                    <a:schemeClr val="bg2">
                      <a:lumMod val="75000"/>
                    </a:schemeClr>
                  </a:solidFill>
                  <a:ea typeface="Nokia Pure Text" panose="020B0504040602060303" pitchFamily="34" charset="0"/>
                  <a:cs typeface="Nokia Pure Text" panose="020B0504040602060303" pitchFamily="34" charset="0"/>
                  <a:sym typeface="Helvetica Neue" charset="0"/>
                </a:rPr>
              </a:br>
              <a:r>
                <a:rPr lang="de-DE" sz="800">
                  <a:solidFill>
                    <a:schemeClr val="bg2">
                      <a:lumMod val="75000"/>
                    </a:schemeClr>
                  </a:solidFill>
                  <a:ea typeface="Nokia Pure Text" panose="020B0504040602060303" pitchFamily="34" charset="0"/>
                  <a:cs typeface="Nokia Pure Text" panose="020B0504040602060303" pitchFamily="34" charset="0"/>
                  <a:sym typeface="Helvetica Neue" charset="0"/>
                </a:rPr>
                <a:t>Externes Wissen zu den Lösungen</a:t>
              </a:r>
              <a:endParaRPr lang="de-DE" sz="1200">
                <a:solidFill>
                  <a:schemeClr val="bg2">
                    <a:lumMod val="75000"/>
                  </a:schemeClr>
                </a:solidFill>
                <a:ea typeface="Nokia Pure Text" panose="020B0504040602060303" pitchFamily="34" charset="0"/>
                <a:cs typeface="Nokia Pure Text" panose="020B0504040602060303" pitchFamily="34" charset="0"/>
                <a:sym typeface="Helvetica Neue" charset="0"/>
              </a:endParaRPr>
            </a:p>
          </p:txBody>
        </p:sp>
        <p:sp>
          <p:nvSpPr>
            <p:cNvPr id="140" name="Freeform: Shape 139">
              <a:extLst>
                <a:ext uri="{FF2B5EF4-FFF2-40B4-BE49-F238E27FC236}">
                  <a16:creationId xmlns:a16="http://schemas.microsoft.com/office/drawing/2014/main" id="{9F0307F6-6D1E-4461-8D11-31F79A938088}"/>
                </a:ext>
              </a:extLst>
            </p:cNvPr>
            <p:cNvSpPr/>
            <p:nvPr userDrawn="1"/>
          </p:nvSpPr>
          <p:spPr>
            <a:xfrm>
              <a:off x="825679" y="1763215"/>
              <a:ext cx="2935759" cy="2160000"/>
            </a:xfrm>
            <a:custGeom>
              <a:avLst/>
              <a:gdLst>
                <a:gd name="connsiteX0" fmla="*/ 0 w 3343481"/>
                <a:gd name="connsiteY0" fmla="*/ 0 h 2160000"/>
                <a:gd name="connsiteX1" fmla="*/ 750752 w 3343481"/>
                <a:gd name="connsiteY1" fmla="*/ 0 h 2160000"/>
                <a:gd name="connsiteX2" fmla="*/ 2356360 w 3343481"/>
                <a:gd name="connsiteY2" fmla="*/ 0 h 2160000"/>
                <a:gd name="connsiteX3" fmla="*/ 3107112 w 3343481"/>
                <a:gd name="connsiteY3" fmla="*/ 0 h 2160000"/>
                <a:gd name="connsiteX4" fmla="*/ 3343481 w 3343481"/>
                <a:gd name="connsiteY4" fmla="*/ 1080000 h 2160000"/>
                <a:gd name="connsiteX5" fmla="*/ 3107112 w 3343481"/>
                <a:gd name="connsiteY5" fmla="*/ 2160000 h 2160000"/>
                <a:gd name="connsiteX6" fmla="*/ 2356360 w 3343481"/>
                <a:gd name="connsiteY6" fmla="*/ 2160000 h 2160000"/>
                <a:gd name="connsiteX7" fmla="*/ 750752 w 3343481"/>
                <a:gd name="connsiteY7" fmla="*/ 2160000 h 2160000"/>
                <a:gd name="connsiteX8" fmla="*/ 0 w 3343481"/>
                <a:gd name="connsiteY8" fmla="*/ 2160000 h 2160000"/>
                <a:gd name="connsiteX9" fmla="*/ 57166 w 3343481"/>
                <a:gd name="connsiteY9" fmla="*/ 2096522 h 2160000"/>
                <a:gd name="connsiteX10" fmla="*/ 101269 w 3343481"/>
                <a:gd name="connsiteY10" fmla="*/ 2094295 h 2160000"/>
                <a:gd name="connsiteX11" fmla="*/ 1016584 w 3343481"/>
                <a:gd name="connsiteY11" fmla="*/ 1080000 h 2160000"/>
                <a:gd name="connsiteX12" fmla="*/ 101269 w 3343481"/>
                <a:gd name="connsiteY12" fmla="*/ 65705 h 2160000"/>
                <a:gd name="connsiteX13" fmla="*/ 57752 w 3343481"/>
                <a:gd name="connsiteY13" fmla="*/ 63508 h 2160000"/>
                <a:gd name="connsiteX0" fmla="*/ 0 w 3343481"/>
                <a:gd name="connsiteY0" fmla="*/ 0 h 2160000"/>
                <a:gd name="connsiteX1" fmla="*/ 750752 w 3343481"/>
                <a:gd name="connsiteY1" fmla="*/ 0 h 2160000"/>
                <a:gd name="connsiteX2" fmla="*/ 2356360 w 3343481"/>
                <a:gd name="connsiteY2" fmla="*/ 0 h 2160000"/>
                <a:gd name="connsiteX3" fmla="*/ 3107112 w 3343481"/>
                <a:gd name="connsiteY3" fmla="*/ 0 h 2160000"/>
                <a:gd name="connsiteX4" fmla="*/ 3343481 w 3343481"/>
                <a:gd name="connsiteY4" fmla="*/ 1080000 h 2160000"/>
                <a:gd name="connsiteX5" fmla="*/ 3107112 w 3343481"/>
                <a:gd name="connsiteY5" fmla="*/ 2160000 h 2160000"/>
                <a:gd name="connsiteX6" fmla="*/ 2356360 w 3343481"/>
                <a:gd name="connsiteY6" fmla="*/ 2160000 h 2160000"/>
                <a:gd name="connsiteX7" fmla="*/ 750752 w 3343481"/>
                <a:gd name="connsiteY7" fmla="*/ 2160000 h 2160000"/>
                <a:gd name="connsiteX8" fmla="*/ 0 w 3343481"/>
                <a:gd name="connsiteY8" fmla="*/ 2160000 h 2160000"/>
                <a:gd name="connsiteX9" fmla="*/ 57166 w 3343481"/>
                <a:gd name="connsiteY9" fmla="*/ 2096522 h 2160000"/>
                <a:gd name="connsiteX10" fmla="*/ 101269 w 3343481"/>
                <a:gd name="connsiteY10" fmla="*/ 2094295 h 2160000"/>
                <a:gd name="connsiteX11" fmla="*/ 1016584 w 3343481"/>
                <a:gd name="connsiteY11" fmla="*/ 1080000 h 2160000"/>
                <a:gd name="connsiteX12" fmla="*/ 101269 w 3343481"/>
                <a:gd name="connsiteY12" fmla="*/ 65705 h 2160000"/>
                <a:gd name="connsiteX13" fmla="*/ 0 w 3343481"/>
                <a:gd name="connsiteY13" fmla="*/ 0 h 2160000"/>
                <a:gd name="connsiteX0" fmla="*/ 0 w 3343481"/>
                <a:gd name="connsiteY0" fmla="*/ 0 h 2160000"/>
                <a:gd name="connsiteX1" fmla="*/ 750752 w 3343481"/>
                <a:gd name="connsiteY1" fmla="*/ 0 h 2160000"/>
                <a:gd name="connsiteX2" fmla="*/ 2356360 w 3343481"/>
                <a:gd name="connsiteY2" fmla="*/ 0 h 2160000"/>
                <a:gd name="connsiteX3" fmla="*/ 3107112 w 3343481"/>
                <a:gd name="connsiteY3" fmla="*/ 0 h 2160000"/>
                <a:gd name="connsiteX4" fmla="*/ 3343481 w 3343481"/>
                <a:gd name="connsiteY4" fmla="*/ 1080000 h 2160000"/>
                <a:gd name="connsiteX5" fmla="*/ 3107112 w 3343481"/>
                <a:gd name="connsiteY5" fmla="*/ 2160000 h 2160000"/>
                <a:gd name="connsiteX6" fmla="*/ 2356360 w 3343481"/>
                <a:gd name="connsiteY6" fmla="*/ 2160000 h 2160000"/>
                <a:gd name="connsiteX7" fmla="*/ 750752 w 3343481"/>
                <a:gd name="connsiteY7" fmla="*/ 2160000 h 2160000"/>
                <a:gd name="connsiteX8" fmla="*/ 0 w 3343481"/>
                <a:gd name="connsiteY8" fmla="*/ 2160000 h 2160000"/>
                <a:gd name="connsiteX9" fmla="*/ 57166 w 3343481"/>
                <a:gd name="connsiteY9" fmla="*/ 2096522 h 2160000"/>
                <a:gd name="connsiteX10" fmla="*/ 101269 w 3343481"/>
                <a:gd name="connsiteY10" fmla="*/ 2094295 h 2160000"/>
                <a:gd name="connsiteX11" fmla="*/ 1016584 w 3343481"/>
                <a:gd name="connsiteY11" fmla="*/ 1080000 h 2160000"/>
                <a:gd name="connsiteX12" fmla="*/ 0 w 3343481"/>
                <a:gd name="connsiteY12" fmla="*/ 0 h 2160000"/>
                <a:gd name="connsiteX0" fmla="*/ 0 w 3343481"/>
                <a:gd name="connsiteY0" fmla="*/ 0 h 2160000"/>
                <a:gd name="connsiteX1" fmla="*/ 750752 w 3343481"/>
                <a:gd name="connsiteY1" fmla="*/ 0 h 2160000"/>
                <a:gd name="connsiteX2" fmla="*/ 2356360 w 3343481"/>
                <a:gd name="connsiteY2" fmla="*/ 0 h 2160000"/>
                <a:gd name="connsiteX3" fmla="*/ 3107112 w 3343481"/>
                <a:gd name="connsiteY3" fmla="*/ 0 h 2160000"/>
                <a:gd name="connsiteX4" fmla="*/ 3343481 w 3343481"/>
                <a:gd name="connsiteY4" fmla="*/ 1080000 h 2160000"/>
                <a:gd name="connsiteX5" fmla="*/ 3107112 w 3343481"/>
                <a:gd name="connsiteY5" fmla="*/ 2160000 h 2160000"/>
                <a:gd name="connsiteX6" fmla="*/ 2356360 w 3343481"/>
                <a:gd name="connsiteY6" fmla="*/ 2160000 h 2160000"/>
                <a:gd name="connsiteX7" fmla="*/ 750752 w 3343481"/>
                <a:gd name="connsiteY7" fmla="*/ 2160000 h 2160000"/>
                <a:gd name="connsiteX8" fmla="*/ 0 w 3343481"/>
                <a:gd name="connsiteY8" fmla="*/ 2160000 h 2160000"/>
                <a:gd name="connsiteX9" fmla="*/ 101269 w 3343481"/>
                <a:gd name="connsiteY9" fmla="*/ 2094295 h 2160000"/>
                <a:gd name="connsiteX10" fmla="*/ 1016584 w 3343481"/>
                <a:gd name="connsiteY10" fmla="*/ 1080000 h 2160000"/>
                <a:gd name="connsiteX11" fmla="*/ 0 w 3343481"/>
                <a:gd name="connsiteY11" fmla="*/ 0 h 2160000"/>
                <a:gd name="connsiteX0" fmla="*/ 0 w 3343481"/>
                <a:gd name="connsiteY0" fmla="*/ 0 h 2160000"/>
                <a:gd name="connsiteX1" fmla="*/ 750752 w 3343481"/>
                <a:gd name="connsiteY1" fmla="*/ 0 h 2160000"/>
                <a:gd name="connsiteX2" fmla="*/ 2356360 w 3343481"/>
                <a:gd name="connsiteY2" fmla="*/ 0 h 2160000"/>
                <a:gd name="connsiteX3" fmla="*/ 3107112 w 3343481"/>
                <a:gd name="connsiteY3" fmla="*/ 0 h 2160000"/>
                <a:gd name="connsiteX4" fmla="*/ 3343481 w 3343481"/>
                <a:gd name="connsiteY4" fmla="*/ 1080000 h 2160000"/>
                <a:gd name="connsiteX5" fmla="*/ 3107112 w 3343481"/>
                <a:gd name="connsiteY5" fmla="*/ 2160000 h 2160000"/>
                <a:gd name="connsiteX6" fmla="*/ 2356360 w 3343481"/>
                <a:gd name="connsiteY6" fmla="*/ 2160000 h 2160000"/>
                <a:gd name="connsiteX7" fmla="*/ 750752 w 3343481"/>
                <a:gd name="connsiteY7" fmla="*/ 2160000 h 2160000"/>
                <a:gd name="connsiteX8" fmla="*/ 0 w 3343481"/>
                <a:gd name="connsiteY8" fmla="*/ 2160000 h 2160000"/>
                <a:gd name="connsiteX9" fmla="*/ 1016584 w 3343481"/>
                <a:gd name="connsiteY9" fmla="*/ 1080000 h 2160000"/>
                <a:gd name="connsiteX10" fmla="*/ 0 w 3343481"/>
                <a:gd name="connsiteY10" fmla="*/ 0 h 2160000"/>
                <a:gd name="connsiteX0" fmla="*/ 0 w 3343481"/>
                <a:gd name="connsiteY0" fmla="*/ 0 h 2160000"/>
                <a:gd name="connsiteX1" fmla="*/ 750752 w 3343481"/>
                <a:gd name="connsiteY1" fmla="*/ 0 h 2160000"/>
                <a:gd name="connsiteX2" fmla="*/ 3107112 w 3343481"/>
                <a:gd name="connsiteY2" fmla="*/ 0 h 2160000"/>
                <a:gd name="connsiteX3" fmla="*/ 3343481 w 3343481"/>
                <a:gd name="connsiteY3" fmla="*/ 1080000 h 2160000"/>
                <a:gd name="connsiteX4" fmla="*/ 3107112 w 3343481"/>
                <a:gd name="connsiteY4" fmla="*/ 2160000 h 2160000"/>
                <a:gd name="connsiteX5" fmla="*/ 2356360 w 3343481"/>
                <a:gd name="connsiteY5" fmla="*/ 2160000 h 2160000"/>
                <a:gd name="connsiteX6" fmla="*/ 750752 w 3343481"/>
                <a:gd name="connsiteY6" fmla="*/ 2160000 h 2160000"/>
                <a:gd name="connsiteX7" fmla="*/ 0 w 3343481"/>
                <a:gd name="connsiteY7" fmla="*/ 2160000 h 2160000"/>
                <a:gd name="connsiteX8" fmla="*/ 1016584 w 3343481"/>
                <a:gd name="connsiteY8" fmla="*/ 1080000 h 2160000"/>
                <a:gd name="connsiteX9" fmla="*/ 0 w 3343481"/>
                <a:gd name="connsiteY9" fmla="*/ 0 h 2160000"/>
                <a:gd name="connsiteX0" fmla="*/ 0 w 3343481"/>
                <a:gd name="connsiteY0" fmla="*/ 0 h 2160000"/>
                <a:gd name="connsiteX1" fmla="*/ 3107112 w 3343481"/>
                <a:gd name="connsiteY1" fmla="*/ 0 h 2160000"/>
                <a:gd name="connsiteX2" fmla="*/ 3343481 w 3343481"/>
                <a:gd name="connsiteY2" fmla="*/ 1080000 h 2160000"/>
                <a:gd name="connsiteX3" fmla="*/ 3107112 w 3343481"/>
                <a:gd name="connsiteY3" fmla="*/ 2160000 h 2160000"/>
                <a:gd name="connsiteX4" fmla="*/ 2356360 w 3343481"/>
                <a:gd name="connsiteY4" fmla="*/ 2160000 h 2160000"/>
                <a:gd name="connsiteX5" fmla="*/ 750752 w 3343481"/>
                <a:gd name="connsiteY5" fmla="*/ 2160000 h 2160000"/>
                <a:gd name="connsiteX6" fmla="*/ 0 w 3343481"/>
                <a:gd name="connsiteY6" fmla="*/ 2160000 h 2160000"/>
                <a:gd name="connsiteX7" fmla="*/ 1016584 w 3343481"/>
                <a:gd name="connsiteY7" fmla="*/ 1080000 h 2160000"/>
                <a:gd name="connsiteX8" fmla="*/ 0 w 3343481"/>
                <a:gd name="connsiteY8" fmla="*/ 0 h 2160000"/>
                <a:gd name="connsiteX0" fmla="*/ 0 w 3343481"/>
                <a:gd name="connsiteY0" fmla="*/ 0 h 2160000"/>
                <a:gd name="connsiteX1" fmla="*/ 3107112 w 3343481"/>
                <a:gd name="connsiteY1" fmla="*/ 0 h 2160000"/>
                <a:gd name="connsiteX2" fmla="*/ 3343481 w 3343481"/>
                <a:gd name="connsiteY2" fmla="*/ 1080000 h 2160000"/>
                <a:gd name="connsiteX3" fmla="*/ 3107112 w 3343481"/>
                <a:gd name="connsiteY3" fmla="*/ 2160000 h 2160000"/>
                <a:gd name="connsiteX4" fmla="*/ 2356360 w 3343481"/>
                <a:gd name="connsiteY4" fmla="*/ 2160000 h 2160000"/>
                <a:gd name="connsiteX5" fmla="*/ 0 w 3343481"/>
                <a:gd name="connsiteY5" fmla="*/ 2160000 h 2160000"/>
                <a:gd name="connsiteX6" fmla="*/ 1016584 w 3343481"/>
                <a:gd name="connsiteY6" fmla="*/ 1080000 h 2160000"/>
                <a:gd name="connsiteX7" fmla="*/ 0 w 3343481"/>
                <a:gd name="connsiteY7" fmla="*/ 0 h 2160000"/>
                <a:gd name="connsiteX0" fmla="*/ 56920 w 3400401"/>
                <a:gd name="connsiteY0" fmla="*/ 0 h 2160000"/>
                <a:gd name="connsiteX1" fmla="*/ 3164032 w 3400401"/>
                <a:gd name="connsiteY1" fmla="*/ 0 h 2160000"/>
                <a:gd name="connsiteX2" fmla="*/ 3400401 w 3400401"/>
                <a:gd name="connsiteY2" fmla="*/ 1080000 h 2160000"/>
                <a:gd name="connsiteX3" fmla="*/ 3164032 w 3400401"/>
                <a:gd name="connsiteY3" fmla="*/ 2160000 h 2160000"/>
                <a:gd name="connsiteX4" fmla="*/ 2413280 w 3400401"/>
                <a:gd name="connsiteY4" fmla="*/ 2160000 h 2160000"/>
                <a:gd name="connsiteX5" fmla="*/ 56920 w 3400401"/>
                <a:gd name="connsiteY5" fmla="*/ 2160000 h 2160000"/>
                <a:gd name="connsiteX6" fmla="*/ 1073504 w 3400401"/>
                <a:gd name="connsiteY6" fmla="*/ 1080000 h 2160000"/>
                <a:gd name="connsiteX7" fmla="*/ 56920 w 3400401"/>
                <a:gd name="connsiteY7" fmla="*/ 0 h 2160000"/>
                <a:gd name="connsiteX0" fmla="*/ 56920 w 3400401"/>
                <a:gd name="connsiteY0" fmla="*/ 0 h 2160000"/>
                <a:gd name="connsiteX1" fmla="*/ 3164032 w 3400401"/>
                <a:gd name="connsiteY1" fmla="*/ 0 h 2160000"/>
                <a:gd name="connsiteX2" fmla="*/ 3400401 w 3400401"/>
                <a:gd name="connsiteY2" fmla="*/ 1080000 h 2160000"/>
                <a:gd name="connsiteX3" fmla="*/ 3164032 w 3400401"/>
                <a:gd name="connsiteY3" fmla="*/ 2160000 h 2160000"/>
                <a:gd name="connsiteX4" fmla="*/ 2413280 w 3400401"/>
                <a:gd name="connsiteY4" fmla="*/ 2160000 h 2160000"/>
                <a:gd name="connsiteX5" fmla="*/ 56920 w 3400401"/>
                <a:gd name="connsiteY5" fmla="*/ 2160000 h 2160000"/>
                <a:gd name="connsiteX6" fmla="*/ 1073504 w 3400401"/>
                <a:gd name="connsiteY6" fmla="*/ 1080000 h 2160000"/>
                <a:gd name="connsiteX7" fmla="*/ 56920 w 3400401"/>
                <a:gd name="connsiteY7" fmla="*/ 0 h 2160000"/>
                <a:gd name="connsiteX0" fmla="*/ 0 w 3343481"/>
                <a:gd name="connsiteY0" fmla="*/ 0 h 2160000"/>
                <a:gd name="connsiteX1" fmla="*/ 3107112 w 3343481"/>
                <a:gd name="connsiteY1" fmla="*/ 0 h 2160000"/>
                <a:gd name="connsiteX2" fmla="*/ 3343481 w 3343481"/>
                <a:gd name="connsiteY2" fmla="*/ 1080000 h 2160000"/>
                <a:gd name="connsiteX3" fmla="*/ 3107112 w 3343481"/>
                <a:gd name="connsiteY3" fmla="*/ 2160000 h 2160000"/>
                <a:gd name="connsiteX4" fmla="*/ 2356360 w 3343481"/>
                <a:gd name="connsiteY4" fmla="*/ 2160000 h 2160000"/>
                <a:gd name="connsiteX5" fmla="*/ 0 w 3343481"/>
                <a:gd name="connsiteY5" fmla="*/ 2160000 h 2160000"/>
                <a:gd name="connsiteX6" fmla="*/ 1016584 w 3343481"/>
                <a:gd name="connsiteY6" fmla="*/ 1080000 h 2160000"/>
                <a:gd name="connsiteX7" fmla="*/ 0 w 3343481"/>
                <a:gd name="connsiteY7" fmla="*/ 0 h 2160000"/>
                <a:gd name="connsiteX0" fmla="*/ 0 w 3343481"/>
                <a:gd name="connsiteY0" fmla="*/ 0 h 2160000"/>
                <a:gd name="connsiteX1" fmla="*/ 3107112 w 3343481"/>
                <a:gd name="connsiteY1" fmla="*/ 0 h 2160000"/>
                <a:gd name="connsiteX2" fmla="*/ 3343481 w 3343481"/>
                <a:gd name="connsiteY2" fmla="*/ 1080000 h 2160000"/>
                <a:gd name="connsiteX3" fmla="*/ 3107112 w 3343481"/>
                <a:gd name="connsiteY3" fmla="*/ 2160000 h 2160000"/>
                <a:gd name="connsiteX4" fmla="*/ 2356360 w 3343481"/>
                <a:gd name="connsiteY4" fmla="*/ 2160000 h 2160000"/>
                <a:gd name="connsiteX5" fmla="*/ 0 w 3343481"/>
                <a:gd name="connsiteY5" fmla="*/ 2160000 h 2160000"/>
                <a:gd name="connsiteX6" fmla="*/ 1016584 w 3343481"/>
                <a:gd name="connsiteY6" fmla="*/ 1080000 h 2160000"/>
                <a:gd name="connsiteX7" fmla="*/ 0 w 3343481"/>
                <a:gd name="connsiteY7" fmla="*/ 0 h 2160000"/>
                <a:gd name="connsiteX0" fmla="*/ 0 w 3343481"/>
                <a:gd name="connsiteY0" fmla="*/ 0 h 2160000"/>
                <a:gd name="connsiteX1" fmla="*/ 3107112 w 3343481"/>
                <a:gd name="connsiteY1" fmla="*/ 0 h 2160000"/>
                <a:gd name="connsiteX2" fmla="*/ 3343481 w 3343481"/>
                <a:gd name="connsiteY2" fmla="*/ 1080000 h 2160000"/>
                <a:gd name="connsiteX3" fmla="*/ 3107112 w 3343481"/>
                <a:gd name="connsiteY3" fmla="*/ 2160000 h 2160000"/>
                <a:gd name="connsiteX4" fmla="*/ 2356360 w 3343481"/>
                <a:gd name="connsiteY4" fmla="*/ 2160000 h 2160000"/>
                <a:gd name="connsiteX5" fmla="*/ 0 w 3343481"/>
                <a:gd name="connsiteY5" fmla="*/ 2160000 h 2160000"/>
                <a:gd name="connsiteX6" fmla="*/ 1064592 w 3343481"/>
                <a:gd name="connsiteY6" fmla="*/ 1080000 h 2160000"/>
                <a:gd name="connsiteX7" fmla="*/ 0 w 3343481"/>
                <a:gd name="connsiteY7" fmla="*/ 0 h 2160000"/>
                <a:gd name="connsiteX0" fmla="*/ 0 w 3343481"/>
                <a:gd name="connsiteY0" fmla="*/ 0 h 2160000"/>
                <a:gd name="connsiteX1" fmla="*/ 3107112 w 3343481"/>
                <a:gd name="connsiteY1" fmla="*/ 0 h 2160000"/>
                <a:gd name="connsiteX2" fmla="*/ 3343481 w 3343481"/>
                <a:gd name="connsiteY2" fmla="*/ 1080000 h 2160000"/>
                <a:gd name="connsiteX3" fmla="*/ 3107112 w 3343481"/>
                <a:gd name="connsiteY3" fmla="*/ 2160000 h 2160000"/>
                <a:gd name="connsiteX4" fmla="*/ 2356360 w 3343481"/>
                <a:gd name="connsiteY4" fmla="*/ 2160000 h 2160000"/>
                <a:gd name="connsiteX5" fmla="*/ 0 w 3343481"/>
                <a:gd name="connsiteY5" fmla="*/ 2160000 h 2160000"/>
                <a:gd name="connsiteX6" fmla="*/ 1070593 w 3343481"/>
                <a:gd name="connsiteY6" fmla="*/ 1091359 h 2160000"/>
                <a:gd name="connsiteX7" fmla="*/ 0 w 3343481"/>
                <a:gd name="connsiteY7" fmla="*/ 0 h 2160000"/>
                <a:gd name="connsiteX0" fmla="*/ 211348 w 3343481"/>
                <a:gd name="connsiteY0" fmla="*/ 0 h 2160000"/>
                <a:gd name="connsiteX1" fmla="*/ 3107112 w 3343481"/>
                <a:gd name="connsiteY1" fmla="*/ 0 h 2160000"/>
                <a:gd name="connsiteX2" fmla="*/ 3343481 w 3343481"/>
                <a:gd name="connsiteY2" fmla="*/ 1080000 h 2160000"/>
                <a:gd name="connsiteX3" fmla="*/ 3107112 w 3343481"/>
                <a:gd name="connsiteY3" fmla="*/ 2160000 h 2160000"/>
                <a:gd name="connsiteX4" fmla="*/ 2356360 w 3343481"/>
                <a:gd name="connsiteY4" fmla="*/ 2160000 h 2160000"/>
                <a:gd name="connsiteX5" fmla="*/ 0 w 3343481"/>
                <a:gd name="connsiteY5" fmla="*/ 2160000 h 2160000"/>
                <a:gd name="connsiteX6" fmla="*/ 1070593 w 3343481"/>
                <a:gd name="connsiteY6" fmla="*/ 1091359 h 2160000"/>
                <a:gd name="connsiteX7" fmla="*/ 211348 w 3343481"/>
                <a:gd name="connsiteY7" fmla="*/ 0 h 2160000"/>
                <a:gd name="connsiteX0" fmla="*/ 244895 w 3343481"/>
                <a:gd name="connsiteY0" fmla="*/ 0 h 2160000"/>
                <a:gd name="connsiteX1" fmla="*/ 3107112 w 3343481"/>
                <a:gd name="connsiteY1" fmla="*/ 0 h 2160000"/>
                <a:gd name="connsiteX2" fmla="*/ 3343481 w 3343481"/>
                <a:gd name="connsiteY2" fmla="*/ 1080000 h 2160000"/>
                <a:gd name="connsiteX3" fmla="*/ 3107112 w 3343481"/>
                <a:gd name="connsiteY3" fmla="*/ 2160000 h 2160000"/>
                <a:gd name="connsiteX4" fmla="*/ 2356360 w 3343481"/>
                <a:gd name="connsiteY4" fmla="*/ 2160000 h 2160000"/>
                <a:gd name="connsiteX5" fmla="*/ 0 w 3343481"/>
                <a:gd name="connsiteY5" fmla="*/ 2160000 h 2160000"/>
                <a:gd name="connsiteX6" fmla="*/ 1070593 w 3343481"/>
                <a:gd name="connsiteY6" fmla="*/ 1091359 h 2160000"/>
                <a:gd name="connsiteX7" fmla="*/ 244895 w 3343481"/>
                <a:gd name="connsiteY7" fmla="*/ 0 h 2160000"/>
                <a:gd name="connsiteX0" fmla="*/ 3355 w 3101941"/>
                <a:gd name="connsiteY0" fmla="*/ 0 h 2160000"/>
                <a:gd name="connsiteX1" fmla="*/ 2865572 w 3101941"/>
                <a:gd name="connsiteY1" fmla="*/ 0 h 2160000"/>
                <a:gd name="connsiteX2" fmla="*/ 3101941 w 3101941"/>
                <a:gd name="connsiteY2" fmla="*/ 1080000 h 2160000"/>
                <a:gd name="connsiteX3" fmla="*/ 2865572 w 3101941"/>
                <a:gd name="connsiteY3" fmla="*/ 2160000 h 2160000"/>
                <a:gd name="connsiteX4" fmla="*/ 2114820 w 3101941"/>
                <a:gd name="connsiteY4" fmla="*/ 2160000 h 2160000"/>
                <a:gd name="connsiteX5" fmla="*/ 0 w 3101941"/>
                <a:gd name="connsiteY5" fmla="*/ 2160000 h 2160000"/>
                <a:gd name="connsiteX6" fmla="*/ 829053 w 3101941"/>
                <a:gd name="connsiteY6" fmla="*/ 1091359 h 2160000"/>
                <a:gd name="connsiteX7" fmla="*/ 3355 w 3101941"/>
                <a:gd name="connsiteY7" fmla="*/ 0 h 2160000"/>
                <a:gd name="connsiteX0" fmla="*/ 3355 w 3101941"/>
                <a:gd name="connsiteY0" fmla="*/ 0 h 2160000"/>
                <a:gd name="connsiteX1" fmla="*/ 2865572 w 3101941"/>
                <a:gd name="connsiteY1" fmla="*/ 0 h 2160000"/>
                <a:gd name="connsiteX2" fmla="*/ 3101941 w 3101941"/>
                <a:gd name="connsiteY2" fmla="*/ 1080000 h 2160000"/>
                <a:gd name="connsiteX3" fmla="*/ 2865572 w 3101941"/>
                <a:gd name="connsiteY3" fmla="*/ 2160000 h 2160000"/>
                <a:gd name="connsiteX4" fmla="*/ 0 w 3101941"/>
                <a:gd name="connsiteY4" fmla="*/ 2160000 h 2160000"/>
                <a:gd name="connsiteX5" fmla="*/ 829053 w 3101941"/>
                <a:gd name="connsiteY5" fmla="*/ 1091359 h 2160000"/>
                <a:gd name="connsiteX6" fmla="*/ 3355 w 3101941"/>
                <a:gd name="connsiteY6" fmla="*/ 0 h 2160000"/>
                <a:gd name="connsiteX0" fmla="*/ 3355 w 3101941"/>
                <a:gd name="connsiteY0" fmla="*/ 0 h 2160000"/>
                <a:gd name="connsiteX1" fmla="*/ 2865572 w 3101941"/>
                <a:gd name="connsiteY1" fmla="*/ 0 h 2160000"/>
                <a:gd name="connsiteX2" fmla="*/ 3101941 w 3101941"/>
                <a:gd name="connsiteY2" fmla="*/ 1080000 h 2160000"/>
                <a:gd name="connsiteX3" fmla="*/ 2865572 w 3101941"/>
                <a:gd name="connsiteY3" fmla="*/ 2160000 h 2160000"/>
                <a:gd name="connsiteX4" fmla="*/ 0 w 3101941"/>
                <a:gd name="connsiteY4" fmla="*/ 2160000 h 2160000"/>
                <a:gd name="connsiteX5" fmla="*/ 1037046 w 3101941"/>
                <a:gd name="connsiteY5" fmla="*/ 1097709 h 2160000"/>
                <a:gd name="connsiteX6" fmla="*/ 3355 w 3101941"/>
                <a:gd name="connsiteY6"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1941" h="2160000">
                  <a:moveTo>
                    <a:pt x="3355" y="0"/>
                  </a:moveTo>
                  <a:lnTo>
                    <a:pt x="2865572" y="0"/>
                  </a:lnTo>
                  <a:lnTo>
                    <a:pt x="3101941" y="1080000"/>
                  </a:lnTo>
                  <a:lnTo>
                    <a:pt x="2865572" y="2160000"/>
                  </a:lnTo>
                  <a:lnTo>
                    <a:pt x="0" y="2160000"/>
                  </a:lnTo>
                  <a:cubicBezTo>
                    <a:pt x="741904" y="2135575"/>
                    <a:pt x="1036487" y="1457709"/>
                    <a:pt x="1037046" y="1097709"/>
                  </a:cubicBezTo>
                  <a:cubicBezTo>
                    <a:pt x="1037605" y="737709"/>
                    <a:pt x="759834" y="37125"/>
                    <a:pt x="3355" y="0"/>
                  </a:cubicBezTo>
                  <a:close/>
                </a:path>
              </a:pathLst>
            </a:custGeom>
            <a:solidFill>
              <a:schemeClr val="bg1">
                <a:alpha val="40000"/>
              </a:schemeClr>
            </a:solidFill>
            <a:ln w="12700">
              <a:gradFill flip="none" rotWithShape="1">
                <a:gsLst>
                  <a:gs pos="29000">
                    <a:schemeClr val="bg2">
                      <a:lumMod val="40000"/>
                      <a:lumOff val="60000"/>
                      <a:alpha val="0"/>
                    </a:schemeClr>
                  </a:gs>
                  <a:gs pos="75000">
                    <a:schemeClr val="bg2">
                      <a:lumMod val="40000"/>
                      <a:lumOff val="60000"/>
                    </a:schemeClr>
                  </a:gs>
                </a:gsLst>
                <a:lin ang="0" scaled="1"/>
                <a:tileRect/>
              </a:gradFill>
            </a:ln>
          </p:spPr>
          <p:txBody>
            <a:bodyPr wrap="square" lIns="72000" tIns="36000" rIns="576000" bIns="36000" rtlCol="0" anchor="b">
              <a:noAutofit/>
            </a:bodyPr>
            <a:lstStyle/>
            <a:p>
              <a:pPr indent="361950" algn="r" defTabSz="307644" hangingPunct="0">
                <a:lnSpc>
                  <a:spcPct val="90000"/>
                </a:lnSpc>
                <a:spcAft>
                  <a:spcPts val="596"/>
                </a:spcAft>
                <a:buClr>
                  <a:srgbClr val="E6513E"/>
                </a:buClr>
              </a:pPr>
              <a:endParaRPr lang="en-US" sz="100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41" name="Freeform: Shape 140">
              <a:extLst>
                <a:ext uri="{FF2B5EF4-FFF2-40B4-BE49-F238E27FC236}">
                  <a16:creationId xmlns:a16="http://schemas.microsoft.com/office/drawing/2014/main" id="{CAD28DF3-8FB0-40E0-B1A1-AE4A45FC9CA8}"/>
                </a:ext>
              </a:extLst>
            </p:cNvPr>
            <p:cNvSpPr/>
            <p:nvPr userDrawn="1"/>
          </p:nvSpPr>
          <p:spPr>
            <a:xfrm>
              <a:off x="3821590" y="1585004"/>
              <a:ext cx="2875120" cy="2522124"/>
            </a:xfrm>
            <a:custGeom>
              <a:avLst/>
              <a:gdLst>
                <a:gd name="connsiteX0" fmla="*/ 0 w 1357562"/>
                <a:gd name="connsiteY0" fmla="*/ 0 h 1789546"/>
                <a:gd name="connsiteX1" fmla="*/ 1357562 w 1357562"/>
                <a:gd name="connsiteY1" fmla="*/ 0 h 1789546"/>
                <a:gd name="connsiteX2" fmla="*/ 1357562 w 1357562"/>
                <a:gd name="connsiteY2" fmla="*/ 1789546 h 1789546"/>
                <a:gd name="connsiteX3" fmla="*/ 0 w 1357562"/>
                <a:gd name="connsiteY3" fmla="*/ 1789546 h 1789546"/>
                <a:gd name="connsiteX4" fmla="*/ 128837 w 1357562"/>
                <a:gd name="connsiteY4" fmla="*/ 894773 h 1789546"/>
                <a:gd name="connsiteX0" fmla="*/ 0 w 1357562"/>
                <a:gd name="connsiteY0" fmla="*/ 0 h 1789546"/>
                <a:gd name="connsiteX1" fmla="*/ 1357562 w 1357562"/>
                <a:gd name="connsiteY1" fmla="*/ 0 h 1789546"/>
                <a:gd name="connsiteX2" fmla="*/ 1230256 w 1357562"/>
                <a:gd name="connsiteY2" fmla="*/ 894764 h 1789546"/>
                <a:gd name="connsiteX3" fmla="*/ 1357562 w 1357562"/>
                <a:gd name="connsiteY3" fmla="*/ 1789546 h 1789546"/>
                <a:gd name="connsiteX4" fmla="*/ 0 w 1357562"/>
                <a:gd name="connsiteY4" fmla="*/ 1789546 h 1789546"/>
                <a:gd name="connsiteX5" fmla="*/ 128837 w 1357562"/>
                <a:gd name="connsiteY5" fmla="*/ 894773 h 1789546"/>
                <a:gd name="connsiteX6" fmla="*/ 0 w 1357562"/>
                <a:gd name="connsiteY6" fmla="*/ 0 h 1789546"/>
                <a:gd name="connsiteX0" fmla="*/ 0 w 1357562"/>
                <a:gd name="connsiteY0" fmla="*/ 0 h 1789546"/>
                <a:gd name="connsiteX1" fmla="*/ 1357562 w 1357562"/>
                <a:gd name="connsiteY1" fmla="*/ 0 h 1789546"/>
                <a:gd name="connsiteX2" fmla="*/ 1230256 w 1357562"/>
                <a:gd name="connsiteY2" fmla="*/ 894764 h 1789546"/>
                <a:gd name="connsiteX3" fmla="*/ 1357562 w 1357562"/>
                <a:gd name="connsiteY3" fmla="*/ 1789546 h 1789546"/>
                <a:gd name="connsiteX4" fmla="*/ 0 w 1357562"/>
                <a:gd name="connsiteY4" fmla="*/ 1789546 h 1789546"/>
                <a:gd name="connsiteX5" fmla="*/ 128837 w 1357562"/>
                <a:gd name="connsiteY5" fmla="*/ 894773 h 1789546"/>
                <a:gd name="connsiteX6" fmla="*/ 0 w 1357562"/>
                <a:gd name="connsiteY6" fmla="*/ 0 h 1789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7562" h="1789546">
                  <a:moveTo>
                    <a:pt x="0" y="0"/>
                  </a:moveTo>
                  <a:lnTo>
                    <a:pt x="1357562" y="0"/>
                  </a:lnTo>
                  <a:lnTo>
                    <a:pt x="1230256" y="894764"/>
                  </a:lnTo>
                  <a:lnTo>
                    <a:pt x="1357562" y="1789546"/>
                  </a:lnTo>
                  <a:lnTo>
                    <a:pt x="0" y="1789546"/>
                  </a:lnTo>
                  <a:lnTo>
                    <a:pt x="128837" y="894773"/>
                  </a:lnTo>
                  <a:lnTo>
                    <a:pt x="0" y="0"/>
                  </a:lnTo>
                  <a:close/>
                </a:path>
              </a:pathLst>
            </a:custGeom>
            <a:solidFill>
              <a:schemeClr val="bg1">
                <a:alpha val="90000"/>
              </a:schemeClr>
            </a:solidFill>
            <a:ln>
              <a:noFill/>
            </a:ln>
            <a:effectLst>
              <a:outerShdw blurRad="50800" dist="38100" dir="2700000" algn="tl" rotWithShape="0">
                <a:prstClr val="black">
                  <a:alpha val="40000"/>
                </a:prstClr>
              </a:outerShdw>
            </a:effectLst>
          </p:spPr>
          <p:txBody>
            <a:bodyPr wrap="square" lIns="72000" tIns="108000" rIns="72000" bIns="36000" rtlCol="0" anchor="t">
              <a:noAutofit/>
            </a:bodyPr>
            <a:lstStyle/>
            <a:p>
              <a:pPr algn="ctr" defTabSz="307644" hangingPunct="0">
                <a:lnSpc>
                  <a:spcPct val="90000"/>
                </a:lnSpc>
                <a:spcAft>
                  <a:spcPts val="596"/>
                </a:spcAft>
                <a:buClr>
                  <a:srgbClr val="E6513E"/>
                </a:buClr>
              </a:pPr>
              <a:endParaRPr lang="en-US" sz="100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49" name="Rectangle 148">
              <a:extLst>
                <a:ext uri="{FF2B5EF4-FFF2-40B4-BE49-F238E27FC236}">
                  <a16:creationId xmlns:a16="http://schemas.microsoft.com/office/drawing/2014/main" id="{E2D2D3CA-B171-45C4-9A2B-D941E36E20E3}"/>
                </a:ext>
              </a:extLst>
            </p:cNvPr>
            <p:cNvSpPr/>
            <p:nvPr userDrawn="1"/>
          </p:nvSpPr>
          <p:spPr>
            <a:xfrm>
              <a:off x="1889914" y="1253495"/>
              <a:ext cx="1438517" cy="266602"/>
            </a:xfrm>
            <a:prstGeom prst="rect">
              <a:avLst/>
            </a:prstGeom>
            <a:noFill/>
            <a:effectLst/>
          </p:spPr>
          <p:txBody>
            <a:bodyPr wrap="none" lIns="72000" tIns="36000" rIns="72000" bIns="36000" rtlCol="0" anchor="ctr">
              <a:spAutoFit/>
            </a:bodyPr>
            <a:lstStyle/>
            <a:p>
              <a:pPr algn="ctr" defTabSz="307644" hangingPunct="0">
                <a:lnSpc>
                  <a:spcPct val="90000"/>
                </a:lnSpc>
                <a:spcAft>
                  <a:spcPts val="596"/>
                </a:spcAft>
                <a:buClr>
                  <a:srgbClr val="E6513E"/>
                </a:buClr>
              </a:pPr>
              <a:r>
                <a:rPr lang="de-DE" sz="1400">
                  <a:solidFill>
                    <a:schemeClr val="tx2">
                      <a:alpha val="50000"/>
                    </a:schemeClr>
                  </a:solidFill>
                  <a:ea typeface="Nokia Pure Text" panose="020B0504040602060303" pitchFamily="34" charset="0"/>
                  <a:cs typeface="Nokia Pure Text" panose="020B0504040602060303" pitchFamily="34" charset="0"/>
                  <a:sym typeface="Helvetica Neue" charset="0"/>
                </a:rPr>
                <a:t>A</a:t>
              </a:r>
              <a:r>
                <a:rPr lang="de-DE" sz="1400">
                  <a:solidFill>
                    <a:schemeClr val="tx1">
                      <a:alpha val="50000"/>
                    </a:schemeClr>
                  </a:solidFill>
                  <a:ea typeface="Nokia Pure Text" panose="020B0504040602060303" pitchFamily="34" charset="0"/>
                  <a:cs typeface="Nokia Pure Text" panose="020B0504040602060303" pitchFamily="34" charset="0"/>
                  <a:sym typeface="Helvetica Neue" charset="0"/>
                </a:rPr>
                <a:t>UTOMATISIEREN</a:t>
              </a:r>
            </a:p>
          </p:txBody>
        </p:sp>
        <p:sp>
          <p:nvSpPr>
            <p:cNvPr id="150" name="Rectangle 149">
              <a:extLst>
                <a:ext uri="{FF2B5EF4-FFF2-40B4-BE49-F238E27FC236}">
                  <a16:creationId xmlns:a16="http://schemas.microsoft.com/office/drawing/2014/main" id="{5F677C4B-8591-4E64-9E37-CAEBD6FA49EC}"/>
                </a:ext>
              </a:extLst>
            </p:cNvPr>
            <p:cNvSpPr/>
            <p:nvPr userDrawn="1"/>
          </p:nvSpPr>
          <p:spPr>
            <a:xfrm>
              <a:off x="4485454" y="1253495"/>
              <a:ext cx="1270714" cy="266602"/>
            </a:xfrm>
            <a:prstGeom prst="rect">
              <a:avLst/>
            </a:prstGeom>
            <a:noFill/>
            <a:effectLst/>
          </p:spPr>
          <p:txBody>
            <a:bodyPr wrap="none" lIns="72000" tIns="36000" rIns="72000" bIns="36000" rtlCol="0" anchor="ctr">
              <a:spAutoFit/>
            </a:bodyPr>
            <a:lstStyle/>
            <a:p>
              <a:pPr algn="ctr" defTabSz="307644" hangingPunct="0">
                <a:lnSpc>
                  <a:spcPct val="90000"/>
                </a:lnSpc>
                <a:spcAft>
                  <a:spcPts val="596"/>
                </a:spcAft>
                <a:buClr>
                  <a:srgbClr val="E6513E"/>
                </a:buClr>
              </a:pPr>
              <a:r>
                <a:rPr lang="de-DE" sz="1400">
                  <a:solidFill>
                    <a:schemeClr val="tx2">
                      <a:alpha val="50000"/>
                    </a:schemeClr>
                  </a:solidFill>
                  <a:ea typeface="Nokia Pure Text" panose="020B0504040602060303" pitchFamily="34" charset="0"/>
                  <a:cs typeface="Nokia Pure Text" panose="020B0504040602060303" pitchFamily="34" charset="0"/>
                  <a:sym typeface="Helvetica Neue" charset="0"/>
                </a:rPr>
                <a:t>P</a:t>
              </a:r>
              <a:r>
                <a:rPr lang="de-DE" sz="1400">
                  <a:solidFill>
                    <a:schemeClr val="tx1">
                      <a:alpha val="50000"/>
                    </a:schemeClr>
                  </a:solidFill>
                  <a:ea typeface="Nokia Pure Text" panose="020B0504040602060303" pitchFamily="34" charset="0"/>
                  <a:cs typeface="Nokia Pure Text" panose="020B0504040602060303" pitchFamily="34" charset="0"/>
                  <a:sym typeface="Helvetica Neue" charset="0"/>
                </a:rPr>
                <a:t>ROJEKTIEREN</a:t>
              </a:r>
            </a:p>
          </p:txBody>
        </p:sp>
        <p:sp>
          <p:nvSpPr>
            <p:cNvPr id="151" name="Rectangle 150">
              <a:extLst>
                <a:ext uri="{FF2B5EF4-FFF2-40B4-BE49-F238E27FC236}">
                  <a16:creationId xmlns:a16="http://schemas.microsoft.com/office/drawing/2014/main" id="{24D86D16-78FE-4F71-B8D5-A410321EFD55}"/>
                </a:ext>
              </a:extLst>
            </p:cNvPr>
            <p:cNvSpPr/>
            <p:nvPr userDrawn="1"/>
          </p:nvSpPr>
          <p:spPr>
            <a:xfrm>
              <a:off x="7208163" y="1253495"/>
              <a:ext cx="1148886" cy="266602"/>
            </a:xfrm>
            <a:prstGeom prst="rect">
              <a:avLst/>
            </a:prstGeom>
            <a:noFill/>
            <a:effectLst/>
          </p:spPr>
          <p:txBody>
            <a:bodyPr wrap="none" lIns="72000" tIns="36000" rIns="72000" bIns="36000" rtlCol="0" anchor="ctr">
              <a:spAutoFit/>
            </a:bodyPr>
            <a:lstStyle/>
            <a:p>
              <a:pPr algn="ctr" defTabSz="307644" hangingPunct="0">
                <a:lnSpc>
                  <a:spcPct val="90000"/>
                </a:lnSpc>
                <a:spcAft>
                  <a:spcPts val="596"/>
                </a:spcAft>
                <a:buClr>
                  <a:srgbClr val="E6513E"/>
                </a:buClr>
              </a:pPr>
              <a:r>
                <a:rPr lang="de-DE" sz="1400">
                  <a:solidFill>
                    <a:schemeClr val="tx2">
                      <a:alpha val="50000"/>
                    </a:schemeClr>
                  </a:solidFill>
                  <a:ea typeface="Nokia Pure Text" panose="020B0504040602060303" pitchFamily="34" charset="0"/>
                  <a:cs typeface="Nokia Pure Text" panose="020B0504040602060303" pitchFamily="34" charset="0"/>
                  <a:sym typeface="Helvetica Neue" charset="0"/>
                </a:rPr>
                <a:t>I</a:t>
              </a:r>
              <a:r>
                <a:rPr lang="de-DE" sz="1400">
                  <a:solidFill>
                    <a:schemeClr val="tx1">
                      <a:alpha val="50000"/>
                    </a:schemeClr>
                  </a:solidFill>
                  <a:ea typeface="Nokia Pure Text" panose="020B0504040602060303" pitchFamily="34" charset="0"/>
                  <a:cs typeface="Nokia Pure Text" panose="020B0504040602060303" pitchFamily="34" charset="0"/>
                  <a:sym typeface="Helvetica Neue" charset="0"/>
                </a:rPr>
                <a:t>NTEGRIEREN</a:t>
              </a:r>
            </a:p>
          </p:txBody>
        </p:sp>
        <p:grpSp>
          <p:nvGrpSpPr>
            <p:cNvPr id="216" name="Group 215">
              <a:extLst>
                <a:ext uri="{FF2B5EF4-FFF2-40B4-BE49-F238E27FC236}">
                  <a16:creationId xmlns:a16="http://schemas.microsoft.com/office/drawing/2014/main" id="{1A43B929-554D-4A7B-8E5A-80EC55BE788A}"/>
                </a:ext>
              </a:extLst>
            </p:cNvPr>
            <p:cNvGrpSpPr/>
            <p:nvPr userDrawn="1"/>
          </p:nvGrpSpPr>
          <p:grpSpPr>
            <a:xfrm>
              <a:off x="835284" y="3195672"/>
              <a:ext cx="7323243" cy="930200"/>
              <a:chOff x="835284" y="2776113"/>
              <a:chExt cx="7323243" cy="930200"/>
            </a:xfrm>
            <a:solidFill>
              <a:srgbClr val="FFFF00">
                <a:alpha val="0"/>
              </a:srgbClr>
            </a:solidFill>
          </p:grpSpPr>
          <p:sp>
            <p:nvSpPr>
              <p:cNvPr id="217" name="Rectangle 216">
                <a:extLst>
                  <a:ext uri="{FF2B5EF4-FFF2-40B4-BE49-F238E27FC236}">
                    <a16:creationId xmlns:a16="http://schemas.microsoft.com/office/drawing/2014/main" id="{F4C54C83-7333-496B-B1FD-A038969D6F17}"/>
                  </a:ext>
                </a:extLst>
              </p:cNvPr>
              <p:cNvSpPr/>
              <p:nvPr/>
            </p:nvSpPr>
            <p:spPr>
              <a:xfrm>
                <a:off x="835284" y="2776113"/>
                <a:ext cx="91275" cy="91275"/>
              </a:xfrm>
              <a:prstGeom prst="rect">
                <a:avLst/>
              </a:prstGeom>
              <a:grpFill/>
              <a:ln>
                <a:noFill/>
                <a:miter lim="800000"/>
              </a:ln>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200">
                  <a:latin typeface="+mj-lt"/>
                  <a:ea typeface="Nokia Pure Text" panose="020B0504040602060303" pitchFamily="34" charset="0"/>
                  <a:cs typeface="Nokia Pure Text" panose="020B0504040602060303" pitchFamily="34" charset="0"/>
                  <a:sym typeface="Helvetica Neue" charset="0"/>
                </a:endParaRPr>
              </a:p>
            </p:txBody>
          </p:sp>
          <p:sp>
            <p:nvSpPr>
              <p:cNvPr id="218" name="Rectangle 217">
                <a:extLst>
                  <a:ext uri="{FF2B5EF4-FFF2-40B4-BE49-F238E27FC236}">
                    <a16:creationId xmlns:a16="http://schemas.microsoft.com/office/drawing/2014/main" id="{9753EF73-73FD-4C3C-B505-886CFC17D86B}"/>
                  </a:ext>
                </a:extLst>
              </p:cNvPr>
              <p:cNvSpPr/>
              <p:nvPr/>
            </p:nvSpPr>
            <p:spPr>
              <a:xfrm>
                <a:off x="932636" y="2776113"/>
                <a:ext cx="91275" cy="91275"/>
              </a:xfrm>
              <a:prstGeom prst="rect">
                <a:avLst/>
              </a:prstGeom>
              <a:grpFill/>
              <a:ln>
                <a:noFill/>
                <a:miter lim="800000"/>
              </a:ln>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200">
                  <a:latin typeface="+mj-lt"/>
                  <a:ea typeface="Nokia Pure Text" panose="020B0504040602060303" pitchFamily="34" charset="0"/>
                  <a:cs typeface="Nokia Pure Text" panose="020B0504040602060303" pitchFamily="34" charset="0"/>
                  <a:sym typeface="Helvetica Neue" charset="0"/>
                </a:endParaRPr>
              </a:p>
            </p:txBody>
          </p:sp>
          <p:sp>
            <p:nvSpPr>
              <p:cNvPr id="219" name="Rectangle 218">
                <a:extLst>
                  <a:ext uri="{FF2B5EF4-FFF2-40B4-BE49-F238E27FC236}">
                    <a16:creationId xmlns:a16="http://schemas.microsoft.com/office/drawing/2014/main" id="{F3008FAF-F9F3-46BB-9A1A-EA7863C1708C}"/>
                  </a:ext>
                </a:extLst>
              </p:cNvPr>
              <p:cNvSpPr/>
              <p:nvPr/>
            </p:nvSpPr>
            <p:spPr>
              <a:xfrm>
                <a:off x="3807075" y="2867539"/>
                <a:ext cx="91275" cy="91275"/>
              </a:xfrm>
              <a:prstGeom prst="rect">
                <a:avLst/>
              </a:prstGeom>
              <a:grpFill/>
              <a:ln>
                <a:noFill/>
                <a:miter lim="800000"/>
              </a:ln>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200">
                  <a:latin typeface="+mj-lt"/>
                  <a:ea typeface="Nokia Pure Text" panose="020B0504040602060303" pitchFamily="34" charset="0"/>
                  <a:cs typeface="Nokia Pure Text" panose="020B0504040602060303" pitchFamily="34" charset="0"/>
                  <a:sym typeface="Helvetica Neue" charset="0"/>
                </a:endParaRPr>
              </a:p>
            </p:txBody>
          </p:sp>
          <p:sp>
            <p:nvSpPr>
              <p:cNvPr id="220" name="Rectangle 219">
                <a:extLst>
                  <a:ext uri="{FF2B5EF4-FFF2-40B4-BE49-F238E27FC236}">
                    <a16:creationId xmlns:a16="http://schemas.microsoft.com/office/drawing/2014/main" id="{F451F53B-D6CF-4967-A6EC-E0D90C6B7B98}"/>
                  </a:ext>
                </a:extLst>
              </p:cNvPr>
              <p:cNvSpPr/>
              <p:nvPr/>
            </p:nvSpPr>
            <p:spPr>
              <a:xfrm>
                <a:off x="5580382" y="3615038"/>
                <a:ext cx="91275" cy="91275"/>
              </a:xfrm>
              <a:prstGeom prst="rect">
                <a:avLst/>
              </a:prstGeom>
              <a:grpFill/>
              <a:ln>
                <a:noFill/>
                <a:miter lim="800000"/>
              </a:ln>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200">
                  <a:latin typeface="+mj-lt"/>
                  <a:ea typeface="Nokia Pure Text" panose="020B0504040602060303" pitchFamily="34" charset="0"/>
                  <a:cs typeface="Nokia Pure Text" panose="020B0504040602060303" pitchFamily="34" charset="0"/>
                  <a:sym typeface="Helvetica Neue" charset="0"/>
                </a:endParaRPr>
              </a:p>
            </p:txBody>
          </p:sp>
          <p:sp>
            <p:nvSpPr>
              <p:cNvPr id="221" name="Rectangle 220">
                <a:extLst>
                  <a:ext uri="{FF2B5EF4-FFF2-40B4-BE49-F238E27FC236}">
                    <a16:creationId xmlns:a16="http://schemas.microsoft.com/office/drawing/2014/main" id="{C6E33EE7-6F54-40B1-AEBF-10290302C559}"/>
                  </a:ext>
                </a:extLst>
              </p:cNvPr>
              <p:cNvSpPr/>
              <p:nvPr/>
            </p:nvSpPr>
            <p:spPr>
              <a:xfrm>
                <a:off x="8067252" y="3615038"/>
                <a:ext cx="91275" cy="91275"/>
              </a:xfrm>
              <a:prstGeom prst="rect">
                <a:avLst/>
              </a:prstGeom>
              <a:grpFill/>
              <a:ln>
                <a:noFill/>
                <a:miter lim="800000"/>
              </a:ln>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200">
                  <a:latin typeface="+mj-lt"/>
                  <a:ea typeface="Nokia Pure Text" panose="020B0504040602060303" pitchFamily="34" charset="0"/>
                  <a:cs typeface="Nokia Pure Text" panose="020B0504040602060303" pitchFamily="34" charset="0"/>
                  <a:sym typeface="Helvetica Neue" charset="0"/>
                </a:endParaRPr>
              </a:p>
            </p:txBody>
          </p:sp>
          <p:sp>
            <p:nvSpPr>
              <p:cNvPr id="222" name="Rectangle 221">
                <a:extLst>
                  <a:ext uri="{FF2B5EF4-FFF2-40B4-BE49-F238E27FC236}">
                    <a16:creationId xmlns:a16="http://schemas.microsoft.com/office/drawing/2014/main" id="{ACDCEC28-C584-4CA2-BFC2-B79B571AF2D9}"/>
                  </a:ext>
                </a:extLst>
              </p:cNvPr>
              <p:cNvSpPr/>
              <p:nvPr/>
            </p:nvSpPr>
            <p:spPr>
              <a:xfrm>
                <a:off x="7776687" y="3615038"/>
                <a:ext cx="91275" cy="91275"/>
              </a:xfrm>
              <a:prstGeom prst="rect">
                <a:avLst/>
              </a:prstGeom>
              <a:grpFill/>
              <a:ln>
                <a:noFill/>
                <a:miter lim="800000"/>
              </a:ln>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200">
                  <a:latin typeface="+mj-lt"/>
                  <a:ea typeface="Nokia Pure Text" panose="020B0504040602060303" pitchFamily="34" charset="0"/>
                  <a:cs typeface="Nokia Pure Text" panose="020B0504040602060303" pitchFamily="34" charset="0"/>
                  <a:sym typeface="Helvetica Neue" charset="0"/>
                </a:endParaRPr>
              </a:p>
            </p:txBody>
          </p:sp>
        </p:grpSp>
        <p:cxnSp>
          <p:nvCxnSpPr>
            <p:cNvPr id="223" name="Connector: Elbow 222">
              <a:extLst>
                <a:ext uri="{FF2B5EF4-FFF2-40B4-BE49-F238E27FC236}">
                  <a16:creationId xmlns:a16="http://schemas.microsoft.com/office/drawing/2014/main" id="{00484C6F-2A37-4226-AF0B-5A7A5642633C}"/>
                </a:ext>
              </a:extLst>
            </p:cNvPr>
            <p:cNvCxnSpPr>
              <a:cxnSpLocks/>
            </p:cNvCxnSpPr>
            <p:nvPr userDrawn="1"/>
          </p:nvCxnSpPr>
          <p:spPr>
            <a:xfrm rot="5400000" flipH="1">
              <a:off x="5266499" y="1622035"/>
              <a:ext cx="747499" cy="4260177"/>
            </a:xfrm>
            <a:prstGeom prst="bentConnector3">
              <a:avLst>
                <a:gd name="adj1" fmla="val -23785"/>
              </a:avLst>
            </a:prstGeom>
            <a:solidFill>
              <a:srgbClr val="FFFF00">
                <a:alpha val="61000"/>
              </a:srgbClr>
            </a:solidFill>
            <a:ln w="19050" cap="flat" cmpd="sng">
              <a:solidFill>
                <a:schemeClr val="bg2">
                  <a:lumMod val="20000"/>
                  <a:lumOff val="80000"/>
                </a:schemeClr>
              </a:solidFill>
              <a:prstDash val="sysDash"/>
              <a:miter lim="800000"/>
              <a:tailEnd type="arrow" w="sm" len="sm"/>
            </a:ln>
            <a:effectLst/>
          </p:spPr>
          <p:style>
            <a:lnRef idx="2">
              <a:schemeClr val="accent1"/>
            </a:lnRef>
            <a:fillRef idx="0">
              <a:schemeClr val="accent1"/>
            </a:fillRef>
            <a:effectRef idx="1">
              <a:schemeClr val="accent1"/>
            </a:effectRef>
            <a:fontRef idx="minor">
              <a:schemeClr val="tx1"/>
            </a:fontRef>
          </p:style>
        </p:cxnSp>
        <p:cxnSp>
          <p:nvCxnSpPr>
            <p:cNvPr id="224" name="Connector: Elbow 223">
              <a:extLst>
                <a:ext uri="{FF2B5EF4-FFF2-40B4-BE49-F238E27FC236}">
                  <a16:creationId xmlns:a16="http://schemas.microsoft.com/office/drawing/2014/main" id="{CF8A46A9-7725-4902-B2B9-17BE35D63D2A}"/>
                </a:ext>
              </a:extLst>
            </p:cNvPr>
            <p:cNvCxnSpPr>
              <a:cxnSpLocks/>
              <a:stCxn id="222" idx="2"/>
              <a:endCxn id="217" idx="2"/>
            </p:cNvCxnSpPr>
            <p:nvPr userDrawn="1"/>
          </p:nvCxnSpPr>
          <p:spPr>
            <a:xfrm rot="5400000" flipH="1">
              <a:off x="3932161" y="235709"/>
              <a:ext cx="838925" cy="6941403"/>
            </a:xfrm>
            <a:prstGeom prst="bentConnector3">
              <a:avLst>
                <a:gd name="adj1" fmla="val -33661"/>
              </a:avLst>
            </a:prstGeom>
            <a:solidFill>
              <a:srgbClr val="FFFF00">
                <a:alpha val="61000"/>
              </a:srgbClr>
            </a:solidFill>
            <a:ln w="25400" cap="flat" cmpd="sng">
              <a:solidFill>
                <a:schemeClr val="bg2">
                  <a:lumMod val="20000"/>
                  <a:lumOff val="80000"/>
                </a:schemeClr>
              </a:solidFill>
              <a:miter lim="800000"/>
              <a:tailEnd type="arrow" w="sm" len="sm"/>
            </a:ln>
            <a:effectLst/>
          </p:spPr>
          <p:style>
            <a:lnRef idx="2">
              <a:schemeClr val="accent1"/>
            </a:lnRef>
            <a:fillRef idx="0">
              <a:schemeClr val="accent1"/>
            </a:fillRef>
            <a:effectRef idx="1">
              <a:schemeClr val="accent1"/>
            </a:effectRef>
            <a:fontRef idx="minor">
              <a:schemeClr val="tx1"/>
            </a:fontRef>
          </p:style>
        </p:cxnSp>
        <p:cxnSp>
          <p:nvCxnSpPr>
            <p:cNvPr id="225" name="Connector: Elbow 224">
              <a:extLst>
                <a:ext uri="{FF2B5EF4-FFF2-40B4-BE49-F238E27FC236}">
                  <a16:creationId xmlns:a16="http://schemas.microsoft.com/office/drawing/2014/main" id="{EAB012B7-6655-4F7D-8534-8050E3602A11}"/>
                </a:ext>
              </a:extLst>
            </p:cNvPr>
            <p:cNvCxnSpPr>
              <a:cxnSpLocks/>
              <a:stCxn id="220" idx="2"/>
              <a:endCxn id="218" idx="2"/>
            </p:cNvCxnSpPr>
            <p:nvPr userDrawn="1"/>
          </p:nvCxnSpPr>
          <p:spPr>
            <a:xfrm rot="5400000" flipH="1">
              <a:off x="2882684" y="1382537"/>
              <a:ext cx="838925" cy="4647746"/>
            </a:xfrm>
            <a:prstGeom prst="bentConnector3">
              <a:avLst>
                <a:gd name="adj1" fmla="val -27249"/>
              </a:avLst>
            </a:prstGeom>
            <a:solidFill>
              <a:srgbClr val="FFFF00">
                <a:alpha val="61000"/>
              </a:srgbClr>
            </a:solidFill>
            <a:ln w="25400" cap="flat" cmpd="sng">
              <a:solidFill>
                <a:schemeClr val="bg2">
                  <a:lumMod val="20000"/>
                  <a:lumOff val="80000"/>
                </a:schemeClr>
              </a:solidFill>
              <a:miter lim="800000"/>
              <a:tailEnd type="arrow" w="sm" len="sm"/>
            </a:ln>
            <a:effectLst/>
          </p:spPr>
          <p:style>
            <a:lnRef idx="2">
              <a:schemeClr val="accent1"/>
            </a:lnRef>
            <a:fillRef idx="0">
              <a:schemeClr val="accent1"/>
            </a:fillRef>
            <a:effectRef idx="1">
              <a:schemeClr val="accent1"/>
            </a:effectRef>
            <a:fontRef idx="minor">
              <a:schemeClr val="tx1"/>
            </a:fontRef>
          </p:style>
        </p:cxnSp>
        <p:sp>
          <p:nvSpPr>
            <p:cNvPr id="226" name="TextBox 225">
              <a:extLst>
                <a:ext uri="{FF2B5EF4-FFF2-40B4-BE49-F238E27FC236}">
                  <a16:creationId xmlns:a16="http://schemas.microsoft.com/office/drawing/2014/main" id="{F8C783C4-91FC-4933-AC53-E8C35D0656DD}"/>
                </a:ext>
              </a:extLst>
            </p:cNvPr>
            <p:cNvSpPr txBox="1"/>
            <p:nvPr userDrawn="1"/>
          </p:nvSpPr>
          <p:spPr>
            <a:xfrm>
              <a:off x="1855196" y="3630248"/>
              <a:ext cx="1396784" cy="193899"/>
            </a:xfrm>
            <a:prstGeom prst="rect">
              <a:avLst/>
            </a:prstGeom>
            <a:noFill/>
          </p:spPr>
          <p:txBody>
            <a:bodyPr wrap="none" lIns="36000" tIns="0" rIns="36000" bIns="0">
              <a:spAutoFit/>
            </a:bodyPr>
            <a:lstStyle/>
            <a:p>
              <a:pPr algn="ctr" defTabSz="307644" hangingPunct="0">
                <a:lnSpc>
                  <a:spcPct val="90000"/>
                </a:lnSpc>
                <a:spcAft>
                  <a:spcPts val="596"/>
                </a:spcAft>
                <a:buClr>
                  <a:srgbClr val="E6513E"/>
                </a:buClr>
              </a:pPr>
              <a:r>
                <a:rPr lang="en-US" sz="1400">
                  <a:solidFill>
                    <a:schemeClr val="bg2">
                      <a:lumMod val="20000"/>
                      <a:lumOff val="80000"/>
                    </a:schemeClr>
                  </a:solidFill>
                  <a:ea typeface="Nokia Pure Text" panose="020B0504040602060303" pitchFamily="34" charset="0"/>
                  <a:cs typeface="Nokia Pure Text" panose="020B0504040602060303" pitchFamily="34" charset="0"/>
                  <a:sym typeface="Helvetica Neue" charset="0"/>
                </a:rPr>
                <a:t>Open House Engine</a:t>
              </a:r>
            </a:p>
          </p:txBody>
        </p:sp>
        <p:sp>
          <p:nvSpPr>
            <p:cNvPr id="256" name="TextBox 255">
              <a:extLst>
                <a:ext uri="{FF2B5EF4-FFF2-40B4-BE49-F238E27FC236}">
                  <a16:creationId xmlns:a16="http://schemas.microsoft.com/office/drawing/2014/main" id="{683890C0-EA69-4526-9971-C376CFE71A04}"/>
                </a:ext>
              </a:extLst>
            </p:cNvPr>
            <p:cNvSpPr txBox="1"/>
            <p:nvPr userDrawn="1"/>
          </p:nvSpPr>
          <p:spPr>
            <a:xfrm>
              <a:off x="4493536" y="3858308"/>
              <a:ext cx="1504185" cy="193899"/>
            </a:xfrm>
            <a:prstGeom prst="rect">
              <a:avLst/>
            </a:prstGeom>
            <a:noFill/>
          </p:spPr>
          <p:txBody>
            <a:bodyPr wrap="none" lIns="36000" tIns="0" rIns="36000" bIns="0">
              <a:spAutoFit/>
            </a:bodyPr>
            <a:lstStyle/>
            <a:p>
              <a:pPr algn="ctr" defTabSz="307644" hangingPunct="0">
                <a:lnSpc>
                  <a:spcPct val="90000"/>
                </a:lnSpc>
                <a:spcAft>
                  <a:spcPts val="596"/>
                </a:spcAft>
                <a:buClr>
                  <a:srgbClr val="E6513E"/>
                </a:buClr>
              </a:pPr>
              <a:r>
                <a:rPr lang="en-US" sz="1400">
                  <a:solidFill>
                    <a:schemeClr val="bg2">
                      <a:lumMod val="20000"/>
                      <a:lumOff val="80000"/>
                    </a:schemeClr>
                  </a:solidFill>
                  <a:ea typeface="Nokia Pure Text" panose="020B0504040602060303" pitchFamily="34" charset="0"/>
                  <a:cs typeface="Nokia Pure Text" panose="020B0504040602060303" pitchFamily="34" charset="0"/>
                  <a:sym typeface="Helvetica Neue" charset="0"/>
                </a:rPr>
                <a:t>Open House Services</a:t>
              </a:r>
            </a:p>
          </p:txBody>
        </p:sp>
        <p:sp>
          <p:nvSpPr>
            <p:cNvPr id="257" name="Rectangle 282">
              <a:extLst>
                <a:ext uri="{FF2B5EF4-FFF2-40B4-BE49-F238E27FC236}">
                  <a16:creationId xmlns:a16="http://schemas.microsoft.com/office/drawing/2014/main" id="{6480CDE7-E3E9-4AF5-A28D-B110CB57A346}"/>
                </a:ext>
              </a:extLst>
            </p:cNvPr>
            <p:cNvSpPr/>
            <p:nvPr userDrawn="1"/>
          </p:nvSpPr>
          <p:spPr>
            <a:xfrm>
              <a:off x="3933953" y="1586066"/>
              <a:ext cx="2464735" cy="567530"/>
            </a:xfrm>
            <a:custGeom>
              <a:avLst/>
              <a:gdLst>
                <a:gd name="connsiteX0" fmla="*/ 0 w 2035434"/>
                <a:gd name="connsiteY0" fmla="*/ 0 h 2520000"/>
                <a:gd name="connsiteX1" fmla="*/ 2035434 w 2035434"/>
                <a:gd name="connsiteY1" fmla="*/ 0 h 2520000"/>
                <a:gd name="connsiteX2" fmla="*/ 2035434 w 2035434"/>
                <a:gd name="connsiteY2" fmla="*/ 2520000 h 2520000"/>
                <a:gd name="connsiteX3" fmla="*/ 0 w 2035434"/>
                <a:gd name="connsiteY3" fmla="*/ 2520000 h 2520000"/>
                <a:gd name="connsiteX4" fmla="*/ 0 w 2035434"/>
                <a:gd name="connsiteY4" fmla="*/ 0 h 2520000"/>
                <a:gd name="connsiteX0" fmla="*/ 233363 w 2268797"/>
                <a:gd name="connsiteY0" fmla="*/ 0 h 2520000"/>
                <a:gd name="connsiteX1" fmla="*/ 2268797 w 2268797"/>
                <a:gd name="connsiteY1" fmla="*/ 0 h 2520000"/>
                <a:gd name="connsiteX2" fmla="*/ 2268797 w 2268797"/>
                <a:gd name="connsiteY2" fmla="*/ 2520000 h 2520000"/>
                <a:gd name="connsiteX3" fmla="*/ 233363 w 2268797"/>
                <a:gd name="connsiteY3" fmla="*/ 2520000 h 2520000"/>
                <a:gd name="connsiteX4" fmla="*/ 0 w 2268797"/>
                <a:gd name="connsiteY4" fmla="*/ 714681 h 2520000"/>
                <a:gd name="connsiteX5" fmla="*/ 233363 w 2268797"/>
                <a:gd name="connsiteY5" fmla="*/ 0 h 2520000"/>
                <a:gd name="connsiteX0" fmla="*/ 310167 w 2345601"/>
                <a:gd name="connsiteY0" fmla="*/ 0 h 2520000"/>
                <a:gd name="connsiteX1" fmla="*/ 2345601 w 2345601"/>
                <a:gd name="connsiteY1" fmla="*/ 0 h 2520000"/>
                <a:gd name="connsiteX2" fmla="*/ 2345601 w 2345601"/>
                <a:gd name="connsiteY2" fmla="*/ 2520000 h 2520000"/>
                <a:gd name="connsiteX3" fmla="*/ 310167 w 2345601"/>
                <a:gd name="connsiteY3" fmla="*/ 2520000 h 2520000"/>
                <a:gd name="connsiteX4" fmla="*/ 10130 w 2345601"/>
                <a:gd name="connsiteY4" fmla="*/ 1648131 h 2520000"/>
                <a:gd name="connsiteX5" fmla="*/ 76804 w 2345601"/>
                <a:gd name="connsiteY5" fmla="*/ 714681 h 2520000"/>
                <a:gd name="connsiteX6" fmla="*/ 310167 w 2345601"/>
                <a:gd name="connsiteY6" fmla="*/ 0 h 2520000"/>
                <a:gd name="connsiteX0" fmla="*/ 28758 w 2297555"/>
                <a:gd name="connsiteY0" fmla="*/ 714681 h 2520000"/>
                <a:gd name="connsiteX1" fmla="*/ 262121 w 2297555"/>
                <a:gd name="connsiteY1" fmla="*/ 0 h 2520000"/>
                <a:gd name="connsiteX2" fmla="*/ 2297555 w 2297555"/>
                <a:gd name="connsiteY2" fmla="*/ 0 h 2520000"/>
                <a:gd name="connsiteX3" fmla="*/ 2297555 w 2297555"/>
                <a:gd name="connsiteY3" fmla="*/ 2520000 h 2520000"/>
                <a:gd name="connsiteX4" fmla="*/ 262121 w 2297555"/>
                <a:gd name="connsiteY4" fmla="*/ 2520000 h 2520000"/>
                <a:gd name="connsiteX5" fmla="*/ 53524 w 2297555"/>
                <a:gd name="connsiteY5" fmla="*/ 1739571 h 2520000"/>
                <a:gd name="connsiteX0" fmla="*/ 262121 w 2297555"/>
                <a:gd name="connsiteY0" fmla="*/ 0 h 2520000"/>
                <a:gd name="connsiteX1" fmla="*/ 2297555 w 2297555"/>
                <a:gd name="connsiteY1" fmla="*/ 0 h 2520000"/>
                <a:gd name="connsiteX2" fmla="*/ 2297555 w 2297555"/>
                <a:gd name="connsiteY2" fmla="*/ 2520000 h 2520000"/>
                <a:gd name="connsiteX3" fmla="*/ 262121 w 2297555"/>
                <a:gd name="connsiteY3" fmla="*/ 2520000 h 2520000"/>
                <a:gd name="connsiteX4" fmla="*/ 53524 w 2297555"/>
                <a:gd name="connsiteY4" fmla="*/ 1739571 h 2520000"/>
                <a:gd name="connsiteX0" fmla="*/ 0 w 2035434"/>
                <a:gd name="connsiteY0" fmla="*/ 0 h 2520000"/>
                <a:gd name="connsiteX1" fmla="*/ 2035434 w 2035434"/>
                <a:gd name="connsiteY1" fmla="*/ 0 h 2520000"/>
                <a:gd name="connsiteX2" fmla="*/ 2035434 w 2035434"/>
                <a:gd name="connsiteY2" fmla="*/ 2520000 h 2520000"/>
                <a:gd name="connsiteX3" fmla="*/ 0 w 2035434"/>
                <a:gd name="connsiteY3" fmla="*/ 2520000 h 2520000"/>
              </a:gdLst>
              <a:ahLst/>
              <a:cxnLst>
                <a:cxn ang="0">
                  <a:pos x="connsiteX0" y="connsiteY0"/>
                </a:cxn>
                <a:cxn ang="0">
                  <a:pos x="connsiteX1" y="connsiteY1"/>
                </a:cxn>
                <a:cxn ang="0">
                  <a:pos x="connsiteX2" y="connsiteY2"/>
                </a:cxn>
                <a:cxn ang="0">
                  <a:pos x="connsiteX3" y="connsiteY3"/>
                </a:cxn>
              </a:cxnLst>
              <a:rect l="l" t="t" r="r" b="b"/>
              <a:pathLst>
                <a:path w="2035434" h="2520000">
                  <a:moveTo>
                    <a:pt x="0" y="0"/>
                  </a:moveTo>
                  <a:lnTo>
                    <a:pt x="2035434" y="0"/>
                  </a:lnTo>
                  <a:lnTo>
                    <a:pt x="2035434" y="2520000"/>
                  </a:lnTo>
                  <a:lnTo>
                    <a:pt x="0" y="2520000"/>
                  </a:lnTo>
                </a:path>
              </a:pathLst>
            </a:custGeom>
            <a:noFill/>
            <a:ln>
              <a:noFill/>
              <a:miter lim="800000"/>
            </a:ln>
          </p:spPr>
          <p:txBody>
            <a:bodyPr wrap="square" lIns="144000" tIns="108000" rIns="72000" bIns="36000" rtlCol="0" anchor="t">
              <a:noAutofit/>
            </a:bodyPr>
            <a:lstStyle/>
            <a:p>
              <a:pPr defTabSz="307644" hangingPunct="0">
                <a:lnSpc>
                  <a:spcPct val="90000"/>
                </a:lnSpc>
                <a:spcAft>
                  <a:spcPts val="596"/>
                </a:spcAft>
                <a:buClr>
                  <a:srgbClr val="E6513E"/>
                </a:buClr>
              </a:pPr>
              <a:r>
                <a:rPr lang="de-DE" sz="1200">
                  <a:solidFill>
                    <a:schemeClr val="bg2">
                      <a:lumMod val="75000"/>
                    </a:schemeClr>
                  </a:solidFill>
                  <a:ea typeface="Nokia Pure Text" panose="020B0504040602060303" pitchFamily="34" charset="0"/>
                  <a:cs typeface="Nokia Pure Text" panose="020B0504040602060303" pitchFamily="34" charset="0"/>
                  <a:sym typeface="Helvetica Neue" charset="0"/>
                </a:rPr>
                <a:t>OHOE</a:t>
              </a:r>
              <a:br>
                <a:rPr lang="de-DE" sz="1200">
                  <a:solidFill>
                    <a:schemeClr val="bg2">
                      <a:lumMod val="75000"/>
                    </a:schemeClr>
                  </a:solidFill>
                  <a:ea typeface="Nokia Pure Text" panose="020B0504040602060303" pitchFamily="34" charset="0"/>
                  <a:cs typeface="Nokia Pure Text" panose="020B0504040602060303" pitchFamily="34" charset="0"/>
                  <a:sym typeface="Helvetica Neue" charset="0"/>
                </a:rPr>
              </a:br>
              <a:r>
                <a:rPr lang="de-DE" sz="800">
                  <a:solidFill>
                    <a:schemeClr val="bg2">
                      <a:lumMod val="75000"/>
                    </a:schemeClr>
                  </a:solidFill>
                  <a:ea typeface="Nokia Pure Text" panose="020B0504040602060303" pitchFamily="34" charset="0"/>
                  <a:cs typeface="Nokia Pure Text" panose="020B0504040602060303" pitchFamily="34" charset="0"/>
                  <a:sym typeface="Helvetica Neue" charset="0"/>
                </a:rPr>
                <a:t>Experten-Wissen die Prozesse zu orchestrieren</a:t>
              </a:r>
              <a:endParaRPr lang="de-DE" sz="1000">
                <a:solidFill>
                  <a:schemeClr val="bg2">
                    <a:lumMod val="75000"/>
                  </a:schemeClr>
                </a:solidFill>
                <a:ea typeface="Nokia Pure Text" panose="020B0504040602060303" pitchFamily="34" charset="0"/>
                <a:cs typeface="Nokia Pure Text" panose="020B0504040602060303" pitchFamily="34" charset="0"/>
                <a:sym typeface="Helvetica Neue" charset="0"/>
              </a:endParaRPr>
            </a:p>
          </p:txBody>
        </p:sp>
        <p:sp>
          <p:nvSpPr>
            <p:cNvPr id="258" name="Rectangle 257">
              <a:extLst>
                <a:ext uri="{FF2B5EF4-FFF2-40B4-BE49-F238E27FC236}">
                  <a16:creationId xmlns:a16="http://schemas.microsoft.com/office/drawing/2014/main" id="{AF5EE52A-896A-474A-B999-F42915EA1CAD}"/>
                </a:ext>
              </a:extLst>
            </p:cNvPr>
            <p:cNvSpPr/>
            <p:nvPr userDrawn="1"/>
          </p:nvSpPr>
          <p:spPr>
            <a:xfrm flipH="1">
              <a:off x="8746172" y="1583990"/>
              <a:ext cx="45719" cy="2522076"/>
            </a:xfrm>
            <a:prstGeom prst="rect">
              <a:avLst/>
            </a:prstGeom>
            <a:solidFill>
              <a:schemeClr val="bg2">
                <a:lumMod val="20000"/>
                <a:lumOff val="80000"/>
                <a:alpha val="80000"/>
              </a:schemeClr>
            </a:solidFill>
            <a:ln>
              <a:noFill/>
              <a:miter lim="800000"/>
            </a:ln>
          </p:spPr>
          <p:txBody>
            <a:bodyPr wrap="square" lIns="144000" tIns="108000" rIns="72000" bIns="36000" rtlCol="0" anchor="t">
              <a:noAutofit/>
            </a:bodyPr>
            <a:lstStyle/>
            <a:p>
              <a:pPr algn="r" defTabSz="307644" hangingPunct="0">
                <a:lnSpc>
                  <a:spcPct val="90000"/>
                </a:lnSpc>
                <a:spcAft>
                  <a:spcPts val="596"/>
                </a:spcAft>
                <a:buClr>
                  <a:srgbClr val="E6513E"/>
                </a:buClr>
              </a:pPr>
              <a:endParaRPr lang="de-DE" sz="1200">
                <a:solidFill>
                  <a:schemeClr val="bg2"/>
                </a:solidFill>
                <a:ea typeface="Nokia Pure Text" panose="020B0504040602060303" pitchFamily="34" charset="0"/>
                <a:cs typeface="Nokia Pure Text" panose="020B0504040602060303" pitchFamily="34" charset="0"/>
                <a:sym typeface="Helvetica Neue" charset="0"/>
              </a:endParaRPr>
            </a:p>
          </p:txBody>
        </p:sp>
        <p:sp>
          <p:nvSpPr>
            <p:cNvPr id="259" name="Rectangle 258">
              <a:extLst>
                <a:ext uri="{FF2B5EF4-FFF2-40B4-BE49-F238E27FC236}">
                  <a16:creationId xmlns:a16="http://schemas.microsoft.com/office/drawing/2014/main" id="{E893E0A6-F116-45DA-8FC7-D304E3F1AB13}"/>
                </a:ext>
              </a:extLst>
            </p:cNvPr>
            <p:cNvSpPr/>
            <p:nvPr userDrawn="1"/>
          </p:nvSpPr>
          <p:spPr>
            <a:xfrm flipH="1">
              <a:off x="8829476" y="1583990"/>
              <a:ext cx="45719" cy="2522076"/>
            </a:xfrm>
            <a:prstGeom prst="rect">
              <a:avLst/>
            </a:prstGeom>
            <a:solidFill>
              <a:schemeClr val="bg2">
                <a:lumMod val="20000"/>
                <a:lumOff val="80000"/>
                <a:alpha val="60000"/>
              </a:schemeClr>
            </a:solidFill>
            <a:ln>
              <a:noFill/>
              <a:miter lim="800000"/>
            </a:ln>
          </p:spPr>
          <p:txBody>
            <a:bodyPr wrap="square" lIns="144000" tIns="108000" rIns="72000" bIns="36000" rtlCol="0" anchor="t">
              <a:noAutofit/>
            </a:bodyPr>
            <a:lstStyle/>
            <a:p>
              <a:pPr algn="r" defTabSz="307644" hangingPunct="0">
                <a:lnSpc>
                  <a:spcPct val="90000"/>
                </a:lnSpc>
                <a:spcAft>
                  <a:spcPts val="596"/>
                </a:spcAft>
                <a:buClr>
                  <a:srgbClr val="E6513E"/>
                </a:buClr>
              </a:pPr>
              <a:endParaRPr lang="de-DE" sz="1200">
                <a:solidFill>
                  <a:schemeClr val="bg2"/>
                </a:solidFill>
                <a:ea typeface="Nokia Pure Text" panose="020B0504040602060303" pitchFamily="34" charset="0"/>
                <a:cs typeface="Nokia Pure Text" panose="020B0504040602060303" pitchFamily="34" charset="0"/>
                <a:sym typeface="Helvetica Neue" charset="0"/>
              </a:endParaRPr>
            </a:p>
          </p:txBody>
        </p:sp>
        <p:sp>
          <p:nvSpPr>
            <p:cNvPr id="260" name="Rectangle 259">
              <a:extLst>
                <a:ext uri="{FF2B5EF4-FFF2-40B4-BE49-F238E27FC236}">
                  <a16:creationId xmlns:a16="http://schemas.microsoft.com/office/drawing/2014/main" id="{96535318-2AF3-4467-AF90-17062846681A}"/>
                </a:ext>
              </a:extLst>
            </p:cNvPr>
            <p:cNvSpPr/>
            <p:nvPr userDrawn="1"/>
          </p:nvSpPr>
          <p:spPr>
            <a:xfrm flipH="1">
              <a:off x="8922060" y="1583990"/>
              <a:ext cx="45719" cy="2522076"/>
            </a:xfrm>
            <a:prstGeom prst="rect">
              <a:avLst/>
            </a:prstGeom>
            <a:solidFill>
              <a:schemeClr val="bg2">
                <a:lumMod val="20000"/>
                <a:lumOff val="80000"/>
                <a:alpha val="40000"/>
              </a:schemeClr>
            </a:solidFill>
            <a:ln>
              <a:noFill/>
              <a:miter lim="800000"/>
            </a:ln>
          </p:spPr>
          <p:txBody>
            <a:bodyPr wrap="square" lIns="144000" tIns="108000" rIns="72000" bIns="36000" rtlCol="0" anchor="t">
              <a:noAutofit/>
            </a:bodyPr>
            <a:lstStyle/>
            <a:p>
              <a:pPr algn="r" defTabSz="307644" hangingPunct="0">
                <a:lnSpc>
                  <a:spcPct val="90000"/>
                </a:lnSpc>
                <a:spcAft>
                  <a:spcPts val="596"/>
                </a:spcAft>
                <a:buClr>
                  <a:srgbClr val="E6513E"/>
                </a:buClr>
              </a:pPr>
              <a:endParaRPr lang="de-DE" sz="1200">
                <a:solidFill>
                  <a:schemeClr val="bg2"/>
                </a:solidFill>
                <a:ea typeface="Nokia Pure Text" panose="020B0504040602060303" pitchFamily="34" charset="0"/>
                <a:cs typeface="Nokia Pure Text" panose="020B0504040602060303" pitchFamily="34" charset="0"/>
                <a:sym typeface="Helvetica Neue" charset="0"/>
              </a:endParaRPr>
            </a:p>
          </p:txBody>
        </p:sp>
        <p:sp>
          <p:nvSpPr>
            <p:cNvPr id="261" name="Rectangle 282">
              <a:extLst>
                <a:ext uri="{FF2B5EF4-FFF2-40B4-BE49-F238E27FC236}">
                  <a16:creationId xmlns:a16="http://schemas.microsoft.com/office/drawing/2014/main" id="{135F7534-4888-4DFA-8640-3204A1310021}"/>
                </a:ext>
              </a:extLst>
            </p:cNvPr>
            <p:cNvSpPr/>
            <p:nvPr userDrawn="1"/>
          </p:nvSpPr>
          <p:spPr>
            <a:xfrm>
              <a:off x="282788" y="1586491"/>
              <a:ext cx="1838772" cy="587540"/>
            </a:xfrm>
            <a:custGeom>
              <a:avLst/>
              <a:gdLst>
                <a:gd name="connsiteX0" fmla="*/ 0 w 2035434"/>
                <a:gd name="connsiteY0" fmla="*/ 0 h 2520000"/>
                <a:gd name="connsiteX1" fmla="*/ 2035434 w 2035434"/>
                <a:gd name="connsiteY1" fmla="*/ 0 h 2520000"/>
                <a:gd name="connsiteX2" fmla="*/ 2035434 w 2035434"/>
                <a:gd name="connsiteY2" fmla="*/ 2520000 h 2520000"/>
                <a:gd name="connsiteX3" fmla="*/ 0 w 2035434"/>
                <a:gd name="connsiteY3" fmla="*/ 2520000 h 2520000"/>
                <a:gd name="connsiteX4" fmla="*/ 0 w 2035434"/>
                <a:gd name="connsiteY4" fmla="*/ 0 h 2520000"/>
                <a:gd name="connsiteX0" fmla="*/ 233363 w 2268797"/>
                <a:gd name="connsiteY0" fmla="*/ 0 h 2520000"/>
                <a:gd name="connsiteX1" fmla="*/ 2268797 w 2268797"/>
                <a:gd name="connsiteY1" fmla="*/ 0 h 2520000"/>
                <a:gd name="connsiteX2" fmla="*/ 2268797 w 2268797"/>
                <a:gd name="connsiteY2" fmla="*/ 2520000 h 2520000"/>
                <a:gd name="connsiteX3" fmla="*/ 233363 w 2268797"/>
                <a:gd name="connsiteY3" fmla="*/ 2520000 h 2520000"/>
                <a:gd name="connsiteX4" fmla="*/ 0 w 2268797"/>
                <a:gd name="connsiteY4" fmla="*/ 714681 h 2520000"/>
                <a:gd name="connsiteX5" fmla="*/ 233363 w 2268797"/>
                <a:gd name="connsiteY5" fmla="*/ 0 h 2520000"/>
                <a:gd name="connsiteX0" fmla="*/ 310167 w 2345601"/>
                <a:gd name="connsiteY0" fmla="*/ 0 h 2520000"/>
                <a:gd name="connsiteX1" fmla="*/ 2345601 w 2345601"/>
                <a:gd name="connsiteY1" fmla="*/ 0 h 2520000"/>
                <a:gd name="connsiteX2" fmla="*/ 2345601 w 2345601"/>
                <a:gd name="connsiteY2" fmla="*/ 2520000 h 2520000"/>
                <a:gd name="connsiteX3" fmla="*/ 310167 w 2345601"/>
                <a:gd name="connsiteY3" fmla="*/ 2520000 h 2520000"/>
                <a:gd name="connsiteX4" fmla="*/ 10130 w 2345601"/>
                <a:gd name="connsiteY4" fmla="*/ 1648131 h 2520000"/>
                <a:gd name="connsiteX5" fmla="*/ 76804 w 2345601"/>
                <a:gd name="connsiteY5" fmla="*/ 714681 h 2520000"/>
                <a:gd name="connsiteX6" fmla="*/ 310167 w 2345601"/>
                <a:gd name="connsiteY6" fmla="*/ 0 h 2520000"/>
                <a:gd name="connsiteX0" fmla="*/ 28758 w 2297555"/>
                <a:gd name="connsiteY0" fmla="*/ 714681 h 2520000"/>
                <a:gd name="connsiteX1" fmla="*/ 262121 w 2297555"/>
                <a:gd name="connsiteY1" fmla="*/ 0 h 2520000"/>
                <a:gd name="connsiteX2" fmla="*/ 2297555 w 2297555"/>
                <a:gd name="connsiteY2" fmla="*/ 0 h 2520000"/>
                <a:gd name="connsiteX3" fmla="*/ 2297555 w 2297555"/>
                <a:gd name="connsiteY3" fmla="*/ 2520000 h 2520000"/>
                <a:gd name="connsiteX4" fmla="*/ 262121 w 2297555"/>
                <a:gd name="connsiteY4" fmla="*/ 2520000 h 2520000"/>
                <a:gd name="connsiteX5" fmla="*/ 53524 w 2297555"/>
                <a:gd name="connsiteY5" fmla="*/ 1739571 h 2520000"/>
                <a:gd name="connsiteX0" fmla="*/ 262121 w 2297555"/>
                <a:gd name="connsiteY0" fmla="*/ 0 h 2520000"/>
                <a:gd name="connsiteX1" fmla="*/ 2297555 w 2297555"/>
                <a:gd name="connsiteY1" fmla="*/ 0 h 2520000"/>
                <a:gd name="connsiteX2" fmla="*/ 2297555 w 2297555"/>
                <a:gd name="connsiteY2" fmla="*/ 2520000 h 2520000"/>
                <a:gd name="connsiteX3" fmla="*/ 262121 w 2297555"/>
                <a:gd name="connsiteY3" fmla="*/ 2520000 h 2520000"/>
                <a:gd name="connsiteX4" fmla="*/ 53524 w 2297555"/>
                <a:gd name="connsiteY4" fmla="*/ 1739571 h 2520000"/>
                <a:gd name="connsiteX0" fmla="*/ 0 w 2035434"/>
                <a:gd name="connsiteY0" fmla="*/ 0 h 2520000"/>
                <a:gd name="connsiteX1" fmla="*/ 2035434 w 2035434"/>
                <a:gd name="connsiteY1" fmla="*/ 0 h 2520000"/>
                <a:gd name="connsiteX2" fmla="*/ 2035434 w 2035434"/>
                <a:gd name="connsiteY2" fmla="*/ 2520000 h 2520000"/>
                <a:gd name="connsiteX3" fmla="*/ 0 w 2035434"/>
                <a:gd name="connsiteY3" fmla="*/ 2520000 h 2520000"/>
              </a:gdLst>
              <a:ahLst/>
              <a:cxnLst>
                <a:cxn ang="0">
                  <a:pos x="connsiteX0" y="connsiteY0"/>
                </a:cxn>
                <a:cxn ang="0">
                  <a:pos x="connsiteX1" y="connsiteY1"/>
                </a:cxn>
                <a:cxn ang="0">
                  <a:pos x="connsiteX2" y="connsiteY2"/>
                </a:cxn>
                <a:cxn ang="0">
                  <a:pos x="connsiteX3" y="connsiteY3"/>
                </a:cxn>
              </a:cxnLst>
              <a:rect l="l" t="t" r="r" b="b"/>
              <a:pathLst>
                <a:path w="2035434" h="2520000">
                  <a:moveTo>
                    <a:pt x="0" y="0"/>
                  </a:moveTo>
                  <a:lnTo>
                    <a:pt x="2035434" y="0"/>
                  </a:lnTo>
                  <a:lnTo>
                    <a:pt x="2035434" y="2520000"/>
                  </a:lnTo>
                  <a:lnTo>
                    <a:pt x="0" y="2520000"/>
                  </a:lnTo>
                </a:path>
              </a:pathLst>
            </a:custGeom>
            <a:noFill/>
            <a:ln>
              <a:noFill/>
              <a:miter lim="800000"/>
            </a:ln>
          </p:spPr>
          <p:txBody>
            <a:bodyPr wrap="square" lIns="144000" tIns="108000" rIns="72000" bIns="36000" rtlCol="0" anchor="t">
              <a:noAutofit/>
            </a:bodyPr>
            <a:lstStyle/>
            <a:p>
              <a:pPr defTabSz="307644" hangingPunct="0">
                <a:lnSpc>
                  <a:spcPct val="90000"/>
                </a:lnSpc>
                <a:spcAft>
                  <a:spcPts val="596"/>
                </a:spcAft>
                <a:buClr>
                  <a:srgbClr val="E6513E"/>
                </a:buClr>
              </a:pPr>
              <a:r>
                <a:rPr lang="de-DE" sz="1200">
                  <a:solidFill>
                    <a:schemeClr val="bg2">
                      <a:lumMod val="75000"/>
                    </a:schemeClr>
                  </a:solidFill>
                  <a:ea typeface="Nokia Pure Text" panose="020B0504040602060303" pitchFamily="34" charset="0"/>
                  <a:cs typeface="Nokia Pure Text" panose="020B0504040602060303" pitchFamily="34" charset="0"/>
                  <a:sym typeface="Helvetica Neue" charset="0"/>
                </a:rPr>
                <a:t>Kunde</a:t>
              </a:r>
              <a:br>
                <a:rPr lang="de-DE" sz="1200">
                  <a:solidFill>
                    <a:schemeClr val="bg2">
                      <a:lumMod val="75000"/>
                    </a:schemeClr>
                  </a:solidFill>
                  <a:ea typeface="Nokia Pure Text" panose="020B0504040602060303" pitchFamily="34" charset="0"/>
                  <a:cs typeface="Nokia Pure Text" panose="020B0504040602060303" pitchFamily="34" charset="0"/>
                  <a:sym typeface="Helvetica Neue" charset="0"/>
                </a:rPr>
              </a:br>
              <a:r>
                <a:rPr lang="de-DE" sz="800">
                  <a:solidFill>
                    <a:schemeClr val="bg2">
                      <a:lumMod val="75000"/>
                    </a:schemeClr>
                  </a:solidFill>
                  <a:ea typeface="Nokia Pure Text" panose="020B0504040602060303" pitchFamily="34" charset="0"/>
                  <a:cs typeface="Nokia Pure Text" panose="020B0504040602060303" pitchFamily="34" charset="0"/>
                  <a:sym typeface="Helvetica Neue" charset="0"/>
                </a:rPr>
                <a:t>Internes Wissen zu Situation &amp; Potentiale </a:t>
              </a:r>
              <a:endParaRPr lang="de-DE" sz="1000">
                <a:solidFill>
                  <a:schemeClr val="bg2">
                    <a:lumMod val="75000"/>
                  </a:schemeClr>
                </a:solidFill>
                <a:ea typeface="Nokia Pure Text" panose="020B0504040602060303" pitchFamily="34" charset="0"/>
                <a:cs typeface="Nokia Pure Text" panose="020B0504040602060303" pitchFamily="34" charset="0"/>
                <a:sym typeface="Helvetica Neue" charset="0"/>
              </a:endParaRPr>
            </a:p>
          </p:txBody>
        </p:sp>
      </p:grpSp>
    </p:spTree>
    <p:extLst>
      <p:ext uri="{BB962C8B-B14F-4D97-AF65-F5344CB8AC3E}">
        <p14:creationId xmlns:p14="http://schemas.microsoft.com/office/powerpoint/2010/main" val="1116311951"/>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pecial">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32001" y="271679"/>
            <a:ext cx="6993000" cy="289789"/>
          </a:xfrm>
          <a:noFill/>
        </p:spPr>
        <p:txBody>
          <a:bodyPr/>
          <a:lstStyle/>
          <a:p>
            <a:r>
              <a:rPr lang="de-DE" noProof="0"/>
              <a:t>Titel = Kern-Botschaft</a:t>
            </a:r>
            <a:endParaRPr lang="en-GB" noProof="0"/>
          </a:p>
        </p:txBody>
      </p:sp>
      <p:sp>
        <p:nvSpPr>
          <p:cNvPr id="3" name="Textplatzhalter 5">
            <a:extLst>
              <a:ext uri="{FF2B5EF4-FFF2-40B4-BE49-F238E27FC236}">
                <a16:creationId xmlns:a16="http://schemas.microsoft.com/office/drawing/2014/main" id="{52691DE3-A0C1-4A8D-9C44-BC774825717E}"/>
              </a:ext>
            </a:extLst>
          </p:cNvPr>
          <p:cNvSpPr>
            <a:spLocks noGrp="1"/>
          </p:cNvSpPr>
          <p:nvPr>
            <p:ph type="body" sz="quarter" idx="14" hasCustomPrompt="1"/>
          </p:nvPr>
        </p:nvSpPr>
        <p:spPr>
          <a:xfrm>
            <a:off x="431801" y="579842"/>
            <a:ext cx="6993000" cy="216000"/>
          </a:xfrm>
          <a:noFill/>
          <a:ln w="9525">
            <a:noFill/>
            <a:miter lim="800000"/>
            <a:headEnd/>
            <a:tailEnd/>
          </a:ln>
        </p:spPr>
        <p:txBody>
          <a:bodyPr vert="horz" wrap="square" lIns="0" tIns="0" rIns="0" bIns="0" numCol="1" anchor="t" anchorCtr="0" compatLnSpc="1">
            <a:prstTxWarp prst="textNoShape">
              <a:avLst/>
            </a:prstTxWarp>
          </a:bodyPr>
          <a:lstStyle>
            <a:lvl1pPr marL="285743" indent="-285743">
              <a:buFont typeface="Arial" panose="020B0604020202020204" pitchFamily="34" charset="0"/>
              <a:buNone/>
              <a:defRPr lang="en-GB" sz="1400" dirty="0">
                <a:solidFill>
                  <a:schemeClr val="bg2"/>
                </a:solidFill>
                <a:latin typeface="+mj-lt"/>
              </a:defRPr>
            </a:lvl1pPr>
          </a:lstStyle>
          <a:p>
            <a:pPr marL="0" lvl="0" indent="0"/>
            <a:r>
              <a:rPr lang="en-GB"/>
              <a:t>Sub-title</a:t>
            </a:r>
          </a:p>
        </p:txBody>
      </p:sp>
      <p:sp>
        <p:nvSpPr>
          <p:cNvPr id="136" name="Freeform: Shape 135">
            <a:extLst>
              <a:ext uri="{FF2B5EF4-FFF2-40B4-BE49-F238E27FC236}">
                <a16:creationId xmlns:a16="http://schemas.microsoft.com/office/drawing/2014/main" id="{FA6A025E-D099-4D54-ACB6-E75D46448B04}"/>
              </a:ext>
            </a:extLst>
          </p:cNvPr>
          <p:cNvSpPr/>
          <p:nvPr userDrawn="1"/>
        </p:nvSpPr>
        <p:spPr>
          <a:xfrm flipV="1">
            <a:off x="428374" y="3762420"/>
            <a:ext cx="2085975" cy="185737"/>
          </a:xfrm>
          <a:custGeom>
            <a:avLst/>
            <a:gdLst>
              <a:gd name="connsiteX0" fmla="*/ 0 w 2085975"/>
              <a:gd name="connsiteY0" fmla="*/ 0 h 185737"/>
              <a:gd name="connsiteX1" fmla="*/ 2033588 w 2085975"/>
              <a:gd name="connsiteY1" fmla="*/ 0 h 185737"/>
              <a:gd name="connsiteX2" fmla="*/ 2085975 w 2085975"/>
              <a:gd name="connsiteY2" fmla="*/ 185737 h 185737"/>
            </a:gdLst>
            <a:ahLst/>
            <a:cxnLst>
              <a:cxn ang="0">
                <a:pos x="connsiteX0" y="connsiteY0"/>
              </a:cxn>
              <a:cxn ang="0">
                <a:pos x="connsiteX1" y="connsiteY1"/>
              </a:cxn>
              <a:cxn ang="0">
                <a:pos x="connsiteX2" y="connsiteY2"/>
              </a:cxn>
            </a:cxnLst>
            <a:rect l="l" t="t" r="r" b="b"/>
            <a:pathLst>
              <a:path w="2085975" h="185737">
                <a:moveTo>
                  <a:pt x="0" y="0"/>
                </a:moveTo>
                <a:lnTo>
                  <a:pt x="2033588" y="0"/>
                </a:lnTo>
                <a:lnTo>
                  <a:pt x="2085975" y="185737"/>
                </a:lnTo>
              </a:path>
            </a:pathLst>
          </a:custGeom>
          <a:solidFill>
            <a:schemeClr val="bg1"/>
          </a:solidFill>
          <a:ln>
            <a:solidFill>
              <a:schemeClr val="bg2"/>
            </a:solidFill>
            <a:miter lim="800000"/>
          </a:ln>
        </p:spPr>
        <p:txBody>
          <a:bodyPr wrap="square" lIns="144000" tIns="108000" rIns="72000" bIns="36000" rtlCol="0" anchor="t">
            <a:noAutofit/>
          </a:bodyPr>
          <a:lstStyle/>
          <a:p>
            <a:pPr defTabSz="307644" hangingPunct="0">
              <a:lnSpc>
                <a:spcPct val="90000"/>
              </a:lnSpc>
              <a:spcAft>
                <a:spcPts val="596"/>
              </a:spcAft>
              <a:buClr>
                <a:srgbClr val="E6513E"/>
              </a:buClr>
            </a:pPr>
            <a:endParaRPr lang="de-DE" sz="1200">
              <a:solidFill>
                <a:schemeClr val="bg2"/>
              </a:solidFill>
              <a:ea typeface="Nokia Pure Text" panose="020B0504040602060303" pitchFamily="34" charset="0"/>
              <a:cs typeface="Nokia Pure Text" panose="020B0504040602060303" pitchFamily="34" charset="0"/>
            </a:endParaRPr>
          </a:p>
        </p:txBody>
      </p:sp>
      <p:sp>
        <p:nvSpPr>
          <p:cNvPr id="137" name="Freeform: Shape 136">
            <a:extLst>
              <a:ext uri="{FF2B5EF4-FFF2-40B4-BE49-F238E27FC236}">
                <a16:creationId xmlns:a16="http://schemas.microsoft.com/office/drawing/2014/main" id="{E2B920EB-EF6E-4A0D-A48D-1111842DD137}"/>
              </a:ext>
            </a:extLst>
          </p:cNvPr>
          <p:cNvSpPr/>
          <p:nvPr userDrawn="1"/>
        </p:nvSpPr>
        <p:spPr>
          <a:xfrm>
            <a:off x="428374" y="1429591"/>
            <a:ext cx="2085975" cy="179261"/>
          </a:xfrm>
          <a:custGeom>
            <a:avLst/>
            <a:gdLst>
              <a:gd name="connsiteX0" fmla="*/ 0 w 2085975"/>
              <a:gd name="connsiteY0" fmla="*/ 0 h 185737"/>
              <a:gd name="connsiteX1" fmla="*/ 2033588 w 2085975"/>
              <a:gd name="connsiteY1" fmla="*/ 0 h 185737"/>
              <a:gd name="connsiteX2" fmla="*/ 2085975 w 2085975"/>
              <a:gd name="connsiteY2" fmla="*/ 185737 h 185737"/>
            </a:gdLst>
            <a:ahLst/>
            <a:cxnLst>
              <a:cxn ang="0">
                <a:pos x="connsiteX0" y="connsiteY0"/>
              </a:cxn>
              <a:cxn ang="0">
                <a:pos x="connsiteX1" y="connsiteY1"/>
              </a:cxn>
              <a:cxn ang="0">
                <a:pos x="connsiteX2" y="connsiteY2"/>
              </a:cxn>
            </a:cxnLst>
            <a:rect l="l" t="t" r="r" b="b"/>
            <a:pathLst>
              <a:path w="2085975" h="185737">
                <a:moveTo>
                  <a:pt x="0" y="0"/>
                </a:moveTo>
                <a:lnTo>
                  <a:pt x="2033588" y="0"/>
                </a:lnTo>
                <a:lnTo>
                  <a:pt x="2085975" y="185737"/>
                </a:lnTo>
              </a:path>
            </a:pathLst>
          </a:custGeom>
          <a:solidFill>
            <a:schemeClr val="bg1"/>
          </a:solidFill>
          <a:ln>
            <a:solidFill>
              <a:schemeClr val="bg2"/>
            </a:solidFill>
            <a:miter lim="800000"/>
          </a:ln>
        </p:spPr>
        <p:txBody>
          <a:bodyPr wrap="square" lIns="144000" tIns="108000" rIns="72000" bIns="36000" rtlCol="0" anchor="t">
            <a:noAutofit/>
          </a:bodyPr>
          <a:lstStyle/>
          <a:p>
            <a:pPr defTabSz="307644" hangingPunct="0">
              <a:lnSpc>
                <a:spcPct val="90000"/>
              </a:lnSpc>
              <a:spcAft>
                <a:spcPts val="596"/>
              </a:spcAft>
              <a:buClr>
                <a:srgbClr val="E6513E"/>
              </a:buClr>
            </a:pPr>
            <a:endParaRPr lang="de-DE" sz="1200">
              <a:solidFill>
                <a:schemeClr val="bg2"/>
              </a:solidFill>
              <a:ea typeface="Nokia Pure Text" panose="020B0504040602060303" pitchFamily="34" charset="0"/>
              <a:cs typeface="Nokia Pure Text" panose="020B0504040602060303" pitchFamily="34" charset="0"/>
            </a:endParaRPr>
          </a:p>
        </p:txBody>
      </p:sp>
      <p:sp>
        <p:nvSpPr>
          <p:cNvPr id="138" name="Freeform: Shape 137">
            <a:extLst>
              <a:ext uri="{FF2B5EF4-FFF2-40B4-BE49-F238E27FC236}">
                <a16:creationId xmlns:a16="http://schemas.microsoft.com/office/drawing/2014/main" id="{72CC5826-0775-4420-AC4A-CD11E9CB68C7}"/>
              </a:ext>
            </a:extLst>
          </p:cNvPr>
          <p:cNvSpPr/>
          <p:nvPr userDrawn="1"/>
        </p:nvSpPr>
        <p:spPr>
          <a:xfrm flipH="1">
            <a:off x="3753397" y="1426081"/>
            <a:ext cx="4958803" cy="2522076"/>
          </a:xfrm>
          <a:custGeom>
            <a:avLst/>
            <a:gdLst>
              <a:gd name="connsiteX0" fmla="*/ 1912821 w 4958803"/>
              <a:gd name="connsiteY0" fmla="*/ 0 h 2520000"/>
              <a:gd name="connsiteX1" fmla="*/ 3190 w 4958803"/>
              <a:gd name="connsiteY1" fmla="*/ 0 h 2520000"/>
              <a:gd name="connsiteX2" fmla="*/ 3190 w 4958803"/>
              <a:gd name="connsiteY2" fmla="*/ 177149 h 2520000"/>
              <a:gd name="connsiteX3" fmla="*/ 0 w 4958803"/>
              <a:gd name="connsiteY3" fmla="*/ 177149 h 2520000"/>
              <a:gd name="connsiteX4" fmla="*/ 0 w 4958803"/>
              <a:gd name="connsiteY4" fmla="*/ 2337149 h 2520000"/>
              <a:gd name="connsiteX5" fmla="*/ 3190 w 4958803"/>
              <a:gd name="connsiteY5" fmla="*/ 2337149 h 2520000"/>
              <a:gd name="connsiteX6" fmla="*/ 3190 w 4958803"/>
              <a:gd name="connsiteY6" fmla="*/ 2520000 h 2520000"/>
              <a:gd name="connsiteX7" fmla="*/ 1912821 w 4958803"/>
              <a:gd name="connsiteY7" fmla="*/ 2520000 h 2520000"/>
              <a:gd name="connsiteX8" fmla="*/ 1912821 w 4958803"/>
              <a:gd name="connsiteY8" fmla="*/ 2337149 h 2520000"/>
              <a:gd name="connsiteX9" fmla="*/ 4958803 w 4958803"/>
              <a:gd name="connsiteY9" fmla="*/ 2337149 h 2520000"/>
              <a:gd name="connsiteX10" fmla="*/ 4722434 w 4958803"/>
              <a:gd name="connsiteY10" fmla="*/ 1257149 h 2520000"/>
              <a:gd name="connsiteX11" fmla="*/ 4958803 w 4958803"/>
              <a:gd name="connsiteY11" fmla="*/ 177149 h 2520000"/>
              <a:gd name="connsiteX12" fmla="*/ 1912821 w 4958803"/>
              <a:gd name="connsiteY12" fmla="*/ 177149 h 2520000"/>
              <a:gd name="connsiteX0" fmla="*/ 1912821 w 4958803"/>
              <a:gd name="connsiteY0" fmla="*/ 4457 h 2524457"/>
              <a:gd name="connsiteX1" fmla="*/ 1869282 w 4958803"/>
              <a:gd name="connsiteY1" fmla="*/ 0 h 2524457"/>
              <a:gd name="connsiteX2" fmla="*/ 3190 w 4958803"/>
              <a:gd name="connsiteY2" fmla="*/ 4457 h 2524457"/>
              <a:gd name="connsiteX3" fmla="*/ 3190 w 4958803"/>
              <a:gd name="connsiteY3" fmla="*/ 181606 h 2524457"/>
              <a:gd name="connsiteX4" fmla="*/ 0 w 4958803"/>
              <a:gd name="connsiteY4" fmla="*/ 181606 h 2524457"/>
              <a:gd name="connsiteX5" fmla="*/ 0 w 4958803"/>
              <a:gd name="connsiteY5" fmla="*/ 2341606 h 2524457"/>
              <a:gd name="connsiteX6" fmla="*/ 3190 w 4958803"/>
              <a:gd name="connsiteY6" fmla="*/ 2341606 h 2524457"/>
              <a:gd name="connsiteX7" fmla="*/ 3190 w 4958803"/>
              <a:gd name="connsiteY7" fmla="*/ 2524457 h 2524457"/>
              <a:gd name="connsiteX8" fmla="*/ 1912821 w 4958803"/>
              <a:gd name="connsiteY8" fmla="*/ 2524457 h 2524457"/>
              <a:gd name="connsiteX9" fmla="*/ 1912821 w 4958803"/>
              <a:gd name="connsiteY9" fmla="*/ 2341606 h 2524457"/>
              <a:gd name="connsiteX10" fmla="*/ 4958803 w 4958803"/>
              <a:gd name="connsiteY10" fmla="*/ 2341606 h 2524457"/>
              <a:gd name="connsiteX11" fmla="*/ 4722434 w 4958803"/>
              <a:gd name="connsiteY11" fmla="*/ 1261606 h 2524457"/>
              <a:gd name="connsiteX12" fmla="*/ 4958803 w 4958803"/>
              <a:gd name="connsiteY12" fmla="*/ 181606 h 2524457"/>
              <a:gd name="connsiteX13" fmla="*/ 1912821 w 4958803"/>
              <a:gd name="connsiteY13" fmla="*/ 181606 h 2524457"/>
              <a:gd name="connsiteX14" fmla="*/ 1912821 w 4958803"/>
              <a:gd name="connsiteY14" fmla="*/ 4457 h 2524457"/>
              <a:gd name="connsiteX0" fmla="*/ 1912821 w 4958803"/>
              <a:gd name="connsiteY0" fmla="*/ 2076 h 2522076"/>
              <a:gd name="connsiteX1" fmla="*/ 1869282 w 4958803"/>
              <a:gd name="connsiteY1" fmla="*/ 0 h 2522076"/>
              <a:gd name="connsiteX2" fmla="*/ 3190 w 4958803"/>
              <a:gd name="connsiteY2" fmla="*/ 2076 h 2522076"/>
              <a:gd name="connsiteX3" fmla="*/ 3190 w 4958803"/>
              <a:gd name="connsiteY3" fmla="*/ 179225 h 2522076"/>
              <a:gd name="connsiteX4" fmla="*/ 0 w 4958803"/>
              <a:gd name="connsiteY4" fmla="*/ 179225 h 2522076"/>
              <a:gd name="connsiteX5" fmla="*/ 0 w 4958803"/>
              <a:gd name="connsiteY5" fmla="*/ 2339225 h 2522076"/>
              <a:gd name="connsiteX6" fmla="*/ 3190 w 4958803"/>
              <a:gd name="connsiteY6" fmla="*/ 2339225 h 2522076"/>
              <a:gd name="connsiteX7" fmla="*/ 3190 w 4958803"/>
              <a:gd name="connsiteY7" fmla="*/ 2522076 h 2522076"/>
              <a:gd name="connsiteX8" fmla="*/ 1912821 w 4958803"/>
              <a:gd name="connsiteY8" fmla="*/ 2522076 h 2522076"/>
              <a:gd name="connsiteX9" fmla="*/ 1912821 w 4958803"/>
              <a:gd name="connsiteY9" fmla="*/ 2339225 h 2522076"/>
              <a:gd name="connsiteX10" fmla="*/ 4958803 w 4958803"/>
              <a:gd name="connsiteY10" fmla="*/ 2339225 h 2522076"/>
              <a:gd name="connsiteX11" fmla="*/ 4722434 w 4958803"/>
              <a:gd name="connsiteY11" fmla="*/ 1259225 h 2522076"/>
              <a:gd name="connsiteX12" fmla="*/ 4958803 w 4958803"/>
              <a:gd name="connsiteY12" fmla="*/ 179225 h 2522076"/>
              <a:gd name="connsiteX13" fmla="*/ 1912821 w 4958803"/>
              <a:gd name="connsiteY13" fmla="*/ 179225 h 2522076"/>
              <a:gd name="connsiteX14" fmla="*/ 1912821 w 4958803"/>
              <a:gd name="connsiteY14" fmla="*/ 2076 h 2522076"/>
              <a:gd name="connsiteX0" fmla="*/ 1912821 w 4958803"/>
              <a:gd name="connsiteY0" fmla="*/ 2076 h 2522076"/>
              <a:gd name="connsiteX1" fmla="*/ 1869282 w 4958803"/>
              <a:gd name="connsiteY1" fmla="*/ 0 h 2522076"/>
              <a:gd name="connsiteX2" fmla="*/ 3190 w 4958803"/>
              <a:gd name="connsiteY2" fmla="*/ 2076 h 2522076"/>
              <a:gd name="connsiteX3" fmla="*/ 3190 w 4958803"/>
              <a:gd name="connsiteY3" fmla="*/ 179225 h 2522076"/>
              <a:gd name="connsiteX4" fmla="*/ 0 w 4958803"/>
              <a:gd name="connsiteY4" fmla="*/ 179225 h 2522076"/>
              <a:gd name="connsiteX5" fmla="*/ 0 w 4958803"/>
              <a:gd name="connsiteY5" fmla="*/ 2339225 h 2522076"/>
              <a:gd name="connsiteX6" fmla="*/ 3190 w 4958803"/>
              <a:gd name="connsiteY6" fmla="*/ 2339225 h 2522076"/>
              <a:gd name="connsiteX7" fmla="*/ 3190 w 4958803"/>
              <a:gd name="connsiteY7" fmla="*/ 2522076 h 2522076"/>
              <a:gd name="connsiteX8" fmla="*/ 1866901 w 4958803"/>
              <a:gd name="connsiteY8" fmla="*/ 2521744 h 2522076"/>
              <a:gd name="connsiteX9" fmla="*/ 1912821 w 4958803"/>
              <a:gd name="connsiteY9" fmla="*/ 2522076 h 2522076"/>
              <a:gd name="connsiteX10" fmla="*/ 1912821 w 4958803"/>
              <a:gd name="connsiteY10" fmla="*/ 2339225 h 2522076"/>
              <a:gd name="connsiteX11" fmla="*/ 4958803 w 4958803"/>
              <a:gd name="connsiteY11" fmla="*/ 2339225 h 2522076"/>
              <a:gd name="connsiteX12" fmla="*/ 4722434 w 4958803"/>
              <a:gd name="connsiteY12" fmla="*/ 1259225 h 2522076"/>
              <a:gd name="connsiteX13" fmla="*/ 4958803 w 4958803"/>
              <a:gd name="connsiteY13" fmla="*/ 179225 h 2522076"/>
              <a:gd name="connsiteX14" fmla="*/ 1912821 w 4958803"/>
              <a:gd name="connsiteY14" fmla="*/ 179225 h 2522076"/>
              <a:gd name="connsiteX15" fmla="*/ 1912821 w 4958803"/>
              <a:gd name="connsiteY15" fmla="*/ 2076 h 2522076"/>
              <a:gd name="connsiteX0" fmla="*/ 1912821 w 4958803"/>
              <a:gd name="connsiteY0" fmla="*/ 2076 h 2522076"/>
              <a:gd name="connsiteX1" fmla="*/ 1869282 w 4958803"/>
              <a:gd name="connsiteY1" fmla="*/ 0 h 2522076"/>
              <a:gd name="connsiteX2" fmla="*/ 3190 w 4958803"/>
              <a:gd name="connsiteY2" fmla="*/ 2076 h 2522076"/>
              <a:gd name="connsiteX3" fmla="*/ 3190 w 4958803"/>
              <a:gd name="connsiteY3" fmla="*/ 179225 h 2522076"/>
              <a:gd name="connsiteX4" fmla="*/ 0 w 4958803"/>
              <a:gd name="connsiteY4" fmla="*/ 179225 h 2522076"/>
              <a:gd name="connsiteX5" fmla="*/ 0 w 4958803"/>
              <a:gd name="connsiteY5" fmla="*/ 2339225 h 2522076"/>
              <a:gd name="connsiteX6" fmla="*/ 3190 w 4958803"/>
              <a:gd name="connsiteY6" fmla="*/ 2339225 h 2522076"/>
              <a:gd name="connsiteX7" fmla="*/ 3190 w 4958803"/>
              <a:gd name="connsiteY7" fmla="*/ 2522076 h 2522076"/>
              <a:gd name="connsiteX8" fmla="*/ 1866901 w 4958803"/>
              <a:gd name="connsiteY8" fmla="*/ 2521744 h 2522076"/>
              <a:gd name="connsiteX9" fmla="*/ 1912821 w 4958803"/>
              <a:gd name="connsiteY9" fmla="*/ 2339225 h 2522076"/>
              <a:gd name="connsiteX10" fmla="*/ 4958803 w 4958803"/>
              <a:gd name="connsiteY10" fmla="*/ 2339225 h 2522076"/>
              <a:gd name="connsiteX11" fmla="*/ 4722434 w 4958803"/>
              <a:gd name="connsiteY11" fmla="*/ 1259225 h 2522076"/>
              <a:gd name="connsiteX12" fmla="*/ 4958803 w 4958803"/>
              <a:gd name="connsiteY12" fmla="*/ 179225 h 2522076"/>
              <a:gd name="connsiteX13" fmla="*/ 1912821 w 4958803"/>
              <a:gd name="connsiteY13" fmla="*/ 179225 h 2522076"/>
              <a:gd name="connsiteX14" fmla="*/ 1912821 w 4958803"/>
              <a:gd name="connsiteY14" fmla="*/ 2076 h 2522076"/>
              <a:gd name="connsiteX0" fmla="*/ 1912821 w 4958803"/>
              <a:gd name="connsiteY0" fmla="*/ 179225 h 2522076"/>
              <a:gd name="connsiteX1" fmla="*/ 1869282 w 4958803"/>
              <a:gd name="connsiteY1" fmla="*/ 0 h 2522076"/>
              <a:gd name="connsiteX2" fmla="*/ 3190 w 4958803"/>
              <a:gd name="connsiteY2" fmla="*/ 2076 h 2522076"/>
              <a:gd name="connsiteX3" fmla="*/ 3190 w 4958803"/>
              <a:gd name="connsiteY3" fmla="*/ 179225 h 2522076"/>
              <a:gd name="connsiteX4" fmla="*/ 0 w 4958803"/>
              <a:gd name="connsiteY4" fmla="*/ 179225 h 2522076"/>
              <a:gd name="connsiteX5" fmla="*/ 0 w 4958803"/>
              <a:gd name="connsiteY5" fmla="*/ 2339225 h 2522076"/>
              <a:gd name="connsiteX6" fmla="*/ 3190 w 4958803"/>
              <a:gd name="connsiteY6" fmla="*/ 2339225 h 2522076"/>
              <a:gd name="connsiteX7" fmla="*/ 3190 w 4958803"/>
              <a:gd name="connsiteY7" fmla="*/ 2522076 h 2522076"/>
              <a:gd name="connsiteX8" fmla="*/ 1866901 w 4958803"/>
              <a:gd name="connsiteY8" fmla="*/ 2521744 h 2522076"/>
              <a:gd name="connsiteX9" fmla="*/ 1912821 w 4958803"/>
              <a:gd name="connsiteY9" fmla="*/ 2339225 h 2522076"/>
              <a:gd name="connsiteX10" fmla="*/ 4958803 w 4958803"/>
              <a:gd name="connsiteY10" fmla="*/ 2339225 h 2522076"/>
              <a:gd name="connsiteX11" fmla="*/ 4722434 w 4958803"/>
              <a:gd name="connsiteY11" fmla="*/ 1259225 h 2522076"/>
              <a:gd name="connsiteX12" fmla="*/ 4958803 w 4958803"/>
              <a:gd name="connsiteY12" fmla="*/ 179225 h 2522076"/>
              <a:gd name="connsiteX13" fmla="*/ 1912821 w 4958803"/>
              <a:gd name="connsiteY13" fmla="*/ 179225 h 2522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58803" h="2522076">
                <a:moveTo>
                  <a:pt x="1912821" y="179225"/>
                </a:moveTo>
                <a:lnTo>
                  <a:pt x="1869282" y="0"/>
                </a:lnTo>
                <a:lnTo>
                  <a:pt x="3190" y="2076"/>
                </a:lnTo>
                <a:lnTo>
                  <a:pt x="3190" y="179225"/>
                </a:lnTo>
                <a:lnTo>
                  <a:pt x="0" y="179225"/>
                </a:lnTo>
                <a:lnTo>
                  <a:pt x="0" y="2339225"/>
                </a:lnTo>
                <a:lnTo>
                  <a:pt x="3190" y="2339225"/>
                </a:lnTo>
                <a:lnTo>
                  <a:pt x="3190" y="2522076"/>
                </a:lnTo>
                <a:lnTo>
                  <a:pt x="1866901" y="2521744"/>
                </a:lnTo>
                <a:lnTo>
                  <a:pt x="1912821" y="2339225"/>
                </a:lnTo>
                <a:lnTo>
                  <a:pt x="4958803" y="2339225"/>
                </a:lnTo>
                <a:lnTo>
                  <a:pt x="4722434" y="1259225"/>
                </a:lnTo>
                <a:lnTo>
                  <a:pt x="4958803" y="179225"/>
                </a:lnTo>
                <a:lnTo>
                  <a:pt x="1912821" y="179225"/>
                </a:lnTo>
                <a:close/>
              </a:path>
            </a:pathLst>
          </a:custGeom>
          <a:gradFill flip="none" rotWithShape="1">
            <a:gsLst>
              <a:gs pos="0">
                <a:schemeClr val="bg2">
                  <a:lumMod val="20000"/>
                  <a:lumOff val="80000"/>
                </a:schemeClr>
              </a:gs>
              <a:gs pos="75000">
                <a:schemeClr val="tx1">
                  <a:lumMod val="10000"/>
                  <a:lumOff val="90000"/>
                </a:schemeClr>
              </a:gs>
            </a:gsLst>
            <a:lin ang="10800000" scaled="1"/>
            <a:tileRect/>
          </a:gradFill>
          <a:ln>
            <a:noFill/>
            <a:miter lim="800000"/>
          </a:ln>
        </p:spPr>
        <p:txBody>
          <a:bodyPr wrap="square" lIns="72000" tIns="108000" rIns="216000" bIns="36000" rtlCol="0" anchor="t">
            <a:noAutofit/>
          </a:bodyPr>
          <a:lstStyle/>
          <a:p>
            <a:pPr algn="r" defTabSz="307644" hangingPunct="0">
              <a:lnSpc>
                <a:spcPct val="90000"/>
              </a:lnSpc>
              <a:spcAft>
                <a:spcPts val="596"/>
              </a:spcAft>
              <a:buClr>
                <a:srgbClr val="E6513E"/>
              </a:buClr>
            </a:pPr>
            <a:r>
              <a:rPr lang="de-DE" sz="1200">
                <a:solidFill>
                  <a:schemeClr val="bg2"/>
                </a:solidFill>
                <a:ea typeface="Nokia Pure Text" panose="020B0504040602060303" pitchFamily="34" charset="0"/>
                <a:cs typeface="Nokia Pure Text" panose="020B0504040602060303" pitchFamily="34" charset="0"/>
                <a:sym typeface="Helvetica Neue" charset="0"/>
              </a:rPr>
              <a:t>Partner Ökosystem</a:t>
            </a:r>
            <a:br>
              <a:rPr lang="de-DE" sz="1200">
                <a:solidFill>
                  <a:schemeClr val="bg2"/>
                </a:solidFill>
                <a:ea typeface="Nokia Pure Text" panose="020B0504040602060303" pitchFamily="34" charset="0"/>
                <a:cs typeface="Nokia Pure Text" panose="020B0504040602060303" pitchFamily="34" charset="0"/>
                <a:sym typeface="Helvetica Neue" charset="0"/>
              </a:rPr>
            </a:br>
            <a:r>
              <a:rPr lang="de-DE" sz="800">
                <a:solidFill>
                  <a:schemeClr val="bg2"/>
                </a:solidFill>
                <a:ea typeface="Nokia Pure Text" panose="020B0504040602060303" pitchFamily="34" charset="0"/>
                <a:cs typeface="Nokia Pure Text" panose="020B0504040602060303" pitchFamily="34" charset="0"/>
                <a:sym typeface="Helvetica Neue" charset="0"/>
              </a:rPr>
              <a:t>Externes Wissen zu den Lösungen</a:t>
            </a:r>
            <a:endParaRPr lang="de-DE" sz="1200">
              <a:solidFill>
                <a:schemeClr val="bg2"/>
              </a:solidFill>
              <a:ea typeface="Nokia Pure Text" panose="020B0504040602060303" pitchFamily="34" charset="0"/>
              <a:cs typeface="Nokia Pure Text" panose="020B0504040602060303" pitchFamily="34" charset="0"/>
              <a:sym typeface="Helvetica Neue" charset="0"/>
            </a:endParaRPr>
          </a:p>
        </p:txBody>
      </p:sp>
      <p:sp>
        <p:nvSpPr>
          <p:cNvPr id="140" name="Freeform: Shape 139">
            <a:extLst>
              <a:ext uri="{FF2B5EF4-FFF2-40B4-BE49-F238E27FC236}">
                <a16:creationId xmlns:a16="http://schemas.microsoft.com/office/drawing/2014/main" id="{9F0307F6-6D1E-4461-8D11-31F79A938088}"/>
              </a:ext>
            </a:extLst>
          </p:cNvPr>
          <p:cNvSpPr/>
          <p:nvPr userDrawn="1"/>
        </p:nvSpPr>
        <p:spPr>
          <a:xfrm>
            <a:off x="825679" y="1605306"/>
            <a:ext cx="2935759" cy="2160000"/>
          </a:xfrm>
          <a:custGeom>
            <a:avLst/>
            <a:gdLst>
              <a:gd name="connsiteX0" fmla="*/ 0 w 3343481"/>
              <a:gd name="connsiteY0" fmla="*/ 0 h 2160000"/>
              <a:gd name="connsiteX1" fmla="*/ 750752 w 3343481"/>
              <a:gd name="connsiteY1" fmla="*/ 0 h 2160000"/>
              <a:gd name="connsiteX2" fmla="*/ 2356360 w 3343481"/>
              <a:gd name="connsiteY2" fmla="*/ 0 h 2160000"/>
              <a:gd name="connsiteX3" fmla="*/ 3107112 w 3343481"/>
              <a:gd name="connsiteY3" fmla="*/ 0 h 2160000"/>
              <a:gd name="connsiteX4" fmla="*/ 3343481 w 3343481"/>
              <a:gd name="connsiteY4" fmla="*/ 1080000 h 2160000"/>
              <a:gd name="connsiteX5" fmla="*/ 3107112 w 3343481"/>
              <a:gd name="connsiteY5" fmla="*/ 2160000 h 2160000"/>
              <a:gd name="connsiteX6" fmla="*/ 2356360 w 3343481"/>
              <a:gd name="connsiteY6" fmla="*/ 2160000 h 2160000"/>
              <a:gd name="connsiteX7" fmla="*/ 750752 w 3343481"/>
              <a:gd name="connsiteY7" fmla="*/ 2160000 h 2160000"/>
              <a:gd name="connsiteX8" fmla="*/ 0 w 3343481"/>
              <a:gd name="connsiteY8" fmla="*/ 2160000 h 2160000"/>
              <a:gd name="connsiteX9" fmla="*/ 57166 w 3343481"/>
              <a:gd name="connsiteY9" fmla="*/ 2096522 h 2160000"/>
              <a:gd name="connsiteX10" fmla="*/ 101269 w 3343481"/>
              <a:gd name="connsiteY10" fmla="*/ 2094295 h 2160000"/>
              <a:gd name="connsiteX11" fmla="*/ 1016584 w 3343481"/>
              <a:gd name="connsiteY11" fmla="*/ 1080000 h 2160000"/>
              <a:gd name="connsiteX12" fmla="*/ 101269 w 3343481"/>
              <a:gd name="connsiteY12" fmla="*/ 65705 h 2160000"/>
              <a:gd name="connsiteX13" fmla="*/ 57752 w 3343481"/>
              <a:gd name="connsiteY13" fmla="*/ 63508 h 2160000"/>
              <a:gd name="connsiteX0" fmla="*/ 0 w 3343481"/>
              <a:gd name="connsiteY0" fmla="*/ 0 h 2160000"/>
              <a:gd name="connsiteX1" fmla="*/ 750752 w 3343481"/>
              <a:gd name="connsiteY1" fmla="*/ 0 h 2160000"/>
              <a:gd name="connsiteX2" fmla="*/ 2356360 w 3343481"/>
              <a:gd name="connsiteY2" fmla="*/ 0 h 2160000"/>
              <a:gd name="connsiteX3" fmla="*/ 3107112 w 3343481"/>
              <a:gd name="connsiteY3" fmla="*/ 0 h 2160000"/>
              <a:gd name="connsiteX4" fmla="*/ 3343481 w 3343481"/>
              <a:gd name="connsiteY4" fmla="*/ 1080000 h 2160000"/>
              <a:gd name="connsiteX5" fmla="*/ 3107112 w 3343481"/>
              <a:gd name="connsiteY5" fmla="*/ 2160000 h 2160000"/>
              <a:gd name="connsiteX6" fmla="*/ 2356360 w 3343481"/>
              <a:gd name="connsiteY6" fmla="*/ 2160000 h 2160000"/>
              <a:gd name="connsiteX7" fmla="*/ 750752 w 3343481"/>
              <a:gd name="connsiteY7" fmla="*/ 2160000 h 2160000"/>
              <a:gd name="connsiteX8" fmla="*/ 0 w 3343481"/>
              <a:gd name="connsiteY8" fmla="*/ 2160000 h 2160000"/>
              <a:gd name="connsiteX9" fmla="*/ 57166 w 3343481"/>
              <a:gd name="connsiteY9" fmla="*/ 2096522 h 2160000"/>
              <a:gd name="connsiteX10" fmla="*/ 101269 w 3343481"/>
              <a:gd name="connsiteY10" fmla="*/ 2094295 h 2160000"/>
              <a:gd name="connsiteX11" fmla="*/ 1016584 w 3343481"/>
              <a:gd name="connsiteY11" fmla="*/ 1080000 h 2160000"/>
              <a:gd name="connsiteX12" fmla="*/ 101269 w 3343481"/>
              <a:gd name="connsiteY12" fmla="*/ 65705 h 2160000"/>
              <a:gd name="connsiteX13" fmla="*/ 0 w 3343481"/>
              <a:gd name="connsiteY13" fmla="*/ 0 h 2160000"/>
              <a:gd name="connsiteX0" fmla="*/ 0 w 3343481"/>
              <a:gd name="connsiteY0" fmla="*/ 0 h 2160000"/>
              <a:gd name="connsiteX1" fmla="*/ 750752 w 3343481"/>
              <a:gd name="connsiteY1" fmla="*/ 0 h 2160000"/>
              <a:gd name="connsiteX2" fmla="*/ 2356360 w 3343481"/>
              <a:gd name="connsiteY2" fmla="*/ 0 h 2160000"/>
              <a:gd name="connsiteX3" fmla="*/ 3107112 w 3343481"/>
              <a:gd name="connsiteY3" fmla="*/ 0 h 2160000"/>
              <a:gd name="connsiteX4" fmla="*/ 3343481 w 3343481"/>
              <a:gd name="connsiteY4" fmla="*/ 1080000 h 2160000"/>
              <a:gd name="connsiteX5" fmla="*/ 3107112 w 3343481"/>
              <a:gd name="connsiteY5" fmla="*/ 2160000 h 2160000"/>
              <a:gd name="connsiteX6" fmla="*/ 2356360 w 3343481"/>
              <a:gd name="connsiteY6" fmla="*/ 2160000 h 2160000"/>
              <a:gd name="connsiteX7" fmla="*/ 750752 w 3343481"/>
              <a:gd name="connsiteY7" fmla="*/ 2160000 h 2160000"/>
              <a:gd name="connsiteX8" fmla="*/ 0 w 3343481"/>
              <a:gd name="connsiteY8" fmla="*/ 2160000 h 2160000"/>
              <a:gd name="connsiteX9" fmla="*/ 57166 w 3343481"/>
              <a:gd name="connsiteY9" fmla="*/ 2096522 h 2160000"/>
              <a:gd name="connsiteX10" fmla="*/ 101269 w 3343481"/>
              <a:gd name="connsiteY10" fmla="*/ 2094295 h 2160000"/>
              <a:gd name="connsiteX11" fmla="*/ 1016584 w 3343481"/>
              <a:gd name="connsiteY11" fmla="*/ 1080000 h 2160000"/>
              <a:gd name="connsiteX12" fmla="*/ 0 w 3343481"/>
              <a:gd name="connsiteY12" fmla="*/ 0 h 2160000"/>
              <a:gd name="connsiteX0" fmla="*/ 0 w 3343481"/>
              <a:gd name="connsiteY0" fmla="*/ 0 h 2160000"/>
              <a:gd name="connsiteX1" fmla="*/ 750752 w 3343481"/>
              <a:gd name="connsiteY1" fmla="*/ 0 h 2160000"/>
              <a:gd name="connsiteX2" fmla="*/ 2356360 w 3343481"/>
              <a:gd name="connsiteY2" fmla="*/ 0 h 2160000"/>
              <a:gd name="connsiteX3" fmla="*/ 3107112 w 3343481"/>
              <a:gd name="connsiteY3" fmla="*/ 0 h 2160000"/>
              <a:gd name="connsiteX4" fmla="*/ 3343481 w 3343481"/>
              <a:gd name="connsiteY4" fmla="*/ 1080000 h 2160000"/>
              <a:gd name="connsiteX5" fmla="*/ 3107112 w 3343481"/>
              <a:gd name="connsiteY5" fmla="*/ 2160000 h 2160000"/>
              <a:gd name="connsiteX6" fmla="*/ 2356360 w 3343481"/>
              <a:gd name="connsiteY6" fmla="*/ 2160000 h 2160000"/>
              <a:gd name="connsiteX7" fmla="*/ 750752 w 3343481"/>
              <a:gd name="connsiteY7" fmla="*/ 2160000 h 2160000"/>
              <a:gd name="connsiteX8" fmla="*/ 0 w 3343481"/>
              <a:gd name="connsiteY8" fmla="*/ 2160000 h 2160000"/>
              <a:gd name="connsiteX9" fmla="*/ 101269 w 3343481"/>
              <a:gd name="connsiteY9" fmla="*/ 2094295 h 2160000"/>
              <a:gd name="connsiteX10" fmla="*/ 1016584 w 3343481"/>
              <a:gd name="connsiteY10" fmla="*/ 1080000 h 2160000"/>
              <a:gd name="connsiteX11" fmla="*/ 0 w 3343481"/>
              <a:gd name="connsiteY11" fmla="*/ 0 h 2160000"/>
              <a:gd name="connsiteX0" fmla="*/ 0 w 3343481"/>
              <a:gd name="connsiteY0" fmla="*/ 0 h 2160000"/>
              <a:gd name="connsiteX1" fmla="*/ 750752 w 3343481"/>
              <a:gd name="connsiteY1" fmla="*/ 0 h 2160000"/>
              <a:gd name="connsiteX2" fmla="*/ 2356360 w 3343481"/>
              <a:gd name="connsiteY2" fmla="*/ 0 h 2160000"/>
              <a:gd name="connsiteX3" fmla="*/ 3107112 w 3343481"/>
              <a:gd name="connsiteY3" fmla="*/ 0 h 2160000"/>
              <a:gd name="connsiteX4" fmla="*/ 3343481 w 3343481"/>
              <a:gd name="connsiteY4" fmla="*/ 1080000 h 2160000"/>
              <a:gd name="connsiteX5" fmla="*/ 3107112 w 3343481"/>
              <a:gd name="connsiteY5" fmla="*/ 2160000 h 2160000"/>
              <a:gd name="connsiteX6" fmla="*/ 2356360 w 3343481"/>
              <a:gd name="connsiteY6" fmla="*/ 2160000 h 2160000"/>
              <a:gd name="connsiteX7" fmla="*/ 750752 w 3343481"/>
              <a:gd name="connsiteY7" fmla="*/ 2160000 h 2160000"/>
              <a:gd name="connsiteX8" fmla="*/ 0 w 3343481"/>
              <a:gd name="connsiteY8" fmla="*/ 2160000 h 2160000"/>
              <a:gd name="connsiteX9" fmla="*/ 1016584 w 3343481"/>
              <a:gd name="connsiteY9" fmla="*/ 1080000 h 2160000"/>
              <a:gd name="connsiteX10" fmla="*/ 0 w 3343481"/>
              <a:gd name="connsiteY10" fmla="*/ 0 h 2160000"/>
              <a:gd name="connsiteX0" fmla="*/ 0 w 3343481"/>
              <a:gd name="connsiteY0" fmla="*/ 0 h 2160000"/>
              <a:gd name="connsiteX1" fmla="*/ 750752 w 3343481"/>
              <a:gd name="connsiteY1" fmla="*/ 0 h 2160000"/>
              <a:gd name="connsiteX2" fmla="*/ 3107112 w 3343481"/>
              <a:gd name="connsiteY2" fmla="*/ 0 h 2160000"/>
              <a:gd name="connsiteX3" fmla="*/ 3343481 w 3343481"/>
              <a:gd name="connsiteY3" fmla="*/ 1080000 h 2160000"/>
              <a:gd name="connsiteX4" fmla="*/ 3107112 w 3343481"/>
              <a:gd name="connsiteY4" fmla="*/ 2160000 h 2160000"/>
              <a:gd name="connsiteX5" fmla="*/ 2356360 w 3343481"/>
              <a:gd name="connsiteY5" fmla="*/ 2160000 h 2160000"/>
              <a:gd name="connsiteX6" fmla="*/ 750752 w 3343481"/>
              <a:gd name="connsiteY6" fmla="*/ 2160000 h 2160000"/>
              <a:gd name="connsiteX7" fmla="*/ 0 w 3343481"/>
              <a:gd name="connsiteY7" fmla="*/ 2160000 h 2160000"/>
              <a:gd name="connsiteX8" fmla="*/ 1016584 w 3343481"/>
              <a:gd name="connsiteY8" fmla="*/ 1080000 h 2160000"/>
              <a:gd name="connsiteX9" fmla="*/ 0 w 3343481"/>
              <a:gd name="connsiteY9" fmla="*/ 0 h 2160000"/>
              <a:gd name="connsiteX0" fmla="*/ 0 w 3343481"/>
              <a:gd name="connsiteY0" fmla="*/ 0 h 2160000"/>
              <a:gd name="connsiteX1" fmla="*/ 3107112 w 3343481"/>
              <a:gd name="connsiteY1" fmla="*/ 0 h 2160000"/>
              <a:gd name="connsiteX2" fmla="*/ 3343481 w 3343481"/>
              <a:gd name="connsiteY2" fmla="*/ 1080000 h 2160000"/>
              <a:gd name="connsiteX3" fmla="*/ 3107112 w 3343481"/>
              <a:gd name="connsiteY3" fmla="*/ 2160000 h 2160000"/>
              <a:gd name="connsiteX4" fmla="*/ 2356360 w 3343481"/>
              <a:gd name="connsiteY4" fmla="*/ 2160000 h 2160000"/>
              <a:gd name="connsiteX5" fmla="*/ 750752 w 3343481"/>
              <a:gd name="connsiteY5" fmla="*/ 2160000 h 2160000"/>
              <a:gd name="connsiteX6" fmla="*/ 0 w 3343481"/>
              <a:gd name="connsiteY6" fmla="*/ 2160000 h 2160000"/>
              <a:gd name="connsiteX7" fmla="*/ 1016584 w 3343481"/>
              <a:gd name="connsiteY7" fmla="*/ 1080000 h 2160000"/>
              <a:gd name="connsiteX8" fmla="*/ 0 w 3343481"/>
              <a:gd name="connsiteY8" fmla="*/ 0 h 2160000"/>
              <a:gd name="connsiteX0" fmla="*/ 0 w 3343481"/>
              <a:gd name="connsiteY0" fmla="*/ 0 h 2160000"/>
              <a:gd name="connsiteX1" fmla="*/ 3107112 w 3343481"/>
              <a:gd name="connsiteY1" fmla="*/ 0 h 2160000"/>
              <a:gd name="connsiteX2" fmla="*/ 3343481 w 3343481"/>
              <a:gd name="connsiteY2" fmla="*/ 1080000 h 2160000"/>
              <a:gd name="connsiteX3" fmla="*/ 3107112 w 3343481"/>
              <a:gd name="connsiteY3" fmla="*/ 2160000 h 2160000"/>
              <a:gd name="connsiteX4" fmla="*/ 2356360 w 3343481"/>
              <a:gd name="connsiteY4" fmla="*/ 2160000 h 2160000"/>
              <a:gd name="connsiteX5" fmla="*/ 0 w 3343481"/>
              <a:gd name="connsiteY5" fmla="*/ 2160000 h 2160000"/>
              <a:gd name="connsiteX6" fmla="*/ 1016584 w 3343481"/>
              <a:gd name="connsiteY6" fmla="*/ 1080000 h 2160000"/>
              <a:gd name="connsiteX7" fmla="*/ 0 w 3343481"/>
              <a:gd name="connsiteY7" fmla="*/ 0 h 2160000"/>
              <a:gd name="connsiteX0" fmla="*/ 56920 w 3400401"/>
              <a:gd name="connsiteY0" fmla="*/ 0 h 2160000"/>
              <a:gd name="connsiteX1" fmla="*/ 3164032 w 3400401"/>
              <a:gd name="connsiteY1" fmla="*/ 0 h 2160000"/>
              <a:gd name="connsiteX2" fmla="*/ 3400401 w 3400401"/>
              <a:gd name="connsiteY2" fmla="*/ 1080000 h 2160000"/>
              <a:gd name="connsiteX3" fmla="*/ 3164032 w 3400401"/>
              <a:gd name="connsiteY3" fmla="*/ 2160000 h 2160000"/>
              <a:gd name="connsiteX4" fmla="*/ 2413280 w 3400401"/>
              <a:gd name="connsiteY4" fmla="*/ 2160000 h 2160000"/>
              <a:gd name="connsiteX5" fmla="*/ 56920 w 3400401"/>
              <a:gd name="connsiteY5" fmla="*/ 2160000 h 2160000"/>
              <a:gd name="connsiteX6" fmla="*/ 1073504 w 3400401"/>
              <a:gd name="connsiteY6" fmla="*/ 1080000 h 2160000"/>
              <a:gd name="connsiteX7" fmla="*/ 56920 w 3400401"/>
              <a:gd name="connsiteY7" fmla="*/ 0 h 2160000"/>
              <a:gd name="connsiteX0" fmla="*/ 56920 w 3400401"/>
              <a:gd name="connsiteY0" fmla="*/ 0 h 2160000"/>
              <a:gd name="connsiteX1" fmla="*/ 3164032 w 3400401"/>
              <a:gd name="connsiteY1" fmla="*/ 0 h 2160000"/>
              <a:gd name="connsiteX2" fmla="*/ 3400401 w 3400401"/>
              <a:gd name="connsiteY2" fmla="*/ 1080000 h 2160000"/>
              <a:gd name="connsiteX3" fmla="*/ 3164032 w 3400401"/>
              <a:gd name="connsiteY3" fmla="*/ 2160000 h 2160000"/>
              <a:gd name="connsiteX4" fmla="*/ 2413280 w 3400401"/>
              <a:gd name="connsiteY4" fmla="*/ 2160000 h 2160000"/>
              <a:gd name="connsiteX5" fmla="*/ 56920 w 3400401"/>
              <a:gd name="connsiteY5" fmla="*/ 2160000 h 2160000"/>
              <a:gd name="connsiteX6" fmla="*/ 1073504 w 3400401"/>
              <a:gd name="connsiteY6" fmla="*/ 1080000 h 2160000"/>
              <a:gd name="connsiteX7" fmla="*/ 56920 w 3400401"/>
              <a:gd name="connsiteY7" fmla="*/ 0 h 2160000"/>
              <a:gd name="connsiteX0" fmla="*/ 0 w 3343481"/>
              <a:gd name="connsiteY0" fmla="*/ 0 h 2160000"/>
              <a:gd name="connsiteX1" fmla="*/ 3107112 w 3343481"/>
              <a:gd name="connsiteY1" fmla="*/ 0 h 2160000"/>
              <a:gd name="connsiteX2" fmla="*/ 3343481 w 3343481"/>
              <a:gd name="connsiteY2" fmla="*/ 1080000 h 2160000"/>
              <a:gd name="connsiteX3" fmla="*/ 3107112 w 3343481"/>
              <a:gd name="connsiteY3" fmla="*/ 2160000 h 2160000"/>
              <a:gd name="connsiteX4" fmla="*/ 2356360 w 3343481"/>
              <a:gd name="connsiteY4" fmla="*/ 2160000 h 2160000"/>
              <a:gd name="connsiteX5" fmla="*/ 0 w 3343481"/>
              <a:gd name="connsiteY5" fmla="*/ 2160000 h 2160000"/>
              <a:gd name="connsiteX6" fmla="*/ 1016584 w 3343481"/>
              <a:gd name="connsiteY6" fmla="*/ 1080000 h 2160000"/>
              <a:gd name="connsiteX7" fmla="*/ 0 w 3343481"/>
              <a:gd name="connsiteY7" fmla="*/ 0 h 2160000"/>
              <a:gd name="connsiteX0" fmla="*/ 0 w 3343481"/>
              <a:gd name="connsiteY0" fmla="*/ 0 h 2160000"/>
              <a:gd name="connsiteX1" fmla="*/ 3107112 w 3343481"/>
              <a:gd name="connsiteY1" fmla="*/ 0 h 2160000"/>
              <a:gd name="connsiteX2" fmla="*/ 3343481 w 3343481"/>
              <a:gd name="connsiteY2" fmla="*/ 1080000 h 2160000"/>
              <a:gd name="connsiteX3" fmla="*/ 3107112 w 3343481"/>
              <a:gd name="connsiteY3" fmla="*/ 2160000 h 2160000"/>
              <a:gd name="connsiteX4" fmla="*/ 2356360 w 3343481"/>
              <a:gd name="connsiteY4" fmla="*/ 2160000 h 2160000"/>
              <a:gd name="connsiteX5" fmla="*/ 0 w 3343481"/>
              <a:gd name="connsiteY5" fmla="*/ 2160000 h 2160000"/>
              <a:gd name="connsiteX6" fmla="*/ 1016584 w 3343481"/>
              <a:gd name="connsiteY6" fmla="*/ 1080000 h 2160000"/>
              <a:gd name="connsiteX7" fmla="*/ 0 w 3343481"/>
              <a:gd name="connsiteY7" fmla="*/ 0 h 2160000"/>
              <a:gd name="connsiteX0" fmla="*/ 0 w 3343481"/>
              <a:gd name="connsiteY0" fmla="*/ 0 h 2160000"/>
              <a:gd name="connsiteX1" fmla="*/ 3107112 w 3343481"/>
              <a:gd name="connsiteY1" fmla="*/ 0 h 2160000"/>
              <a:gd name="connsiteX2" fmla="*/ 3343481 w 3343481"/>
              <a:gd name="connsiteY2" fmla="*/ 1080000 h 2160000"/>
              <a:gd name="connsiteX3" fmla="*/ 3107112 w 3343481"/>
              <a:gd name="connsiteY3" fmla="*/ 2160000 h 2160000"/>
              <a:gd name="connsiteX4" fmla="*/ 2356360 w 3343481"/>
              <a:gd name="connsiteY4" fmla="*/ 2160000 h 2160000"/>
              <a:gd name="connsiteX5" fmla="*/ 0 w 3343481"/>
              <a:gd name="connsiteY5" fmla="*/ 2160000 h 2160000"/>
              <a:gd name="connsiteX6" fmla="*/ 1064592 w 3343481"/>
              <a:gd name="connsiteY6" fmla="*/ 1080000 h 2160000"/>
              <a:gd name="connsiteX7" fmla="*/ 0 w 3343481"/>
              <a:gd name="connsiteY7" fmla="*/ 0 h 2160000"/>
              <a:gd name="connsiteX0" fmla="*/ 0 w 3343481"/>
              <a:gd name="connsiteY0" fmla="*/ 0 h 2160000"/>
              <a:gd name="connsiteX1" fmla="*/ 3107112 w 3343481"/>
              <a:gd name="connsiteY1" fmla="*/ 0 h 2160000"/>
              <a:gd name="connsiteX2" fmla="*/ 3343481 w 3343481"/>
              <a:gd name="connsiteY2" fmla="*/ 1080000 h 2160000"/>
              <a:gd name="connsiteX3" fmla="*/ 3107112 w 3343481"/>
              <a:gd name="connsiteY3" fmla="*/ 2160000 h 2160000"/>
              <a:gd name="connsiteX4" fmla="*/ 2356360 w 3343481"/>
              <a:gd name="connsiteY4" fmla="*/ 2160000 h 2160000"/>
              <a:gd name="connsiteX5" fmla="*/ 0 w 3343481"/>
              <a:gd name="connsiteY5" fmla="*/ 2160000 h 2160000"/>
              <a:gd name="connsiteX6" fmla="*/ 1070593 w 3343481"/>
              <a:gd name="connsiteY6" fmla="*/ 1091359 h 2160000"/>
              <a:gd name="connsiteX7" fmla="*/ 0 w 3343481"/>
              <a:gd name="connsiteY7" fmla="*/ 0 h 2160000"/>
              <a:gd name="connsiteX0" fmla="*/ 211348 w 3343481"/>
              <a:gd name="connsiteY0" fmla="*/ 0 h 2160000"/>
              <a:gd name="connsiteX1" fmla="*/ 3107112 w 3343481"/>
              <a:gd name="connsiteY1" fmla="*/ 0 h 2160000"/>
              <a:gd name="connsiteX2" fmla="*/ 3343481 w 3343481"/>
              <a:gd name="connsiteY2" fmla="*/ 1080000 h 2160000"/>
              <a:gd name="connsiteX3" fmla="*/ 3107112 w 3343481"/>
              <a:gd name="connsiteY3" fmla="*/ 2160000 h 2160000"/>
              <a:gd name="connsiteX4" fmla="*/ 2356360 w 3343481"/>
              <a:gd name="connsiteY4" fmla="*/ 2160000 h 2160000"/>
              <a:gd name="connsiteX5" fmla="*/ 0 w 3343481"/>
              <a:gd name="connsiteY5" fmla="*/ 2160000 h 2160000"/>
              <a:gd name="connsiteX6" fmla="*/ 1070593 w 3343481"/>
              <a:gd name="connsiteY6" fmla="*/ 1091359 h 2160000"/>
              <a:gd name="connsiteX7" fmla="*/ 211348 w 3343481"/>
              <a:gd name="connsiteY7" fmla="*/ 0 h 2160000"/>
              <a:gd name="connsiteX0" fmla="*/ 244895 w 3343481"/>
              <a:gd name="connsiteY0" fmla="*/ 0 h 2160000"/>
              <a:gd name="connsiteX1" fmla="*/ 3107112 w 3343481"/>
              <a:gd name="connsiteY1" fmla="*/ 0 h 2160000"/>
              <a:gd name="connsiteX2" fmla="*/ 3343481 w 3343481"/>
              <a:gd name="connsiteY2" fmla="*/ 1080000 h 2160000"/>
              <a:gd name="connsiteX3" fmla="*/ 3107112 w 3343481"/>
              <a:gd name="connsiteY3" fmla="*/ 2160000 h 2160000"/>
              <a:gd name="connsiteX4" fmla="*/ 2356360 w 3343481"/>
              <a:gd name="connsiteY4" fmla="*/ 2160000 h 2160000"/>
              <a:gd name="connsiteX5" fmla="*/ 0 w 3343481"/>
              <a:gd name="connsiteY5" fmla="*/ 2160000 h 2160000"/>
              <a:gd name="connsiteX6" fmla="*/ 1070593 w 3343481"/>
              <a:gd name="connsiteY6" fmla="*/ 1091359 h 2160000"/>
              <a:gd name="connsiteX7" fmla="*/ 244895 w 3343481"/>
              <a:gd name="connsiteY7" fmla="*/ 0 h 2160000"/>
              <a:gd name="connsiteX0" fmla="*/ 3355 w 3101941"/>
              <a:gd name="connsiteY0" fmla="*/ 0 h 2160000"/>
              <a:gd name="connsiteX1" fmla="*/ 2865572 w 3101941"/>
              <a:gd name="connsiteY1" fmla="*/ 0 h 2160000"/>
              <a:gd name="connsiteX2" fmla="*/ 3101941 w 3101941"/>
              <a:gd name="connsiteY2" fmla="*/ 1080000 h 2160000"/>
              <a:gd name="connsiteX3" fmla="*/ 2865572 w 3101941"/>
              <a:gd name="connsiteY3" fmla="*/ 2160000 h 2160000"/>
              <a:gd name="connsiteX4" fmla="*/ 2114820 w 3101941"/>
              <a:gd name="connsiteY4" fmla="*/ 2160000 h 2160000"/>
              <a:gd name="connsiteX5" fmla="*/ 0 w 3101941"/>
              <a:gd name="connsiteY5" fmla="*/ 2160000 h 2160000"/>
              <a:gd name="connsiteX6" fmla="*/ 829053 w 3101941"/>
              <a:gd name="connsiteY6" fmla="*/ 1091359 h 2160000"/>
              <a:gd name="connsiteX7" fmla="*/ 3355 w 3101941"/>
              <a:gd name="connsiteY7" fmla="*/ 0 h 2160000"/>
              <a:gd name="connsiteX0" fmla="*/ 3355 w 3101941"/>
              <a:gd name="connsiteY0" fmla="*/ 0 h 2160000"/>
              <a:gd name="connsiteX1" fmla="*/ 2865572 w 3101941"/>
              <a:gd name="connsiteY1" fmla="*/ 0 h 2160000"/>
              <a:gd name="connsiteX2" fmla="*/ 3101941 w 3101941"/>
              <a:gd name="connsiteY2" fmla="*/ 1080000 h 2160000"/>
              <a:gd name="connsiteX3" fmla="*/ 2865572 w 3101941"/>
              <a:gd name="connsiteY3" fmla="*/ 2160000 h 2160000"/>
              <a:gd name="connsiteX4" fmla="*/ 0 w 3101941"/>
              <a:gd name="connsiteY4" fmla="*/ 2160000 h 2160000"/>
              <a:gd name="connsiteX5" fmla="*/ 829053 w 3101941"/>
              <a:gd name="connsiteY5" fmla="*/ 1091359 h 2160000"/>
              <a:gd name="connsiteX6" fmla="*/ 3355 w 3101941"/>
              <a:gd name="connsiteY6" fmla="*/ 0 h 2160000"/>
              <a:gd name="connsiteX0" fmla="*/ 3355 w 3101941"/>
              <a:gd name="connsiteY0" fmla="*/ 0 h 2160000"/>
              <a:gd name="connsiteX1" fmla="*/ 2865572 w 3101941"/>
              <a:gd name="connsiteY1" fmla="*/ 0 h 2160000"/>
              <a:gd name="connsiteX2" fmla="*/ 3101941 w 3101941"/>
              <a:gd name="connsiteY2" fmla="*/ 1080000 h 2160000"/>
              <a:gd name="connsiteX3" fmla="*/ 2865572 w 3101941"/>
              <a:gd name="connsiteY3" fmla="*/ 2160000 h 2160000"/>
              <a:gd name="connsiteX4" fmla="*/ 0 w 3101941"/>
              <a:gd name="connsiteY4" fmla="*/ 2160000 h 2160000"/>
              <a:gd name="connsiteX5" fmla="*/ 1037046 w 3101941"/>
              <a:gd name="connsiteY5" fmla="*/ 1097709 h 2160000"/>
              <a:gd name="connsiteX6" fmla="*/ 3355 w 3101941"/>
              <a:gd name="connsiteY6"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1941" h="2160000">
                <a:moveTo>
                  <a:pt x="3355" y="0"/>
                </a:moveTo>
                <a:lnTo>
                  <a:pt x="2865572" y="0"/>
                </a:lnTo>
                <a:lnTo>
                  <a:pt x="3101941" y="1080000"/>
                </a:lnTo>
                <a:lnTo>
                  <a:pt x="2865572" y="2160000"/>
                </a:lnTo>
                <a:lnTo>
                  <a:pt x="0" y="2160000"/>
                </a:lnTo>
                <a:cubicBezTo>
                  <a:pt x="741904" y="2135575"/>
                  <a:pt x="1036487" y="1457709"/>
                  <a:pt x="1037046" y="1097709"/>
                </a:cubicBezTo>
                <a:cubicBezTo>
                  <a:pt x="1037605" y="737709"/>
                  <a:pt x="759834" y="37125"/>
                  <a:pt x="3355" y="0"/>
                </a:cubicBezTo>
                <a:close/>
              </a:path>
            </a:pathLst>
          </a:custGeom>
          <a:solidFill>
            <a:schemeClr val="bg1">
              <a:alpha val="40000"/>
            </a:schemeClr>
          </a:solidFill>
          <a:ln w="12700">
            <a:gradFill flip="none" rotWithShape="1">
              <a:gsLst>
                <a:gs pos="29000">
                  <a:schemeClr val="tx2">
                    <a:alpha val="0"/>
                  </a:schemeClr>
                </a:gs>
                <a:gs pos="75000">
                  <a:schemeClr val="tx2"/>
                </a:gs>
              </a:gsLst>
              <a:lin ang="0" scaled="1"/>
              <a:tileRect/>
            </a:gradFill>
          </a:ln>
        </p:spPr>
        <p:txBody>
          <a:bodyPr wrap="square" lIns="72000" tIns="36000" rIns="576000" bIns="36000" rtlCol="0" anchor="b">
            <a:noAutofit/>
          </a:bodyPr>
          <a:lstStyle/>
          <a:p>
            <a:pPr indent="361950" algn="r" defTabSz="307644" hangingPunct="0">
              <a:lnSpc>
                <a:spcPct val="90000"/>
              </a:lnSpc>
              <a:spcAft>
                <a:spcPts val="596"/>
              </a:spcAft>
              <a:buClr>
                <a:srgbClr val="E6513E"/>
              </a:buClr>
            </a:pPr>
            <a:endParaRPr lang="en-US" sz="100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41" name="Freeform: Shape 140">
            <a:extLst>
              <a:ext uri="{FF2B5EF4-FFF2-40B4-BE49-F238E27FC236}">
                <a16:creationId xmlns:a16="http://schemas.microsoft.com/office/drawing/2014/main" id="{CAD28DF3-8FB0-40E0-B1A1-AE4A45FC9CA8}"/>
              </a:ext>
            </a:extLst>
          </p:cNvPr>
          <p:cNvSpPr/>
          <p:nvPr userDrawn="1"/>
        </p:nvSpPr>
        <p:spPr>
          <a:xfrm>
            <a:off x="3821590" y="1427095"/>
            <a:ext cx="2875120" cy="2522124"/>
          </a:xfrm>
          <a:custGeom>
            <a:avLst/>
            <a:gdLst>
              <a:gd name="connsiteX0" fmla="*/ 0 w 1357562"/>
              <a:gd name="connsiteY0" fmla="*/ 0 h 1789546"/>
              <a:gd name="connsiteX1" fmla="*/ 1357562 w 1357562"/>
              <a:gd name="connsiteY1" fmla="*/ 0 h 1789546"/>
              <a:gd name="connsiteX2" fmla="*/ 1357562 w 1357562"/>
              <a:gd name="connsiteY2" fmla="*/ 1789546 h 1789546"/>
              <a:gd name="connsiteX3" fmla="*/ 0 w 1357562"/>
              <a:gd name="connsiteY3" fmla="*/ 1789546 h 1789546"/>
              <a:gd name="connsiteX4" fmla="*/ 128837 w 1357562"/>
              <a:gd name="connsiteY4" fmla="*/ 894773 h 1789546"/>
              <a:gd name="connsiteX0" fmla="*/ 0 w 1357562"/>
              <a:gd name="connsiteY0" fmla="*/ 0 h 1789546"/>
              <a:gd name="connsiteX1" fmla="*/ 1357562 w 1357562"/>
              <a:gd name="connsiteY1" fmla="*/ 0 h 1789546"/>
              <a:gd name="connsiteX2" fmla="*/ 1230256 w 1357562"/>
              <a:gd name="connsiteY2" fmla="*/ 894764 h 1789546"/>
              <a:gd name="connsiteX3" fmla="*/ 1357562 w 1357562"/>
              <a:gd name="connsiteY3" fmla="*/ 1789546 h 1789546"/>
              <a:gd name="connsiteX4" fmla="*/ 0 w 1357562"/>
              <a:gd name="connsiteY4" fmla="*/ 1789546 h 1789546"/>
              <a:gd name="connsiteX5" fmla="*/ 128837 w 1357562"/>
              <a:gd name="connsiteY5" fmla="*/ 894773 h 1789546"/>
              <a:gd name="connsiteX6" fmla="*/ 0 w 1357562"/>
              <a:gd name="connsiteY6" fmla="*/ 0 h 1789546"/>
              <a:gd name="connsiteX0" fmla="*/ 0 w 1357562"/>
              <a:gd name="connsiteY0" fmla="*/ 0 h 1789546"/>
              <a:gd name="connsiteX1" fmla="*/ 1357562 w 1357562"/>
              <a:gd name="connsiteY1" fmla="*/ 0 h 1789546"/>
              <a:gd name="connsiteX2" fmla="*/ 1230256 w 1357562"/>
              <a:gd name="connsiteY2" fmla="*/ 894764 h 1789546"/>
              <a:gd name="connsiteX3" fmla="*/ 1357562 w 1357562"/>
              <a:gd name="connsiteY3" fmla="*/ 1789546 h 1789546"/>
              <a:gd name="connsiteX4" fmla="*/ 0 w 1357562"/>
              <a:gd name="connsiteY4" fmla="*/ 1789546 h 1789546"/>
              <a:gd name="connsiteX5" fmla="*/ 128837 w 1357562"/>
              <a:gd name="connsiteY5" fmla="*/ 894773 h 1789546"/>
              <a:gd name="connsiteX6" fmla="*/ 0 w 1357562"/>
              <a:gd name="connsiteY6" fmla="*/ 0 h 1789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7562" h="1789546">
                <a:moveTo>
                  <a:pt x="0" y="0"/>
                </a:moveTo>
                <a:lnTo>
                  <a:pt x="1357562" y="0"/>
                </a:lnTo>
                <a:lnTo>
                  <a:pt x="1230256" y="894764"/>
                </a:lnTo>
                <a:lnTo>
                  <a:pt x="1357562" y="1789546"/>
                </a:lnTo>
                <a:lnTo>
                  <a:pt x="0" y="1789546"/>
                </a:lnTo>
                <a:lnTo>
                  <a:pt x="128837" y="894773"/>
                </a:lnTo>
                <a:lnTo>
                  <a:pt x="0" y="0"/>
                </a:lnTo>
                <a:close/>
              </a:path>
            </a:pathLst>
          </a:custGeom>
          <a:solidFill>
            <a:schemeClr val="bg2">
              <a:lumMod val="20000"/>
              <a:lumOff val="80000"/>
              <a:alpha val="70000"/>
            </a:schemeClr>
          </a:solidFill>
          <a:ln>
            <a:noFill/>
          </a:ln>
          <a:effectLst>
            <a:outerShdw blurRad="50800" dist="38100" dir="2700000" algn="tl" rotWithShape="0">
              <a:prstClr val="black">
                <a:alpha val="40000"/>
              </a:prstClr>
            </a:outerShdw>
          </a:effectLst>
        </p:spPr>
        <p:txBody>
          <a:bodyPr wrap="square" lIns="72000" tIns="108000" rIns="72000" bIns="36000" rtlCol="0" anchor="t">
            <a:noAutofit/>
          </a:bodyPr>
          <a:lstStyle/>
          <a:p>
            <a:pPr algn="ctr" defTabSz="307644" hangingPunct="0">
              <a:lnSpc>
                <a:spcPct val="90000"/>
              </a:lnSpc>
              <a:spcAft>
                <a:spcPts val="596"/>
              </a:spcAft>
              <a:buClr>
                <a:srgbClr val="E6513E"/>
              </a:buClr>
            </a:pPr>
            <a:endParaRPr lang="en-US" sz="100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42" name="Freihandform: Form 23">
            <a:extLst>
              <a:ext uri="{FF2B5EF4-FFF2-40B4-BE49-F238E27FC236}">
                <a16:creationId xmlns:a16="http://schemas.microsoft.com/office/drawing/2014/main" id="{1A7E7F80-AA1A-400A-8854-3EF5D67D7C4D}"/>
              </a:ext>
            </a:extLst>
          </p:cNvPr>
          <p:cNvSpPr>
            <a:spLocks noChangeAspect="1"/>
          </p:cNvSpPr>
          <p:nvPr userDrawn="1"/>
        </p:nvSpPr>
        <p:spPr>
          <a:xfrm>
            <a:off x="832705" y="2609393"/>
            <a:ext cx="438550" cy="465774"/>
          </a:xfrm>
          <a:custGeom>
            <a:avLst/>
            <a:gdLst>
              <a:gd name="connsiteX0" fmla="*/ 886377 w 1016868"/>
              <a:gd name="connsiteY0" fmla="*/ 944144 h 1080000"/>
              <a:gd name="connsiteX1" fmla="*/ 886377 w 1016868"/>
              <a:gd name="connsiteY1" fmla="*/ 1080000 h 1080000"/>
              <a:gd name="connsiteX2" fmla="*/ 955460 w 1016868"/>
              <a:gd name="connsiteY2" fmla="*/ 1080000 h 1080000"/>
              <a:gd name="connsiteX3" fmla="*/ 955460 w 1016868"/>
              <a:gd name="connsiteY3" fmla="*/ 944144 h 1080000"/>
              <a:gd name="connsiteX4" fmla="*/ 645118 w 1016868"/>
              <a:gd name="connsiteY4" fmla="*/ 944144 h 1080000"/>
              <a:gd name="connsiteX5" fmla="*/ 645118 w 1016868"/>
              <a:gd name="connsiteY5" fmla="*/ 1048044 h 1080000"/>
              <a:gd name="connsiteX6" fmla="*/ 778913 w 1016868"/>
              <a:gd name="connsiteY6" fmla="*/ 1048044 h 1080000"/>
              <a:gd name="connsiteX7" fmla="*/ 778913 w 1016868"/>
              <a:gd name="connsiteY7" fmla="*/ 944144 h 1080000"/>
              <a:gd name="connsiteX8" fmla="*/ 379762 w 1016868"/>
              <a:gd name="connsiteY8" fmla="*/ 944144 h 1080000"/>
              <a:gd name="connsiteX9" fmla="*/ 379762 w 1016868"/>
              <a:gd name="connsiteY9" fmla="*/ 1080000 h 1080000"/>
              <a:gd name="connsiteX10" fmla="*/ 448846 w 1016868"/>
              <a:gd name="connsiteY10" fmla="*/ 1080000 h 1080000"/>
              <a:gd name="connsiteX11" fmla="*/ 448846 w 1016868"/>
              <a:gd name="connsiteY11" fmla="*/ 944144 h 1080000"/>
              <a:gd name="connsiteX12" fmla="*/ 262064 w 1016868"/>
              <a:gd name="connsiteY12" fmla="*/ 944144 h 1080000"/>
              <a:gd name="connsiteX13" fmla="*/ 262064 w 1016868"/>
              <a:gd name="connsiteY13" fmla="*/ 1048044 h 1080000"/>
              <a:gd name="connsiteX14" fmla="*/ 331148 w 1016868"/>
              <a:gd name="connsiteY14" fmla="*/ 1048044 h 1080000"/>
              <a:gd name="connsiteX15" fmla="*/ 331148 w 1016868"/>
              <a:gd name="connsiteY15" fmla="*/ 944144 h 1080000"/>
              <a:gd name="connsiteX16" fmla="*/ 144366 w 1016868"/>
              <a:gd name="connsiteY16" fmla="*/ 944144 h 1080000"/>
              <a:gd name="connsiteX17" fmla="*/ 144366 w 1016868"/>
              <a:gd name="connsiteY17" fmla="*/ 1048044 h 1080000"/>
              <a:gd name="connsiteX18" fmla="*/ 213449 w 1016868"/>
              <a:gd name="connsiteY18" fmla="*/ 1048044 h 1080000"/>
              <a:gd name="connsiteX19" fmla="*/ 213449 w 1016868"/>
              <a:gd name="connsiteY19" fmla="*/ 944144 h 1080000"/>
              <a:gd name="connsiteX20" fmla="*/ 26668 w 1016868"/>
              <a:gd name="connsiteY20" fmla="*/ 944144 h 1080000"/>
              <a:gd name="connsiteX21" fmla="*/ 26668 w 1016868"/>
              <a:gd name="connsiteY21" fmla="*/ 1048044 h 1080000"/>
              <a:gd name="connsiteX22" fmla="*/ 95751 w 1016868"/>
              <a:gd name="connsiteY22" fmla="*/ 1048044 h 1080000"/>
              <a:gd name="connsiteX23" fmla="*/ 95751 w 1016868"/>
              <a:gd name="connsiteY23" fmla="*/ 944144 h 1080000"/>
              <a:gd name="connsiteX24" fmla="*/ 0 w 1016868"/>
              <a:gd name="connsiteY24" fmla="*/ 908446 h 1080000"/>
              <a:gd name="connsiteX25" fmla="*/ 540958 w 1016868"/>
              <a:gd name="connsiteY25" fmla="*/ 908446 h 1080000"/>
              <a:gd name="connsiteX26" fmla="*/ 540958 w 1016868"/>
              <a:gd name="connsiteY26" fmla="*/ 1080000 h 1080000"/>
              <a:gd name="connsiteX27" fmla="*/ 0 w 1016868"/>
              <a:gd name="connsiteY27" fmla="*/ 1080000 h 1080000"/>
              <a:gd name="connsiteX28" fmla="*/ 0 w 1016868"/>
              <a:gd name="connsiteY28" fmla="*/ 229308 h 1080000"/>
              <a:gd name="connsiteX29" fmla="*/ 3640 w 1016868"/>
              <a:gd name="connsiteY29" fmla="*/ 229308 h 1080000"/>
              <a:gd name="connsiteX30" fmla="*/ 3640 w 1016868"/>
              <a:gd name="connsiteY30" fmla="*/ 360771 h 1080000"/>
              <a:gd name="connsiteX31" fmla="*/ 3640 w 1016868"/>
              <a:gd name="connsiteY31" fmla="*/ 572415 h 1080000"/>
              <a:gd name="connsiteX32" fmla="*/ 3640 w 1016868"/>
              <a:gd name="connsiteY32" fmla="*/ 629242 h 1080000"/>
              <a:gd name="connsiteX33" fmla="*/ 330125 w 1016868"/>
              <a:gd name="connsiteY33" fmla="*/ 400862 h 1080000"/>
              <a:gd name="connsiteX34" fmla="*/ 330125 w 1016868"/>
              <a:gd name="connsiteY34" fmla="*/ 621203 h 1080000"/>
              <a:gd name="connsiteX35" fmla="*/ 645118 w 1016868"/>
              <a:gd name="connsiteY35" fmla="*/ 400862 h 1080000"/>
              <a:gd name="connsiteX36" fmla="*/ 645118 w 1016868"/>
              <a:gd name="connsiteY36" fmla="*/ 645350 h 1080000"/>
              <a:gd name="connsiteX37" fmla="*/ 645118 w 1016868"/>
              <a:gd name="connsiteY37" fmla="*/ 736893 h 1080000"/>
              <a:gd name="connsiteX38" fmla="*/ 1016868 w 1016868"/>
              <a:gd name="connsiteY38" fmla="*/ 736893 h 1080000"/>
              <a:gd name="connsiteX39" fmla="*/ 1016868 w 1016868"/>
              <a:gd name="connsiteY39" fmla="*/ 1080000 h 1080000"/>
              <a:gd name="connsiteX40" fmla="*/ 579338 w 1016868"/>
              <a:gd name="connsiteY40" fmla="*/ 1080000 h 1080000"/>
              <a:gd name="connsiteX41" fmla="*/ 579338 w 1016868"/>
              <a:gd name="connsiteY41" fmla="*/ 880994 h 1080000"/>
              <a:gd name="connsiteX42" fmla="*/ 0 w 1016868"/>
              <a:gd name="connsiteY42" fmla="*/ 880994 h 1080000"/>
              <a:gd name="connsiteX43" fmla="*/ 709095 w 1016868"/>
              <a:gd name="connsiteY43" fmla="*/ 207251 h 1080000"/>
              <a:gd name="connsiteX44" fmla="*/ 773849 w 1016868"/>
              <a:gd name="connsiteY44" fmla="*/ 207251 h 1080000"/>
              <a:gd name="connsiteX45" fmla="*/ 798103 w 1016868"/>
              <a:gd name="connsiteY45" fmla="*/ 713865 h 1080000"/>
              <a:gd name="connsiteX46" fmla="*/ 684842 w 1016868"/>
              <a:gd name="connsiteY46" fmla="*/ 713865 h 1080000"/>
              <a:gd name="connsiteX47" fmla="*/ 863178 w 1016868"/>
              <a:gd name="connsiteY47" fmla="*/ 0 h 1080000"/>
              <a:gd name="connsiteX48" fmla="*/ 965662 w 1016868"/>
              <a:gd name="connsiteY48" fmla="*/ 0 h 1080000"/>
              <a:gd name="connsiteX49" fmla="*/ 1004048 w 1016868"/>
              <a:gd name="connsiteY49" fmla="*/ 713865 h 1080000"/>
              <a:gd name="connsiteX50" fmla="*/ 824793 w 1016868"/>
              <a:gd name="connsiteY50" fmla="*/ 713865 h 1080000"/>
              <a:gd name="connsiteX0" fmla="*/ 886377 w 1016868"/>
              <a:gd name="connsiteY0" fmla="*/ 944144 h 1080000"/>
              <a:gd name="connsiteX1" fmla="*/ 886377 w 1016868"/>
              <a:gd name="connsiteY1" fmla="*/ 1080000 h 1080000"/>
              <a:gd name="connsiteX2" fmla="*/ 955460 w 1016868"/>
              <a:gd name="connsiteY2" fmla="*/ 1080000 h 1080000"/>
              <a:gd name="connsiteX3" fmla="*/ 955460 w 1016868"/>
              <a:gd name="connsiteY3" fmla="*/ 944144 h 1080000"/>
              <a:gd name="connsiteX4" fmla="*/ 886377 w 1016868"/>
              <a:gd name="connsiteY4" fmla="*/ 944144 h 1080000"/>
              <a:gd name="connsiteX5" fmla="*/ 645118 w 1016868"/>
              <a:gd name="connsiteY5" fmla="*/ 944144 h 1080000"/>
              <a:gd name="connsiteX6" fmla="*/ 645118 w 1016868"/>
              <a:gd name="connsiteY6" fmla="*/ 1048044 h 1080000"/>
              <a:gd name="connsiteX7" fmla="*/ 778913 w 1016868"/>
              <a:gd name="connsiteY7" fmla="*/ 1048044 h 1080000"/>
              <a:gd name="connsiteX8" fmla="*/ 778913 w 1016868"/>
              <a:gd name="connsiteY8" fmla="*/ 944144 h 1080000"/>
              <a:gd name="connsiteX9" fmla="*/ 645118 w 1016868"/>
              <a:gd name="connsiteY9" fmla="*/ 944144 h 1080000"/>
              <a:gd name="connsiteX10" fmla="*/ 379762 w 1016868"/>
              <a:gd name="connsiteY10" fmla="*/ 944144 h 1080000"/>
              <a:gd name="connsiteX11" fmla="*/ 379762 w 1016868"/>
              <a:gd name="connsiteY11" fmla="*/ 1080000 h 1080000"/>
              <a:gd name="connsiteX12" fmla="*/ 448846 w 1016868"/>
              <a:gd name="connsiteY12" fmla="*/ 1080000 h 1080000"/>
              <a:gd name="connsiteX13" fmla="*/ 448846 w 1016868"/>
              <a:gd name="connsiteY13" fmla="*/ 944144 h 1080000"/>
              <a:gd name="connsiteX14" fmla="*/ 379762 w 1016868"/>
              <a:gd name="connsiteY14" fmla="*/ 944144 h 1080000"/>
              <a:gd name="connsiteX15" fmla="*/ 262064 w 1016868"/>
              <a:gd name="connsiteY15" fmla="*/ 944144 h 1080000"/>
              <a:gd name="connsiteX16" fmla="*/ 262064 w 1016868"/>
              <a:gd name="connsiteY16" fmla="*/ 1048044 h 1080000"/>
              <a:gd name="connsiteX17" fmla="*/ 331148 w 1016868"/>
              <a:gd name="connsiteY17" fmla="*/ 1048044 h 1080000"/>
              <a:gd name="connsiteX18" fmla="*/ 331148 w 1016868"/>
              <a:gd name="connsiteY18" fmla="*/ 944144 h 1080000"/>
              <a:gd name="connsiteX19" fmla="*/ 262064 w 1016868"/>
              <a:gd name="connsiteY19" fmla="*/ 944144 h 1080000"/>
              <a:gd name="connsiteX20" fmla="*/ 144366 w 1016868"/>
              <a:gd name="connsiteY20" fmla="*/ 944144 h 1080000"/>
              <a:gd name="connsiteX21" fmla="*/ 144366 w 1016868"/>
              <a:gd name="connsiteY21" fmla="*/ 1048044 h 1080000"/>
              <a:gd name="connsiteX22" fmla="*/ 213449 w 1016868"/>
              <a:gd name="connsiteY22" fmla="*/ 1048044 h 1080000"/>
              <a:gd name="connsiteX23" fmla="*/ 213449 w 1016868"/>
              <a:gd name="connsiteY23" fmla="*/ 944144 h 1080000"/>
              <a:gd name="connsiteX24" fmla="*/ 144366 w 1016868"/>
              <a:gd name="connsiteY24" fmla="*/ 944144 h 1080000"/>
              <a:gd name="connsiteX25" fmla="*/ 26668 w 1016868"/>
              <a:gd name="connsiteY25" fmla="*/ 944144 h 1080000"/>
              <a:gd name="connsiteX26" fmla="*/ 26668 w 1016868"/>
              <a:gd name="connsiteY26" fmla="*/ 1048044 h 1080000"/>
              <a:gd name="connsiteX27" fmla="*/ 95751 w 1016868"/>
              <a:gd name="connsiteY27" fmla="*/ 1048044 h 1080000"/>
              <a:gd name="connsiteX28" fmla="*/ 95751 w 1016868"/>
              <a:gd name="connsiteY28" fmla="*/ 944144 h 1080000"/>
              <a:gd name="connsiteX29" fmla="*/ 26668 w 1016868"/>
              <a:gd name="connsiteY29" fmla="*/ 944144 h 1080000"/>
              <a:gd name="connsiteX30" fmla="*/ 0 w 1016868"/>
              <a:gd name="connsiteY30" fmla="*/ 908446 h 1080000"/>
              <a:gd name="connsiteX31" fmla="*/ 540958 w 1016868"/>
              <a:gd name="connsiteY31" fmla="*/ 908446 h 1080000"/>
              <a:gd name="connsiteX32" fmla="*/ 540958 w 1016868"/>
              <a:gd name="connsiteY32" fmla="*/ 1080000 h 1080000"/>
              <a:gd name="connsiteX33" fmla="*/ 0 w 1016868"/>
              <a:gd name="connsiteY33" fmla="*/ 1080000 h 1080000"/>
              <a:gd name="connsiteX34" fmla="*/ 0 w 1016868"/>
              <a:gd name="connsiteY34" fmla="*/ 908446 h 1080000"/>
              <a:gd name="connsiteX35" fmla="*/ 0 w 1016868"/>
              <a:gd name="connsiteY35" fmla="*/ 880994 h 1080000"/>
              <a:gd name="connsiteX36" fmla="*/ 3640 w 1016868"/>
              <a:gd name="connsiteY36" fmla="*/ 229308 h 1080000"/>
              <a:gd name="connsiteX37" fmla="*/ 3640 w 1016868"/>
              <a:gd name="connsiteY37" fmla="*/ 360771 h 1080000"/>
              <a:gd name="connsiteX38" fmla="*/ 3640 w 1016868"/>
              <a:gd name="connsiteY38" fmla="*/ 572415 h 1080000"/>
              <a:gd name="connsiteX39" fmla="*/ 3640 w 1016868"/>
              <a:gd name="connsiteY39" fmla="*/ 629242 h 1080000"/>
              <a:gd name="connsiteX40" fmla="*/ 330125 w 1016868"/>
              <a:gd name="connsiteY40" fmla="*/ 400862 h 1080000"/>
              <a:gd name="connsiteX41" fmla="*/ 330125 w 1016868"/>
              <a:gd name="connsiteY41" fmla="*/ 621203 h 1080000"/>
              <a:gd name="connsiteX42" fmla="*/ 645118 w 1016868"/>
              <a:gd name="connsiteY42" fmla="*/ 400862 h 1080000"/>
              <a:gd name="connsiteX43" fmla="*/ 645118 w 1016868"/>
              <a:gd name="connsiteY43" fmla="*/ 645350 h 1080000"/>
              <a:gd name="connsiteX44" fmla="*/ 645118 w 1016868"/>
              <a:gd name="connsiteY44" fmla="*/ 736893 h 1080000"/>
              <a:gd name="connsiteX45" fmla="*/ 1016868 w 1016868"/>
              <a:gd name="connsiteY45" fmla="*/ 736893 h 1080000"/>
              <a:gd name="connsiteX46" fmla="*/ 1016868 w 1016868"/>
              <a:gd name="connsiteY46" fmla="*/ 1080000 h 1080000"/>
              <a:gd name="connsiteX47" fmla="*/ 579338 w 1016868"/>
              <a:gd name="connsiteY47" fmla="*/ 1080000 h 1080000"/>
              <a:gd name="connsiteX48" fmla="*/ 579338 w 1016868"/>
              <a:gd name="connsiteY48" fmla="*/ 880994 h 1080000"/>
              <a:gd name="connsiteX49" fmla="*/ 0 w 1016868"/>
              <a:gd name="connsiteY49" fmla="*/ 880994 h 1080000"/>
              <a:gd name="connsiteX50" fmla="*/ 709095 w 1016868"/>
              <a:gd name="connsiteY50" fmla="*/ 207251 h 1080000"/>
              <a:gd name="connsiteX51" fmla="*/ 773849 w 1016868"/>
              <a:gd name="connsiteY51" fmla="*/ 207251 h 1080000"/>
              <a:gd name="connsiteX52" fmla="*/ 798103 w 1016868"/>
              <a:gd name="connsiteY52" fmla="*/ 713865 h 1080000"/>
              <a:gd name="connsiteX53" fmla="*/ 684842 w 1016868"/>
              <a:gd name="connsiteY53" fmla="*/ 713865 h 1080000"/>
              <a:gd name="connsiteX54" fmla="*/ 709095 w 1016868"/>
              <a:gd name="connsiteY54" fmla="*/ 207251 h 1080000"/>
              <a:gd name="connsiteX55" fmla="*/ 863178 w 1016868"/>
              <a:gd name="connsiteY55" fmla="*/ 0 h 1080000"/>
              <a:gd name="connsiteX56" fmla="*/ 965662 w 1016868"/>
              <a:gd name="connsiteY56" fmla="*/ 0 h 1080000"/>
              <a:gd name="connsiteX57" fmla="*/ 1004048 w 1016868"/>
              <a:gd name="connsiteY57" fmla="*/ 713865 h 1080000"/>
              <a:gd name="connsiteX58" fmla="*/ 824793 w 1016868"/>
              <a:gd name="connsiteY58" fmla="*/ 713865 h 1080000"/>
              <a:gd name="connsiteX59" fmla="*/ 863178 w 1016868"/>
              <a:gd name="connsiteY59" fmla="*/ 0 h 1080000"/>
              <a:gd name="connsiteX0" fmla="*/ 928227 w 1058718"/>
              <a:gd name="connsiteY0" fmla="*/ 944144 h 1080000"/>
              <a:gd name="connsiteX1" fmla="*/ 928227 w 1058718"/>
              <a:gd name="connsiteY1" fmla="*/ 1080000 h 1080000"/>
              <a:gd name="connsiteX2" fmla="*/ 997310 w 1058718"/>
              <a:gd name="connsiteY2" fmla="*/ 1080000 h 1080000"/>
              <a:gd name="connsiteX3" fmla="*/ 997310 w 1058718"/>
              <a:gd name="connsiteY3" fmla="*/ 944144 h 1080000"/>
              <a:gd name="connsiteX4" fmla="*/ 928227 w 1058718"/>
              <a:gd name="connsiteY4" fmla="*/ 944144 h 1080000"/>
              <a:gd name="connsiteX5" fmla="*/ 686968 w 1058718"/>
              <a:gd name="connsiteY5" fmla="*/ 944144 h 1080000"/>
              <a:gd name="connsiteX6" fmla="*/ 686968 w 1058718"/>
              <a:gd name="connsiteY6" fmla="*/ 1048044 h 1080000"/>
              <a:gd name="connsiteX7" fmla="*/ 820763 w 1058718"/>
              <a:gd name="connsiteY7" fmla="*/ 1048044 h 1080000"/>
              <a:gd name="connsiteX8" fmla="*/ 820763 w 1058718"/>
              <a:gd name="connsiteY8" fmla="*/ 944144 h 1080000"/>
              <a:gd name="connsiteX9" fmla="*/ 686968 w 1058718"/>
              <a:gd name="connsiteY9" fmla="*/ 944144 h 1080000"/>
              <a:gd name="connsiteX10" fmla="*/ 421612 w 1058718"/>
              <a:gd name="connsiteY10" fmla="*/ 944144 h 1080000"/>
              <a:gd name="connsiteX11" fmla="*/ 421612 w 1058718"/>
              <a:gd name="connsiteY11" fmla="*/ 1080000 h 1080000"/>
              <a:gd name="connsiteX12" fmla="*/ 490696 w 1058718"/>
              <a:gd name="connsiteY12" fmla="*/ 1080000 h 1080000"/>
              <a:gd name="connsiteX13" fmla="*/ 490696 w 1058718"/>
              <a:gd name="connsiteY13" fmla="*/ 944144 h 1080000"/>
              <a:gd name="connsiteX14" fmla="*/ 421612 w 1058718"/>
              <a:gd name="connsiteY14" fmla="*/ 944144 h 1080000"/>
              <a:gd name="connsiteX15" fmla="*/ 303914 w 1058718"/>
              <a:gd name="connsiteY15" fmla="*/ 944144 h 1080000"/>
              <a:gd name="connsiteX16" fmla="*/ 303914 w 1058718"/>
              <a:gd name="connsiteY16" fmla="*/ 1048044 h 1080000"/>
              <a:gd name="connsiteX17" fmla="*/ 372998 w 1058718"/>
              <a:gd name="connsiteY17" fmla="*/ 1048044 h 1080000"/>
              <a:gd name="connsiteX18" fmla="*/ 372998 w 1058718"/>
              <a:gd name="connsiteY18" fmla="*/ 944144 h 1080000"/>
              <a:gd name="connsiteX19" fmla="*/ 303914 w 1058718"/>
              <a:gd name="connsiteY19" fmla="*/ 944144 h 1080000"/>
              <a:gd name="connsiteX20" fmla="*/ 186216 w 1058718"/>
              <a:gd name="connsiteY20" fmla="*/ 944144 h 1080000"/>
              <a:gd name="connsiteX21" fmla="*/ 186216 w 1058718"/>
              <a:gd name="connsiteY21" fmla="*/ 1048044 h 1080000"/>
              <a:gd name="connsiteX22" fmla="*/ 255299 w 1058718"/>
              <a:gd name="connsiteY22" fmla="*/ 1048044 h 1080000"/>
              <a:gd name="connsiteX23" fmla="*/ 255299 w 1058718"/>
              <a:gd name="connsiteY23" fmla="*/ 944144 h 1080000"/>
              <a:gd name="connsiteX24" fmla="*/ 186216 w 1058718"/>
              <a:gd name="connsiteY24" fmla="*/ 944144 h 1080000"/>
              <a:gd name="connsiteX25" fmla="*/ 68518 w 1058718"/>
              <a:gd name="connsiteY25" fmla="*/ 944144 h 1080000"/>
              <a:gd name="connsiteX26" fmla="*/ 68518 w 1058718"/>
              <a:gd name="connsiteY26" fmla="*/ 1048044 h 1080000"/>
              <a:gd name="connsiteX27" fmla="*/ 137601 w 1058718"/>
              <a:gd name="connsiteY27" fmla="*/ 1048044 h 1080000"/>
              <a:gd name="connsiteX28" fmla="*/ 137601 w 1058718"/>
              <a:gd name="connsiteY28" fmla="*/ 944144 h 1080000"/>
              <a:gd name="connsiteX29" fmla="*/ 68518 w 1058718"/>
              <a:gd name="connsiteY29" fmla="*/ 944144 h 1080000"/>
              <a:gd name="connsiteX30" fmla="*/ 41850 w 1058718"/>
              <a:gd name="connsiteY30" fmla="*/ 908446 h 1080000"/>
              <a:gd name="connsiteX31" fmla="*/ 582808 w 1058718"/>
              <a:gd name="connsiteY31" fmla="*/ 908446 h 1080000"/>
              <a:gd name="connsiteX32" fmla="*/ 582808 w 1058718"/>
              <a:gd name="connsiteY32" fmla="*/ 1080000 h 1080000"/>
              <a:gd name="connsiteX33" fmla="*/ 41850 w 1058718"/>
              <a:gd name="connsiteY33" fmla="*/ 1080000 h 1080000"/>
              <a:gd name="connsiteX34" fmla="*/ 41850 w 1058718"/>
              <a:gd name="connsiteY34" fmla="*/ 908446 h 1080000"/>
              <a:gd name="connsiteX35" fmla="*/ 41850 w 1058718"/>
              <a:gd name="connsiteY35" fmla="*/ 880994 h 1080000"/>
              <a:gd name="connsiteX36" fmla="*/ 45490 w 1058718"/>
              <a:gd name="connsiteY36" fmla="*/ 360771 h 1080000"/>
              <a:gd name="connsiteX37" fmla="*/ 45490 w 1058718"/>
              <a:gd name="connsiteY37" fmla="*/ 572415 h 1080000"/>
              <a:gd name="connsiteX38" fmla="*/ 45490 w 1058718"/>
              <a:gd name="connsiteY38" fmla="*/ 629242 h 1080000"/>
              <a:gd name="connsiteX39" fmla="*/ 371975 w 1058718"/>
              <a:gd name="connsiteY39" fmla="*/ 400862 h 1080000"/>
              <a:gd name="connsiteX40" fmla="*/ 371975 w 1058718"/>
              <a:gd name="connsiteY40" fmla="*/ 621203 h 1080000"/>
              <a:gd name="connsiteX41" fmla="*/ 686968 w 1058718"/>
              <a:gd name="connsiteY41" fmla="*/ 400862 h 1080000"/>
              <a:gd name="connsiteX42" fmla="*/ 686968 w 1058718"/>
              <a:gd name="connsiteY42" fmla="*/ 645350 h 1080000"/>
              <a:gd name="connsiteX43" fmla="*/ 686968 w 1058718"/>
              <a:gd name="connsiteY43" fmla="*/ 736893 h 1080000"/>
              <a:gd name="connsiteX44" fmla="*/ 1058718 w 1058718"/>
              <a:gd name="connsiteY44" fmla="*/ 736893 h 1080000"/>
              <a:gd name="connsiteX45" fmla="*/ 1058718 w 1058718"/>
              <a:gd name="connsiteY45" fmla="*/ 1080000 h 1080000"/>
              <a:gd name="connsiteX46" fmla="*/ 621188 w 1058718"/>
              <a:gd name="connsiteY46" fmla="*/ 1080000 h 1080000"/>
              <a:gd name="connsiteX47" fmla="*/ 621188 w 1058718"/>
              <a:gd name="connsiteY47" fmla="*/ 880994 h 1080000"/>
              <a:gd name="connsiteX48" fmla="*/ 41850 w 1058718"/>
              <a:gd name="connsiteY48" fmla="*/ 880994 h 1080000"/>
              <a:gd name="connsiteX49" fmla="*/ 750945 w 1058718"/>
              <a:gd name="connsiteY49" fmla="*/ 207251 h 1080000"/>
              <a:gd name="connsiteX50" fmla="*/ 815699 w 1058718"/>
              <a:gd name="connsiteY50" fmla="*/ 207251 h 1080000"/>
              <a:gd name="connsiteX51" fmla="*/ 839953 w 1058718"/>
              <a:gd name="connsiteY51" fmla="*/ 713865 h 1080000"/>
              <a:gd name="connsiteX52" fmla="*/ 726692 w 1058718"/>
              <a:gd name="connsiteY52" fmla="*/ 713865 h 1080000"/>
              <a:gd name="connsiteX53" fmla="*/ 750945 w 1058718"/>
              <a:gd name="connsiteY53" fmla="*/ 207251 h 1080000"/>
              <a:gd name="connsiteX54" fmla="*/ 905028 w 1058718"/>
              <a:gd name="connsiteY54" fmla="*/ 0 h 1080000"/>
              <a:gd name="connsiteX55" fmla="*/ 1007512 w 1058718"/>
              <a:gd name="connsiteY55" fmla="*/ 0 h 1080000"/>
              <a:gd name="connsiteX56" fmla="*/ 1045898 w 1058718"/>
              <a:gd name="connsiteY56" fmla="*/ 713865 h 1080000"/>
              <a:gd name="connsiteX57" fmla="*/ 866643 w 1058718"/>
              <a:gd name="connsiteY57" fmla="*/ 713865 h 1080000"/>
              <a:gd name="connsiteX58" fmla="*/ 905028 w 1058718"/>
              <a:gd name="connsiteY58" fmla="*/ 0 h 1080000"/>
              <a:gd name="connsiteX0" fmla="*/ 928227 w 1058718"/>
              <a:gd name="connsiteY0" fmla="*/ 944144 h 1080000"/>
              <a:gd name="connsiteX1" fmla="*/ 928227 w 1058718"/>
              <a:gd name="connsiteY1" fmla="*/ 1080000 h 1080000"/>
              <a:gd name="connsiteX2" fmla="*/ 997310 w 1058718"/>
              <a:gd name="connsiteY2" fmla="*/ 1080000 h 1080000"/>
              <a:gd name="connsiteX3" fmla="*/ 997310 w 1058718"/>
              <a:gd name="connsiteY3" fmla="*/ 944144 h 1080000"/>
              <a:gd name="connsiteX4" fmla="*/ 928227 w 1058718"/>
              <a:gd name="connsiteY4" fmla="*/ 944144 h 1080000"/>
              <a:gd name="connsiteX5" fmla="*/ 686968 w 1058718"/>
              <a:gd name="connsiteY5" fmla="*/ 944144 h 1080000"/>
              <a:gd name="connsiteX6" fmla="*/ 686968 w 1058718"/>
              <a:gd name="connsiteY6" fmla="*/ 1048044 h 1080000"/>
              <a:gd name="connsiteX7" fmla="*/ 820763 w 1058718"/>
              <a:gd name="connsiteY7" fmla="*/ 1048044 h 1080000"/>
              <a:gd name="connsiteX8" fmla="*/ 820763 w 1058718"/>
              <a:gd name="connsiteY8" fmla="*/ 944144 h 1080000"/>
              <a:gd name="connsiteX9" fmla="*/ 686968 w 1058718"/>
              <a:gd name="connsiteY9" fmla="*/ 944144 h 1080000"/>
              <a:gd name="connsiteX10" fmla="*/ 421612 w 1058718"/>
              <a:gd name="connsiteY10" fmla="*/ 944144 h 1080000"/>
              <a:gd name="connsiteX11" fmla="*/ 421612 w 1058718"/>
              <a:gd name="connsiteY11" fmla="*/ 1080000 h 1080000"/>
              <a:gd name="connsiteX12" fmla="*/ 490696 w 1058718"/>
              <a:gd name="connsiteY12" fmla="*/ 1080000 h 1080000"/>
              <a:gd name="connsiteX13" fmla="*/ 490696 w 1058718"/>
              <a:gd name="connsiteY13" fmla="*/ 944144 h 1080000"/>
              <a:gd name="connsiteX14" fmla="*/ 421612 w 1058718"/>
              <a:gd name="connsiteY14" fmla="*/ 944144 h 1080000"/>
              <a:gd name="connsiteX15" fmla="*/ 303914 w 1058718"/>
              <a:gd name="connsiteY15" fmla="*/ 944144 h 1080000"/>
              <a:gd name="connsiteX16" fmla="*/ 303914 w 1058718"/>
              <a:gd name="connsiteY16" fmla="*/ 1048044 h 1080000"/>
              <a:gd name="connsiteX17" fmla="*/ 372998 w 1058718"/>
              <a:gd name="connsiteY17" fmla="*/ 1048044 h 1080000"/>
              <a:gd name="connsiteX18" fmla="*/ 372998 w 1058718"/>
              <a:gd name="connsiteY18" fmla="*/ 944144 h 1080000"/>
              <a:gd name="connsiteX19" fmla="*/ 303914 w 1058718"/>
              <a:gd name="connsiteY19" fmla="*/ 944144 h 1080000"/>
              <a:gd name="connsiteX20" fmla="*/ 186216 w 1058718"/>
              <a:gd name="connsiteY20" fmla="*/ 944144 h 1080000"/>
              <a:gd name="connsiteX21" fmla="*/ 186216 w 1058718"/>
              <a:gd name="connsiteY21" fmla="*/ 1048044 h 1080000"/>
              <a:gd name="connsiteX22" fmla="*/ 255299 w 1058718"/>
              <a:gd name="connsiteY22" fmla="*/ 1048044 h 1080000"/>
              <a:gd name="connsiteX23" fmla="*/ 255299 w 1058718"/>
              <a:gd name="connsiteY23" fmla="*/ 944144 h 1080000"/>
              <a:gd name="connsiteX24" fmla="*/ 186216 w 1058718"/>
              <a:gd name="connsiteY24" fmla="*/ 944144 h 1080000"/>
              <a:gd name="connsiteX25" fmla="*/ 68518 w 1058718"/>
              <a:gd name="connsiteY25" fmla="*/ 944144 h 1080000"/>
              <a:gd name="connsiteX26" fmla="*/ 68518 w 1058718"/>
              <a:gd name="connsiteY26" fmla="*/ 1048044 h 1080000"/>
              <a:gd name="connsiteX27" fmla="*/ 137601 w 1058718"/>
              <a:gd name="connsiteY27" fmla="*/ 1048044 h 1080000"/>
              <a:gd name="connsiteX28" fmla="*/ 137601 w 1058718"/>
              <a:gd name="connsiteY28" fmla="*/ 944144 h 1080000"/>
              <a:gd name="connsiteX29" fmla="*/ 68518 w 1058718"/>
              <a:gd name="connsiteY29" fmla="*/ 944144 h 1080000"/>
              <a:gd name="connsiteX30" fmla="*/ 41850 w 1058718"/>
              <a:gd name="connsiteY30" fmla="*/ 908446 h 1080000"/>
              <a:gd name="connsiteX31" fmla="*/ 582808 w 1058718"/>
              <a:gd name="connsiteY31" fmla="*/ 908446 h 1080000"/>
              <a:gd name="connsiteX32" fmla="*/ 582808 w 1058718"/>
              <a:gd name="connsiteY32" fmla="*/ 1080000 h 1080000"/>
              <a:gd name="connsiteX33" fmla="*/ 41850 w 1058718"/>
              <a:gd name="connsiteY33" fmla="*/ 1080000 h 1080000"/>
              <a:gd name="connsiteX34" fmla="*/ 41850 w 1058718"/>
              <a:gd name="connsiteY34" fmla="*/ 908446 h 1080000"/>
              <a:gd name="connsiteX35" fmla="*/ 41850 w 1058718"/>
              <a:gd name="connsiteY35" fmla="*/ 880994 h 1080000"/>
              <a:gd name="connsiteX36" fmla="*/ 45490 w 1058718"/>
              <a:gd name="connsiteY36" fmla="*/ 572415 h 1080000"/>
              <a:gd name="connsiteX37" fmla="*/ 45490 w 1058718"/>
              <a:gd name="connsiteY37" fmla="*/ 629242 h 1080000"/>
              <a:gd name="connsiteX38" fmla="*/ 371975 w 1058718"/>
              <a:gd name="connsiteY38" fmla="*/ 400862 h 1080000"/>
              <a:gd name="connsiteX39" fmla="*/ 371975 w 1058718"/>
              <a:gd name="connsiteY39" fmla="*/ 621203 h 1080000"/>
              <a:gd name="connsiteX40" fmla="*/ 686968 w 1058718"/>
              <a:gd name="connsiteY40" fmla="*/ 400862 h 1080000"/>
              <a:gd name="connsiteX41" fmla="*/ 686968 w 1058718"/>
              <a:gd name="connsiteY41" fmla="*/ 645350 h 1080000"/>
              <a:gd name="connsiteX42" fmla="*/ 686968 w 1058718"/>
              <a:gd name="connsiteY42" fmla="*/ 736893 h 1080000"/>
              <a:gd name="connsiteX43" fmla="*/ 1058718 w 1058718"/>
              <a:gd name="connsiteY43" fmla="*/ 736893 h 1080000"/>
              <a:gd name="connsiteX44" fmla="*/ 1058718 w 1058718"/>
              <a:gd name="connsiteY44" fmla="*/ 1080000 h 1080000"/>
              <a:gd name="connsiteX45" fmla="*/ 621188 w 1058718"/>
              <a:gd name="connsiteY45" fmla="*/ 1080000 h 1080000"/>
              <a:gd name="connsiteX46" fmla="*/ 621188 w 1058718"/>
              <a:gd name="connsiteY46" fmla="*/ 880994 h 1080000"/>
              <a:gd name="connsiteX47" fmla="*/ 41850 w 1058718"/>
              <a:gd name="connsiteY47" fmla="*/ 880994 h 1080000"/>
              <a:gd name="connsiteX48" fmla="*/ 750945 w 1058718"/>
              <a:gd name="connsiteY48" fmla="*/ 207251 h 1080000"/>
              <a:gd name="connsiteX49" fmla="*/ 815699 w 1058718"/>
              <a:gd name="connsiteY49" fmla="*/ 207251 h 1080000"/>
              <a:gd name="connsiteX50" fmla="*/ 839953 w 1058718"/>
              <a:gd name="connsiteY50" fmla="*/ 713865 h 1080000"/>
              <a:gd name="connsiteX51" fmla="*/ 726692 w 1058718"/>
              <a:gd name="connsiteY51" fmla="*/ 713865 h 1080000"/>
              <a:gd name="connsiteX52" fmla="*/ 750945 w 1058718"/>
              <a:gd name="connsiteY52" fmla="*/ 207251 h 1080000"/>
              <a:gd name="connsiteX53" fmla="*/ 905028 w 1058718"/>
              <a:gd name="connsiteY53" fmla="*/ 0 h 1080000"/>
              <a:gd name="connsiteX54" fmla="*/ 1007512 w 1058718"/>
              <a:gd name="connsiteY54" fmla="*/ 0 h 1080000"/>
              <a:gd name="connsiteX55" fmla="*/ 1045898 w 1058718"/>
              <a:gd name="connsiteY55" fmla="*/ 713865 h 1080000"/>
              <a:gd name="connsiteX56" fmla="*/ 866643 w 1058718"/>
              <a:gd name="connsiteY56" fmla="*/ 713865 h 1080000"/>
              <a:gd name="connsiteX57" fmla="*/ 905028 w 1058718"/>
              <a:gd name="connsiteY57" fmla="*/ 0 h 1080000"/>
              <a:gd name="connsiteX0" fmla="*/ 942554 w 1073045"/>
              <a:gd name="connsiteY0" fmla="*/ 944144 h 1080000"/>
              <a:gd name="connsiteX1" fmla="*/ 942554 w 1073045"/>
              <a:gd name="connsiteY1" fmla="*/ 1080000 h 1080000"/>
              <a:gd name="connsiteX2" fmla="*/ 1011637 w 1073045"/>
              <a:gd name="connsiteY2" fmla="*/ 1080000 h 1080000"/>
              <a:gd name="connsiteX3" fmla="*/ 1011637 w 1073045"/>
              <a:gd name="connsiteY3" fmla="*/ 944144 h 1080000"/>
              <a:gd name="connsiteX4" fmla="*/ 942554 w 1073045"/>
              <a:gd name="connsiteY4" fmla="*/ 944144 h 1080000"/>
              <a:gd name="connsiteX5" fmla="*/ 701295 w 1073045"/>
              <a:gd name="connsiteY5" fmla="*/ 944144 h 1080000"/>
              <a:gd name="connsiteX6" fmla="*/ 701295 w 1073045"/>
              <a:gd name="connsiteY6" fmla="*/ 1048044 h 1080000"/>
              <a:gd name="connsiteX7" fmla="*/ 835090 w 1073045"/>
              <a:gd name="connsiteY7" fmla="*/ 1048044 h 1080000"/>
              <a:gd name="connsiteX8" fmla="*/ 835090 w 1073045"/>
              <a:gd name="connsiteY8" fmla="*/ 944144 h 1080000"/>
              <a:gd name="connsiteX9" fmla="*/ 701295 w 1073045"/>
              <a:gd name="connsiteY9" fmla="*/ 944144 h 1080000"/>
              <a:gd name="connsiteX10" fmla="*/ 435939 w 1073045"/>
              <a:gd name="connsiteY10" fmla="*/ 944144 h 1080000"/>
              <a:gd name="connsiteX11" fmla="*/ 435939 w 1073045"/>
              <a:gd name="connsiteY11" fmla="*/ 1080000 h 1080000"/>
              <a:gd name="connsiteX12" fmla="*/ 505023 w 1073045"/>
              <a:gd name="connsiteY12" fmla="*/ 1080000 h 1080000"/>
              <a:gd name="connsiteX13" fmla="*/ 505023 w 1073045"/>
              <a:gd name="connsiteY13" fmla="*/ 944144 h 1080000"/>
              <a:gd name="connsiteX14" fmla="*/ 435939 w 1073045"/>
              <a:gd name="connsiteY14" fmla="*/ 944144 h 1080000"/>
              <a:gd name="connsiteX15" fmla="*/ 318241 w 1073045"/>
              <a:gd name="connsiteY15" fmla="*/ 944144 h 1080000"/>
              <a:gd name="connsiteX16" fmla="*/ 318241 w 1073045"/>
              <a:gd name="connsiteY16" fmla="*/ 1048044 h 1080000"/>
              <a:gd name="connsiteX17" fmla="*/ 387325 w 1073045"/>
              <a:gd name="connsiteY17" fmla="*/ 1048044 h 1080000"/>
              <a:gd name="connsiteX18" fmla="*/ 387325 w 1073045"/>
              <a:gd name="connsiteY18" fmla="*/ 944144 h 1080000"/>
              <a:gd name="connsiteX19" fmla="*/ 318241 w 1073045"/>
              <a:gd name="connsiteY19" fmla="*/ 944144 h 1080000"/>
              <a:gd name="connsiteX20" fmla="*/ 200543 w 1073045"/>
              <a:gd name="connsiteY20" fmla="*/ 944144 h 1080000"/>
              <a:gd name="connsiteX21" fmla="*/ 200543 w 1073045"/>
              <a:gd name="connsiteY21" fmla="*/ 1048044 h 1080000"/>
              <a:gd name="connsiteX22" fmla="*/ 269626 w 1073045"/>
              <a:gd name="connsiteY22" fmla="*/ 1048044 h 1080000"/>
              <a:gd name="connsiteX23" fmla="*/ 269626 w 1073045"/>
              <a:gd name="connsiteY23" fmla="*/ 944144 h 1080000"/>
              <a:gd name="connsiteX24" fmla="*/ 200543 w 1073045"/>
              <a:gd name="connsiteY24" fmla="*/ 944144 h 1080000"/>
              <a:gd name="connsiteX25" fmla="*/ 82845 w 1073045"/>
              <a:gd name="connsiteY25" fmla="*/ 944144 h 1080000"/>
              <a:gd name="connsiteX26" fmla="*/ 82845 w 1073045"/>
              <a:gd name="connsiteY26" fmla="*/ 1048044 h 1080000"/>
              <a:gd name="connsiteX27" fmla="*/ 151928 w 1073045"/>
              <a:gd name="connsiteY27" fmla="*/ 1048044 h 1080000"/>
              <a:gd name="connsiteX28" fmla="*/ 151928 w 1073045"/>
              <a:gd name="connsiteY28" fmla="*/ 944144 h 1080000"/>
              <a:gd name="connsiteX29" fmla="*/ 82845 w 1073045"/>
              <a:gd name="connsiteY29" fmla="*/ 944144 h 1080000"/>
              <a:gd name="connsiteX30" fmla="*/ 56177 w 1073045"/>
              <a:gd name="connsiteY30" fmla="*/ 908446 h 1080000"/>
              <a:gd name="connsiteX31" fmla="*/ 597135 w 1073045"/>
              <a:gd name="connsiteY31" fmla="*/ 908446 h 1080000"/>
              <a:gd name="connsiteX32" fmla="*/ 597135 w 1073045"/>
              <a:gd name="connsiteY32" fmla="*/ 1080000 h 1080000"/>
              <a:gd name="connsiteX33" fmla="*/ 56177 w 1073045"/>
              <a:gd name="connsiteY33" fmla="*/ 1080000 h 1080000"/>
              <a:gd name="connsiteX34" fmla="*/ 56177 w 1073045"/>
              <a:gd name="connsiteY34" fmla="*/ 908446 h 1080000"/>
              <a:gd name="connsiteX35" fmla="*/ 56177 w 1073045"/>
              <a:gd name="connsiteY35" fmla="*/ 880994 h 1080000"/>
              <a:gd name="connsiteX36" fmla="*/ 59817 w 1073045"/>
              <a:gd name="connsiteY36" fmla="*/ 629242 h 1080000"/>
              <a:gd name="connsiteX37" fmla="*/ 386302 w 1073045"/>
              <a:gd name="connsiteY37" fmla="*/ 400862 h 1080000"/>
              <a:gd name="connsiteX38" fmla="*/ 386302 w 1073045"/>
              <a:gd name="connsiteY38" fmla="*/ 621203 h 1080000"/>
              <a:gd name="connsiteX39" fmla="*/ 701295 w 1073045"/>
              <a:gd name="connsiteY39" fmla="*/ 400862 h 1080000"/>
              <a:gd name="connsiteX40" fmla="*/ 701295 w 1073045"/>
              <a:gd name="connsiteY40" fmla="*/ 645350 h 1080000"/>
              <a:gd name="connsiteX41" fmla="*/ 701295 w 1073045"/>
              <a:gd name="connsiteY41" fmla="*/ 736893 h 1080000"/>
              <a:gd name="connsiteX42" fmla="*/ 1073045 w 1073045"/>
              <a:gd name="connsiteY42" fmla="*/ 736893 h 1080000"/>
              <a:gd name="connsiteX43" fmla="*/ 1073045 w 1073045"/>
              <a:gd name="connsiteY43" fmla="*/ 1080000 h 1080000"/>
              <a:gd name="connsiteX44" fmla="*/ 635515 w 1073045"/>
              <a:gd name="connsiteY44" fmla="*/ 1080000 h 1080000"/>
              <a:gd name="connsiteX45" fmla="*/ 635515 w 1073045"/>
              <a:gd name="connsiteY45" fmla="*/ 880994 h 1080000"/>
              <a:gd name="connsiteX46" fmla="*/ 56177 w 1073045"/>
              <a:gd name="connsiteY46" fmla="*/ 880994 h 1080000"/>
              <a:gd name="connsiteX47" fmla="*/ 765272 w 1073045"/>
              <a:gd name="connsiteY47" fmla="*/ 207251 h 1080000"/>
              <a:gd name="connsiteX48" fmla="*/ 830026 w 1073045"/>
              <a:gd name="connsiteY48" fmla="*/ 207251 h 1080000"/>
              <a:gd name="connsiteX49" fmla="*/ 854280 w 1073045"/>
              <a:gd name="connsiteY49" fmla="*/ 713865 h 1080000"/>
              <a:gd name="connsiteX50" fmla="*/ 741019 w 1073045"/>
              <a:gd name="connsiteY50" fmla="*/ 713865 h 1080000"/>
              <a:gd name="connsiteX51" fmla="*/ 765272 w 1073045"/>
              <a:gd name="connsiteY51" fmla="*/ 207251 h 1080000"/>
              <a:gd name="connsiteX52" fmla="*/ 919355 w 1073045"/>
              <a:gd name="connsiteY52" fmla="*/ 0 h 1080000"/>
              <a:gd name="connsiteX53" fmla="*/ 1021839 w 1073045"/>
              <a:gd name="connsiteY53" fmla="*/ 0 h 1080000"/>
              <a:gd name="connsiteX54" fmla="*/ 1060225 w 1073045"/>
              <a:gd name="connsiteY54" fmla="*/ 713865 h 1080000"/>
              <a:gd name="connsiteX55" fmla="*/ 880970 w 1073045"/>
              <a:gd name="connsiteY55" fmla="*/ 713865 h 1080000"/>
              <a:gd name="connsiteX56" fmla="*/ 919355 w 1073045"/>
              <a:gd name="connsiteY56" fmla="*/ 0 h 1080000"/>
              <a:gd name="connsiteX0" fmla="*/ 886377 w 1016868"/>
              <a:gd name="connsiteY0" fmla="*/ 944144 h 1080000"/>
              <a:gd name="connsiteX1" fmla="*/ 886377 w 1016868"/>
              <a:gd name="connsiteY1" fmla="*/ 1080000 h 1080000"/>
              <a:gd name="connsiteX2" fmla="*/ 955460 w 1016868"/>
              <a:gd name="connsiteY2" fmla="*/ 1080000 h 1080000"/>
              <a:gd name="connsiteX3" fmla="*/ 955460 w 1016868"/>
              <a:gd name="connsiteY3" fmla="*/ 944144 h 1080000"/>
              <a:gd name="connsiteX4" fmla="*/ 886377 w 1016868"/>
              <a:gd name="connsiteY4" fmla="*/ 944144 h 1080000"/>
              <a:gd name="connsiteX5" fmla="*/ 645118 w 1016868"/>
              <a:gd name="connsiteY5" fmla="*/ 944144 h 1080000"/>
              <a:gd name="connsiteX6" fmla="*/ 645118 w 1016868"/>
              <a:gd name="connsiteY6" fmla="*/ 1048044 h 1080000"/>
              <a:gd name="connsiteX7" fmla="*/ 778913 w 1016868"/>
              <a:gd name="connsiteY7" fmla="*/ 1048044 h 1080000"/>
              <a:gd name="connsiteX8" fmla="*/ 778913 w 1016868"/>
              <a:gd name="connsiteY8" fmla="*/ 944144 h 1080000"/>
              <a:gd name="connsiteX9" fmla="*/ 645118 w 1016868"/>
              <a:gd name="connsiteY9" fmla="*/ 944144 h 1080000"/>
              <a:gd name="connsiteX10" fmla="*/ 379762 w 1016868"/>
              <a:gd name="connsiteY10" fmla="*/ 944144 h 1080000"/>
              <a:gd name="connsiteX11" fmla="*/ 379762 w 1016868"/>
              <a:gd name="connsiteY11" fmla="*/ 1080000 h 1080000"/>
              <a:gd name="connsiteX12" fmla="*/ 448846 w 1016868"/>
              <a:gd name="connsiteY12" fmla="*/ 1080000 h 1080000"/>
              <a:gd name="connsiteX13" fmla="*/ 448846 w 1016868"/>
              <a:gd name="connsiteY13" fmla="*/ 944144 h 1080000"/>
              <a:gd name="connsiteX14" fmla="*/ 379762 w 1016868"/>
              <a:gd name="connsiteY14" fmla="*/ 944144 h 1080000"/>
              <a:gd name="connsiteX15" fmla="*/ 262064 w 1016868"/>
              <a:gd name="connsiteY15" fmla="*/ 944144 h 1080000"/>
              <a:gd name="connsiteX16" fmla="*/ 262064 w 1016868"/>
              <a:gd name="connsiteY16" fmla="*/ 1048044 h 1080000"/>
              <a:gd name="connsiteX17" fmla="*/ 331148 w 1016868"/>
              <a:gd name="connsiteY17" fmla="*/ 1048044 h 1080000"/>
              <a:gd name="connsiteX18" fmla="*/ 331148 w 1016868"/>
              <a:gd name="connsiteY18" fmla="*/ 944144 h 1080000"/>
              <a:gd name="connsiteX19" fmla="*/ 262064 w 1016868"/>
              <a:gd name="connsiteY19" fmla="*/ 944144 h 1080000"/>
              <a:gd name="connsiteX20" fmla="*/ 144366 w 1016868"/>
              <a:gd name="connsiteY20" fmla="*/ 944144 h 1080000"/>
              <a:gd name="connsiteX21" fmla="*/ 144366 w 1016868"/>
              <a:gd name="connsiteY21" fmla="*/ 1048044 h 1080000"/>
              <a:gd name="connsiteX22" fmla="*/ 213449 w 1016868"/>
              <a:gd name="connsiteY22" fmla="*/ 1048044 h 1080000"/>
              <a:gd name="connsiteX23" fmla="*/ 213449 w 1016868"/>
              <a:gd name="connsiteY23" fmla="*/ 944144 h 1080000"/>
              <a:gd name="connsiteX24" fmla="*/ 144366 w 1016868"/>
              <a:gd name="connsiteY24" fmla="*/ 944144 h 1080000"/>
              <a:gd name="connsiteX25" fmla="*/ 26668 w 1016868"/>
              <a:gd name="connsiteY25" fmla="*/ 944144 h 1080000"/>
              <a:gd name="connsiteX26" fmla="*/ 26668 w 1016868"/>
              <a:gd name="connsiteY26" fmla="*/ 1048044 h 1080000"/>
              <a:gd name="connsiteX27" fmla="*/ 95751 w 1016868"/>
              <a:gd name="connsiteY27" fmla="*/ 1048044 h 1080000"/>
              <a:gd name="connsiteX28" fmla="*/ 95751 w 1016868"/>
              <a:gd name="connsiteY28" fmla="*/ 944144 h 1080000"/>
              <a:gd name="connsiteX29" fmla="*/ 26668 w 1016868"/>
              <a:gd name="connsiteY29" fmla="*/ 944144 h 1080000"/>
              <a:gd name="connsiteX30" fmla="*/ 0 w 1016868"/>
              <a:gd name="connsiteY30" fmla="*/ 908446 h 1080000"/>
              <a:gd name="connsiteX31" fmla="*/ 540958 w 1016868"/>
              <a:gd name="connsiteY31" fmla="*/ 908446 h 1080000"/>
              <a:gd name="connsiteX32" fmla="*/ 540958 w 1016868"/>
              <a:gd name="connsiteY32" fmla="*/ 1080000 h 1080000"/>
              <a:gd name="connsiteX33" fmla="*/ 0 w 1016868"/>
              <a:gd name="connsiteY33" fmla="*/ 1080000 h 1080000"/>
              <a:gd name="connsiteX34" fmla="*/ 0 w 1016868"/>
              <a:gd name="connsiteY34" fmla="*/ 908446 h 1080000"/>
              <a:gd name="connsiteX35" fmla="*/ 0 w 1016868"/>
              <a:gd name="connsiteY35" fmla="*/ 880994 h 1080000"/>
              <a:gd name="connsiteX36" fmla="*/ 3640 w 1016868"/>
              <a:gd name="connsiteY36" fmla="*/ 629242 h 1080000"/>
              <a:gd name="connsiteX37" fmla="*/ 330125 w 1016868"/>
              <a:gd name="connsiteY37" fmla="*/ 400862 h 1080000"/>
              <a:gd name="connsiteX38" fmla="*/ 330125 w 1016868"/>
              <a:gd name="connsiteY38" fmla="*/ 621203 h 1080000"/>
              <a:gd name="connsiteX39" fmla="*/ 645118 w 1016868"/>
              <a:gd name="connsiteY39" fmla="*/ 400862 h 1080000"/>
              <a:gd name="connsiteX40" fmla="*/ 645118 w 1016868"/>
              <a:gd name="connsiteY40" fmla="*/ 645350 h 1080000"/>
              <a:gd name="connsiteX41" fmla="*/ 645118 w 1016868"/>
              <a:gd name="connsiteY41" fmla="*/ 736893 h 1080000"/>
              <a:gd name="connsiteX42" fmla="*/ 1016868 w 1016868"/>
              <a:gd name="connsiteY42" fmla="*/ 736893 h 1080000"/>
              <a:gd name="connsiteX43" fmla="*/ 1016868 w 1016868"/>
              <a:gd name="connsiteY43" fmla="*/ 1080000 h 1080000"/>
              <a:gd name="connsiteX44" fmla="*/ 579338 w 1016868"/>
              <a:gd name="connsiteY44" fmla="*/ 1080000 h 1080000"/>
              <a:gd name="connsiteX45" fmla="*/ 579338 w 1016868"/>
              <a:gd name="connsiteY45" fmla="*/ 880994 h 1080000"/>
              <a:gd name="connsiteX46" fmla="*/ 0 w 1016868"/>
              <a:gd name="connsiteY46" fmla="*/ 880994 h 1080000"/>
              <a:gd name="connsiteX47" fmla="*/ 709095 w 1016868"/>
              <a:gd name="connsiteY47" fmla="*/ 207251 h 1080000"/>
              <a:gd name="connsiteX48" fmla="*/ 773849 w 1016868"/>
              <a:gd name="connsiteY48" fmla="*/ 207251 h 1080000"/>
              <a:gd name="connsiteX49" fmla="*/ 798103 w 1016868"/>
              <a:gd name="connsiteY49" fmla="*/ 713865 h 1080000"/>
              <a:gd name="connsiteX50" fmla="*/ 684842 w 1016868"/>
              <a:gd name="connsiteY50" fmla="*/ 713865 h 1080000"/>
              <a:gd name="connsiteX51" fmla="*/ 709095 w 1016868"/>
              <a:gd name="connsiteY51" fmla="*/ 207251 h 1080000"/>
              <a:gd name="connsiteX52" fmla="*/ 863178 w 1016868"/>
              <a:gd name="connsiteY52" fmla="*/ 0 h 1080000"/>
              <a:gd name="connsiteX53" fmla="*/ 965662 w 1016868"/>
              <a:gd name="connsiteY53" fmla="*/ 0 h 1080000"/>
              <a:gd name="connsiteX54" fmla="*/ 1004048 w 1016868"/>
              <a:gd name="connsiteY54" fmla="*/ 713865 h 1080000"/>
              <a:gd name="connsiteX55" fmla="*/ 824793 w 1016868"/>
              <a:gd name="connsiteY55" fmla="*/ 713865 h 1080000"/>
              <a:gd name="connsiteX56" fmla="*/ 863178 w 1016868"/>
              <a:gd name="connsiteY56" fmla="*/ 0 h 10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016868" h="1080000">
                <a:moveTo>
                  <a:pt x="886377" y="944144"/>
                </a:moveTo>
                <a:lnTo>
                  <a:pt x="886377" y="1080000"/>
                </a:lnTo>
                <a:lnTo>
                  <a:pt x="955460" y="1080000"/>
                </a:lnTo>
                <a:lnTo>
                  <a:pt x="955460" y="944144"/>
                </a:lnTo>
                <a:lnTo>
                  <a:pt x="886377" y="944144"/>
                </a:lnTo>
                <a:close/>
                <a:moveTo>
                  <a:pt x="645118" y="944144"/>
                </a:moveTo>
                <a:lnTo>
                  <a:pt x="645118" y="1048044"/>
                </a:lnTo>
                <a:lnTo>
                  <a:pt x="778913" y="1048044"/>
                </a:lnTo>
                <a:lnTo>
                  <a:pt x="778913" y="944144"/>
                </a:lnTo>
                <a:lnTo>
                  <a:pt x="645118" y="944144"/>
                </a:lnTo>
                <a:close/>
                <a:moveTo>
                  <a:pt x="379762" y="944144"/>
                </a:moveTo>
                <a:lnTo>
                  <a:pt x="379762" y="1080000"/>
                </a:lnTo>
                <a:lnTo>
                  <a:pt x="448846" y="1080000"/>
                </a:lnTo>
                <a:lnTo>
                  <a:pt x="448846" y="944144"/>
                </a:lnTo>
                <a:lnTo>
                  <a:pt x="379762" y="944144"/>
                </a:lnTo>
                <a:close/>
                <a:moveTo>
                  <a:pt x="262064" y="944144"/>
                </a:moveTo>
                <a:lnTo>
                  <a:pt x="262064" y="1048044"/>
                </a:lnTo>
                <a:lnTo>
                  <a:pt x="331148" y="1048044"/>
                </a:lnTo>
                <a:lnTo>
                  <a:pt x="331148" y="944144"/>
                </a:lnTo>
                <a:lnTo>
                  <a:pt x="262064" y="944144"/>
                </a:lnTo>
                <a:close/>
                <a:moveTo>
                  <a:pt x="144366" y="944144"/>
                </a:moveTo>
                <a:lnTo>
                  <a:pt x="144366" y="1048044"/>
                </a:lnTo>
                <a:lnTo>
                  <a:pt x="213449" y="1048044"/>
                </a:lnTo>
                <a:lnTo>
                  <a:pt x="213449" y="944144"/>
                </a:lnTo>
                <a:lnTo>
                  <a:pt x="144366" y="944144"/>
                </a:lnTo>
                <a:close/>
                <a:moveTo>
                  <a:pt x="26668" y="944144"/>
                </a:moveTo>
                <a:lnTo>
                  <a:pt x="26668" y="1048044"/>
                </a:lnTo>
                <a:lnTo>
                  <a:pt x="95751" y="1048044"/>
                </a:lnTo>
                <a:lnTo>
                  <a:pt x="95751" y="944144"/>
                </a:lnTo>
                <a:lnTo>
                  <a:pt x="26668" y="944144"/>
                </a:lnTo>
                <a:close/>
                <a:moveTo>
                  <a:pt x="0" y="908446"/>
                </a:moveTo>
                <a:lnTo>
                  <a:pt x="540958" y="908446"/>
                </a:lnTo>
                <a:lnTo>
                  <a:pt x="540958" y="1080000"/>
                </a:lnTo>
                <a:lnTo>
                  <a:pt x="0" y="1080000"/>
                </a:lnTo>
                <a:lnTo>
                  <a:pt x="0" y="908446"/>
                </a:lnTo>
                <a:close/>
                <a:moveTo>
                  <a:pt x="0" y="880994"/>
                </a:moveTo>
                <a:cubicBezTo>
                  <a:pt x="1213" y="797077"/>
                  <a:pt x="2427" y="713159"/>
                  <a:pt x="3640" y="629242"/>
                </a:cubicBezTo>
                <a:lnTo>
                  <a:pt x="330125" y="400862"/>
                </a:lnTo>
                <a:lnTo>
                  <a:pt x="330125" y="621203"/>
                </a:lnTo>
                <a:lnTo>
                  <a:pt x="645118" y="400862"/>
                </a:lnTo>
                <a:lnTo>
                  <a:pt x="645118" y="645350"/>
                </a:lnTo>
                <a:lnTo>
                  <a:pt x="645118" y="736893"/>
                </a:lnTo>
                <a:lnTo>
                  <a:pt x="1016868" y="736893"/>
                </a:lnTo>
                <a:lnTo>
                  <a:pt x="1016868" y="1080000"/>
                </a:lnTo>
                <a:lnTo>
                  <a:pt x="579338" y="1080000"/>
                </a:lnTo>
                <a:lnTo>
                  <a:pt x="579338" y="880994"/>
                </a:lnTo>
                <a:lnTo>
                  <a:pt x="0" y="880994"/>
                </a:lnTo>
                <a:close/>
                <a:moveTo>
                  <a:pt x="709095" y="207251"/>
                </a:moveTo>
                <a:lnTo>
                  <a:pt x="773849" y="207251"/>
                </a:lnTo>
                <a:lnTo>
                  <a:pt x="798103" y="713865"/>
                </a:lnTo>
                <a:lnTo>
                  <a:pt x="684842" y="713865"/>
                </a:lnTo>
                <a:lnTo>
                  <a:pt x="709095" y="207251"/>
                </a:lnTo>
                <a:close/>
                <a:moveTo>
                  <a:pt x="863178" y="0"/>
                </a:moveTo>
                <a:lnTo>
                  <a:pt x="965662" y="0"/>
                </a:lnTo>
                <a:lnTo>
                  <a:pt x="1004048" y="713865"/>
                </a:lnTo>
                <a:lnTo>
                  <a:pt x="824793" y="713865"/>
                </a:lnTo>
                <a:lnTo>
                  <a:pt x="863178" y="0"/>
                </a:lnTo>
                <a:close/>
              </a:path>
            </a:pathLst>
          </a:custGeom>
          <a:solidFill>
            <a:schemeClr val="bg2">
              <a:lumMod val="20000"/>
              <a:lumOff val="80000"/>
            </a:schemeClr>
          </a:solidFill>
        </p:spPr>
        <p:txBody>
          <a:bodyPr wrap="square" rtlCol="0" anchor="ctr">
            <a:noAutofit/>
          </a:bodyP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US" sz="1013" b="0" i="0" u="none" strike="noStrike" kern="0" cap="none" spc="0" normalizeH="0" baseline="0" noProof="0">
              <a:ln>
                <a:noFill/>
              </a:ln>
              <a:solidFill>
                <a:srgbClr val="FFFFFF"/>
              </a:solidFill>
              <a:effectLst/>
              <a:uLnTx/>
              <a:uFillTx/>
            </a:endParaRPr>
          </a:p>
        </p:txBody>
      </p:sp>
      <p:sp>
        <p:nvSpPr>
          <p:cNvPr id="149" name="Rectangle 148">
            <a:extLst>
              <a:ext uri="{FF2B5EF4-FFF2-40B4-BE49-F238E27FC236}">
                <a16:creationId xmlns:a16="http://schemas.microsoft.com/office/drawing/2014/main" id="{E2D2D3CA-B171-45C4-9A2B-D941E36E20E3}"/>
              </a:ext>
            </a:extLst>
          </p:cNvPr>
          <p:cNvSpPr/>
          <p:nvPr userDrawn="1"/>
        </p:nvSpPr>
        <p:spPr>
          <a:xfrm>
            <a:off x="1889914" y="1095586"/>
            <a:ext cx="1438517" cy="266602"/>
          </a:xfrm>
          <a:prstGeom prst="rect">
            <a:avLst/>
          </a:prstGeom>
          <a:noFill/>
          <a:effectLst/>
        </p:spPr>
        <p:txBody>
          <a:bodyPr wrap="none" lIns="72000" tIns="36000" rIns="72000" bIns="36000" rtlCol="0" anchor="ctr">
            <a:spAutoFit/>
          </a:bodyPr>
          <a:lstStyle/>
          <a:p>
            <a:pPr algn="ctr" defTabSz="307644" hangingPunct="0">
              <a:lnSpc>
                <a:spcPct val="90000"/>
              </a:lnSpc>
              <a:spcAft>
                <a:spcPts val="596"/>
              </a:spcAft>
              <a:buClr>
                <a:srgbClr val="E6513E"/>
              </a:buClr>
            </a:pPr>
            <a:r>
              <a:rPr lang="de-DE" sz="1400">
                <a:solidFill>
                  <a:schemeClr val="tx2">
                    <a:alpha val="50000"/>
                  </a:schemeClr>
                </a:solidFill>
                <a:ea typeface="Nokia Pure Text" panose="020B0504040602060303" pitchFamily="34" charset="0"/>
                <a:cs typeface="Nokia Pure Text" panose="020B0504040602060303" pitchFamily="34" charset="0"/>
                <a:sym typeface="Helvetica Neue" charset="0"/>
              </a:rPr>
              <a:t>A</a:t>
            </a:r>
            <a:r>
              <a:rPr lang="de-DE" sz="1400">
                <a:solidFill>
                  <a:schemeClr val="tx1">
                    <a:alpha val="50000"/>
                  </a:schemeClr>
                </a:solidFill>
                <a:ea typeface="Nokia Pure Text" panose="020B0504040602060303" pitchFamily="34" charset="0"/>
                <a:cs typeface="Nokia Pure Text" panose="020B0504040602060303" pitchFamily="34" charset="0"/>
                <a:sym typeface="Helvetica Neue" charset="0"/>
              </a:rPr>
              <a:t>UTOMATISIEREN</a:t>
            </a:r>
          </a:p>
        </p:txBody>
      </p:sp>
      <p:sp>
        <p:nvSpPr>
          <p:cNvPr id="150" name="Rectangle 149">
            <a:extLst>
              <a:ext uri="{FF2B5EF4-FFF2-40B4-BE49-F238E27FC236}">
                <a16:creationId xmlns:a16="http://schemas.microsoft.com/office/drawing/2014/main" id="{5F677C4B-8591-4E64-9E37-CAEBD6FA49EC}"/>
              </a:ext>
            </a:extLst>
          </p:cNvPr>
          <p:cNvSpPr/>
          <p:nvPr userDrawn="1"/>
        </p:nvSpPr>
        <p:spPr>
          <a:xfrm>
            <a:off x="4485454" y="1095586"/>
            <a:ext cx="1270714" cy="266602"/>
          </a:xfrm>
          <a:prstGeom prst="rect">
            <a:avLst/>
          </a:prstGeom>
          <a:noFill/>
          <a:effectLst/>
        </p:spPr>
        <p:txBody>
          <a:bodyPr wrap="none" lIns="72000" tIns="36000" rIns="72000" bIns="36000" rtlCol="0" anchor="ctr">
            <a:spAutoFit/>
          </a:bodyPr>
          <a:lstStyle/>
          <a:p>
            <a:pPr algn="ctr" defTabSz="307644" hangingPunct="0">
              <a:lnSpc>
                <a:spcPct val="90000"/>
              </a:lnSpc>
              <a:spcAft>
                <a:spcPts val="596"/>
              </a:spcAft>
              <a:buClr>
                <a:srgbClr val="E6513E"/>
              </a:buClr>
            </a:pPr>
            <a:r>
              <a:rPr lang="de-DE" sz="1400">
                <a:solidFill>
                  <a:schemeClr val="tx2">
                    <a:alpha val="50000"/>
                  </a:schemeClr>
                </a:solidFill>
                <a:ea typeface="Nokia Pure Text" panose="020B0504040602060303" pitchFamily="34" charset="0"/>
                <a:cs typeface="Nokia Pure Text" panose="020B0504040602060303" pitchFamily="34" charset="0"/>
                <a:sym typeface="Helvetica Neue" charset="0"/>
              </a:rPr>
              <a:t>P</a:t>
            </a:r>
            <a:r>
              <a:rPr lang="de-DE" sz="1400">
                <a:solidFill>
                  <a:schemeClr val="tx1">
                    <a:alpha val="50000"/>
                  </a:schemeClr>
                </a:solidFill>
                <a:ea typeface="Nokia Pure Text" panose="020B0504040602060303" pitchFamily="34" charset="0"/>
                <a:cs typeface="Nokia Pure Text" panose="020B0504040602060303" pitchFamily="34" charset="0"/>
                <a:sym typeface="Helvetica Neue" charset="0"/>
              </a:rPr>
              <a:t>ROJEKTIEREN</a:t>
            </a:r>
          </a:p>
        </p:txBody>
      </p:sp>
      <p:sp>
        <p:nvSpPr>
          <p:cNvPr id="151" name="Rectangle 150">
            <a:extLst>
              <a:ext uri="{FF2B5EF4-FFF2-40B4-BE49-F238E27FC236}">
                <a16:creationId xmlns:a16="http://schemas.microsoft.com/office/drawing/2014/main" id="{24D86D16-78FE-4F71-B8D5-A410321EFD55}"/>
              </a:ext>
            </a:extLst>
          </p:cNvPr>
          <p:cNvSpPr/>
          <p:nvPr userDrawn="1"/>
        </p:nvSpPr>
        <p:spPr>
          <a:xfrm>
            <a:off x="7208163" y="1095586"/>
            <a:ext cx="1148886" cy="266602"/>
          </a:xfrm>
          <a:prstGeom prst="rect">
            <a:avLst/>
          </a:prstGeom>
          <a:noFill/>
          <a:effectLst/>
        </p:spPr>
        <p:txBody>
          <a:bodyPr wrap="none" lIns="72000" tIns="36000" rIns="72000" bIns="36000" rtlCol="0" anchor="ctr">
            <a:spAutoFit/>
          </a:bodyPr>
          <a:lstStyle/>
          <a:p>
            <a:pPr algn="ctr" defTabSz="307644" hangingPunct="0">
              <a:lnSpc>
                <a:spcPct val="90000"/>
              </a:lnSpc>
              <a:spcAft>
                <a:spcPts val="596"/>
              </a:spcAft>
              <a:buClr>
                <a:srgbClr val="E6513E"/>
              </a:buClr>
            </a:pPr>
            <a:r>
              <a:rPr lang="de-DE" sz="1400">
                <a:solidFill>
                  <a:schemeClr val="tx2">
                    <a:alpha val="50000"/>
                  </a:schemeClr>
                </a:solidFill>
                <a:ea typeface="Nokia Pure Text" panose="020B0504040602060303" pitchFamily="34" charset="0"/>
                <a:cs typeface="Nokia Pure Text" panose="020B0504040602060303" pitchFamily="34" charset="0"/>
                <a:sym typeface="Helvetica Neue" charset="0"/>
              </a:rPr>
              <a:t>I</a:t>
            </a:r>
            <a:r>
              <a:rPr lang="de-DE" sz="1400">
                <a:solidFill>
                  <a:schemeClr val="tx1">
                    <a:alpha val="50000"/>
                  </a:schemeClr>
                </a:solidFill>
                <a:ea typeface="Nokia Pure Text" panose="020B0504040602060303" pitchFamily="34" charset="0"/>
                <a:cs typeface="Nokia Pure Text" panose="020B0504040602060303" pitchFamily="34" charset="0"/>
                <a:sym typeface="Helvetica Neue" charset="0"/>
              </a:rPr>
              <a:t>NTEGRIEREN</a:t>
            </a:r>
          </a:p>
        </p:txBody>
      </p:sp>
      <p:sp>
        <p:nvSpPr>
          <p:cNvPr id="152" name="Freeform: Shape 151">
            <a:extLst>
              <a:ext uri="{FF2B5EF4-FFF2-40B4-BE49-F238E27FC236}">
                <a16:creationId xmlns:a16="http://schemas.microsoft.com/office/drawing/2014/main" id="{8B5E342D-03C4-48C3-8DBB-792E24A4D91E}"/>
              </a:ext>
            </a:extLst>
          </p:cNvPr>
          <p:cNvSpPr>
            <a:spLocks noChangeAspect="1"/>
          </p:cNvSpPr>
          <p:nvPr userDrawn="1"/>
        </p:nvSpPr>
        <p:spPr>
          <a:xfrm>
            <a:off x="6334916" y="1997604"/>
            <a:ext cx="568562" cy="567694"/>
          </a:xfrm>
          <a:custGeom>
            <a:avLst/>
            <a:gdLst>
              <a:gd name="connsiteX0" fmla="*/ 860885 w 2537170"/>
              <a:gd name="connsiteY0" fmla="*/ 1437939 h 2533298"/>
              <a:gd name="connsiteX1" fmla="*/ 402545 w 2537170"/>
              <a:gd name="connsiteY1" fmla="*/ 1560751 h 2533298"/>
              <a:gd name="connsiteX2" fmla="*/ 1259461 w 2537170"/>
              <a:gd name="connsiteY2" fmla="*/ 2176428 h 2533298"/>
              <a:gd name="connsiteX3" fmla="*/ 1852888 w 2537170"/>
              <a:gd name="connsiteY3" fmla="*/ 1951120 h 2533298"/>
              <a:gd name="connsiteX4" fmla="*/ 1513851 w 2537170"/>
              <a:gd name="connsiteY4" fmla="*/ 1612087 h 2533298"/>
              <a:gd name="connsiteX5" fmla="*/ 1477444 w 2537170"/>
              <a:gd name="connsiteY5" fmla="*/ 1644201 h 2533298"/>
              <a:gd name="connsiteX6" fmla="*/ 881909 w 2537170"/>
              <a:gd name="connsiteY6" fmla="*/ 1484630 h 2533298"/>
              <a:gd name="connsiteX7" fmla="*/ 1259461 w 2537170"/>
              <a:gd name="connsiteY7" fmla="*/ 986252 h 2533298"/>
              <a:gd name="connsiteX8" fmla="*/ 979064 w 2537170"/>
              <a:gd name="connsiteY8" fmla="*/ 1266649 h 2533298"/>
              <a:gd name="connsiteX9" fmla="*/ 1259461 w 2537170"/>
              <a:gd name="connsiteY9" fmla="*/ 1547047 h 2533298"/>
              <a:gd name="connsiteX10" fmla="*/ 1539859 w 2537170"/>
              <a:gd name="connsiteY10" fmla="*/ 1266649 h 2533298"/>
              <a:gd name="connsiteX11" fmla="*/ 1259461 w 2537170"/>
              <a:gd name="connsiteY11" fmla="*/ 986252 h 2533298"/>
              <a:gd name="connsiteX12" fmla="*/ 1548911 w 2537170"/>
              <a:gd name="connsiteY12" fmla="*/ 408290 h 2533298"/>
              <a:gd name="connsiteX13" fmla="*/ 1426040 w 2537170"/>
              <a:gd name="connsiteY13" fmla="*/ 866853 h 2533298"/>
              <a:gd name="connsiteX14" fmla="*/ 1637017 w 2537170"/>
              <a:gd name="connsiteY14" fmla="*/ 1048669 h 2533298"/>
              <a:gd name="connsiteX15" fmla="*/ 1603283 w 2537170"/>
              <a:gd name="connsiteY15" fmla="*/ 1533201 h 2533298"/>
              <a:gd name="connsiteX16" fmla="*/ 1937706 w 2537170"/>
              <a:gd name="connsiteY16" fmla="*/ 1867622 h 2533298"/>
              <a:gd name="connsiteX17" fmla="*/ 2169239 w 2537170"/>
              <a:gd name="connsiteY17" fmla="*/ 1266649 h 2533298"/>
              <a:gd name="connsiteX18" fmla="*/ 1548911 w 2537170"/>
              <a:gd name="connsiteY18" fmla="*/ 408290 h 2533298"/>
              <a:gd name="connsiteX19" fmla="*/ 1259461 w 2537170"/>
              <a:gd name="connsiteY19" fmla="*/ 356871 h 2533298"/>
              <a:gd name="connsiteX20" fmla="*/ 349683 w 2537170"/>
              <a:gd name="connsiteY20" fmla="*/ 1266649 h 2533298"/>
              <a:gd name="connsiteX21" fmla="*/ 367847 w 2537170"/>
              <a:gd name="connsiteY21" fmla="*/ 1446833 h 2533298"/>
              <a:gd name="connsiteX22" fmla="*/ 827444 w 2537170"/>
              <a:gd name="connsiteY22" fmla="*/ 1323684 h 2533298"/>
              <a:gd name="connsiteX23" fmla="*/ 1041485 w 2537170"/>
              <a:gd name="connsiteY23" fmla="*/ 889097 h 2533298"/>
              <a:gd name="connsiteX24" fmla="*/ 1289805 w 2537170"/>
              <a:gd name="connsiteY24" fmla="*/ 831703 h 2533298"/>
              <a:gd name="connsiteX25" fmla="*/ 1311143 w 2537170"/>
              <a:gd name="connsiteY25" fmla="*/ 835808 h 2533298"/>
              <a:gd name="connsiteX26" fmla="*/ 1434739 w 2537170"/>
              <a:gd name="connsiteY26" fmla="*/ 374541 h 2533298"/>
              <a:gd name="connsiteX27" fmla="*/ 1259461 w 2537170"/>
              <a:gd name="connsiteY27" fmla="*/ 356871 h 2533298"/>
              <a:gd name="connsiteX28" fmla="*/ 1268585 w 2537170"/>
              <a:gd name="connsiteY28" fmla="*/ 293382 h 2533298"/>
              <a:gd name="connsiteX29" fmla="*/ 2241854 w 2537170"/>
              <a:gd name="connsiteY29" fmla="*/ 1266650 h 2533298"/>
              <a:gd name="connsiteX30" fmla="*/ 1268585 w 2537170"/>
              <a:gd name="connsiteY30" fmla="*/ 2239918 h 2533298"/>
              <a:gd name="connsiteX31" fmla="*/ 295316 w 2537170"/>
              <a:gd name="connsiteY31" fmla="*/ 1266650 h 2533298"/>
              <a:gd name="connsiteX32" fmla="*/ 1268585 w 2537170"/>
              <a:gd name="connsiteY32" fmla="*/ 293382 h 2533298"/>
              <a:gd name="connsiteX33" fmla="*/ 1268585 w 2537170"/>
              <a:gd name="connsiteY33" fmla="*/ 230994 h 2533298"/>
              <a:gd name="connsiteX34" fmla="*/ 232928 w 2537170"/>
              <a:gd name="connsiteY34" fmla="*/ 1266650 h 2533298"/>
              <a:gd name="connsiteX35" fmla="*/ 1268585 w 2537170"/>
              <a:gd name="connsiteY35" fmla="*/ 2302306 h 2533298"/>
              <a:gd name="connsiteX36" fmla="*/ 2304242 w 2537170"/>
              <a:gd name="connsiteY36" fmla="*/ 1266650 h 2533298"/>
              <a:gd name="connsiteX37" fmla="*/ 1268585 w 2537170"/>
              <a:gd name="connsiteY37" fmla="*/ 230994 h 2533298"/>
              <a:gd name="connsiteX38" fmla="*/ 1370577 w 2537170"/>
              <a:gd name="connsiteY38" fmla="*/ 129 h 2533298"/>
              <a:gd name="connsiteX39" fmla="*/ 1407956 w 2537170"/>
              <a:gd name="connsiteY39" fmla="*/ 43937 h 2533298"/>
              <a:gd name="connsiteX40" fmla="*/ 1411431 w 2537170"/>
              <a:gd name="connsiteY40" fmla="*/ 184077 h 2533298"/>
              <a:gd name="connsiteX41" fmla="*/ 1482158 w 2537170"/>
              <a:gd name="connsiteY41" fmla="*/ 196909 h 2533298"/>
              <a:gd name="connsiteX42" fmla="*/ 1531455 w 2537170"/>
              <a:gd name="connsiteY42" fmla="*/ 64872 h 2533298"/>
              <a:gd name="connsiteX43" fmla="*/ 1581088 w 2537170"/>
              <a:gd name="connsiteY43" fmla="*/ 35666 h 2533298"/>
              <a:gd name="connsiteX44" fmla="*/ 1610292 w 2537170"/>
              <a:gd name="connsiteY44" fmla="*/ 85299 h 2533298"/>
              <a:gd name="connsiteX45" fmla="*/ 1590652 w 2537170"/>
              <a:gd name="connsiteY45" fmla="*/ 219957 h 2533298"/>
              <a:gd name="connsiteX46" fmla="*/ 1665197 w 2537170"/>
              <a:gd name="connsiteY46" fmla="*/ 249732 h 2533298"/>
              <a:gd name="connsiteX47" fmla="*/ 1736025 w 2537170"/>
              <a:gd name="connsiteY47" fmla="*/ 129366 h 2533298"/>
              <a:gd name="connsiteX48" fmla="*/ 1789976 w 2537170"/>
              <a:gd name="connsiteY48" fmla="*/ 109225 h 2533298"/>
              <a:gd name="connsiteX49" fmla="*/ 1810118 w 2537170"/>
              <a:gd name="connsiteY49" fmla="*/ 163174 h 2533298"/>
              <a:gd name="connsiteX50" fmla="*/ 1767925 w 2537170"/>
              <a:gd name="connsiteY50" fmla="*/ 290765 h 2533298"/>
              <a:gd name="connsiteX51" fmla="*/ 1836575 w 2537170"/>
              <a:gd name="connsiteY51" fmla="*/ 333544 h 2533298"/>
              <a:gd name="connsiteX52" fmla="*/ 1926288 w 2537170"/>
              <a:gd name="connsiteY52" fmla="*/ 228405 h 2533298"/>
              <a:gd name="connsiteX53" fmla="*/ 1952435 w 2537170"/>
              <a:gd name="connsiteY53" fmla="*/ 211444 h 2533298"/>
              <a:gd name="connsiteX54" fmla="*/ 1982916 w 2537170"/>
              <a:gd name="connsiteY54" fmla="*/ 217939 h 2533298"/>
              <a:gd name="connsiteX55" fmla="*/ 1993385 w 2537170"/>
              <a:gd name="connsiteY55" fmla="*/ 274565 h 2533298"/>
              <a:gd name="connsiteX56" fmla="*/ 1929215 w 2537170"/>
              <a:gd name="connsiteY56" fmla="*/ 393751 h 2533298"/>
              <a:gd name="connsiteX57" fmla="*/ 1990985 w 2537170"/>
              <a:gd name="connsiteY57" fmla="*/ 446006 h 2533298"/>
              <a:gd name="connsiteX58" fmla="*/ 2096463 w 2537170"/>
              <a:gd name="connsiteY58" fmla="*/ 358978 h 2533298"/>
              <a:gd name="connsiteX59" fmla="*/ 2125159 w 2537170"/>
              <a:gd name="connsiteY59" fmla="*/ 346814 h 2533298"/>
              <a:gd name="connsiteX60" fmla="*/ 2154049 w 2537170"/>
              <a:gd name="connsiteY60" fmla="*/ 358503 h 2533298"/>
              <a:gd name="connsiteX61" fmla="*/ 2154524 w 2537170"/>
              <a:gd name="connsiteY61" fmla="*/ 416088 h 2533298"/>
              <a:gd name="connsiteX62" fmla="*/ 2070300 w 2537170"/>
              <a:gd name="connsiteY62" fmla="*/ 522740 h 2533298"/>
              <a:gd name="connsiteX63" fmla="*/ 2123835 w 2537170"/>
              <a:gd name="connsiteY63" fmla="*/ 583690 h 2533298"/>
              <a:gd name="connsiteX64" fmla="*/ 2241379 w 2537170"/>
              <a:gd name="connsiteY64" fmla="*/ 517116 h 2533298"/>
              <a:gd name="connsiteX65" fmla="*/ 2271750 w 2537170"/>
              <a:gd name="connsiteY65" fmla="*/ 510120 h 2533298"/>
              <a:gd name="connsiteX66" fmla="*/ 2298174 w 2537170"/>
              <a:gd name="connsiteY66" fmla="*/ 526648 h 2533298"/>
              <a:gd name="connsiteX67" fmla="*/ 2288641 w 2537170"/>
              <a:gd name="connsiteY67" fmla="*/ 583442 h 2533298"/>
              <a:gd name="connsiteX68" fmla="*/ 2187044 w 2537170"/>
              <a:gd name="connsiteY68" fmla="*/ 673967 h 2533298"/>
              <a:gd name="connsiteX69" fmla="*/ 2231207 w 2537170"/>
              <a:gd name="connsiteY69" fmla="*/ 742498 h 2533298"/>
              <a:gd name="connsiteX70" fmla="*/ 2356634 w 2537170"/>
              <a:gd name="connsiteY70" fmla="*/ 698018 h 2533298"/>
              <a:gd name="connsiteX71" fmla="*/ 2387756 w 2537170"/>
              <a:gd name="connsiteY71" fmla="*/ 696403 h 2533298"/>
              <a:gd name="connsiteX72" fmla="*/ 2410907 w 2537170"/>
              <a:gd name="connsiteY72" fmla="*/ 717268 h 2533298"/>
              <a:gd name="connsiteX73" fmla="*/ 2391659 w 2537170"/>
              <a:gd name="connsiteY73" fmla="*/ 771542 h 2533298"/>
              <a:gd name="connsiteX74" fmla="*/ 2275899 w 2537170"/>
              <a:gd name="connsiteY74" fmla="*/ 843042 h 2533298"/>
              <a:gd name="connsiteX75" fmla="*/ 2309184 w 2537170"/>
              <a:gd name="connsiteY75" fmla="*/ 917923 h 2533298"/>
              <a:gd name="connsiteX76" fmla="*/ 2438723 w 2537170"/>
              <a:gd name="connsiteY76" fmla="*/ 896186 h 2533298"/>
              <a:gd name="connsiteX77" fmla="*/ 2488830 w 2537170"/>
              <a:gd name="connsiteY77" fmla="*/ 924566 h 2533298"/>
              <a:gd name="connsiteX78" fmla="*/ 2460450 w 2537170"/>
              <a:gd name="connsiteY78" fmla="*/ 974674 h 2533298"/>
              <a:gd name="connsiteX79" fmla="*/ 2334042 w 2537170"/>
              <a:gd name="connsiteY79" fmla="*/ 1024982 h 2533298"/>
              <a:gd name="connsiteX80" fmla="*/ 2351989 w 2537170"/>
              <a:gd name="connsiteY80" fmla="*/ 1104495 h 2533298"/>
              <a:gd name="connsiteX81" fmla="*/ 2485152 w 2537170"/>
              <a:gd name="connsiteY81" fmla="*/ 1105597 h 2533298"/>
              <a:gd name="connsiteX82" fmla="*/ 2529571 w 2537170"/>
              <a:gd name="connsiteY82" fmla="*/ 1142247 h 2533298"/>
              <a:gd name="connsiteX83" fmla="*/ 2492921 w 2537170"/>
              <a:gd name="connsiteY83" fmla="*/ 1186666 h 2533298"/>
              <a:gd name="connsiteX84" fmla="*/ 2359802 w 2537170"/>
              <a:gd name="connsiteY84" fmla="*/ 1214237 h 2533298"/>
              <a:gd name="connsiteX85" fmla="*/ 2361526 w 2537170"/>
              <a:gd name="connsiteY85" fmla="*/ 1294592 h 2533298"/>
              <a:gd name="connsiteX86" fmla="*/ 2499662 w 2537170"/>
              <a:gd name="connsiteY86" fmla="*/ 1320295 h 2533298"/>
              <a:gd name="connsiteX87" fmla="*/ 2537041 w 2537170"/>
              <a:gd name="connsiteY87" fmla="*/ 1364103 h 2533298"/>
              <a:gd name="connsiteX88" fmla="*/ 2493234 w 2537170"/>
              <a:gd name="connsiteY88" fmla="*/ 1401481 h 2533298"/>
              <a:gd name="connsiteX89" fmla="*/ 2353247 w 2537170"/>
              <a:gd name="connsiteY89" fmla="*/ 1405705 h 2533298"/>
              <a:gd name="connsiteX90" fmla="*/ 2339167 w 2537170"/>
              <a:gd name="connsiteY90" fmla="*/ 1483310 h 2533298"/>
              <a:gd name="connsiteX91" fmla="*/ 2471668 w 2537170"/>
              <a:gd name="connsiteY91" fmla="*/ 1532957 h 2533298"/>
              <a:gd name="connsiteX92" fmla="*/ 2500873 w 2537170"/>
              <a:gd name="connsiteY92" fmla="*/ 1582589 h 2533298"/>
              <a:gd name="connsiteX93" fmla="*/ 2451240 w 2537170"/>
              <a:gd name="connsiteY93" fmla="*/ 1611794 h 2533298"/>
              <a:gd name="connsiteX94" fmla="*/ 2314998 w 2537170"/>
              <a:gd name="connsiteY94" fmla="*/ 1591988 h 2533298"/>
              <a:gd name="connsiteX95" fmla="*/ 2285532 w 2537170"/>
              <a:gd name="connsiteY95" fmla="*/ 1665756 h 2533298"/>
              <a:gd name="connsiteX96" fmla="*/ 2407173 w 2537170"/>
              <a:gd name="connsiteY96" fmla="*/ 1737526 h 2533298"/>
              <a:gd name="connsiteX97" fmla="*/ 2427315 w 2537170"/>
              <a:gd name="connsiteY97" fmla="*/ 1791476 h 2533298"/>
              <a:gd name="connsiteX98" fmla="*/ 2373363 w 2537170"/>
              <a:gd name="connsiteY98" fmla="*/ 1811618 h 2533298"/>
              <a:gd name="connsiteX99" fmla="*/ 2244296 w 2537170"/>
              <a:gd name="connsiteY99" fmla="*/ 1769003 h 2533298"/>
              <a:gd name="connsiteX100" fmla="*/ 2201195 w 2537170"/>
              <a:gd name="connsiteY100" fmla="*/ 1836322 h 2533298"/>
              <a:gd name="connsiteX101" fmla="*/ 2308136 w 2537170"/>
              <a:gd name="connsiteY101" fmla="*/ 1927790 h 2533298"/>
              <a:gd name="connsiteX102" fmla="*/ 2318603 w 2537170"/>
              <a:gd name="connsiteY102" fmla="*/ 1984416 h 2533298"/>
              <a:gd name="connsiteX103" fmla="*/ 2261973 w 2537170"/>
              <a:gd name="connsiteY103" fmla="*/ 1994887 h 2533298"/>
              <a:gd name="connsiteX104" fmla="*/ 2140578 w 2537170"/>
              <a:gd name="connsiteY104" fmla="*/ 1929597 h 2533298"/>
              <a:gd name="connsiteX105" fmla="*/ 2088541 w 2537170"/>
              <a:gd name="connsiteY105" fmla="*/ 1989816 h 2533298"/>
              <a:gd name="connsiteX106" fmla="*/ 2177561 w 2537170"/>
              <a:gd name="connsiteY106" fmla="*/ 2097965 h 2533298"/>
              <a:gd name="connsiteX107" fmla="*/ 2178037 w 2537170"/>
              <a:gd name="connsiteY107" fmla="*/ 2155550 h 2533298"/>
              <a:gd name="connsiteX108" fmla="*/ 2120451 w 2537170"/>
              <a:gd name="connsiteY108" fmla="*/ 2156025 h 2533298"/>
              <a:gd name="connsiteX109" fmla="*/ 2011161 w 2537170"/>
              <a:gd name="connsiteY109" fmla="*/ 2069798 h 2533298"/>
              <a:gd name="connsiteX110" fmla="*/ 1951011 w 2537170"/>
              <a:gd name="connsiteY110" fmla="*/ 2121759 h 2533298"/>
              <a:gd name="connsiteX111" fmla="*/ 2019421 w 2537170"/>
              <a:gd name="connsiteY111" fmla="*/ 2242879 h 2533298"/>
              <a:gd name="connsiteX112" fmla="*/ 2009891 w 2537170"/>
              <a:gd name="connsiteY112" fmla="*/ 2299674 h 2533298"/>
              <a:gd name="connsiteX113" fmla="*/ 1953098 w 2537170"/>
              <a:gd name="connsiteY113" fmla="*/ 2290141 h 2533298"/>
              <a:gd name="connsiteX114" fmla="*/ 1859851 w 2537170"/>
              <a:gd name="connsiteY114" fmla="*/ 2185586 h 2533298"/>
              <a:gd name="connsiteX115" fmla="*/ 1792668 w 2537170"/>
              <a:gd name="connsiteY115" fmla="*/ 2228350 h 2533298"/>
              <a:gd name="connsiteX116" fmla="*/ 1838521 w 2537170"/>
              <a:gd name="connsiteY116" fmla="*/ 2358132 h 2533298"/>
              <a:gd name="connsiteX117" fmla="*/ 1819273 w 2537170"/>
              <a:gd name="connsiteY117" fmla="*/ 2412408 h 2533298"/>
              <a:gd name="connsiteX118" fmla="*/ 1764999 w 2537170"/>
              <a:gd name="connsiteY118" fmla="*/ 2393158 h 2533298"/>
              <a:gd name="connsiteX119" fmla="*/ 1691031 w 2537170"/>
              <a:gd name="connsiteY119" fmla="*/ 2273527 h 2533298"/>
              <a:gd name="connsiteX120" fmla="*/ 1617991 w 2537170"/>
              <a:gd name="connsiteY120" fmla="*/ 2305992 h 2533298"/>
              <a:gd name="connsiteX121" fmla="*/ 1640356 w 2537170"/>
              <a:gd name="connsiteY121" fmla="*/ 2440221 h 2533298"/>
              <a:gd name="connsiteX122" fmla="*/ 1611974 w 2537170"/>
              <a:gd name="connsiteY122" fmla="*/ 2490330 h 2533298"/>
              <a:gd name="connsiteX123" fmla="*/ 1561865 w 2537170"/>
              <a:gd name="connsiteY123" fmla="*/ 2461948 h 2533298"/>
              <a:gd name="connsiteX124" fmla="*/ 1509649 w 2537170"/>
              <a:gd name="connsiteY124" fmla="*/ 2330916 h 2533298"/>
              <a:gd name="connsiteX125" fmla="*/ 1432251 w 2537170"/>
              <a:gd name="connsiteY125" fmla="*/ 2348385 h 2533298"/>
              <a:gd name="connsiteX126" fmla="*/ 1430944 w 2537170"/>
              <a:gd name="connsiteY126" fmla="*/ 2486652 h 2533298"/>
              <a:gd name="connsiteX127" fmla="*/ 1394292 w 2537170"/>
              <a:gd name="connsiteY127" fmla="*/ 2531070 h 2533298"/>
              <a:gd name="connsiteX128" fmla="*/ 1349875 w 2537170"/>
              <a:gd name="connsiteY128" fmla="*/ 2494418 h 2533298"/>
              <a:gd name="connsiteX129" fmla="*/ 1321178 w 2537170"/>
              <a:gd name="connsiteY129" fmla="*/ 2356183 h 2533298"/>
              <a:gd name="connsiteX130" fmla="*/ 1239478 w 2537170"/>
              <a:gd name="connsiteY130" fmla="*/ 2357937 h 2533298"/>
              <a:gd name="connsiteX131" fmla="*/ 1213826 w 2537170"/>
              <a:gd name="connsiteY131" fmla="*/ 2495788 h 2533298"/>
              <a:gd name="connsiteX132" fmla="*/ 1170018 w 2537170"/>
              <a:gd name="connsiteY132" fmla="*/ 2533169 h 2533298"/>
              <a:gd name="connsiteX133" fmla="*/ 1132638 w 2537170"/>
              <a:gd name="connsiteY133" fmla="*/ 2489360 h 2533298"/>
              <a:gd name="connsiteX134" fmla="*/ 1128406 w 2537170"/>
              <a:gd name="connsiteY134" fmla="*/ 2349083 h 2533298"/>
              <a:gd name="connsiteX135" fmla="*/ 1043631 w 2537170"/>
              <a:gd name="connsiteY135" fmla="*/ 2333701 h 2533298"/>
              <a:gd name="connsiteX136" fmla="*/ 993350 w 2537170"/>
              <a:gd name="connsiteY136" fmla="*/ 2466192 h 2533298"/>
              <a:gd name="connsiteX137" fmla="*/ 943719 w 2537170"/>
              <a:gd name="connsiteY137" fmla="*/ 2495395 h 2533298"/>
              <a:gd name="connsiteX138" fmla="*/ 914514 w 2537170"/>
              <a:gd name="connsiteY138" fmla="*/ 2445762 h 2533298"/>
              <a:gd name="connsiteX139" fmla="*/ 935216 w 2537170"/>
              <a:gd name="connsiteY139" fmla="*/ 2307457 h 2533298"/>
              <a:gd name="connsiteX140" fmla="*/ 862093 w 2537170"/>
              <a:gd name="connsiteY140" fmla="*/ 2278252 h 2533298"/>
              <a:gd name="connsiteX141" fmla="*/ 789112 w 2537170"/>
              <a:gd name="connsiteY141" fmla="*/ 2400765 h 2533298"/>
              <a:gd name="connsiteX142" fmla="*/ 735160 w 2537170"/>
              <a:gd name="connsiteY142" fmla="*/ 2420908 h 2533298"/>
              <a:gd name="connsiteX143" fmla="*/ 715020 w 2537170"/>
              <a:gd name="connsiteY143" fmla="*/ 2366955 h 2533298"/>
              <a:gd name="connsiteX144" fmla="*/ 759036 w 2537170"/>
              <a:gd name="connsiteY144" fmla="*/ 2235507 h 2533298"/>
              <a:gd name="connsiteX145" fmla="*/ 692833 w 2537170"/>
              <a:gd name="connsiteY145" fmla="*/ 2192481 h 2533298"/>
              <a:gd name="connsiteX146" fmla="*/ 599337 w 2537170"/>
              <a:gd name="connsiteY146" fmla="*/ 2300865 h 2533298"/>
              <a:gd name="connsiteX147" fmla="*/ 542706 w 2537170"/>
              <a:gd name="connsiteY147" fmla="*/ 2311333 h 2533298"/>
              <a:gd name="connsiteX148" fmla="*/ 532239 w 2537170"/>
              <a:gd name="connsiteY148" fmla="*/ 2254706 h 2533298"/>
              <a:gd name="connsiteX149" fmla="*/ 599127 w 2537170"/>
              <a:gd name="connsiteY149" fmla="*/ 2131584 h 2533298"/>
              <a:gd name="connsiteX150" fmla="*/ 540894 w 2537170"/>
              <a:gd name="connsiteY150" fmla="*/ 2078858 h 2533298"/>
              <a:gd name="connsiteX151" fmla="*/ 429791 w 2537170"/>
              <a:gd name="connsiteY151" fmla="*/ 2169528 h 2533298"/>
              <a:gd name="connsiteX152" fmla="*/ 372204 w 2537170"/>
              <a:gd name="connsiteY152" fmla="*/ 2170006 h 2533298"/>
              <a:gd name="connsiteX153" fmla="*/ 371731 w 2537170"/>
              <a:gd name="connsiteY153" fmla="*/ 2112420 h 2533298"/>
              <a:gd name="connsiteX154" fmla="*/ 460407 w 2537170"/>
              <a:gd name="connsiteY154" fmla="*/ 2000990 h 2533298"/>
              <a:gd name="connsiteX155" fmla="*/ 410621 w 2537170"/>
              <a:gd name="connsiteY155" fmla="*/ 1940841 h 2533298"/>
              <a:gd name="connsiteX156" fmla="*/ 285628 w 2537170"/>
              <a:gd name="connsiteY156" fmla="*/ 2010748 h 2533298"/>
              <a:gd name="connsiteX157" fmla="*/ 228834 w 2537170"/>
              <a:gd name="connsiteY157" fmla="*/ 2001218 h 2533298"/>
              <a:gd name="connsiteX158" fmla="*/ 238365 w 2537170"/>
              <a:gd name="connsiteY158" fmla="*/ 1944425 h 2533298"/>
              <a:gd name="connsiteX159" fmla="*/ 346301 w 2537170"/>
              <a:gd name="connsiteY159" fmla="*/ 1848975 h 2533298"/>
              <a:gd name="connsiteX160" fmla="*/ 305688 w 2537170"/>
              <a:gd name="connsiteY160" fmla="*/ 1782475 h 2533298"/>
              <a:gd name="connsiteX161" fmla="*/ 171227 w 2537170"/>
              <a:gd name="connsiteY161" fmla="*/ 1829346 h 2533298"/>
              <a:gd name="connsiteX162" fmla="*/ 116952 w 2537170"/>
              <a:gd name="connsiteY162" fmla="*/ 1810097 h 2533298"/>
              <a:gd name="connsiteX163" fmla="*/ 136199 w 2537170"/>
              <a:gd name="connsiteY163" fmla="*/ 1755822 h 2533298"/>
              <a:gd name="connsiteX164" fmla="*/ 260107 w 2537170"/>
              <a:gd name="connsiteY164" fmla="*/ 1679931 h 2533298"/>
              <a:gd name="connsiteX165" fmla="*/ 229112 w 2537170"/>
              <a:gd name="connsiteY165" fmla="*/ 1608268 h 2533298"/>
              <a:gd name="connsiteX166" fmla="*/ 90064 w 2537170"/>
              <a:gd name="connsiteY166" fmla="*/ 1630833 h 2533298"/>
              <a:gd name="connsiteX167" fmla="*/ 39956 w 2537170"/>
              <a:gd name="connsiteY167" fmla="*/ 1602452 h 2533298"/>
              <a:gd name="connsiteX168" fmla="*/ 68338 w 2537170"/>
              <a:gd name="connsiteY168" fmla="*/ 1552346 h 2533298"/>
              <a:gd name="connsiteX169" fmla="*/ 204402 w 2537170"/>
              <a:gd name="connsiteY169" fmla="*/ 1498783 h 2533298"/>
              <a:gd name="connsiteX170" fmla="*/ 187341 w 2537170"/>
              <a:gd name="connsiteY170" fmla="*/ 1423192 h 2533298"/>
              <a:gd name="connsiteX171" fmla="*/ 44604 w 2537170"/>
              <a:gd name="connsiteY171" fmla="*/ 1421244 h 2533298"/>
              <a:gd name="connsiteX172" fmla="*/ 188 w 2537170"/>
              <a:gd name="connsiteY172" fmla="*/ 1384592 h 2533298"/>
              <a:gd name="connsiteX173" fmla="*/ 36838 w 2537170"/>
              <a:gd name="connsiteY173" fmla="*/ 1340173 h 2533298"/>
              <a:gd name="connsiteX174" fmla="*/ 180620 w 2537170"/>
              <a:gd name="connsiteY174" fmla="*/ 1310955 h 2533298"/>
              <a:gd name="connsiteX175" fmla="*/ 178957 w 2537170"/>
              <a:gd name="connsiteY175" fmla="*/ 1233486 h 2533298"/>
              <a:gd name="connsiteX176" fmla="*/ 41381 w 2537170"/>
              <a:gd name="connsiteY176" fmla="*/ 1207351 h 2533298"/>
              <a:gd name="connsiteX177" fmla="*/ 4001 w 2537170"/>
              <a:gd name="connsiteY177" fmla="*/ 1163544 h 2533298"/>
              <a:gd name="connsiteX178" fmla="*/ 47810 w 2537170"/>
              <a:gd name="connsiteY178" fmla="*/ 1126165 h 2533298"/>
              <a:gd name="connsiteX179" fmla="*/ 188239 w 2537170"/>
              <a:gd name="connsiteY179" fmla="*/ 1122685 h 2533298"/>
              <a:gd name="connsiteX180" fmla="*/ 202356 w 2537170"/>
              <a:gd name="connsiteY180" fmla="*/ 1044881 h 2533298"/>
              <a:gd name="connsiteX181" fmla="*/ 70345 w 2537170"/>
              <a:gd name="connsiteY181" fmla="*/ 994853 h 2533298"/>
              <a:gd name="connsiteX182" fmla="*/ 41141 w 2537170"/>
              <a:gd name="connsiteY182" fmla="*/ 945221 h 2533298"/>
              <a:gd name="connsiteX183" fmla="*/ 90773 w 2537170"/>
              <a:gd name="connsiteY183" fmla="*/ 916016 h 2533298"/>
              <a:gd name="connsiteX184" fmla="*/ 227464 w 2537170"/>
              <a:gd name="connsiteY184" fmla="*/ 936641 h 2533298"/>
              <a:gd name="connsiteX185" fmla="*/ 256980 w 2537170"/>
              <a:gd name="connsiteY185" fmla="*/ 862739 h 2533298"/>
              <a:gd name="connsiteX186" fmla="*/ 135771 w 2537170"/>
              <a:gd name="connsiteY186" fmla="*/ 790612 h 2533298"/>
              <a:gd name="connsiteX187" fmla="*/ 115630 w 2537170"/>
              <a:gd name="connsiteY187" fmla="*/ 736662 h 2533298"/>
              <a:gd name="connsiteX188" fmla="*/ 169581 w 2537170"/>
              <a:gd name="connsiteY188" fmla="*/ 716520 h 2533298"/>
              <a:gd name="connsiteX189" fmla="*/ 298530 w 2537170"/>
              <a:gd name="connsiteY189" fmla="*/ 759866 h 2533298"/>
              <a:gd name="connsiteX190" fmla="*/ 342208 w 2537170"/>
              <a:gd name="connsiteY190" fmla="*/ 692654 h 2533298"/>
              <a:gd name="connsiteX191" fmla="*/ 235672 w 2537170"/>
              <a:gd name="connsiteY191" fmla="*/ 600840 h 2533298"/>
              <a:gd name="connsiteX192" fmla="*/ 225204 w 2537170"/>
              <a:gd name="connsiteY192" fmla="*/ 544209 h 2533298"/>
              <a:gd name="connsiteX193" fmla="*/ 251352 w 2537170"/>
              <a:gd name="connsiteY193" fmla="*/ 527249 h 2533298"/>
              <a:gd name="connsiteX194" fmla="*/ 281833 w 2537170"/>
              <a:gd name="connsiteY194" fmla="*/ 533742 h 2533298"/>
              <a:gd name="connsiteX195" fmla="*/ 402695 w 2537170"/>
              <a:gd name="connsiteY195" fmla="*/ 599584 h 2533298"/>
              <a:gd name="connsiteX196" fmla="*/ 455631 w 2537170"/>
              <a:gd name="connsiteY196" fmla="*/ 539785 h 2533298"/>
              <a:gd name="connsiteX197" fmla="*/ 367008 w 2537170"/>
              <a:gd name="connsiteY197" fmla="*/ 431293 h 2533298"/>
              <a:gd name="connsiteX198" fmla="*/ 366532 w 2537170"/>
              <a:gd name="connsiteY198" fmla="*/ 373706 h 2533298"/>
              <a:gd name="connsiteX199" fmla="*/ 395227 w 2537170"/>
              <a:gd name="connsiteY199" fmla="*/ 361544 h 2533298"/>
              <a:gd name="connsiteX200" fmla="*/ 424118 w 2537170"/>
              <a:gd name="connsiteY200" fmla="*/ 373232 h 2533298"/>
              <a:gd name="connsiteX201" fmla="*/ 532850 w 2537170"/>
              <a:gd name="connsiteY201" fmla="*/ 459969 h 2533298"/>
              <a:gd name="connsiteX202" fmla="*/ 593794 w 2537170"/>
              <a:gd name="connsiteY202" fmla="*/ 408590 h 2533298"/>
              <a:gd name="connsiteX203" fmla="*/ 525789 w 2537170"/>
              <a:gd name="connsiteY203" fmla="*/ 287129 h 2533298"/>
              <a:gd name="connsiteX204" fmla="*/ 535320 w 2537170"/>
              <a:gd name="connsiteY204" fmla="*/ 230335 h 2533298"/>
              <a:gd name="connsiteX205" fmla="*/ 565691 w 2537170"/>
              <a:gd name="connsiteY205" fmla="*/ 223340 h 2533298"/>
              <a:gd name="connsiteX206" fmla="*/ 592113 w 2537170"/>
              <a:gd name="connsiteY206" fmla="*/ 239867 h 2533298"/>
              <a:gd name="connsiteX207" fmla="*/ 684772 w 2537170"/>
              <a:gd name="connsiteY207" fmla="*/ 344893 h 2533298"/>
              <a:gd name="connsiteX208" fmla="*/ 752622 w 2537170"/>
              <a:gd name="connsiteY208" fmla="*/ 302863 h 2533298"/>
              <a:gd name="connsiteX209" fmla="*/ 707191 w 2537170"/>
              <a:gd name="connsiteY209" fmla="*/ 172728 h 2533298"/>
              <a:gd name="connsiteX210" fmla="*/ 726440 w 2537170"/>
              <a:gd name="connsiteY210" fmla="*/ 118453 h 2533298"/>
              <a:gd name="connsiteX211" fmla="*/ 757566 w 2537170"/>
              <a:gd name="connsiteY211" fmla="*/ 116838 h 2533298"/>
              <a:gd name="connsiteX212" fmla="*/ 780715 w 2537170"/>
              <a:gd name="connsiteY212" fmla="*/ 137702 h 2533298"/>
              <a:gd name="connsiteX213" fmla="*/ 854063 w 2537170"/>
              <a:gd name="connsiteY213" fmla="*/ 257770 h 2533298"/>
              <a:gd name="connsiteX214" fmla="*/ 927540 w 2537170"/>
              <a:gd name="connsiteY214" fmla="*/ 225719 h 2533298"/>
              <a:gd name="connsiteX215" fmla="*/ 905705 w 2537170"/>
              <a:gd name="connsiteY215" fmla="*/ 91565 h 2533298"/>
              <a:gd name="connsiteX216" fmla="*/ 934087 w 2537170"/>
              <a:gd name="connsiteY216" fmla="*/ 41456 h 2533298"/>
              <a:gd name="connsiteX217" fmla="*/ 984194 w 2537170"/>
              <a:gd name="connsiteY217" fmla="*/ 69838 h 2533298"/>
              <a:gd name="connsiteX218" fmla="*/ 1035763 w 2537170"/>
              <a:gd name="connsiteY218" fmla="*/ 201294 h 2533298"/>
              <a:gd name="connsiteX219" fmla="*/ 1113481 w 2537170"/>
              <a:gd name="connsiteY219" fmla="*/ 183754 h 2533298"/>
              <a:gd name="connsiteX220" fmla="*/ 1115295 w 2537170"/>
              <a:gd name="connsiteY220" fmla="*/ 46107 h 2533298"/>
              <a:gd name="connsiteX221" fmla="*/ 1151946 w 2537170"/>
              <a:gd name="connsiteY221" fmla="*/ 1689 h 2533298"/>
              <a:gd name="connsiteX222" fmla="*/ 1196364 w 2537170"/>
              <a:gd name="connsiteY222" fmla="*/ 38339 h 2533298"/>
              <a:gd name="connsiteX223" fmla="*/ 1224375 w 2537170"/>
              <a:gd name="connsiteY223" fmla="*/ 177006 h 2533298"/>
              <a:gd name="connsiteX224" fmla="*/ 1300582 w 2537170"/>
              <a:gd name="connsiteY224" fmla="*/ 175370 h 2533298"/>
              <a:gd name="connsiteX225" fmla="*/ 1326769 w 2537170"/>
              <a:gd name="connsiteY225" fmla="*/ 37508 h 2533298"/>
              <a:gd name="connsiteX226" fmla="*/ 1370577 w 2537170"/>
              <a:gd name="connsiteY226" fmla="*/ 129 h 2533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2537170" h="2533298">
                <a:moveTo>
                  <a:pt x="860885" y="1437939"/>
                </a:moveTo>
                <a:lnTo>
                  <a:pt x="402545" y="1560751"/>
                </a:lnTo>
                <a:cubicBezTo>
                  <a:pt x="521370" y="1919512"/>
                  <a:pt x="860412" y="2176428"/>
                  <a:pt x="1259461" y="2176428"/>
                </a:cubicBezTo>
                <a:cubicBezTo>
                  <a:pt x="1487421" y="2176428"/>
                  <a:pt x="1695797" y="2092587"/>
                  <a:pt x="1852888" y="1951120"/>
                </a:cubicBezTo>
                <a:lnTo>
                  <a:pt x="1513851" y="1612087"/>
                </a:lnTo>
                <a:cubicBezTo>
                  <a:pt x="1505121" y="1627182"/>
                  <a:pt x="1491598" y="1636027"/>
                  <a:pt x="1477444" y="1644201"/>
                </a:cubicBezTo>
                <a:cubicBezTo>
                  <a:pt x="1268926" y="1764588"/>
                  <a:pt x="1002297" y="1693146"/>
                  <a:pt x="881909" y="1484630"/>
                </a:cubicBezTo>
                <a:close/>
                <a:moveTo>
                  <a:pt x="1259461" y="986252"/>
                </a:moveTo>
                <a:cubicBezTo>
                  <a:pt x="1104601" y="986252"/>
                  <a:pt x="979064" y="1111789"/>
                  <a:pt x="979064" y="1266649"/>
                </a:cubicBezTo>
                <a:cubicBezTo>
                  <a:pt x="979064" y="1421509"/>
                  <a:pt x="1104601" y="1547047"/>
                  <a:pt x="1259461" y="1547047"/>
                </a:cubicBezTo>
                <a:cubicBezTo>
                  <a:pt x="1414321" y="1547047"/>
                  <a:pt x="1539859" y="1421509"/>
                  <a:pt x="1539859" y="1266649"/>
                </a:cubicBezTo>
                <a:cubicBezTo>
                  <a:pt x="1539859" y="1111789"/>
                  <a:pt x="1414321" y="986252"/>
                  <a:pt x="1259461" y="986252"/>
                </a:cubicBezTo>
                <a:close/>
                <a:moveTo>
                  <a:pt x="1548911" y="408290"/>
                </a:moveTo>
                <a:lnTo>
                  <a:pt x="1426040" y="866853"/>
                </a:lnTo>
                <a:cubicBezTo>
                  <a:pt x="1512471" y="899678"/>
                  <a:pt x="1587244" y="962457"/>
                  <a:pt x="1637017" y="1048669"/>
                </a:cubicBezTo>
                <a:cubicBezTo>
                  <a:pt x="1728232" y="1206659"/>
                  <a:pt x="1709320" y="1398010"/>
                  <a:pt x="1603283" y="1533201"/>
                </a:cubicBezTo>
                <a:lnTo>
                  <a:pt x="1937706" y="1867622"/>
                </a:lnTo>
                <a:cubicBezTo>
                  <a:pt x="2082783" y="1709435"/>
                  <a:pt x="2169239" y="1498137"/>
                  <a:pt x="2169239" y="1266649"/>
                </a:cubicBezTo>
                <a:cubicBezTo>
                  <a:pt x="2169239" y="865881"/>
                  <a:pt x="1910103" y="525635"/>
                  <a:pt x="1548911" y="408290"/>
                </a:cubicBezTo>
                <a:close/>
                <a:moveTo>
                  <a:pt x="1259461" y="356871"/>
                </a:moveTo>
                <a:cubicBezTo>
                  <a:pt x="757005" y="356871"/>
                  <a:pt x="349683" y="764193"/>
                  <a:pt x="349683" y="1266649"/>
                </a:cubicBezTo>
                <a:lnTo>
                  <a:pt x="367847" y="1446833"/>
                </a:lnTo>
                <a:lnTo>
                  <a:pt x="827444" y="1323684"/>
                </a:lnTo>
                <a:cubicBezTo>
                  <a:pt x="804815" y="1154114"/>
                  <a:pt x="884110" y="979957"/>
                  <a:pt x="1041485" y="889097"/>
                </a:cubicBezTo>
                <a:cubicBezTo>
                  <a:pt x="1119677" y="843951"/>
                  <a:pt x="1206043" y="825783"/>
                  <a:pt x="1289805" y="831703"/>
                </a:cubicBezTo>
                <a:lnTo>
                  <a:pt x="1311143" y="835808"/>
                </a:lnTo>
                <a:lnTo>
                  <a:pt x="1434739" y="374541"/>
                </a:lnTo>
                <a:cubicBezTo>
                  <a:pt x="1378126" y="362680"/>
                  <a:pt x="1319472" y="356871"/>
                  <a:pt x="1259461" y="356871"/>
                </a:cubicBezTo>
                <a:close/>
                <a:moveTo>
                  <a:pt x="1268585" y="293382"/>
                </a:moveTo>
                <a:cubicBezTo>
                  <a:pt x="1806107" y="293382"/>
                  <a:pt x="2241854" y="729129"/>
                  <a:pt x="2241854" y="1266650"/>
                </a:cubicBezTo>
                <a:cubicBezTo>
                  <a:pt x="2241854" y="1804171"/>
                  <a:pt x="1806107" y="2239918"/>
                  <a:pt x="1268585" y="2239918"/>
                </a:cubicBezTo>
                <a:cubicBezTo>
                  <a:pt x="731063" y="2239918"/>
                  <a:pt x="295316" y="1804171"/>
                  <a:pt x="295316" y="1266650"/>
                </a:cubicBezTo>
                <a:cubicBezTo>
                  <a:pt x="295316" y="729129"/>
                  <a:pt x="731063" y="293382"/>
                  <a:pt x="1268585" y="293382"/>
                </a:cubicBezTo>
                <a:close/>
                <a:moveTo>
                  <a:pt x="1268585" y="230994"/>
                </a:moveTo>
                <a:cubicBezTo>
                  <a:pt x="696607" y="230994"/>
                  <a:pt x="232928" y="694673"/>
                  <a:pt x="232928" y="1266650"/>
                </a:cubicBezTo>
                <a:cubicBezTo>
                  <a:pt x="232928" y="1838627"/>
                  <a:pt x="696607" y="2302306"/>
                  <a:pt x="1268585" y="2302306"/>
                </a:cubicBezTo>
                <a:cubicBezTo>
                  <a:pt x="1840563" y="2302306"/>
                  <a:pt x="2304242" y="1838627"/>
                  <a:pt x="2304242" y="1266650"/>
                </a:cubicBezTo>
                <a:cubicBezTo>
                  <a:pt x="2304242" y="694673"/>
                  <a:pt x="1840563" y="230994"/>
                  <a:pt x="1268585" y="230994"/>
                </a:cubicBezTo>
                <a:close/>
                <a:moveTo>
                  <a:pt x="1370577" y="129"/>
                </a:moveTo>
                <a:cubicBezTo>
                  <a:pt x="1392996" y="1904"/>
                  <a:pt x="1409731" y="21519"/>
                  <a:pt x="1407956" y="43937"/>
                </a:cubicBezTo>
                <a:lnTo>
                  <a:pt x="1411431" y="184077"/>
                </a:lnTo>
                <a:lnTo>
                  <a:pt x="1482158" y="196909"/>
                </a:lnTo>
                <a:lnTo>
                  <a:pt x="1531455" y="64872"/>
                </a:lnTo>
                <a:cubicBezTo>
                  <a:pt x="1537097" y="43101"/>
                  <a:pt x="1559318" y="30025"/>
                  <a:pt x="1581088" y="35666"/>
                </a:cubicBezTo>
                <a:cubicBezTo>
                  <a:pt x="1602857" y="41308"/>
                  <a:pt x="1615935" y="63529"/>
                  <a:pt x="1610292" y="85299"/>
                </a:cubicBezTo>
                <a:lnTo>
                  <a:pt x="1590652" y="219957"/>
                </a:lnTo>
                <a:lnTo>
                  <a:pt x="1665197" y="249732"/>
                </a:lnTo>
                <a:lnTo>
                  <a:pt x="1736025" y="129366"/>
                </a:lnTo>
                <a:cubicBezTo>
                  <a:pt x="1745361" y="108907"/>
                  <a:pt x="1769515" y="99887"/>
                  <a:pt x="1789976" y="109225"/>
                </a:cubicBezTo>
                <a:cubicBezTo>
                  <a:pt x="1810435" y="118561"/>
                  <a:pt x="1819454" y="142715"/>
                  <a:pt x="1810118" y="163174"/>
                </a:cubicBezTo>
                <a:lnTo>
                  <a:pt x="1767925" y="290765"/>
                </a:lnTo>
                <a:cubicBezTo>
                  <a:pt x="1792392" y="302408"/>
                  <a:pt x="1815978" y="315581"/>
                  <a:pt x="1836575" y="333544"/>
                </a:cubicBezTo>
                <a:lnTo>
                  <a:pt x="1926288" y="228405"/>
                </a:lnTo>
                <a:cubicBezTo>
                  <a:pt x="1932663" y="219141"/>
                  <a:pt x="1942188" y="213338"/>
                  <a:pt x="1952435" y="211444"/>
                </a:cubicBezTo>
                <a:cubicBezTo>
                  <a:pt x="1962685" y="209549"/>
                  <a:pt x="1973654" y="211565"/>
                  <a:pt x="1982916" y="217939"/>
                </a:cubicBezTo>
                <a:cubicBezTo>
                  <a:pt x="2001444" y="230683"/>
                  <a:pt x="2006133" y="256037"/>
                  <a:pt x="1993385" y="274565"/>
                </a:cubicBezTo>
                <a:lnTo>
                  <a:pt x="1929215" y="393751"/>
                </a:lnTo>
                <a:cubicBezTo>
                  <a:pt x="1952245" y="408203"/>
                  <a:pt x="1973206" y="425315"/>
                  <a:pt x="1990985" y="446006"/>
                </a:cubicBezTo>
                <a:lnTo>
                  <a:pt x="2096463" y="358978"/>
                </a:lnTo>
                <a:cubicBezTo>
                  <a:pt x="2104349" y="350963"/>
                  <a:pt x="2114737" y="346900"/>
                  <a:pt x="2125159" y="346814"/>
                </a:cubicBezTo>
                <a:cubicBezTo>
                  <a:pt x="2135580" y="346729"/>
                  <a:pt x="2146034" y="350618"/>
                  <a:pt x="2154049" y="358503"/>
                </a:cubicBezTo>
                <a:cubicBezTo>
                  <a:pt x="2170083" y="374272"/>
                  <a:pt x="2170295" y="400055"/>
                  <a:pt x="2154524" y="416088"/>
                </a:cubicBezTo>
                <a:lnTo>
                  <a:pt x="2070300" y="522740"/>
                </a:lnTo>
                <a:cubicBezTo>
                  <a:pt x="2091314" y="540242"/>
                  <a:pt x="2109043" y="560786"/>
                  <a:pt x="2123835" y="583690"/>
                </a:cubicBezTo>
                <a:lnTo>
                  <a:pt x="2241379" y="517116"/>
                </a:lnTo>
                <a:cubicBezTo>
                  <a:pt x="2250536" y="510592"/>
                  <a:pt x="2261472" y="508395"/>
                  <a:pt x="2271750" y="510120"/>
                </a:cubicBezTo>
                <a:cubicBezTo>
                  <a:pt x="2282027" y="511846"/>
                  <a:pt x="2291648" y="517491"/>
                  <a:pt x="2298174" y="526648"/>
                </a:cubicBezTo>
                <a:cubicBezTo>
                  <a:pt x="2311222" y="544964"/>
                  <a:pt x="2306955" y="570392"/>
                  <a:pt x="2288641" y="583442"/>
                </a:cubicBezTo>
                <a:lnTo>
                  <a:pt x="2187044" y="673967"/>
                </a:lnTo>
                <a:cubicBezTo>
                  <a:pt x="2205451" y="694460"/>
                  <a:pt x="2219407" y="717867"/>
                  <a:pt x="2231207" y="742498"/>
                </a:cubicBezTo>
                <a:lnTo>
                  <a:pt x="2356634" y="698018"/>
                </a:lnTo>
                <a:cubicBezTo>
                  <a:pt x="2366784" y="693183"/>
                  <a:pt x="2377935" y="692919"/>
                  <a:pt x="2387756" y="696403"/>
                </a:cubicBezTo>
                <a:cubicBezTo>
                  <a:pt x="2397579" y="699887"/>
                  <a:pt x="2406072" y="707117"/>
                  <a:pt x="2410907" y="717268"/>
                </a:cubicBezTo>
                <a:cubicBezTo>
                  <a:pt x="2420581" y="737570"/>
                  <a:pt x="2411962" y="761871"/>
                  <a:pt x="2391659" y="771542"/>
                </a:cubicBezTo>
                <a:lnTo>
                  <a:pt x="2275899" y="843042"/>
                </a:lnTo>
                <a:lnTo>
                  <a:pt x="2309184" y="917923"/>
                </a:lnTo>
                <a:lnTo>
                  <a:pt x="2438723" y="896186"/>
                </a:lnTo>
                <a:cubicBezTo>
                  <a:pt x="2460396" y="890186"/>
                  <a:pt x="2482831" y="902892"/>
                  <a:pt x="2488830" y="924566"/>
                </a:cubicBezTo>
                <a:cubicBezTo>
                  <a:pt x="2494830" y="946240"/>
                  <a:pt x="2482123" y="968673"/>
                  <a:pt x="2460450" y="974674"/>
                </a:cubicBezTo>
                <a:lnTo>
                  <a:pt x="2334042" y="1024982"/>
                </a:lnTo>
                <a:lnTo>
                  <a:pt x="2351989" y="1104495"/>
                </a:lnTo>
                <a:lnTo>
                  <a:pt x="2485152" y="1105597"/>
                </a:lnTo>
                <a:cubicBezTo>
                  <a:pt x="2507540" y="1103452"/>
                  <a:pt x="2527428" y="1119860"/>
                  <a:pt x="2529571" y="1142247"/>
                </a:cubicBezTo>
                <a:cubicBezTo>
                  <a:pt x="2531716" y="1164634"/>
                  <a:pt x="2515307" y="1184521"/>
                  <a:pt x="2492921" y="1186666"/>
                </a:cubicBezTo>
                <a:lnTo>
                  <a:pt x="2359802" y="1214237"/>
                </a:lnTo>
                <a:lnTo>
                  <a:pt x="2361526" y="1294592"/>
                </a:lnTo>
                <a:lnTo>
                  <a:pt x="2499662" y="1320295"/>
                </a:lnTo>
                <a:cubicBezTo>
                  <a:pt x="2522079" y="1322068"/>
                  <a:pt x="2538817" y="1341683"/>
                  <a:pt x="2537041" y="1364103"/>
                </a:cubicBezTo>
                <a:cubicBezTo>
                  <a:pt x="2535266" y="1386521"/>
                  <a:pt x="2515652" y="1403257"/>
                  <a:pt x="2493234" y="1401481"/>
                </a:cubicBezTo>
                <a:lnTo>
                  <a:pt x="2353247" y="1405705"/>
                </a:lnTo>
                <a:lnTo>
                  <a:pt x="2339167" y="1483310"/>
                </a:lnTo>
                <a:lnTo>
                  <a:pt x="2471668" y="1532957"/>
                </a:lnTo>
                <a:cubicBezTo>
                  <a:pt x="2493437" y="1538599"/>
                  <a:pt x="2506512" y="1560818"/>
                  <a:pt x="2500873" y="1582589"/>
                </a:cubicBezTo>
                <a:cubicBezTo>
                  <a:pt x="2495231" y="1604358"/>
                  <a:pt x="2473010" y="1617436"/>
                  <a:pt x="2451240" y="1611794"/>
                </a:cubicBezTo>
                <a:lnTo>
                  <a:pt x="2314998" y="1591988"/>
                </a:lnTo>
                <a:lnTo>
                  <a:pt x="2285532" y="1665756"/>
                </a:lnTo>
                <a:lnTo>
                  <a:pt x="2407173" y="1737526"/>
                </a:lnTo>
                <a:cubicBezTo>
                  <a:pt x="2427634" y="1746863"/>
                  <a:pt x="2436650" y="1771017"/>
                  <a:pt x="2427315" y="1791476"/>
                </a:cubicBezTo>
                <a:cubicBezTo>
                  <a:pt x="2417979" y="1811937"/>
                  <a:pt x="2393824" y="1820955"/>
                  <a:pt x="2373363" y="1811618"/>
                </a:cubicBezTo>
                <a:lnTo>
                  <a:pt x="2244296" y="1769003"/>
                </a:lnTo>
                <a:cubicBezTo>
                  <a:pt x="2232268" y="1792894"/>
                  <a:pt x="2219160" y="1816135"/>
                  <a:pt x="2201195" y="1836322"/>
                </a:cubicBezTo>
                <a:lnTo>
                  <a:pt x="2308136" y="1927790"/>
                </a:lnTo>
                <a:cubicBezTo>
                  <a:pt x="2326662" y="1940536"/>
                  <a:pt x="2331348" y="1965890"/>
                  <a:pt x="2318603" y="1984416"/>
                </a:cubicBezTo>
                <a:cubicBezTo>
                  <a:pt x="2305855" y="2002946"/>
                  <a:pt x="2280501" y="2007632"/>
                  <a:pt x="2261973" y="1994887"/>
                </a:cubicBezTo>
                <a:lnTo>
                  <a:pt x="2140578" y="1929597"/>
                </a:lnTo>
                <a:cubicBezTo>
                  <a:pt x="2126017" y="1951990"/>
                  <a:pt x="2109111" y="1972541"/>
                  <a:pt x="2088541" y="1989816"/>
                </a:cubicBezTo>
                <a:lnTo>
                  <a:pt x="2177561" y="2097965"/>
                </a:lnTo>
                <a:cubicBezTo>
                  <a:pt x="2193593" y="2113734"/>
                  <a:pt x="2193807" y="2139515"/>
                  <a:pt x="2178037" y="2155550"/>
                </a:cubicBezTo>
                <a:cubicBezTo>
                  <a:pt x="2162268" y="2171583"/>
                  <a:pt x="2136484" y="2171795"/>
                  <a:pt x="2120451" y="2156025"/>
                </a:cubicBezTo>
                <a:lnTo>
                  <a:pt x="2011161" y="2069798"/>
                </a:lnTo>
                <a:cubicBezTo>
                  <a:pt x="1993817" y="2090196"/>
                  <a:pt x="1973630" y="2107500"/>
                  <a:pt x="1951011" y="2121759"/>
                </a:cubicBezTo>
                <a:lnTo>
                  <a:pt x="2019421" y="2242879"/>
                </a:lnTo>
                <a:cubicBezTo>
                  <a:pt x="2032474" y="2261194"/>
                  <a:pt x="2028205" y="2286621"/>
                  <a:pt x="2009891" y="2299674"/>
                </a:cubicBezTo>
                <a:cubicBezTo>
                  <a:pt x="1991578" y="2312724"/>
                  <a:pt x="1966149" y="2308455"/>
                  <a:pt x="1953098" y="2290141"/>
                </a:cubicBezTo>
                <a:lnTo>
                  <a:pt x="1859851" y="2185586"/>
                </a:lnTo>
                <a:cubicBezTo>
                  <a:pt x="1839743" y="2203460"/>
                  <a:pt x="1816841" y="2217033"/>
                  <a:pt x="1792668" y="2228350"/>
                </a:cubicBezTo>
                <a:lnTo>
                  <a:pt x="1838521" y="2358132"/>
                </a:lnTo>
                <a:cubicBezTo>
                  <a:pt x="1848194" y="2378436"/>
                  <a:pt x="1839576" y="2402734"/>
                  <a:pt x="1819273" y="2412408"/>
                </a:cubicBezTo>
                <a:cubicBezTo>
                  <a:pt x="1798969" y="2422080"/>
                  <a:pt x="1774669" y="2413464"/>
                  <a:pt x="1764999" y="2393158"/>
                </a:cubicBezTo>
                <a:lnTo>
                  <a:pt x="1691031" y="2273527"/>
                </a:lnTo>
                <a:lnTo>
                  <a:pt x="1617991" y="2305992"/>
                </a:lnTo>
                <a:lnTo>
                  <a:pt x="1640356" y="2440221"/>
                </a:lnTo>
                <a:cubicBezTo>
                  <a:pt x="1646353" y="2461896"/>
                  <a:pt x="1633647" y="2484329"/>
                  <a:pt x="1611974" y="2490330"/>
                </a:cubicBezTo>
                <a:cubicBezTo>
                  <a:pt x="1590301" y="2496331"/>
                  <a:pt x="1567865" y="2483623"/>
                  <a:pt x="1561865" y="2461948"/>
                </a:cubicBezTo>
                <a:lnTo>
                  <a:pt x="1509649" y="2330916"/>
                </a:lnTo>
                <a:lnTo>
                  <a:pt x="1432251" y="2348385"/>
                </a:lnTo>
                <a:lnTo>
                  <a:pt x="1430944" y="2486652"/>
                </a:lnTo>
                <a:cubicBezTo>
                  <a:pt x="1433089" y="2509038"/>
                  <a:pt x="1416678" y="2528925"/>
                  <a:pt x="1394292" y="2531070"/>
                </a:cubicBezTo>
                <a:cubicBezTo>
                  <a:pt x="1371905" y="2533216"/>
                  <a:pt x="1352021" y="2516806"/>
                  <a:pt x="1349875" y="2494418"/>
                </a:cubicBezTo>
                <a:lnTo>
                  <a:pt x="1321178" y="2356183"/>
                </a:lnTo>
                <a:lnTo>
                  <a:pt x="1239478" y="2357937"/>
                </a:lnTo>
                <a:lnTo>
                  <a:pt x="1213826" y="2495788"/>
                </a:lnTo>
                <a:cubicBezTo>
                  <a:pt x="1212053" y="2518209"/>
                  <a:pt x="1192437" y="2534945"/>
                  <a:pt x="1170018" y="2533169"/>
                </a:cubicBezTo>
                <a:cubicBezTo>
                  <a:pt x="1147601" y="2531392"/>
                  <a:pt x="1130864" y="2511779"/>
                  <a:pt x="1132638" y="2489360"/>
                </a:cubicBezTo>
                <a:lnTo>
                  <a:pt x="1128406" y="2349083"/>
                </a:lnTo>
                <a:lnTo>
                  <a:pt x="1043631" y="2333701"/>
                </a:lnTo>
                <a:lnTo>
                  <a:pt x="993350" y="2466192"/>
                </a:lnTo>
                <a:cubicBezTo>
                  <a:pt x="987710" y="2487962"/>
                  <a:pt x="965489" y="2501037"/>
                  <a:pt x="943719" y="2495395"/>
                </a:cubicBezTo>
                <a:cubicBezTo>
                  <a:pt x="921949" y="2489755"/>
                  <a:pt x="908874" y="2467533"/>
                  <a:pt x="914514" y="2445762"/>
                </a:cubicBezTo>
                <a:lnTo>
                  <a:pt x="935216" y="2307457"/>
                </a:lnTo>
                <a:lnTo>
                  <a:pt x="862093" y="2278252"/>
                </a:lnTo>
                <a:lnTo>
                  <a:pt x="789112" y="2400765"/>
                </a:lnTo>
                <a:cubicBezTo>
                  <a:pt x="779777" y="2421223"/>
                  <a:pt x="755621" y="2430242"/>
                  <a:pt x="735160" y="2420908"/>
                </a:cubicBezTo>
                <a:cubicBezTo>
                  <a:pt x="714701" y="2411570"/>
                  <a:pt x="705683" y="2387416"/>
                  <a:pt x="715020" y="2366955"/>
                </a:cubicBezTo>
                <a:lnTo>
                  <a:pt x="759036" y="2235507"/>
                </a:lnTo>
                <a:lnTo>
                  <a:pt x="692833" y="2192481"/>
                </a:lnTo>
                <a:lnTo>
                  <a:pt x="599337" y="2300865"/>
                </a:lnTo>
                <a:cubicBezTo>
                  <a:pt x="586589" y="2319393"/>
                  <a:pt x="561236" y="2324078"/>
                  <a:pt x="542706" y="2311333"/>
                </a:cubicBezTo>
                <a:cubicBezTo>
                  <a:pt x="524180" y="2298587"/>
                  <a:pt x="519494" y="2273233"/>
                  <a:pt x="532239" y="2254706"/>
                </a:cubicBezTo>
                <a:lnTo>
                  <a:pt x="599127" y="2131584"/>
                </a:lnTo>
                <a:cubicBezTo>
                  <a:pt x="577634" y="2116429"/>
                  <a:pt x="557504" y="2099583"/>
                  <a:pt x="540894" y="2078858"/>
                </a:cubicBezTo>
                <a:lnTo>
                  <a:pt x="429791" y="2169528"/>
                </a:lnTo>
                <a:cubicBezTo>
                  <a:pt x="414019" y="2185562"/>
                  <a:pt x="388237" y="2185777"/>
                  <a:pt x="372204" y="2170006"/>
                </a:cubicBezTo>
                <a:cubicBezTo>
                  <a:pt x="356172" y="2154236"/>
                  <a:pt x="355958" y="2128453"/>
                  <a:pt x="371731" y="2112420"/>
                </a:cubicBezTo>
                <a:lnTo>
                  <a:pt x="460407" y="2000990"/>
                </a:lnTo>
                <a:cubicBezTo>
                  <a:pt x="440903" y="1983438"/>
                  <a:pt x="424063" y="1963476"/>
                  <a:pt x="410621" y="1940841"/>
                </a:cubicBezTo>
                <a:lnTo>
                  <a:pt x="285628" y="2010748"/>
                </a:lnTo>
                <a:cubicBezTo>
                  <a:pt x="267312" y="2023800"/>
                  <a:pt x="241885" y="2019532"/>
                  <a:pt x="228834" y="2001218"/>
                </a:cubicBezTo>
                <a:cubicBezTo>
                  <a:pt x="215783" y="1982903"/>
                  <a:pt x="220051" y="1957475"/>
                  <a:pt x="238365" y="1944425"/>
                </a:cubicBezTo>
                <a:lnTo>
                  <a:pt x="346301" y="1848975"/>
                </a:lnTo>
                <a:cubicBezTo>
                  <a:pt x="329215" y="1828996"/>
                  <a:pt x="316096" y="1806485"/>
                  <a:pt x="305688" y="1782475"/>
                </a:cubicBezTo>
                <a:lnTo>
                  <a:pt x="171227" y="1829346"/>
                </a:lnTo>
                <a:cubicBezTo>
                  <a:pt x="150924" y="1839018"/>
                  <a:pt x="126622" y="1830401"/>
                  <a:pt x="116952" y="1810097"/>
                </a:cubicBezTo>
                <a:cubicBezTo>
                  <a:pt x="107280" y="1789795"/>
                  <a:pt x="115896" y="1765494"/>
                  <a:pt x="136199" y="1755822"/>
                </a:cubicBezTo>
                <a:lnTo>
                  <a:pt x="260107" y="1679931"/>
                </a:lnTo>
                <a:cubicBezTo>
                  <a:pt x="245918" y="1657664"/>
                  <a:pt x="236895" y="1633211"/>
                  <a:pt x="229112" y="1608268"/>
                </a:cubicBezTo>
                <a:lnTo>
                  <a:pt x="90064" y="1630833"/>
                </a:lnTo>
                <a:cubicBezTo>
                  <a:pt x="68392" y="1636834"/>
                  <a:pt x="45954" y="1624126"/>
                  <a:pt x="39956" y="1602452"/>
                </a:cubicBezTo>
                <a:cubicBezTo>
                  <a:pt x="33956" y="1580778"/>
                  <a:pt x="46663" y="1558345"/>
                  <a:pt x="68338" y="1552346"/>
                </a:cubicBezTo>
                <a:lnTo>
                  <a:pt x="204402" y="1498783"/>
                </a:lnTo>
                <a:lnTo>
                  <a:pt x="187341" y="1423192"/>
                </a:lnTo>
                <a:lnTo>
                  <a:pt x="44604" y="1421244"/>
                </a:lnTo>
                <a:cubicBezTo>
                  <a:pt x="22218" y="1423388"/>
                  <a:pt x="2333" y="1406978"/>
                  <a:pt x="188" y="1384592"/>
                </a:cubicBezTo>
                <a:cubicBezTo>
                  <a:pt x="-1958" y="1362205"/>
                  <a:pt x="14452" y="1342318"/>
                  <a:pt x="36838" y="1340173"/>
                </a:cubicBezTo>
                <a:lnTo>
                  <a:pt x="180620" y="1310955"/>
                </a:lnTo>
                <a:lnTo>
                  <a:pt x="178957" y="1233486"/>
                </a:lnTo>
                <a:lnTo>
                  <a:pt x="41381" y="1207351"/>
                </a:lnTo>
                <a:cubicBezTo>
                  <a:pt x="18961" y="1205576"/>
                  <a:pt x="2225" y="1185963"/>
                  <a:pt x="4001" y="1163544"/>
                </a:cubicBezTo>
                <a:cubicBezTo>
                  <a:pt x="5776" y="1141124"/>
                  <a:pt x="25391" y="1124389"/>
                  <a:pt x="47810" y="1126165"/>
                </a:cubicBezTo>
                <a:lnTo>
                  <a:pt x="188239" y="1122685"/>
                </a:lnTo>
                <a:lnTo>
                  <a:pt x="202356" y="1044881"/>
                </a:lnTo>
                <a:lnTo>
                  <a:pt x="70345" y="994853"/>
                </a:lnTo>
                <a:cubicBezTo>
                  <a:pt x="48576" y="989212"/>
                  <a:pt x="35499" y="966990"/>
                  <a:pt x="41141" y="945221"/>
                </a:cubicBezTo>
                <a:cubicBezTo>
                  <a:pt x="46781" y="923449"/>
                  <a:pt x="69003" y="910375"/>
                  <a:pt x="90773" y="916016"/>
                </a:cubicBezTo>
                <a:lnTo>
                  <a:pt x="227464" y="936641"/>
                </a:lnTo>
                <a:lnTo>
                  <a:pt x="256980" y="862739"/>
                </a:lnTo>
                <a:lnTo>
                  <a:pt x="135771" y="790612"/>
                </a:lnTo>
                <a:cubicBezTo>
                  <a:pt x="115313" y="781277"/>
                  <a:pt x="106294" y="757123"/>
                  <a:pt x="115630" y="736662"/>
                </a:cubicBezTo>
                <a:cubicBezTo>
                  <a:pt x="124966" y="716203"/>
                  <a:pt x="149120" y="707186"/>
                  <a:pt x="169581" y="716520"/>
                </a:cubicBezTo>
                <a:lnTo>
                  <a:pt x="298530" y="759866"/>
                </a:lnTo>
                <a:lnTo>
                  <a:pt x="342208" y="692654"/>
                </a:lnTo>
                <a:lnTo>
                  <a:pt x="235672" y="600840"/>
                </a:lnTo>
                <a:cubicBezTo>
                  <a:pt x="217143" y="588091"/>
                  <a:pt x="212458" y="562737"/>
                  <a:pt x="225204" y="544209"/>
                </a:cubicBezTo>
                <a:cubicBezTo>
                  <a:pt x="231577" y="534947"/>
                  <a:pt x="241102" y="529142"/>
                  <a:pt x="251352" y="527249"/>
                </a:cubicBezTo>
                <a:cubicBezTo>
                  <a:pt x="261599" y="525354"/>
                  <a:pt x="272568" y="527369"/>
                  <a:pt x="281833" y="533742"/>
                </a:cubicBezTo>
                <a:lnTo>
                  <a:pt x="402695" y="599584"/>
                </a:lnTo>
                <a:cubicBezTo>
                  <a:pt x="417708" y="577423"/>
                  <a:pt x="434761" y="556883"/>
                  <a:pt x="455631" y="539785"/>
                </a:cubicBezTo>
                <a:lnTo>
                  <a:pt x="367008" y="431293"/>
                </a:lnTo>
                <a:cubicBezTo>
                  <a:pt x="350973" y="415523"/>
                  <a:pt x="350762" y="389740"/>
                  <a:pt x="366532" y="373706"/>
                </a:cubicBezTo>
                <a:cubicBezTo>
                  <a:pt x="374417" y="365691"/>
                  <a:pt x="384806" y="361628"/>
                  <a:pt x="395227" y="361544"/>
                </a:cubicBezTo>
                <a:cubicBezTo>
                  <a:pt x="405648" y="361458"/>
                  <a:pt x="416102" y="365347"/>
                  <a:pt x="424118" y="373232"/>
                </a:cubicBezTo>
                <a:lnTo>
                  <a:pt x="532850" y="459969"/>
                </a:lnTo>
                <a:cubicBezTo>
                  <a:pt x="550537" y="439813"/>
                  <a:pt x="570861" y="422553"/>
                  <a:pt x="593794" y="408590"/>
                </a:cubicBezTo>
                <a:lnTo>
                  <a:pt x="525789" y="287129"/>
                </a:lnTo>
                <a:cubicBezTo>
                  <a:pt x="512738" y="268814"/>
                  <a:pt x="517006" y="243385"/>
                  <a:pt x="535320" y="230335"/>
                </a:cubicBezTo>
                <a:cubicBezTo>
                  <a:pt x="544478" y="223811"/>
                  <a:pt x="555414" y="221614"/>
                  <a:pt x="565691" y="223340"/>
                </a:cubicBezTo>
                <a:cubicBezTo>
                  <a:pt x="575969" y="225064"/>
                  <a:pt x="585588" y="230711"/>
                  <a:pt x="592113" y="239867"/>
                </a:cubicBezTo>
                <a:lnTo>
                  <a:pt x="684772" y="344893"/>
                </a:lnTo>
                <a:cubicBezTo>
                  <a:pt x="705124" y="327248"/>
                  <a:pt x="728145" y="313746"/>
                  <a:pt x="752622" y="302863"/>
                </a:cubicBezTo>
                <a:lnTo>
                  <a:pt x="707191" y="172728"/>
                </a:lnTo>
                <a:cubicBezTo>
                  <a:pt x="697520" y="152425"/>
                  <a:pt x="706137" y="128125"/>
                  <a:pt x="726440" y="118453"/>
                </a:cubicBezTo>
                <a:cubicBezTo>
                  <a:pt x="736591" y="113616"/>
                  <a:pt x="747742" y="113354"/>
                  <a:pt x="757566" y="116838"/>
                </a:cubicBezTo>
                <a:cubicBezTo>
                  <a:pt x="767387" y="120320"/>
                  <a:pt x="775880" y="127550"/>
                  <a:pt x="780715" y="137702"/>
                </a:cubicBezTo>
                <a:lnTo>
                  <a:pt x="854063" y="257770"/>
                </a:lnTo>
                <a:cubicBezTo>
                  <a:pt x="876893" y="243169"/>
                  <a:pt x="901978" y="233855"/>
                  <a:pt x="927540" y="225719"/>
                </a:cubicBezTo>
                <a:lnTo>
                  <a:pt x="905705" y="91565"/>
                </a:lnTo>
                <a:cubicBezTo>
                  <a:pt x="899704" y="69892"/>
                  <a:pt x="912412" y="47456"/>
                  <a:pt x="934087" y="41456"/>
                </a:cubicBezTo>
                <a:cubicBezTo>
                  <a:pt x="955760" y="35456"/>
                  <a:pt x="978195" y="48165"/>
                  <a:pt x="984194" y="69838"/>
                </a:cubicBezTo>
                <a:lnTo>
                  <a:pt x="1035763" y="201294"/>
                </a:lnTo>
                <a:lnTo>
                  <a:pt x="1113481" y="183754"/>
                </a:lnTo>
                <a:lnTo>
                  <a:pt x="1115295" y="46107"/>
                </a:lnTo>
                <a:cubicBezTo>
                  <a:pt x="1113150" y="23722"/>
                  <a:pt x="1129560" y="3834"/>
                  <a:pt x="1151946" y="1689"/>
                </a:cubicBezTo>
                <a:cubicBezTo>
                  <a:pt x="1174334" y="-457"/>
                  <a:pt x="1194221" y="15952"/>
                  <a:pt x="1196364" y="38339"/>
                </a:cubicBezTo>
                <a:lnTo>
                  <a:pt x="1224375" y="177006"/>
                </a:lnTo>
                <a:lnTo>
                  <a:pt x="1300582" y="175370"/>
                </a:lnTo>
                <a:lnTo>
                  <a:pt x="1326769" y="37508"/>
                </a:lnTo>
                <a:cubicBezTo>
                  <a:pt x="1328544" y="15091"/>
                  <a:pt x="1348159" y="-1647"/>
                  <a:pt x="1370577" y="129"/>
                </a:cubicBezTo>
                <a:close/>
              </a:path>
            </a:pathLst>
          </a:custGeom>
          <a:solidFill>
            <a:schemeClr val="bg1">
              <a:alpha val="40000"/>
            </a:schemeClr>
          </a:solidFill>
        </p:spPr>
        <p:txBody>
          <a:bodyPr wrap="square" lIns="72000" tIns="36000" rIns="72000" bIns="36000" rtlCol="0" anchor="ctr">
            <a:noAutofit/>
          </a:bodyPr>
          <a:lstStyle/>
          <a:p>
            <a:pPr defTabSz="307644" hangingPunct="0">
              <a:lnSpc>
                <a:spcPct val="90000"/>
              </a:lnSpc>
              <a:spcAft>
                <a:spcPts val="596"/>
              </a:spcAft>
              <a:buClr>
                <a:srgbClr val="E6513E"/>
              </a:buClr>
            </a:pPr>
            <a:endParaRPr lang="en-US" sz="1000">
              <a:solidFill>
                <a:srgbClr val="D63636"/>
              </a:solidFill>
              <a:latin typeface="Arial"/>
              <a:ea typeface="Nokia Pure Text" panose="020B0504040602060303" pitchFamily="34" charset="0"/>
              <a:cs typeface="Nokia Pure Text" panose="020B0504040602060303" pitchFamily="34" charset="0"/>
            </a:endParaRPr>
          </a:p>
        </p:txBody>
      </p:sp>
      <p:sp>
        <p:nvSpPr>
          <p:cNvPr id="153" name="Freeform: Shape 152">
            <a:extLst>
              <a:ext uri="{FF2B5EF4-FFF2-40B4-BE49-F238E27FC236}">
                <a16:creationId xmlns:a16="http://schemas.microsoft.com/office/drawing/2014/main" id="{59FA3CFE-DF6F-4A77-98E1-9A135E0917EA}"/>
              </a:ext>
            </a:extLst>
          </p:cNvPr>
          <p:cNvSpPr>
            <a:spLocks noChangeAspect="1"/>
          </p:cNvSpPr>
          <p:nvPr userDrawn="1"/>
        </p:nvSpPr>
        <p:spPr>
          <a:xfrm>
            <a:off x="6343029" y="3007829"/>
            <a:ext cx="568562" cy="567694"/>
          </a:xfrm>
          <a:custGeom>
            <a:avLst/>
            <a:gdLst>
              <a:gd name="connsiteX0" fmla="*/ 860885 w 2537170"/>
              <a:gd name="connsiteY0" fmla="*/ 1437939 h 2533298"/>
              <a:gd name="connsiteX1" fmla="*/ 402545 w 2537170"/>
              <a:gd name="connsiteY1" fmla="*/ 1560751 h 2533298"/>
              <a:gd name="connsiteX2" fmla="*/ 1259461 w 2537170"/>
              <a:gd name="connsiteY2" fmla="*/ 2176428 h 2533298"/>
              <a:gd name="connsiteX3" fmla="*/ 1852888 w 2537170"/>
              <a:gd name="connsiteY3" fmla="*/ 1951120 h 2533298"/>
              <a:gd name="connsiteX4" fmla="*/ 1513851 w 2537170"/>
              <a:gd name="connsiteY4" fmla="*/ 1612087 h 2533298"/>
              <a:gd name="connsiteX5" fmla="*/ 1477444 w 2537170"/>
              <a:gd name="connsiteY5" fmla="*/ 1644201 h 2533298"/>
              <a:gd name="connsiteX6" fmla="*/ 881909 w 2537170"/>
              <a:gd name="connsiteY6" fmla="*/ 1484630 h 2533298"/>
              <a:gd name="connsiteX7" fmla="*/ 1259461 w 2537170"/>
              <a:gd name="connsiteY7" fmla="*/ 986252 h 2533298"/>
              <a:gd name="connsiteX8" fmla="*/ 979064 w 2537170"/>
              <a:gd name="connsiteY8" fmla="*/ 1266649 h 2533298"/>
              <a:gd name="connsiteX9" fmla="*/ 1259461 w 2537170"/>
              <a:gd name="connsiteY9" fmla="*/ 1547047 h 2533298"/>
              <a:gd name="connsiteX10" fmla="*/ 1539859 w 2537170"/>
              <a:gd name="connsiteY10" fmla="*/ 1266649 h 2533298"/>
              <a:gd name="connsiteX11" fmla="*/ 1259461 w 2537170"/>
              <a:gd name="connsiteY11" fmla="*/ 986252 h 2533298"/>
              <a:gd name="connsiteX12" fmla="*/ 1548911 w 2537170"/>
              <a:gd name="connsiteY12" fmla="*/ 408290 h 2533298"/>
              <a:gd name="connsiteX13" fmla="*/ 1426040 w 2537170"/>
              <a:gd name="connsiteY13" fmla="*/ 866853 h 2533298"/>
              <a:gd name="connsiteX14" fmla="*/ 1637017 w 2537170"/>
              <a:gd name="connsiteY14" fmla="*/ 1048669 h 2533298"/>
              <a:gd name="connsiteX15" fmla="*/ 1603283 w 2537170"/>
              <a:gd name="connsiteY15" fmla="*/ 1533201 h 2533298"/>
              <a:gd name="connsiteX16" fmla="*/ 1937706 w 2537170"/>
              <a:gd name="connsiteY16" fmla="*/ 1867622 h 2533298"/>
              <a:gd name="connsiteX17" fmla="*/ 2169239 w 2537170"/>
              <a:gd name="connsiteY17" fmla="*/ 1266649 h 2533298"/>
              <a:gd name="connsiteX18" fmla="*/ 1548911 w 2537170"/>
              <a:gd name="connsiteY18" fmla="*/ 408290 h 2533298"/>
              <a:gd name="connsiteX19" fmla="*/ 1259461 w 2537170"/>
              <a:gd name="connsiteY19" fmla="*/ 356871 h 2533298"/>
              <a:gd name="connsiteX20" fmla="*/ 349683 w 2537170"/>
              <a:gd name="connsiteY20" fmla="*/ 1266649 h 2533298"/>
              <a:gd name="connsiteX21" fmla="*/ 367847 w 2537170"/>
              <a:gd name="connsiteY21" fmla="*/ 1446833 h 2533298"/>
              <a:gd name="connsiteX22" fmla="*/ 827444 w 2537170"/>
              <a:gd name="connsiteY22" fmla="*/ 1323684 h 2533298"/>
              <a:gd name="connsiteX23" fmla="*/ 1041485 w 2537170"/>
              <a:gd name="connsiteY23" fmla="*/ 889097 h 2533298"/>
              <a:gd name="connsiteX24" fmla="*/ 1289805 w 2537170"/>
              <a:gd name="connsiteY24" fmla="*/ 831703 h 2533298"/>
              <a:gd name="connsiteX25" fmla="*/ 1311143 w 2537170"/>
              <a:gd name="connsiteY25" fmla="*/ 835808 h 2533298"/>
              <a:gd name="connsiteX26" fmla="*/ 1434739 w 2537170"/>
              <a:gd name="connsiteY26" fmla="*/ 374541 h 2533298"/>
              <a:gd name="connsiteX27" fmla="*/ 1259461 w 2537170"/>
              <a:gd name="connsiteY27" fmla="*/ 356871 h 2533298"/>
              <a:gd name="connsiteX28" fmla="*/ 1268585 w 2537170"/>
              <a:gd name="connsiteY28" fmla="*/ 293382 h 2533298"/>
              <a:gd name="connsiteX29" fmla="*/ 2241854 w 2537170"/>
              <a:gd name="connsiteY29" fmla="*/ 1266650 h 2533298"/>
              <a:gd name="connsiteX30" fmla="*/ 1268585 w 2537170"/>
              <a:gd name="connsiteY30" fmla="*/ 2239918 h 2533298"/>
              <a:gd name="connsiteX31" fmla="*/ 295316 w 2537170"/>
              <a:gd name="connsiteY31" fmla="*/ 1266650 h 2533298"/>
              <a:gd name="connsiteX32" fmla="*/ 1268585 w 2537170"/>
              <a:gd name="connsiteY32" fmla="*/ 293382 h 2533298"/>
              <a:gd name="connsiteX33" fmla="*/ 1268585 w 2537170"/>
              <a:gd name="connsiteY33" fmla="*/ 230994 h 2533298"/>
              <a:gd name="connsiteX34" fmla="*/ 232928 w 2537170"/>
              <a:gd name="connsiteY34" fmla="*/ 1266650 h 2533298"/>
              <a:gd name="connsiteX35" fmla="*/ 1268585 w 2537170"/>
              <a:gd name="connsiteY35" fmla="*/ 2302306 h 2533298"/>
              <a:gd name="connsiteX36" fmla="*/ 2304242 w 2537170"/>
              <a:gd name="connsiteY36" fmla="*/ 1266650 h 2533298"/>
              <a:gd name="connsiteX37" fmla="*/ 1268585 w 2537170"/>
              <a:gd name="connsiteY37" fmla="*/ 230994 h 2533298"/>
              <a:gd name="connsiteX38" fmla="*/ 1370577 w 2537170"/>
              <a:gd name="connsiteY38" fmla="*/ 129 h 2533298"/>
              <a:gd name="connsiteX39" fmla="*/ 1407956 w 2537170"/>
              <a:gd name="connsiteY39" fmla="*/ 43937 h 2533298"/>
              <a:gd name="connsiteX40" fmla="*/ 1411431 w 2537170"/>
              <a:gd name="connsiteY40" fmla="*/ 184077 h 2533298"/>
              <a:gd name="connsiteX41" fmla="*/ 1482158 w 2537170"/>
              <a:gd name="connsiteY41" fmla="*/ 196909 h 2533298"/>
              <a:gd name="connsiteX42" fmla="*/ 1531455 w 2537170"/>
              <a:gd name="connsiteY42" fmla="*/ 64872 h 2533298"/>
              <a:gd name="connsiteX43" fmla="*/ 1581088 w 2537170"/>
              <a:gd name="connsiteY43" fmla="*/ 35666 h 2533298"/>
              <a:gd name="connsiteX44" fmla="*/ 1610292 w 2537170"/>
              <a:gd name="connsiteY44" fmla="*/ 85299 h 2533298"/>
              <a:gd name="connsiteX45" fmla="*/ 1590652 w 2537170"/>
              <a:gd name="connsiteY45" fmla="*/ 219957 h 2533298"/>
              <a:gd name="connsiteX46" fmla="*/ 1665197 w 2537170"/>
              <a:gd name="connsiteY46" fmla="*/ 249732 h 2533298"/>
              <a:gd name="connsiteX47" fmla="*/ 1736025 w 2537170"/>
              <a:gd name="connsiteY47" fmla="*/ 129366 h 2533298"/>
              <a:gd name="connsiteX48" fmla="*/ 1789976 w 2537170"/>
              <a:gd name="connsiteY48" fmla="*/ 109225 h 2533298"/>
              <a:gd name="connsiteX49" fmla="*/ 1810118 w 2537170"/>
              <a:gd name="connsiteY49" fmla="*/ 163174 h 2533298"/>
              <a:gd name="connsiteX50" fmla="*/ 1767925 w 2537170"/>
              <a:gd name="connsiteY50" fmla="*/ 290765 h 2533298"/>
              <a:gd name="connsiteX51" fmla="*/ 1836575 w 2537170"/>
              <a:gd name="connsiteY51" fmla="*/ 333544 h 2533298"/>
              <a:gd name="connsiteX52" fmla="*/ 1926288 w 2537170"/>
              <a:gd name="connsiteY52" fmla="*/ 228405 h 2533298"/>
              <a:gd name="connsiteX53" fmla="*/ 1952435 w 2537170"/>
              <a:gd name="connsiteY53" fmla="*/ 211444 h 2533298"/>
              <a:gd name="connsiteX54" fmla="*/ 1982916 w 2537170"/>
              <a:gd name="connsiteY54" fmla="*/ 217939 h 2533298"/>
              <a:gd name="connsiteX55" fmla="*/ 1993385 w 2537170"/>
              <a:gd name="connsiteY55" fmla="*/ 274565 h 2533298"/>
              <a:gd name="connsiteX56" fmla="*/ 1929215 w 2537170"/>
              <a:gd name="connsiteY56" fmla="*/ 393751 h 2533298"/>
              <a:gd name="connsiteX57" fmla="*/ 1990985 w 2537170"/>
              <a:gd name="connsiteY57" fmla="*/ 446006 h 2533298"/>
              <a:gd name="connsiteX58" fmla="*/ 2096463 w 2537170"/>
              <a:gd name="connsiteY58" fmla="*/ 358978 h 2533298"/>
              <a:gd name="connsiteX59" fmla="*/ 2125159 w 2537170"/>
              <a:gd name="connsiteY59" fmla="*/ 346814 h 2533298"/>
              <a:gd name="connsiteX60" fmla="*/ 2154049 w 2537170"/>
              <a:gd name="connsiteY60" fmla="*/ 358503 h 2533298"/>
              <a:gd name="connsiteX61" fmla="*/ 2154524 w 2537170"/>
              <a:gd name="connsiteY61" fmla="*/ 416088 h 2533298"/>
              <a:gd name="connsiteX62" fmla="*/ 2070300 w 2537170"/>
              <a:gd name="connsiteY62" fmla="*/ 522740 h 2533298"/>
              <a:gd name="connsiteX63" fmla="*/ 2123835 w 2537170"/>
              <a:gd name="connsiteY63" fmla="*/ 583690 h 2533298"/>
              <a:gd name="connsiteX64" fmla="*/ 2241379 w 2537170"/>
              <a:gd name="connsiteY64" fmla="*/ 517116 h 2533298"/>
              <a:gd name="connsiteX65" fmla="*/ 2271750 w 2537170"/>
              <a:gd name="connsiteY65" fmla="*/ 510120 h 2533298"/>
              <a:gd name="connsiteX66" fmla="*/ 2298174 w 2537170"/>
              <a:gd name="connsiteY66" fmla="*/ 526648 h 2533298"/>
              <a:gd name="connsiteX67" fmla="*/ 2288641 w 2537170"/>
              <a:gd name="connsiteY67" fmla="*/ 583442 h 2533298"/>
              <a:gd name="connsiteX68" fmla="*/ 2187044 w 2537170"/>
              <a:gd name="connsiteY68" fmla="*/ 673967 h 2533298"/>
              <a:gd name="connsiteX69" fmla="*/ 2231207 w 2537170"/>
              <a:gd name="connsiteY69" fmla="*/ 742498 h 2533298"/>
              <a:gd name="connsiteX70" fmla="*/ 2356634 w 2537170"/>
              <a:gd name="connsiteY70" fmla="*/ 698018 h 2533298"/>
              <a:gd name="connsiteX71" fmla="*/ 2387756 w 2537170"/>
              <a:gd name="connsiteY71" fmla="*/ 696403 h 2533298"/>
              <a:gd name="connsiteX72" fmla="*/ 2410907 w 2537170"/>
              <a:gd name="connsiteY72" fmla="*/ 717268 h 2533298"/>
              <a:gd name="connsiteX73" fmla="*/ 2391659 w 2537170"/>
              <a:gd name="connsiteY73" fmla="*/ 771542 h 2533298"/>
              <a:gd name="connsiteX74" fmla="*/ 2275899 w 2537170"/>
              <a:gd name="connsiteY74" fmla="*/ 843042 h 2533298"/>
              <a:gd name="connsiteX75" fmla="*/ 2309184 w 2537170"/>
              <a:gd name="connsiteY75" fmla="*/ 917923 h 2533298"/>
              <a:gd name="connsiteX76" fmla="*/ 2438723 w 2537170"/>
              <a:gd name="connsiteY76" fmla="*/ 896186 h 2533298"/>
              <a:gd name="connsiteX77" fmla="*/ 2488830 w 2537170"/>
              <a:gd name="connsiteY77" fmla="*/ 924566 h 2533298"/>
              <a:gd name="connsiteX78" fmla="*/ 2460450 w 2537170"/>
              <a:gd name="connsiteY78" fmla="*/ 974674 h 2533298"/>
              <a:gd name="connsiteX79" fmla="*/ 2334042 w 2537170"/>
              <a:gd name="connsiteY79" fmla="*/ 1024982 h 2533298"/>
              <a:gd name="connsiteX80" fmla="*/ 2351989 w 2537170"/>
              <a:gd name="connsiteY80" fmla="*/ 1104495 h 2533298"/>
              <a:gd name="connsiteX81" fmla="*/ 2485152 w 2537170"/>
              <a:gd name="connsiteY81" fmla="*/ 1105597 h 2533298"/>
              <a:gd name="connsiteX82" fmla="*/ 2529571 w 2537170"/>
              <a:gd name="connsiteY82" fmla="*/ 1142247 h 2533298"/>
              <a:gd name="connsiteX83" fmla="*/ 2492921 w 2537170"/>
              <a:gd name="connsiteY83" fmla="*/ 1186666 h 2533298"/>
              <a:gd name="connsiteX84" fmla="*/ 2359802 w 2537170"/>
              <a:gd name="connsiteY84" fmla="*/ 1214237 h 2533298"/>
              <a:gd name="connsiteX85" fmla="*/ 2361526 w 2537170"/>
              <a:gd name="connsiteY85" fmla="*/ 1294592 h 2533298"/>
              <a:gd name="connsiteX86" fmla="*/ 2499662 w 2537170"/>
              <a:gd name="connsiteY86" fmla="*/ 1320295 h 2533298"/>
              <a:gd name="connsiteX87" fmla="*/ 2537041 w 2537170"/>
              <a:gd name="connsiteY87" fmla="*/ 1364103 h 2533298"/>
              <a:gd name="connsiteX88" fmla="*/ 2493234 w 2537170"/>
              <a:gd name="connsiteY88" fmla="*/ 1401481 h 2533298"/>
              <a:gd name="connsiteX89" fmla="*/ 2353247 w 2537170"/>
              <a:gd name="connsiteY89" fmla="*/ 1405705 h 2533298"/>
              <a:gd name="connsiteX90" fmla="*/ 2339167 w 2537170"/>
              <a:gd name="connsiteY90" fmla="*/ 1483310 h 2533298"/>
              <a:gd name="connsiteX91" fmla="*/ 2471668 w 2537170"/>
              <a:gd name="connsiteY91" fmla="*/ 1532957 h 2533298"/>
              <a:gd name="connsiteX92" fmla="*/ 2500873 w 2537170"/>
              <a:gd name="connsiteY92" fmla="*/ 1582589 h 2533298"/>
              <a:gd name="connsiteX93" fmla="*/ 2451240 w 2537170"/>
              <a:gd name="connsiteY93" fmla="*/ 1611794 h 2533298"/>
              <a:gd name="connsiteX94" fmla="*/ 2314998 w 2537170"/>
              <a:gd name="connsiteY94" fmla="*/ 1591988 h 2533298"/>
              <a:gd name="connsiteX95" fmla="*/ 2285532 w 2537170"/>
              <a:gd name="connsiteY95" fmla="*/ 1665756 h 2533298"/>
              <a:gd name="connsiteX96" fmla="*/ 2407173 w 2537170"/>
              <a:gd name="connsiteY96" fmla="*/ 1737526 h 2533298"/>
              <a:gd name="connsiteX97" fmla="*/ 2427315 w 2537170"/>
              <a:gd name="connsiteY97" fmla="*/ 1791476 h 2533298"/>
              <a:gd name="connsiteX98" fmla="*/ 2373363 w 2537170"/>
              <a:gd name="connsiteY98" fmla="*/ 1811618 h 2533298"/>
              <a:gd name="connsiteX99" fmla="*/ 2244296 w 2537170"/>
              <a:gd name="connsiteY99" fmla="*/ 1769003 h 2533298"/>
              <a:gd name="connsiteX100" fmla="*/ 2201195 w 2537170"/>
              <a:gd name="connsiteY100" fmla="*/ 1836322 h 2533298"/>
              <a:gd name="connsiteX101" fmla="*/ 2308136 w 2537170"/>
              <a:gd name="connsiteY101" fmla="*/ 1927790 h 2533298"/>
              <a:gd name="connsiteX102" fmla="*/ 2318603 w 2537170"/>
              <a:gd name="connsiteY102" fmla="*/ 1984416 h 2533298"/>
              <a:gd name="connsiteX103" fmla="*/ 2261973 w 2537170"/>
              <a:gd name="connsiteY103" fmla="*/ 1994887 h 2533298"/>
              <a:gd name="connsiteX104" fmla="*/ 2140578 w 2537170"/>
              <a:gd name="connsiteY104" fmla="*/ 1929597 h 2533298"/>
              <a:gd name="connsiteX105" fmla="*/ 2088541 w 2537170"/>
              <a:gd name="connsiteY105" fmla="*/ 1989816 h 2533298"/>
              <a:gd name="connsiteX106" fmla="*/ 2177561 w 2537170"/>
              <a:gd name="connsiteY106" fmla="*/ 2097965 h 2533298"/>
              <a:gd name="connsiteX107" fmla="*/ 2178037 w 2537170"/>
              <a:gd name="connsiteY107" fmla="*/ 2155550 h 2533298"/>
              <a:gd name="connsiteX108" fmla="*/ 2120451 w 2537170"/>
              <a:gd name="connsiteY108" fmla="*/ 2156025 h 2533298"/>
              <a:gd name="connsiteX109" fmla="*/ 2011161 w 2537170"/>
              <a:gd name="connsiteY109" fmla="*/ 2069798 h 2533298"/>
              <a:gd name="connsiteX110" fmla="*/ 1951011 w 2537170"/>
              <a:gd name="connsiteY110" fmla="*/ 2121759 h 2533298"/>
              <a:gd name="connsiteX111" fmla="*/ 2019421 w 2537170"/>
              <a:gd name="connsiteY111" fmla="*/ 2242879 h 2533298"/>
              <a:gd name="connsiteX112" fmla="*/ 2009891 w 2537170"/>
              <a:gd name="connsiteY112" fmla="*/ 2299674 h 2533298"/>
              <a:gd name="connsiteX113" fmla="*/ 1953098 w 2537170"/>
              <a:gd name="connsiteY113" fmla="*/ 2290141 h 2533298"/>
              <a:gd name="connsiteX114" fmla="*/ 1859851 w 2537170"/>
              <a:gd name="connsiteY114" fmla="*/ 2185586 h 2533298"/>
              <a:gd name="connsiteX115" fmla="*/ 1792668 w 2537170"/>
              <a:gd name="connsiteY115" fmla="*/ 2228350 h 2533298"/>
              <a:gd name="connsiteX116" fmla="*/ 1838521 w 2537170"/>
              <a:gd name="connsiteY116" fmla="*/ 2358132 h 2533298"/>
              <a:gd name="connsiteX117" fmla="*/ 1819273 w 2537170"/>
              <a:gd name="connsiteY117" fmla="*/ 2412408 h 2533298"/>
              <a:gd name="connsiteX118" fmla="*/ 1764999 w 2537170"/>
              <a:gd name="connsiteY118" fmla="*/ 2393158 h 2533298"/>
              <a:gd name="connsiteX119" fmla="*/ 1691031 w 2537170"/>
              <a:gd name="connsiteY119" fmla="*/ 2273527 h 2533298"/>
              <a:gd name="connsiteX120" fmla="*/ 1617991 w 2537170"/>
              <a:gd name="connsiteY120" fmla="*/ 2305992 h 2533298"/>
              <a:gd name="connsiteX121" fmla="*/ 1640356 w 2537170"/>
              <a:gd name="connsiteY121" fmla="*/ 2440221 h 2533298"/>
              <a:gd name="connsiteX122" fmla="*/ 1611974 w 2537170"/>
              <a:gd name="connsiteY122" fmla="*/ 2490330 h 2533298"/>
              <a:gd name="connsiteX123" fmla="*/ 1561865 w 2537170"/>
              <a:gd name="connsiteY123" fmla="*/ 2461948 h 2533298"/>
              <a:gd name="connsiteX124" fmla="*/ 1509649 w 2537170"/>
              <a:gd name="connsiteY124" fmla="*/ 2330916 h 2533298"/>
              <a:gd name="connsiteX125" fmla="*/ 1432251 w 2537170"/>
              <a:gd name="connsiteY125" fmla="*/ 2348385 h 2533298"/>
              <a:gd name="connsiteX126" fmla="*/ 1430944 w 2537170"/>
              <a:gd name="connsiteY126" fmla="*/ 2486652 h 2533298"/>
              <a:gd name="connsiteX127" fmla="*/ 1394292 w 2537170"/>
              <a:gd name="connsiteY127" fmla="*/ 2531070 h 2533298"/>
              <a:gd name="connsiteX128" fmla="*/ 1349875 w 2537170"/>
              <a:gd name="connsiteY128" fmla="*/ 2494418 h 2533298"/>
              <a:gd name="connsiteX129" fmla="*/ 1321178 w 2537170"/>
              <a:gd name="connsiteY129" fmla="*/ 2356183 h 2533298"/>
              <a:gd name="connsiteX130" fmla="*/ 1239478 w 2537170"/>
              <a:gd name="connsiteY130" fmla="*/ 2357937 h 2533298"/>
              <a:gd name="connsiteX131" fmla="*/ 1213826 w 2537170"/>
              <a:gd name="connsiteY131" fmla="*/ 2495788 h 2533298"/>
              <a:gd name="connsiteX132" fmla="*/ 1170018 w 2537170"/>
              <a:gd name="connsiteY132" fmla="*/ 2533169 h 2533298"/>
              <a:gd name="connsiteX133" fmla="*/ 1132638 w 2537170"/>
              <a:gd name="connsiteY133" fmla="*/ 2489360 h 2533298"/>
              <a:gd name="connsiteX134" fmla="*/ 1128406 w 2537170"/>
              <a:gd name="connsiteY134" fmla="*/ 2349083 h 2533298"/>
              <a:gd name="connsiteX135" fmla="*/ 1043631 w 2537170"/>
              <a:gd name="connsiteY135" fmla="*/ 2333701 h 2533298"/>
              <a:gd name="connsiteX136" fmla="*/ 993350 w 2537170"/>
              <a:gd name="connsiteY136" fmla="*/ 2466192 h 2533298"/>
              <a:gd name="connsiteX137" fmla="*/ 943719 w 2537170"/>
              <a:gd name="connsiteY137" fmla="*/ 2495395 h 2533298"/>
              <a:gd name="connsiteX138" fmla="*/ 914514 w 2537170"/>
              <a:gd name="connsiteY138" fmla="*/ 2445762 h 2533298"/>
              <a:gd name="connsiteX139" fmla="*/ 935216 w 2537170"/>
              <a:gd name="connsiteY139" fmla="*/ 2307457 h 2533298"/>
              <a:gd name="connsiteX140" fmla="*/ 862093 w 2537170"/>
              <a:gd name="connsiteY140" fmla="*/ 2278252 h 2533298"/>
              <a:gd name="connsiteX141" fmla="*/ 789112 w 2537170"/>
              <a:gd name="connsiteY141" fmla="*/ 2400765 h 2533298"/>
              <a:gd name="connsiteX142" fmla="*/ 735160 w 2537170"/>
              <a:gd name="connsiteY142" fmla="*/ 2420908 h 2533298"/>
              <a:gd name="connsiteX143" fmla="*/ 715020 w 2537170"/>
              <a:gd name="connsiteY143" fmla="*/ 2366955 h 2533298"/>
              <a:gd name="connsiteX144" fmla="*/ 759036 w 2537170"/>
              <a:gd name="connsiteY144" fmla="*/ 2235507 h 2533298"/>
              <a:gd name="connsiteX145" fmla="*/ 692833 w 2537170"/>
              <a:gd name="connsiteY145" fmla="*/ 2192481 h 2533298"/>
              <a:gd name="connsiteX146" fmla="*/ 599337 w 2537170"/>
              <a:gd name="connsiteY146" fmla="*/ 2300865 h 2533298"/>
              <a:gd name="connsiteX147" fmla="*/ 542706 w 2537170"/>
              <a:gd name="connsiteY147" fmla="*/ 2311333 h 2533298"/>
              <a:gd name="connsiteX148" fmla="*/ 532239 w 2537170"/>
              <a:gd name="connsiteY148" fmla="*/ 2254706 h 2533298"/>
              <a:gd name="connsiteX149" fmla="*/ 599127 w 2537170"/>
              <a:gd name="connsiteY149" fmla="*/ 2131584 h 2533298"/>
              <a:gd name="connsiteX150" fmla="*/ 540894 w 2537170"/>
              <a:gd name="connsiteY150" fmla="*/ 2078858 h 2533298"/>
              <a:gd name="connsiteX151" fmla="*/ 429791 w 2537170"/>
              <a:gd name="connsiteY151" fmla="*/ 2169528 h 2533298"/>
              <a:gd name="connsiteX152" fmla="*/ 372204 w 2537170"/>
              <a:gd name="connsiteY152" fmla="*/ 2170006 h 2533298"/>
              <a:gd name="connsiteX153" fmla="*/ 371731 w 2537170"/>
              <a:gd name="connsiteY153" fmla="*/ 2112420 h 2533298"/>
              <a:gd name="connsiteX154" fmla="*/ 460407 w 2537170"/>
              <a:gd name="connsiteY154" fmla="*/ 2000990 h 2533298"/>
              <a:gd name="connsiteX155" fmla="*/ 410621 w 2537170"/>
              <a:gd name="connsiteY155" fmla="*/ 1940841 h 2533298"/>
              <a:gd name="connsiteX156" fmla="*/ 285628 w 2537170"/>
              <a:gd name="connsiteY156" fmla="*/ 2010748 h 2533298"/>
              <a:gd name="connsiteX157" fmla="*/ 228834 w 2537170"/>
              <a:gd name="connsiteY157" fmla="*/ 2001218 h 2533298"/>
              <a:gd name="connsiteX158" fmla="*/ 238365 w 2537170"/>
              <a:gd name="connsiteY158" fmla="*/ 1944425 h 2533298"/>
              <a:gd name="connsiteX159" fmla="*/ 346301 w 2537170"/>
              <a:gd name="connsiteY159" fmla="*/ 1848975 h 2533298"/>
              <a:gd name="connsiteX160" fmla="*/ 305688 w 2537170"/>
              <a:gd name="connsiteY160" fmla="*/ 1782475 h 2533298"/>
              <a:gd name="connsiteX161" fmla="*/ 171227 w 2537170"/>
              <a:gd name="connsiteY161" fmla="*/ 1829346 h 2533298"/>
              <a:gd name="connsiteX162" fmla="*/ 116952 w 2537170"/>
              <a:gd name="connsiteY162" fmla="*/ 1810097 h 2533298"/>
              <a:gd name="connsiteX163" fmla="*/ 136199 w 2537170"/>
              <a:gd name="connsiteY163" fmla="*/ 1755822 h 2533298"/>
              <a:gd name="connsiteX164" fmla="*/ 260107 w 2537170"/>
              <a:gd name="connsiteY164" fmla="*/ 1679931 h 2533298"/>
              <a:gd name="connsiteX165" fmla="*/ 229112 w 2537170"/>
              <a:gd name="connsiteY165" fmla="*/ 1608268 h 2533298"/>
              <a:gd name="connsiteX166" fmla="*/ 90064 w 2537170"/>
              <a:gd name="connsiteY166" fmla="*/ 1630833 h 2533298"/>
              <a:gd name="connsiteX167" fmla="*/ 39956 w 2537170"/>
              <a:gd name="connsiteY167" fmla="*/ 1602452 h 2533298"/>
              <a:gd name="connsiteX168" fmla="*/ 68338 w 2537170"/>
              <a:gd name="connsiteY168" fmla="*/ 1552346 h 2533298"/>
              <a:gd name="connsiteX169" fmla="*/ 204402 w 2537170"/>
              <a:gd name="connsiteY169" fmla="*/ 1498783 h 2533298"/>
              <a:gd name="connsiteX170" fmla="*/ 187341 w 2537170"/>
              <a:gd name="connsiteY170" fmla="*/ 1423192 h 2533298"/>
              <a:gd name="connsiteX171" fmla="*/ 44604 w 2537170"/>
              <a:gd name="connsiteY171" fmla="*/ 1421244 h 2533298"/>
              <a:gd name="connsiteX172" fmla="*/ 188 w 2537170"/>
              <a:gd name="connsiteY172" fmla="*/ 1384592 h 2533298"/>
              <a:gd name="connsiteX173" fmla="*/ 36838 w 2537170"/>
              <a:gd name="connsiteY173" fmla="*/ 1340173 h 2533298"/>
              <a:gd name="connsiteX174" fmla="*/ 180620 w 2537170"/>
              <a:gd name="connsiteY174" fmla="*/ 1310955 h 2533298"/>
              <a:gd name="connsiteX175" fmla="*/ 178957 w 2537170"/>
              <a:gd name="connsiteY175" fmla="*/ 1233486 h 2533298"/>
              <a:gd name="connsiteX176" fmla="*/ 41381 w 2537170"/>
              <a:gd name="connsiteY176" fmla="*/ 1207351 h 2533298"/>
              <a:gd name="connsiteX177" fmla="*/ 4001 w 2537170"/>
              <a:gd name="connsiteY177" fmla="*/ 1163544 h 2533298"/>
              <a:gd name="connsiteX178" fmla="*/ 47810 w 2537170"/>
              <a:gd name="connsiteY178" fmla="*/ 1126165 h 2533298"/>
              <a:gd name="connsiteX179" fmla="*/ 188239 w 2537170"/>
              <a:gd name="connsiteY179" fmla="*/ 1122685 h 2533298"/>
              <a:gd name="connsiteX180" fmla="*/ 202356 w 2537170"/>
              <a:gd name="connsiteY180" fmla="*/ 1044881 h 2533298"/>
              <a:gd name="connsiteX181" fmla="*/ 70345 w 2537170"/>
              <a:gd name="connsiteY181" fmla="*/ 994853 h 2533298"/>
              <a:gd name="connsiteX182" fmla="*/ 41141 w 2537170"/>
              <a:gd name="connsiteY182" fmla="*/ 945221 h 2533298"/>
              <a:gd name="connsiteX183" fmla="*/ 90773 w 2537170"/>
              <a:gd name="connsiteY183" fmla="*/ 916016 h 2533298"/>
              <a:gd name="connsiteX184" fmla="*/ 227464 w 2537170"/>
              <a:gd name="connsiteY184" fmla="*/ 936641 h 2533298"/>
              <a:gd name="connsiteX185" fmla="*/ 256980 w 2537170"/>
              <a:gd name="connsiteY185" fmla="*/ 862739 h 2533298"/>
              <a:gd name="connsiteX186" fmla="*/ 135771 w 2537170"/>
              <a:gd name="connsiteY186" fmla="*/ 790612 h 2533298"/>
              <a:gd name="connsiteX187" fmla="*/ 115630 w 2537170"/>
              <a:gd name="connsiteY187" fmla="*/ 736662 h 2533298"/>
              <a:gd name="connsiteX188" fmla="*/ 169581 w 2537170"/>
              <a:gd name="connsiteY188" fmla="*/ 716520 h 2533298"/>
              <a:gd name="connsiteX189" fmla="*/ 298530 w 2537170"/>
              <a:gd name="connsiteY189" fmla="*/ 759866 h 2533298"/>
              <a:gd name="connsiteX190" fmla="*/ 342208 w 2537170"/>
              <a:gd name="connsiteY190" fmla="*/ 692654 h 2533298"/>
              <a:gd name="connsiteX191" fmla="*/ 235672 w 2537170"/>
              <a:gd name="connsiteY191" fmla="*/ 600840 h 2533298"/>
              <a:gd name="connsiteX192" fmla="*/ 225204 w 2537170"/>
              <a:gd name="connsiteY192" fmla="*/ 544209 h 2533298"/>
              <a:gd name="connsiteX193" fmla="*/ 251352 w 2537170"/>
              <a:gd name="connsiteY193" fmla="*/ 527249 h 2533298"/>
              <a:gd name="connsiteX194" fmla="*/ 281833 w 2537170"/>
              <a:gd name="connsiteY194" fmla="*/ 533742 h 2533298"/>
              <a:gd name="connsiteX195" fmla="*/ 402695 w 2537170"/>
              <a:gd name="connsiteY195" fmla="*/ 599584 h 2533298"/>
              <a:gd name="connsiteX196" fmla="*/ 455631 w 2537170"/>
              <a:gd name="connsiteY196" fmla="*/ 539785 h 2533298"/>
              <a:gd name="connsiteX197" fmla="*/ 367008 w 2537170"/>
              <a:gd name="connsiteY197" fmla="*/ 431293 h 2533298"/>
              <a:gd name="connsiteX198" fmla="*/ 366532 w 2537170"/>
              <a:gd name="connsiteY198" fmla="*/ 373706 h 2533298"/>
              <a:gd name="connsiteX199" fmla="*/ 395227 w 2537170"/>
              <a:gd name="connsiteY199" fmla="*/ 361544 h 2533298"/>
              <a:gd name="connsiteX200" fmla="*/ 424118 w 2537170"/>
              <a:gd name="connsiteY200" fmla="*/ 373232 h 2533298"/>
              <a:gd name="connsiteX201" fmla="*/ 532850 w 2537170"/>
              <a:gd name="connsiteY201" fmla="*/ 459969 h 2533298"/>
              <a:gd name="connsiteX202" fmla="*/ 593794 w 2537170"/>
              <a:gd name="connsiteY202" fmla="*/ 408590 h 2533298"/>
              <a:gd name="connsiteX203" fmla="*/ 525789 w 2537170"/>
              <a:gd name="connsiteY203" fmla="*/ 287129 h 2533298"/>
              <a:gd name="connsiteX204" fmla="*/ 535320 w 2537170"/>
              <a:gd name="connsiteY204" fmla="*/ 230335 h 2533298"/>
              <a:gd name="connsiteX205" fmla="*/ 565691 w 2537170"/>
              <a:gd name="connsiteY205" fmla="*/ 223340 h 2533298"/>
              <a:gd name="connsiteX206" fmla="*/ 592113 w 2537170"/>
              <a:gd name="connsiteY206" fmla="*/ 239867 h 2533298"/>
              <a:gd name="connsiteX207" fmla="*/ 684772 w 2537170"/>
              <a:gd name="connsiteY207" fmla="*/ 344893 h 2533298"/>
              <a:gd name="connsiteX208" fmla="*/ 752622 w 2537170"/>
              <a:gd name="connsiteY208" fmla="*/ 302863 h 2533298"/>
              <a:gd name="connsiteX209" fmla="*/ 707191 w 2537170"/>
              <a:gd name="connsiteY209" fmla="*/ 172728 h 2533298"/>
              <a:gd name="connsiteX210" fmla="*/ 726440 w 2537170"/>
              <a:gd name="connsiteY210" fmla="*/ 118453 h 2533298"/>
              <a:gd name="connsiteX211" fmla="*/ 757566 w 2537170"/>
              <a:gd name="connsiteY211" fmla="*/ 116838 h 2533298"/>
              <a:gd name="connsiteX212" fmla="*/ 780715 w 2537170"/>
              <a:gd name="connsiteY212" fmla="*/ 137702 h 2533298"/>
              <a:gd name="connsiteX213" fmla="*/ 854063 w 2537170"/>
              <a:gd name="connsiteY213" fmla="*/ 257770 h 2533298"/>
              <a:gd name="connsiteX214" fmla="*/ 927540 w 2537170"/>
              <a:gd name="connsiteY214" fmla="*/ 225719 h 2533298"/>
              <a:gd name="connsiteX215" fmla="*/ 905705 w 2537170"/>
              <a:gd name="connsiteY215" fmla="*/ 91565 h 2533298"/>
              <a:gd name="connsiteX216" fmla="*/ 934087 w 2537170"/>
              <a:gd name="connsiteY216" fmla="*/ 41456 h 2533298"/>
              <a:gd name="connsiteX217" fmla="*/ 984194 w 2537170"/>
              <a:gd name="connsiteY217" fmla="*/ 69838 h 2533298"/>
              <a:gd name="connsiteX218" fmla="*/ 1035763 w 2537170"/>
              <a:gd name="connsiteY218" fmla="*/ 201294 h 2533298"/>
              <a:gd name="connsiteX219" fmla="*/ 1113481 w 2537170"/>
              <a:gd name="connsiteY219" fmla="*/ 183754 h 2533298"/>
              <a:gd name="connsiteX220" fmla="*/ 1115295 w 2537170"/>
              <a:gd name="connsiteY220" fmla="*/ 46107 h 2533298"/>
              <a:gd name="connsiteX221" fmla="*/ 1151946 w 2537170"/>
              <a:gd name="connsiteY221" fmla="*/ 1689 h 2533298"/>
              <a:gd name="connsiteX222" fmla="*/ 1196364 w 2537170"/>
              <a:gd name="connsiteY222" fmla="*/ 38339 h 2533298"/>
              <a:gd name="connsiteX223" fmla="*/ 1224375 w 2537170"/>
              <a:gd name="connsiteY223" fmla="*/ 177006 h 2533298"/>
              <a:gd name="connsiteX224" fmla="*/ 1300582 w 2537170"/>
              <a:gd name="connsiteY224" fmla="*/ 175370 h 2533298"/>
              <a:gd name="connsiteX225" fmla="*/ 1326769 w 2537170"/>
              <a:gd name="connsiteY225" fmla="*/ 37508 h 2533298"/>
              <a:gd name="connsiteX226" fmla="*/ 1370577 w 2537170"/>
              <a:gd name="connsiteY226" fmla="*/ 129 h 2533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2537170" h="2533298">
                <a:moveTo>
                  <a:pt x="860885" y="1437939"/>
                </a:moveTo>
                <a:lnTo>
                  <a:pt x="402545" y="1560751"/>
                </a:lnTo>
                <a:cubicBezTo>
                  <a:pt x="521370" y="1919512"/>
                  <a:pt x="860412" y="2176428"/>
                  <a:pt x="1259461" y="2176428"/>
                </a:cubicBezTo>
                <a:cubicBezTo>
                  <a:pt x="1487421" y="2176428"/>
                  <a:pt x="1695797" y="2092587"/>
                  <a:pt x="1852888" y="1951120"/>
                </a:cubicBezTo>
                <a:lnTo>
                  <a:pt x="1513851" y="1612087"/>
                </a:lnTo>
                <a:cubicBezTo>
                  <a:pt x="1505121" y="1627182"/>
                  <a:pt x="1491598" y="1636027"/>
                  <a:pt x="1477444" y="1644201"/>
                </a:cubicBezTo>
                <a:cubicBezTo>
                  <a:pt x="1268926" y="1764588"/>
                  <a:pt x="1002297" y="1693146"/>
                  <a:pt x="881909" y="1484630"/>
                </a:cubicBezTo>
                <a:close/>
                <a:moveTo>
                  <a:pt x="1259461" y="986252"/>
                </a:moveTo>
                <a:cubicBezTo>
                  <a:pt x="1104601" y="986252"/>
                  <a:pt x="979064" y="1111789"/>
                  <a:pt x="979064" y="1266649"/>
                </a:cubicBezTo>
                <a:cubicBezTo>
                  <a:pt x="979064" y="1421509"/>
                  <a:pt x="1104601" y="1547047"/>
                  <a:pt x="1259461" y="1547047"/>
                </a:cubicBezTo>
                <a:cubicBezTo>
                  <a:pt x="1414321" y="1547047"/>
                  <a:pt x="1539859" y="1421509"/>
                  <a:pt x="1539859" y="1266649"/>
                </a:cubicBezTo>
                <a:cubicBezTo>
                  <a:pt x="1539859" y="1111789"/>
                  <a:pt x="1414321" y="986252"/>
                  <a:pt x="1259461" y="986252"/>
                </a:cubicBezTo>
                <a:close/>
                <a:moveTo>
                  <a:pt x="1548911" y="408290"/>
                </a:moveTo>
                <a:lnTo>
                  <a:pt x="1426040" y="866853"/>
                </a:lnTo>
                <a:cubicBezTo>
                  <a:pt x="1512471" y="899678"/>
                  <a:pt x="1587244" y="962457"/>
                  <a:pt x="1637017" y="1048669"/>
                </a:cubicBezTo>
                <a:cubicBezTo>
                  <a:pt x="1728232" y="1206659"/>
                  <a:pt x="1709320" y="1398010"/>
                  <a:pt x="1603283" y="1533201"/>
                </a:cubicBezTo>
                <a:lnTo>
                  <a:pt x="1937706" y="1867622"/>
                </a:lnTo>
                <a:cubicBezTo>
                  <a:pt x="2082783" y="1709435"/>
                  <a:pt x="2169239" y="1498137"/>
                  <a:pt x="2169239" y="1266649"/>
                </a:cubicBezTo>
                <a:cubicBezTo>
                  <a:pt x="2169239" y="865881"/>
                  <a:pt x="1910103" y="525635"/>
                  <a:pt x="1548911" y="408290"/>
                </a:cubicBezTo>
                <a:close/>
                <a:moveTo>
                  <a:pt x="1259461" y="356871"/>
                </a:moveTo>
                <a:cubicBezTo>
                  <a:pt x="757005" y="356871"/>
                  <a:pt x="349683" y="764193"/>
                  <a:pt x="349683" y="1266649"/>
                </a:cubicBezTo>
                <a:lnTo>
                  <a:pt x="367847" y="1446833"/>
                </a:lnTo>
                <a:lnTo>
                  <a:pt x="827444" y="1323684"/>
                </a:lnTo>
                <a:cubicBezTo>
                  <a:pt x="804815" y="1154114"/>
                  <a:pt x="884110" y="979957"/>
                  <a:pt x="1041485" y="889097"/>
                </a:cubicBezTo>
                <a:cubicBezTo>
                  <a:pt x="1119677" y="843951"/>
                  <a:pt x="1206043" y="825783"/>
                  <a:pt x="1289805" y="831703"/>
                </a:cubicBezTo>
                <a:lnTo>
                  <a:pt x="1311143" y="835808"/>
                </a:lnTo>
                <a:lnTo>
                  <a:pt x="1434739" y="374541"/>
                </a:lnTo>
                <a:cubicBezTo>
                  <a:pt x="1378126" y="362680"/>
                  <a:pt x="1319472" y="356871"/>
                  <a:pt x="1259461" y="356871"/>
                </a:cubicBezTo>
                <a:close/>
                <a:moveTo>
                  <a:pt x="1268585" y="293382"/>
                </a:moveTo>
                <a:cubicBezTo>
                  <a:pt x="1806107" y="293382"/>
                  <a:pt x="2241854" y="729129"/>
                  <a:pt x="2241854" y="1266650"/>
                </a:cubicBezTo>
                <a:cubicBezTo>
                  <a:pt x="2241854" y="1804171"/>
                  <a:pt x="1806107" y="2239918"/>
                  <a:pt x="1268585" y="2239918"/>
                </a:cubicBezTo>
                <a:cubicBezTo>
                  <a:pt x="731063" y="2239918"/>
                  <a:pt x="295316" y="1804171"/>
                  <a:pt x="295316" y="1266650"/>
                </a:cubicBezTo>
                <a:cubicBezTo>
                  <a:pt x="295316" y="729129"/>
                  <a:pt x="731063" y="293382"/>
                  <a:pt x="1268585" y="293382"/>
                </a:cubicBezTo>
                <a:close/>
                <a:moveTo>
                  <a:pt x="1268585" y="230994"/>
                </a:moveTo>
                <a:cubicBezTo>
                  <a:pt x="696607" y="230994"/>
                  <a:pt x="232928" y="694673"/>
                  <a:pt x="232928" y="1266650"/>
                </a:cubicBezTo>
                <a:cubicBezTo>
                  <a:pt x="232928" y="1838627"/>
                  <a:pt x="696607" y="2302306"/>
                  <a:pt x="1268585" y="2302306"/>
                </a:cubicBezTo>
                <a:cubicBezTo>
                  <a:pt x="1840563" y="2302306"/>
                  <a:pt x="2304242" y="1838627"/>
                  <a:pt x="2304242" y="1266650"/>
                </a:cubicBezTo>
                <a:cubicBezTo>
                  <a:pt x="2304242" y="694673"/>
                  <a:pt x="1840563" y="230994"/>
                  <a:pt x="1268585" y="230994"/>
                </a:cubicBezTo>
                <a:close/>
                <a:moveTo>
                  <a:pt x="1370577" y="129"/>
                </a:moveTo>
                <a:cubicBezTo>
                  <a:pt x="1392996" y="1904"/>
                  <a:pt x="1409731" y="21519"/>
                  <a:pt x="1407956" y="43937"/>
                </a:cubicBezTo>
                <a:lnTo>
                  <a:pt x="1411431" y="184077"/>
                </a:lnTo>
                <a:lnTo>
                  <a:pt x="1482158" y="196909"/>
                </a:lnTo>
                <a:lnTo>
                  <a:pt x="1531455" y="64872"/>
                </a:lnTo>
                <a:cubicBezTo>
                  <a:pt x="1537097" y="43101"/>
                  <a:pt x="1559318" y="30025"/>
                  <a:pt x="1581088" y="35666"/>
                </a:cubicBezTo>
                <a:cubicBezTo>
                  <a:pt x="1602857" y="41308"/>
                  <a:pt x="1615935" y="63529"/>
                  <a:pt x="1610292" y="85299"/>
                </a:cubicBezTo>
                <a:lnTo>
                  <a:pt x="1590652" y="219957"/>
                </a:lnTo>
                <a:lnTo>
                  <a:pt x="1665197" y="249732"/>
                </a:lnTo>
                <a:lnTo>
                  <a:pt x="1736025" y="129366"/>
                </a:lnTo>
                <a:cubicBezTo>
                  <a:pt x="1745361" y="108907"/>
                  <a:pt x="1769515" y="99887"/>
                  <a:pt x="1789976" y="109225"/>
                </a:cubicBezTo>
                <a:cubicBezTo>
                  <a:pt x="1810435" y="118561"/>
                  <a:pt x="1819454" y="142715"/>
                  <a:pt x="1810118" y="163174"/>
                </a:cubicBezTo>
                <a:lnTo>
                  <a:pt x="1767925" y="290765"/>
                </a:lnTo>
                <a:cubicBezTo>
                  <a:pt x="1792392" y="302408"/>
                  <a:pt x="1815978" y="315581"/>
                  <a:pt x="1836575" y="333544"/>
                </a:cubicBezTo>
                <a:lnTo>
                  <a:pt x="1926288" y="228405"/>
                </a:lnTo>
                <a:cubicBezTo>
                  <a:pt x="1932663" y="219141"/>
                  <a:pt x="1942188" y="213338"/>
                  <a:pt x="1952435" y="211444"/>
                </a:cubicBezTo>
                <a:cubicBezTo>
                  <a:pt x="1962685" y="209549"/>
                  <a:pt x="1973654" y="211565"/>
                  <a:pt x="1982916" y="217939"/>
                </a:cubicBezTo>
                <a:cubicBezTo>
                  <a:pt x="2001444" y="230683"/>
                  <a:pt x="2006133" y="256037"/>
                  <a:pt x="1993385" y="274565"/>
                </a:cubicBezTo>
                <a:lnTo>
                  <a:pt x="1929215" y="393751"/>
                </a:lnTo>
                <a:cubicBezTo>
                  <a:pt x="1952245" y="408203"/>
                  <a:pt x="1973206" y="425315"/>
                  <a:pt x="1990985" y="446006"/>
                </a:cubicBezTo>
                <a:lnTo>
                  <a:pt x="2096463" y="358978"/>
                </a:lnTo>
                <a:cubicBezTo>
                  <a:pt x="2104349" y="350963"/>
                  <a:pt x="2114737" y="346900"/>
                  <a:pt x="2125159" y="346814"/>
                </a:cubicBezTo>
                <a:cubicBezTo>
                  <a:pt x="2135580" y="346729"/>
                  <a:pt x="2146034" y="350618"/>
                  <a:pt x="2154049" y="358503"/>
                </a:cubicBezTo>
                <a:cubicBezTo>
                  <a:pt x="2170083" y="374272"/>
                  <a:pt x="2170295" y="400055"/>
                  <a:pt x="2154524" y="416088"/>
                </a:cubicBezTo>
                <a:lnTo>
                  <a:pt x="2070300" y="522740"/>
                </a:lnTo>
                <a:cubicBezTo>
                  <a:pt x="2091314" y="540242"/>
                  <a:pt x="2109043" y="560786"/>
                  <a:pt x="2123835" y="583690"/>
                </a:cubicBezTo>
                <a:lnTo>
                  <a:pt x="2241379" y="517116"/>
                </a:lnTo>
                <a:cubicBezTo>
                  <a:pt x="2250536" y="510592"/>
                  <a:pt x="2261472" y="508395"/>
                  <a:pt x="2271750" y="510120"/>
                </a:cubicBezTo>
                <a:cubicBezTo>
                  <a:pt x="2282027" y="511846"/>
                  <a:pt x="2291648" y="517491"/>
                  <a:pt x="2298174" y="526648"/>
                </a:cubicBezTo>
                <a:cubicBezTo>
                  <a:pt x="2311222" y="544964"/>
                  <a:pt x="2306955" y="570392"/>
                  <a:pt x="2288641" y="583442"/>
                </a:cubicBezTo>
                <a:lnTo>
                  <a:pt x="2187044" y="673967"/>
                </a:lnTo>
                <a:cubicBezTo>
                  <a:pt x="2205451" y="694460"/>
                  <a:pt x="2219407" y="717867"/>
                  <a:pt x="2231207" y="742498"/>
                </a:cubicBezTo>
                <a:lnTo>
                  <a:pt x="2356634" y="698018"/>
                </a:lnTo>
                <a:cubicBezTo>
                  <a:pt x="2366784" y="693183"/>
                  <a:pt x="2377935" y="692919"/>
                  <a:pt x="2387756" y="696403"/>
                </a:cubicBezTo>
                <a:cubicBezTo>
                  <a:pt x="2397579" y="699887"/>
                  <a:pt x="2406072" y="707117"/>
                  <a:pt x="2410907" y="717268"/>
                </a:cubicBezTo>
                <a:cubicBezTo>
                  <a:pt x="2420581" y="737570"/>
                  <a:pt x="2411962" y="761871"/>
                  <a:pt x="2391659" y="771542"/>
                </a:cubicBezTo>
                <a:lnTo>
                  <a:pt x="2275899" y="843042"/>
                </a:lnTo>
                <a:lnTo>
                  <a:pt x="2309184" y="917923"/>
                </a:lnTo>
                <a:lnTo>
                  <a:pt x="2438723" y="896186"/>
                </a:lnTo>
                <a:cubicBezTo>
                  <a:pt x="2460396" y="890186"/>
                  <a:pt x="2482831" y="902892"/>
                  <a:pt x="2488830" y="924566"/>
                </a:cubicBezTo>
                <a:cubicBezTo>
                  <a:pt x="2494830" y="946240"/>
                  <a:pt x="2482123" y="968673"/>
                  <a:pt x="2460450" y="974674"/>
                </a:cubicBezTo>
                <a:lnTo>
                  <a:pt x="2334042" y="1024982"/>
                </a:lnTo>
                <a:lnTo>
                  <a:pt x="2351989" y="1104495"/>
                </a:lnTo>
                <a:lnTo>
                  <a:pt x="2485152" y="1105597"/>
                </a:lnTo>
                <a:cubicBezTo>
                  <a:pt x="2507540" y="1103452"/>
                  <a:pt x="2527428" y="1119860"/>
                  <a:pt x="2529571" y="1142247"/>
                </a:cubicBezTo>
                <a:cubicBezTo>
                  <a:pt x="2531716" y="1164634"/>
                  <a:pt x="2515307" y="1184521"/>
                  <a:pt x="2492921" y="1186666"/>
                </a:cubicBezTo>
                <a:lnTo>
                  <a:pt x="2359802" y="1214237"/>
                </a:lnTo>
                <a:lnTo>
                  <a:pt x="2361526" y="1294592"/>
                </a:lnTo>
                <a:lnTo>
                  <a:pt x="2499662" y="1320295"/>
                </a:lnTo>
                <a:cubicBezTo>
                  <a:pt x="2522079" y="1322068"/>
                  <a:pt x="2538817" y="1341683"/>
                  <a:pt x="2537041" y="1364103"/>
                </a:cubicBezTo>
                <a:cubicBezTo>
                  <a:pt x="2535266" y="1386521"/>
                  <a:pt x="2515652" y="1403257"/>
                  <a:pt x="2493234" y="1401481"/>
                </a:cubicBezTo>
                <a:lnTo>
                  <a:pt x="2353247" y="1405705"/>
                </a:lnTo>
                <a:lnTo>
                  <a:pt x="2339167" y="1483310"/>
                </a:lnTo>
                <a:lnTo>
                  <a:pt x="2471668" y="1532957"/>
                </a:lnTo>
                <a:cubicBezTo>
                  <a:pt x="2493437" y="1538599"/>
                  <a:pt x="2506512" y="1560818"/>
                  <a:pt x="2500873" y="1582589"/>
                </a:cubicBezTo>
                <a:cubicBezTo>
                  <a:pt x="2495231" y="1604358"/>
                  <a:pt x="2473010" y="1617436"/>
                  <a:pt x="2451240" y="1611794"/>
                </a:cubicBezTo>
                <a:lnTo>
                  <a:pt x="2314998" y="1591988"/>
                </a:lnTo>
                <a:lnTo>
                  <a:pt x="2285532" y="1665756"/>
                </a:lnTo>
                <a:lnTo>
                  <a:pt x="2407173" y="1737526"/>
                </a:lnTo>
                <a:cubicBezTo>
                  <a:pt x="2427634" y="1746863"/>
                  <a:pt x="2436650" y="1771017"/>
                  <a:pt x="2427315" y="1791476"/>
                </a:cubicBezTo>
                <a:cubicBezTo>
                  <a:pt x="2417979" y="1811937"/>
                  <a:pt x="2393824" y="1820955"/>
                  <a:pt x="2373363" y="1811618"/>
                </a:cubicBezTo>
                <a:lnTo>
                  <a:pt x="2244296" y="1769003"/>
                </a:lnTo>
                <a:cubicBezTo>
                  <a:pt x="2232268" y="1792894"/>
                  <a:pt x="2219160" y="1816135"/>
                  <a:pt x="2201195" y="1836322"/>
                </a:cubicBezTo>
                <a:lnTo>
                  <a:pt x="2308136" y="1927790"/>
                </a:lnTo>
                <a:cubicBezTo>
                  <a:pt x="2326662" y="1940536"/>
                  <a:pt x="2331348" y="1965890"/>
                  <a:pt x="2318603" y="1984416"/>
                </a:cubicBezTo>
                <a:cubicBezTo>
                  <a:pt x="2305855" y="2002946"/>
                  <a:pt x="2280501" y="2007632"/>
                  <a:pt x="2261973" y="1994887"/>
                </a:cubicBezTo>
                <a:lnTo>
                  <a:pt x="2140578" y="1929597"/>
                </a:lnTo>
                <a:cubicBezTo>
                  <a:pt x="2126017" y="1951990"/>
                  <a:pt x="2109111" y="1972541"/>
                  <a:pt x="2088541" y="1989816"/>
                </a:cubicBezTo>
                <a:lnTo>
                  <a:pt x="2177561" y="2097965"/>
                </a:lnTo>
                <a:cubicBezTo>
                  <a:pt x="2193593" y="2113734"/>
                  <a:pt x="2193807" y="2139515"/>
                  <a:pt x="2178037" y="2155550"/>
                </a:cubicBezTo>
                <a:cubicBezTo>
                  <a:pt x="2162268" y="2171583"/>
                  <a:pt x="2136484" y="2171795"/>
                  <a:pt x="2120451" y="2156025"/>
                </a:cubicBezTo>
                <a:lnTo>
                  <a:pt x="2011161" y="2069798"/>
                </a:lnTo>
                <a:cubicBezTo>
                  <a:pt x="1993817" y="2090196"/>
                  <a:pt x="1973630" y="2107500"/>
                  <a:pt x="1951011" y="2121759"/>
                </a:cubicBezTo>
                <a:lnTo>
                  <a:pt x="2019421" y="2242879"/>
                </a:lnTo>
                <a:cubicBezTo>
                  <a:pt x="2032474" y="2261194"/>
                  <a:pt x="2028205" y="2286621"/>
                  <a:pt x="2009891" y="2299674"/>
                </a:cubicBezTo>
                <a:cubicBezTo>
                  <a:pt x="1991578" y="2312724"/>
                  <a:pt x="1966149" y="2308455"/>
                  <a:pt x="1953098" y="2290141"/>
                </a:cubicBezTo>
                <a:lnTo>
                  <a:pt x="1859851" y="2185586"/>
                </a:lnTo>
                <a:cubicBezTo>
                  <a:pt x="1839743" y="2203460"/>
                  <a:pt x="1816841" y="2217033"/>
                  <a:pt x="1792668" y="2228350"/>
                </a:cubicBezTo>
                <a:lnTo>
                  <a:pt x="1838521" y="2358132"/>
                </a:lnTo>
                <a:cubicBezTo>
                  <a:pt x="1848194" y="2378436"/>
                  <a:pt x="1839576" y="2402734"/>
                  <a:pt x="1819273" y="2412408"/>
                </a:cubicBezTo>
                <a:cubicBezTo>
                  <a:pt x="1798969" y="2422080"/>
                  <a:pt x="1774669" y="2413464"/>
                  <a:pt x="1764999" y="2393158"/>
                </a:cubicBezTo>
                <a:lnTo>
                  <a:pt x="1691031" y="2273527"/>
                </a:lnTo>
                <a:lnTo>
                  <a:pt x="1617991" y="2305992"/>
                </a:lnTo>
                <a:lnTo>
                  <a:pt x="1640356" y="2440221"/>
                </a:lnTo>
                <a:cubicBezTo>
                  <a:pt x="1646353" y="2461896"/>
                  <a:pt x="1633647" y="2484329"/>
                  <a:pt x="1611974" y="2490330"/>
                </a:cubicBezTo>
                <a:cubicBezTo>
                  <a:pt x="1590301" y="2496331"/>
                  <a:pt x="1567865" y="2483623"/>
                  <a:pt x="1561865" y="2461948"/>
                </a:cubicBezTo>
                <a:lnTo>
                  <a:pt x="1509649" y="2330916"/>
                </a:lnTo>
                <a:lnTo>
                  <a:pt x="1432251" y="2348385"/>
                </a:lnTo>
                <a:lnTo>
                  <a:pt x="1430944" y="2486652"/>
                </a:lnTo>
                <a:cubicBezTo>
                  <a:pt x="1433089" y="2509038"/>
                  <a:pt x="1416678" y="2528925"/>
                  <a:pt x="1394292" y="2531070"/>
                </a:cubicBezTo>
                <a:cubicBezTo>
                  <a:pt x="1371905" y="2533216"/>
                  <a:pt x="1352021" y="2516806"/>
                  <a:pt x="1349875" y="2494418"/>
                </a:cubicBezTo>
                <a:lnTo>
                  <a:pt x="1321178" y="2356183"/>
                </a:lnTo>
                <a:lnTo>
                  <a:pt x="1239478" y="2357937"/>
                </a:lnTo>
                <a:lnTo>
                  <a:pt x="1213826" y="2495788"/>
                </a:lnTo>
                <a:cubicBezTo>
                  <a:pt x="1212053" y="2518209"/>
                  <a:pt x="1192437" y="2534945"/>
                  <a:pt x="1170018" y="2533169"/>
                </a:cubicBezTo>
                <a:cubicBezTo>
                  <a:pt x="1147601" y="2531392"/>
                  <a:pt x="1130864" y="2511779"/>
                  <a:pt x="1132638" y="2489360"/>
                </a:cubicBezTo>
                <a:lnTo>
                  <a:pt x="1128406" y="2349083"/>
                </a:lnTo>
                <a:lnTo>
                  <a:pt x="1043631" y="2333701"/>
                </a:lnTo>
                <a:lnTo>
                  <a:pt x="993350" y="2466192"/>
                </a:lnTo>
                <a:cubicBezTo>
                  <a:pt x="987710" y="2487962"/>
                  <a:pt x="965489" y="2501037"/>
                  <a:pt x="943719" y="2495395"/>
                </a:cubicBezTo>
                <a:cubicBezTo>
                  <a:pt x="921949" y="2489755"/>
                  <a:pt x="908874" y="2467533"/>
                  <a:pt x="914514" y="2445762"/>
                </a:cubicBezTo>
                <a:lnTo>
                  <a:pt x="935216" y="2307457"/>
                </a:lnTo>
                <a:lnTo>
                  <a:pt x="862093" y="2278252"/>
                </a:lnTo>
                <a:lnTo>
                  <a:pt x="789112" y="2400765"/>
                </a:lnTo>
                <a:cubicBezTo>
                  <a:pt x="779777" y="2421223"/>
                  <a:pt x="755621" y="2430242"/>
                  <a:pt x="735160" y="2420908"/>
                </a:cubicBezTo>
                <a:cubicBezTo>
                  <a:pt x="714701" y="2411570"/>
                  <a:pt x="705683" y="2387416"/>
                  <a:pt x="715020" y="2366955"/>
                </a:cubicBezTo>
                <a:lnTo>
                  <a:pt x="759036" y="2235507"/>
                </a:lnTo>
                <a:lnTo>
                  <a:pt x="692833" y="2192481"/>
                </a:lnTo>
                <a:lnTo>
                  <a:pt x="599337" y="2300865"/>
                </a:lnTo>
                <a:cubicBezTo>
                  <a:pt x="586589" y="2319393"/>
                  <a:pt x="561236" y="2324078"/>
                  <a:pt x="542706" y="2311333"/>
                </a:cubicBezTo>
                <a:cubicBezTo>
                  <a:pt x="524180" y="2298587"/>
                  <a:pt x="519494" y="2273233"/>
                  <a:pt x="532239" y="2254706"/>
                </a:cubicBezTo>
                <a:lnTo>
                  <a:pt x="599127" y="2131584"/>
                </a:lnTo>
                <a:cubicBezTo>
                  <a:pt x="577634" y="2116429"/>
                  <a:pt x="557504" y="2099583"/>
                  <a:pt x="540894" y="2078858"/>
                </a:cubicBezTo>
                <a:lnTo>
                  <a:pt x="429791" y="2169528"/>
                </a:lnTo>
                <a:cubicBezTo>
                  <a:pt x="414019" y="2185562"/>
                  <a:pt x="388237" y="2185777"/>
                  <a:pt x="372204" y="2170006"/>
                </a:cubicBezTo>
                <a:cubicBezTo>
                  <a:pt x="356172" y="2154236"/>
                  <a:pt x="355958" y="2128453"/>
                  <a:pt x="371731" y="2112420"/>
                </a:cubicBezTo>
                <a:lnTo>
                  <a:pt x="460407" y="2000990"/>
                </a:lnTo>
                <a:cubicBezTo>
                  <a:pt x="440903" y="1983438"/>
                  <a:pt x="424063" y="1963476"/>
                  <a:pt x="410621" y="1940841"/>
                </a:cubicBezTo>
                <a:lnTo>
                  <a:pt x="285628" y="2010748"/>
                </a:lnTo>
                <a:cubicBezTo>
                  <a:pt x="267312" y="2023800"/>
                  <a:pt x="241885" y="2019532"/>
                  <a:pt x="228834" y="2001218"/>
                </a:cubicBezTo>
                <a:cubicBezTo>
                  <a:pt x="215783" y="1982903"/>
                  <a:pt x="220051" y="1957475"/>
                  <a:pt x="238365" y="1944425"/>
                </a:cubicBezTo>
                <a:lnTo>
                  <a:pt x="346301" y="1848975"/>
                </a:lnTo>
                <a:cubicBezTo>
                  <a:pt x="329215" y="1828996"/>
                  <a:pt x="316096" y="1806485"/>
                  <a:pt x="305688" y="1782475"/>
                </a:cubicBezTo>
                <a:lnTo>
                  <a:pt x="171227" y="1829346"/>
                </a:lnTo>
                <a:cubicBezTo>
                  <a:pt x="150924" y="1839018"/>
                  <a:pt x="126622" y="1830401"/>
                  <a:pt x="116952" y="1810097"/>
                </a:cubicBezTo>
                <a:cubicBezTo>
                  <a:pt x="107280" y="1789795"/>
                  <a:pt x="115896" y="1765494"/>
                  <a:pt x="136199" y="1755822"/>
                </a:cubicBezTo>
                <a:lnTo>
                  <a:pt x="260107" y="1679931"/>
                </a:lnTo>
                <a:cubicBezTo>
                  <a:pt x="245918" y="1657664"/>
                  <a:pt x="236895" y="1633211"/>
                  <a:pt x="229112" y="1608268"/>
                </a:cubicBezTo>
                <a:lnTo>
                  <a:pt x="90064" y="1630833"/>
                </a:lnTo>
                <a:cubicBezTo>
                  <a:pt x="68392" y="1636834"/>
                  <a:pt x="45954" y="1624126"/>
                  <a:pt x="39956" y="1602452"/>
                </a:cubicBezTo>
                <a:cubicBezTo>
                  <a:pt x="33956" y="1580778"/>
                  <a:pt x="46663" y="1558345"/>
                  <a:pt x="68338" y="1552346"/>
                </a:cubicBezTo>
                <a:lnTo>
                  <a:pt x="204402" y="1498783"/>
                </a:lnTo>
                <a:lnTo>
                  <a:pt x="187341" y="1423192"/>
                </a:lnTo>
                <a:lnTo>
                  <a:pt x="44604" y="1421244"/>
                </a:lnTo>
                <a:cubicBezTo>
                  <a:pt x="22218" y="1423388"/>
                  <a:pt x="2333" y="1406978"/>
                  <a:pt x="188" y="1384592"/>
                </a:cubicBezTo>
                <a:cubicBezTo>
                  <a:pt x="-1958" y="1362205"/>
                  <a:pt x="14452" y="1342318"/>
                  <a:pt x="36838" y="1340173"/>
                </a:cubicBezTo>
                <a:lnTo>
                  <a:pt x="180620" y="1310955"/>
                </a:lnTo>
                <a:lnTo>
                  <a:pt x="178957" y="1233486"/>
                </a:lnTo>
                <a:lnTo>
                  <a:pt x="41381" y="1207351"/>
                </a:lnTo>
                <a:cubicBezTo>
                  <a:pt x="18961" y="1205576"/>
                  <a:pt x="2225" y="1185963"/>
                  <a:pt x="4001" y="1163544"/>
                </a:cubicBezTo>
                <a:cubicBezTo>
                  <a:pt x="5776" y="1141124"/>
                  <a:pt x="25391" y="1124389"/>
                  <a:pt x="47810" y="1126165"/>
                </a:cubicBezTo>
                <a:lnTo>
                  <a:pt x="188239" y="1122685"/>
                </a:lnTo>
                <a:lnTo>
                  <a:pt x="202356" y="1044881"/>
                </a:lnTo>
                <a:lnTo>
                  <a:pt x="70345" y="994853"/>
                </a:lnTo>
                <a:cubicBezTo>
                  <a:pt x="48576" y="989212"/>
                  <a:pt x="35499" y="966990"/>
                  <a:pt x="41141" y="945221"/>
                </a:cubicBezTo>
                <a:cubicBezTo>
                  <a:pt x="46781" y="923449"/>
                  <a:pt x="69003" y="910375"/>
                  <a:pt x="90773" y="916016"/>
                </a:cubicBezTo>
                <a:lnTo>
                  <a:pt x="227464" y="936641"/>
                </a:lnTo>
                <a:lnTo>
                  <a:pt x="256980" y="862739"/>
                </a:lnTo>
                <a:lnTo>
                  <a:pt x="135771" y="790612"/>
                </a:lnTo>
                <a:cubicBezTo>
                  <a:pt x="115313" y="781277"/>
                  <a:pt x="106294" y="757123"/>
                  <a:pt x="115630" y="736662"/>
                </a:cubicBezTo>
                <a:cubicBezTo>
                  <a:pt x="124966" y="716203"/>
                  <a:pt x="149120" y="707186"/>
                  <a:pt x="169581" y="716520"/>
                </a:cubicBezTo>
                <a:lnTo>
                  <a:pt x="298530" y="759866"/>
                </a:lnTo>
                <a:lnTo>
                  <a:pt x="342208" y="692654"/>
                </a:lnTo>
                <a:lnTo>
                  <a:pt x="235672" y="600840"/>
                </a:lnTo>
                <a:cubicBezTo>
                  <a:pt x="217143" y="588091"/>
                  <a:pt x="212458" y="562737"/>
                  <a:pt x="225204" y="544209"/>
                </a:cubicBezTo>
                <a:cubicBezTo>
                  <a:pt x="231577" y="534947"/>
                  <a:pt x="241102" y="529142"/>
                  <a:pt x="251352" y="527249"/>
                </a:cubicBezTo>
                <a:cubicBezTo>
                  <a:pt x="261599" y="525354"/>
                  <a:pt x="272568" y="527369"/>
                  <a:pt x="281833" y="533742"/>
                </a:cubicBezTo>
                <a:lnTo>
                  <a:pt x="402695" y="599584"/>
                </a:lnTo>
                <a:cubicBezTo>
                  <a:pt x="417708" y="577423"/>
                  <a:pt x="434761" y="556883"/>
                  <a:pt x="455631" y="539785"/>
                </a:cubicBezTo>
                <a:lnTo>
                  <a:pt x="367008" y="431293"/>
                </a:lnTo>
                <a:cubicBezTo>
                  <a:pt x="350973" y="415523"/>
                  <a:pt x="350762" y="389740"/>
                  <a:pt x="366532" y="373706"/>
                </a:cubicBezTo>
                <a:cubicBezTo>
                  <a:pt x="374417" y="365691"/>
                  <a:pt x="384806" y="361628"/>
                  <a:pt x="395227" y="361544"/>
                </a:cubicBezTo>
                <a:cubicBezTo>
                  <a:pt x="405648" y="361458"/>
                  <a:pt x="416102" y="365347"/>
                  <a:pt x="424118" y="373232"/>
                </a:cubicBezTo>
                <a:lnTo>
                  <a:pt x="532850" y="459969"/>
                </a:lnTo>
                <a:cubicBezTo>
                  <a:pt x="550537" y="439813"/>
                  <a:pt x="570861" y="422553"/>
                  <a:pt x="593794" y="408590"/>
                </a:cubicBezTo>
                <a:lnTo>
                  <a:pt x="525789" y="287129"/>
                </a:lnTo>
                <a:cubicBezTo>
                  <a:pt x="512738" y="268814"/>
                  <a:pt x="517006" y="243385"/>
                  <a:pt x="535320" y="230335"/>
                </a:cubicBezTo>
                <a:cubicBezTo>
                  <a:pt x="544478" y="223811"/>
                  <a:pt x="555414" y="221614"/>
                  <a:pt x="565691" y="223340"/>
                </a:cubicBezTo>
                <a:cubicBezTo>
                  <a:pt x="575969" y="225064"/>
                  <a:pt x="585588" y="230711"/>
                  <a:pt x="592113" y="239867"/>
                </a:cubicBezTo>
                <a:lnTo>
                  <a:pt x="684772" y="344893"/>
                </a:lnTo>
                <a:cubicBezTo>
                  <a:pt x="705124" y="327248"/>
                  <a:pt x="728145" y="313746"/>
                  <a:pt x="752622" y="302863"/>
                </a:cubicBezTo>
                <a:lnTo>
                  <a:pt x="707191" y="172728"/>
                </a:lnTo>
                <a:cubicBezTo>
                  <a:pt x="697520" y="152425"/>
                  <a:pt x="706137" y="128125"/>
                  <a:pt x="726440" y="118453"/>
                </a:cubicBezTo>
                <a:cubicBezTo>
                  <a:pt x="736591" y="113616"/>
                  <a:pt x="747742" y="113354"/>
                  <a:pt x="757566" y="116838"/>
                </a:cubicBezTo>
                <a:cubicBezTo>
                  <a:pt x="767387" y="120320"/>
                  <a:pt x="775880" y="127550"/>
                  <a:pt x="780715" y="137702"/>
                </a:cubicBezTo>
                <a:lnTo>
                  <a:pt x="854063" y="257770"/>
                </a:lnTo>
                <a:cubicBezTo>
                  <a:pt x="876893" y="243169"/>
                  <a:pt x="901978" y="233855"/>
                  <a:pt x="927540" y="225719"/>
                </a:cubicBezTo>
                <a:lnTo>
                  <a:pt x="905705" y="91565"/>
                </a:lnTo>
                <a:cubicBezTo>
                  <a:pt x="899704" y="69892"/>
                  <a:pt x="912412" y="47456"/>
                  <a:pt x="934087" y="41456"/>
                </a:cubicBezTo>
                <a:cubicBezTo>
                  <a:pt x="955760" y="35456"/>
                  <a:pt x="978195" y="48165"/>
                  <a:pt x="984194" y="69838"/>
                </a:cubicBezTo>
                <a:lnTo>
                  <a:pt x="1035763" y="201294"/>
                </a:lnTo>
                <a:lnTo>
                  <a:pt x="1113481" y="183754"/>
                </a:lnTo>
                <a:lnTo>
                  <a:pt x="1115295" y="46107"/>
                </a:lnTo>
                <a:cubicBezTo>
                  <a:pt x="1113150" y="23722"/>
                  <a:pt x="1129560" y="3834"/>
                  <a:pt x="1151946" y="1689"/>
                </a:cubicBezTo>
                <a:cubicBezTo>
                  <a:pt x="1174334" y="-457"/>
                  <a:pt x="1194221" y="15952"/>
                  <a:pt x="1196364" y="38339"/>
                </a:cubicBezTo>
                <a:lnTo>
                  <a:pt x="1224375" y="177006"/>
                </a:lnTo>
                <a:lnTo>
                  <a:pt x="1300582" y="175370"/>
                </a:lnTo>
                <a:lnTo>
                  <a:pt x="1326769" y="37508"/>
                </a:lnTo>
                <a:cubicBezTo>
                  <a:pt x="1328544" y="15091"/>
                  <a:pt x="1348159" y="-1647"/>
                  <a:pt x="1370577" y="129"/>
                </a:cubicBezTo>
                <a:close/>
              </a:path>
            </a:pathLst>
          </a:custGeom>
          <a:solidFill>
            <a:schemeClr val="bg1">
              <a:alpha val="40000"/>
            </a:schemeClr>
          </a:solidFill>
        </p:spPr>
        <p:txBody>
          <a:bodyPr wrap="square" lIns="72000" tIns="36000" rIns="72000" bIns="36000" rtlCol="0" anchor="ctr">
            <a:noAutofit/>
          </a:bodyPr>
          <a:lstStyle/>
          <a:p>
            <a:pPr defTabSz="307644" hangingPunct="0">
              <a:lnSpc>
                <a:spcPct val="90000"/>
              </a:lnSpc>
              <a:spcAft>
                <a:spcPts val="596"/>
              </a:spcAft>
              <a:buClr>
                <a:srgbClr val="E6513E"/>
              </a:buClr>
            </a:pPr>
            <a:endParaRPr lang="en-US" sz="1000">
              <a:solidFill>
                <a:srgbClr val="D63636"/>
              </a:solidFill>
              <a:latin typeface="Arial"/>
              <a:ea typeface="Nokia Pure Text" panose="020B0504040602060303" pitchFamily="34" charset="0"/>
              <a:cs typeface="Nokia Pure Text" panose="020B0504040602060303" pitchFamily="34" charset="0"/>
            </a:endParaRPr>
          </a:p>
        </p:txBody>
      </p:sp>
      <p:sp>
        <p:nvSpPr>
          <p:cNvPr id="154" name="Freeform: Shape 153">
            <a:extLst>
              <a:ext uri="{FF2B5EF4-FFF2-40B4-BE49-F238E27FC236}">
                <a16:creationId xmlns:a16="http://schemas.microsoft.com/office/drawing/2014/main" id="{5D0B128C-7DD8-45A9-B36F-ECAEC3508118}"/>
              </a:ext>
            </a:extLst>
          </p:cNvPr>
          <p:cNvSpPr>
            <a:spLocks noChangeAspect="1"/>
          </p:cNvSpPr>
          <p:nvPr userDrawn="1"/>
        </p:nvSpPr>
        <p:spPr>
          <a:xfrm>
            <a:off x="6815392" y="1937356"/>
            <a:ext cx="1581252" cy="1578838"/>
          </a:xfrm>
          <a:custGeom>
            <a:avLst/>
            <a:gdLst>
              <a:gd name="connsiteX0" fmla="*/ 860885 w 2537170"/>
              <a:gd name="connsiteY0" fmla="*/ 1437939 h 2533298"/>
              <a:gd name="connsiteX1" fmla="*/ 402545 w 2537170"/>
              <a:gd name="connsiteY1" fmla="*/ 1560751 h 2533298"/>
              <a:gd name="connsiteX2" fmla="*/ 1259461 w 2537170"/>
              <a:gd name="connsiteY2" fmla="*/ 2176428 h 2533298"/>
              <a:gd name="connsiteX3" fmla="*/ 1852888 w 2537170"/>
              <a:gd name="connsiteY3" fmla="*/ 1951120 h 2533298"/>
              <a:gd name="connsiteX4" fmla="*/ 1513851 w 2537170"/>
              <a:gd name="connsiteY4" fmla="*/ 1612087 h 2533298"/>
              <a:gd name="connsiteX5" fmla="*/ 1477444 w 2537170"/>
              <a:gd name="connsiteY5" fmla="*/ 1644201 h 2533298"/>
              <a:gd name="connsiteX6" fmla="*/ 881909 w 2537170"/>
              <a:gd name="connsiteY6" fmla="*/ 1484630 h 2533298"/>
              <a:gd name="connsiteX7" fmla="*/ 1259461 w 2537170"/>
              <a:gd name="connsiteY7" fmla="*/ 986252 h 2533298"/>
              <a:gd name="connsiteX8" fmla="*/ 979064 w 2537170"/>
              <a:gd name="connsiteY8" fmla="*/ 1266649 h 2533298"/>
              <a:gd name="connsiteX9" fmla="*/ 1259461 w 2537170"/>
              <a:gd name="connsiteY9" fmla="*/ 1547047 h 2533298"/>
              <a:gd name="connsiteX10" fmla="*/ 1539859 w 2537170"/>
              <a:gd name="connsiteY10" fmla="*/ 1266649 h 2533298"/>
              <a:gd name="connsiteX11" fmla="*/ 1259461 w 2537170"/>
              <a:gd name="connsiteY11" fmla="*/ 986252 h 2533298"/>
              <a:gd name="connsiteX12" fmla="*/ 1548911 w 2537170"/>
              <a:gd name="connsiteY12" fmla="*/ 408290 h 2533298"/>
              <a:gd name="connsiteX13" fmla="*/ 1426040 w 2537170"/>
              <a:gd name="connsiteY13" fmla="*/ 866853 h 2533298"/>
              <a:gd name="connsiteX14" fmla="*/ 1637017 w 2537170"/>
              <a:gd name="connsiteY14" fmla="*/ 1048669 h 2533298"/>
              <a:gd name="connsiteX15" fmla="*/ 1603283 w 2537170"/>
              <a:gd name="connsiteY15" fmla="*/ 1533201 h 2533298"/>
              <a:gd name="connsiteX16" fmla="*/ 1937706 w 2537170"/>
              <a:gd name="connsiteY16" fmla="*/ 1867622 h 2533298"/>
              <a:gd name="connsiteX17" fmla="*/ 2169239 w 2537170"/>
              <a:gd name="connsiteY17" fmla="*/ 1266649 h 2533298"/>
              <a:gd name="connsiteX18" fmla="*/ 1548911 w 2537170"/>
              <a:gd name="connsiteY18" fmla="*/ 408290 h 2533298"/>
              <a:gd name="connsiteX19" fmla="*/ 1259461 w 2537170"/>
              <a:gd name="connsiteY19" fmla="*/ 356871 h 2533298"/>
              <a:gd name="connsiteX20" fmla="*/ 349683 w 2537170"/>
              <a:gd name="connsiteY20" fmla="*/ 1266649 h 2533298"/>
              <a:gd name="connsiteX21" fmla="*/ 367847 w 2537170"/>
              <a:gd name="connsiteY21" fmla="*/ 1446833 h 2533298"/>
              <a:gd name="connsiteX22" fmla="*/ 827444 w 2537170"/>
              <a:gd name="connsiteY22" fmla="*/ 1323684 h 2533298"/>
              <a:gd name="connsiteX23" fmla="*/ 1041485 w 2537170"/>
              <a:gd name="connsiteY23" fmla="*/ 889097 h 2533298"/>
              <a:gd name="connsiteX24" fmla="*/ 1289805 w 2537170"/>
              <a:gd name="connsiteY24" fmla="*/ 831703 h 2533298"/>
              <a:gd name="connsiteX25" fmla="*/ 1311143 w 2537170"/>
              <a:gd name="connsiteY25" fmla="*/ 835808 h 2533298"/>
              <a:gd name="connsiteX26" fmla="*/ 1434739 w 2537170"/>
              <a:gd name="connsiteY26" fmla="*/ 374541 h 2533298"/>
              <a:gd name="connsiteX27" fmla="*/ 1259461 w 2537170"/>
              <a:gd name="connsiteY27" fmla="*/ 356871 h 2533298"/>
              <a:gd name="connsiteX28" fmla="*/ 1268585 w 2537170"/>
              <a:gd name="connsiteY28" fmla="*/ 293382 h 2533298"/>
              <a:gd name="connsiteX29" fmla="*/ 2241854 w 2537170"/>
              <a:gd name="connsiteY29" fmla="*/ 1266650 h 2533298"/>
              <a:gd name="connsiteX30" fmla="*/ 1268585 w 2537170"/>
              <a:gd name="connsiteY30" fmla="*/ 2239918 h 2533298"/>
              <a:gd name="connsiteX31" fmla="*/ 295316 w 2537170"/>
              <a:gd name="connsiteY31" fmla="*/ 1266650 h 2533298"/>
              <a:gd name="connsiteX32" fmla="*/ 1268585 w 2537170"/>
              <a:gd name="connsiteY32" fmla="*/ 293382 h 2533298"/>
              <a:gd name="connsiteX33" fmla="*/ 1268585 w 2537170"/>
              <a:gd name="connsiteY33" fmla="*/ 230994 h 2533298"/>
              <a:gd name="connsiteX34" fmla="*/ 232928 w 2537170"/>
              <a:gd name="connsiteY34" fmla="*/ 1266650 h 2533298"/>
              <a:gd name="connsiteX35" fmla="*/ 1268585 w 2537170"/>
              <a:gd name="connsiteY35" fmla="*/ 2302306 h 2533298"/>
              <a:gd name="connsiteX36" fmla="*/ 2304242 w 2537170"/>
              <a:gd name="connsiteY36" fmla="*/ 1266650 h 2533298"/>
              <a:gd name="connsiteX37" fmla="*/ 1268585 w 2537170"/>
              <a:gd name="connsiteY37" fmla="*/ 230994 h 2533298"/>
              <a:gd name="connsiteX38" fmla="*/ 1370577 w 2537170"/>
              <a:gd name="connsiteY38" fmla="*/ 129 h 2533298"/>
              <a:gd name="connsiteX39" fmla="*/ 1407956 w 2537170"/>
              <a:gd name="connsiteY39" fmla="*/ 43937 h 2533298"/>
              <a:gd name="connsiteX40" fmla="*/ 1411431 w 2537170"/>
              <a:gd name="connsiteY40" fmla="*/ 184077 h 2533298"/>
              <a:gd name="connsiteX41" fmla="*/ 1482158 w 2537170"/>
              <a:gd name="connsiteY41" fmla="*/ 196909 h 2533298"/>
              <a:gd name="connsiteX42" fmla="*/ 1531455 w 2537170"/>
              <a:gd name="connsiteY42" fmla="*/ 64872 h 2533298"/>
              <a:gd name="connsiteX43" fmla="*/ 1581088 w 2537170"/>
              <a:gd name="connsiteY43" fmla="*/ 35666 h 2533298"/>
              <a:gd name="connsiteX44" fmla="*/ 1610292 w 2537170"/>
              <a:gd name="connsiteY44" fmla="*/ 85299 h 2533298"/>
              <a:gd name="connsiteX45" fmla="*/ 1590652 w 2537170"/>
              <a:gd name="connsiteY45" fmla="*/ 219957 h 2533298"/>
              <a:gd name="connsiteX46" fmla="*/ 1665197 w 2537170"/>
              <a:gd name="connsiteY46" fmla="*/ 249732 h 2533298"/>
              <a:gd name="connsiteX47" fmla="*/ 1736025 w 2537170"/>
              <a:gd name="connsiteY47" fmla="*/ 129366 h 2533298"/>
              <a:gd name="connsiteX48" fmla="*/ 1789976 w 2537170"/>
              <a:gd name="connsiteY48" fmla="*/ 109225 h 2533298"/>
              <a:gd name="connsiteX49" fmla="*/ 1810118 w 2537170"/>
              <a:gd name="connsiteY49" fmla="*/ 163174 h 2533298"/>
              <a:gd name="connsiteX50" fmla="*/ 1767925 w 2537170"/>
              <a:gd name="connsiteY50" fmla="*/ 290765 h 2533298"/>
              <a:gd name="connsiteX51" fmla="*/ 1836575 w 2537170"/>
              <a:gd name="connsiteY51" fmla="*/ 333544 h 2533298"/>
              <a:gd name="connsiteX52" fmla="*/ 1926288 w 2537170"/>
              <a:gd name="connsiteY52" fmla="*/ 228405 h 2533298"/>
              <a:gd name="connsiteX53" fmla="*/ 1952435 w 2537170"/>
              <a:gd name="connsiteY53" fmla="*/ 211444 h 2533298"/>
              <a:gd name="connsiteX54" fmla="*/ 1982916 w 2537170"/>
              <a:gd name="connsiteY54" fmla="*/ 217939 h 2533298"/>
              <a:gd name="connsiteX55" fmla="*/ 1993385 w 2537170"/>
              <a:gd name="connsiteY55" fmla="*/ 274565 h 2533298"/>
              <a:gd name="connsiteX56" fmla="*/ 1929215 w 2537170"/>
              <a:gd name="connsiteY56" fmla="*/ 393751 h 2533298"/>
              <a:gd name="connsiteX57" fmla="*/ 1990985 w 2537170"/>
              <a:gd name="connsiteY57" fmla="*/ 446006 h 2533298"/>
              <a:gd name="connsiteX58" fmla="*/ 2096463 w 2537170"/>
              <a:gd name="connsiteY58" fmla="*/ 358978 h 2533298"/>
              <a:gd name="connsiteX59" fmla="*/ 2125159 w 2537170"/>
              <a:gd name="connsiteY59" fmla="*/ 346814 h 2533298"/>
              <a:gd name="connsiteX60" fmla="*/ 2154049 w 2537170"/>
              <a:gd name="connsiteY60" fmla="*/ 358503 h 2533298"/>
              <a:gd name="connsiteX61" fmla="*/ 2154524 w 2537170"/>
              <a:gd name="connsiteY61" fmla="*/ 416088 h 2533298"/>
              <a:gd name="connsiteX62" fmla="*/ 2070300 w 2537170"/>
              <a:gd name="connsiteY62" fmla="*/ 522740 h 2533298"/>
              <a:gd name="connsiteX63" fmla="*/ 2123835 w 2537170"/>
              <a:gd name="connsiteY63" fmla="*/ 583690 h 2533298"/>
              <a:gd name="connsiteX64" fmla="*/ 2241379 w 2537170"/>
              <a:gd name="connsiteY64" fmla="*/ 517116 h 2533298"/>
              <a:gd name="connsiteX65" fmla="*/ 2271750 w 2537170"/>
              <a:gd name="connsiteY65" fmla="*/ 510120 h 2533298"/>
              <a:gd name="connsiteX66" fmla="*/ 2298174 w 2537170"/>
              <a:gd name="connsiteY66" fmla="*/ 526648 h 2533298"/>
              <a:gd name="connsiteX67" fmla="*/ 2288641 w 2537170"/>
              <a:gd name="connsiteY67" fmla="*/ 583442 h 2533298"/>
              <a:gd name="connsiteX68" fmla="*/ 2187044 w 2537170"/>
              <a:gd name="connsiteY68" fmla="*/ 673967 h 2533298"/>
              <a:gd name="connsiteX69" fmla="*/ 2231207 w 2537170"/>
              <a:gd name="connsiteY69" fmla="*/ 742498 h 2533298"/>
              <a:gd name="connsiteX70" fmla="*/ 2356634 w 2537170"/>
              <a:gd name="connsiteY70" fmla="*/ 698018 h 2533298"/>
              <a:gd name="connsiteX71" fmla="*/ 2387756 w 2537170"/>
              <a:gd name="connsiteY71" fmla="*/ 696403 h 2533298"/>
              <a:gd name="connsiteX72" fmla="*/ 2410907 w 2537170"/>
              <a:gd name="connsiteY72" fmla="*/ 717268 h 2533298"/>
              <a:gd name="connsiteX73" fmla="*/ 2391659 w 2537170"/>
              <a:gd name="connsiteY73" fmla="*/ 771542 h 2533298"/>
              <a:gd name="connsiteX74" fmla="*/ 2275899 w 2537170"/>
              <a:gd name="connsiteY74" fmla="*/ 843042 h 2533298"/>
              <a:gd name="connsiteX75" fmla="*/ 2309184 w 2537170"/>
              <a:gd name="connsiteY75" fmla="*/ 917923 h 2533298"/>
              <a:gd name="connsiteX76" fmla="*/ 2438723 w 2537170"/>
              <a:gd name="connsiteY76" fmla="*/ 896186 h 2533298"/>
              <a:gd name="connsiteX77" fmla="*/ 2488830 w 2537170"/>
              <a:gd name="connsiteY77" fmla="*/ 924566 h 2533298"/>
              <a:gd name="connsiteX78" fmla="*/ 2460450 w 2537170"/>
              <a:gd name="connsiteY78" fmla="*/ 974674 h 2533298"/>
              <a:gd name="connsiteX79" fmla="*/ 2334042 w 2537170"/>
              <a:gd name="connsiteY79" fmla="*/ 1024982 h 2533298"/>
              <a:gd name="connsiteX80" fmla="*/ 2351989 w 2537170"/>
              <a:gd name="connsiteY80" fmla="*/ 1104495 h 2533298"/>
              <a:gd name="connsiteX81" fmla="*/ 2485152 w 2537170"/>
              <a:gd name="connsiteY81" fmla="*/ 1105597 h 2533298"/>
              <a:gd name="connsiteX82" fmla="*/ 2529571 w 2537170"/>
              <a:gd name="connsiteY82" fmla="*/ 1142247 h 2533298"/>
              <a:gd name="connsiteX83" fmla="*/ 2492921 w 2537170"/>
              <a:gd name="connsiteY83" fmla="*/ 1186666 h 2533298"/>
              <a:gd name="connsiteX84" fmla="*/ 2359802 w 2537170"/>
              <a:gd name="connsiteY84" fmla="*/ 1214237 h 2533298"/>
              <a:gd name="connsiteX85" fmla="*/ 2361526 w 2537170"/>
              <a:gd name="connsiteY85" fmla="*/ 1294592 h 2533298"/>
              <a:gd name="connsiteX86" fmla="*/ 2499662 w 2537170"/>
              <a:gd name="connsiteY86" fmla="*/ 1320295 h 2533298"/>
              <a:gd name="connsiteX87" fmla="*/ 2537041 w 2537170"/>
              <a:gd name="connsiteY87" fmla="*/ 1364103 h 2533298"/>
              <a:gd name="connsiteX88" fmla="*/ 2493234 w 2537170"/>
              <a:gd name="connsiteY88" fmla="*/ 1401481 h 2533298"/>
              <a:gd name="connsiteX89" fmla="*/ 2353247 w 2537170"/>
              <a:gd name="connsiteY89" fmla="*/ 1405705 h 2533298"/>
              <a:gd name="connsiteX90" fmla="*/ 2339167 w 2537170"/>
              <a:gd name="connsiteY90" fmla="*/ 1483310 h 2533298"/>
              <a:gd name="connsiteX91" fmla="*/ 2471668 w 2537170"/>
              <a:gd name="connsiteY91" fmla="*/ 1532957 h 2533298"/>
              <a:gd name="connsiteX92" fmla="*/ 2500873 w 2537170"/>
              <a:gd name="connsiteY92" fmla="*/ 1582589 h 2533298"/>
              <a:gd name="connsiteX93" fmla="*/ 2451240 w 2537170"/>
              <a:gd name="connsiteY93" fmla="*/ 1611794 h 2533298"/>
              <a:gd name="connsiteX94" fmla="*/ 2314998 w 2537170"/>
              <a:gd name="connsiteY94" fmla="*/ 1591988 h 2533298"/>
              <a:gd name="connsiteX95" fmla="*/ 2285532 w 2537170"/>
              <a:gd name="connsiteY95" fmla="*/ 1665756 h 2533298"/>
              <a:gd name="connsiteX96" fmla="*/ 2407173 w 2537170"/>
              <a:gd name="connsiteY96" fmla="*/ 1737526 h 2533298"/>
              <a:gd name="connsiteX97" fmla="*/ 2427315 w 2537170"/>
              <a:gd name="connsiteY97" fmla="*/ 1791476 h 2533298"/>
              <a:gd name="connsiteX98" fmla="*/ 2373363 w 2537170"/>
              <a:gd name="connsiteY98" fmla="*/ 1811618 h 2533298"/>
              <a:gd name="connsiteX99" fmla="*/ 2244296 w 2537170"/>
              <a:gd name="connsiteY99" fmla="*/ 1769003 h 2533298"/>
              <a:gd name="connsiteX100" fmla="*/ 2201195 w 2537170"/>
              <a:gd name="connsiteY100" fmla="*/ 1836322 h 2533298"/>
              <a:gd name="connsiteX101" fmla="*/ 2308136 w 2537170"/>
              <a:gd name="connsiteY101" fmla="*/ 1927790 h 2533298"/>
              <a:gd name="connsiteX102" fmla="*/ 2318603 w 2537170"/>
              <a:gd name="connsiteY102" fmla="*/ 1984416 h 2533298"/>
              <a:gd name="connsiteX103" fmla="*/ 2261973 w 2537170"/>
              <a:gd name="connsiteY103" fmla="*/ 1994887 h 2533298"/>
              <a:gd name="connsiteX104" fmla="*/ 2140578 w 2537170"/>
              <a:gd name="connsiteY104" fmla="*/ 1929597 h 2533298"/>
              <a:gd name="connsiteX105" fmla="*/ 2088541 w 2537170"/>
              <a:gd name="connsiteY105" fmla="*/ 1989816 h 2533298"/>
              <a:gd name="connsiteX106" fmla="*/ 2177561 w 2537170"/>
              <a:gd name="connsiteY106" fmla="*/ 2097965 h 2533298"/>
              <a:gd name="connsiteX107" fmla="*/ 2178037 w 2537170"/>
              <a:gd name="connsiteY107" fmla="*/ 2155550 h 2533298"/>
              <a:gd name="connsiteX108" fmla="*/ 2120451 w 2537170"/>
              <a:gd name="connsiteY108" fmla="*/ 2156025 h 2533298"/>
              <a:gd name="connsiteX109" fmla="*/ 2011161 w 2537170"/>
              <a:gd name="connsiteY109" fmla="*/ 2069798 h 2533298"/>
              <a:gd name="connsiteX110" fmla="*/ 1951011 w 2537170"/>
              <a:gd name="connsiteY110" fmla="*/ 2121759 h 2533298"/>
              <a:gd name="connsiteX111" fmla="*/ 2019421 w 2537170"/>
              <a:gd name="connsiteY111" fmla="*/ 2242879 h 2533298"/>
              <a:gd name="connsiteX112" fmla="*/ 2009891 w 2537170"/>
              <a:gd name="connsiteY112" fmla="*/ 2299674 h 2533298"/>
              <a:gd name="connsiteX113" fmla="*/ 1953098 w 2537170"/>
              <a:gd name="connsiteY113" fmla="*/ 2290141 h 2533298"/>
              <a:gd name="connsiteX114" fmla="*/ 1859851 w 2537170"/>
              <a:gd name="connsiteY114" fmla="*/ 2185586 h 2533298"/>
              <a:gd name="connsiteX115" fmla="*/ 1792668 w 2537170"/>
              <a:gd name="connsiteY115" fmla="*/ 2228350 h 2533298"/>
              <a:gd name="connsiteX116" fmla="*/ 1838521 w 2537170"/>
              <a:gd name="connsiteY116" fmla="*/ 2358132 h 2533298"/>
              <a:gd name="connsiteX117" fmla="*/ 1819273 w 2537170"/>
              <a:gd name="connsiteY117" fmla="*/ 2412408 h 2533298"/>
              <a:gd name="connsiteX118" fmla="*/ 1764999 w 2537170"/>
              <a:gd name="connsiteY118" fmla="*/ 2393158 h 2533298"/>
              <a:gd name="connsiteX119" fmla="*/ 1691031 w 2537170"/>
              <a:gd name="connsiteY119" fmla="*/ 2273527 h 2533298"/>
              <a:gd name="connsiteX120" fmla="*/ 1617991 w 2537170"/>
              <a:gd name="connsiteY120" fmla="*/ 2305992 h 2533298"/>
              <a:gd name="connsiteX121" fmla="*/ 1640356 w 2537170"/>
              <a:gd name="connsiteY121" fmla="*/ 2440221 h 2533298"/>
              <a:gd name="connsiteX122" fmla="*/ 1611974 w 2537170"/>
              <a:gd name="connsiteY122" fmla="*/ 2490330 h 2533298"/>
              <a:gd name="connsiteX123" fmla="*/ 1561865 w 2537170"/>
              <a:gd name="connsiteY123" fmla="*/ 2461948 h 2533298"/>
              <a:gd name="connsiteX124" fmla="*/ 1509649 w 2537170"/>
              <a:gd name="connsiteY124" fmla="*/ 2330916 h 2533298"/>
              <a:gd name="connsiteX125" fmla="*/ 1432251 w 2537170"/>
              <a:gd name="connsiteY125" fmla="*/ 2348385 h 2533298"/>
              <a:gd name="connsiteX126" fmla="*/ 1430944 w 2537170"/>
              <a:gd name="connsiteY126" fmla="*/ 2486652 h 2533298"/>
              <a:gd name="connsiteX127" fmla="*/ 1394292 w 2537170"/>
              <a:gd name="connsiteY127" fmla="*/ 2531070 h 2533298"/>
              <a:gd name="connsiteX128" fmla="*/ 1349875 w 2537170"/>
              <a:gd name="connsiteY128" fmla="*/ 2494418 h 2533298"/>
              <a:gd name="connsiteX129" fmla="*/ 1321178 w 2537170"/>
              <a:gd name="connsiteY129" fmla="*/ 2356183 h 2533298"/>
              <a:gd name="connsiteX130" fmla="*/ 1239478 w 2537170"/>
              <a:gd name="connsiteY130" fmla="*/ 2357937 h 2533298"/>
              <a:gd name="connsiteX131" fmla="*/ 1213826 w 2537170"/>
              <a:gd name="connsiteY131" fmla="*/ 2495788 h 2533298"/>
              <a:gd name="connsiteX132" fmla="*/ 1170018 w 2537170"/>
              <a:gd name="connsiteY132" fmla="*/ 2533169 h 2533298"/>
              <a:gd name="connsiteX133" fmla="*/ 1132638 w 2537170"/>
              <a:gd name="connsiteY133" fmla="*/ 2489360 h 2533298"/>
              <a:gd name="connsiteX134" fmla="*/ 1128406 w 2537170"/>
              <a:gd name="connsiteY134" fmla="*/ 2349083 h 2533298"/>
              <a:gd name="connsiteX135" fmla="*/ 1043631 w 2537170"/>
              <a:gd name="connsiteY135" fmla="*/ 2333701 h 2533298"/>
              <a:gd name="connsiteX136" fmla="*/ 993350 w 2537170"/>
              <a:gd name="connsiteY136" fmla="*/ 2466192 h 2533298"/>
              <a:gd name="connsiteX137" fmla="*/ 943719 w 2537170"/>
              <a:gd name="connsiteY137" fmla="*/ 2495395 h 2533298"/>
              <a:gd name="connsiteX138" fmla="*/ 914514 w 2537170"/>
              <a:gd name="connsiteY138" fmla="*/ 2445762 h 2533298"/>
              <a:gd name="connsiteX139" fmla="*/ 935216 w 2537170"/>
              <a:gd name="connsiteY139" fmla="*/ 2307457 h 2533298"/>
              <a:gd name="connsiteX140" fmla="*/ 862093 w 2537170"/>
              <a:gd name="connsiteY140" fmla="*/ 2278252 h 2533298"/>
              <a:gd name="connsiteX141" fmla="*/ 789112 w 2537170"/>
              <a:gd name="connsiteY141" fmla="*/ 2400765 h 2533298"/>
              <a:gd name="connsiteX142" fmla="*/ 735160 w 2537170"/>
              <a:gd name="connsiteY142" fmla="*/ 2420908 h 2533298"/>
              <a:gd name="connsiteX143" fmla="*/ 715020 w 2537170"/>
              <a:gd name="connsiteY143" fmla="*/ 2366955 h 2533298"/>
              <a:gd name="connsiteX144" fmla="*/ 759036 w 2537170"/>
              <a:gd name="connsiteY144" fmla="*/ 2235507 h 2533298"/>
              <a:gd name="connsiteX145" fmla="*/ 692833 w 2537170"/>
              <a:gd name="connsiteY145" fmla="*/ 2192481 h 2533298"/>
              <a:gd name="connsiteX146" fmla="*/ 599337 w 2537170"/>
              <a:gd name="connsiteY146" fmla="*/ 2300865 h 2533298"/>
              <a:gd name="connsiteX147" fmla="*/ 542706 w 2537170"/>
              <a:gd name="connsiteY147" fmla="*/ 2311333 h 2533298"/>
              <a:gd name="connsiteX148" fmla="*/ 532239 w 2537170"/>
              <a:gd name="connsiteY148" fmla="*/ 2254706 h 2533298"/>
              <a:gd name="connsiteX149" fmla="*/ 599127 w 2537170"/>
              <a:gd name="connsiteY149" fmla="*/ 2131584 h 2533298"/>
              <a:gd name="connsiteX150" fmla="*/ 540894 w 2537170"/>
              <a:gd name="connsiteY150" fmla="*/ 2078858 h 2533298"/>
              <a:gd name="connsiteX151" fmla="*/ 429791 w 2537170"/>
              <a:gd name="connsiteY151" fmla="*/ 2169528 h 2533298"/>
              <a:gd name="connsiteX152" fmla="*/ 372204 w 2537170"/>
              <a:gd name="connsiteY152" fmla="*/ 2170006 h 2533298"/>
              <a:gd name="connsiteX153" fmla="*/ 371731 w 2537170"/>
              <a:gd name="connsiteY153" fmla="*/ 2112420 h 2533298"/>
              <a:gd name="connsiteX154" fmla="*/ 460407 w 2537170"/>
              <a:gd name="connsiteY154" fmla="*/ 2000990 h 2533298"/>
              <a:gd name="connsiteX155" fmla="*/ 410621 w 2537170"/>
              <a:gd name="connsiteY155" fmla="*/ 1940841 h 2533298"/>
              <a:gd name="connsiteX156" fmla="*/ 285628 w 2537170"/>
              <a:gd name="connsiteY156" fmla="*/ 2010748 h 2533298"/>
              <a:gd name="connsiteX157" fmla="*/ 228834 w 2537170"/>
              <a:gd name="connsiteY157" fmla="*/ 2001218 h 2533298"/>
              <a:gd name="connsiteX158" fmla="*/ 238365 w 2537170"/>
              <a:gd name="connsiteY158" fmla="*/ 1944425 h 2533298"/>
              <a:gd name="connsiteX159" fmla="*/ 346301 w 2537170"/>
              <a:gd name="connsiteY159" fmla="*/ 1848975 h 2533298"/>
              <a:gd name="connsiteX160" fmla="*/ 305688 w 2537170"/>
              <a:gd name="connsiteY160" fmla="*/ 1782475 h 2533298"/>
              <a:gd name="connsiteX161" fmla="*/ 171227 w 2537170"/>
              <a:gd name="connsiteY161" fmla="*/ 1829346 h 2533298"/>
              <a:gd name="connsiteX162" fmla="*/ 116952 w 2537170"/>
              <a:gd name="connsiteY162" fmla="*/ 1810097 h 2533298"/>
              <a:gd name="connsiteX163" fmla="*/ 136199 w 2537170"/>
              <a:gd name="connsiteY163" fmla="*/ 1755822 h 2533298"/>
              <a:gd name="connsiteX164" fmla="*/ 260107 w 2537170"/>
              <a:gd name="connsiteY164" fmla="*/ 1679931 h 2533298"/>
              <a:gd name="connsiteX165" fmla="*/ 229112 w 2537170"/>
              <a:gd name="connsiteY165" fmla="*/ 1608268 h 2533298"/>
              <a:gd name="connsiteX166" fmla="*/ 90064 w 2537170"/>
              <a:gd name="connsiteY166" fmla="*/ 1630833 h 2533298"/>
              <a:gd name="connsiteX167" fmla="*/ 39956 w 2537170"/>
              <a:gd name="connsiteY167" fmla="*/ 1602452 h 2533298"/>
              <a:gd name="connsiteX168" fmla="*/ 68338 w 2537170"/>
              <a:gd name="connsiteY168" fmla="*/ 1552346 h 2533298"/>
              <a:gd name="connsiteX169" fmla="*/ 204402 w 2537170"/>
              <a:gd name="connsiteY169" fmla="*/ 1498783 h 2533298"/>
              <a:gd name="connsiteX170" fmla="*/ 187341 w 2537170"/>
              <a:gd name="connsiteY170" fmla="*/ 1423192 h 2533298"/>
              <a:gd name="connsiteX171" fmla="*/ 44604 w 2537170"/>
              <a:gd name="connsiteY171" fmla="*/ 1421244 h 2533298"/>
              <a:gd name="connsiteX172" fmla="*/ 188 w 2537170"/>
              <a:gd name="connsiteY172" fmla="*/ 1384592 h 2533298"/>
              <a:gd name="connsiteX173" fmla="*/ 36838 w 2537170"/>
              <a:gd name="connsiteY173" fmla="*/ 1340173 h 2533298"/>
              <a:gd name="connsiteX174" fmla="*/ 180620 w 2537170"/>
              <a:gd name="connsiteY174" fmla="*/ 1310955 h 2533298"/>
              <a:gd name="connsiteX175" fmla="*/ 178957 w 2537170"/>
              <a:gd name="connsiteY175" fmla="*/ 1233486 h 2533298"/>
              <a:gd name="connsiteX176" fmla="*/ 41381 w 2537170"/>
              <a:gd name="connsiteY176" fmla="*/ 1207351 h 2533298"/>
              <a:gd name="connsiteX177" fmla="*/ 4001 w 2537170"/>
              <a:gd name="connsiteY177" fmla="*/ 1163544 h 2533298"/>
              <a:gd name="connsiteX178" fmla="*/ 47810 w 2537170"/>
              <a:gd name="connsiteY178" fmla="*/ 1126165 h 2533298"/>
              <a:gd name="connsiteX179" fmla="*/ 188239 w 2537170"/>
              <a:gd name="connsiteY179" fmla="*/ 1122685 h 2533298"/>
              <a:gd name="connsiteX180" fmla="*/ 202356 w 2537170"/>
              <a:gd name="connsiteY180" fmla="*/ 1044881 h 2533298"/>
              <a:gd name="connsiteX181" fmla="*/ 70345 w 2537170"/>
              <a:gd name="connsiteY181" fmla="*/ 994853 h 2533298"/>
              <a:gd name="connsiteX182" fmla="*/ 41141 w 2537170"/>
              <a:gd name="connsiteY182" fmla="*/ 945221 h 2533298"/>
              <a:gd name="connsiteX183" fmla="*/ 90773 w 2537170"/>
              <a:gd name="connsiteY183" fmla="*/ 916016 h 2533298"/>
              <a:gd name="connsiteX184" fmla="*/ 227464 w 2537170"/>
              <a:gd name="connsiteY184" fmla="*/ 936641 h 2533298"/>
              <a:gd name="connsiteX185" fmla="*/ 256980 w 2537170"/>
              <a:gd name="connsiteY185" fmla="*/ 862739 h 2533298"/>
              <a:gd name="connsiteX186" fmla="*/ 135771 w 2537170"/>
              <a:gd name="connsiteY186" fmla="*/ 790612 h 2533298"/>
              <a:gd name="connsiteX187" fmla="*/ 115630 w 2537170"/>
              <a:gd name="connsiteY187" fmla="*/ 736662 h 2533298"/>
              <a:gd name="connsiteX188" fmla="*/ 169581 w 2537170"/>
              <a:gd name="connsiteY188" fmla="*/ 716520 h 2533298"/>
              <a:gd name="connsiteX189" fmla="*/ 298530 w 2537170"/>
              <a:gd name="connsiteY189" fmla="*/ 759866 h 2533298"/>
              <a:gd name="connsiteX190" fmla="*/ 342208 w 2537170"/>
              <a:gd name="connsiteY190" fmla="*/ 692654 h 2533298"/>
              <a:gd name="connsiteX191" fmla="*/ 235672 w 2537170"/>
              <a:gd name="connsiteY191" fmla="*/ 600840 h 2533298"/>
              <a:gd name="connsiteX192" fmla="*/ 225204 w 2537170"/>
              <a:gd name="connsiteY192" fmla="*/ 544209 h 2533298"/>
              <a:gd name="connsiteX193" fmla="*/ 251352 w 2537170"/>
              <a:gd name="connsiteY193" fmla="*/ 527249 h 2533298"/>
              <a:gd name="connsiteX194" fmla="*/ 281833 w 2537170"/>
              <a:gd name="connsiteY194" fmla="*/ 533742 h 2533298"/>
              <a:gd name="connsiteX195" fmla="*/ 402695 w 2537170"/>
              <a:gd name="connsiteY195" fmla="*/ 599584 h 2533298"/>
              <a:gd name="connsiteX196" fmla="*/ 455631 w 2537170"/>
              <a:gd name="connsiteY196" fmla="*/ 539785 h 2533298"/>
              <a:gd name="connsiteX197" fmla="*/ 367008 w 2537170"/>
              <a:gd name="connsiteY197" fmla="*/ 431293 h 2533298"/>
              <a:gd name="connsiteX198" fmla="*/ 366532 w 2537170"/>
              <a:gd name="connsiteY198" fmla="*/ 373706 h 2533298"/>
              <a:gd name="connsiteX199" fmla="*/ 395227 w 2537170"/>
              <a:gd name="connsiteY199" fmla="*/ 361544 h 2533298"/>
              <a:gd name="connsiteX200" fmla="*/ 424118 w 2537170"/>
              <a:gd name="connsiteY200" fmla="*/ 373232 h 2533298"/>
              <a:gd name="connsiteX201" fmla="*/ 532850 w 2537170"/>
              <a:gd name="connsiteY201" fmla="*/ 459969 h 2533298"/>
              <a:gd name="connsiteX202" fmla="*/ 593794 w 2537170"/>
              <a:gd name="connsiteY202" fmla="*/ 408590 h 2533298"/>
              <a:gd name="connsiteX203" fmla="*/ 525789 w 2537170"/>
              <a:gd name="connsiteY203" fmla="*/ 287129 h 2533298"/>
              <a:gd name="connsiteX204" fmla="*/ 535320 w 2537170"/>
              <a:gd name="connsiteY204" fmla="*/ 230335 h 2533298"/>
              <a:gd name="connsiteX205" fmla="*/ 565691 w 2537170"/>
              <a:gd name="connsiteY205" fmla="*/ 223340 h 2533298"/>
              <a:gd name="connsiteX206" fmla="*/ 592113 w 2537170"/>
              <a:gd name="connsiteY206" fmla="*/ 239867 h 2533298"/>
              <a:gd name="connsiteX207" fmla="*/ 684772 w 2537170"/>
              <a:gd name="connsiteY207" fmla="*/ 344893 h 2533298"/>
              <a:gd name="connsiteX208" fmla="*/ 752622 w 2537170"/>
              <a:gd name="connsiteY208" fmla="*/ 302863 h 2533298"/>
              <a:gd name="connsiteX209" fmla="*/ 707191 w 2537170"/>
              <a:gd name="connsiteY209" fmla="*/ 172728 h 2533298"/>
              <a:gd name="connsiteX210" fmla="*/ 726440 w 2537170"/>
              <a:gd name="connsiteY210" fmla="*/ 118453 h 2533298"/>
              <a:gd name="connsiteX211" fmla="*/ 757566 w 2537170"/>
              <a:gd name="connsiteY211" fmla="*/ 116838 h 2533298"/>
              <a:gd name="connsiteX212" fmla="*/ 780715 w 2537170"/>
              <a:gd name="connsiteY212" fmla="*/ 137702 h 2533298"/>
              <a:gd name="connsiteX213" fmla="*/ 854063 w 2537170"/>
              <a:gd name="connsiteY213" fmla="*/ 257770 h 2533298"/>
              <a:gd name="connsiteX214" fmla="*/ 927540 w 2537170"/>
              <a:gd name="connsiteY214" fmla="*/ 225719 h 2533298"/>
              <a:gd name="connsiteX215" fmla="*/ 905705 w 2537170"/>
              <a:gd name="connsiteY215" fmla="*/ 91565 h 2533298"/>
              <a:gd name="connsiteX216" fmla="*/ 934087 w 2537170"/>
              <a:gd name="connsiteY216" fmla="*/ 41456 h 2533298"/>
              <a:gd name="connsiteX217" fmla="*/ 984194 w 2537170"/>
              <a:gd name="connsiteY217" fmla="*/ 69838 h 2533298"/>
              <a:gd name="connsiteX218" fmla="*/ 1035763 w 2537170"/>
              <a:gd name="connsiteY218" fmla="*/ 201294 h 2533298"/>
              <a:gd name="connsiteX219" fmla="*/ 1113481 w 2537170"/>
              <a:gd name="connsiteY219" fmla="*/ 183754 h 2533298"/>
              <a:gd name="connsiteX220" fmla="*/ 1115295 w 2537170"/>
              <a:gd name="connsiteY220" fmla="*/ 46107 h 2533298"/>
              <a:gd name="connsiteX221" fmla="*/ 1151946 w 2537170"/>
              <a:gd name="connsiteY221" fmla="*/ 1689 h 2533298"/>
              <a:gd name="connsiteX222" fmla="*/ 1196364 w 2537170"/>
              <a:gd name="connsiteY222" fmla="*/ 38339 h 2533298"/>
              <a:gd name="connsiteX223" fmla="*/ 1224375 w 2537170"/>
              <a:gd name="connsiteY223" fmla="*/ 177006 h 2533298"/>
              <a:gd name="connsiteX224" fmla="*/ 1300582 w 2537170"/>
              <a:gd name="connsiteY224" fmla="*/ 175370 h 2533298"/>
              <a:gd name="connsiteX225" fmla="*/ 1326769 w 2537170"/>
              <a:gd name="connsiteY225" fmla="*/ 37508 h 2533298"/>
              <a:gd name="connsiteX226" fmla="*/ 1370577 w 2537170"/>
              <a:gd name="connsiteY226" fmla="*/ 129 h 2533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2537170" h="2533298">
                <a:moveTo>
                  <a:pt x="860885" y="1437939"/>
                </a:moveTo>
                <a:lnTo>
                  <a:pt x="402545" y="1560751"/>
                </a:lnTo>
                <a:cubicBezTo>
                  <a:pt x="521370" y="1919512"/>
                  <a:pt x="860412" y="2176428"/>
                  <a:pt x="1259461" y="2176428"/>
                </a:cubicBezTo>
                <a:cubicBezTo>
                  <a:pt x="1487421" y="2176428"/>
                  <a:pt x="1695797" y="2092587"/>
                  <a:pt x="1852888" y="1951120"/>
                </a:cubicBezTo>
                <a:lnTo>
                  <a:pt x="1513851" y="1612087"/>
                </a:lnTo>
                <a:cubicBezTo>
                  <a:pt x="1505121" y="1627182"/>
                  <a:pt x="1491598" y="1636027"/>
                  <a:pt x="1477444" y="1644201"/>
                </a:cubicBezTo>
                <a:cubicBezTo>
                  <a:pt x="1268926" y="1764588"/>
                  <a:pt x="1002297" y="1693146"/>
                  <a:pt x="881909" y="1484630"/>
                </a:cubicBezTo>
                <a:close/>
                <a:moveTo>
                  <a:pt x="1259461" y="986252"/>
                </a:moveTo>
                <a:cubicBezTo>
                  <a:pt x="1104601" y="986252"/>
                  <a:pt x="979064" y="1111789"/>
                  <a:pt x="979064" y="1266649"/>
                </a:cubicBezTo>
                <a:cubicBezTo>
                  <a:pt x="979064" y="1421509"/>
                  <a:pt x="1104601" y="1547047"/>
                  <a:pt x="1259461" y="1547047"/>
                </a:cubicBezTo>
                <a:cubicBezTo>
                  <a:pt x="1414321" y="1547047"/>
                  <a:pt x="1539859" y="1421509"/>
                  <a:pt x="1539859" y="1266649"/>
                </a:cubicBezTo>
                <a:cubicBezTo>
                  <a:pt x="1539859" y="1111789"/>
                  <a:pt x="1414321" y="986252"/>
                  <a:pt x="1259461" y="986252"/>
                </a:cubicBezTo>
                <a:close/>
                <a:moveTo>
                  <a:pt x="1548911" y="408290"/>
                </a:moveTo>
                <a:lnTo>
                  <a:pt x="1426040" y="866853"/>
                </a:lnTo>
                <a:cubicBezTo>
                  <a:pt x="1512471" y="899678"/>
                  <a:pt x="1587244" y="962457"/>
                  <a:pt x="1637017" y="1048669"/>
                </a:cubicBezTo>
                <a:cubicBezTo>
                  <a:pt x="1728232" y="1206659"/>
                  <a:pt x="1709320" y="1398010"/>
                  <a:pt x="1603283" y="1533201"/>
                </a:cubicBezTo>
                <a:lnTo>
                  <a:pt x="1937706" y="1867622"/>
                </a:lnTo>
                <a:cubicBezTo>
                  <a:pt x="2082783" y="1709435"/>
                  <a:pt x="2169239" y="1498137"/>
                  <a:pt x="2169239" y="1266649"/>
                </a:cubicBezTo>
                <a:cubicBezTo>
                  <a:pt x="2169239" y="865881"/>
                  <a:pt x="1910103" y="525635"/>
                  <a:pt x="1548911" y="408290"/>
                </a:cubicBezTo>
                <a:close/>
                <a:moveTo>
                  <a:pt x="1259461" y="356871"/>
                </a:moveTo>
                <a:cubicBezTo>
                  <a:pt x="757005" y="356871"/>
                  <a:pt x="349683" y="764193"/>
                  <a:pt x="349683" y="1266649"/>
                </a:cubicBezTo>
                <a:lnTo>
                  <a:pt x="367847" y="1446833"/>
                </a:lnTo>
                <a:lnTo>
                  <a:pt x="827444" y="1323684"/>
                </a:lnTo>
                <a:cubicBezTo>
                  <a:pt x="804815" y="1154114"/>
                  <a:pt x="884110" y="979957"/>
                  <a:pt x="1041485" y="889097"/>
                </a:cubicBezTo>
                <a:cubicBezTo>
                  <a:pt x="1119677" y="843951"/>
                  <a:pt x="1206043" y="825783"/>
                  <a:pt x="1289805" y="831703"/>
                </a:cubicBezTo>
                <a:lnTo>
                  <a:pt x="1311143" y="835808"/>
                </a:lnTo>
                <a:lnTo>
                  <a:pt x="1434739" y="374541"/>
                </a:lnTo>
                <a:cubicBezTo>
                  <a:pt x="1378126" y="362680"/>
                  <a:pt x="1319472" y="356871"/>
                  <a:pt x="1259461" y="356871"/>
                </a:cubicBezTo>
                <a:close/>
                <a:moveTo>
                  <a:pt x="1268585" y="293382"/>
                </a:moveTo>
                <a:cubicBezTo>
                  <a:pt x="1806107" y="293382"/>
                  <a:pt x="2241854" y="729129"/>
                  <a:pt x="2241854" y="1266650"/>
                </a:cubicBezTo>
                <a:cubicBezTo>
                  <a:pt x="2241854" y="1804171"/>
                  <a:pt x="1806107" y="2239918"/>
                  <a:pt x="1268585" y="2239918"/>
                </a:cubicBezTo>
                <a:cubicBezTo>
                  <a:pt x="731063" y="2239918"/>
                  <a:pt x="295316" y="1804171"/>
                  <a:pt x="295316" y="1266650"/>
                </a:cubicBezTo>
                <a:cubicBezTo>
                  <a:pt x="295316" y="729129"/>
                  <a:pt x="731063" y="293382"/>
                  <a:pt x="1268585" y="293382"/>
                </a:cubicBezTo>
                <a:close/>
                <a:moveTo>
                  <a:pt x="1268585" y="230994"/>
                </a:moveTo>
                <a:cubicBezTo>
                  <a:pt x="696607" y="230994"/>
                  <a:pt x="232928" y="694673"/>
                  <a:pt x="232928" y="1266650"/>
                </a:cubicBezTo>
                <a:cubicBezTo>
                  <a:pt x="232928" y="1838627"/>
                  <a:pt x="696607" y="2302306"/>
                  <a:pt x="1268585" y="2302306"/>
                </a:cubicBezTo>
                <a:cubicBezTo>
                  <a:pt x="1840563" y="2302306"/>
                  <a:pt x="2304242" y="1838627"/>
                  <a:pt x="2304242" y="1266650"/>
                </a:cubicBezTo>
                <a:cubicBezTo>
                  <a:pt x="2304242" y="694673"/>
                  <a:pt x="1840563" y="230994"/>
                  <a:pt x="1268585" y="230994"/>
                </a:cubicBezTo>
                <a:close/>
                <a:moveTo>
                  <a:pt x="1370577" y="129"/>
                </a:moveTo>
                <a:cubicBezTo>
                  <a:pt x="1392996" y="1904"/>
                  <a:pt x="1409731" y="21519"/>
                  <a:pt x="1407956" y="43937"/>
                </a:cubicBezTo>
                <a:lnTo>
                  <a:pt x="1411431" y="184077"/>
                </a:lnTo>
                <a:lnTo>
                  <a:pt x="1482158" y="196909"/>
                </a:lnTo>
                <a:lnTo>
                  <a:pt x="1531455" y="64872"/>
                </a:lnTo>
                <a:cubicBezTo>
                  <a:pt x="1537097" y="43101"/>
                  <a:pt x="1559318" y="30025"/>
                  <a:pt x="1581088" y="35666"/>
                </a:cubicBezTo>
                <a:cubicBezTo>
                  <a:pt x="1602857" y="41308"/>
                  <a:pt x="1615935" y="63529"/>
                  <a:pt x="1610292" y="85299"/>
                </a:cubicBezTo>
                <a:lnTo>
                  <a:pt x="1590652" y="219957"/>
                </a:lnTo>
                <a:lnTo>
                  <a:pt x="1665197" y="249732"/>
                </a:lnTo>
                <a:lnTo>
                  <a:pt x="1736025" y="129366"/>
                </a:lnTo>
                <a:cubicBezTo>
                  <a:pt x="1745361" y="108907"/>
                  <a:pt x="1769515" y="99887"/>
                  <a:pt x="1789976" y="109225"/>
                </a:cubicBezTo>
                <a:cubicBezTo>
                  <a:pt x="1810435" y="118561"/>
                  <a:pt x="1819454" y="142715"/>
                  <a:pt x="1810118" y="163174"/>
                </a:cubicBezTo>
                <a:lnTo>
                  <a:pt x="1767925" y="290765"/>
                </a:lnTo>
                <a:cubicBezTo>
                  <a:pt x="1792392" y="302408"/>
                  <a:pt x="1815978" y="315581"/>
                  <a:pt x="1836575" y="333544"/>
                </a:cubicBezTo>
                <a:lnTo>
                  <a:pt x="1926288" y="228405"/>
                </a:lnTo>
                <a:cubicBezTo>
                  <a:pt x="1932663" y="219141"/>
                  <a:pt x="1942188" y="213338"/>
                  <a:pt x="1952435" y="211444"/>
                </a:cubicBezTo>
                <a:cubicBezTo>
                  <a:pt x="1962685" y="209549"/>
                  <a:pt x="1973654" y="211565"/>
                  <a:pt x="1982916" y="217939"/>
                </a:cubicBezTo>
                <a:cubicBezTo>
                  <a:pt x="2001444" y="230683"/>
                  <a:pt x="2006133" y="256037"/>
                  <a:pt x="1993385" y="274565"/>
                </a:cubicBezTo>
                <a:lnTo>
                  <a:pt x="1929215" y="393751"/>
                </a:lnTo>
                <a:cubicBezTo>
                  <a:pt x="1952245" y="408203"/>
                  <a:pt x="1973206" y="425315"/>
                  <a:pt x="1990985" y="446006"/>
                </a:cubicBezTo>
                <a:lnTo>
                  <a:pt x="2096463" y="358978"/>
                </a:lnTo>
                <a:cubicBezTo>
                  <a:pt x="2104349" y="350963"/>
                  <a:pt x="2114737" y="346900"/>
                  <a:pt x="2125159" y="346814"/>
                </a:cubicBezTo>
                <a:cubicBezTo>
                  <a:pt x="2135580" y="346729"/>
                  <a:pt x="2146034" y="350618"/>
                  <a:pt x="2154049" y="358503"/>
                </a:cubicBezTo>
                <a:cubicBezTo>
                  <a:pt x="2170083" y="374272"/>
                  <a:pt x="2170295" y="400055"/>
                  <a:pt x="2154524" y="416088"/>
                </a:cubicBezTo>
                <a:lnTo>
                  <a:pt x="2070300" y="522740"/>
                </a:lnTo>
                <a:cubicBezTo>
                  <a:pt x="2091314" y="540242"/>
                  <a:pt x="2109043" y="560786"/>
                  <a:pt x="2123835" y="583690"/>
                </a:cubicBezTo>
                <a:lnTo>
                  <a:pt x="2241379" y="517116"/>
                </a:lnTo>
                <a:cubicBezTo>
                  <a:pt x="2250536" y="510592"/>
                  <a:pt x="2261472" y="508395"/>
                  <a:pt x="2271750" y="510120"/>
                </a:cubicBezTo>
                <a:cubicBezTo>
                  <a:pt x="2282027" y="511846"/>
                  <a:pt x="2291648" y="517491"/>
                  <a:pt x="2298174" y="526648"/>
                </a:cubicBezTo>
                <a:cubicBezTo>
                  <a:pt x="2311222" y="544964"/>
                  <a:pt x="2306955" y="570392"/>
                  <a:pt x="2288641" y="583442"/>
                </a:cubicBezTo>
                <a:lnTo>
                  <a:pt x="2187044" y="673967"/>
                </a:lnTo>
                <a:cubicBezTo>
                  <a:pt x="2205451" y="694460"/>
                  <a:pt x="2219407" y="717867"/>
                  <a:pt x="2231207" y="742498"/>
                </a:cubicBezTo>
                <a:lnTo>
                  <a:pt x="2356634" y="698018"/>
                </a:lnTo>
                <a:cubicBezTo>
                  <a:pt x="2366784" y="693183"/>
                  <a:pt x="2377935" y="692919"/>
                  <a:pt x="2387756" y="696403"/>
                </a:cubicBezTo>
                <a:cubicBezTo>
                  <a:pt x="2397579" y="699887"/>
                  <a:pt x="2406072" y="707117"/>
                  <a:pt x="2410907" y="717268"/>
                </a:cubicBezTo>
                <a:cubicBezTo>
                  <a:pt x="2420581" y="737570"/>
                  <a:pt x="2411962" y="761871"/>
                  <a:pt x="2391659" y="771542"/>
                </a:cubicBezTo>
                <a:lnTo>
                  <a:pt x="2275899" y="843042"/>
                </a:lnTo>
                <a:lnTo>
                  <a:pt x="2309184" y="917923"/>
                </a:lnTo>
                <a:lnTo>
                  <a:pt x="2438723" y="896186"/>
                </a:lnTo>
                <a:cubicBezTo>
                  <a:pt x="2460396" y="890186"/>
                  <a:pt x="2482831" y="902892"/>
                  <a:pt x="2488830" y="924566"/>
                </a:cubicBezTo>
                <a:cubicBezTo>
                  <a:pt x="2494830" y="946240"/>
                  <a:pt x="2482123" y="968673"/>
                  <a:pt x="2460450" y="974674"/>
                </a:cubicBezTo>
                <a:lnTo>
                  <a:pt x="2334042" y="1024982"/>
                </a:lnTo>
                <a:lnTo>
                  <a:pt x="2351989" y="1104495"/>
                </a:lnTo>
                <a:lnTo>
                  <a:pt x="2485152" y="1105597"/>
                </a:lnTo>
                <a:cubicBezTo>
                  <a:pt x="2507540" y="1103452"/>
                  <a:pt x="2527428" y="1119860"/>
                  <a:pt x="2529571" y="1142247"/>
                </a:cubicBezTo>
                <a:cubicBezTo>
                  <a:pt x="2531716" y="1164634"/>
                  <a:pt x="2515307" y="1184521"/>
                  <a:pt x="2492921" y="1186666"/>
                </a:cubicBezTo>
                <a:lnTo>
                  <a:pt x="2359802" y="1214237"/>
                </a:lnTo>
                <a:lnTo>
                  <a:pt x="2361526" y="1294592"/>
                </a:lnTo>
                <a:lnTo>
                  <a:pt x="2499662" y="1320295"/>
                </a:lnTo>
                <a:cubicBezTo>
                  <a:pt x="2522079" y="1322068"/>
                  <a:pt x="2538817" y="1341683"/>
                  <a:pt x="2537041" y="1364103"/>
                </a:cubicBezTo>
                <a:cubicBezTo>
                  <a:pt x="2535266" y="1386521"/>
                  <a:pt x="2515652" y="1403257"/>
                  <a:pt x="2493234" y="1401481"/>
                </a:cubicBezTo>
                <a:lnTo>
                  <a:pt x="2353247" y="1405705"/>
                </a:lnTo>
                <a:lnTo>
                  <a:pt x="2339167" y="1483310"/>
                </a:lnTo>
                <a:lnTo>
                  <a:pt x="2471668" y="1532957"/>
                </a:lnTo>
                <a:cubicBezTo>
                  <a:pt x="2493437" y="1538599"/>
                  <a:pt x="2506512" y="1560818"/>
                  <a:pt x="2500873" y="1582589"/>
                </a:cubicBezTo>
                <a:cubicBezTo>
                  <a:pt x="2495231" y="1604358"/>
                  <a:pt x="2473010" y="1617436"/>
                  <a:pt x="2451240" y="1611794"/>
                </a:cubicBezTo>
                <a:lnTo>
                  <a:pt x="2314998" y="1591988"/>
                </a:lnTo>
                <a:lnTo>
                  <a:pt x="2285532" y="1665756"/>
                </a:lnTo>
                <a:lnTo>
                  <a:pt x="2407173" y="1737526"/>
                </a:lnTo>
                <a:cubicBezTo>
                  <a:pt x="2427634" y="1746863"/>
                  <a:pt x="2436650" y="1771017"/>
                  <a:pt x="2427315" y="1791476"/>
                </a:cubicBezTo>
                <a:cubicBezTo>
                  <a:pt x="2417979" y="1811937"/>
                  <a:pt x="2393824" y="1820955"/>
                  <a:pt x="2373363" y="1811618"/>
                </a:cubicBezTo>
                <a:lnTo>
                  <a:pt x="2244296" y="1769003"/>
                </a:lnTo>
                <a:cubicBezTo>
                  <a:pt x="2232268" y="1792894"/>
                  <a:pt x="2219160" y="1816135"/>
                  <a:pt x="2201195" y="1836322"/>
                </a:cubicBezTo>
                <a:lnTo>
                  <a:pt x="2308136" y="1927790"/>
                </a:lnTo>
                <a:cubicBezTo>
                  <a:pt x="2326662" y="1940536"/>
                  <a:pt x="2331348" y="1965890"/>
                  <a:pt x="2318603" y="1984416"/>
                </a:cubicBezTo>
                <a:cubicBezTo>
                  <a:pt x="2305855" y="2002946"/>
                  <a:pt x="2280501" y="2007632"/>
                  <a:pt x="2261973" y="1994887"/>
                </a:cubicBezTo>
                <a:lnTo>
                  <a:pt x="2140578" y="1929597"/>
                </a:lnTo>
                <a:cubicBezTo>
                  <a:pt x="2126017" y="1951990"/>
                  <a:pt x="2109111" y="1972541"/>
                  <a:pt x="2088541" y="1989816"/>
                </a:cubicBezTo>
                <a:lnTo>
                  <a:pt x="2177561" y="2097965"/>
                </a:lnTo>
                <a:cubicBezTo>
                  <a:pt x="2193593" y="2113734"/>
                  <a:pt x="2193807" y="2139515"/>
                  <a:pt x="2178037" y="2155550"/>
                </a:cubicBezTo>
                <a:cubicBezTo>
                  <a:pt x="2162268" y="2171583"/>
                  <a:pt x="2136484" y="2171795"/>
                  <a:pt x="2120451" y="2156025"/>
                </a:cubicBezTo>
                <a:lnTo>
                  <a:pt x="2011161" y="2069798"/>
                </a:lnTo>
                <a:cubicBezTo>
                  <a:pt x="1993817" y="2090196"/>
                  <a:pt x="1973630" y="2107500"/>
                  <a:pt x="1951011" y="2121759"/>
                </a:cubicBezTo>
                <a:lnTo>
                  <a:pt x="2019421" y="2242879"/>
                </a:lnTo>
                <a:cubicBezTo>
                  <a:pt x="2032474" y="2261194"/>
                  <a:pt x="2028205" y="2286621"/>
                  <a:pt x="2009891" y="2299674"/>
                </a:cubicBezTo>
                <a:cubicBezTo>
                  <a:pt x="1991578" y="2312724"/>
                  <a:pt x="1966149" y="2308455"/>
                  <a:pt x="1953098" y="2290141"/>
                </a:cubicBezTo>
                <a:lnTo>
                  <a:pt x="1859851" y="2185586"/>
                </a:lnTo>
                <a:cubicBezTo>
                  <a:pt x="1839743" y="2203460"/>
                  <a:pt x="1816841" y="2217033"/>
                  <a:pt x="1792668" y="2228350"/>
                </a:cubicBezTo>
                <a:lnTo>
                  <a:pt x="1838521" y="2358132"/>
                </a:lnTo>
                <a:cubicBezTo>
                  <a:pt x="1848194" y="2378436"/>
                  <a:pt x="1839576" y="2402734"/>
                  <a:pt x="1819273" y="2412408"/>
                </a:cubicBezTo>
                <a:cubicBezTo>
                  <a:pt x="1798969" y="2422080"/>
                  <a:pt x="1774669" y="2413464"/>
                  <a:pt x="1764999" y="2393158"/>
                </a:cubicBezTo>
                <a:lnTo>
                  <a:pt x="1691031" y="2273527"/>
                </a:lnTo>
                <a:lnTo>
                  <a:pt x="1617991" y="2305992"/>
                </a:lnTo>
                <a:lnTo>
                  <a:pt x="1640356" y="2440221"/>
                </a:lnTo>
                <a:cubicBezTo>
                  <a:pt x="1646353" y="2461896"/>
                  <a:pt x="1633647" y="2484329"/>
                  <a:pt x="1611974" y="2490330"/>
                </a:cubicBezTo>
                <a:cubicBezTo>
                  <a:pt x="1590301" y="2496331"/>
                  <a:pt x="1567865" y="2483623"/>
                  <a:pt x="1561865" y="2461948"/>
                </a:cubicBezTo>
                <a:lnTo>
                  <a:pt x="1509649" y="2330916"/>
                </a:lnTo>
                <a:lnTo>
                  <a:pt x="1432251" y="2348385"/>
                </a:lnTo>
                <a:lnTo>
                  <a:pt x="1430944" y="2486652"/>
                </a:lnTo>
                <a:cubicBezTo>
                  <a:pt x="1433089" y="2509038"/>
                  <a:pt x="1416678" y="2528925"/>
                  <a:pt x="1394292" y="2531070"/>
                </a:cubicBezTo>
                <a:cubicBezTo>
                  <a:pt x="1371905" y="2533216"/>
                  <a:pt x="1352021" y="2516806"/>
                  <a:pt x="1349875" y="2494418"/>
                </a:cubicBezTo>
                <a:lnTo>
                  <a:pt x="1321178" y="2356183"/>
                </a:lnTo>
                <a:lnTo>
                  <a:pt x="1239478" y="2357937"/>
                </a:lnTo>
                <a:lnTo>
                  <a:pt x="1213826" y="2495788"/>
                </a:lnTo>
                <a:cubicBezTo>
                  <a:pt x="1212053" y="2518209"/>
                  <a:pt x="1192437" y="2534945"/>
                  <a:pt x="1170018" y="2533169"/>
                </a:cubicBezTo>
                <a:cubicBezTo>
                  <a:pt x="1147601" y="2531392"/>
                  <a:pt x="1130864" y="2511779"/>
                  <a:pt x="1132638" y="2489360"/>
                </a:cubicBezTo>
                <a:lnTo>
                  <a:pt x="1128406" y="2349083"/>
                </a:lnTo>
                <a:lnTo>
                  <a:pt x="1043631" y="2333701"/>
                </a:lnTo>
                <a:lnTo>
                  <a:pt x="993350" y="2466192"/>
                </a:lnTo>
                <a:cubicBezTo>
                  <a:pt x="987710" y="2487962"/>
                  <a:pt x="965489" y="2501037"/>
                  <a:pt x="943719" y="2495395"/>
                </a:cubicBezTo>
                <a:cubicBezTo>
                  <a:pt x="921949" y="2489755"/>
                  <a:pt x="908874" y="2467533"/>
                  <a:pt x="914514" y="2445762"/>
                </a:cubicBezTo>
                <a:lnTo>
                  <a:pt x="935216" y="2307457"/>
                </a:lnTo>
                <a:lnTo>
                  <a:pt x="862093" y="2278252"/>
                </a:lnTo>
                <a:lnTo>
                  <a:pt x="789112" y="2400765"/>
                </a:lnTo>
                <a:cubicBezTo>
                  <a:pt x="779777" y="2421223"/>
                  <a:pt x="755621" y="2430242"/>
                  <a:pt x="735160" y="2420908"/>
                </a:cubicBezTo>
                <a:cubicBezTo>
                  <a:pt x="714701" y="2411570"/>
                  <a:pt x="705683" y="2387416"/>
                  <a:pt x="715020" y="2366955"/>
                </a:cubicBezTo>
                <a:lnTo>
                  <a:pt x="759036" y="2235507"/>
                </a:lnTo>
                <a:lnTo>
                  <a:pt x="692833" y="2192481"/>
                </a:lnTo>
                <a:lnTo>
                  <a:pt x="599337" y="2300865"/>
                </a:lnTo>
                <a:cubicBezTo>
                  <a:pt x="586589" y="2319393"/>
                  <a:pt x="561236" y="2324078"/>
                  <a:pt x="542706" y="2311333"/>
                </a:cubicBezTo>
                <a:cubicBezTo>
                  <a:pt x="524180" y="2298587"/>
                  <a:pt x="519494" y="2273233"/>
                  <a:pt x="532239" y="2254706"/>
                </a:cubicBezTo>
                <a:lnTo>
                  <a:pt x="599127" y="2131584"/>
                </a:lnTo>
                <a:cubicBezTo>
                  <a:pt x="577634" y="2116429"/>
                  <a:pt x="557504" y="2099583"/>
                  <a:pt x="540894" y="2078858"/>
                </a:cubicBezTo>
                <a:lnTo>
                  <a:pt x="429791" y="2169528"/>
                </a:lnTo>
                <a:cubicBezTo>
                  <a:pt x="414019" y="2185562"/>
                  <a:pt x="388237" y="2185777"/>
                  <a:pt x="372204" y="2170006"/>
                </a:cubicBezTo>
                <a:cubicBezTo>
                  <a:pt x="356172" y="2154236"/>
                  <a:pt x="355958" y="2128453"/>
                  <a:pt x="371731" y="2112420"/>
                </a:cubicBezTo>
                <a:lnTo>
                  <a:pt x="460407" y="2000990"/>
                </a:lnTo>
                <a:cubicBezTo>
                  <a:pt x="440903" y="1983438"/>
                  <a:pt x="424063" y="1963476"/>
                  <a:pt x="410621" y="1940841"/>
                </a:cubicBezTo>
                <a:lnTo>
                  <a:pt x="285628" y="2010748"/>
                </a:lnTo>
                <a:cubicBezTo>
                  <a:pt x="267312" y="2023800"/>
                  <a:pt x="241885" y="2019532"/>
                  <a:pt x="228834" y="2001218"/>
                </a:cubicBezTo>
                <a:cubicBezTo>
                  <a:pt x="215783" y="1982903"/>
                  <a:pt x="220051" y="1957475"/>
                  <a:pt x="238365" y="1944425"/>
                </a:cubicBezTo>
                <a:lnTo>
                  <a:pt x="346301" y="1848975"/>
                </a:lnTo>
                <a:cubicBezTo>
                  <a:pt x="329215" y="1828996"/>
                  <a:pt x="316096" y="1806485"/>
                  <a:pt x="305688" y="1782475"/>
                </a:cubicBezTo>
                <a:lnTo>
                  <a:pt x="171227" y="1829346"/>
                </a:lnTo>
                <a:cubicBezTo>
                  <a:pt x="150924" y="1839018"/>
                  <a:pt x="126622" y="1830401"/>
                  <a:pt x="116952" y="1810097"/>
                </a:cubicBezTo>
                <a:cubicBezTo>
                  <a:pt x="107280" y="1789795"/>
                  <a:pt x="115896" y="1765494"/>
                  <a:pt x="136199" y="1755822"/>
                </a:cubicBezTo>
                <a:lnTo>
                  <a:pt x="260107" y="1679931"/>
                </a:lnTo>
                <a:cubicBezTo>
                  <a:pt x="245918" y="1657664"/>
                  <a:pt x="236895" y="1633211"/>
                  <a:pt x="229112" y="1608268"/>
                </a:cubicBezTo>
                <a:lnTo>
                  <a:pt x="90064" y="1630833"/>
                </a:lnTo>
                <a:cubicBezTo>
                  <a:pt x="68392" y="1636834"/>
                  <a:pt x="45954" y="1624126"/>
                  <a:pt x="39956" y="1602452"/>
                </a:cubicBezTo>
                <a:cubicBezTo>
                  <a:pt x="33956" y="1580778"/>
                  <a:pt x="46663" y="1558345"/>
                  <a:pt x="68338" y="1552346"/>
                </a:cubicBezTo>
                <a:lnTo>
                  <a:pt x="204402" y="1498783"/>
                </a:lnTo>
                <a:lnTo>
                  <a:pt x="187341" y="1423192"/>
                </a:lnTo>
                <a:lnTo>
                  <a:pt x="44604" y="1421244"/>
                </a:lnTo>
                <a:cubicBezTo>
                  <a:pt x="22218" y="1423388"/>
                  <a:pt x="2333" y="1406978"/>
                  <a:pt x="188" y="1384592"/>
                </a:cubicBezTo>
                <a:cubicBezTo>
                  <a:pt x="-1958" y="1362205"/>
                  <a:pt x="14452" y="1342318"/>
                  <a:pt x="36838" y="1340173"/>
                </a:cubicBezTo>
                <a:lnTo>
                  <a:pt x="180620" y="1310955"/>
                </a:lnTo>
                <a:lnTo>
                  <a:pt x="178957" y="1233486"/>
                </a:lnTo>
                <a:lnTo>
                  <a:pt x="41381" y="1207351"/>
                </a:lnTo>
                <a:cubicBezTo>
                  <a:pt x="18961" y="1205576"/>
                  <a:pt x="2225" y="1185963"/>
                  <a:pt x="4001" y="1163544"/>
                </a:cubicBezTo>
                <a:cubicBezTo>
                  <a:pt x="5776" y="1141124"/>
                  <a:pt x="25391" y="1124389"/>
                  <a:pt x="47810" y="1126165"/>
                </a:cubicBezTo>
                <a:lnTo>
                  <a:pt x="188239" y="1122685"/>
                </a:lnTo>
                <a:lnTo>
                  <a:pt x="202356" y="1044881"/>
                </a:lnTo>
                <a:lnTo>
                  <a:pt x="70345" y="994853"/>
                </a:lnTo>
                <a:cubicBezTo>
                  <a:pt x="48576" y="989212"/>
                  <a:pt x="35499" y="966990"/>
                  <a:pt x="41141" y="945221"/>
                </a:cubicBezTo>
                <a:cubicBezTo>
                  <a:pt x="46781" y="923449"/>
                  <a:pt x="69003" y="910375"/>
                  <a:pt x="90773" y="916016"/>
                </a:cubicBezTo>
                <a:lnTo>
                  <a:pt x="227464" y="936641"/>
                </a:lnTo>
                <a:lnTo>
                  <a:pt x="256980" y="862739"/>
                </a:lnTo>
                <a:lnTo>
                  <a:pt x="135771" y="790612"/>
                </a:lnTo>
                <a:cubicBezTo>
                  <a:pt x="115313" y="781277"/>
                  <a:pt x="106294" y="757123"/>
                  <a:pt x="115630" y="736662"/>
                </a:cubicBezTo>
                <a:cubicBezTo>
                  <a:pt x="124966" y="716203"/>
                  <a:pt x="149120" y="707186"/>
                  <a:pt x="169581" y="716520"/>
                </a:cubicBezTo>
                <a:lnTo>
                  <a:pt x="298530" y="759866"/>
                </a:lnTo>
                <a:lnTo>
                  <a:pt x="342208" y="692654"/>
                </a:lnTo>
                <a:lnTo>
                  <a:pt x="235672" y="600840"/>
                </a:lnTo>
                <a:cubicBezTo>
                  <a:pt x="217143" y="588091"/>
                  <a:pt x="212458" y="562737"/>
                  <a:pt x="225204" y="544209"/>
                </a:cubicBezTo>
                <a:cubicBezTo>
                  <a:pt x="231577" y="534947"/>
                  <a:pt x="241102" y="529142"/>
                  <a:pt x="251352" y="527249"/>
                </a:cubicBezTo>
                <a:cubicBezTo>
                  <a:pt x="261599" y="525354"/>
                  <a:pt x="272568" y="527369"/>
                  <a:pt x="281833" y="533742"/>
                </a:cubicBezTo>
                <a:lnTo>
                  <a:pt x="402695" y="599584"/>
                </a:lnTo>
                <a:cubicBezTo>
                  <a:pt x="417708" y="577423"/>
                  <a:pt x="434761" y="556883"/>
                  <a:pt x="455631" y="539785"/>
                </a:cubicBezTo>
                <a:lnTo>
                  <a:pt x="367008" y="431293"/>
                </a:lnTo>
                <a:cubicBezTo>
                  <a:pt x="350973" y="415523"/>
                  <a:pt x="350762" y="389740"/>
                  <a:pt x="366532" y="373706"/>
                </a:cubicBezTo>
                <a:cubicBezTo>
                  <a:pt x="374417" y="365691"/>
                  <a:pt x="384806" y="361628"/>
                  <a:pt x="395227" y="361544"/>
                </a:cubicBezTo>
                <a:cubicBezTo>
                  <a:pt x="405648" y="361458"/>
                  <a:pt x="416102" y="365347"/>
                  <a:pt x="424118" y="373232"/>
                </a:cubicBezTo>
                <a:lnTo>
                  <a:pt x="532850" y="459969"/>
                </a:lnTo>
                <a:cubicBezTo>
                  <a:pt x="550537" y="439813"/>
                  <a:pt x="570861" y="422553"/>
                  <a:pt x="593794" y="408590"/>
                </a:cubicBezTo>
                <a:lnTo>
                  <a:pt x="525789" y="287129"/>
                </a:lnTo>
                <a:cubicBezTo>
                  <a:pt x="512738" y="268814"/>
                  <a:pt x="517006" y="243385"/>
                  <a:pt x="535320" y="230335"/>
                </a:cubicBezTo>
                <a:cubicBezTo>
                  <a:pt x="544478" y="223811"/>
                  <a:pt x="555414" y="221614"/>
                  <a:pt x="565691" y="223340"/>
                </a:cubicBezTo>
                <a:cubicBezTo>
                  <a:pt x="575969" y="225064"/>
                  <a:pt x="585588" y="230711"/>
                  <a:pt x="592113" y="239867"/>
                </a:cubicBezTo>
                <a:lnTo>
                  <a:pt x="684772" y="344893"/>
                </a:lnTo>
                <a:cubicBezTo>
                  <a:pt x="705124" y="327248"/>
                  <a:pt x="728145" y="313746"/>
                  <a:pt x="752622" y="302863"/>
                </a:cubicBezTo>
                <a:lnTo>
                  <a:pt x="707191" y="172728"/>
                </a:lnTo>
                <a:cubicBezTo>
                  <a:pt x="697520" y="152425"/>
                  <a:pt x="706137" y="128125"/>
                  <a:pt x="726440" y="118453"/>
                </a:cubicBezTo>
                <a:cubicBezTo>
                  <a:pt x="736591" y="113616"/>
                  <a:pt x="747742" y="113354"/>
                  <a:pt x="757566" y="116838"/>
                </a:cubicBezTo>
                <a:cubicBezTo>
                  <a:pt x="767387" y="120320"/>
                  <a:pt x="775880" y="127550"/>
                  <a:pt x="780715" y="137702"/>
                </a:cubicBezTo>
                <a:lnTo>
                  <a:pt x="854063" y="257770"/>
                </a:lnTo>
                <a:cubicBezTo>
                  <a:pt x="876893" y="243169"/>
                  <a:pt x="901978" y="233855"/>
                  <a:pt x="927540" y="225719"/>
                </a:cubicBezTo>
                <a:lnTo>
                  <a:pt x="905705" y="91565"/>
                </a:lnTo>
                <a:cubicBezTo>
                  <a:pt x="899704" y="69892"/>
                  <a:pt x="912412" y="47456"/>
                  <a:pt x="934087" y="41456"/>
                </a:cubicBezTo>
                <a:cubicBezTo>
                  <a:pt x="955760" y="35456"/>
                  <a:pt x="978195" y="48165"/>
                  <a:pt x="984194" y="69838"/>
                </a:cubicBezTo>
                <a:lnTo>
                  <a:pt x="1035763" y="201294"/>
                </a:lnTo>
                <a:lnTo>
                  <a:pt x="1113481" y="183754"/>
                </a:lnTo>
                <a:lnTo>
                  <a:pt x="1115295" y="46107"/>
                </a:lnTo>
                <a:cubicBezTo>
                  <a:pt x="1113150" y="23722"/>
                  <a:pt x="1129560" y="3834"/>
                  <a:pt x="1151946" y="1689"/>
                </a:cubicBezTo>
                <a:cubicBezTo>
                  <a:pt x="1174334" y="-457"/>
                  <a:pt x="1194221" y="15952"/>
                  <a:pt x="1196364" y="38339"/>
                </a:cubicBezTo>
                <a:lnTo>
                  <a:pt x="1224375" y="177006"/>
                </a:lnTo>
                <a:lnTo>
                  <a:pt x="1300582" y="175370"/>
                </a:lnTo>
                <a:lnTo>
                  <a:pt x="1326769" y="37508"/>
                </a:lnTo>
                <a:cubicBezTo>
                  <a:pt x="1328544" y="15091"/>
                  <a:pt x="1348159" y="-1647"/>
                  <a:pt x="1370577" y="129"/>
                </a:cubicBezTo>
                <a:close/>
              </a:path>
            </a:pathLst>
          </a:custGeom>
          <a:solidFill>
            <a:schemeClr val="bg1">
              <a:alpha val="40000"/>
            </a:schemeClr>
          </a:solidFill>
        </p:spPr>
        <p:txBody>
          <a:bodyPr wrap="square" lIns="72000" tIns="36000" rIns="72000" bIns="36000" rtlCol="0" anchor="ctr">
            <a:noAutofit/>
          </a:bodyPr>
          <a:lstStyle/>
          <a:p>
            <a:pPr marL="0" marR="0" lvl="0" indent="0" algn="l" defTabSz="307644" rtl="0" eaLnBrk="1" fontAlgn="auto" latinLnBrk="0" hangingPunct="0">
              <a:lnSpc>
                <a:spcPct val="90000"/>
              </a:lnSpc>
              <a:spcBef>
                <a:spcPts val="0"/>
              </a:spcBef>
              <a:spcAft>
                <a:spcPts val="596"/>
              </a:spcAft>
              <a:buClr>
                <a:srgbClr val="E6513E"/>
              </a:buClr>
              <a:buSzTx/>
              <a:buFontTx/>
              <a:buNone/>
              <a:tabLst/>
              <a:defRPr/>
            </a:pPr>
            <a:endParaRPr kumimoji="0" lang="en-US" sz="1000" b="0" i="0" u="none" strike="noStrike" kern="1200" cap="none" spc="0" normalizeH="0" baseline="0" noProof="0">
              <a:ln>
                <a:noFill/>
              </a:ln>
              <a:solidFill>
                <a:srgbClr val="D63636"/>
              </a:solidFill>
              <a:effectLst/>
              <a:uLnTx/>
              <a:uFillTx/>
              <a:latin typeface="Arial"/>
              <a:ea typeface="Nokia Pure Text" panose="020B0504040602060303" pitchFamily="34" charset="0"/>
              <a:cs typeface="Nokia Pure Text" panose="020B0504040602060303" pitchFamily="34" charset="0"/>
            </a:endParaRPr>
          </a:p>
        </p:txBody>
      </p:sp>
      <p:grpSp>
        <p:nvGrpSpPr>
          <p:cNvPr id="165" name="Group 164">
            <a:extLst>
              <a:ext uri="{FF2B5EF4-FFF2-40B4-BE49-F238E27FC236}">
                <a16:creationId xmlns:a16="http://schemas.microsoft.com/office/drawing/2014/main" id="{E76E1334-6A02-40B5-A463-8EEB1D2A8B43}"/>
              </a:ext>
            </a:extLst>
          </p:cNvPr>
          <p:cNvGrpSpPr/>
          <p:nvPr userDrawn="1"/>
        </p:nvGrpSpPr>
        <p:grpSpPr>
          <a:xfrm>
            <a:off x="1256027" y="2410323"/>
            <a:ext cx="1058274" cy="1056656"/>
            <a:chOff x="-3273374" y="1134891"/>
            <a:chExt cx="2537169" cy="2533298"/>
          </a:xfrm>
        </p:grpSpPr>
        <p:sp>
          <p:nvSpPr>
            <p:cNvPr id="166" name="Freeform: Shape 165">
              <a:extLst>
                <a:ext uri="{FF2B5EF4-FFF2-40B4-BE49-F238E27FC236}">
                  <a16:creationId xmlns:a16="http://schemas.microsoft.com/office/drawing/2014/main" id="{59BCE3E9-1EB7-4A21-BC1C-B0274DD6FE77}"/>
                </a:ext>
              </a:extLst>
            </p:cNvPr>
            <p:cNvSpPr>
              <a:spLocks noChangeAspect="1"/>
            </p:cNvSpPr>
            <p:nvPr/>
          </p:nvSpPr>
          <p:spPr>
            <a:xfrm>
              <a:off x="-3273374" y="1134891"/>
              <a:ext cx="2537169" cy="2533298"/>
            </a:xfrm>
            <a:custGeom>
              <a:avLst/>
              <a:gdLst>
                <a:gd name="connsiteX0" fmla="*/ 860885 w 2537170"/>
                <a:gd name="connsiteY0" fmla="*/ 1437939 h 2533298"/>
                <a:gd name="connsiteX1" fmla="*/ 402545 w 2537170"/>
                <a:gd name="connsiteY1" fmla="*/ 1560751 h 2533298"/>
                <a:gd name="connsiteX2" fmla="*/ 1259461 w 2537170"/>
                <a:gd name="connsiteY2" fmla="*/ 2176428 h 2533298"/>
                <a:gd name="connsiteX3" fmla="*/ 1852888 w 2537170"/>
                <a:gd name="connsiteY3" fmla="*/ 1951120 h 2533298"/>
                <a:gd name="connsiteX4" fmla="*/ 1513851 w 2537170"/>
                <a:gd name="connsiteY4" fmla="*/ 1612087 h 2533298"/>
                <a:gd name="connsiteX5" fmla="*/ 1477444 w 2537170"/>
                <a:gd name="connsiteY5" fmla="*/ 1644201 h 2533298"/>
                <a:gd name="connsiteX6" fmla="*/ 881909 w 2537170"/>
                <a:gd name="connsiteY6" fmla="*/ 1484630 h 2533298"/>
                <a:gd name="connsiteX7" fmla="*/ 1259461 w 2537170"/>
                <a:gd name="connsiteY7" fmla="*/ 986252 h 2533298"/>
                <a:gd name="connsiteX8" fmla="*/ 979064 w 2537170"/>
                <a:gd name="connsiteY8" fmla="*/ 1266649 h 2533298"/>
                <a:gd name="connsiteX9" fmla="*/ 1259461 w 2537170"/>
                <a:gd name="connsiteY9" fmla="*/ 1547047 h 2533298"/>
                <a:gd name="connsiteX10" fmla="*/ 1539859 w 2537170"/>
                <a:gd name="connsiteY10" fmla="*/ 1266649 h 2533298"/>
                <a:gd name="connsiteX11" fmla="*/ 1259461 w 2537170"/>
                <a:gd name="connsiteY11" fmla="*/ 986252 h 2533298"/>
                <a:gd name="connsiteX12" fmla="*/ 1548911 w 2537170"/>
                <a:gd name="connsiteY12" fmla="*/ 408290 h 2533298"/>
                <a:gd name="connsiteX13" fmla="*/ 1426040 w 2537170"/>
                <a:gd name="connsiteY13" fmla="*/ 866853 h 2533298"/>
                <a:gd name="connsiteX14" fmla="*/ 1637017 w 2537170"/>
                <a:gd name="connsiteY14" fmla="*/ 1048669 h 2533298"/>
                <a:gd name="connsiteX15" fmla="*/ 1603283 w 2537170"/>
                <a:gd name="connsiteY15" fmla="*/ 1533201 h 2533298"/>
                <a:gd name="connsiteX16" fmla="*/ 1937706 w 2537170"/>
                <a:gd name="connsiteY16" fmla="*/ 1867622 h 2533298"/>
                <a:gd name="connsiteX17" fmla="*/ 2169239 w 2537170"/>
                <a:gd name="connsiteY17" fmla="*/ 1266649 h 2533298"/>
                <a:gd name="connsiteX18" fmla="*/ 1548911 w 2537170"/>
                <a:gd name="connsiteY18" fmla="*/ 408290 h 2533298"/>
                <a:gd name="connsiteX19" fmla="*/ 1259461 w 2537170"/>
                <a:gd name="connsiteY19" fmla="*/ 356871 h 2533298"/>
                <a:gd name="connsiteX20" fmla="*/ 349683 w 2537170"/>
                <a:gd name="connsiteY20" fmla="*/ 1266649 h 2533298"/>
                <a:gd name="connsiteX21" fmla="*/ 367847 w 2537170"/>
                <a:gd name="connsiteY21" fmla="*/ 1446833 h 2533298"/>
                <a:gd name="connsiteX22" fmla="*/ 827444 w 2537170"/>
                <a:gd name="connsiteY22" fmla="*/ 1323684 h 2533298"/>
                <a:gd name="connsiteX23" fmla="*/ 1041485 w 2537170"/>
                <a:gd name="connsiteY23" fmla="*/ 889097 h 2533298"/>
                <a:gd name="connsiteX24" fmla="*/ 1289805 w 2537170"/>
                <a:gd name="connsiteY24" fmla="*/ 831703 h 2533298"/>
                <a:gd name="connsiteX25" fmla="*/ 1311143 w 2537170"/>
                <a:gd name="connsiteY25" fmla="*/ 835808 h 2533298"/>
                <a:gd name="connsiteX26" fmla="*/ 1434739 w 2537170"/>
                <a:gd name="connsiteY26" fmla="*/ 374541 h 2533298"/>
                <a:gd name="connsiteX27" fmla="*/ 1259461 w 2537170"/>
                <a:gd name="connsiteY27" fmla="*/ 356871 h 2533298"/>
                <a:gd name="connsiteX28" fmla="*/ 1268585 w 2537170"/>
                <a:gd name="connsiteY28" fmla="*/ 293382 h 2533298"/>
                <a:gd name="connsiteX29" fmla="*/ 2241854 w 2537170"/>
                <a:gd name="connsiteY29" fmla="*/ 1266650 h 2533298"/>
                <a:gd name="connsiteX30" fmla="*/ 1268585 w 2537170"/>
                <a:gd name="connsiteY30" fmla="*/ 2239918 h 2533298"/>
                <a:gd name="connsiteX31" fmla="*/ 295316 w 2537170"/>
                <a:gd name="connsiteY31" fmla="*/ 1266650 h 2533298"/>
                <a:gd name="connsiteX32" fmla="*/ 1268585 w 2537170"/>
                <a:gd name="connsiteY32" fmla="*/ 293382 h 2533298"/>
                <a:gd name="connsiteX33" fmla="*/ 1268585 w 2537170"/>
                <a:gd name="connsiteY33" fmla="*/ 230994 h 2533298"/>
                <a:gd name="connsiteX34" fmla="*/ 232928 w 2537170"/>
                <a:gd name="connsiteY34" fmla="*/ 1266650 h 2533298"/>
                <a:gd name="connsiteX35" fmla="*/ 1268585 w 2537170"/>
                <a:gd name="connsiteY35" fmla="*/ 2302306 h 2533298"/>
                <a:gd name="connsiteX36" fmla="*/ 2304242 w 2537170"/>
                <a:gd name="connsiteY36" fmla="*/ 1266650 h 2533298"/>
                <a:gd name="connsiteX37" fmla="*/ 1268585 w 2537170"/>
                <a:gd name="connsiteY37" fmla="*/ 230994 h 2533298"/>
                <a:gd name="connsiteX38" fmla="*/ 1370577 w 2537170"/>
                <a:gd name="connsiteY38" fmla="*/ 129 h 2533298"/>
                <a:gd name="connsiteX39" fmla="*/ 1407956 w 2537170"/>
                <a:gd name="connsiteY39" fmla="*/ 43937 h 2533298"/>
                <a:gd name="connsiteX40" fmla="*/ 1411431 w 2537170"/>
                <a:gd name="connsiteY40" fmla="*/ 184077 h 2533298"/>
                <a:gd name="connsiteX41" fmla="*/ 1482158 w 2537170"/>
                <a:gd name="connsiteY41" fmla="*/ 196909 h 2533298"/>
                <a:gd name="connsiteX42" fmla="*/ 1531455 w 2537170"/>
                <a:gd name="connsiteY42" fmla="*/ 64872 h 2533298"/>
                <a:gd name="connsiteX43" fmla="*/ 1581088 w 2537170"/>
                <a:gd name="connsiteY43" fmla="*/ 35666 h 2533298"/>
                <a:gd name="connsiteX44" fmla="*/ 1610292 w 2537170"/>
                <a:gd name="connsiteY44" fmla="*/ 85299 h 2533298"/>
                <a:gd name="connsiteX45" fmla="*/ 1590652 w 2537170"/>
                <a:gd name="connsiteY45" fmla="*/ 219957 h 2533298"/>
                <a:gd name="connsiteX46" fmla="*/ 1665197 w 2537170"/>
                <a:gd name="connsiteY46" fmla="*/ 249732 h 2533298"/>
                <a:gd name="connsiteX47" fmla="*/ 1736025 w 2537170"/>
                <a:gd name="connsiteY47" fmla="*/ 129366 h 2533298"/>
                <a:gd name="connsiteX48" fmla="*/ 1789976 w 2537170"/>
                <a:gd name="connsiteY48" fmla="*/ 109225 h 2533298"/>
                <a:gd name="connsiteX49" fmla="*/ 1810118 w 2537170"/>
                <a:gd name="connsiteY49" fmla="*/ 163174 h 2533298"/>
                <a:gd name="connsiteX50" fmla="*/ 1767925 w 2537170"/>
                <a:gd name="connsiteY50" fmla="*/ 290765 h 2533298"/>
                <a:gd name="connsiteX51" fmla="*/ 1836575 w 2537170"/>
                <a:gd name="connsiteY51" fmla="*/ 333544 h 2533298"/>
                <a:gd name="connsiteX52" fmla="*/ 1926288 w 2537170"/>
                <a:gd name="connsiteY52" fmla="*/ 228405 h 2533298"/>
                <a:gd name="connsiteX53" fmla="*/ 1952435 w 2537170"/>
                <a:gd name="connsiteY53" fmla="*/ 211444 h 2533298"/>
                <a:gd name="connsiteX54" fmla="*/ 1982916 w 2537170"/>
                <a:gd name="connsiteY54" fmla="*/ 217939 h 2533298"/>
                <a:gd name="connsiteX55" fmla="*/ 1993385 w 2537170"/>
                <a:gd name="connsiteY55" fmla="*/ 274565 h 2533298"/>
                <a:gd name="connsiteX56" fmla="*/ 1929215 w 2537170"/>
                <a:gd name="connsiteY56" fmla="*/ 393751 h 2533298"/>
                <a:gd name="connsiteX57" fmla="*/ 1990985 w 2537170"/>
                <a:gd name="connsiteY57" fmla="*/ 446006 h 2533298"/>
                <a:gd name="connsiteX58" fmla="*/ 2096463 w 2537170"/>
                <a:gd name="connsiteY58" fmla="*/ 358978 h 2533298"/>
                <a:gd name="connsiteX59" fmla="*/ 2125159 w 2537170"/>
                <a:gd name="connsiteY59" fmla="*/ 346814 h 2533298"/>
                <a:gd name="connsiteX60" fmla="*/ 2154049 w 2537170"/>
                <a:gd name="connsiteY60" fmla="*/ 358503 h 2533298"/>
                <a:gd name="connsiteX61" fmla="*/ 2154524 w 2537170"/>
                <a:gd name="connsiteY61" fmla="*/ 416088 h 2533298"/>
                <a:gd name="connsiteX62" fmla="*/ 2070300 w 2537170"/>
                <a:gd name="connsiteY62" fmla="*/ 522740 h 2533298"/>
                <a:gd name="connsiteX63" fmla="*/ 2123835 w 2537170"/>
                <a:gd name="connsiteY63" fmla="*/ 583690 h 2533298"/>
                <a:gd name="connsiteX64" fmla="*/ 2241379 w 2537170"/>
                <a:gd name="connsiteY64" fmla="*/ 517116 h 2533298"/>
                <a:gd name="connsiteX65" fmla="*/ 2271750 w 2537170"/>
                <a:gd name="connsiteY65" fmla="*/ 510120 h 2533298"/>
                <a:gd name="connsiteX66" fmla="*/ 2298174 w 2537170"/>
                <a:gd name="connsiteY66" fmla="*/ 526648 h 2533298"/>
                <a:gd name="connsiteX67" fmla="*/ 2288641 w 2537170"/>
                <a:gd name="connsiteY67" fmla="*/ 583442 h 2533298"/>
                <a:gd name="connsiteX68" fmla="*/ 2187044 w 2537170"/>
                <a:gd name="connsiteY68" fmla="*/ 673967 h 2533298"/>
                <a:gd name="connsiteX69" fmla="*/ 2231207 w 2537170"/>
                <a:gd name="connsiteY69" fmla="*/ 742498 h 2533298"/>
                <a:gd name="connsiteX70" fmla="*/ 2356634 w 2537170"/>
                <a:gd name="connsiteY70" fmla="*/ 698018 h 2533298"/>
                <a:gd name="connsiteX71" fmla="*/ 2387756 w 2537170"/>
                <a:gd name="connsiteY71" fmla="*/ 696403 h 2533298"/>
                <a:gd name="connsiteX72" fmla="*/ 2410907 w 2537170"/>
                <a:gd name="connsiteY72" fmla="*/ 717268 h 2533298"/>
                <a:gd name="connsiteX73" fmla="*/ 2391659 w 2537170"/>
                <a:gd name="connsiteY73" fmla="*/ 771542 h 2533298"/>
                <a:gd name="connsiteX74" fmla="*/ 2275899 w 2537170"/>
                <a:gd name="connsiteY74" fmla="*/ 843042 h 2533298"/>
                <a:gd name="connsiteX75" fmla="*/ 2309184 w 2537170"/>
                <a:gd name="connsiteY75" fmla="*/ 917923 h 2533298"/>
                <a:gd name="connsiteX76" fmla="*/ 2438723 w 2537170"/>
                <a:gd name="connsiteY76" fmla="*/ 896186 h 2533298"/>
                <a:gd name="connsiteX77" fmla="*/ 2488830 w 2537170"/>
                <a:gd name="connsiteY77" fmla="*/ 924566 h 2533298"/>
                <a:gd name="connsiteX78" fmla="*/ 2460450 w 2537170"/>
                <a:gd name="connsiteY78" fmla="*/ 974674 h 2533298"/>
                <a:gd name="connsiteX79" fmla="*/ 2334042 w 2537170"/>
                <a:gd name="connsiteY79" fmla="*/ 1024982 h 2533298"/>
                <a:gd name="connsiteX80" fmla="*/ 2351989 w 2537170"/>
                <a:gd name="connsiteY80" fmla="*/ 1104495 h 2533298"/>
                <a:gd name="connsiteX81" fmla="*/ 2485152 w 2537170"/>
                <a:gd name="connsiteY81" fmla="*/ 1105597 h 2533298"/>
                <a:gd name="connsiteX82" fmla="*/ 2529571 w 2537170"/>
                <a:gd name="connsiteY82" fmla="*/ 1142247 h 2533298"/>
                <a:gd name="connsiteX83" fmla="*/ 2492921 w 2537170"/>
                <a:gd name="connsiteY83" fmla="*/ 1186666 h 2533298"/>
                <a:gd name="connsiteX84" fmla="*/ 2359802 w 2537170"/>
                <a:gd name="connsiteY84" fmla="*/ 1214237 h 2533298"/>
                <a:gd name="connsiteX85" fmla="*/ 2361526 w 2537170"/>
                <a:gd name="connsiteY85" fmla="*/ 1294592 h 2533298"/>
                <a:gd name="connsiteX86" fmla="*/ 2499662 w 2537170"/>
                <a:gd name="connsiteY86" fmla="*/ 1320295 h 2533298"/>
                <a:gd name="connsiteX87" fmla="*/ 2537041 w 2537170"/>
                <a:gd name="connsiteY87" fmla="*/ 1364103 h 2533298"/>
                <a:gd name="connsiteX88" fmla="*/ 2493234 w 2537170"/>
                <a:gd name="connsiteY88" fmla="*/ 1401481 h 2533298"/>
                <a:gd name="connsiteX89" fmla="*/ 2353247 w 2537170"/>
                <a:gd name="connsiteY89" fmla="*/ 1405705 h 2533298"/>
                <a:gd name="connsiteX90" fmla="*/ 2339167 w 2537170"/>
                <a:gd name="connsiteY90" fmla="*/ 1483310 h 2533298"/>
                <a:gd name="connsiteX91" fmla="*/ 2471668 w 2537170"/>
                <a:gd name="connsiteY91" fmla="*/ 1532957 h 2533298"/>
                <a:gd name="connsiteX92" fmla="*/ 2500873 w 2537170"/>
                <a:gd name="connsiteY92" fmla="*/ 1582589 h 2533298"/>
                <a:gd name="connsiteX93" fmla="*/ 2451240 w 2537170"/>
                <a:gd name="connsiteY93" fmla="*/ 1611794 h 2533298"/>
                <a:gd name="connsiteX94" fmla="*/ 2314998 w 2537170"/>
                <a:gd name="connsiteY94" fmla="*/ 1591988 h 2533298"/>
                <a:gd name="connsiteX95" fmla="*/ 2285532 w 2537170"/>
                <a:gd name="connsiteY95" fmla="*/ 1665756 h 2533298"/>
                <a:gd name="connsiteX96" fmla="*/ 2407173 w 2537170"/>
                <a:gd name="connsiteY96" fmla="*/ 1737526 h 2533298"/>
                <a:gd name="connsiteX97" fmla="*/ 2427315 w 2537170"/>
                <a:gd name="connsiteY97" fmla="*/ 1791476 h 2533298"/>
                <a:gd name="connsiteX98" fmla="*/ 2373363 w 2537170"/>
                <a:gd name="connsiteY98" fmla="*/ 1811618 h 2533298"/>
                <a:gd name="connsiteX99" fmla="*/ 2244296 w 2537170"/>
                <a:gd name="connsiteY99" fmla="*/ 1769003 h 2533298"/>
                <a:gd name="connsiteX100" fmla="*/ 2201195 w 2537170"/>
                <a:gd name="connsiteY100" fmla="*/ 1836322 h 2533298"/>
                <a:gd name="connsiteX101" fmla="*/ 2308136 w 2537170"/>
                <a:gd name="connsiteY101" fmla="*/ 1927790 h 2533298"/>
                <a:gd name="connsiteX102" fmla="*/ 2318603 w 2537170"/>
                <a:gd name="connsiteY102" fmla="*/ 1984416 h 2533298"/>
                <a:gd name="connsiteX103" fmla="*/ 2261973 w 2537170"/>
                <a:gd name="connsiteY103" fmla="*/ 1994887 h 2533298"/>
                <a:gd name="connsiteX104" fmla="*/ 2140578 w 2537170"/>
                <a:gd name="connsiteY104" fmla="*/ 1929597 h 2533298"/>
                <a:gd name="connsiteX105" fmla="*/ 2088541 w 2537170"/>
                <a:gd name="connsiteY105" fmla="*/ 1989816 h 2533298"/>
                <a:gd name="connsiteX106" fmla="*/ 2177561 w 2537170"/>
                <a:gd name="connsiteY106" fmla="*/ 2097965 h 2533298"/>
                <a:gd name="connsiteX107" fmla="*/ 2178037 w 2537170"/>
                <a:gd name="connsiteY107" fmla="*/ 2155550 h 2533298"/>
                <a:gd name="connsiteX108" fmla="*/ 2120451 w 2537170"/>
                <a:gd name="connsiteY108" fmla="*/ 2156025 h 2533298"/>
                <a:gd name="connsiteX109" fmla="*/ 2011161 w 2537170"/>
                <a:gd name="connsiteY109" fmla="*/ 2069798 h 2533298"/>
                <a:gd name="connsiteX110" fmla="*/ 1951011 w 2537170"/>
                <a:gd name="connsiteY110" fmla="*/ 2121759 h 2533298"/>
                <a:gd name="connsiteX111" fmla="*/ 2019421 w 2537170"/>
                <a:gd name="connsiteY111" fmla="*/ 2242879 h 2533298"/>
                <a:gd name="connsiteX112" fmla="*/ 2009891 w 2537170"/>
                <a:gd name="connsiteY112" fmla="*/ 2299674 h 2533298"/>
                <a:gd name="connsiteX113" fmla="*/ 1953098 w 2537170"/>
                <a:gd name="connsiteY113" fmla="*/ 2290141 h 2533298"/>
                <a:gd name="connsiteX114" fmla="*/ 1859851 w 2537170"/>
                <a:gd name="connsiteY114" fmla="*/ 2185586 h 2533298"/>
                <a:gd name="connsiteX115" fmla="*/ 1792668 w 2537170"/>
                <a:gd name="connsiteY115" fmla="*/ 2228350 h 2533298"/>
                <a:gd name="connsiteX116" fmla="*/ 1838521 w 2537170"/>
                <a:gd name="connsiteY116" fmla="*/ 2358132 h 2533298"/>
                <a:gd name="connsiteX117" fmla="*/ 1819273 w 2537170"/>
                <a:gd name="connsiteY117" fmla="*/ 2412408 h 2533298"/>
                <a:gd name="connsiteX118" fmla="*/ 1764999 w 2537170"/>
                <a:gd name="connsiteY118" fmla="*/ 2393158 h 2533298"/>
                <a:gd name="connsiteX119" fmla="*/ 1691031 w 2537170"/>
                <a:gd name="connsiteY119" fmla="*/ 2273527 h 2533298"/>
                <a:gd name="connsiteX120" fmla="*/ 1617991 w 2537170"/>
                <a:gd name="connsiteY120" fmla="*/ 2305992 h 2533298"/>
                <a:gd name="connsiteX121" fmla="*/ 1640356 w 2537170"/>
                <a:gd name="connsiteY121" fmla="*/ 2440221 h 2533298"/>
                <a:gd name="connsiteX122" fmla="*/ 1611974 w 2537170"/>
                <a:gd name="connsiteY122" fmla="*/ 2490330 h 2533298"/>
                <a:gd name="connsiteX123" fmla="*/ 1561865 w 2537170"/>
                <a:gd name="connsiteY123" fmla="*/ 2461948 h 2533298"/>
                <a:gd name="connsiteX124" fmla="*/ 1509649 w 2537170"/>
                <a:gd name="connsiteY124" fmla="*/ 2330916 h 2533298"/>
                <a:gd name="connsiteX125" fmla="*/ 1432251 w 2537170"/>
                <a:gd name="connsiteY125" fmla="*/ 2348385 h 2533298"/>
                <a:gd name="connsiteX126" fmla="*/ 1430944 w 2537170"/>
                <a:gd name="connsiteY126" fmla="*/ 2486652 h 2533298"/>
                <a:gd name="connsiteX127" fmla="*/ 1394292 w 2537170"/>
                <a:gd name="connsiteY127" fmla="*/ 2531070 h 2533298"/>
                <a:gd name="connsiteX128" fmla="*/ 1349875 w 2537170"/>
                <a:gd name="connsiteY128" fmla="*/ 2494418 h 2533298"/>
                <a:gd name="connsiteX129" fmla="*/ 1321178 w 2537170"/>
                <a:gd name="connsiteY129" fmla="*/ 2356183 h 2533298"/>
                <a:gd name="connsiteX130" fmla="*/ 1239478 w 2537170"/>
                <a:gd name="connsiteY130" fmla="*/ 2357937 h 2533298"/>
                <a:gd name="connsiteX131" fmla="*/ 1213826 w 2537170"/>
                <a:gd name="connsiteY131" fmla="*/ 2495788 h 2533298"/>
                <a:gd name="connsiteX132" fmla="*/ 1170018 w 2537170"/>
                <a:gd name="connsiteY132" fmla="*/ 2533169 h 2533298"/>
                <a:gd name="connsiteX133" fmla="*/ 1132638 w 2537170"/>
                <a:gd name="connsiteY133" fmla="*/ 2489360 h 2533298"/>
                <a:gd name="connsiteX134" fmla="*/ 1128406 w 2537170"/>
                <a:gd name="connsiteY134" fmla="*/ 2349083 h 2533298"/>
                <a:gd name="connsiteX135" fmla="*/ 1043631 w 2537170"/>
                <a:gd name="connsiteY135" fmla="*/ 2333701 h 2533298"/>
                <a:gd name="connsiteX136" fmla="*/ 993350 w 2537170"/>
                <a:gd name="connsiteY136" fmla="*/ 2466192 h 2533298"/>
                <a:gd name="connsiteX137" fmla="*/ 943719 w 2537170"/>
                <a:gd name="connsiteY137" fmla="*/ 2495395 h 2533298"/>
                <a:gd name="connsiteX138" fmla="*/ 914514 w 2537170"/>
                <a:gd name="connsiteY138" fmla="*/ 2445762 h 2533298"/>
                <a:gd name="connsiteX139" fmla="*/ 935216 w 2537170"/>
                <a:gd name="connsiteY139" fmla="*/ 2307457 h 2533298"/>
                <a:gd name="connsiteX140" fmla="*/ 862093 w 2537170"/>
                <a:gd name="connsiteY140" fmla="*/ 2278252 h 2533298"/>
                <a:gd name="connsiteX141" fmla="*/ 789112 w 2537170"/>
                <a:gd name="connsiteY141" fmla="*/ 2400765 h 2533298"/>
                <a:gd name="connsiteX142" fmla="*/ 735160 w 2537170"/>
                <a:gd name="connsiteY142" fmla="*/ 2420908 h 2533298"/>
                <a:gd name="connsiteX143" fmla="*/ 715020 w 2537170"/>
                <a:gd name="connsiteY143" fmla="*/ 2366955 h 2533298"/>
                <a:gd name="connsiteX144" fmla="*/ 759036 w 2537170"/>
                <a:gd name="connsiteY144" fmla="*/ 2235507 h 2533298"/>
                <a:gd name="connsiteX145" fmla="*/ 692833 w 2537170"/>
                <a:gd name="connsiteY145" fmla="*/ 2192481 h 2533298"/>
                <a:gd name="connsiteX146" fmla="*/ 599337 w 2537170"/>
                <a:gd name="connsiteY146" fmla="*/ 2300865 h 2533298"/>
                <a:gd name="connsiteX147" fmla="*/ 542706 w 2537170"/>
                <a:gd name="connsiteY147" fmla="*/ 2311333 h 2533298"/>
                <a:gd name="connsiteX148" fmla="*/ 532239 w 2537170"/>
                <a:gd name="connsiteY148" fmla="*/ 2254706 h 2533298"/>
                <a:gd name="connsiteX149" fmla="*/ 599127 w 2537170"/>
                <a:gd name="connsiteY149" fmla="*/ 2131584 h 2533298"/>
                <a:gd name="connsiteX150" fmla="*/ 540894 w 2537170"/>
                <a:gd name="connsiteY150" fmla="*/ 2078858 h 2533298"/>
                <a:gd name="connsiteX151" fmla="*/ 429791 w 2537170"/>
                <a:gd name="connsiteY151" fmla="*/ 2169528 h 2533298"/>
                <a:gd name="connsiteX152" fmla="*/ 372204 w 2537170"/>
                <a:gd name="connsiteY152" fmla="*/ 2170006 h 2533298"/>
                <a:gd name="connsiteX153" fmla="*/ 371731 w 2537170"/>
                <a:gd name="connsiteY153" fmla="*/ 2112420 h 2533298"/>
                <a:gd name="connsiteX154" fmla="*/ 460407 w 2537170"/>
                <a:gd name="connsiteY154" fmla="*/ 2000990 h 2533298"/>
                <a:gd name="connsiteX155" fmla="*/ 410621 w 2537170"/>
                <a:gd name="connsiteY155" fmla="*/ 1940841 h 2533298"/>
                <a:gd name="connsiteX156" fmla="*/ 285628 w 2537170"/>
                <a:gd name="connsiteY156" fmla="*/ 2010748 h 2533298"/>
                <a:gd name="connsiteX157" fmla="*/ 228834 w 2537170"/>
                <a:gd name="connsiteY157" fmla="*/ 2001218 h 2533298"/>
                <a:gd name="connsiteX158" fmla="*/ 238365 w 2537170"/>
                <a:gd name="connsiteY158" fmla="*/ 1944425 h 2533298"/>
                <a:gd name="connsiteX159" fmla="*/ 346301 w 2537170"/>
                <a:gd name="connsiteY159" fmla="*/ 1848975 h 2533298"/>
                <a:gd name="connsiteX160" fmla="*/ 305688 w 2537170"/>
                <a:gd name="connsiteY160" fmla="*/ 1782475 h 2533298"/>
                <a:gd name="connsiteX161" fmla="*/ 171227 w 2537170"/>
                <a:gd name="connsiteY161" fmla="*/ 1829346 h 2533298"/>
                <a:gd name="connsiteX162" fmla="*/ 116952 w 2537170"/>
                <a:gd name="connsiteY162" fmla="*/ 1810097 h 2533298"/>
                <a:gd name="connsiteX163" fmla="*/ 136199 w 2537170"/>
                <a:gd name="connsiteY163" fmla="*/ 1755822 h 2533298"/>
                <a:gd name="connsiteX164" fmla="*/ 260107 w 2537170"/>
                <a:gd name="connsiteY164" fmla="*/ 1679931 h 2533298"/>
                <a:gd name="connsiteX165" fmla="*/ 229112 w 2537170"/>
                <a:gd name="connsiteY165" fmla="*/ 1608268 h 2533298"/>
                <a:gd name="connsiteX166" fmla="*/ 90064 w 2537170"/>
                <a:gd name="connsiteY166" fmla="*/ 1630833 h 2533298"/>
                <a:gd name="connsiteX167" fmla="*/ 39956 w 2537170"/>
                <a:gd name="connsiteY167" fmla="*/ 1602452 h 2533298"/>
                <a:gd name="connsiteX168" fmla="*/ 68338 w 2537170"/>
                <a:gd name="connsiteY168" fmla="*/ 1552346 h 2533298"/>
                <a:gd name="connsiteX169" fmla="*/ 204402 w 2537170"/>
                <a:gd name="connsiteY169" fmla="*/ 1498783 h 2533298"/>
                <a:gd name="connsiteX170" fmla="*/ 187341 w 2537170"/>
                <a:gd name="connsiteY170" fmla="*/ 1423192 h 2533298"/>
                <a:gd name="connsiteX171" fmla="*/ 44604 w 2537170"/>
                <a:gd name="connsiteY171" fmla="*/ 1421244 h 2533298"/>
                <a:gd name="connsiteX172" fmla="*/ 188 w 2537170"/>
                <a:gd name="connsiteY172" fmla="*/ 1384592 h 2533298"/>
                <a:gd name="connsiteX173" fmla="*/ 36838 w 2537170"/>
                <a:gd name="connsiteY173" fmla="*/ 1340173 h 2533298"/>
                <a:gd name="connsiteX174" fmla="*/ 180620 w 2537170"/>
                <a:gd name="connsiteY174" fmla="*/ 1310955 h 2533298"/>
                <a:gd name="connsiteX175" fmla="*/ 178957 w 2537170"/>
                <a:gd name="connsiteY175" fmla="*/ 1233486 h 2533298"/>
                <a:gd name="connsiteX176" fmla="*/ 41381 w 2537170"/>
                <a:gd name="connsiteY176" fmla="*/ 1207351 h 2533298"/>
                <a:gd name="connsiteX177" fmla="*/ 4001 w 2537170"/>
                <a:gd name="connsiteY177" fmla="*/ 1163544 h 2533298"/>
                <a:gd name="connsiteX178" fmla="*/ 47810 w 2537170"/>
                <a:gd name="connsiteY178" fmla="*/ 1126165 h 2533298"/>
                <a:gd name="connsiteX179" fmla="*/ 188239 w 2537170"/>
                <a:gd name="connsiteY179" fmla="*/ 1122685 h 2533298"/>
                <a:gd name="connsiteX180" fmla="*/ 202356 w 2537170"/>
                <a:gd name="connsiteY180" fmla="*/ 1044881 h 2533298"/>
                <a:gd name="connsiteX181" fmla="*/ 70345 w 2537170"/>
                <a:gd name="connsiteY181" fmla="*/ 994853 h 2533298"/>
                <a:gd name="connsiteX182" fmla="*/ 41141 w 2537170"/>
                <a:gd name="connsiteY182" fmla="*/ 945221 h 2533298"/>
                <a:gd name="connsiteX183" fmla="*/ 90773 w 2537170"/>
                <a:gd name="connsiteY183" fmla="*/ 916016 h 2533298"/>
                <a:gd name="connsiteX184" fmla="*/ 227464 w 2537170"/>
                <a:gd name="connsiteY184" fmla="*/ 936641 h 2533298"/>
                <a:gd name="connsiteX185" fmla="*/ 256980 w 2537170"/>
                <a:gd name="connsiteY185" fmla="*/ 862739 h 2533298"/>
                <a:gd name="connsiteX186" fmla="*/ 135771 w 2537170"/>
                <a:gd name="connsiteY186" fmla="*/ 790612 h 2533298"/>
                <a:gd name="connsiteX187" fmla="*/ 115630 w 2537170"/>
                <a:gd name="connsiteY187" fmla="*/ 736662 h 2533298"/>
                <a:gd name="connsiteX188" fmla="*/ 169581 w 2537170"/>
                <a:gd name="connsiteY188" fmla="*/ 716520 h 2533298"/>
                <a:gd name="connsiteX189" fmla="*/ 298530 w 2537170"/>
                <a:gd name="connsiteY189" fmla="*/ 759866 h 2533298"/>
                <a:gd name="connsiteX190" fmla="*/ 342208 w 2537170"/>
                <a:gd name="connsiteY190" fmla="*/ 692654 h 2533298"/>
                <a:gd name="connsiteX191" fmla="*/ 235672 w 2537170"/>
                <a:gd name="connsiteY191" fmla="*/ 600840 h 2533298"/>
                <a:gd name="connsiteX192" fmla="*/ 225204 w 2537170"/>
                <a:gd name="connsiteY192" fmla="*/ 544209 h 2533298"/>
                <a:gd name="connsiteX193" fmla="*/ 251352 w 2537170"/>
                <a:gd name="connsiteY193" fmla="*/ 527249 h 2533298"/>
                <a:gd name="connsiteX194" fmla="*/ 281833 w 2537170"/>
                <a:gd name="connsiteY194" fmla="*/ 533742 h 2533298"/>
                <a:gd name="connsiteX195" fmla="*/ 402695 w 2537170"/>
                <a:gd name="connsiteY195" fmla="*/ 599584 h 2533298"/>
                <a:gd name="connsiteX196" fmla="*/ 455631 w 2537170"/>
                <a:gd name="connsiteY196" fmla="*/ 539785 h 2533298"/>
                <a:gd name="connsiteX197" fmla="*/ 367008 w 2537170"/>
                <a:gd name="connsiteY197" fmla="*/ 431293 h 2533298"/>
                <a:gd name="connsiteX198" fmla="*/ 366532 w 2537170"/>
                <a:gd name="connsiteY198" fmla="*/ 373706 h 2533298"/>
                <a:gd name="connsiteX199" fmla="*/ 395227 w 2537170"/>
                <a:gd name="connsiteY199" fmla="*/ 361544 h 2533298"/>
                <a:gd name="connsiteX200" fmla="*/ 424118 w 2537170"/>
                <a:gd name="connsiteY200" fmla="*/ 373232 h 2533298"/>
                <a:gd name="connsiteX201" fmla="*/ 532850 w 2537170"/>
                <a:gd name="connsiteY201" fmla="*/ 459969 h 2533298"/>
                <a:gd name="connsiteX202" fmla="*/ 593794 w 2537170"/>
                <a:gd name="connsiteY202" fmla="*/ 408590 h 2533298"/>
                <a:gd name="connsiteX203" fmla="*/ 525789 w 2537170"/>
                <a:gd name="connsiteY203" fmla="*/ 287129 h 2533298"/>
                <a:gd name="connsiteX204" fmla="*/ 535320 w 2537170"/>
                <a:gd name="connsiteY204" fmla="*/ 230335 h 2533298"/>
                <a:gd name="connsiteX205" fmla="*/ 565691 w 2537170"/>
                <a:gd name="connsiteY205" fmla="*/ 223340 h 2533298"/>
                <a:gd name="connsiteX206" fmla="*/ 592113 w 2537170"/>
                <a:gd name="connsiteY206" fmla="*/ 239867 h 2533298"/>
                <a:gd name="connsiteX207" fmla="*/ 684772 w 2537170"/>
                <a:gd name="connsiteY207" fmla="*/ 344893 h 2533298"/>
                <a:gd name="connsiteX208" fmla="*/ 752622 w 2537170"/>
                <a:gd name="connsiteY208" fmla="*/ 302863 h 2533298"/>
                <a:gd name="connsiteX209" fmla="*/ 707191 w 2537170"/>
                <a:gd name="connsiteY209" fmla="*/ 172728 h 2533298"/>
                <a:gd name="connsiteX210" fmla="*/ 726440 w 2537170"/>
                <a:gd name="connsiteY210" fmla="*/ 118453 h 2533298"/>
                <a:gd name="connsiteX211" fmla="*/ 757566 w 2537170"/>
                <a:gd name="connsiteY211" fmla="*/ 116838 h 2533298"/>
                <a:gd name="connsiteX212" fmla="*/ 780715 w 2537170"/>
                <a:gd name="connsiteY212" fmla="*/ 137702 h 2533298"/>
                <a:gd name="connsiteX213" fmla="*/ 854063 w 2537170"/>
                <a:gd name="connsiteY213" fmla="*/ 257770 h 2533298"/>
                <a:gd name="connsiteX214" fmla="*/ 927540 w 2537170"/>
                <a:gd name="connsiteY214" fmla="*/ 225719 h 2533298"/>
                <a:gd name="connsiteX215" fmla="*/ 905705 w 2537170"/>
                <a:gd name="connsiteY215" fmla="*/ 91565 h 2533298"/>
                <a:gd name="connsiteX216" fmla="*/ 934087 w 2537170"/>
                <a:gd name="connsiteY216" fmla="*/ 41456 h 2533298"/>
                <a:gd name="connsiteX217" fmla="*/ 984194 w 2537170"/>
                <a:gd name="connsiteY217" fmla="*/ 69838 h 2533298"/>
                <a:gd name="connsiteX218" fmla="*/ 1035763 w 2537170"/>
                <a:gd name="connsiteY218" fmla="*/ 201294 h 2533298"/>
                <a:gd name="connsiteX219" fmla="*/ 1113481 w 2537170"/>
                <a:gd name="connsiteY219" fmla="*/ 183754 h 2533298"/>
                <a:gd name="connsiteX220" fmla="*/ 1115295 w 2537170"/>
                <a:gd name="connsiteY220" fmla="*/ 46107 h 2533298"/>
                <a:gd name="connsiteX221" fmla="*/ 1151946 w 2537170"/>
                <a:gd name="connsiteY221" fmla="*/ 1689 h 2533298"/>
                <a:gd name="connsiteX222" fmla="*/ 1196364 w 2537170"/>
                <a:gd name="connsiteY222" fmla="*/ 38339 h 2533298"/>
                <a:gd name="connsiteX223" fmla="*/ 1224375 w 2537170"/>
                <a:gd name="connsiteY223" fmla="*/ 177006 h 2533298"/>
                <a:gd name="connsiteX224" fmla="*/ 1300582 w 2537170"/>
                <a:gd name="connsiteY224" fmla="*/ 175370 h 2533298"/>
                <a:gd name="connsiteX225" fmla="*/ 1326769 w 2537170"/>
                <a:gd name="connsiteY225" fmla="*/ 37508 h 2533298"/>
                <a:gd name="connsiteX226" fmla="*/ 1370577 w 2537170"/>
                <a:gd name="connsiteY226" fmla="*/ 129 h 2533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2537170" h="2533298">
                  <a:moveTo>
                    <a:pt x="860885" y="1437939"/>
                  </a:moveTo>
                  <a:lnTo>
                    <a:pt x="402545" y="1560751"/>
                  </a:lnTo>
                  <a:cubicBezTo>
                    <a:pt x="521370" y="1919512"/>
                    <a:pt x="860412" y="2176428"/>
                    <a:pt x="1259461" y="2176428"/>
                  </a:cubicBezTo>
                  <a:cubicBezTo>
                    <a:pt x="1487421" y="2176428"/>
                    <a:pt x="1695797" y="2092587"/>
                    <a:pt x="1852888" y="1951120"/>
                  </a:cubicBezTo>
                  <a:lnTo>
                    <a:pt x="1513851" y="1612087"/>
                  </a:lnTo>
                  <a:cubicBezTo>
                    <a:pt x="1505121" y="1627182"/>
                    <a:pt x="1491598" y="1636027"/>
                    <a:pt x="1477444" y="1644201"/>
                  </a:cubicBezTo>
                  <a:cubicBezTo>
                    <a:pt x="1268926" y="1764588"/>
                    <a:pt x="1002297" y="1693146"/>
                    <a:pt x="881909" y="1484630"/>
                  </a:cubicBezTo>
                  <a:close/>
                  <a:moveTo>
                    <a:pt x="1259461" y="986252"/>
                  </a:moveTo>
                  <a:cubicBezTo>
                    <a:pt x="1104601" y="986252"/>
                    <a:pt x="979064" y="1111789"/>
                    <a:pt x="979064" y="1266649"/>
                  </a:cubicBezTo>
                  <a:cubicBezTo>
                    <a:pt x="979064" y="1421509"/>
                    <a:pt x="1104601" y="1547047"/>
                    <a:pt x="1259461" y="1547047"/>
                  </a:cubicBezTo>
                  <a:cubicBezTo>
                    <a:pt x="1414321" y="1547047"/>
                    <a:pt x="1539859" y="1421509"/>
                    <a:pt x="1539859" y="1266649"/>
                  </a:cubicBezTo>
                  <a:cubicBezTo>
                    <a:pt x="1539859" y="1111789"/>
                    <a:pt x="1414321" y="986252"/>
                    <a:pt x="1259461" y="986252"/>
                  </a:cubicBezTo>
                  <a:close/>
                  <a:moveTo>
                    <a:pt x="1548911" y="408290"/>
                  </a:moveTo>
                  <a:lnTo>
                    <a:pt x="1426040" y="866853"/>
                  </a:lnTo>
                  <a:cubicBezTo>
                    <a:pt x="1512471" y="899678"/>
                    <a:pt x="1587244" y="962457"/>
                    <a:pt x="1637017" y="1048669"/>
                  </a:cubicBezTo>
                  <a:cubicBezTo>
                    <a:pt x="1728232" y="1206659"/>
                    <a:pt x="1709320" y="1398010"/>
                    <a:pt x="1603283" y="1533201"/>
                  </a:cubicBezTo>
                  <a:lnTo>
                    <a:pt x="1937706" y="1867622"/>
                  </a:lnTo>
                  <a:cubicBezTo>
                    <a:pt x="2082783" y="1709435"/>
                    <a:pt x="2169239" y="1498137"/>
                    <a:pt x="2169239" y="1266649"/>
                  </a:cubicBezTo>
                  <a:cubicBezTo>
                    <a:pt x="2169239" y="865881"/>
                    <a:pt x="1910103" y="525635"/>
                    <a:pt x="1548911" y="408290"/>
                  </a:cubicBezTo>
                  <a:close/>
                  <a:moveTo>
                    <a:pt x="1259461" y="356871"/>
                  </a:moveTo>
                  <a:cubicBezTo>
                    <a:pt x="757005" y="356871"/>
                    <a:pt x="349683" y="764193"/>
                    <a:pt x="349683" y="1266649"/>
                  </a:cubicBezTo>
                  <a:lnTo>
                    <a:pt x="367847" y="1446833"/>
                  </a:lnTo>
                  <a:lnTo>
                    <a:pt x="827444" y="1323684"/>
                  </a:lnTo>
                  <a:cubicBezTo>
                    <a:pt x="804815" y="1154114"/>
                    <a:pt x="884110" y="979957"/>
                    <a:pt x="1041485" y="889097"/>
                  </a:cubicBezTo>
                  <a:cubicBezTo>
                    <a:pt x="1119677" y="843951"/>
                    <a:pt x="1206043" y="825783"/>
                    <a:pt x="1289805" y="831703"/>
                  </a:cubicBezTo>
                  <a:lnTo>
                    <a:pt x="1311143" y="835808"/>
                  </a:lnTo>
                  <a:lnTo>
                    <a:pt x="1434739" y="374541"/>
                  </a:lnTo>
                  <a:cubicBezTo>
                    <a:pt x="1378126" y="362680"/>
                    <a:pt x="1319472" y="356871"/>
                    <a:pt x="1259461" y="356871"/>
                  </a:cubicBezTo>
                  <a:close/>
                  <a:moveTo>
                    <a:pt x="1268585" y="293382"/>
                  </a:moveTo>
                  <a:cubicBezTo>
                    <a:pt x="1806107" y="293382"/>
                    <a:pt x="2241854" y="729129"/>
                    <a:pt x="2241854" y="1266650"/>
                  </a:cubicBezTo>
                  <a:cubicBezTo>
                    <a:pt x="2241854" y="1804171"/>
                    <a:pt x="1806107" y="2239918"/>
                    <a:pt x="1268585" y="2239918"/>
                  </a:cubicBezTo>
                  <a:cubicBezTo>
                    <a:pt x="731063" y="2239918"/>
                    <a:pt x="295316" y="1804171"/>
                    <a:pt x="295316" y="1266650"/>
                  </a:cubicBezTo>
                  <a:cubicBezTo>
                    <a:pt x="295316" y="729129"/>
                    <a:pt x="731063" y="293382"/>
                    <a:pt x="1268585" y="293382"/>
                  </a:cubicBezTo>
                  <a:close/>
                  <a:moveTo>
                    <a:pt x="1268585" y="230994"/>
                  </a:moveTo>
                  <a:cubicBezTo>
                    <a:pt x="696607" y="230994"/>
                    <a:pt x="232928" y="694673"/>
                    <a:pt x="232928" y="1266650"/>
                  </a:cubicBezTo>
                  <a:cubicBezTo>
                    <a:pt x="232928" y="1838627"/>
                    <a:pt x="696607" y="2302306"/>
                    <a:pt x="1268585" y="2302306"/>
                  </a:cubicBezTo>
                  <a:cubicBezTo>
                    <a:pt x="1840563" y="2302306"/>
                    <a:pt x="2304242" y="1838627"/>
                    <a:pt x="2304242" y="1266650"/>
                  </a:cubicBezTo>
                  <a:cubicBezTo>
                    <a:pt x="2304242" y="694673"/>
                    <a:pt x="1840563" y="230994"/>
                    <a:pt x="1268585" y="230994"/>
                  </a:cubicBezTo>
                  <a:close/>
                  <a:moveTo>
                    <a:pt x="1370577" y="129"/>
                  </a:moveTo>
                  <a:cubicBezTo>
                    <a:pt x="1392996" y="1904"/>
                    <a:pt x="1409731" y="21519"/>
                    <a:pt x="1407956" y="43937"/>
                  </a:cubicBezTo>
                  <a:lnTo>
                    <a:pt x="1411431" y="184077"/>
                  </a:lnTo>
                  <a:lnTo>
                    <a:pt x="1482158" y="196909"/>
                  </a:lnTo>
                  <a:lnTo>
                    <a:pt x="1531455" y="64872"/>
                  </a:lnTo>
                  <a:cubicBezTo>
                    <a:pt x="1537097" y="43101"/>
                    <a:pt x="1559318" y="30025"/>
                    <a:pt x="1581088" y="35666"/>
                  </a:cubicBezTo>
                  <a:cubicBezTo>
                    <a:pt x="1602857" y="41308"/>
                    <a:pt x="1615935" y="63529"/>
                    <a:pt x="1610292" y="85299"/>
                  </a:cubicBezTo>
                  <a:lnTo>
                    <a:pt x="1590652" y="219957"/>
                  </a:lnTo>
                  <a:lnTo>
                    <a:pt x="1665197" y="249732"/>
                  </a:lnTo>
                  <a:lnTo>
                    <a:pt x="1736025" y="129366"/>
                  </a:lnTo>
                  <a:cubicBezTo>
                    <a:pt x="1745361" y="108907"/>
                    <a:pt x="1769515" y="99887"/>
                    <a:pt x="1789976" y="109225"/>
                  </a:cubicBezTo>
                  <a:cubicBezTo>
                    <a:pt x="1810435" y="118561"/>
                    <a:pt x="1819454" y="142715"/>
                    <a:pt x="1810118" y="163174"/>
                  </a:cubicBezTo>
                  <a:lnTo>
                    <a:pt x="1767925" y="290765"/>
                  </a:lnTo>
                  <a:cubicBezTo>
                    <a:pt x="1792392" y="302408"/>
                    <a:pt x="1815978" y="315581"/>
                    <a:pt x="1836575" y="333544"/>
                  </a:cubicBezTo>
                  <a:lnTo>
                    <a:pt x="1926288" y="228405"/>
                  </a:lnTo>
                  <a:cubicBezTo>
                    <a:pt x="1932663" y="219141"/>
                    <a:pt x="1942188" y="213338"/>
                    <a:pt x="1952435" y="211444"/>
                  </a:cubicBezTo>
                  <a:cubicBezTo>
                    <a:pt x="1962685" y="209549"/>
                    <a:pt x="1973654" y="211565"/>
                    <a:pt x="1982916" y="217939"/>
                  </a:cubicBezTo>
                  <a:cubicBezTo>
                    <a:pt x="2001444" y="230683"/>
                    <a:pt x="2006133" y="256037"/>
                    <a:pt x="1993385" y="274565"/>
                  </a:cubicBezTo>
                  <a:lnTo>
                    <a:pt x="1929215" y="393751"/>
                  </a:lnTo>
                  <a:cubicBezTo>
                    <a:pt x="1952245" y="408203"/>
                    <a:pt x="1973206" y="425315"/>
                    <a:pt x="1990985" y="446006"/>
                  </a:cubicBezTo>
                  <a:lnTo>
                    <a:pt x="2096463" y="358978"/>
                  </a:lnTo>
                  <a:cubicBezTo>
                    <a:pt x="2104349" y="350963"/>
                    <a:pt x="2114737" y="346900"/>
                    <a:pt x="2125159" y="346814"/>
                  </a:cubicBezTo>
                  <a:cubicBezTo>
                    <a:pt x="2135580" y="346729"/>
                    <a:pt x="2146034" y="350618"/>
                    <a:pt x="2154049" y="358503"/>
                  </a:cubicBezTo>
                  <a:cubicBezTo>
                    <a:pt x="2170083" y="374272"/>
                    <a:pt x="2170295" y="400055"/>
                    <a:pt x="2154524" y="416088"/>
                  </a:cubicBezTo>
                  <a:lnTo>
                    <a:pt x="2070300" y="522740"/>
                  </a:lnTo>
                  <a:cubicBezTo>
                    <a:pt x="2091314" y="540242"/>
                    <a:pt x="2109043" y="560786"/>
                    <a:pt x="2123835" y="583690"/>
                  </a:cubicBezTo>
                  <a:lnTo>
                    <a:pt x="2241379" y="517116"/>
                  </a:lnTo>
                  <a:cubicBezTo>
                    <a:pt x="2250536" y="510592"/>
                    <a:pt x="2261472" y="508395"/>
                    <a:pt x="2271750" y="510120"/>
                  </a:cubicBezTo>
                  <a:cubicBezTo>
                    <a:pt x="2282027" y="511846"/>
                    <a:pt x="2291648" y="517491"/>
                    <a:pt x="2298174" y="526648"/>
                  </a:cubicBezTo>
                  <a:cubicBezTo>
                    <a:pt x="2311222" y="544964"/>
                    <a:pt x="2306955" y="570392"/>
                    <a:pt x="2288641" y="583442"/>
                  </a:cubicBezTo>
                  <a:lnTo>
                    <a:pt x="2187044" y="673967"/>
                  </a:lnTo>
                  <a:cubicBezTo>
                    <a:pt x="2205451" y="694460"/>
                    <a:pt x="2219407" y="717867"/>
                    <a:pt x="2231207" y="742498"/>
                  </a:cubicBezTo>
                  <a:lnTo>
                    <a:pt x="2356634" y="698018"/>
                  </a:lnTo>
                  <a:cubicBezTo>
                    <a:pt x="2366784" y="693183"/>
                    <a:pt x="2377935" y="692919"/>
                    <a:pt x="2387756" y="696403"/>
                  </a:cubicBezTo>
                  <a:cubicBezTo>
                    <a:pt x="2397579" y="699887"/>
                    <a:pt x="2406072" y="707117"/>
                    <a:pt x="2410907" y="717268"/>
                  </a:cubicBezTo>
                  <a:cubicBezTo>
                    <a:pt x="2420581" y="737570"/>
                    <a:pt x="2411962" y="761871"/>
                    <a:pt x="2391659" y="771542"/>
                  </a:cubicBezTo>
                  <a:lnTo>
                    <a:pt x="2275899" y="843042"/>
                  </a:lnTo>
                  <a:lnTo>
                    <a:pt x="2309184" y="917923"/>
                  </a:lnTo>
                  <a:lnTo>
                    <a:pt x="2438723" y="896186"/>
                  </a:lnTo>
                  <a:cubicBezTo>
                    <a:pt x="2460396" y="890186"/>
                    <a:pt x="2482831" y="902892"/>
                    <a:pt x="2488830" y="924566"/>
                  </a:cubicBezTo>
                  <a:cubicBezTo>
                    <a:pt x="2494830" y="946240"/>
                    <a:pt x="2482123" y="968673"/>
                    <a:pt x="2460450" y="974674"/>
                  </a:cubicBezTo>
                  <a:lnTo>
                    <a:pt x="2334042" y="1024982"/>
                  </a:lnTo>
                  <a:lnTo>
                    <a:pt x="2351989" y="1104495"/>
                  </a:lnTo>
                  <a:lnTo>
                    <a:pt x="2485152" y="1105597"/>
                  </a:lnTo>
                  <a:cubicBezTo>
                    <a:pt x="2507540" y="1103452"/>
                    <a:pt x="2527428" y="1119860"/>
                    <a:pt x="2529571" y="1142247"/>
                  </a:cubicBezTo>
                  <a:cubicBezTo>
                    <a:pt x="2531716" y="1164634"/>
                    <a:pt x="2515307" y="1184521"/>
                    <a:pt x="2492921" y="1186666"/>
                  </a:cubicBezTo>
                  <a:lnTo>
                    <a:pt x="2359802" y="1214237"/>
                  </a:lnTo>
                  <a:lnTo>
                    <a:pt x="2361526" y="1294592"/>
                  </a:lnTo>
                  <a:lnTo>
                    <a:pt x="2499662" y="1320295"/>
                  </a:lnTo>
                  <a:cubicBezTo>
                    <a:pt x="2522079" y="1322068"/>
                    <a:pt x="2538817" y="1341683"/>
                    <a:pt x="2537041" y="1364103"/>
                  </a:cubicBezTo>
                  <a:cubicBezTo>
                    <a:pt x="2535266" y="1386521"/>
                    <a:pt x="2515652" y="1403257"/>
                    <a:pt x="2493234" y="1401481"/>
                  </a:cubicBezTo>
                  <a:lnTo>
                    <a:pt x="2353247" y="1405705"/>
                  </a:lnTo>
                  <a:lnTo>
                    <a:pt x="2339167" y="1483310"/>
                  </a:lnTo>
                  <a:lnTo>
                    <a:pt x="2471668" y="1532957"/>
                  </a:lnTo>
                  <a:cubicBezTo>
                    <a:pt x="2493437" y="1538599"/>
                    <a:pt x="2506512" y="1560818"/>
                    <a:pt x="2500873" y="1582589"/>
                  </a:cubicBezTo>
                  <a:cubicBezTo>
                    <a:pt x="2495231" y="1604358"/>
                    <a:pt x="2473010" y="1617436"/>
                    <a:pt x="2451240" y="1611794"/>
                  </a:cubicBezTo>
                  <a:lnTo>
                    <a:pt x="2314998" y="1591988"/>
                  </a:lnTo>
                  <a:lnTo>
                    <a:pt x="2285532" y="1665756"/>
                  </a:lnTo>
                  <a:lnTo>
                    <a:pt x="2407173" y="1737526"/>
                  </a:lnTo>
                  <a:cubicBezTo>
                    <a:pt x="2427634" y="1746863"/>
                    <a:pt x="2436650" y="1771017"/>
                    <a:pt x="2427315" y="1791476"/>
                  </a:cubicBezTo>
                  <a:cubicBezTo>
                    <a:pt x="2417979" y="1811937"/>
                    <a:pt x="2393824" y="1820955"/>
                    <a:pt x="2373363" y="1811618"/>
                  </a:cubicBezTo>
                  <a:lnTo>
                    <a:pt x="2244296" y="1769003"/>
                  </a:lnTo>
                  <a:cubicBezTo>
                    <a:pt x="2232268" y="1792894"/>
                    <a:pt x="2219160" y="1816135"/>
                    <a:pt x="2201195" y="1836322"/>
                  </a:cubicBezTo>
                  <a:lnTo>
                    <a:pt x="2308136" y="1927790"/>
                  </a:lnTo>
                  <a:cubicBezTo>
                    <a:pt x="2326662" y="1940536"/>
                    <a:pt x="2331348" y="1965890"/>
                    <a:pt x="2318603" y="1984416"/>
                  </a:cubicBezTo>
                  <a:cubicBezTo>
                    <a:pt x="2305855" y="2002946"/>
                    <a:pt x="2280501" y="2007632"/>
                    <a:pt x="2261973" y="1994887"/>
                  </a:cubicBezTo>
                  <a:lnTo>
                    <a:pt x="2140578" y="1929597"/>
                  </a:lnTo>
                  <a:cubicBezTo>
                    <a:pt x="2126017" y="1951990"/>
                    <a:pt x="2109111" y="1972541"/>
                    <a:pt x="2088541" y="1989816"/>
                  </a:cubicBezTo>
                  <a:lnTo>
                    <a:pt x="2177561" y="2097965"/>
                  </a:lnTo>
                  <a:cubicBezTo>
                    <a:pt x="2193593" y="2113734"/>
                    <a:pt x="2193807" y="2139515"/>
                    <a:pt x="2178037" y="2155550"/>
                  </a:cubicBezTo>
                  <a:cubicBezTo>
                    <a:pt x="2162268" y="2171583"/>
                    <a:pt x="2136484" y="2171795"/>
                    <a:pt x="2120451" y="2156025"/>
                  </a:cubicBezTo>
                  <a:lnTo>
                    <a:pt x="2011161" y="2069798"/>
                  </a:lnTo>
                  <a:cubicBezTo>
                    <a:pt x="1993817" y="2090196"/>
                    <a:pt x="1973630" y="2107500"/>
                    <a:pt x="1951011" y="2121759"/>
                  </a:cubicBezTo>
                  <a:lnTo>
                    <a:pt x="2019421" y="2242879"/>
                  </a:lnTo>
                  <a:cubicBezTo>
                    <a:pt x="2032474" y="2261194"/>
                    <a:pt x="2028205" y="2286621"/>
                    <a:pt x="2009891" y="2299674"/>
                  </a:cubicBezTo>
                  <a:cubicBezTo>
                    <a:pt x="1991578" y="2312724"/>
                    <a:pt x="1966149" y="2308455"/>
                    <a:pt x="1953098" y="2290141"/>
                  </a:cubicBezTo>
                  <a:lnTo>
                    <a:pt x="1859851" y="2185586"/>
                  </a:lnTo>
                  <a:cubicBezTo>
                    <a:pt x="1839743" y="2203460"/>
                    <a:pt x="1816841" y="2217033"/>
                    <a:pt x="1792668" y="2228350"/>
                  </a:cubicBezTo>
                  <a:lnTo>
                    <a:pt x="1838521" y="2358132"/>
                  </a:lnTo>
                  <a:cubicBezTo>
                    <a:pt x="1848194" y="2378436"/>
                    <a:pt x="1839576" y="2402734"/>
                    <a:pt x="1819273" y="2412408"/>
                  </a:cubicBezTo>
                  <a:cubicBezTo>
                    <a:pt x="1798969" y="2422080"/>
                    <a:pt x="1774669" y="2413464"/>
                    <a:pt x="1764999" y="2393158"/>
                  </a:cubicBezTo>
                  <a:lnTo>
                    <a:pt x="1691031" y="2273527"/>
                  </a:lnTo>
                  <a:lnTo>
                    <a:pt x="1617991" y="2305992"/>
                  </a:lnTo>
                  <a:lnTo>
                    <a:pt x="1640356" y="2440221"/>
                  </a:lnTo>
                  <a:cubicBezTo>
                    <a:pt x="1646353" y="2461896"/>
                    <a:pt x="1633647" y="2484329"/>
                    <a:pt x="1611974" y="2490330"/>
                  </a:cubicBezTo>
                  <a:cubicBezTo>
                    <a:pt x="1590301" y="2496331"/>
                    <a:pt x="1567865" y="2483623"/>
                    <a:pt x="1561865" y="2461948"/>
                  </a:cubicBezTo>
                  <a:lnTo>
                    <a:pt x="1509649" y="2330916"/>
                  </a:lnTo>
                  <a:lnTo>
                    <a:pt x="1432251" y="2348385"/>
                  </a:lnTo>
                  <a:lnTo>
                    <a:pt x="1430944" y="2486652"/>
                  </a:lnTo>
                  <a:cubicBezTo>
                    <a:pt x="1433089" y="2509038"/>
                    <a:pt x="1416678" y="2528925"/>
                    <a:pt x="1394292" y="2531070"/>
                  </a:cubicBezTo>
                  <a:cubicBezTo>
                    <a:pt x="1371905" y="2533216"/>
                    <a:pt x="1352021" y="2516806"/>
                    <a:pt x="1349875" y="2494418"/>
                  </a:cubicBezTo>
                  <a:lnTo>
                    <a:pt x="1321178" y="2356183"/>
                  </a:lnTo>
                  <a:lnTo>
                    <a:pt x="1239478" y="2357937"/>
                  </a:lnTo>
                  <a:lnTo>
                    <a:pt x="1213826" y="2495788"/>
                  </a:lnTo>
                  <a:cubicBezTo>
                    <a:pt x="1212053" y="2518209"/>
                    <a:pt x="1192437" y="2534945"/>
                    <a:pt x="1170018" y="2533169"/>
                  </a:cubicBezTo>
                  <a:cubicBezTo>
                    <a:pt x="1147601" y="2531392"/>
                    <a:pt x="1130864" y="2511779"/>
                    <a:pt x="1132638" y="2489360"/>
                  </a:cubicBezTo>
                  <a:lnTo>
                    <a:pt x="1128406" y="2349083"/>
                  </a:lnTo>
                  <a:lnTo>
                    <a:pt x="1043631" y="2333701"/>
                  </a:lnTo>
                  <a:lnTo>
                    <a:pt x="993350" y="2466192"/>
                  </a:lnTo>
                  <a:cubicBezTo>
                    <a:pt x="987710" y="2487962"/>
                    <a:pt x="965489" y="2501037"/>
                    <a:pt x="943719" y="2495395"/>
                  </a:cubicBezTo>
                  <a:cubicBezTo>
                    <a:pt x="921949" y="2489755"/>
                    <a:pt x="908874" y="2467533"/>
                    <a:pt x="914514" y="2445762"/>
                  </a:cubicBezTo>
                  <a:lnTo>
                    <a:pt x="935216" y="2307457"/>
                  </a:lnTo>
                  <a:lnTo>
                    <a:pt x="862093" y="2278252"/>
                  </a:lnTo>
                  <a:lnTo>
                    <a:pt x="789112" y="2400765"/>
                  </a:lnTo>
                  <a:cubicBezTo>
                    <a:pt x="779777" y="2421223"/>
                    <a:pt x="755621" y="2430242"/>
                    <a:pt x="735160" y="2420908"/>
                  </a:cubicBezTo>
                  <a:cubicBezTo>
                    <a:pt x="714701" y="2411570"/>
                    <a:pt x="705683" y="2387416"/>
                    <a:pt x="715020" y="2366955"/>
                  </a:cubicBezTo>
                  <a:lnTo>
                    <a:pt x="759036" y="2235507"/>
                  </a:lnTo>
                  <a:lnTo>
                    <a:pt x="692833" y="2192481"/>
                  </a:lnTo>
                  <a:lnTo>
                    <a:pt x="599337" y="2300865"/>
                  </a:lnTo>
                  <a:cubicBezTo>
                    <a:pt x="586589" y="2319393"/>
                    <a:pt x="561236" y="2324078"/>
                    <a:pt x="542706" y="2311333"/>
                  </a:cubicBezTo>
                  <a:cubicBezTo>
                    <a:pt x="524180" y="2298587"/>
                    <a:pt x="519494" y="2273233"/>
                    <a:pt x="532239" y="2254706"/>
                  </a:cubicBezTo>
                  <a:lnTo>
                    <a:pt x="599127" y="2131584"/>
                  </a:lnTo>
                  <a:cubicBezTo>
                    <a:pt x="577634" y="2116429"/>
                    <a:pt x="557504" y="2099583"/>
                    <a:pt x="540894" y="2078858"/>
                  </a:cubicBezTo>
                  <a:lnTo>
                    <a:pt x="429791" y="2169528"/>
                  </a:lnTo>
                  <a:cubicBezTo>
                    <a:pt x="414019" y="2185562"/>
                    <a:pt x="388237" y="2185777"/>
                    <a:pt x="372204" y="2170006"/>
                  </a:cubicBezTo>
                  <a:cubicBezTo>
                    <a:pt x="356172" y="2154236"/>
                    <a:pt x="355958" y="2128453"/>
                    <a:pt x="371731" y="2112420"/>
                  </a:cubicBezTo>
                  <a:lnTo>
                    <a:pt x="460407" y="2000990"/>
                  </a:lnTo>
                  <a:cubicBezTo>
                    <a:pt x="440903" y="1983438"/>
                    <a:pt x="424063" y="1963476"/>
                    <a:pt x="410621" y="1940841"/>
                  </a:cubicBezTo>
                  <a:lnTo>
                    <a:pt x="285628" y="2010748"/>
                  </a:lnTo>
                  <a:cubicBezTo>
                    <a:pt x="267312" y="2023800"/>
                    <a:pt x="241885" y="2019532"/>
                    <a:pt x="228834" y="2001218"/>
                  </a:cubicBezTo>
                  <a:cubicBezTo>
                    <a:pt x="215783" y="1982903"/>
                    <a:pt x="220051" y="1957475"/>
                    <a:pt x="238365" y="1944425"/>
                  </a:cubicBezTo>
                  <a:lnTo>
                    <a:pt x="346301" y="1848975"/>
                  </a:lnTo>
                  <a:cubicBezTo>
                    <a:pt x="329215" y="1828996"/>
                    <a:pt x="316096" y="1806485"/>
                    <a:pt x="305688" y="1782475"/>
                  </a:cubicBezTo>
                  <a:lnTo>
                    <a:pt x="171227" y="1829346"/>
                  </a:lnTo>
                  <a:cubicBezTo>
                    <a:pt x="150924" y="1839018"/>
                    <a:pt x="126622" y="1830401"/>
                    <a:pt x="116952" y="1810097"/>
                  </a:cubicBezTo>
                  <a:cubicBezTo>
                    <a:pt x="107280" y="1789795"/>
                    <a:pt x="115896" y="1765494"/>
                    <a:pt x="136199" y="1755822"/>
                  </a:cubicBezTo>
                  <a:lnTo>
                    <a:pt x="260107" y="1679931"/>
                  </a:lnTo>
                  <a:cubicBezTo>
                    <a:pt x="245918" y="1657664"/>
                    <a:pt x="236895" y="1633211"/>
                    <a:pt x="229112" y="1608268"/>
                  </a:cubicBezTo>
                  <a:lnTo>
                    <a:pt x="90064" y="1630833"/>
                  </a:lnTo>
                  <a:cubicBezTo>
                    <a:pt x="68392" y="1636834"/>
                    <a:pt x="45954" y="1624126"/>
                    <a:pt x="39956" y="1602452"/>
                  </a:cubicBezTo>
                  <a:cubicBezTo>
                    <a:pt x="33956" y="1580778"/>
                    <a:pt x="46663" y="1558345"/>
                    <a:pt x="68338" y="1552346"/>
                  </a:cubicBezTo>
                  <a:lnTo>
                    <a:pt x="204402" y="1498783"/>
                  </a:lnTo>
                  <a:lnTo>
                    <a:pt x="187341" y="1423192"/>
                  </a:lnTo>
                  <a:lnTo>
                    <a:pt x="44604" y="1421244"/>
                  </a:lnTo>
                  <a:cubicBezTo>
                    <a:pt x="22218" y="1423388"/>
                    <a:pt x="2333" y="1406978"/>
                    <a:pt x="188" y="1384592"/>
                  </a:cubicBezTo>
                  <a:cubicBezTo>
                    <a:pt x="-1958" y="1362205"/>
                    <a:pt x="14452" y="1342318"/>
                    <a:pt x="36838" y="1340173"/>
                  </a:cubicBezTo>
                  <a:lnTo>
                    <a:pt x="180620" y="1310955"/>
                  </a:lnTo>
                  <a:lnTo>
                    <a:pt x="178957" y="1233486"/>
                  </a:lnTo>
                  <a:lnTo>
                    <a:pt x="41381" y="1207351"/>
                  </a:lnTo>
                  <a:cubicBezTo>
                    <a:pt x="18961" y="1205576"/>
                    <a:pt x="2225" y="1185963"/>
                    <a:pt x="4001" y="1163544"/>
                  </a:cubicBezTo>
                  <a:cubicBezTo>
                    <a:pt x="5776" y="1141124"/>
                    <a:pt x="25391" y="1124389"/>
                    <a:pt x="47810" y="1126165"/>
                  </a:cubicBezTo>
                  <a:lnTo>
                    <a:pt x="188239" y="1122685"/>
                  </a:lnTo>
                  <a:lnTo>
                    <a:pt x="202356" y="1044881"/>
                  </a:lnTo>
                  <a:lnTo>
                    <a:pt x="70345" y="994853"/>
                  </a:lnTo>
                  <a:cubicBezTo>
                    <a:pt x="48576" y="989212"/>
                    <a:pt x="35499" y="966990"/>
                    <a:pt x="41141" y="945221"/>
                  </a:cubicBezTo>
                  <a:cubicBezTo>
                    <a:pt x="46781" y="923449"/>
                    <a:pt x="69003" y="910375"/>
                    <a:pt x="90773" y="916016"/>
                  </a:cubicBezTo>
                  <a:lnTo>
                    <a:pt x="227464" y="936641"/>
                  </a:lnTo>
                  <a:lnTo>
                    <a:pt x="256980" y="862739"/>
                  </a:lnTo>
                  <a:lnTo>
                    <a:pt x="135771" y="790612"/>
                  </a:lnTo>
                  <a:cubicBezTo>
                    <a:pt x="115313" y="781277"/>
                    <a:pt x="106294" y="757123"/>
                    <a:pt x="115630" y="736662"/>
                  </a:cubicBezTo>
                  <a:cubicBezTo>
                    <a:pt x="124966" y="716203"/>
                    <a:pt x="149120" y="707186"/>
                    <a:pt x="169581" y="716520"/>
                  </a:cubicBezTo>
                  <a:lnTo>
                    <a:pt x="298530" y="759866"/>
                  </a:lnTo>
                  <a:lnTo>
                    <a:pt x="342208" y="692654"/>
                  </a:lnTo>
                  <a:lnTo>
                    <a:pt x="235672" y="600840"/>
                  </a:lnTo>
                  <a:cubicBezTo>
                    <a:pt x="217143" y="588091"/>
                    <a:pt x="212458" y="562737"/>
                    <a:pt x="225204" y="544209"/>
                  </a:cubicBezTo>
                  <a:cubicBezTo>
                    <a:pt x="231577" y="534947"/>
                    <a:pt x="241102" y="529142"/>
                    <a:pt x="251352" y="527249"/>
                  </a:cubicBezTo>
                  <a:cubicBezTo>
                    <a:pt x="261599" y="525354"/>
                    <a:pt x="272568" y="527369"/>
                    <a:pt x="281833" y="533742"/>
                  </a:cubicBezTo>
                  <a:lnTo>
                    <a:pt x="402695" y="599584"/>
                  </a:lnTo>
                  <a:cubicBezTo>
                    <a:pt x="417708" y="577423"/>
                    <a:pt x="434761" y="556883"/>
                    <a:pt x="455631" y="539785"/>
                  </a:cubicBezTo>
                  <a:lnTo>
                    <a:pt x="367008" y="431293"/>
                  </a:lnTo>
                  <a:cubicBezTo>
                    <a:pt x="350973" y="415523"/>
                    <a:pt x="350762" y="389740"/>
                    <a:pt x="366532" y="373706"/>
                  </a:cubicBezTo>
                  <a:cubicBezTo>
                    <a:pt x="374417" y="365691"/>
                    <a:pt x="384806" y="361628"/>
                    <a:pt x="395227" y="361544"/>
                  </a:cubicBezTo>
                  <a:cubicBezTo>
                    <a:pt x="405648" y="361458"/>
                    <a:pt x="416102" y="365347"/>
                    <a:pt x="424118" y="373232"/>
                  </a:cubicBezTo>
                  <a:lnTo>
                    <a:pt x="532850" y="459969"/>
                  </a:lnTo>
                  <a:cubicBezTo>
                    <a:pt x="550537" y="439813"/>
                    <a:pt x="570861" y="422553"/>
                    <a:pt x="593794" y="408590"/>
                  </a:cubicBezTo>
                  <a:lnTo>
                    <a:pt x="525789" y="287129"/>
                  </a:lnTo>
                  <a:cubicBezTo>
                    <a:pt x="512738" y="268814"/>
                    <a:pt x="517006" y="243385"/>
                    <a:pt x="535320" y="230335"/>
                  </a:cubicBezTo>
                  <a:cubicBezTo>
                    <a:pt x="544478" y="223811"/>
                    <a:pt x="555414" y="221614"/>
                    <a:pt x="565691" y="223340"/>
                  </a:cubicBezTo>
                  <a:cubicBezTo>
                    <a:pt x="575969" y="225064"/>
                    <a:pt x="585588" y="230711"/>
                    <a:pt x="592113" y="239867"/>
                  </a:cubicBezTo>
                  <a:lnTo>
                    <a:pt x="684772" y="344893"/>
                  </a:lnTo>
                  <a:cubicBezTo>
                    <a:pt x="705124" y="327248"/>
                    <a:pt x="728145" y="313746"/>
                    <a:pt x="752622" y="302863"/>
                  </a:cubicBezTo>
                  <a:lnTo>
                    <a:pt x="707191" y="172728"/>
                  </a:lnTo>
                  <a:cubicBezTo>
                    <a:pt x="697520" y="152425"/>
                    <a:pt x="706137" y="128125"/>
                    <a:pt x="726440" y="118453"/>
                  </a:cubicBezTo>
                  <a:cubicBezTo>
                    <a:pt x="736591" y="113616"/>
                    <a:pt x="747742" y="113354"/>
                    <a:pt x="757566" y="116838"/>
                  </a:cubicBezTo>
                  <a:cubicBezTo>
                    <a:pt x="767387" y="120320"/>
                    <a:pt x="775880" y="127550"/>
                    <a:pt x="780715" y="137702"/>
                  </a:cubicBezTo>
                  <a:lnTo>
                    <a:pt x="854063" y="257770"/>
                  </a:lnTo>
                  <a:cubicBezTo>
                    <a:pt x="876893" y="243169"/>
                    <a:pt x="901978" y="233855"/>
                    <a:pt x="927540" y="225719"/>
                  </a:cubicBezTo>
                  <a:lnTo>
                    <a:pt x="905705" y="91565"/>
                  </a:lnTo>
                  <a:cubicBezTo>
                    <a:pt x="899704" y="69892"/>
                    <a:pt x="912412" y="47456"/>
                    <a:pt x="934087" y="41456"/>
                  </a:cubicBezTo>
                  <a:cubicBezTo>
                    <a:pt x="955760" y="35456"/>
                    <a:pt x="978195" y="48165"/>
                    <a:pt x="984194" y="69838"/>
                  </a:cubicBezTo>
                  <a:lnTo>
                    <a:pt x="1035763" y="201294"/>
                  </a:lnTo>
                  <a:lnTo>
                    <a:pt x="1113481" y="183754"/>
                  </a:lnTo>
                  <a:lnTo>
                    <a:pt x="1115295" y="46107"/>
                  </a:lnTo>
                  <a:cubicBezTo>
                    <a:pt x="1113150" y="23722"/>
                    <a:pt x="1129560" y="3834"/>
                    <a:pt x="1151946" y="1689"/>
                  </a:cubicBezTo>
                  <a:cubicBezTo>
                    <a:pt x="1174334" y="-457"/>
                    <a:pt x="1194221" y="15952"/>
                    <a:pt x="1196364" y="38339"/>
                  </a:cubicBezTo>
                  <a:lnTo>
                    <a:pt x="1224375" y="177006"/>
                  </a:lnTo>
                  <a:lnTo>
                    <a:pt x="1300582" y="175370"/>
                  </a:lnTo>
                  <a:lnTo>
                    <a:pt x="1326769" y="37508"/>
                  </a:lnTo>
                  <a:cubicBezTo>
                    <a:pt x="1328544" y="15091"/>
                    <a:pt x="1348159" y="-1647"/>
                    <a:pt x="1370577" y="129"/>
                  </a:cubicBezTo>
                  <a:close/>
                </a:path>
              </a:pathLst>
            </a:custGeom>
            <a:solidFill>
              <a:schemeClr val="bg2">
                <a:lumMod val="20000"/>
                <a:lumOff val="80000"/>
              </a:schemeClr>
            </a:solidFill>
          </p:spPr>
          <p:txBody>
            <a:bodyPr wrap="square" lIns="72000" tIns="36000" rIns="72000" bIns="36000" rtlCol="0" anchor="ctr">
              <a:noAutofit/>
            </a:bodyPr>
            <a:lstStyle/>
            <a:p>
              <a:pPr marL="0" marR="0" lvl="0" indent="0" defTabSz="307644" eaLnBrk="1" fontAlgn="auto" latinLnBrk="0" hangingPunct="0">
                <a:lnSpc>
                  <a:spcPct val="90000"/>
                </a:lnSpc>
                <a:spcBef>
                  <a:spcPts val="0"/>
                </a:spcBef>
                <a:spcAft>
                  <a:spcPts val="596"/>
                </a:spcAft>
                <a:buClr>
                  <a:srgbClr val="E6513E"/>
                </a:buClr>
                <a:buSzTx/>
                <a:buFontTx/>
                <a:buNone/>
                <a:tabLst/>
                <a:defRPr/>
              </a:pPr>
              <a:endParaRPr kumimoji="0" lang="en-US" sz="1000" b="0" i="0" u="none" strike="noStrike" kern="0" cap="none" spc="0" normalizeH="0" baseline="0" noProof="0">
                <a:ln>
                  <a:noFill/>
                </a:ln>
                <a:solidFill>
                  <a:srgbClr val="A2A6A3"/>
                </a:solidFill>
                <a:effectLst/>
                <a:uLnTx/>
                <a:uFillTx/>
                <a:latin typeface="Arial"/>
                <a:ea typeface="Nokia Pure Text" panose="020B0504040602060303" pitchFamily="34" charset="0"/>
                <a:cs typeface="Nokia Pure Text" panose="020B0504040602060303" pitchFamily="34" charset="0"/>
              </a:endParaRPr>
            </a:p>
          </p:txBody>
        </p:sp>
        <p:sp>
          <p:nvSpPr>
            <p:cNvPr id="167" name="Oval 166">
              <a:extLst>
                <a:ext uri="{FF2B5EF4-FFF2-40B4-BE49-F238E27FC236}">
                  <a16:creationId xmlns:a16="http://schemas.microsoft.com/office/drawing/2014/main" id="{B110F4FF-7B62-4876-868C-7DB5BA651D87}"/>
                </a:ext>
              </a:extLst>
            </p:cNvPr>
            <p:cNvSpPr/>
            <p:nvPr/>
          </p:nvSpPr>
          <p:spPr>
            <a:xfrm>
              <a:off x="-2938626" y="1467704"/>
              <a:ext cx="1867676" cy="1867676"/>
            </a:xfrm>
            <a:prstGeom prst="ellipse">
              <a:avLst/>
            </a:prstGeom>
            <a:solidFill>
              <a:srgbClr val="FFFFFF">
                <a:alpha val="95000"/>
              </a:srgbClr>
            </a:solidFill>
          </p:spPr>
          <p:txBody>
            <a:bodyPr wrap="square" lIns="72000" tIns="36000" rIns="72000" bIns="36000" rtlCol="0" anchor="ctr">
              <a:noAutofit/>
            </a:bodyPr>
            <a:lstStyle/>
            <a:p>
              <a:pPr marL="0" marR="0" lvl="0" indent="0" defTabSz="307644" eaLnBrk="1" fontAlgn="auto" latinLnBrk="0" hangingPunct="0">
                <a:lnSpc>
                  <a:spcPct val="90000"/>
                </a:lnSpc>
                <a:spcBef>
                  <a:spcPts val="0"/>
                </a:spcBef>
                <a:spcAft>
                  <a:spcPts val="596"/>
                </a:spcAft>
                <a:buClr>
                  <a:srgbClr val="E6513E"/>
                </a:buClr>
                <a:buSzTx/>
                <a:buFontTx/>
                <a:buNone/>
                <a:tabLst/>
                <a:defRPr/>
              </a:pPr>
              <a:endParaRPr kumimoji="0" lang="de-DE" sz="1000" b="0" i="0" u="none" strike="noStrike" kern="0" cap="none" spc="0" normalizeH="0" baseline="0" noProof="0">
                <a:ln>
                  <a:noFill/>
                </a:ln>
                <a:solidFill>
                  <a:srgbClr val="A2A6A3"/>
                </a:solidFill>
                <a:effectLst/>
                <a:uLnTx/>
                <a:uFillTx/>
                <a:latin typeface="Arial"/>
                <a:ea typeface="Nokia Pure Text" panose="020B0504040602060303" pitchFamily="34" charset="0"/>
                <a:cs typeface="Nokia Pure Text" panose="020B0504040602060303" pitchFamily="34" charset="0"/>
                <a:sym typeface="Helvetica Neue" charset="0"/>
              </a:endParaRPr>
            </a:p>
          </p:txBody>
        </p:sp>
      </p:grpSp>
      <p:grpSp>
        <p:nvGrpSpPr>
          <p:cNvPr id="169" name="Group 168">
            <a:extLst>
              <a:ext uri="{FF2B5EF4-FFF2-40B4-BE49-F238E27FC236}">
                <a16:creationId xmlns:a16="http://schemas.microsoft.com/office/drawing/2014/main" id="{378AA879-494E-46F5-BA08-FDFF37AD4AF7}"/>
              </a:ext>
            </a:extLst>
          </p:cNvPr>
          <p:cNvGrpSpPr/>
          <p:nvPr userDrawn="1"/>
        </p:nvGrpSpPr>
        <p:grpSpPr>
          <a:xfrm>
            <a:off x="2967294" y="2165563"/>
            <a:ext cx="1058274" cy="1056656"/>
            <a:chOff x="-3273374" y="1134891"/>
            <a:chExt cx="2537169" cy="2533298"/>
          </a:xfrm>
        </p:grpSpPr>
        <p:sp>
          <p:nvSpPr>
            <p:cNvPr id="170" name="Freeform: Shape 169">
              <a:extLst>
                <a:ext uri="{FF2B5EF4-FFF2-40B4-BE49-F238E27FC236}">
                  <a16:creationId xmlns:a16="http://schemas.microsoft.com/office/drawing/2014/main" id="{F2129F4A-1763-44FA-873C-59F5A6541CE8}"/>
                </a:ext>
              </a:extLst>
            </p:cNvPr>
            <p:cNvSpPr>
              <a:spLocks noChangeAspect="1"/>
            </p:cNvSpPr>
            <p:nvPr/>
          </p:nvSpPr>
          <p:spPr>
            <a:xfrm>
              <a:off x="-3273374" y="1134891"/>
              <a:ext cx="2537169" cy="2533298"/>
            </a:xfrm>
            <a:custGeom>
              <a:avLst/>
              <a:gdLst>
                <a:gd name="connsiteX0" fmla="*/ 860885 w 2537170"/>
                <a:gd name="connsiteY0" fmla="*/ 1437939 h 2533298"/>
                <a:gd name="connsiteX1" fmla="*/ 402545 w 2537170"/>
                <a:gd name="connsiteY1" fmla="*/ 1560751 h 2533298"/>
                <a:gd name="connsiteX2" fmla="*/ 1259461 w 2537170"/>
                <a:gd name="connsiteY2" fmla="*/ 2176428 h 2533298"/>
                <a:gd name="connsiteX3" fmla="*/ 1852888 w 2537170"/>
                <a:gd name="connsiteY3" fmla="*/ 1951120 h 2533298"/>
                <a:gd name="connsiteX4" fmla="*/ 1513851 w 2537170"/>
                <a:gd name="connsiteY4" fmla="*/ 1612087 h 2533298"/>
                <a:gd name="connsiteX5" fmla="*/ 1477444 w 2537170"/>
                <a:gd name="connsiteY5" fmla="*/ 1644201 h 2533298"/>
                <a:gd name="connsiteX6" fmla="*/ 881909 w 2537170"/>
                <a:gd name="connsiteY6" fmla="*/ 1484630 h 2533298"/>
                <a:gd name="connsiteX7" fmla="*/ 1259461 w 2537170"/>
                <a:gd name="connsiteY7" fmla="*/ 986252 h 2533298"/>
                <a:gd name="connsiteX8" fmla="*/ 979064 w 2537170"/>
                <a:gd name="connsiteY8" fmla="*/ 1266649 h 2533298"/>
                <a:gd name="connsiteX9" fmla="*/ 1259461 w 2537170"/>
                <a:gd name="connsiteY9" fmla="*/ 1547047 h 2533298"/>
                <a:gd name="connsiteX10" fmla="*/ 1539859 w 2537170"/>
                <a:gd name="connsiteY10" fmla="*/ 1266649 h 2533298"/>
                <a:gd name="connsiteX11" fmla="*/ 1259461 w 2537170"/>
                <a:gd name="connsiteY11" fmla="*/ 986252 h 2533298"/>
                <a:gd name="connsiteX12" fmla="*/ 1548911 w 2537170"/>
                <a:gd name="connsiteY12" fmla="*/ 408290 h 2533298"/>
                <a:gd name="connsiteX13" fmla="*/ 1426040 w 2537170"/>
                <a:gd name="connsiteY13" fmla="*/ 866853 h 2533298"/>
                <a:gd name="connsiteX14" fmla="*/ 1637017 w 2537170"/>
                <a:gd name="connsiteY14" fmla="*/ 1048669 h 2533298"/>
                <a:gd name="connsiteX15" fmla="*/ 1603283 w 2537170"/>
                <a:gd name="connsiteY15" fmla="*/ 1533201 h 2533298"/>
                <a:gd name="connsiteX16" fmla="*/ 1937706 w 2537170"/>
                <a:gd name="connsiteY16" fmla="*/ 1867622 h 2533298"/>
                <a:gd name="connsiteX17" fmla="*/ 2169239 w 2537170"/>
                <a:gd name="connsiteY17" fmla="*/ 1266649 h 2533298"/>
                <a:gd name="connsiteX18" fmla="*/ 1548911 w 2537170"/>
                <a:gd name="connsiteY18" fmla="*/ 408290 h 2533298"/>
                <a:gd name="connsiteX19" fmla="*/ 1259461 w 2537170"/>
                <a:gd name="connsiteY19" fmla="*/ 356871 h 2533298"/>
                <a:gd name="connsiteX20" fmla="*/ 349683 w 2537170"/>
                <a:gd name="connsiteY20" fmla="*/ 1266649 h 2533298"/>
                <a:gd name="connsiteX21" fmla="*/ 367847 w 2537170"/>
                <a:gd name="connsiteY21" fmla="*/ 1446833 h 2533298"/>
                <a:gd name="connsiteX22" fmla="*/ 827444 w 2537170"/>
                <a:gd name="connsiteY22" fmla="*/ 1323684 h 2533298"/>
                <a:gd name="connsiteX23" fmla="*/ 1041485 w 2537170"/>
                <a:gd name="connsiteY23" fmla="*/ 889097 h 2533298"/>
                <a:gd name="connsiteX24" fmla="*/ 1289805 w 2537170"/>
                <a:gd name="connsiteY24" fmla="*/ 831703 h 2533298"/>
                <a:gd name="connsiteX25" fmla="*/ 1311143 w 2537170"/>
                <a:gd name="connsiteY25" fmla="*/ 835808 h 2533298"/>
                <a:gd name="connsiteX26" fmla="*/ 1434739 w 2537170"/>
                <a:gd name="connsiteY26" fmla="*/ 374541 h 2533298"/>
                <a:gd name="connsiteX27" fmla="*/ 1259461 w 2537170"/>
                <a:gd name="connsiteY27" fmla="*/ 356871 h 2533298"/>
                <a:gd name="connsiteX28" fmla="*/ 1268585 w 2537170"/>
                <a:gd name="connsiteY28" fmla="*/ 293382 h 2533298"/>
                <a:gd name="connsiteX29" fmla="*/ 2241854 w 2537170"/>
                <a:gd name="connsiteY29" fmla="*/ 1266650 h 2533298"/>
                <a:gd name="connsiteX30" fmla="*/ 1268585 w 2537170"/>
                <a:gd name="connsiteY30" fmla="*/ 2239918 h 2533298"/>
                <a:gd name="connsiteX31" fmla="*/ 295316 w 2537170"/>
                <a:gd name="connsiteY31" fmla="*/ 1266650 h 2533298"/>
                <a:gd name="connsiteX32" fmla="*/ 1268585 w 2537170"/>
                <a:gd name="connsiteY32" fmla="*/ 293382 h 2533298"/>
                <a:gd name="connsiteX33" fmla="*/ 1268585 w 2537170"/>
                <a:gd name="connsiteY33" fmla="*/ 230994 h 2533298"/>
                <a:gd name="connsiteX34" fmla="*/ 232928 w 2537170"/>
                <a:gd name="connsiteY34" fmla="*/ 1266650 h 2533298"/>
                <a:gd name="connsiteX35" fmla="*/ 1268585 w 2537170"/>
                <a:gd name="connsiteY35" fmla="*/ 2302306 h 2533298"/>
                <a:gd name="connsiteX36" fmla="*/ 2304242 w 2537170"/>
                <a:gd name="connsiteY36" fmla="*/ 1266650 h 2533298"/>
                <a:gd name="connsiteX37" fmla="*/ 1268585 w 2537170"/>
                <a:gd name="connsiteY37" fmla="*/ 230994 h 2533298"/>
                <a:gd name="connsiteX38" fmla="*/ 1370577 w 2537170"/>
                <a:gd name="connsiteY38" fmla="*/ 129 h 2533298"/>
                <a:gd name="connsiteX39" fmla="*/ 1407956 w 2537170"/>
                <a:gd name="connsiteY39" fmla="*/ 43937 h 2533298"/>
                <a:gd name="connsiteX40" fmla="*/ 1411431 w 2537170"/>
                <a:gd name="connsiteY40" fmla="*/ 184077 h 2533298"/>
                <a:gd name="connsiteX41" fmla="*/ 1482158 w 2537170"/>
                <a:gd name="connsiteY41" fmla="*/ 196909 h 2533298"/>
                <a:gd name="connsiteX42" fmla="*/ 1531455 w 2537170"/>
                <a:gd name="connsiteY42" fmla="*/ 64872 h 2533298"/>
                <a:gd name="connsiteX43" fmla="*/ 1581088 w 2537170"/>
                <a:gd name="connsiteY43" fmla="*/ 35666 h 2533298"/>
                <a:gd name="connsiteX44" fmla="*/ 1610292 w 2537170"/>
                <a:gd name="connsiteY44" fmla="*/ 85299 h 2533298"/>
                <a:gd name="connsiteX45" fmla="*/ 1590652 w 2537170"/>
                <a:gd name="connsiteY45" fmla="*/ 219957 h 2533298"/>
                <a:gd name="connsiteX46" fmla="*/ 1665197 w 2537170"/>
                <a:gd name="connsiteY46" fmla="*/ 249732 h 2533298"/>
                <a:gd name="connsiteX47" fmla="*/ 1736025 w 2537170"/>
                <a:gd name="connsiteY47" fmla="*/ 129366 h 2533298"/>
                <a:gd name="connsiteX48" fmla="*/ 1789976 w 2537170"/>
                <a:gd name="connsiteY48" fmla="*/ 109225 h 2533298"/>
                <a:gd name="connsiteX49" fmla="*/ 1810118 w 2537170"/>
                <a:gd name="connsiteY49" fmla="*/ 163174 h 2533298"/>
                <a:gd name="connsiteX50" fmla="*/ 1767925 w 2537170"/>
                <a:gd name="connsiteY50" fmla="*/ 290765 h 2533298"/>
                <a:gd name="connsiteX51" fmla="*/ 1836575 w 2537170"/>
                <a:gd name="connsiteY51" fmla="*/ 333544 h 2533298"/>
                <a:gd name="connsiteX52" fmla="*/ 1926288 w 2537170"/>
                <a:gd name="connsiteY52" fmla="*/ 228405 h 2533298"/>
                <a:gd name="connsiteX53" fmla="*/ 1952435 w 2537170"/>
                <a:gd name="connsiteY53" fmla="*/ 211444 h 2533298"/>
                <a:gd name="connsiteX54" fmla="*/ 1982916 w 2537170"/>
                <a:gd name="connsiteY54" fmla="*/ 217939 h 2533298"/>
                <a:gd name="connsiteX55" fmla="*/ 1993385 w 2537170"/>
                <a:gd name="connsiteY55" fmla="*/ 274565 h 2533298"/>
                <a:gd name="connsiteX56" fmla="*/ 1929215 w 2537170"/>
                <a:gd name="connsiteY56" fmla="*/ 393751 h 2533298"/>
                <a:gd name="connsiteX57" fmla="*/ 1990985 w 2537170"/>
                <a:gd name="connsiteY57" fmla="*/ 446006 h 2533298"/>
                <a:gd name="connsiteX58" fmla="*/ 2096463 w 2537170"/>
                <a:gd name="connsiteY58" fmla="*/ 358978 h 2533298"/>
                <a:gd name="connsiteX59" fmla="*/ 2125159 w 2537170"/>
                <a:gd name="connsiteY59" fmla="*/ 346814 h 2533298"/>
                <a:gd name="connsiteX60" fmla="*/ 2154049 w 2537170"/>
                <a:gd name="connsiteY60" fmla="*/ 358503 h 2533298"/>
                <a:gd name="connsiteX61" fmla="*/ 2154524 w 2537170"/>
                <a:gd name="connsiteY61" fmla="*/ 416088 h 2533298"/>
                <a:gd name="connsiteX62" fmla="*/ 2070300 w 2537170"/>
                <a:gd name="connsiteY62" fmla="*/ 522740 h 2533298"/>
                <a:gd name="connsiteX63" fmla="*/ 2123835 w 2537170"/>
                <a:gd name="connsiteY63" fmla="*/ 583690 h 2533298"/>
                <a:gd name="connsiteX64" fmla="*/ 2241379 w 2537170"/>
                <a:gd name="connsiteY64" fmla="*/ 517116 h 2533298"/>
                <a:gd name="connsiteX65" fmla="*/ 2271750 w 2537170"/>
                <a:gd name="connsiteY65" fmla="*/ 510120 h 2533298"/>
                <a:gd name="connsiteX66" fmla="*/ 2298174 w 2537170"/>
                <a:gd name="connsiteY66" fmla="*/ 526648 h 2533298"/>
                <a:gd name="connsiteX67" fmla="*/ 2288641 w 2537170"/>
                <a:gd name="connsiteY67" fmla="*/ 583442 h 2533298"/>
                <a:gd name="connsiteX68" fmla="*/ 2187044 w 2537170"/>
                <a:gd name="connsiteY68" fmla="*/ 673967 h 2533298"/>
                <a:gd name="connsiteX69" fmla="*/ 2231207 w 2537170"/>
                <a:gd name="connsiteY69" fmla="*/ 742498 h 2533298"/>
                <a:gd name="connsiteX70" fmla="*/ 2356634 w 2537170"/>
                <a:gd name="connsiteY70" fmla="*/ 698018 h 2533298"/>
                <a:gd name="connsiteX71" fmla="*/ 2387756 w 2537170"/>
                <a:gd name="connsiteY71" fmla="*/ 696403 h 2533298"/>
                <a:gd name="connsiteX72" fmla="*/ 2410907 w 2537170"/>
                <a:gd name="connsiteY72" fmla="*/ 717268 h 2533298"/>
                <a:gd name="connsiteX73" fmla="*/ 2391659 w 2537170"/>
                <a:gd name="connsiteY73" fmla="*/ 771542 h 2533298"/>
                <a:gd name="connsiteX74" fmla="*/ 2275899 w 2537170"/>
                <a:gd name="connsiteY74" fmla="*/ 843042 h 2533298"/>
                <a:gd name="connsiteX75" fmla="*/ 2309184 w 2537170"/>
                <a:gd name="connsiteY75" fmla="*/ 917923 h 2533298"/>
                <a:gd name="connsiteX76" fmla="*/ 2438723 w 2537170"/>
                <a:gd name="connsiteY76" fmla="*/ 896186 h 2533298"/>
                <a:gd name="connsiteX77" fmla="*/ 2488830 w 2537170"/>
                <a:gd name="connsiteY77" fmla="*/ 924566 h 2533298"/>
                <a:gd name="connsiteX78" fmla="*/ 2460450 w 2537170"/>
                <a:gd name="connsiteY78" fmla="*/ 974674 h 2533298"/>
                <a:gd name="connsiteX79" fmla="*/ 2334042 w 2537170"/>
                <a:gd name="connsiteY79" fmla="*/ 1024982 h 2533298"/>
                <a:gd name="connsiteX80" fmla="*/ 2351989 w 2537170"/>
                <a:gd name="connsiteY80" fmla="*/ 1104495 h 2533298"/>
                <a:gd name="connsiteX81" fmla="*/ 2485152 w 2537170"/>
                <a:gd name="connsiteY81" fmla="*/ 1105597 h 2533298"/>
                <a:gd name="connsiteX82" fmla="*/ 2529571 w 2537170"/>
                <a:gd name="connsiteY82" fmla="*/ 1142247 h 2533298"/>
                <a:gd name="connsiteX83" fmla="*/ 2492921 w 2537170"/>
                <a:gd name="connsiteY83" fmla="*/ 1186666 h 2533298"/>
                <a:gd name="connsiteX84" fmla="*/ 2359802 w 2537170"/>
                <a:gd name="connsiteY84" fmla="*/ 1214237 h 2533298"/>
                <a:gd name="connsiteX85" fmla="*/ 2361526 w 2537170"/>
                <a:gd name="connsiteY85" fmla="*/ 1294592 h 2533298"/>
                <a:gd name="connsiteX86" fmla="*/ 2499662 w 2537170"/>
                <a:gd name="connsiteY86" fmla="*/ 1320295 h 2533298"/>
                <a:gd name="connsiteX87" fmla="*/ 2537041 w 2537170"/>
                <a:gd name="connsiteY87" fmla="*/ 1364103 h 2533298"/>
                <a:gd name="connsiteX88" fmla="*/ 2493234 w 2537170"/>
                <a:gd name="connsiteY88" fmla="*/ 1401481 h 2533298"/>
                <a:gd name="connsiteX89" fmla="*/ 2353247 w 2537170"/>
                <a:gd name="connsiteY89" fmla="*/ 1405705 h 2533298"/>
                <a:gd name="connsiteX90" fmla="*/ 2339167 w 2537170"/>
                <a:gd name="connsiteY90" fmla="*/ 1483310 h 2533298"/>
                <a:gd name="connsiteX91" fmla="*/ 2471668 w 2537170"/>
                <a:gd name="connsiteY91" fmla="*/ 1532957 h 2533298"/>
                <a:gd name="connsiteX92" fmla="*/ 2500873 w 2537170"/>
                <a:gd name="connsiteY92" fmla="*/ 1582589 h 2533298"/>
                <a:gd name="connsiteX93" fmla="*/ 2451240 w 2537170"/>
                <a:gd name="connsiteY93" fmla="*/ 1611794 h 2533298"/>
                <a:gd name="connsiteX94" fmla="*/ 2314998 w 2537170"/>
                <a:gd name="connsiteY94" fmla="*/ 1591988 h 2533298"/>
                <a:gd name="connsiteX95" fmla="*/ 2285532 w 2537170"/>
                <a:gd name="connsiteY95" fmla="*/ 1665756 h 2533298"/>
                <a:gd name="connsiteX96" fmla="*/ 2407173 w 2537170"/>
                <a:gd name="connsiteY96" fmla="*/ 1737526 h 2533298"/>
                <a:gd name="connsiteX97" fmla="*/ 2427315 w 2537170"/>
                <a:gd name="connsiteY97" fmla="*/ 1791476 h 2533298"/>
                <a:gd name="connsiteX98" fmla="*/ 2373363 w 2537170"/>
                <a:gd name="connsiteY98" fmla="*/ 1811618 h 2533298"/>
                <a:gd name="connsiteX99" fmla="*/ 2244296 w 2537170"/>
                <a:gd name="connsiteY99" fmla="*/ 1769003 h 2533298"/>
                <a:gd name="connsiteX100" fmla="*/ 2201195 w 2537170"/>
                <a:gd name="connsiteY100" fmla="*/ 1836322 h 2533298"/>
                <a:gd name="connsiteX101" fmla="*/ 2308136 w 2537170"/>
                <a:gd name="connsiteY101" fmla="*/ 1927790 h 2533298"/>
                <a:gd name="connsiteX102" fmla="*/ 2318603 w 2537170"/>
                <a:gd name="connsiteY102" fmla="*/ 1984416 h 2533298"/>
                <a:gd name="connsiteX103" fmla="*/ 2261973 w 2537170"/>
                <a:gd name="connsiteY103" fmla="*/ 1994887 h 2533298"/>
                <a:gd name="connsiteX104" fmla="*/ 2140578 w 2537170"/>
                <a:gd name="connsiteY104" fmla="*/ 1929597 h 2533298"/>
                <a:gd name="connsiteX105" fmla="*/ 2088541 w 2537170"/>
                <a:gd name="connsiteY105" fmla="*/ 1989816 h 2533298"/>
                <a:gd name="connsiteX106" fmla="*/ 2177561 w 2537170"/>
                <a:gd name="connsiteY106" fmla="*/ 2097965 h 2533298"/>
                <a:gd name="connsiteX107" fmla="*/ 2178037 w 2537170"/>
                <a:gd name="connsiteY107" fmla="*/ 2155550 h 2533298"/>
                <a:gd name="connsiteX108" fmla="*/ 2120451 w 2537170"/>
                <a:gd name="connsiteY108" fmla="*/ 2156025 h 2533298"/>
                <a:gd name="connsiteX109" fmla="*/ 2011161 w 2537170"/>
                <a:gd name="connsiteY109" fmla="*/ 2069798 h 2533298"/>
                <a:gd name="connsiteX110" fmla="*/ 1951011 w 2537170"/>
                <a:gd name="connsiteY110" fmla="*/ 2121759 h 2533298"/>
                <a:gd name="connsiteX111" fmla="*/ 2019421 w 2537170"/>
                <a:gd name="connsiteY111" fmla="*/ 2242879 h 2533298"/>
                <a:gd name="connsiteX112" fmla="*/ 2009891 w 2537170"/>
                <a:gd name="connsiteY112" fmla="*/ 2299674 h 2533298"/>
                <a:gd name="connsiteX113" fmla="*/ 1953098 w 2537170"/>
                <a:gd name="connsiteY113" fmla="*/ 2290141 h 2533298"/>
                <a:gd name="connsiteX114" fmla="*/ 1859851 w 2537170"/>
                <a:gd name="connsiteY114" fmla="*/ 2185586 h 2533298"/>
                <a:gd name="connsiteX115" fmla="*/ 1792668 w 2537170"/>
                <a:gd name="connsiteY115" fmla="*/ 2228350 h 2533298"/>
                <a:gd name="connsiteX116" fmla="*/ 1838521 w 2537170"/>
                <a:gd name="connsiteY116" fmla="*/ 2358132 h 2533298"/>
                <a:gd name="connsiteX117" fmla="*/ 1819273 w 2537170"/>
                <a:gd name="connsiteY117" fmla="*/ 2412408 h 2533298"/>
                <a:gd name="connsiteX118" fmla="*/ 1764999 w 2537170"/>
                <a:gd name="connsiteY118" fmla="*/ 2393158 h 2533298"/>
                <a:gd name="connsiteX119" fmla="*/ 1691031 w 2537170"/>
                <a:gd name="connsiteY119" fmla="*/ 2273527 h 2533298"/>
                <a:gd name="connsiteX120" fmla="*/ 1617991 w 2537170"/>
                <a:gd name="connsiteY120" fmla="*/ 2305992 h 2533298"/>
                <a:gd name="connsiteX121" fmla="*/ 1640356 w 2537170"/>
                <a:gd name="connsiteY121" fmla="*/ 2440221 h 2533298"/>
                <a:gd name="connsiteX122" fmla="*/ 1611974 w 2537170"/>
                <a:gd name="connsiteY122" fmla="*/ 2490330 h 2533298"/>
                <a:gd name="connsiteX123" fmla="*/ 1561865 w 2537170"/>
                <a:gd name="connsiteY123" fmla="*/ 2461948 h 2533298"/>
                <a:gd name="connsiteX124" fmla="*/ 1509649 w 2537170"/>
                <a:gd name="connsiteY124" fmla="*/ 2330916 h 2533298"/>
                <a:gd name="connsiteX125" fmla="*/ 1432251 w 2537170"/>
                <a:gd name="connsiteY125" fmla="*/ 2348385 h 2533298"/>
                <a:gd name="connsiteX126" fmla="*/ 1430944 w 2537170"/>
                <a:gd name="connsiteY126" fmla="*/ 2486652 h 2533298"/>
                <a:gd name="connsiteX127" fmla="*/ 1394292 w 2537170"/>
                <a:gd name="connsiteY127" fmla="*/ 2531070 h 2533298"/>
                <a:gd name="connsiteX128" fmla="*/ 1349875 w 2537170"/>
                <a:gd name="connsiteY128" fmla="*/ 2494418 h 2533298"/>
                <a:gd name="connsiteX129" fmla="*/ 1321178 w 2537170"/>
                <a:gd name="connsiteY129" fmla="*/ 2356183 h 2533298"/>
                <a:gd name="connsiteX130" fmla="*/ 1239478 w 2537170"/>
                <a:gd name="connsiteY130" fmla="*/ 2357937 h 2533298"/>
                <a:gd name="connsiteX131" fmla="*/ 1213826 w 2537170"/>
                <a:gd name="connsiteY131" fmla="*/ 2495788 h 2533298"/>
                <a:gd name="connsiteX132" fmla="*/ 1170018 w 2537170"/>
                <a:gd name="connsiteY132" fmla="*/ 2533169 h 2533298"/>
                <a:gd name="connsiteX133" fmla="*/ 1132638 w 2537170"/>
                <a:gd name="connsiteY133" fmla="*/ 2489360 h 2533298"/>
                <a:gd name="connsiteX134" fmla="*/ 1128406 w 2537170"/>
                <a:gd name="connsiteY134" fmla="*/ 2349083 h 2533298"/>
                <a:gd name="connsiteX135" fmla="*/ 1043631 w 2537170"/>
                <a:gd name="connsiteY135" fmla="*/ 2333701 h 2533298"/>
                <a:gd name="connsiteX136" fmla="*/ 993350 w 2537170"/>
                <a:gd name="connsiteY136" fmla="*/ 2466192 h 2533298"/>
                <a:gd name="connsiteX137" fmla="*/ 943719 w 2537170"/>
                <a:gd name="connsiteY137" fmla="*/ 2495395 h 2533298"/>
                <a:gd name="connsiteX138" fmla="*/ 914514 w 2537170"/>
                <a:gd name="connsiteY138" fmla="*/ 2445762 h 2533298"/>
                <a:gd name="connsiteX139" fmla="*/ 935216 w 2537170"/>
                <a:gd name="connsiteY139" fmla="*/ 2307457 h 2533298"/>
                <a:gd name="connsiteX140" fmla="*/ 862093 w 2537170"/>
                <a:gd name="connsiteY140" fmla="*/ 2278252 h 2533298"/>
                <a:gd name="connsiteX141" fmla="*/ 789112 w 2537170"/>
                <a:gd name="connsiteY141" fmla="*/ 2400765 h 2533298"/>
                <a:gd name="connsiteX142" fmla="*/ 735160 w 2537170"/>
                <a:gd name="connsiteY142" fmla="*/ 2420908 h 2533298"/>
                <a:gd name="connsiteX143" fmla="*/ 715020 w 2537170"/>
                <a:gd name="connsiteY143" fmla="*/ 2366955 h 2533298"/>
                <a:gd name="connsiteX144" fmla="*/ 759036 w 2537170"/>
                <a:gd name="connsiteY144" fmla="*/ 2235507 h 2533298"/>
                <a:gd name="connsiteX145" fmla="*/ 692833 w 2537170"/>
                <a:gd name="connsiteY145" fmla="*/ 2192481 h 2533298"/>
                <a:gd name="connsiteX146" fmla="*/ 599337 w 2537170"/>
                <a:gd name="connsiteY146" fmla="*/ 2300865 h 2533298"/>
                <a:gd name="connsiteX147" fmla="*/ 542706 w 2537170"/>
                <a:gd name="connsiteY147" fmla="*/ 2311333 h 2533298"/>
                <a:gd name="connsiteX148" fmla="*/ 532239 w 2537170"/>
                <a:gd name="connsiteY148" fmla="*/ 2254706 h 2533298"/>
                <a:gd name="connsiteX149" fmla="*/ 599127 w 2537170"/>
                <a:gd name="connsiteY149" fmla="*/ 2131584 h 2533298"/>
                <a:gd name="connsiteX150" fmla="*/ 540894 w 2537170"/>
                <a:gd name="connsiteY150" fmla="*/ 2078858 h 2533298"/>
                <a:gd name="connsiteX151" fmla="*/ 429791 w 2537170"/>
                <a:gd name="connsiteY151" fmla="*/ 2169528 h 2533298"/>
                <a:gd name="connsiteX152" fmla="*/ 372204 w 2537170"/>
                <a:gd name="connsiteY152" fmla="*/ 2170006 h 2533298"/>
                <a:gd name="connsiteX153" fmla="*/ 371731 w 2537170"/>
                <a:gd name="connsiteY153" fmla="*/ 2112420 h 2533298"/>
                <a:gd name="connsiteX154" fmla="*/ 460407 w 2537170"/>
                <a:gd name="connsiteY154" fmla="*/ 2000990 h 2533298"/>
                <a:gd name="connsiteX155" fmla="*/ 410621 w 2537170"/>
                <a:gd name="connsiteY155" fmla="*/ 1940841 h 2533298"/>
                <a:gd name="connsiteX156" fmla="*/ 285628 w 2537170"/>
                <a:gd name="connsiteY156" fmla="*/ 2010748 h 2533298"/>
                <a:gd name="connsiteX157" fmla="*/ 228834 w 2537170"/>
                <a:gd name="connsiteY157" fmla="*/ 2001218 h 2533298"/>
                <a:gd name="connsiteX158" fmla="*/ 238365 w 2537170"/>
                <a:gd name="connsiteY158" fmla="*/ 1944425 h 2533298"/>
                <a:gd name="connsiteX159" fmla="*/ 346301 w 2537170"/>
                <a:gd name="connsiteY159" fmla="*/ 1848975 h 2533298"/>
                <a:gd name="connsiteX160" fmla="*/ 305688 w 2537170"/>
                <a:gd name="connsiteY160" fmla="*/ 1782475 h 2533298"/>
                <a:gd name="connsiteX161" fmla="*/ 171227 w 2537170"/>
                <a:gd name="connsiteY161" fmla="*/ 1829346 h 2533298"/>
                <a:gd name="connsiteX162" fmla="*/ 116952 w 2537170"/>
                <a:gd name="connsiteY162" fmla="*/ 1810097 h 2533298"/>
                <a:gd name="connsiteX163" fmla="*/ 136199 w 2537170"/>
                <a:gd name="connsiteY163" fmla="*/ 1755822 h 2533298"/>
                <a:gd name="connsiteX164" fmla="*/ 260107 w 2537170"/>
                <a:gd name="connsiteY164" fmla="*/ 1679931 h 2533298"/>
                <a:gd name="connsiteX165" fmla="*/ 229112 w 2537170"/>
                <a:gd name="connsiteY165" fmla="*/ 1608268 h 2533298"/>
                <a:gd name="connsiteX166" fmla="*/ 90064 w 2537170"/>
                <a:gd name="connsiteY166" fmla="*/ 1630833 h 2533298"/>
                <a:gd name="connsiteX167" fmla="*/ 39956 w 2537170"/>
                <a:gd name="connsiteY167" fmla="*/ 1602452 h 2533298"/>
                <a:gd name="connsiteX168" fmla="*/ 68338 w 2537170"/>
                <a:gd name="connsiteY168" fmla="*/ 1552346 h 2533298"/>
                <a:gd name="connsiteX169" fmla="*/ 204402 w 2537170"/>
                <a:gd name="connsiteY169" fmla="*/ 1498783 h 2533298"/>
                <a:gd name="connsiteX170" fmla="*/ 187341 w 2537170"/>
                <a:gd name="connsiteY170" fmla="*/ 1423192 h 2533298"/>
                <a:gd name="connsiteX171" fmla="*/ 44604 w 2537170"/>
                <a:gd name="connsiteY171" fmla="*/ 1421244 h 2533298"/>
                <a:gd name="connsiteX172" fmla="*/ 188 w 2537170"/>
                <a:gd name="connsiteY172" fmla="*/ 1384592 h 2533298"/>
                <a:gd name="connsiteX173" fmla="*/ 36838 w 2537170"/>
                <a:gd name="connsiteY173" fmla="*/ 1340173 h 2533298"/>
                <a:gd name="connsiteX174" fmla="*/ 180620 w 2537170"/>
                <a:gd name="connsiteY174" fmla="*/ 1310955 h 2533298"/>
                <a:gd name="connsiteX175" fmla="*/ 178957 w 2537170"/>
                <a:gd name="connsiteY175" fmla="*/ 1233486 h 2533298"/>
                <a:gd name="connsiteX176" fmla="*/ 41381 w 2537170"/>
                <a:gd name="connsiteY176" fmla="*/ 1207351 h 2533298"/>
                <a:gd name="connsiteX177" fmla="*/ 4001 w 2537170"/>
                <a:gd name="connsiteY177" fmla="*/ 1163544 h 2533298"/>
                <a:gd name="connsiteX178" fmla="*/ 47810 w 2537170"/>
                <a:gd name="connsiteY178" fmla="*/ 1126165 h 2533298"/>
                <a:gd name="connsiteX179" fmla="*/ 188239 w 2537170"/>
                <a:gd name="connsiteY179" fmla="*/ 1122685 h 2533298"/>
                <a:gd name="connsiteX180" fmla="*/ 202356 w 2537170"/>
                <a:gd name="connsiteY180" fmla="*/ 1044881 h 2533298"/>
                <a:gd name="connsiteX181" fmla="*/ 70345 w 2537170"/>
                <a:gd name="connsiteY181" fmla="*/ 994853 h 2533298"/>
                <a:gd name="connsiteX182" fmla="*/ 41141 w 2537170"/>
                <a:gd name="connsiteY182" fmla="*/ 945221 h 2533298"/>
                <a:gd name="connsiteX183" fmla="*/ 90773 w 2537170"/>
                <a:gd name="connsiteY183" fmla="*/ 916016 h 2533298"/>
                <a:gd name="connsiteX184" fmla="*/ 227464 w 2537170"/>
                <a:gd name="connsiteY184" fmla="*/ 936641 h 2533298"/>
                <a:gd name="connsiteX185" fmla="*/ 256980 w 2537170"/>
                <a:gd name="connsiteY185" fmla="*/ 862739 h 2533298"/>
                <a:gd name="connsiteX186" fmla="*/ 135771 w 2537170"/>
                <a:gd name="connsiteY186" fmla="*/ 790612 h 2533298"/>
                <a:gd name="connsiteX187" fmla="*/ 115630 w 2537170"/>
                <a:gd name="connsiteY187" fmla="*/ 736662 h 2533298"/>
                <a:gd name="connsiteX188" fmla="*/ 169581 w 2537170"/>
                <a:gd name="connsiteY188" fmla="*/ 716520 h 2533298"/>
                <a:gd name="connsiteX189" fmla="*/ 298530 w 2537170"/>
                <a:gd name="connsiteY189" fmla="*/ 759866 h 2533298"/>
                <a:gd name="connsiteX190" fmla="*/ 342208 w 2537170"/>
                <a:gd name="connsiteY190" fmla="*/ 692654 h 2533298"/>
                <a:gd name="connsiteX191" fmla="*/ 235672 w 2537170"/>
                <a:gd name="connsiteY191" fmla="*/ 600840 h 2533298"/>
                <a:gd name="connsiteX192" fmla="*/ 225204 w 2537170"/>
                <a:gd name="connsiteY192" fmla="*/ 544209 h 2533298"/>
                <a:gd name="connsiteX193" fmla="*/ 251352 w 2537170"/>
                <a:gd name="connsiteY193" fmla="*/ 527249 h 2533298"/>
                <a:gd name="connsiteX194" fmla="*/ 281833 w 2537170"/>
                <a:gd name="connsiteY194" fmla="*/ 533742 h 2533298"/>
                <a:gd name="connsiteX195" fmla="*/ 402695 w 2537170"/>
                <a:gd name="connsiteY195" fmla="*/ 599584 h 2533298"/>
                <a:gd name="connsiteX196" fmla="*/ 455631 w 2537170"/>
                <a:gd name="connsiteY196" fmla="*/ 539785 h 2533298"/>
                <a:gd name="connsiteX197" fmla="*/ 367008 w 2537170"/>
                <a:gd name="connsiteY197" fmla="*/ 431293 h 2533298"/>
                <a:gd name="connsiteX198" fmla="*/ 366532 w 2537170"/>
                <a:gd name="connsiteY198" fmla="*/ 373706 h 2533298"/>
                <a:gd name="connsiteX199" fmla="*/ 395227 w 2537170"/>
                <a:gd name="connsiteY199" fmla="*/ 361544 h 2533298"/>
                <a:gd name="connsiteX200" fmla="*/ 424118 w 2537170"/>
                <a:gd name="connsiteY200" fmla="*/ 373232 h 2533298"/>
                <a:gd name="connsiteX201" fmla="*/ 532850 w 2537170"/>
                <a:gd name="connsiteY201" fmla="*/ 459969 h 2533298"/>
                <a:gd name="connsiteX202" fmla="*/ 593794 w 2537170"/>
                <a:gd name="connsiteY202" fmla="*/ 408590 h 2533298"/>
                <a:gd name="connsiteX203" fmla="*/ 525789 w 2537170"/>
                <a:gd name="connsiteY203" fmla="*/ 287129 h 2533298"/>
                <a:gd name="connsiteX204" fmla="*/ 535320 w 2537170"/>
                <a:gd name="connsiteY204" fmla="*/ 230335 h 2533298"/>
                <a:gd name="connsiteX205" fmla="*/ 565691 w 2537170"/>
                <a:gd name="connsiteY205" fmla="*/ 223340 h 2533298"/>
                <a:gd name="connsiteX206" fmla="*/ 592113 w 2537170"/>
                <a:gd name="connsiteY206" fmla="*/ 239867 h 2533298"/>
                <a:gd name="connsiteX207" fmla="*/ 684772 w 2537170"/>
                <a:gd name="connsiteY207" fmla="*/ 344893 h 2533298"/>
                <a:gd name="connsiteX208" fmla="*/ 752622 w 2537170"/>
                <a:gd name="connsiteY208" fmla="*/ 302863 h 2533298"/>
                <a:gd name="connsiteX209" fmla="*/ 707191 w 2537170"/>
                <a:gd name="connsiteY209" fmla="*/ 172728 h 2533298"/>
                <a:gd name="connsiteX210" fmla="*/ 726440 w 2537170"/>
                <a:gd name="connsiteY210" fmla="*/ 118453 h 2533298"/>
                <a:gd name="connsiteX211" fmla="*/ 757566 w 2537170"/>
                <a:gd name="connsiteY211" fmla="*/ 116838 h 2533298"/>
                <a:gd name="connsiteX212" fmla="*/ 780715 w 2537170"/>
                <a:gd name="connsiteY212" fmla="*/ 137702 h 2533298"/>
                <a:gd name="connsiteX213" fmla="*/ 854063 w 2537170"/>
                <a:gd name="connsiteY213" fmla="*/ 257770 h 2533298"/>
                <a:gd name="connsiteX214" fmla="*/ 927540 w 2537170"/>
                <a:gd name="connsiteY214" fmla="*/ 225719 h 2533298"/>
                <a:gd name="connsiteX215" fmla="*/ 905705 w 2537170"/>
                <a:gd name="connsiteY215" fmla="*/ 91565 h 2533298"/>
                <a:gd name="connsiteX216" fmla="*/ 934087 w 2537170"/>
                <a:gd name="connsiteY216" fmla="*/ 41456 h 2533298"/>
                <a:gd name="connsiteX217" fmla="*/ 984194 w 2537170"/>
                <a:gd name="connsiteY217" fmla="*/ 69838 h 2533298"/>
                <a:gd name="connsiteX218" fmla="*/ 1035763 w 2537170"/>
                <a:gd name="connsiteY218" fmla="*/ 201294 h 2533298"/>
                <a:gd name="connsiteX219" fmla="*/ 1113481 w 2537170"/>
                <a:gd name="connsiteY219" fmla="*/ 183754 h 2533298"/>
                <a:gd name="connsiteX220" fmla="*/ 1115295 w 2537170"/>
                <a:gd name="connsiteY220" fmla="*/ 46107 h 2533298"/>
                <a:gd name="connsiteX221" fmla="*/ 1151946 w 2537170"/>
                <a:gd name="connsiteY221" fmla="*/ 1689 h 2533298"/>
                <a:gd name="connsiteX222" fmla="*/ 1196364 w 2537170"/>
                <a:gd name="connsiteY222" fmla="*/ 38339 h 2533298"/>
                <a:gd name="connsiteX223" fmla="*/ 1224375 w 2537170"/>
                <a:gd name="connsiteY223" fmla="*/ 177006 h 2533298"/>
                <a:gd name="connsiteX224" fmla="*/ 1300582 w 2537170"/>
                <a:gd name="connsiteY224" fmla="*/ 175370 h 2533298"/>
                <a:gd name="connsiteX225" fmla="*/ 1326769 w 2537170"/>
                <a:gd name="connsiteY225" fmla="*/ 37508 h 2533298"/>
                <a:gd name="connsiteX226" fmla="*/ 1370577 w 2537170"/>
                <a:gd name="connsiteY226" fmla="*/ 129 h 2533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2537170" h="2533298">
                  <a:moveTo>
                    <a:pt x="860885" y="1437939"/>
                  </a:moveTo>
                  <a:lnTo>
                    <a:pt x="402545" y="1560751"/>
                  </a:lnTo>
                  <a:cubicBezTo>
                    <a:pt x="521370" y="1919512"/>
                    <a:pt x="860412" y="2176428"/>
                    <a:pt x="1259461" y="2176428"/>
                  </a:cubicBezTo>
                  <a:cubicBezTo>
                    <a:pt x="1487421" y="2176428"/>
                    <a:pt x="1695797" y="2092587"/>
                    <a:pt x="1852888" y="1951120"/>
                  </a:cubicBezTo>
                  <a:lnTo>
                    <a:pt x="1513851" y="1612087"/>
                  </a:lnTo>
                  <a:cubicBezTo>
                    <a:pt x="1505121" y="1627182"/>
                    <a:pt x="1491598" y="1636027"/>
                    <a:pt x="1477444" y="1644201"/>
                  </a:cubicBezTo>
                  <a:cubicBezTo>
                    <a:pt x="1268926" y="1764588"/>
                    <a:pt x="1002297" y="1693146"/>
                    <a:pt x="881909" y="1484630"/>
                  </a:cubicBezTo>
                  <a:close/>
                  <a:moveTo>
                    <a:pt x="1259461" y="986252"/>
                  </a:moveTo>
                  <a:cubicBezTo>
                    <a:pt x="1104601" y="986252"/>
                    <a:pt x="979064" y="1111789"/>
                    <a:pt x="979064" y="1266649"/>
                  </a:cubicBezTo>
                  <a:cubicBezTo>
                    <a:pt x="979064" y="1421509"/>
                    <a:pt x="1104601" y="1547047"/>
                    <a:pt x="1259461" y="1547047"/>
                  </a:cubicBezTo>
                  <a:cubicBezTo>
                    <a:pt x="1414321" y="1547047"/>
                    <a:pt x="1539859" y="1421509"/>
                    <a:pt x="1539859" y="1266649"/>
                  </a:cubicBezTo>
                  <a:cubicBezTo>
                    <a:pt x="1539859" y="1111789"/>
                    <a:pt x="1414321" y="986252"/>
                    <a:pt x="1259461" y="986252"/>
                  </a:cubicBezTo>
                  <a:close/>
                  <a:moveTo>
                    <a:pt x="1548911" y="408290"/>
                  </a:moveTo>
                  <a:lnTo>
                    <a:pt x="1426040" y="866853"/>
                  </a:lnTo>
                  <a:cubicBezTo>
                    <a:pt x="1512471" y="899678"/>
                    <a:pt x="1587244" y="962457"/>
                    <a:pt x="1637017" y="1048669"/>
                  </a:cubicBezTo>
                  <a:cubicBezTo>
                    <a:pt x="1728232" y="1206659"/>
                    <a:pt x="1709320" y="1398010"/>
                    <a:pt x="1603283" y="1533201"/>
                  </a:cubicBezTo>
                  <a:lnTo>
                    <a:pt x="1937706" y="1867622"/>
                  </a:lnTo>
                  <a:cubicBezTo>
                    <a:pt x="2082783" y="1709435"/>
                    <a:pt x="2169239" y="1498137"/>
                    <a:pt x="2169239" y="1266649"/>
                  </a:cubicBezTo>
                  <a:cubicBezTo>
                    <a:pt x="2169239" y="865881"/>
                    <a:pt x="1910103" y="525635"/>
                    <a:pt x="1548911" y="408290"/>
                  </a:cubicBezTo>
                  <a:close/>
                  <a:moveTo>
                    <a:pt x="1259461" y="356871"/>
                  </a:moveTo>
                  <a:cubicBezTo>
                    <a:pt x="757005" y="356871"/>
                    <a:pt x="349683" y="764193"/>
                    <a:pt x="349683" y="1266649"/>
                  </a:cubicBezTo>
                  <a:lnTo>
                    <a:pt x="367847" y="1446833"/>
                  </a:lnTo>
                  <a:lnTo>
                    <a:pt x="827444" y="1323684"/>
                  </a:lnTo>
                  <a:cubicBezTo>
                    <a:pt x="804815" y="1154114"/>
                    <a:pt x="884110" y="979957"/>
                    <a:pt x="1041485" y="889097"/>
                  </a:cubicBezTo>
                  <a:cubicBezTo>
                    <a:pt x="1119677" y="843951"/>
                    <a:pt x="1206043" y="825783"/>
                    <a:pt x="1289805" y="831703"/>
                  </a:cubicBezTo>
                  <a:lnTo>
                    <a:pt x="1311143" y="835808"/>
                  </a:lnTo>
                  <a:lnTo>
                    <a:pt x="1434739" y="374541"/>
                  </a:lnTo>
                  <a:cubicBezTo>
                    <a:pt x="1378126" y="362680"/>
                    <a:pt x="1319472" y="356871"/>
                    <a:pt x="1259461" y="356871"/>
                  </a:cubicBezTo>
                  <a:close/>
                  <a:moveTo>
                    <a:pt x="1268585" y="293382"/>
                  </a:moveTo>
                  <a:cubicBezTo>
                    <a:pt x="1806107" y="293382"/>
                    <a:pt x="2241854" y="729129"/>
                    <a:pt x="2241854" y="1266650"/>
                  </a:cubicBezTo>
                  <a:cubicBezTo>
                    <a:pt x="2241854" y="1804171"/>
                    <a:pt x="1806107" y="2239918"/>
                    <a:pt x="1268585" y="2239918"/>
                  </a:cubicBezTo>
                  <a:cubicBezTo>
                    <a:pt x="731063" y="2239918"/>
                    <a:pt x="295316" y="1804171"/>
                    <a:pt x="295316" y="1266650"/>
                  </a:cubicBezTo>
                  <a:cubicBezTo>
                    <a:pt x="295316" y="729129"/>
                    <a:pt x="731063" y="293382"/>
                    <a:pt x="1268585" y="293382"/>
                  </a:cubicBezTo>
                  <a:close/>
                  <a:moveTo>
                    <a:pt x="1268585" y="230994"/>
                  </a:moveTo>
                  <a:cubicBezTo>
                    <a:pt x="696607" y="230994"/>
                    <a:pt x="232928" y="694673"/>
                    <a:pt x="232928" y="1266650"/>
                  </a:cubicBezTo>
                  <a:cubicBezTo>
                    <a:pt x="232928" y="1838627"/>
                    <a:pt x="696607" y="2302306"/>
                    <a:pt x="1268585" y="2302306"/>
                  </a:cubicBezTo>
                  <a:cubicBezTo>
                    <a:pt x="1840563" y="2302306"/>
                    <a:pt x="2304242" y="1838627"/>
                    <a:pt x="2304242" y="1266650"/>
                  </a:cubicBezTo>
                  <a:cubicBezTo>
                    <a:pt x="2304242" y="694673"/>
                    <a:pt x="1840563" y="230994"/>
                    <a:pt x="1268585" y="230994"/>
                  </a:cubicBezTo>
                  <a:close/>
                  <a:moveTo>
                    <a:pt x="1370577" y="129"/>
                  </a:moveTo>
                  <a:cubicBezTo>
                    <a:pt x="1392996" y="1904"/>
                    <a:pt x="1409731" y="21519"/>
                    <a:pt x="1407956" y="43937"/>
                  </a:cubicBezTo>
                  <a:lnTo>
                    <a:pt x="1411431" y="184077"/>
                  </a:lnTo>
                  <a:lnTo>
                    <a:pt x="1482158" y="196909"/>
                  </a:lnTo>
                  <a:lnTo>
                    <a:pt x="1531455" y="64872"/>
                  </a:lnTo>
                  <a:cubicBezTo>
                    <a:pt x="1537097" y="43101"/>
                    <a:pt x="1559318" y="30025"/>
                    <a:pt x="1581088" y="35666"/>
                  </a:cubicBezTo>
                  <a:cubicBezTo>
                    <a:pt x="1602857" y="41308"/>
                    <a:pt x="1615935" y="63529"/>
                    <a:pt x="1610292" y="85299"/>
                  </a:cubicBezTo>
                  <a:lnTo>
                    <a:pt x="1590652" y="219957"/>
                  </a:lnTo>
                  <a:lnTo>
                    <a:pt x="1665197" y="249732"/>
                  </a:lnTo>
                  <a:lnTo>
                    <a:pt x="1736025" y="129366"/>
                  </a:lnTo>
                  <a:cubicBezTo>
                    <a:pt x="1745361" y="108907"/>
                    <a:pt x="1769515" y="99887"/>
                    <a:pt x="1789976" y="109225"/>
                  </a:cubicBezTo>
                  <a:cubicBezTo>
                    <a:pt x="1810435" y="118561"/>
                    <a:pt x="1819454" y="142715"/>
                    <a:pt x="1810118" y="163174"/>
                  </a:cubicBezTo>
                  <a:lnTo>
                    <a:pt x="1767925" y="290765"/>
                  </a:lnTo>
                  <a:cubicBezTo>
                    <a:pt x="1792392" y="302408"/>
                    <a:pt x="1815978" y="315581"/>
                    <a:pt x="1836575" y="333544"/>
                  </a:cubicBezTo>
                  <a:lnTo>
                    <a:pt x="1926288" y="228405"/>
                  </a:lnTo>
                  <a:cubicBezTo>
                    <a:pt x="1932663" y="219141"/>
                    <a:pt x="1942188" y="213338"/>
                    <a:pt x="1952435" y="211444"/>
                  </a:cubicBezTo>
                  <a:cubicBezTo>
                    <a:pt x="1962685" y="209549"/>
                    <a:pt x="1973654" y="211565"/>
                    <a:pt x="1982916" y="217939"/>
                  </a:cubicBezTo>
                  <a:cubicBezTo>
                    <a:pt x="2001444" y="230683"/>
                    <a:pt x="2006133" y="256037"/>
                    <a:pt x="1993385" y="274565"/>
                  </a:cubicBezTo>
                  <a:lnTo>
                    <a:pt x="1929215" y="393751"/>
                  </a:lnTo>
                  <a:cubicBezTo>
                    <a:pt x="1952245" y="408203"/>
                    <a:pt x="1973206" y="425315"/>
                    <a:pt x="1990985" y="446006"/>
                  </a:cubicBezTo>
                  <a:lnTo>
                    <a:pt x="2096463" y="358978"/>
                  </a:lnTo>
                  <a:cubicBezTo>
                    <a:pt x="2104349" y="350963"/>
                    <a:pt x="2114737" y="346900"/>
                    <a:pt x="2125159" y="346814"/>
                  </a:cubicBezTo>
                  <a:cubicBezTo>
                    <a:pt x="2135580" y="346729"/>
                    <a:pt x="2146034" y="350618"/>
                    <a:pt x="2154049" y="358503"/>
                  </a:cubicBezTo>
                  <a:cubicBezTo>
                    <a:pt x="2170083" y="374272"/>
                    <a:pt x="2170295" y="400055"/>
                    <a:pt x="2154524" y="416088"/>
                  </a:cubicBezTo>
                  <a:lnTo>
                    <a:pt x="2070300" y="522740"/>
                  </a:lnTo>
                  <a:cubicBezTo>
                    <a:pt x="2091314" y="540242"/>
                    <a:pt x="2109043" y="560786"/>
                    <a:pt x="2123835" y="583690"/>
                  </a:cubicBezTo>
                  <a:lnTo>
                    <a:pt x="2241379" y="517116"/>
                  </a:lnTo>
                  <a:cubicBezTo>
                    <a:pt x="2250536" y="510592"/>
                    <a:pt x="2261472" y="508395"/>
                    <a:pt x="2271750" y="510120"/>
                  </a:cubicBezTo>
                  <a:cubicBezTo>
                    <a:pt x="2282027" y="511846"/>
                    <a:pt x="2291648" y="517491"/>
                    <a:pt x="2298174" y="526648"/>
                  </a:cubicBezTo>
                  <a:cubicBezTo>
                    <a:pt x="2311222" y="544964"/>
                    <a:pt x="2306955" y="570392"/>
                    <a:pt x="2288641" y="583442"/>
                  </a:cubicBezTo>
                  <a:lnTo>
                    <a:pt x="2187044" y="673967"/>
                  </a:lnTo>
                  <a:cubicBezTo>
                    <a:pt x="2205451" y="694460"/>
                    <a:pt x="2219407" y="717867"/>
                    <a:pt x="2231207" y="742498"/>
                  </a:cubicBezTo>
                  <a:lnTo>
                    <a:pt x="2356634" y="698018"/>
                  </a:lnTo>
                  <a:cubicBezTo>
                    <a:pt x="2366784" y="693183"/>
                    <a:pt x="2377935" y="692919"/>
                    <a:pt x="2387756" y="696403"/>
                  </a:cubicBezTo>
                  <a:cubicBezTo>
                    <a:pt x="2397579" y="699887"/>
                    <a:pt x="2406072" y="707117"/>
                    <a:pt x="2410907" y="717268"/>
                  </a:cubicBezTo>
                  <a:cubicBezTo>
                    <a:pt x="2420581" y="737570"/>
                    <a:pt x="2411962" y="761871"/>
                    <a:pt x="2391659" y="771542"/>
                  </a:cubicBezTo>
                  <a:lnTo>
                    <a:pt x="2275899" y="843042"/>
                  </a:lnTo>
                  <a:lnTo>
                    <a:pt x="2309184" y="917923"/>
                  </a:lnTo>
                  <a:lnTo>
                    <a:pt x="2438723" y="896186"/>
                  </a:lnTo>
                  <a:cubicBezTo>
                    <a:pt x="2460396" y="890186"/>
                    <a:pt x="2482831" y="902892"/>
                    <a:pt x="2488830" y="924566"/>
                  </a:cubicBezTo>
                  <a:cubicBezTo>
                    <a:pt x="2494830" y="946240"/>
                    <a:pt x="2482123" y="968673"/>
                    <a:pt x="2460450" y="974674"/>
                  </a:cubicBezTo>
                  <a:lnTo>
                    <a:pt x="2334042" y="1024982"/>
                  </a:lnTo>
                  <a:lnTo>
                    <a:pt x="2351989" y="1104495"/>
                  </a:lnTo>
                  <a:lnTo>
                    <a:pt x="2485152" y="1105597"/>
                  </a:lnTo>
                  <a:cubicBezTo>
                    <a:pt x="2507540" y="1103452"/>
                    <a:pt x="2527428" y="1119860"/>
                    <a:pt x="2529571" y="1142247"/>
                  </a:cubicBezTo>
                  <a:cubicBezTo>
                    <a:pt x="2531716" y="1164634"/>
                    <a:pt x="2515307" y="1184521"/>
                    <a:pt x="2492921" y="1186666"/>
                  </a:cubicBezTo>
                  <a:lnTo>
                    <a:pt x="2359802" y="1214237"/>
                  </a:lnTo>
                  <a:lnTo>
                    <a:pt x="2361526" y="1294592"/>
                  </a:lnTo>
                  <a:lnTo>
                    <a:pt x="2499662" y="1320295"/>
                  </a:lnTo>
                  <a:cubicBezTo>
                    <a:pt x="2522079" y="1322068"/>
                    <a:pt x="2538817" y="1341683"/>
                    <a:pt x="2537041" y="1364103"/>
                  </a:cubicBezTo>
                  <a:cubicBezTo>
                    <a:pt x="2535266" y="1386521"/>
                    <a:pt x="2515652" y="1403257"/>
                    <a:pt x="2493234" y="1401481"/>
                  </a:cubicBezTo>
                  <a:lnTo>
                    <a:pt x="2353247" y="1405705"/>
                  </a:lnTo>
                  <a:lnTo>
                    <a:pt x="2339167" y="1483310"/>
                  </a:lnTo>
                  <a:lnTo>
                    <a:pt x="2471668" y="1532957"/>
                  </a:lnTo>
                  <a:cubicBezTo>
                    <a:pt x="2493437" y="1538599"/>
                    <a:pt x="2506512" y="1560818"/>
                    <a:pt x="2500873" y="1582589"/>
                  </a:cubicBezTo>
                  <a:cubicBezTo>
                    <a:pt x="2495231" y="1604358"/>
                    <a:pt x="2473010" y="1617436"/>
                    <a:pt x="2451240" y="1611794"/>
                  </a:cubicBezTo>
                  <a:lnTo>
                    <a:pt x="2314998" y="1591988"/>
                  </a:lnTo>
                  <a:lnTo>
                    <a:pt x="2285532" y="1665756"/>
                  </a:lnTo>
                  <a:lnTo>
                    <a:pt x="2407173" y="1737526"/>
                  </a:lnTo>
                  <a:cubicBezTo>
                    <a:pt x="2427634" y="1746863"/>
                    <a:pt x="2436650" y="1771017"/>
                    <a:pt x="2427315" y="1791476"/>
                  </a:cubicBezTo>
                  <a:cubicBezTo>
                    <a:pt x="2417979" y="1811937"/>
                    <a:pt x="2393824" y="1820955"/>
                    <a:pt x="2373363" y="1811618"/>
                  </a:cubicBezTo>
                  <a:lnTo>
                    <a:pt x="2244296" y="1769003"/>
                  </a:lnTo>
                  <a:cubicBezTo>
                    <a:pt x="2232268" y="1792894"/>
                    <a:pt x="2219160" y="1816135"/>
                    <a:pt x="2201195" y="1836322"/>
                  </a:cubicBezTo>
                  <a:lnTo>
                    <a:pt x="2308136" y="1927790"/>
                  </a:lnTo>
                  <a:cubicBezTo>
                    <a:pt x="2326662" y="1940536"/>
                    <a:pt x="2331348" y="1965890"/>
                    <a:pt x="2318603" y="1984416"/>
                  </a:cubicBezTo>
                  <a:cubicBezTo>
                    <a:pt x="2305855" y="2002946"/>
                    <a:pt x="2280501" y="2007632"/>
                    <a:pt x="2261973" y="1994887"/>
                  </a:cubicBezTo>
                  <a:lnTo>
                    <a:pt x="2140578" y="1929597"/>
                  </a:lnTo>
                  <a:cubicBezTo>
                    <a:pt x="2126017" y="1951990"/>
                    <a:pt x="2109111" y="1972541"/>
                    <a:pt x="2088541" y="1989816"/>
                  </a:cubicBezTo>
                  <a:lnTo>
                    <a:pt x="2177561" y="2097965"/>
                  </a:lnTo>
                  <a:cubicBezTo>
                    <a:pt x="2193593" y="2113734"/>
                    <a:pt x="2193807" y="2139515"/>
                    <a:pt x="2178037" y="2155550"/>
                  </a:cubicBezTo>
                  <a:cubicBezTo>
                    <a:pt x="2162268" y="2171583"/>
                    <a:pt x="2136484" y="2171795"/>
                    <a:pt x="2120451" y="2156025"/>
                  </a:cubicBezTo>
                  <a:lnTo>
                    <a:pt x="2011161" y="2069798"/>
                  </a:lnTo>
                  <a:cubicBezTo>
                    <a:pt x="1993817" y="2090196"/>
                    <a:pt x="1973630" y="2107500"/>
                    <a:pt x="1951011" y="2121759"/>
                  </a:cubicBezTo>
                  <a:lnTo>
                    <a:pt x="2019421" y="2242879"/>
                  </a:lnTo>
                  <a:cubicBezTo>
                    <a:pt x="2032474" y="2261194"/>
                    <a:pt x="2028205" y="2286621"/>
                    <a:pt x="2009891" y="2299674"/>
                  </a:cubicBezTo>
                  <a:cubicBezTo>
                    <a:pt x="1991578" y="2312724"/>
                    <a:pt x="1966149" y="2308455"/>
                    <a:pt x="1953098" y="2290141"/>
                  </a:cubicBezTo>
                  <a:lnTo>
                    <a:pt x="1859851" y="2185586"/>
                  </a:lnTo>
                  <a:cubicBezTo>
                    <a:pt x="1839743" y="2203460"/>
                    <a:pt x="1816841" y="2217033"/>
                    <a:pt x="1792668" y="2228350"/>
                  </a:cubicBezTo>
                  <a:lnTo>
                    <a:pt x="1838521" y="2358132"/>
                  </a:lnTo>
                  <a:cubicBezTo>
                    <a:pt x="1848194" y="2378436"/>
                    <a:pt x="1839576" y="2402734"/>
                    <a:pt x="1819273" y="2412408"/>
                  </a:cubicBezTo>
                  <a:cubicBezTo>
                    <a:pt x="1798969" y="2422080"/>
                    <a:pt x="1774669" y="2413464"/>
                    <a:pt x="1764999" y="2393158"/>
                  </a:cubicBezTo>
                  <a:lnTo>
                    <a:pt x="1691031" y="2273527"/>
                  </a:lnTo>
                  <a:lnTo>
                    <a:pt x="1617991" y="2305992"/>
                  </a:lnTo>
                  <a:lnTo>
                    <a:pt x="1640356" y="2440221"/>
                  </a:lnTo>
                  <a:cubicBezTo>
                    <a:pt x="1646353" y="2461896"/>
                    <a:pt x="1633647" y="2484329"/>
                    <a:pt x="1611974" y="2490330"/>
                  </a:cubicBezTo>
                  <a:cubicBezTo>
                    <a:pt x="1590301" y="2496331"/>
                    <a:pt x="1567865" y="2483623"/>
                    <a:pt x="1561865" y="2461948"/>
                  </a:cubicBezTo>
                  <a:lnTo>
                    <a:pt x="1509649" y="2330916"/>
                  </a:lnTo>
                  <a:lnTo>
                    <a:pt x="1432251" y="2348385"/>
                  </a:lnTo>
                  <a:lnTo>
                    <a:pt x="1430944" y="2486652"/>
                  </a:lnTo>
                  <a:cubicBezTo>
                    <a:pt x="1433089" y="2509038"/>
                    <a:pt x="1416678" y="2528925"/>
                    <a:pt x="1394292" y="2531070"/>
                  </a:cubicBezTo>
                  <a:cubicBezTo>
                    <a:pt x="1371905" y="2533216"/>
                    <a:pt x="1352021" y="2516806"/>
                    <a:pt x="1349875" y="2494418"/>
                  </a:cubicBezTo>
                  <a:lnTo>
                    <a:pt x="1321178" y="2356183"/>
                  </a:lnTo>
                  <a:lnTo>
                    <a:pt x="1239478" y="2357937"/>
                  </a:lnTo>
                  <a:lnTo>
                    <a:pt x="1213826" y="2495788"/>
                  </a:lnTo>
                  <a:cubicBezTo>
                    <a:pt x="1212053" y="2518209"/>
                    <a:pt x="1192437" y="2534945"/>
                    <a:pt x="1170018" y="2533169"/>
                  </a:cubicBezTo>
                  <a:cubicBezTo>
                    <a:pt x="1147601" y="2531392"/>
                    <a:pt x="1130864" y="2511779"/>
                    <a:pt x="1132638" y="2489360"/>
                  </a:cubicBezTo>
                  <a:lnTo>
                    <a:pt x="1128406" y="2349083"/>
                  </a:lnTo>
                  <a:lnTo>
                    <a:pt x="1043631" y="2333701"/>
                  </a:lnTo>
                  <a:lnTo>
                    <a:pt x="993350" y="2466192"/>
                  </a:lnTo>
                  <a:cubicBezTo>
                    <a:pt x="987710" y="2487962"/>
                    <a:pt x="965489" y="2501037"/>
                    <a:pt x="943719" y="2495395"/>
                  </a:cubicBezTo>
                  <a:cubicBezTo>
                    <a:pt x="921949" y="2489755"/>
                    <a:pt x="908874" y="2467533"/>
                    <a:pt x="914514" y="2445762"/>
                  </a:cubicBezTo>
                  <a:lnTo>
                    <a:pt x="935216" y="2307457"/>
                  </a:lnTo>
                  <a:lnTo>
                    <a:pt x="862093" y="2278252"/>
                  </a:lnTo>
                  <a:lnTo>
                    <a:pt x="789112" y="2400765"/>
                  </a:lnTo>
                  <a:cubicBezTo>
                    <a:pt x="779777" y="2421223"/>
                    <a:pt x="755621" y="2430242"/>
                    <a:pt x="735160" y="2420908"/>
                  </a:cubicBezTo>
                  <a:cubicBezTo>
                    <a:pt x="714701" y="2411570"/>
                    <a:pt x="705683" y="2387416"/>
                    <a:pt x="715020" y="2366955"/>
                  </a:cubicBezTo>
                  <a:lnTo>
                    <a:pt x="759036" y="2235507"/>
                  </a:lnTo>
                  <a:lnTo>
                    <a:pt x="692833" y="2192481"/>
                  </a:lnTo>
                  <a:lnTo>
                    <a:pt x="599337" y="2300865"/>
                  </a:lnTo>
                  <a:cubicBezTo>
                    <a:pt x="586589" y="2319393"/>
                    <a:pt x="561236" y="2324078"/>
                    <a:pt x="542706" y="2311333"/>
                  </a:cubicBezTo>
                  <a:cubicBezTo>
                    <a:pt x="524180" y="2298587"/>
                    <a:pt x="519494" y="2273233"/>
                    <a:pt x="532239" y="2254706"/>
                  </a:cubicBezTo>
                  <a:lnTo>
                    <a:pt x="599127" y="2131584"/>
                  </a:lnTo>
                  <a:cubicBezTo>
                    <a:pt x="577634" y="2116429"/>
                    <a:pt x="557504" y="2099583"/>
                    <a:pt x="540894" y="2078858"/>
                  </a:cubicBezTo>
                  <a:lnTo>
                    <a:pt x="429791" y="2169528"/>
                  </a:lnTo>
                  <a:cubicBezTo>
                    <a:pt x="414019" y="2185562"/>
                    <a:pt x="388237" y="2185777"/>
                    <a:pt x="372204" y="2170006"/>
                  </a:cubicBezTo>
                  <a:cubicBezTo>
                    <a:pt x="356172" y="2154236"/>
                    <a:pt x="355958" y="2128453"/>
                    <a:pt x="371731" y="2112420"/>
                  </a:cubicBezTo>
                  <a:lnTo>
                    <a:pt x="460407" y="2000990"/>
                  </a:lnTo>
                  <a:cubicBezTo>
                    <a:pt x="440903" y="1983438"/>
                    <a:pt x="424063" y="1963476"/>
                    <a:pt x="410621" y="1940841"/>
                  </a:cubicBezTo>
                  <a:lnTo>
                    <a:pt x="285628" y="2010748"/>
                  </a:lnTo>
                  <a:cubicBezTo>
                    <a:pt x="267312" y="2023800"/>
                    <a:pt x="241885" y="2019532"/>
                    <a:pt x="228834" y="2001218"/>
                  </a:cubicBezTo>
                  <a:cubicBezTo>
                    <a:pt x="215783" y="1982903"/>
                    <a:pt x="220051" y="1957475"/>
                    <a:pt x="238365" y="1944425"/>
                  </a:cubicBezTo>
                  <a:lnTo>
                    <a:pt x="346301" y="1848975"/>
                  </a:lnTo>
                  <a:cubicBezTo>
                    <a:pt x="329215" y="1828996"/>
                    <a:pt x="316096" y="1806485"/>
                    <a:pt x="305688" y="1782475"/>
                  </a:cubicBezTo>
                  <a:lnTo>
                    <a:pt x="171227" y="1829346"/>
                  </a:lnTo>
                  <a:cubicBezTo>
                    <a:pt x="150924" y="1839018"/>
                    <a:pt x="126622" y="1830401"/>
                    <a:pt x="116952" y="1810097"/>
                  </a:cubicBezTo>
                  <a:cubicBezTo>
                    <a:pt x="107280" y="1789795"/>
                    <a:pt x="115896" y="1765494"/>
                    <a:pt x="136199" y="1755822"/>
                  </a:cubicBezTo>
                  <a:lnTo>
                    <a:pt x="260107" y="1679931"/>
                  </a:lnTo>
                  <a:cubicBezTo>
                    <a:pt x="245918" y="1657664"/>
                    <a:pt x="236895" y="1633211"/>
                    <a:pt x="229112" y="1608268"/>
                  </a:cubicBezTo>
                  <a:lnTo>
                    <a:pt x="90064" y="1630833"/>
                  </a:lnTo>
                  <a:cubicBezTo>
                    <a:pt x="68392" y="1636834"/>
                    <a:pt x="45954" y="1624126"/>
                    <a:pt x="39956" y="1602452"/>
                  </a:cubicBezTo>
                  <a:cubicBezTo>
                    <a:pt x="33956" y="1580778"/>
                    <a:pt x="46663" y="1558345"/>
                    <a:pt x="68338" y="1552346"/>
                  </a:cubicBezTo>
                  <a:lnTo>
                    <a:pt x="204402" y="1498783"/>
                  </a:lnTo>
                  <a:lnTo>
                    <a:pt x="187341" y="1423192"/>
                  </a:lnTo>
                  <a:lnTo>
                    <a:pt x="44604" y="1421244"/>
                  </a:lnTo>
                  <a:cubicBezTo>
                    <a:pt x="22218" y="1423388"/>
                    <a:pt x="2333" y="1406978"/>
                    <a:pt x="188" y="1384592"/>
                  </a:cubicBezTo>
                  <a:cubicBezTo>
                    <a:pt x="-1958" y="1362205"/>
                    <a:pt x="14452" y="1342318"/>
                    <a:pt x="36838" y="1340173"/>
                  </a:cubicBezTo>
                  <a:lnTo>
                    <a:pt x="180620" y="1310955"/>
                  </a:lnTo>
                  <a:lnTo>
                    <a:pt x="178957" y="1233486"/>
                  </a:lnTo>
                  <a:lnTo>
                    <a:pt x="41381" y="1207351"/>
                  </a:lnTo>
                  <a:cubicBezTo>
                    <a:pt x="18961" y="1205576"/>
                    <a:pt x="2225" y="1185963"/>
                    <a:pt x="4001" y="1163544"/>
                  </a:cubicBezTo>
                  <a:cubicBezTo>
                    <a:pt x="5776" y="1141124"/>
                    <a:pt x="25391" y="1124389"/>
                    <a:pt x="47810" y="1126165"/>
                  </a:cubicBezTo>
                  <a:lnTo>
                    <a:pt x="188239" y="1122685"/>
                  </a:lnTo>
                  <a:lnTo>
                    <a:pt x="202356" y="1044881"/>
                  </a:lnTo>
                  <a:lnTo>
                    <a:pt x="70345" y="994853"/>
                  </a:lnTo>
                  <a:cubicBezTo>
                    <a:pt x="48576" y="989212"/>
                    <a:pt x="35499" y="966990"/>
                    <a:pt x="41141" y="945221"/>
                  </a:cubicBezTo>
                  <a:cubicBezTo>
                    <a:pt x="46781" y="923449"/>
                    <a:pt x="69003" y="910375"/>
                    <a:pt x="90773" y="916016"/>
                  </a:cubicBezTo>
                  <a:lnTo>
                    <a:pt x="227464" y="936641"/>
                  </a:lnTo>
                  <a:lnTo>
                    <a:pt x="256980" y="862739"/>
                  </a:lnTo>
                  <a:lnTo>
                    <a:pt x="135771" y="790612"/>
                  </a:lnTo>
                  <a:cubicBezTo>
                    <a:pt x="115313" y="781277"/>
                    <a:pt x="106294" y="757123"/>
                    <a:pt x="115630" y="736662"/>
                  </a:cubicBezTo>
                  <a:cubicBezTo>
                    <a:pt x="124966" y="716203"/>
                    <a:pt x="149120" y="707186"/>
                    <a:pt x="169581" y="716520"/>
                  </a:cubicBezTo>
                  <a:lnTo>
                    <a:pt x="298530" y="759866"/>
                  </a:lnTo>
                  <a:lnTo>
                    <a:pt x="342208" y="692654"/>
                  </a:lnTo>
                  <a:lnTo>
                    <a:pt x="235672" y="600840"/>
                  </a:lnTo>
                  <a:cubicBezTo>
                    <a:pt x="217143" y="588091"/>
                    <a:pt x="212458" y="562737"/>
                    <a:pt x="225204" y="544209"/>
                  </a:cubicBezTo>
                  <a:cubicBezTo>
                    <a:pt x="231577" y="534947"/>
                    <a:pt x="241102" y="529142"/>
                    <a:pt x="251352" y="527249"/>
                  </a:cubicBezTo>
                  <a:cubicBezTo>
                    <a:pt x="261599" y="525354"/>
                    <a:pt x="272568" y="527369"/>
                    <a:pt x="281833" y="533742"/>
                  </a:cubicBezTo>
                  <a:lnTo>
                    <a:pt x="402695" y="599584"/>
                  </a:lnTo>
                  <a:cubicBezTo>
                    <a:pt x="417708" y="577423"/>
                    <a:pt x="434761" y="556883"/>
                    <a:pt x="455631" y="539785"/>
                  </a:cubicBezTo>
                  <a:lnTo>
                    <a:pt x="367008" y="431293"/>
                  </a:lnTo>
                  <a:cubicBezTo>
                    <a:pt x="350973" y="415523"/>
                    <a:pt x="350762" y="389740"/>
                    <a:pt x="366532" y="373706"/>
                  </a:cubicBezTo>
                  <a:cubicBezTo>
                    <a:pt x="374417" y="365691"/>
                    <a:pt x="384806" y="361628"/>
                    <a:pt x="395227" y="361544"/>
                  </a:cubicBezTo>
                  <a:cubicBezTo>
                    <a:pt x="405648" y="361458"/>
                    <a:pt x="416102" y="365347"/>
                    <a:pt x="424118" y="373232"/>
                  </a:cubicBezTo>
                  <a:lnTo>
                    <a:pt x="532850" y="459969"/>
                  </a:lnTo>
                  <a:cubicBezTo>
                    <a:pt x="550537" y="439813"/>
                    <a:pt x="570861" y="422553"/>
                    <a:pt x="593794" y="408590"/>
                  </a:cubicBezTo>
                  <a:lnTo>
                    <a:pt x="525789" y="287129"/>
                  </a:lnTo>
                  <a:cubicBezTo>
                    <a:pt x="512738" y="268814"/>
                    <a:pt x="517006" y="243385"/>
                    <a:pt x="535320" y="230335"/>
                  </a:cubicBezTo>
                  <a:cubicBezTo>
                    <a:pt x="544478" y="223811"/>
                    <a:pt x="555414" y="221614"/>
                    <a:pt x="565691" y="223340"/>
                  </a:cubicBezTo>
                  <a:cubicBezTo>
                    <a:pt x="575969" y="225064"/>
                    <a:pt x="585588" y="230711"/>
                    <a:pt x="592113" y="239867"/>
                  </a:cubicBezTo>
                  <a:lnTo>
                    <a:pt x="684772" y="344893"/>
                  </a:lnTo>
                  <a:cubicBezTo>
                    <a:pt x="705124" y="327248"/>
                    <a:pt x="728145" y="313746"/>
                    <a:pt x="752622" y="302863"/>
                  </a:cubicBezTo>
                  <a:lnTo>
                    <a:pt x="707191" y="172728"/>
                  </a:lnTo>
                  <a:cubicBezTo>
                    <a:pt x="697520" y="152425"/>
                    <a:pt x="706137" y="128125"/>
                    <a:pt x="726440" y="118453"/>
                  </a:cubicBezTo>
                  <a:cubicBezTo>
                    <a:pt x="736591" y="113616"/>
                    <a:pt x="747742" y="113354"/>
                    <a:pt x="757566" y="116838"/>
                  </a:cubicBezTo>
                  <a:cubicBezTo>
                    <a:pt x="767387" y="120320"/>
                    <a:pt x="775880" y="127550"/>
                    <a:pt x="780715" y="137702"/>
                  </a:cubicBezTo>
                  <a:lnTo>
                    <a:pt x="854063" y="257770"/>
                  </a:lnTo>
                  <a:cubicBezTo>
                    <a:pt x="876893" y="243169"/>
                    <a:pt x="901978" y="233855"/>
                    <a:pt x="927540" y="225719"/>
                  </a:cubicBezTo>
                  <a:lnTo>
                    <a:pt x="905705" y="91565"/>
                  </a:lnTo>
                  <a:cubicBezTo>
                    <a:pt x="899704" y="69892"/>
                    <a:pt x="912412" y="47456"/>
                    <a:pt x="934087" y="41456"/>
                  </a:cubicBezTo>
                  <a:cubicBezTo>
                    <a:pt x="955760" y="35456"/>
                    <a:pt x="978195" y="48165"/>
                    <a:pt x="984194" y="69838"/>
                  </a:cubicBezTo>
                  <a:lnTo>
                    <a:pt x="1035763" y="201294"/>
                  </a:lnTo>
                  <a:lnTo>
                    <a:pt x="1113481" y="183754"/>
                  </a:lnTo>
                  <a:lnTo>
                    <a:pt x="1115295" y="46107"/>
                  </a:lnTo>
                  <a:cubicBezTo>
                    <a:pt x="1113150" y="23722"/>
                    <a:pt x="1129560" y="3834"/>
                    <a:pt x="1151946" y="1689"/>
                  </a:cubicBezTo>
                  <a:cubicBezTo>
                    <a:pt x="1174334" y="-457"/>
                    <a:pt x="1194221" y="15952"/>
                    <a:pt x="1196364" y="38339"/>
                  </a:cubicBezTo>
                  <a:lnTo>
                    <a:pt x="1224375" y="177006"/>
                  </a:lnTo>
                  <a:lnTo>
                    <a:pt x="1300582" y="175370"/>
                  </a:lnTo>
                  <a:lnTo>
                    <a:pt x="1326769" y="37508"/>
                  </a:lnTo>
                  <a:cubicBezTo>
                    <a:pt x="1328544" y="15091"/>
                    <a:pt x="1348159" y="-1647"/>
                    <a:pt x="1370577" y="129"/>
                  </a:cubicBezTo>
                  <a:close/>
                </a:path>
              </a:pathLst>
            </a:custGeom>
            <a:solidFill>
              <a:schemeClr val="bg2">
                <a:lumMod val="20000"/>
                <a:lumOff val="80000"/>
              </a:schemeClr>
            </a:solidFill>
          </p:spPr>
          <p:txBody>
            <a:bodyPr wrap="square" lIns="72000" tIns="36000" rIns="72000" bIns="36000" rtlCol="0" anchor="ctr">
              <a:noAutofit/>
            </a:bodyPr>
            <a:lstStyle/>
            <a:p>
              <a:pPr marL="0" marR="0" lvl="0" indent="0" defTabSz="307644" eaLnBrk="1" fontAlgn="auto" latinLnBrk="0" hangingPunct="0">
                <a:lnSpc>
                  <a:spcPct val="90000"/>
                </a:lnSpc>
                <a:spcBef>
                  <a:spcPts val="0"/>
                </a:spcBef>
                <a:spcAft>
                  <a:spcPts val="596"/>
                </a:spcAft>
                <a:buClr>
                  <a:srgbClr val="E6513E"/>
                </a:buClr>
                <a:buSzTx/>
                <a:buFontTx/>
                <a:buNone/>
                <a:tabLst/>
                <a:defRPr/>
              </a:pPr>
              <a:endParaRPr kumimoji="0" lang="en-US" sz="1000" b="0" i="0" u="none" strike="noStrike" kern="0" cap="none" spc="0" normalizeH="0" baseline="0" noProof="0">
                <a:ln>
                  <a:noFill/>
                </a:ln>
                <a:solidFill>
                  <a:srgbClr val="A2A6A3"/>
                </a:solidFill>
                <a:effectLst/>
                <a:uLnTx/>
                <a:uFillTx/>
                <a:latin typeface="Arial"/>
                <a:ea typeface="Nokia Pure Text" panose="020B0504040602060303" pitchFamily="34" charset="0"/>
                <a:cs typeface="Nokia Pure Text" panose="020B0504040602060303" pitchFamily="34" charset="0"/>
              </a:endParaRPr>
            </a:p>
          </p:txBody>
        </p:sp>
        <p:sp>
          <p:nvSpPr>
            <p:cNvPr id="171" name="Oval 170">
              <a:extLst>
                <a:ext uri="{FF2B5EF4-FFF2-40B4-BE49-F238E27FC236}">
                  <a16:creationId xmlns:a16="http://schemas.microsoft.com/office/drawing/2014/main" id="{2721319C-D936-425E-8A6D-7204851439A6}"/>
                </a:ext>
              </a:extLst>
            </p:cNvPr>
            <p:cNvSpPr/>
            <p:nvPr/>
          </p:nvSpPr>
          <p:spPr>
            <a:xfrm>
              <a:off x="-2938626" y="1467702"/>
              <a:ext cx="1867676" cy="1867676"/>
            </a:xfrm>
            <a:prstGeom prst="ellipse">
              <a:avLst/>
            </a:prstGeom>
            <a:solidFill>
              <a:srgbClr val="FFFFFF">
                <a:alpha val="95000"/>
              </a:srgbClr>
            </a:solidFill>
          </p:spPr>
          <p:txBody>
            <a:bodyPr wrap="square" lIns="72000" tIns="36000" rIns="72000" bIns="36000" rtlCol="0" anchor="ctr">
              <a:noAutofit/>
            </a:bodyPr>
            <a:lstStyle/>
            <a:p>
              <a:pPr marL="0" marR="0" lvl="0" indent="0" defTabSz="307644" eaLnBrk="1" fontAlgn="auto" latinLnBrk="0" hangingPunct="0">
                <a:lnSpc>
                  <a:spcPct val="90000"/>
                </a:lnSpc>
                <a:spcBef>
                  <a:spcPts val="0"/>
                </a:spcBef>
                <a:spcAft>
                  <a:spcPts val="596"/>
                </a:spcAft>
                <a:buClr>
                  <a:srgbClr val="E6513E"/>
                </a:buClr>
                <a:buSzTx/>
                <a:buFontTx/>
                <a:buNone/>
                <a:tabLst/>
                <a:defRPr/>
              </a:pPr>
              <a:endParaRPr kumimoji="0" lang="de-DE" sz="1000" b="0" i="0" u="none" strike="noStrike" kern="0" cap="none" spc="0" normalizeH="0" baseline="0" noProof="0">
                <a:ln>
                  <a:noFill/>
                </a:ln>
                <a:solidFill>
                  <a:srgbClr val="A2A6A3"/>
                </a:solidFill>
                <a:effectLst/>
                <a:uLnTx/>
                <a:uFillTx/>
                <a:latin typeface="Arial"/>
                <a:ea typeface="Nokia Pure Text" panose="020B0504040602060303" pitchFamily="34" charset="0"/>
                <a:cs typeface="Nokia Pure Text" panose="020B0504040602060303" pitchFamily="34" charset="0"/>
                <a:sym typeface="Helvetica Neue" charset="0"/>
              </a:endParaRPr>
            </a:p>
          </p:txBody>
        </p:sp>
      </p:grpSp>
      <p:grpSp>
        <p:nvGrpSpPr>
          <p:cNvPr id="173" name="Group 172">
            <a:extLst>
              <a:ext uri="{FF2B5EF4-FFF2-40B4-BE49-F238E27FC236}">
                <a16:creationId xmlns:a16="http://schemas.microsoft.com/office/drawing/2014/main" id="{0C9AA60D-0C90-42D1-B5C6-516857B26FE4}"/>
              </a:ext>
            </a:extLst>
          </p:cNvPr>
          <p:cNvGrpSpPr/>
          <p:nvPr userDrawn="1"/>
        </p:nvGrpSpPr>
        <p:grpSpPr>
          <a:xfrm>
            <a:off x="2027571" y="1704438"/>
            <a:ext cx="1058274" cy="1056656"/>
            <a:chOff x="-3273374" y="1134891"/>
            <a:chExt cx="2537169" cy="2533298"/>
          </a:xfrm>
        </p:grpSpPr>
        <p:sp>
          <p:nvSpPr>
            <p:cNvPr id="174" name="Freeform: Shape 173">
              <a:extLst>
                <a:ext uri="{FF2B5EF4-FFF2-40B4-BE49-F238E27FC236}">
                  <a16:creationId xmlns:a16="http://schemas.microsoft.com/office/drawing/2014/main" id="{0AD61D63-7715-4D74-8C9C-E11E7C37A2EC}"/>
                </a:ext>
              </a:extLst>
            </p:cNvPr>
            <p:cNvSpPr>
              <a:spLocks noChangeAspect="1"/>
            </p:cNvSpPr>
            <p:nvPr/>
          </p:nvSpPr>
          <p:spPr>
            <a:xfrm>
              <a:off x="-3273374" y="1134891"/>
              <a:ext cx="2537169" cy="2533298"/>
            </a:xfrm>
            <a:custGeom>
              <a:avLst/>
              <a:gdLst>
                <a:gd name="connsiteX0" fmla="*/ 860885 w 2537170"/>
                <a:gd name="connsiteY0" fmla="*/ 1437939 h 2533298"/>
                <a:gd name="connsiteX1" fmla="*/ 402545 w 2537170"/>
                <a:gd name="connsiteY1" fmla="*/ 1560751 h 2533298"/>
                <a:gd name="connsiteX2" fmla="*/ 1259461 w 2537170"/>
                <a:gd name="connsiteY2" fmla="*/ 2176428 h 2533298"/>
                <a:gd name="connsiteX3" fmla="*/ 1852888 w 2537170"/>
                <a:gd name="connsiteY3" fmla="*/ 1951120 h 2533298"/>
                <a:gd name="connsiteX4" fmla="*/ 1513851 w 2537170"/>
                <a:gd name="connsiteY4" fmla="*/ 1612087 h 2533298"/>
                <a:gd name="connsiteX5" fmla="*/ 1477444 w 2537170"/>
                <a:gd name="connsiteY5" fmla="*/ 1644201 h 2533298"/>
                <a:gd name="connsiteX6" fmla="*/ 881909 w 2537170"/>
                <a:gd name="connsiteY6" fmla="*/ 1484630 h 2533298"/>
                <a:gd name="connsiteX7" fmla="*/ 1259461 w 2537170"/>
                <a:gd name="connsiteY7" fmla="*/ 986252 h 2533298"/>
                <a:gd name="connsiteX8" fmla="*/ 979064 w 2537170"/>
                <a:gd name="connsiteY8" fmla="*/ 1266649 h 2533298"/>
                <a:gd name="connsiteX9" fmla="*/ 1259461 w 2537170"/>
                <a:gd name="connsiteY9" fmla="*/ 1547047 h 2533298"/>
                <a:gd name="connsiteX10" fmla="*/ 1539859 w 2537170"/>
                <a:gd name="connsiteY10" fmla="*/ 1266649 h 2533298"/>
                <a:gd name="connsiteX11" fmla="*/ 1259461 w 2537170"/>
                <a:gd name="connsiteY11" fmla="*/ 986252 h 2533298"/>
                <a:gd name="connsiteX12" fmla="*/ 1548911 w 2537170"/>
                <a:gd name="connsiteY12" fmla="*/ 408290 h 2533298"/>
                <a:gd name="connsiteX13" fmla="*/ 1426040 w 2537170"/>
                <a:gd name="connsiteY13" fmla="*/ 866853 h 2533298"/>
                <a:gd name="connsiteX14" fmla="*/ 1637017 w 2537170"/>
                <a:gd name="connsiteY14" fmla="*/ 1048669 h 2533298"/>
                <a:gd name="connsiteX15" fmla="*/ 1603283 w 2537170"/>
                <a:gd name="connsiteY15" fmla="*/ 1533201 h 2533298"/>
                <a:gd name="connsiteX16" fmla="*/ 1937706 w 2537170"/>
                <a:gd name="connsiteY16" fmla="*/ 1867622 h 2533298"/>
                <a:gd name="connsiteX17" fmla="*/ 2169239 w 2537170"/>
                <a:gd name="connsiteY17" fmla="*/ 1266649 h 2533298"/>
                <a:gd name="connsiteX18" fmla="*/ 1548911 w 2537170"/>
                <a:gd name="connsiteY18" fmla="*/ 408290 h 2533298"/>
                <a:gd name="connsiteX19" fmla="*/ 1259461 w 2537170"/>
                <a:gd name="connsiteY19" fmla="*/ 356871 h 2533298"/>
                <a:gd name="connsiteX20" fmla="*/ 349683 w 2537170"/>
                <a:gd name="connsiteY20" fmla="*/ 1266649 h 2533298"/>
                <a:gd name="connsiteX21" fmla="*/ 367847 w 2537170"/>
                <a:gd name="connsiteY21" fmla="*/ 1446833 h 2533298"/>
                <a:gd name="connsiteX22" fmla="*/ 827444 w 2537170"/>
                <a:gd name="connsiteY22" fmla="*/ 1323684 h 2533298"/>
                <a:gd name="connsiteX23" fmla="*/ 1041485 w 2537170"/>
                <a:gd name="connsiteY23" fmla="*/ 889097 h 2533298"/>
                <a:gd name="connsiteX24" fmla="*/ 1289805 w 2537170"/>
                <a:gd name="connsiteY24" fmla="*/ 831703 h 2533298"/>
                <a:gd name="connsiteX25" fmla="*/ 1311143 w 2537170"/>
                <a:gd name="connsiteY25" fmla="*/ 835808 h 2533298"/>
                <a:gd name="connsiteX26" fmla="*/ 1434739 w 2537170"/>
                <a:gd name="connsiteY26" fmla="*/ 374541 h 2533298"/>
                <a:gd name="connsiteX27" fmla="*/ 1259461 w 2537170"/>
                <a:gd name="connsiteY27" fmla="*/ 356871 h 2533298"/>
                <a:gd name="connsiteX28" fmla="*/ 1268585 w 2537170"/>
                <a:gd name="connsiteY28" fmla="*/ 293382 h 2533298"/>
                <a:gd name="connsiteX29" fmla="*/ 2241854 w 2537170"/>
                <a:gd name="connsiteY29" fmla="*/ 1266650 h 2533298"/>
                <a:gd name="connsiteX30" fmla="*/ 1268585 w 2537170"/>
                <a:gd name="connsiteY30" fmla="*/ 2239918 h 2533298"/>
                <a:gd name="connsiteX31" fmla="*/ 295316 w 2537170"/>
                <a:gd name="connsiteY31" fmla="*/ 1266650 h 2533298"/>
                <a:gd name="connsiteX32" fmla="*/ 1268585 w 2537170"/>
                <a:gd name="connsiteY32" fmla="*/ 293382 h 2533298"/>
                <a:gd name="connsiteX33" fmla="*/ 1268585 w 2537170"/>
                <a:gd name="connsiteY33" fmla="*/ 230994 h 2533298"/>
                <a:gd name="connsiteX34" fmla="*/ 232928 w 2537170"/>
                <a:gd name="connsiteY34" fmla="*/ 1266650 h 2533298"/>
                <a:gd name="connsiteX35" fmla="*/ 1268585 w 2537170"/>
                <a:gd name="connsiteY35" fmla="*/ 2302306 h 2533298"/>
                <a:gd name="connsiteX36" fmla="*/ 2304242 w 2537170"/>
                <a:gd name="connsiteY36" fmla="*/ 1266650 h 2533298"/>
                <a:gd name="connsiteX37" fmla="*/ 1268585 w 2537170"/>
                <a:gd name="connsiteY37" fmla="*/ 230994 h 2533298"/>
                <a:gd name="connsiteX38" fmla="*/ 1370577 w 2537170"/>
                <a:gd name="connsiteY38" fmla="*/ 129 h 2533298"/>
                <a:gd name="connsiteX39" fmla="*/ 1407956 w 2537170"/>
                <a:gd name="connsiteY39" fmla="*/ 43937 h 2533298"/>
                <a:gd name="connsiteX40" fmla="*/ 1411431 w 2537170"/>
                <a:gd name="connsiteY40" fmla="*/ 184077 h 2533298"/>
                <a:gd name="connsiteX41" fmla="*/ 1482158 w 2537170"/>
                <a:gd name="connsiteY41" fmla="*/ 196909 h 2533298"/>
                <a:gd name="connsiteX42" fmla="*/ 1531455 w 2537170"/>
                <a:gd name="connsiteY42" fmla="*/ 64872 h 2533298"/>
                <a:gd name="connsiteX43" fmla="*/ 1581088 w 2537170"/>
                <a:gd name="connsiteY43" fmla="*/ 35666 h 2533298"/>
                <a:gd name="connsiteX44" fmla="*/ 1610292 w 2537170"/>
                <a:gd name="connsiteY44" fmla="*/ 85299 h 2533298"/>
                <a:gd name="connsiteX45" fmla="*/ 1590652 w 2537170"/>
                <a:gd name="connsiteY45" fmla="*/ 219957 h 2533298"/>
                <a:gd name="connsiteX46" fmla="*/ 1665197 w 2537170"/>
                <a:gd name="connsiteY46" fmla="*/ 249732 h 2533298"/>
                <a:gd name="connsiteX47" fmla="*/ 1736025 w 2537170"/>
                <a:gd name="connsiteY47" fmla="*/ 129366 h 2533298"/>
                <a:gd name="connsiteX48" fmla="*/ 1789976 w 2537170"/>
                <a:gd name="connsiteY48" fmla="*/ 109225 h 2533298"/>
                <a:gd name="connsiteX49" fmla="*/ 1810118 w 2537170"/>
                <a:gd name="connsiteY49" fmla="*/ 163174 h 2533298"/>
                <a:gd name="connsiteX50" fmla="*/ 1767925 w 2537170"/>
                <a:gd name="connsiteY50" fmla="*/ 290765 h 2533298"/>
                <a:gd name="connsiteX51" fmla="*/ 1836575 w 2537170"/>
                <a:gd name="connsiteY51" fmla="*/ 333544 h 2533298"/>
                <a:gd name="connsiteX52" fmla="*/ 1926288 w 2537170"/>
                <a:gd name="connsiteY52" fmla="*/ 228405 h 2533298"/>
                <a:gd name="connsiteX53" fmla="*/ 1952435 w 2537170"/>
                <a:gd name="connsiteY53" fmla="*/ 211444 h 2533298"/>
                <a:gd name="connsiteX54" fmla="*/ 1982916 w 2537170"/>
                <a:gd name="connsiteY54" fmla="*/ 217939 h 2533298"/>
                <a:gd name="connsiteX55" fmla="*/ 1993385 w 2537170"/>
                <a:gd name="connsiteY55" fmla="*/ 274565 h 2533298"/>
                <a:gd name="connsiteX56" fmla="*/ 1929215 w 2537170"/>
                <a:gd name="connsiteY56" fmla="*/ 393751 h 2533298"/>
                <a:gd name="connsiteX57" fmla="*/ 1990985 w 2537170"/>
                <a:gd name="connsiteY57" fmla="*/ 446006 h 2533298"/>
                <a:gd name="connsiteX58" fmla="*/ 2096463 w 2537170"/>
                <a:gd name="connsiteY58" fmla="*/ 358978 h 2533298"/>
                <a:gd name="connsiteX59" fmla="*/ 2125159 w 2537170"/>
                <a:gd name="connsiteY59" fmla="*/ 346814 h 2533298"/>
                <a:gd name="connsiteX60" fmla="*/ 2154049 w 2537170"/>
                <a:gd name="connsiteY60" fmla="*/ 358503 h 2533298"/>
                <a:gd name="connsiteX61" fmla="*/ 2154524 w 2537170"/>
                <a:gd name="connsiteY61" fmla="*/ 416088 h 2533298"/>
                <a:gd name="connsiteX62" fmla="*/ 2070300 w 2537170"/>
                <a:gd name="connsiteY62" fmla="*/ 522740 h 2533298"/>
                <a:gd name="connsiteX63" fmla="*/ 2123835 w 2537170"/>
                <a:gd name="connsiteY63" fmla="*/ 583690 h 2533298"/>
                <a:gd name="connsiteX64" fmla="*/ 2241379 w 2537170"/>
                <a:gd name="connsiteY64" fmla="*/ 517116 h 2533298"/>
                <a:gd name="connsiteX65" fmla="*/ 2271750 w 2537170"/>
                <a:gd name="connsiteY65" fmla="*/ 510120 h 2533298"/>
                <a:gd name="connsiteX66" fmla="*/ 2298174 w 2537170"/>
                <a:gd name="connsiteY66" fmla="*/ 526648 h 2533298"/>
                <a:gd name="connsiteX67" fmla="*/ 2288641 w 2537170"/>
                <a:gd name="connsiteY67" fmla="*/ 583442 h 2533298"/>
                <a:gd name="connsiteX68" fmla="*/ 2187044 w 2537170"/>
                <a:gd name="connsiteY68" fmla="*/ 673967 h 2533298"/>
                <a:gd name="connsiteX69" fmla="*/ 2231207 w 2537170"/>
                <a:gd name="connsiteY69" fmla="*/ 742498 h 2533298"/>
                <a:gd name="connsiteX70" fmla="*/ 2356634 w 2537170"/>
                <a:gd name="connsiteY70" fmla="*/ 698018 h 2533298"/>
                <a:gd name="connsiteX71" fmla="*/ 2387756 w 2537170"/>
                <a:gd name="connsiteY71" fmla="*/ 696403 h 2533298"/>
                <a:gd name="connsiteX72" fmla="*/ 2410907 w 2537170"/>
                <a:gd name="connsiteY72" fmla="*/ 717268 h 2533298"/>
                <a:gd name="connsiteX73" fmla="*/ 2391659 w 2537170"/>
                <a:gd name="connsiteY73" fmla="*/ 771542 h 2533298"/>
                <a:gd name="connsiteX74" fmla="*/ 2275899 w 2537170"/>
                <a:gd name="connsiteY74" fmla="*/ 843042 h 2533298"/>
                <a:gd name="connsiteX75" fmla="*/ 2309184 w 2537170"/>
                <a:gd name="connsiteY75" fmla="*/ 917923 h 2533298"/>
                <a:gd name="connsiteX76" fmla="*/ 2438723 w 2537170"/>
                <a:gd name="connsiteY76" fmla="*/ 896186 h 2533298"/>
                <a:gd name="connsiteX77" fmla="*/ 2488830 w 2537170"/>
                <a:gd name="connsiteY77" fmla="*/ 924566 h 2533298"/>
                <a:gd name="connsiteX78" fmla="*/ 2460450 w 2537170"/>
                <a:gd name="connsiteY78" fmla="*/ 974674 h 2533298"/>
                <a:gd name="connsiteX79" fmla="*/ 2334042 w 2537170"/>
                <a:gd name="connsiteY79" fmla="*/ 1024982 h 2533298"/>
                <a:gd name="connsiteX80" fmla="*/ 2351989 w 2537170"/>
                <a:gd name="connsiteY80" fmla="*/ 1104495 h 2533298"/>
                <a:gd name="connsiteX81" fmla="*/ 2485152 w 2537170"/>
                <a:gd name="connsiteY81" fmla="*/ 1105597 h 2533298"/>
                <a:gd name="connsiteX82" fmla="*/ 2529571 w 2537170"/>
                <a:gd name="connsiteY82" fmla="*/ 1142247 h 2533298"/>
                <a:gd name="connsiteX83" fmla="*/ 2492921 w 2537170"/>
                <a:gd name="connsiteY83" fmla="*/ 1186666 h 2533298"/>
                <a:gd name="connsiteX84" fmla="*/ 2359802 w 2537170"/>
                <a:gd name="connsiteY84" fmla="*/ 1214237 h 2533298"/>
                <a:gd name="connsiteX85" fmla="*/ 2361526 w 2537170"/>
                <a:gd name="connsiteY85" fmla="*/ 1294592 h 2533298"/>
                <a:gd name="connsiteX86" fmla="*/ 2499662 w 2537170"/>
                <a:gd name="connsiteY86" fmla="*/ 1320295 h 2533298"/>
                <a:gd name="connsiteX87" fmla="*/ 2537041 w 2537170"/>
                <a:gd name="connsiteY87" fmla="*/ 1364103 h 2533298"/>
                <a:gd name="connsiteX88" fmla="*/ 2493234 w 2537170"/>
                <a:gd name="connsiteY88" fmla="*/ 1401481 h 2533298"/>
                <a:gd name="connsiteX89" fmla="*/ 2353247 w 2537170"/>
                <a:gd name="connsiteY89" fmla="*/ 1405705 h 2533298"/>
                <a:gd name="connsiteX90" fmla="*/ 2339167 w 2537170"/>
                <a:gd name="connsiteY90" fmla="*/ 1483310 h 2533298"/>
                <a:gd name="connsiteX91" fmla="*/ 2471668 w 2537170"/>
                <a:gd name="connsiteY91" fmla="*/ 1532957 h 2533298"/>
                <a:gd name="connsiteX92" fmla="*/ 2500873 w 2537170"/>
                <a:gd name="connsiteY92" fmla="*/ 1582589 h 2533298"/>
                <a:gd name="connsiteX93" fmla="*/ 2451240 w 2537170"/>
                <a:gd name="connsiteY93" fmla="*/ 1611794 h 2533298"/>
                <a:gd name="connsiteX94" fmla="*/ 2314998 w 2537170"/>
                <a:gd name="connsiteY94" fmla="*/ 1591988 h 2533298"/>
                <a:gd name="connsiteX95" fmla="*/ 2285532 w 2537170"/>
                <a:gd name="connsiteY95" fmla="*/ 1665756 h 2533298"/>
                <a:gd name="connsiteX96" fmla="*/ 2407173 w 2537170"/>
                <a:gd name="connsiteY96" fmla="*/ 1737526 h 2533298"/>
                <a:gd name="connsiteX97" fmla="*/ 2427315 w 2537170"/>
                <a:gd name="connsiteY97" fmla="*/ 1791476 h 2533298"/>
                <a:gd name="connsiteX98" fmla="*/ 2373363 w 2537170"/>
                <a:gd name="connsiteY98" fmla="*/ 1811618 h 2533298"/>
                <a:gd name="connsiteX99" fmla="*/ 2244296 w 2537170"/>
                <a:gd name="connsiteY99" fmla="*/ 1769003 h 2533298"/>
                <a:gd name="connsiteX100" fmla="*/ 2201195 w 2537170"/>
                <a:gd name="connsiteY100" fmla="*/ 1836322 h 2533298"/>
                <a:gd name="connsiteX101" fmla="*/ 2308136 w 2537170"/>
                <a:gd name="connsiteY101" fmla="*/ 1927790 h 2533298"/>
                <a:gd name="connsiteX102" fmla="*/ 2318603 w 2537170"/>
                <a:gd name="connsiteY102" fmla="*/ 1984416 h 2533298"/>
                <a:gd name="connsiteX103" fmla="*/ 2261973 w 2537170"/>
                <a:gd name="connsiteY103" fmla="*/ 1994887 h 2533298"/>
                <a:gd name="connsiteX104" fmla="*/ 2140578 w 2537170"/>
                <a:gd name="connsiteY104" fmla="*/ 1929597 h 2533298"/>
                <a:gd name="connsiteX105" fmla="*/ 2088541 w 2537170"/>
                <a:gd name="connsiteY105" fmla="*/ 1989816 h 2533298"/>
                <a:gd name="connsiteX106" fmla="*/ 2177561 w 2537170"/>
                <a:gd name="connsiteY106" fmla="*/ 2097965 h 2533298"/>
                <a:gd name="connsiteX107" fmla="*/ 2178037 w 2537170"/>
                <a:gd name="connsiteY107" fmla="*/ 2155550 h 2533298"/>
                <a:gd name="connsiteX108" fmla="*/ 2120451 w 2537170"/>
                <a:gd name="connsiteY108" fmla="*/ 2156025 h 2533298"/>
                <a:gd name="connsiteX109" fmla="*/ 2011161 w 2537170"/>
                <a:gd name="connsiteY109" fmla="*/ 2069798 h 2533298"/>
                <a:gd name="connsiteX110" fmla="*/ 1951011 w 2537170"/>
                <a:gd name="connsiteY110" fmla="*/ 2121759 h 2533298"/>
                <a:gd name="connsiteX111" fmla="*/ 2019421 w 2537170"/>
                <a:gd name="connsiteY111" fmla="*/ 2242879 h 2533298"/>
                <a:gd name="connsiteX112" fmla="*/ 2009891 w 2537170"/>
                <a:gd name="connsiteY112" fmla="*/ 2299674 h 2533298"/>
                <a:gd name="connsiteX113" fmla="*/ 1953098 w 2537170"/>
                <a:gd name="connsiteY113" fmla="*/ 2290141 h 2533298"/>
                <a:gd name="connsiteX114" fmla="*/ 1859851 w 2537170"/>
                <a:gd name="connsiteY114" fmla="*/ 2185586 h 2533298"/>
                <a:gd name="connsiteX115" fmla="*/ 1792668 w 2537170"/>
                <a:gd name="connsiteY115" fmla="*/ 2228350 h 2533298"/>
                <a:gd name="connsiteX116" fmla="*/ 1838521 w 2537170"/>
                <a:gd name="connsiteY116" fmla="*/ 2358132 h 2533298"/>
                <a:gd name="connsiteX117" fmla="*/ 1819273 w 2537170"/>
                <a:gd name="connsiteY117" fmla="*/ 2412408 h 2533298"/>
                <a:gd name="connsiteX118" fmla="*/ 1764999 w 2537170"/>
                <a:gd name="connsiteY118" fmla="*/ 2393158 h 2533298"/>
                <a:gd name="connsiteX119" fmla="*/ 1691031 w 2537170"/>
                <a:gd name="connsiteY119" fmla="*/ 2273527 h 2533298"/>
                <a:gd name="connsiteX120" fmla="*/ 1617991 w 2537170"/>
                <a:gd name="connsiteY120" fmla="*/ 2305992 h 2533298"/>
                <a:gd name="connsiteX121" fmla="*/ 1640356 w 2537170"/>
                <a:gd name="connsiteY121" fmla="*/ 2440221 h 2533298"/>
                <a:gd name="connsiteX122" fmla="*/ 1611974 w 2537170"/>
                <a:gd name="connsiteY122" fmla="*/ 2490330 h 2533298"/>
                <a:gd name="connsiteX123" fmla="*/ 1561865 w 2537170"/>
                <a:gd name="connsiteY123" fmla="*/ 2461948 h 2533298"/>
                <a:gd name="connsiteX124" fmla="*/ 1509649 w 2537170"/>
                <a:gd name="connsiteY124" fmla="*/ 2330916 h 2533298"/>
                <a:gd name="connsiteX125" fmla="*/ 1432251 w 2537170"/>
                <a:gd name="connsiteY125" fmla="*/ 2348385 h 2533298"/>
                <a:gd name="connsiteX126" fmla="*/ 1430944 w 2537170"/>
                <a:gd name="connsiteY126" fmla="*/ 2486652 h 2533298"/>
                <a:gd name="connsiteX127" fmla="*/ 1394292 w 2537170"/>
                <a:gd name="connsiteY127" fmla="*/ 2531070 h 2533298"/>
                <a:gd name="connsiteX128" fmla="*/ 1349875 w 2537170"/>
                <a:gd name="connsiteY128" fmla="*/ 2494418 h 2533298"/>
                <a:gd name="connsiteX129" fmla="*/ 1321178 w 2537170"/>
                <a:gd name="connsiteY129" fmla="*/ 2356183 h 2533298"/>
                <a:gd name="connsiteX130" fmla="*/ 1239478 w 2537170"/>
                <a:gd name="connsiteY130" fmla="*/ 2357937 h 2533298"/>
                <a:gd name="connsiteX131" fmla="*/ 1213826 w 2537170"/>
                <a:gd name="connsiteY131" fmla="*/ 2495788 h 2533298"/>
                <a:gd name="connsiteX132" fmla="*/ 1170018 w 2537170"/>
                <a:gd name="connsiteY132" fmla="*/ 2533169 h 2533298"/>
                <a:gd name="connsiteX133" fmla="*/ 1132638 w 2537170"/>
                <a:gd name="connsiteY133" fmla="*/ 2489360 h 2533298"/>
                <a:gd name="connsiteX134" fmla="*/ 1128406 w 2537170"/>
                <a:gd name="connsiteY134" fmla="*/ 2349083 h 2533298"/>
                <a:gd name="connsiteX135" fmla="*/ 1043631 w 2537170"/>
                <a:gd name="connsiteY135" fmla="*/ 2333701 h 2533298"/>
                <a:gd name="connsiteX136" fmla="*/ 993350 w 2537170"/>
                <a:gd name="connsiteY136" fmla="*/ 2466192 h 2533298"/>
                <a:gd name="connsiteX137" fmla="*/ 943719 w 2537170"/>
                <a:gd name="connsiteY137" fmla="*/ 2495395 h 2533298"/>
                <a:gd name="connsiteX138" fmla="*/ 914514 w 2537170"/>
                <a:gd name="connsiteY138" fmla="*/ 2445762 h 2533298"/>
                <a:gd name="connsiteX139" fmla="*/ 935216 w 2537170"/>
                <a:gd name="connsiteY139" fmla="*/ 2307457 h 2533298"/>
                <a:gd name="connsiteX140" fmla="*/ 862093 w 2537170"/>
                <a:gd name="connsiteY140" fmla="*/ 2278252 h 2533298"/>
                <a:gd name="connsiteX141" fmla="*/ 789112 w 2537170"/>
                <a:gd name="connsiteY141" fmla="*/ 2400765 h 2533298"/>
                <a:gd name="connsiteX142" fmla="*/ 735160 w 2537170"/>
                <a:gd name="connsiteY142" fmla="*/ 2420908 h 2533298"/>
                <a:gd name="connsiteX143" fmla="*/ 715020 w 2537170"/>
                <a:gd name="connsiteY143" fmla="*/ 2366955 h 2533298"/>
                <a:gd name="connsiteX144" fmla="*/ 759036 w 2537170"/>
                <a:gd name="connsiteY144" fmla="*/ 2235507 h 2533298"/>
                <a:gd name="connsiteX145" fmla="*/ 692833 w 2537170"/>
                <a:gd name="connsiteY145" fmla="*/ 2192481 h 2533298"/>
                <a:gd name="connsiteX146" fmla="*/ 599337 w 2537170"/>
                <a:gd name="connsiteY146" fmla="*/ 2300865 h 2533298"/>
                <a:gd name="connsiteX147" fmla="*/ 542706 w 2537170"/>
                <a:gd name="connsiteY147" fmla="*/ 2311333 h 2533298"/>
                <a:gd name="connsiteX148" fmla="*/ 532239 w 2537170"/>
                <a:gd name="connsiteY148" fmla="*/ 2254706 h 2533298"/>
                <a:gd name="connsiteX149" fmla="*/ 599127 w 2537170"/>
                <a:gd name="connsiteY149" fmla="*/ 2131584 h 2533298"/>
                <a:gd name="connsiteX150" fmla="*/ 540894 w 2537170"/>
                <a:gd name="connsiteY150" fmla="*/ 2078858 h 2533298"/>
                <a:gd name="connsiteX151" fmla="*/ 429791 w 2537170"/>
                <a:gd name="connsiteY151" fmla="*/ 2169528 h 2533298"/>
                <a:gd name="connsiteX152" fmla="*/ 372204 w 2537170"/>
                <a:gd name="connsiteY152" fmla="*/ 2170006 h 2533298"/>
                <a:gd name="connsiteX153" fmla="*/ 371731 w 2537170"/>
                <a:gd name="connsiteY153" fmla="*/ 2112420 h 2533298"/>
                <a:gd name="connsiteX154" fmla="*/ 460407 w 2537170"/>
                <a:gd name="connsiteY154" fmla="*/ 2000990 h 2533298"/>
                <a:gd name="connsiteX155" fmla="*/ 410621 w 2537170"/>
                <a:gd name="connsiteY155" fmla="*/ 1940841 h 2533298"/>
                <a:gd name="connsiteX156" fmla="*/ 285628 w 2537170"/>
                <a:gd name="connsiteY156" fmla="*/ 2010748 h 2533298"/>
                <a:gd name="connsiteX157" fmla="*/ 228834 w 2537170"/>
                <a:gd name="connsiteY157" fmla="*/ 2001218 h 2533298"/>
                <a:gd name="connsiteX158" fmla="*/ 238365 w 2537170"/>
                <a:gd name="connsiteY158" fmla="*/ 1944425 h 2533298"/>
                <a:gd name="connsiteX159" fmla="*/ 346301 w 2537170"/>
                <a:gd name="connsiteY159" fmla="*/ 1848975 h 2533298"/>
                <a:gd name="connsiteX160" fmla="*/ 305688 w 2537170"/>
                <a:gd name="connsiteY160" fmla="*/ 1782475 h 2533298"/>
                <a:gd name="connsiteX161" fmla="*/ 171227 w 2537170"/>
                <a:gd name="connsiteY161" fmla="*/ 1829346 h 2533298"/>
                <a:gd name="connsiteX162" fmla="*/ 116952 w 2537170"/>
                <a:gd name="connsiteY162" fmla="*/ 1810097 h 2533298"/>
                <a:gd name="connsiteX163" fmla="*/ 136199 w 2537170"/>
                <a:gd name="connsiteY163" fmla="*/ 1755822 h 2533298"/>
                <a:gd name="connsiteX164" fmla="*/ 260107 w 2537170"/>
                <a:gd name="connsiteY164" fmla="*/ 1679931 h 2533298"/>
                <a:gd name="connsiteX165" fmla="*/ 229112 w 2537170"/>
                <a:gd name="connsiteY165" fmla="*/ 1608268 h 2533298"/>
                <a:gd name="connsiteX166" fmla="*/ 90064 w 2537170"/>
                <a:gd name="connsiteY166" fmla="*/ 1630833 h 2533298"/>
                <a:gd name="connsiteX167" fmla="*/ 39956 w 2537170"/>
                <a:gd name="connsiteY167" fmla="*/ 1602452 h 2533298"/>
                <a:gd name="connsiteX168" fmla="*/ 68338 w 2537170"/>
                <a:gd name="connsiteY168" fmla="*/ 1552346 h 2533298"/>
                <a:gd name="connsiteX169" fmla="*/ 204402 w 2537170"/>
                <a:gd name="connsiteY169" fmla="*/ 1498783 h 2533298"/>
                <a:gd name="connsiteX170" fmla="*/ 187341 w 2537170"/>
                <a:gd name="connsiteY170" fmla="*/ 1423192 h 2533298"/>
                <a:gd name="connsiteX171" fmla="*/ 44604 w 2537170"/>
                <a:gd name="connsiteY171" fmla="*/ 1421244 h 2533298"/>
                <a:gd name="connsiteX172" fmla="*/ 188 w 2537170"/>
                <a:gd name="connsiteY172" fmla="*/ 1384592 h 2533298"/>
                <a:gd name="connsiteX173" fmla="*/ 36838 w 2537170"/>
                <a:gd name="connsiteY173" fmla="*/ 1340173 h 2533298"/>
                <a:gd name="connsiteX174" fmla="*/ 180620 w 2537170"/>
                <a:gd name="connsiteY174" fmla="*/ 1310955 h 2533298"/>
                <a:gd name="connsiteX175" fmla="*/ 178957 w 2537170"/>
                <a:gd name="connsiteY175" fmla="*/ 1233486 h 2533298"/>
                <a:gd name="connsiteX176" fmla="*/ 41381 w 2537170"/>
                <a:gd name="connsiteY176" fmla="*/ 1207351 h 2533298"/>
                <a:gd name="connsiteX177" fmla="*/ 4001 w 2537170"/>
                <a:gd name="connsiteY177" fmla="*/ 1163544 h 2533298"/>
                <a:gd name="connsiteX178" fmla="*/ 47810 w 2537170"/>
                <a:gd name="connsiteY178" fmla="*/ 1126165 h 2533298"/>
                <a:gd name="connsiteX179" fmla="*/ 188239 w 2537170"/>
                <a:gd name="connsiteY179" fmla="*/ 1122685 h 2533298"/>
                <a:gd name="connsiteX180" fmla="*/ 202356 w 2537170"/>
                <a:gd name="connsiteY180" fmla="*/ 1044881 h 2533298"/>
                <a:gd name="connsiteX181" fmla="*/ 70345 w 2537170"/>
                <a:gd name="connsiteY181" fmla="*/ 994853 h 2533298"/>
                <a:gd name="connsiteX182" fmla="*/ 41141 w 2537170"/>
                <a:gd name="connsiteY182" fmla="*/ 945221 h 2533298"/>
                <a:gd name="connsiteX183" fmla="*/ 90773 w 2537170"/>
                <a:gd name="connsiteY183" fmla="*/ 916016 h 2533298"/>
                <a:gd name="connsiteX184" fmla="*/ 227464 w 2537170"/>
                <a:gd name="connsiteY184" fmla="*/ 936641 h 2533298"/>
                <a:gd name="connsiteX185" fmla="*/ 256980 w 2537170"/>
                <a:gd name="connsiteY185" fmla="*/ 862739 h 2533298"/>
                <a:gd name="connsiteX186" fmla="*/ 135771 w 2537170"/>
                <a:gd name="connsiteY186" fmla="*/ 790612 h 2533298"/>
                <a:gd name="connsiteX187" fmla="*/ 115630 w 2537170"/>
                <a:gd name="connsiteY187" fmla="*/ 736662 h 2533298"/>
                <a:gd name="connsiteX188" fmla="*/ 169581 w 2537170"/>
                <a:gd name="connsiteY188" fmla="*/ 716520 h 2533298"/>
                <a:gd name="connsiteX189" fmla="*/ 298530 w 2537170"/>
                <a:gd name="connsiteY189" fmla="*/ 759866 h 2533298"/>
                <a:gd name="connsiteX190" fmla="*/ 342208 w 2537170"/>
                <a:gd name="connsiteY190" fmla="*/ 692654 h 2533298"/>
                <a:gd name="connsiteX191" fmla="*/ 235672 w 2537170"/>
                <a:gd name="connsiteY191" fmla="*/ 600840 h 2533298"/>
                <a:gd name="connsiteX192" fmla="*/ 225204 w 2537170"/>
                <a:gd name="connsiteY192" fmla="*/ 544209 h 2533298"/>
                <a:gd name="connsiteX193" fmla="*/ 251352 w 2537170"/>
                <a:gd name="connsiteY193" fmla="*/ 527249 h 2533298"/>
                <a:gd name="connsiteX194" fmla="*/ 281833 w 2537170"/>
                <a:gd name="connsiteY194" fmla="*/ 533742 h 2533298"/>
                <a:gd name="connsiteX195" fmla="*/ 402695 w 2537170"/>
                <a:gd name="connsiteY195" fmla="*/ 599584 h 2533298"/>
                <a:gd name="connsiteX196" fmla="*/ 455631 w 2537170"/>
                <a:gd name="connsiteY196" fmla="*/ 539785 h 2533298"/>
                <a:gd name="connsiteX197" fmla="*/ 367008 w 2537170"/>
                <a:gd name="connsiteY197" fmla="*/ 431293 h 2533298"/>
                <a:gd name="connsiteX198" fmla="*/ 366532 w 2537170"/>
                <a:gd name="connsiteY198" fmla="*/ 373706 h 2533298"/>
                <a:gd name="connsiteX199" fmla="*/ 395227 w 2537170"/>
                <a:gd name="connsiteY199" fmla="*/ 361544 h 2533298"/>
                <a:gd name="connsiteX200" fmla="*/ 424118 w 2537170"/>
                <a:gd name="connsiteY200" fmla="*/ 373232 h 2533298"/>
                <a:gd name="connsiteX201" fmla="*/ 532850 w 2537170"/>
                <a:gd name="connsiteY201" fmla="*/ 459969 h 2533298"/>
                <a:gd name="connsiteX202" fmla="*/ 593794 w 2537170"/>
                <a:gd name="connsiteY202" fmla="*/ 408590 h 2533298"/>
                <a:gd name="connsiteX203" fmla="*/ 525789 w 2537170"/>
                <a:gd name="connsiteY203" fmla="*/ 287129 h 2533298"/>
                <a:gd name="connsiteX204" fmla="*/ 535320 w 2537170"/>
                <a:gd name="connsiteY204" fmla="*/ 230335 h 2533298"/>
                <a:gd name="connsiteX205" fmla="*/ 565691 w 2537170"/>
                <a:gd name="connsiteY205" fmla="*/ 223340 h 2533298"/>
                <a:gd name="connsiteX206" fmla="*/ 592113 w 2537170"/>
                <a:gd name="connsiteY206" fmla="*/ 239867 h 2533298"/>
                <a:gd name="connsiteX207" fmla="*/ 684772 w 2537170"/>
                <a:gd name="connsiteY207" fmla="*/ 344893 h 2533298"/>
                <a:gd name="connsiteX208" fmla="*/ 752622 w 2537170"/>
                <a:gd name="connsiteY208" fmla="*/ 302863 h 2533298"/>
                <a:gd name="connsiteX209" fmla="*/ 707191 w 2537170"/>
                <a:gd name="connsiteY209" fmla="*/ 172728 h 2533298"/>
                <a:gd name="connsiteX210" fmla="*/ 726440 w 2537170"/>
                <a:gd name="connsiteY210" fmla="*/ 118453 h 2533298"/>
                <a:gd name="connsiteX211" fmla="*/ 757566 w 2537170"/>
                <a:gd name="connsiteY211" fmla="*/ 116838 h 2533298"/>
                <a:gd name="connsiteX212" fmla="*/ 780715 w 2537170"/>
                <a:gd name="connsiteY212" fmla="*/ 137702 h 2533298"/>
                <a:gd name="connsiteX213" fmla="*/ 854063 w 2537170"/>
                <a:gd name="connsiteY213" fmla="*/ 257770 h 2533298"/>
                <a:gd name="connsiteX214" fmla="*/ 927540 w 2537170"/>
                <a:gd name="connsiteY214" fmla="*/ 225719 h 2533298"/>
                <a:gd name="connsiteX215" fmla="*/ 905705 w 2537170"/>
                <a:gd name="connsiteY215" fmla="*/ 91565 h 2533298"/>
                <a:gd name="connsiteX216" fmla="*/ 934087 w 2537170"/>
                <a:gd name="connsiteY216" fmla="*/ 41456 h 2533298"/>
                <a:gd name="connsiteX217" fmla="*/ 984194 w 2537170"/>
                <a:gd name="connsiteY217" fmla="*/ 69838 h 2533298"/>
                <a:gd name="connsiteX218" fmla="*/ 1035763 w 2537170"/>
                <a:gd name="connsiteY218" fmla="*/ 201294 h 2533298"/>
                <a:gd name="connsiteX219" fmla="*/ 1113481 w 2537170"/>
                <a:gd name="connsiteY219" fmla="*/ 183754 h 2533298"/>
                <a:gd name="connsiteX220" fmla="*/ 1115295 w 2537170"/>
                <a:gd name="connsiteY220" fmla="*/ 46107 h 2533298"/>
                <a:gd name="connsiteX221" fmla="*/ 1151946 w 2537170"/>
                <a:gd name="connsiteY221" fmla="*/ 1689 h 2533298"/>
                <a:gd name="connsiteX222" fmla="*/ 1196364 w 2537170"/>
                <a:gd name="connsiteY222" fmla="*/ 38339 h 2533298"/>
                <a:gd name="connsiteX223" fmla="*/ 1224375 w 2537170"/>
                <a:gd name="connsiteY223" fmla="*/ 177006 h 2533298"/>
                <a:gd name="connsiteX224" fmla="*/ 1300582 w 2537170"/>
                <a:gd name="connsiteY224" fmla="*/ 175370 h 2533298"/>
                <a:gd name="connsiteX225" fmla="*/ 1326769 w 2537170"/>
                <a:gd name="connsiteY225" fmla="*/ 37508 h 2533298"/>
                <a:gd name="connsiteX226" fmla="*/ 1370577 w 2537170"/>
                <a:gd name="connsiteY226" fmla="*/ 129 h 2533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2537170" h="2533298">
                  <a:moveTo>
                    <a:pt x="860885" y="1437939"/>
                  </a:moveTo>
                  <a:lnTo>
                    <a:pt x="402545" y="1560751"/>
                  </a:lnTo>
                  <a:cubicBezTo>
                    <a:pt x="521370" y="1919512"/>
                    <a:pt x="860412" y="2176428"/>
                    <a:pt x="1259461" y="2176428"/>
                  </a:cubicBezTo>
                  <a:cubicBezTo>
                    <a:pt x="1487421" y="2176428"/>
                    <a:pt x="1695797" y="2092587"/>
                    <a:pt x="1852888" y="1951120"/>
                  </a:cubicBezTo>
                  <a:lnTo>
                    <a:pt x="1513851" y="1612087"/>
                  </a:lnTo>
                  <a:cubicBezTo>
                    <a:pt x="1505121" y="1627182"/>
                    <a:pt x="1491598" y="1636027"/>
                    <a:pt x="1477444" y="1644201"/>
                  </a:cubicBezTo>
                  <a:cubicBezTo>
                    <a:pt x="1268926" y="1764588"/>
                    <a:pt x="1002297" y="1693146"/>
                    <a:pt x="881909" y="1484630"/>
                  </a:cubicBezTo>
                  <a:close/>
                  <a:moveTo>
                    <a:pt x="1259461" y="986252"/>
                  </a:moveTo>
                  <a:cubicBezTo>
                    <a:pt x="1104601" y="986252"/>
                    <a:pt x="979064" y="1111789"/>
                    <a:pt x="979064" y="1266649"/>
                  </a:cubicBezTo>
                  <a:cubicBezTo>
                    <a:pt x="979064" y="1421509"/>
                    <a:pt x="1104601" y="1547047"/>
                    <a:pt x="1259461" y="1547047"/>
                  </a:cubicBezTo>
                  <a:cubicBezTo>
                    <a:pt x="1414321" y="1547047"/>
                    <a:pt x="1539859" y="1421509"/>
                    <a:pt x="1539859" y="1266649"/>
                  </a:cubicBezTo>
                  <a:cubicBezTo>
                    <a:pt x="1539859" y="1111789"/>
                    <a:pt x="1414321" y="986252"/>
                    <a:pt x="1259461" y="986252"/>
                  </a:cubicBezTo>
                  <a:close/>
                  <a:moveTo>
                    <a:pt x="1548911" y="408290"/>
                  </a:moveTo>
                  <a:lnTo>
                    <a:pt x="1426040" y="866853"/>
                  </a:lnTo>
                  <a:cubicBezTo>
                    <a:pt x="1512471" y="899678"/>
                    <a:pt x="1587244" y="962457"/>
                    <a:pt x="1637017" y="1048669"/>
                  </a:cubicBezTo>
                  <a:cubicBezTo>
                    <a:pt x="1728232" y="1206659"/>
                    <a:pt x="1709320" y="1398010"/>
                    <a:pt x="1603283" y="1533201"/>
                  </a:cubicBezTo>
                  <a:lnTo>
                    <a:pt x="1937706" y="1867622"/>
                  </a:lnTo>
                  <a:cubicBezTo>
                    <a:pt x="2082783" y="1709435"/>
                    <a:pt x="2169239" y="1498137"/>
                    <a:pt x="2169239" y="1266649"/>
                  </a:cubicBezTo>
                  <a:cubicBezTo>
                    <a:pt x="2169239" y="865881"/>
                    <a:pt x="1910103" y="525635"/>
                    <a:pt x="1548911" y="408290"/>
                  </a:cubicBezTo>
                  <a:close/>
                  <a:moveTo>
                    <a:pt x="1259461" y="356871"/>
                  </a:moveTo>
                  <a:cubicBezTo>
                    <a:pt x="757005" y="356871"/>
                    <a:pt x="349683" y="764193"/>
                    <a:pt x="349683" y="1266649"/>
                  </a:cubicBezTo>
                  <a:lnTo>
                    <a:pt x="367847" y="1446833"/>
                  </a:lnTo>
                  <a:lnTo>
                    <a:pt x="827444" y="1323684"/>
                  </a:lnTo>
                  <a:cubicBezTo>
                    <a:pt x="804815" y="1154114"/>
                    <a:pt x="884110" y="979957"/>
                    <a:pt x="1041485" y="889097"/>
                  </a:cubicBezTo>
                  <a:cubicBezTo>
                    <a:pt x="1119677" y="843951"/>
                    <a:pt x="1206043" y="825783"/>
                    <a:pt x="1289805" y="831703"/>
                  </a:cubicBezTo>
                  <a:lnTo>
                    <a:pt x="1311143" y="835808"/>
                  </a:lnTo>
                  <a:lnTo>
                    <a:pt x="1434739" y="374541"/>
                  </a:lnTo>
                  <a:cubicBezTo>
                    <a:pt x="1378126" y="362680"/>
                    <a:pt x="1319472" y="356871"/>
                    <a:pt x="1259461" y="356871"/>
                  </a:cubicBezTo>
                  <a:close/>
                  <a:moveTo>
                    <a:pt x="1268585" y="293382"/>
                  </a:moveTo>
                  <a:cubicBezTo>
                    <a:pt x="1806107" y="293382"/>
                    <a:pt x="2241854" y="729129"/>
                    <a:pt x="2241854" y="1266650"/>
                  </a:cubicBezTo>
                  <a:cubicBezTo>
                    <a:pt x="2241854" y="1804171"/>
                    <a:pt x="1806107" y="2239918"/>
                    <a:pt x="1268585" y="2239918"/>
                  </a:cubicBezTo>
                  <a:cubicBezTo>
                    <a:pt x="731063" y="2239918"/>
                    <a:pt x="295316" y="1804171"/>
                    <a:pt x="295316" y="1266650"/>
                  </a:cubicBezTo>
                  <a:cubicBezTo>
                    <a:pt x="295316" y="729129"/>
                    <a:pt x="731063" y="293382"/>
                    <a:pt x="1268585" y="293382"/>
                  </a:cubicBezTo>
                  <a:close/>
                  <a:moveTo>
                    <a:pt x="1268585" y="230994"/>
                  </a:moveTo>
                  <a:cubicBezTo>
                    <a:pt x="696607" y="230994"/>
                    <a:pt x="232928" y="694673"/>
                    <a:pt x="232928" y="1266650"/>
                  </a:cubicBezTo>
                  <a:cubicBezTo>
                    <a:pt x="232928" y="1838627"/>
                    <a:pt x="696607" y="2302306"/>
                    <a:pt x="1268585" y="2302306"/>
                  </a:cubicBezTo>
                  <a:cubicBezTo>
                    <a:pt x="1840563" y="2302306"/>
                    <a:pt x="2304242" y="1838627"/>
                    <a:pt x="2304242" y="1266650"/>
                  </a:cubicBezTo>
                  <a:cubicBezTo>
                    <a:pt x="2304242" y="694673"/>
                    <a:pt x="1840563" y="230994"/>
                    <a:pt x="1268585" y="230994"/>
                  </a:cubicBezTo>
                  <a:close/>
                  <a:moveTo>
                    <a:pt x="1370577" y="129"/>
                  </a:moveTo>
                  <a:cubicBezTo>
                    <a:pt x="1392996" y="1904"/>
                    <a:pt x="1409731" y="21519"/>
                    <a:pt x="1407956" y="43937"/>
                  </a:cubicBezTo>
                  <a:lnTo>
                    <a:pt x="1411431" y="184077"/>
                  </a:lnTo>
                  <a:lnTo>
                    <a:pt x="1482158" y="196909"/>
                  </a:lnTo>
                  <a:lnTo>
                    <a:pt x="1531455" y="64872"/>
                  </a:lnTo>
                  <a:cubicBezTo>
                    <a:pt x="1537097" y="43101"/>
                    <a:pt x="1559318" y="30025"/>
                    <a:pt x="1581088" y="35666"/>
                  </a:cubicBezTo>
                  <a:cubicBezTo>
                    <a:pt x="1602857" y="41308"/>
                    <a:pt x="1615935" y="63529"/>
                    <a:pt x="1610292" y="85299"/>
                  </a:cubicBezTo>
                  <a:lnTo>
                    <a:pt x="1590652" y="219957"/>
                  </a:lnTo>
                  <a:lnTo>
                    <a:pt x="1665197" y="249732"/>
                  </a:lnTo>
                  <a:lnTo>
                    <a:pt x="1736025" y="129366"/>
                  </a:lnTo>
                  <a:cubicBezTo>
                    <a:pt x="1745361" y="108907"/>
                    <a:pt x="1769515" y="99887"/>
                    <a:pt x="1789976" y="109225"/>
                  </a:cubicBezTo>
                  <a:cubicBezTo>
                    <a:pt x="1810435" y="118561"/>
                    <a:pt x="1819454" y="142715"/>
                    <a:pt x="1810118" y="163174"/>
                  </a:cubicBezTo>
                  <a:lnTo>
                    <a:pt x="1767925" y="290765"/>
                  </a:lnTo>
                  <a:cubicBezTo>
                    <a:pt x="1792392" y="302408"/>
                    <a:pt x="1815978" y="315581"/>
                    <a:pt x="1836575" y="333544"/>
                  </a:cubicBezTo>
                  <a:lnTo>
                    <a:pt x="1926288" y="228405"/>
                  </a:lnTo>
                  <a:cubicBezTo>
                    <a:pt x="1932663" y="219141"/>
                    <a:pt x="1942188" y="213338"/>
                    <a:pt x="1952435" y="211444"/>
                  </a:cubicBezTo>
                  <a:cubicBezTo>
                    <a:pt x="1962685" y="209549"/>
                    <a:pt x="1973654" y="211565"/>
                    <a:pt x="1982916" y="217939"/>
                  </a:cubicBezTo>
                  <a:cubicBezTo>
                    <a:pt x="2001444" y="230683"/>
                    <a:pt x="2006133" y="256037"/>
                    <a:pt x="1993385" y="274565"/>
                  </a:cubicBezTo>
                  <a:lnTo>
                    <a:pt x="1929215" y="393751"/>
                  </a:lnTo>
                  <a:cubicBezTo>
                    <a:pt x="1952245" y="408203"/>
                    <a:pt x="1973206" y="425315"/>
                    <a:pt x="1990985" y="446006"/>
                  </a:cubicBezTo>
                  <a:lnTo>
                    <a:pt x="2096463" y="358978"/>
                  </a:lnTo>
                  <a:cubicBezTo>
                    <a:pt x="2104349" y="350963"/>
                    <a:pt x="2114737" y="346900"/>
                    <a:pt x="2125159" y="346814"/>
                  </a:cubicBezTo>
                  <a:cubicBezTo>
                    <a:pt x="2135580" y="346729"/>
                    <a:pt x="2146034" y="350618"/>
                    <a:pt x="2154049" y="358503"/>
                  </a:cubicBezTo>
                  <a:cubicBezTo>
                    <a:pt x="2170083" y="374272"/>
                    <a:pt x="2170295" y="400055"/>
                    <a:pt x="2154524" y="416088"/>
                  </a:cubicBezTo>
                  <a:lnTo>
                    <a:pt x="2070300" y="522740"/>
                  </a:lnTo>
                  <a:cubicBezTo>
                    <a:pt x="2091314" y="540242"/>
                    <a:pt x="2109043" y="560786"/>
                    <a:pt x="2123835" y="583690"/>
                  </a:cubicBezTo>
                  <a:lnTo>
                    <a:pt x="2241379" y="517116"/>
                  </a:lnTo>
                  <a:cubicBezTo>
                    <a:pt x="2250536" y="510592"/>
                    <a:pt x="2261472" y="508395"/>
                    <a:pt x="2271750" y="510120"/>
                  </a:cubicBezTo>
                  <a:cubicBezTo>
                    <a:pt x="2282027" y="511846"/>
                    <a:pt x="2291648" y="517491"/>
                    <a:pt x="2298174" y="526648"/>
                  </a:cubicBezTo>
                  <a:cubicBezTo>
                    <a:pt x="2311222" y="544964"/>
                    <a:pt x="2306955" y="570392"/>
                    <a:pt x="2288641" y="583442"/>
                  </a:cubicBezTo>
                  <a:lnTo>
                    <a:pt x="2187044" y="673967"/>
                  </a:lnTo>
                  <a:cubicBezTo>
                    <a:pt x="2205451" y="694460"/>
                    <a:pt x="2219407" y="717867"/>
                    <a:pt x="2231207" y="742498"/>
                  </a:cubicBezTo>
                  <a:lnTo>
                    <a:pt x="2356634" y="698018"/>
                  </a:lnTo>
                  <a:cubicBezTo>
                    <a:pt x="2366784" y="693183"/>
                    <a:pt x="2377935" y="692919"/>
                    <a:pt x="2387756" y="696403"/>
                  </a:cubicBezTo>
                  <a:cubicBezTo>
                    <a:pt x="2397579" y="699887"/>
                    <a:pt x="2406072" y="707117"/>
                    <a:pt x="2410907" y="717268"/>
                  </a:cubicBezTo>
                  <a:cubicBezTo>
                    <a:pt x="2420581" y="737570"/>
                    <a:pt x="2411962" y="761871"/>
                    <a:pt x="2391659" y="771542"/>
                  </a:cubicBezTo>
                  <a:lnTo>
                    <a:pt x="2275899" y="843042"/>
                  </a:lnTo>
                  <a:lnTo>
                    <a:pt x="2309184" y="917923"/>
                  </a:lnTo>
                  <a:lnTo>
                    <a:pt x="2438723" y="896186"/>
                  </a:lnTo>
                  <a:cubicBezTo>
                    <a:pt x="2460396" y="890186"/>
                    <a:pt x="2482831" y="902892"/>
                    <a:pt x="2488830" y="924566"/>
                  </a:cubicBezTo>
                  <a:cubicBezTo>
                    <a:pt x="2494830" y="946240"/>
                    <a:pt x="2482123" y="968673"/>
                    <a:pt x="2460450" y="974674"/>
                  </a:cubicBezTo>
                  <a:lnTo>
                    <a:pt x="2334042" y="1024982"/>
                  </a:lnTo>
                  <a:lnTo>
                    <a:pt x="2351989" y="1104495"/>
                  </a:lnTo>
                  <a:lnTo>
                    <a:pt x="2485152" y="1105597"/>
                  </a:lnTo>
                  <a:cubicBezTo>
                    <a:pt x="2507540" y="1103452"/>
                    <a:pt x="2527428" y="1119860"/>
                    <a:pt x="2529571" y="1142247"/>
                  </a:cubicBezTo>
                  <a:cubicBezTo>
                    <a:pt x="2531716" y="1164634"/>
                    <a:pt x="2515307" y="1184521"/>
                    <a:pt x="2492921" y="1186666"/>
                  </a:cubicBezTo>
                  <a:lnTo>
                    <a:pt x="2359802" y="1214237"/>
                  </a:lnTo>
                  <a:lnTo>
                    <a:pt x="2361526" y="1294592"/>
                  </a:lnTo>
                  <a:lnTo>
                    <a:pt x="2499662" y="1320295"/>
                  </a:lnTo>
                  <a:cubicBezTo>
                    <a:pt x="2522079" y="1322068"/>
                    <a:pt x="2538817" y="1341683"/>
                    <a:pt x="2537041" y="1364103"/>
                  </a:cubicBezTo>
                  <a:cubicBezTo>
                    <a:pt x="2535266" y="1386521"/>
                    <a:pt x="2515652" y="1403257"/>
                    <a:pt x="2493234" y="1401481"/>
                  </a:cubicBezTo>
                  <a:lnTo>
                    <a:pt x="2353247" y="1405705"/>
                  </a:lnTo>
                  <a:lnTo>
                    <a:pt x="2339167" y="1483310"/>
                  </a:lnTo>
                  <a:lnTo>
                    <a:pt x="2471668" y="1532957"/>
                  </a:lnTo>
                  <a:cubicBezTo>
                    <a:pt x="2493437" y="1538599"/>
                    <a:pt x="2506512" y="1560818"/>
                    <a:pt x="2500873" y="1582589"/>
                  </a:cubicBezTo>
                  <a:cubicBezTo>
                    <a:pt x="2495231" y="1604358"/>
                    <a:pt x="2473010" y="1617436"/>
                    <a:pt x="2451240" y="1611794"/>
                  </a:cubicBezTo>
                  <a:lnTo>
                    <a:pt x="2314998" y="1591988"/>
                  </a:lnTo>
                  <a:lnTo>
                    <a:pt x="2285532" y="1665756"/>
                  </a:lnTo>
                  <a:lnTo>
                    <a:pt x="2407173" y="1737526"/>
                  </a:lnTo>
                  <a:cubicBezTo>
                    <a:pt x="2427634" y="1746863"/>
                    <a:pt x="2436650" y="1771017"/>
                    <a:pt x="2427315" y="1791476"/>
                  </a:cubicBezTo>
                  <a:cubicBezTo>
                    <a:pt x="2417979" y="1811937"/>
                    <a:pt x="2393824" y="1820955"/>
                    <a:pt x="2373363" y="1811618"/>
                  </a:cubicBezTo>
                  <a:lnTo>
                    <a:pt x="2244296" y="1769003"/>
                  </a:lnTo>
                  <a:cubicBezTo>
                    <a:pt x="2232268" y="1792894"/>
                    <a:pt x="2219160" y="1816135"/>
                    <a:pt x="2201195" y="1836322"/>
                  </a:cubicBezTo>
                  <a:lnTo>
                    <a:pt x="2308136" y="1927790"/>
                  </a:lnTo>
                  <a:cubicBezTo>
                    <a:pt x="2326662" y="1940536"/>
                    <a:pt x="2331348" y="1965890"/>
                    <a:pt x="2318603" y="1984416"/>
                  </a:cubicBezTo>
                  <a:cubicBezTo>
                    <a:pt x="2305855" y="2002946"/>
                    <a:pt x="2280501" y="2007632"/>
                    <a:pt x="2261973" y="1994887"/>
                  </a:cubicBezTo>
                  <a:lnTo>
                    <a:pt x="2140578" y="1929597"/>
                  </a:lnTo>
                  <a:cubicBezTo>
                    <a:pt x="2126017" y="1951990"/>
                    <a:pt x="2109111" y="1972541"/>
                    <a:pt x="2088541" y="1989816"/>
                  </a:cubicBezTo>
                  <a:lnTo>
                    <a:pt x="2177561" y="2097965"/>
                  </a:lnTo>
                  <a:cubicBezTo>
                    <a:pt x="2193593" y="2113734"/>
                    <a:pt x="2193807" y="2139515"/>
                    <a:pt x="2178037" y="2155550"/>
                  </a:cubicBezTo>
                  <a:cubicBezTo>
                    <a:pt x="2162268" y="2171583"/>
                    <a:pt x="2136484" y="2171795"/>
                    <a:pt x="2120451" y="2156025"/>
                  </a:cubicBezTo>
                  <a:lnTo>
                    <a:pt x="2011161" y="2069798"/>
                  </a:lnTo>
                  <a:cubicBezTo>
                    <a:pt x="1993817" y="2090196"/>
                    <a:pt x="1973630" y="2107500"/>
                    <a:pt x="1951011" y="2121759"/>
                  </a:cubicBezTo>
                  <a:lnTo>
                    <a:pt x="2019421" y="2242879"/>
                  </a:lnTo>
                  <a:cubicBezTo>
                    <a:pt x="2032474" y="2261194"/>
                    <a:pt x="2028205" y="2286621"/>
                    <a:pt x="2009891" y="2299674"/>
                  </a:cubicBezTo>
                  <a:cubicBezTo>
                    <a:pt x="1991578" y="2312724"/>
                    <a:pt x="1966149" y="2308455"/>
                    <a:pt x="1953098" y="2290141"/>
                  </a:cubicBezTo>
                  <a:lnTo>
                    <a:pt x="1859851" y="2185586"/>
                  </a:lnTo>
                  <a:cubicBezTo>
                    <a:pt x="1839743" y="2203460"/>
                    <a:pt x="1816841" y="2217033"/>
                    <a:pt x="1792668" y="2228350"/>
                  </a:cubicBezTo>
                  <a:lnTo>
                    <a:pt x="1838521" y="2358132"/>
                  </a:lnTo>
                  <a:cubicBezTo>
                    <a:pt x="1848194" y="2378436"/>
                    <a:pt x="1839576" y="2402734"/>
                    <a:pt x="1819273" y="2412408"/>
                  </a:cubicBezTo>
                  <a:cubicBezTo>
                    <a:pt x="1798969" y="2422080"/>
                    <a:pt x="1774669" y="2413464"/>
                    <a:pt x="1764999" y="2393158"/>
                  </a:cubicBezTo>
                  <a:lnTo>
                    <a:pt x="1691031" y="2273527"/>
                  </a:lnTo>
                  <a:lnTo>
                    <a:pt x="1617991" y="2305992"/>
                  </a:lnTo>
                  <a:lnTo>
                    <a:pt x="1640356" y="2440221"/>
                  </a:lnTo>
                  <a:cubicBezTo>
                    <a:pt x="1646353" y="2461896"/>
                    <a:pt x="1633647" y="2484329"/>
                    <a:pt x="1611974" y="2490330"/>
                  </a:cubicBezTo>
                  <a:cubicBezTo>
                    <a:pt x="1590301" y="2496331"/>
                    <a:pt x="1567865" y="2483623"/>
                    <a:pt x="1561865" y="2461948"/>
                  </a:cubicBezTo>
                  <a:lnTo>
                    <a:pt x="1509649" y="2330916"/>
                  </a:lnTo>
                  <a:lnTo>
                    <a:pt x="1432251" y="2348385"/>
                  </a:lnTo>
                  <a:lnTo>
                    <a:pt x="1430944" y="2486652"/>
                  </a:lnTo>
                  <a:cubicBezTo>
                    <a:pt x="1433089" y="2509038"/>
                    <a:pt x="1416678" y="2528925"/>
                    <a:pt x="1394292" y="2531070"/>
                  </a:cubicBezTo>
                  <a:cubicBezTo>
                    <a:pt x="1371905" y="2533216"/>
                    <a:pt x="1352021" y="2516806"/>
                    <a:pt x="1349875" y="2494418"/>
                  </a:cubicBezTo>
                  <a:lnTo>
                    <a:pt x="1321178" y="2356183"/>
                  </a:lnTo>
                  <a:lnTo>
                    <a:pt x="1239478" y="2357937"/>
                  </a:lnTo>
                  <a:lnTo>
                    <a:pt x="1213826" y="2495788"/>
                  </a:lnTo>
                  <a:cubicBezTo>
                    <a:pt x="1212053" y="2518209"/>
                    <a:pt x="1192437" y="2534945"/>
                    <a:pt x="1170018" y="2533169"/>
                  </a:cubicBezTo>
                  <a:cubicBezTo>
                    <a:pt x="1147601" y="2531392"/>
                    <a:pt x="1130864" y="2511779"/>
                    <a:pt x="1132638" y="2489360"/>
                  </a:cubicBezTo>
                  <a:lnTo>
                    <a:pt x="1128406" y="2349083"/>
                  </a:lnTo>
                  <a:lnTo>
                    <a:pt x="1043631" y="2333701"/>
                  </a:lnTo>
                  <a:lnTo>
                    <a:pt x="993350" y="2466192"/>
                  </a:lnTo>
                  <a:cubicBezTo>
                    <a:pt x="987710" y="2487962"/>
                    <a:pt x="965489" y="2501037"/>
                    <a:pt x="943719" y="2495395"/>
                  </a:cubicBezTo>
                  <a:cubicBezTo>
                    <a:pt x="921949" y="2489755"/>
                    <a:pt x="908874" y="2467533"/>
                    <a:pt x="914514" y="2445762"/>
                  </a:cubicBezTo>
                  <a:lnTo>
                    <a:pt x="935216" y="2307457"/>
                  </a:lnTo>
                  <a:lnTo>
                    <a:pt x="862093" y="2278252"/>
                  </a:lnTo>
                  <a:lnTo>
                    <a:pt x="789112" y="2400765"/>
                  </a:lnTo>
                  <a:cubicBezTo>
                    <a:pt x="779777" y="2421223"/>
                    <a:pt x="755621" y="2430242"/>
                    <a:pt x="735160" y="2420908"/>
                  </a:cubicBezTo>
                  <a:cubicBezTo>
                    <a:pt x="714701" y="2411570"/>
                    <a:pt x="705683" y="2387416"/>
                    <a:pt x="715020" y="2366955"/>
                  </a:cubicBezTo>
                  <a:lnTo>
                    <a:pt x="759036" y="2235507"/>
                  </a:lnTo>
                  <a:lnTo>
                    <a:pt x="692833" y="2192481"/>
                  </a:lnTo>
                  <a:lnTo>
                    <a:pt x="599337" y="2300865"/>
                  </a:lnTo>
                  <a:cubicBezTo>
                    <a:pt x="586589" y="2319393"/>
                    <a:pt x="561236" y="2324078"/>
                    <a:pt x="542706" y="2311333"/>
                  </a:cubicBezTo>
                  <a:cubicBezTo>
                    <a:pt x="524180" y="2298587"/>
                    <a:pt x="519494" y="2273233"/>
                    <a:pt x="532239" y="2254706"/>
                  </a:cubicBezTo>
                  <a:lnTo>
                    <a:pt x="599127" y="2131584"/>
                  </a:lnTo>
                  <a:cubicBezTo>
                    <a:pt x="577634" y="2116429"/>
                    <a:pt x="557504" y="2099583"/>
                    <a:pt x="540894" y="2078858"/>
                  </a:cubicBezTo>
                  <a:lnTo>
                    <a:pt x="429791" y="2169528"/>
                  </a:lnTo>
                  <a:cubicBezTo>
                    <a:pt x="414019" y="2185562"/>
                    <a:pt x="388237" y="2185777"/>
                    <a:pt x="372204" y="2170006"/>
                  </a:cubicBezTo>
                  <a:cubicBezTo>
                    <a:pt x="356172" y="2154236"/>
                    <a:pt x="355958" y="2128453"/>
                    <a:pt x="371731" y="2112420"/>
                  </a:cubicBezTo>
                  <a:lnTo>
                    <a:pt x="460407" y="2000990"/>
                  </a:lnTo>
                  <a:cubicBezTo>
                    <a:pt x="440903" y="1983438"/>
                    <a:pt x="424063" y="1963476"/>
                    <a:pt x="410621" y="1940841"/>
                  </a:cubicBezTo>
                  <a:lnTo>
                    <a:pt x="285628" y="2010748"/>
                  </a:lnTo>
                  <a:cubicBezTo>
                    <a:pt x="267312" y="2023800"/>
                    <a:pt x="241885" y="2019532"/>
                    <a:pt x="228834" y="2001218"/>
                  </a:cubicBezTo>
                  <a:cubicBezTo>
                    <a:pt x="215783" y="1982903"/>
                    <a:pt x="220051" y="1957475"/>
                    <a:pt x="238365" y="1944425"/>
                  </a:cubicBezTo>
                  <a:lnTo>
                    <a:pt x="346301" y="1848975"/>
                  </a:lnTo>
                  <a:cubicBezTo>
                    <a:pt x="329215" y="1828996"/>
                    <a:pt x="316096" y="1806485"/>
                    <a:pt x="305688" y="1782475"/>
                  </a:cubicBezTo>
                  <a:lnTo>
                    <a:pt x="171227" y="1829346"/>
                  </a:lnTo>
                  <a:cubicBezTo>
                    <a:pt x="150924" y="1839018"/>
                    <a:pt x="126622" y="1830401"/>
                    <a:pt x="116952" y="1810097"/>
                  </a:cubicBezTo>
                  <a:cubicBezTo>
                    <a:pt x="107280" y="1789795"/>
                    <a:pt x="115896" y="1765494"/>
                    <a:pt x="136199" y="1755822"/>
                  </a:cubicBezTo>
                  <a:lnTo>
                    <a:pt x="260107" y="1679931"/>
                  </a:lnTo>
                  <a:cubicBezTo>
                    <a:pt x="245918" y="1657664"/>
                    <a:pt x="236895" y="1633211"/>
                    <a:pt x="229112" y="1608268"/>
                  </a:cubicBezTo>
                  <a:lnTo>
                    <a:pt x="90064" y="1630833"/>
                  </a:lnTo>
                  <a:cubicBezTo>
                    <a:pt x="68392" y="1636834"/>
                    <a:pt x="45954" y="1624126"/>
                    <a:pt x="39956" y="1602452"/>
                  </a:cubicBezTo>
                  <a:cubicBezTo>
                    <a:pt x="33956" y="1580778"/>
                    <a:pt x="46663" y="1558345"/>
                    <a:pt x="68338" y="1552346"/>
                  </a:cubicBezTo>
                  <a:lnTo>
                    <a:pt x="204402" y="1498783"/>
                  </a:lnTo>
                  <a:lnTo>
                    <a:pt x="187341" y="1423192"/>
                  </a:lnTo>
                  <a:lnTo>
                    <a:pt x="44604" y="1421244"/>
                  </a:lnTo>
                  <a:cubicBezTo>
                    <a:pt x="22218" y="1423388"/>
                    <a:pt x="2333" y="1406978"/>
                    <a:pt x="188" y="1384592"/>
                  </a:cubicBezTo>
                  <a:cubicBezTo>
                    <a:pt x="-1958" y="1362205"/>
                    <a:pt x="14452" y="1342318"/>
                    <a:pt x="36838" y="1340173"/>
                  </a:cubicBezTo>
                  <a:lnTo>
                    <a:pt x="180620" y="1310955"/>
                  </a:lnTo>
                  <a:lnTo>
                    <a:pt x="178957" y="1233486"/>
                  </a:lnTo>
                  <a:lnTo>
                    <a:pt x="41381" y="1207351"/>
                  </a:lnTo>
                  <a:cubicBezTo>
                    <a:pt x="18961" y="1205576"/>
                    <a:pt x="2225" y="1185963"/>
                    <a:pt x="4001" y="1163544"/>
                  </a:cubicBezTo>
                  <a:cubicBezTo>
                    <a:pt x="5776" y="1141124"/>
                    <a:pt x="25391" y="1124389"/>
                    <a:pt x="47810" y="1126165"/>
                  </a:cubicBezTo>
                  <a:lnTo>
                    <a:pt x="188239" y="1122685"/>
                  </a:lnTo>
                  <a:lnTo>
                    <a:pt x="202356" y="1044881"/>
                  </a:lnTo>
                  <a:lnTo>
                    <a:pt x="70345" y="994853"/>
                  </a:lnTo>
                  <a:cubicBezTo>
                    <a:pt x="48576" y="989212"/>
                    <a:pt x="35499" y="966990"/>
                    <a:pt x="41141" y="945221"/>
                  </a:cubicBezTo>
                  <a:cubicBezTo>
                    <a:pt x="46781" y="923449"/>
                    <a:pt x="69003" y="910375"/>
                    <a:pt x="90773" y="916016"/>
                  </a:cubicBezTo>
                  <a:lnTo>
                    <a:pt x="227464" y="936641"/>
                  </a:lnTo>
                  <a:lnTo>
                    <a:pt x="256980" y="862739"/>
                  </a:lnTo>
                  <a:lnTo>
                    <a:pt x="135771" y="790612"/>
                  </a:lnTo>
                  <a:cubicBezTo>
                    <a:pt x="115313" y="781277"/>
                    <a:pt x="106294" y="757123"/>
                    <a:pt x="115630" y="736662"/>
                  </a:cubicBezTo>
                  <a:cubicBezTo>
                    <a:pt x="124966" y="716203"/>
                    <a:pt x="149120" y="707186"/>
                    <a:pt x="169581" y="716520"/>
                  </a:cubicBezTo>
                  <a:lnTo>
                    <a:pt x="298530" y="759866"/>
                  </a:lnTo>
                  <a:lnTo>
                    <a:pt x="342208" y="692654"/>
                  </a:lnTo>
                  <a:lnTo>
                    <a:pt x="235672" y="600840"/>
                  </a:lnTo>
                  <a:cubicBezTo>
                    <a:pt x="217143" y="588091"/>
                    <a:pt x="212458" y="562737"/>
                    <a:pt x="225204" y="544209"/>
                  </a:cubicBezTo>
                  <a:cubicBezTo>
                    <a:pt x="231577" y="534947"/>
                    <a:pt x="241102" y="529142"/>
                    <a:pt x="251352" y="527249"/>
                  </a:cubicBezTo>
                  <a:cubicBezTo>
                    <a:pt x="261599" y="525354"/>
                    <a:pt x="272568" y="527369"/>
                    <a:pt x="281833" y="533742"/>
                  </a:cubicBezTo>
                  <a:lnTo>
                    <a:pt x="402695" y="599584"/>
                  </a:lnTo>
                  <a:cubicBezTo>
                    <a:pt x="417708" y="577423"/>
                    <a:pt x="434761" y="556883"/>
                    <a:pt x="455631" y="539785"/>
                  </a:cubicBezTo>
                  <a:lnTo>
                    <a:pt x="367008" y="431293"/>
                  </a:lnTo>
                  <a:cubicBezTo>
                    <a:pt x="350973" y="415523"/>
                    <a:pt x="350762" y="389740"/>
                    <a:pt x="366532" y="373706"/>
                  </a:cubicBezTo>
                  <a:cubicBezTo>
                    <a:pt x="374417" y="365691"/>
                    <a:pt x="384806" y="361628"/>
                    <a:pt x="395227" y="361544"/>
                  </a:cubicBezTo>
                  <a:cubicBezTo>
                    <a:pt x="405648" y="361458"/>
                    <a:pt x="416102" y="365347"/>
                    <a:pt x="424118" y="373232"/>
                  </a:cubicBezTo>
                  <a:lnTo>
                    <a:pt x="532850" y="459969"/>
                  </a:lnTo>
                  <a:cubicBezTo>
                    <a:pt x="550537" y="439813"/>
                    <a:pt x="570861" y="422553"/>
                    <a:pt x="593794" y="408590"/>
                  </a:cubicBezTo>
                  <a:lnTo>
                    <a:pt x="525789" y="287129"/>
                  </a:lnTo>
                  <a:cubicBezTo>
                    <a:pt x="512738" y="268814"/>
                    <a:pt x="517006" y="243385"/>
                    <a:pt x="535320" y="230335"/>
                  </a:cubicBezTo>
                  <a:cubicBezTo>
                    <a:pt x="544478" y="223811"/>
                    <a:pt x="555414" y="221614"/>
                    <a:pt x="565691" y="223340"/>
                  </a:cubicBezTo>
                  <a:cubicBezTo>
                    <a:pt x="575969" y="225064"/>
                    <a:pt x="585588" y="230711"/>
                    <a:pt x="592113" y="239867"/>
                  </a:cubicBezTo>
                  <a:lnTo>
                    <a:pt x="684772" y="344893"/>
                  </a:lnTo>
                  <a:cubicBezTo>
                    <a:pt x="705124" y="327248"/>
                    <a:pt x="728145" y="313746"/>
                    <a:pt x="752622" y="302863"/>
                  </a:cubicBezTo>
                  <a:lnTo>
                    <a:pt x="707191" y="172728"/>
                  </a:lnTo>
                  <a:cubicBezTo>
                    <a:pt x="697520" y="152425"/>
                    <a:pt x="706137" y="128125"/>
                    <a:pt x="726440" y="118453"/>
                  </a:cubicBezTo>
                  <a:cubicBezTo>
                    <a:pt x="736591" y="113616"/>
                    <a:pt x="747742" y="113354"/>
                    <a:pt x="757566" y="116838"/>
                  </a:cubicBezTo>
                  <a:cubicBezTo>
                    <a:pt x="767387" y="120320"/>
                    <a:pt x="775880" y="127550"/>
                    <a:pt x="780715" y="137702"/>
                  </a:cubicBezTo>
                  <a:lnTo>
                    <a:pt x="854063" y="257770"/>
                  </a:lnTo>
                  <a:cubicBezTo>
                    <a:pt x="876893" y="243169"/>
                    <a:pt x="901978" y="233855"/>
                    <a:pt x="927540" y="225719"/>
                  </a:cubicBezTo>
                  <a:lnTo>
                    <a:pt x="905705" y="91565"/>
                  </a:lnTo>
                  <a:cubicBezTo>
                    <a:pt x="899704" y="69892"/>
                    <a:pt x="912412" y="47456"/>
                    <a:pt x="934087" y="41456"/>
                  </a:cubicBezTo>
                  <a:cubicBezTo>
                    <a:pt x="955760" y="35456"/>
                    <a:pt x="978195" y="48165"/>
                    <a:pt x="984194" y="69838"/>
                  </a:cubicBezTo>
                  <a:lnTo>
                    <a:pt x="1035763" y="201294"/>
                  </a:lnTo>
                  <a:lnTo>
                    <a:pt x="1113481" y="183754"/>
                  </a:lnTo>
                  <a:lnTo>
                    <a:pt x="1115295" y="46107"/>
                  </a:lnTo>
                  <a:cubicBezTo>
                    <a:pt x="1113150" y="23722"/>
                    <a:pt x="1129560" y="3834"/>
                    <a:pt x="1151946" y="1689"/>
                  </a:cubicBezTo>
                  <a:cubicBezTo>
                    <a:pt x="1174334" y="-457"/>
                    <a:pt x="1194221" y="15952"/>
                    <a:pt x="1196364" y="38339"/>
                  </a:cubicBezTo>
                  <a:lnTo>
                    <a:pt x="1224375" y="177006"/>
                  </a:lnTo>
                  <a:lnTo>
                    <a:pt x="1300582" y="175370"/>
                  </a:lnTo>
                  <a:lnTo>
                    <a:pt x="1326769" y="37508"/>
                  </a:lnTo>
                  <a:cubicBezTo>
                    <a:pt x="1328544" y="15091"/>
                    <a:pt x="1348159" y="-1647"/>
                    <a:pt x="1370577" y="129"/>
                  </a:cubicBezTo>
                  <a:close/>
                </a:path>
              </a:pathLst>
            </a:custGeom>
            <a:solidFill>
              <a:schemeClr val="bg2">
                <a:lumMod val="20000"/>
                <a:lumOff val="80000"/>
              </a:schemeClr>
            </a:solidFill>
          </p:spPr>
          <p:txBody>
            <a:bodyPr wrap="square" lIns="72000" tIns="36000" rIns="72000" bIns="36000" rtlCol="0" anchor="ctr">
              <a:noAutofit/>
            </a:bodyPr>
            <a:lstStyle/>
            <a:p>
              <a:pPr marL="0" marR="0" lvl="0" indent="0" defTabSz="307644" eaLnBrk="1" fontAlgn="auto" latinLnBrk="0" hangingPunct="0">
                <a:lnSpc>
                  <a:spcPct val="90000"/>
                </a:lnSpc>
                <a:spcBef>
                  <a:spcPts val="0"/>
                </a:spcBef>
                <a:spcAft>
                  <a:spcPts val="596"/>
                </a:spcAft>
                <a:buClr>
                  <a:srgbClr val="E6513E"/>
                </a:buClr>
                <a:buSzTx/>
                <a:buFontTx/>
                <a:buNone/>
                <a:tabLst/>
                <a:defRPr/>
              </a:pPr>
              <a:endParaRPr kumimoji="0" lang="en-US" sz="1000" b="0" i="0" u="none" strike="noStrike" kern="0" cap="none" spc="0" normalizeH="0" baseline="0" noProof="0">
                <a:ln>
                  <a:noFill/>
                </a:ln>
                <a:solidFill>
                  <a:srgbClr val="A2A6A3"/>
                </a:solidFill>
                <a:effectLst/>
                <a:uLnTx/>
                <a:uFillTx/>
                <a:latin typeface="Arial"/>
                <a:ea typeface="Nokia Pure Text" panose="020B0504040602060303" pitchFamily="34" charset="0"/>
                <a:cs typeface="Nokia Pure Text" panose="020B0504040602060303" pitchFamily="34" charset="0"/>
              </a:endParaRPr>
            </a:p>
          </p:txBody>
        </p:sp>
        <p:sp>
          <p:nvSpPr>
            <p:cNvPr id="175" name="Oval 174">
              <a:extLst>
                <a:ext uri="{FF2B5EF4-FFF2-40B4-BE49-F238E27FC236}">
                  <a16:creationId xmlns:a16="http://schemas.microsoft.com/office/drawing/2014/main" id="{89F03BFE-C236-4922-82F7-087B49D30A97}"/>
                </a:ext>
              </a:extLst>
            </p:cNvPr>
            <p:cNvSpPr/>
            <p:nvPr/>
          </p:nvSpPr>
          <p:spPr>
            <a:xfrm>
              <a:off x="-2938626" y="1467702"/>
              <a:ext cx="1867676" cy="1867676"/>
            </a:xfrm>
            <a:prstGeom prst="ellipse">
              <a:avLst/>
            </a:prstGeom>
            <a:solidFill>
              <a:srgbClr val="FFFFFF">
                <a:alpha val="95000"/>
              </a:srgbClr>
            </a:solidFill>
          </p:spPr>
          <p:txBody>
            <a:bodyPr wrap="square" lIns="72000" tIns="36000" rIns="72000" bIns="36000" rtlCol="0" anchor="ctr">
              <a:noAutofit/>
            </a:bodyPr>
            <a:lstStyle/>
            <a:p>
              <a:pPr marL="0" marR="0" lvl="0" indent="0" defTabSz="307644" eaLnBrk="1" fontAlgn="auto" latinLnBrk="0" hangingPunct="0">
                <a:lnSpc>
                  <a:spcPct val="90000"/>
                </a:lnSpc>
                <a:spcBef>
                  <a:spcPts val="0"/>
                </a:spcBef>
                <a:spcAft>
                  <a:spcPts val="596"/>
                </a:spcAft>
                <a:buClr>
                  <a:srgbClr val="E6513E"/>
                </a:buClr>
                <a:buSzTx/>
                <a:buFontTx/>
                <a:buNone/>
                <a:tabLst/>
                <a:defRPr/>
              </a:pPr>
              <a:endParaRPr kumimoji="0" lang="de-DE" sz="1000" b="0" i="0" u="none" strike="noStrike" kern="0" cap="none" spc="0" normalizeH="0" baseline="0" noProof="0">
                <a:ln>
                  <a:noFill/>
                </a:ln>
                <a:solidFill>
                  <a:srgbClr val="A2A6A3"/>
                </a:solidFill>
                <a:effectLst/>
                <a:uLnTx/>
                <a:uFillTx/>
                <a:latin typeface="Arial"/>
                <a:ea typeface="Nokia Pure Text" panose="020B0504040602060303" pitchFamily="34" charset="0"/>
                <a:cs typeface="Nokia Pure Text" panose="020B0504040602060303" pitchFamily="34" charset="0"/>
                <a:sym typeface="Helvetica Neue" charset="0"/>
              </a:endParaRPr>
            </a:p>
          </p:txBody>
        </p:sp>
      </p:grpSp>
      <p:grpSp>
        <p:nvGrpSpPr>
          <p:cNvPr id="216" name="Group 215">
            <a:extLst>
              <a:ext uri="{FF2B5EF4-FFF2-40B4-BE49-F238E27FC236}">
                <a16:creationId xmlns:a16="http://schemas.microsoft.com/office/drawing/2014/main" id="{1A43B929-554D-4A7B-8E5A-80EC55BE788A}"/>
              </a:ext>
            </a:extLst>
          </p:cNvPr>
          <p:cNvGrpSpPr/>
          <p:nvPr userDrawn="1"/>
        </p:nvGrpSpPr>
        <p:grpSpPr>
          <a:xfrm>
            <a:off x="835284" y="3037763"/>
            <a:ext cx="7323243" cy="930200"/>
            <a:chOff x="835284" y="2776113"/>
            <a:chExt cx="7323243" cy="930200"/>
          </a:xfrm>
          <a:solidFill>
            <a:srgbClr val="FFFF00">
              <a:alpha val="0"/>
            </a:srgbClr>
          </a:solidFill>
        </p:grpSpPr>
        <p:sp>
          <p:nvSpPr>
            <p:cNvPr id="217" name="Rectangle 216">
              <a:extLst>
                <a:ext uri="{FF2B5EF4-FFF2-40B4-BE49-F238E27FC236}">
                  <a16:creationId xmlns:a16="http://schemas.microsoft.com/office/drawing/2014/main" id="{F4C54C83-7333-496B-B1FD-A038969D6F17}"/>
                </a:ext>
              </a:extLst>
            </p:cNvPr>
            <p:cNvSpPr/>
            <p:nvPr/>
          </p:nvSpPr>
          <p:spPr>
            <a:xfrm>
              <a:off x="835284" y="2776113"/>
              <a:ext cx="91275" cy="91275"/>
            </a:xfrm>
            <a:prstGeom prst="rect">
              <a:avLst/>
            </a:prstGeom>
            <a:grpFill/>
            <a:ln>
              <a:noFill/>
              <a:miter lim="800000"/>
            </a:ln>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200">
                <a:latin typeface="+mj-lt"/>
                <a:ea typeface="Nokia Pure Text" panose="020B0504040602060303" pitchFamily="34" charset="0"/>
                <a:cs typeface="Nokia Pure Text" panose="020B0504040602060303" pitchFamily="34" charset="0"/>
                <a:sym typeface="Helvetica Neue" charset="0"/>
              </a:endParaRPr>
            </a:p>
          </p:txBody>
        </p:sp>
        <p:sp>
          <p:nvSpPr>
            <p:cNvPr id="218" name="Rectangle 217">
              <a:extLst>
                <a:ext uri="{FF2B5EF4-FFF2-40B4-BE49-F238E27FC236}">
                  <a16:creationId xmlns:a16="http://schemas.microsoft.com/office/drawing/2014/main" id="{9753EF73-73FD-4C3C-B505-886CFC17D86B}"/>
                </a:ext>
              </a:extLst>
            </p:cNvPr>
            <p:cNvSpPr/>
            <p:nvPr/>
          </p:nvSpPr>
          <p:spPr>
            <a:xfrm>
              <a:off x="932636" y="2776113"/>
              <a:ext cx="91275" cy="91275"/>
            </a:xfrm>
            <a:prstGeom prst="rect">
              <a:avLst/>
            </a:prstGeom>
            <a:grpFill/>
            <a:ln>
              <a:noFill/>
              <a:miter lim="800000"/>
            </a:ln>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200">
                <a:latin typeface="+mj-lt"/>
                <a:ea typeface="Nokia Pure Text" panose="020B0504040602060303" pitchFamily="34" charset="0"/>
                <a:cs typeface="Nokia Pure Text" panose="020B0504040602060303" pitchFamily="34" charset="0"/>
                <a:sym typeface="Helvetica Neue" charset="0"/>
              </a:endParaRPr>
            </a:p>
          </p:txBody>
        </p:sp>
        <p:sp>
          <p:nvSpPr>
            <p:cNvPr id="219" name="Rectangle 218">
              <a:extLst>
                <a:ext uri="{FF2B5EF4-FFF2-40B4-BE49-F238E27FC236}">
                  <a16:creationId xmlns:a16="http://schemas.microsoft.com/office/drawing/2014/main" id="{F3008FAF-F9F3-46BB-9A1A-EA7863C1708C}"/>
                </a:ext>
              </a:extLst>
            </p:cNvPr>
            <p:cNvSpPr/>
            <p:nvPr/>
          </p:nvSpPr>
          <p:spPr>
            <a:xfrm>
              <a:off x="3807075" y="2867539"/>
              <a:ext cx="91275" cy="91275"/>
            </a:xfrm>
            <a:prstGeom prst="rect">
              <a:avLst/>
            </a:prstGeom>
            <a:grpFill/>
            <a:ln>
              <a:noFill/>
              <a:miter lim="800000"/>
            </a:ln>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200">
                <a:latin typeface="+mj-lt"/>
                <a:ea typeface="Nokia Pure Text" panose="020B0504040602060303" pitchFamily="34" charset="0"/>
                <a:cs typeface="Nokia Pure Text" panose="020B0504040602060303" pitchFamily="34" charset="0"/>
                <a:sym typeface="Helvetica Neue" charset="0"/>
              </a:endParaRPr>
            </a:p>
          </p:txBody>
        </p:sp>
        <p:sp>
          <p:nvSpPr>
            <p:cNvPr id="220" name="Rectangle 219">
              <a:extLst>
                <a:ext uri="{FF2B5EF4-FFF2-40B4-BE49-F238E27FC236}">
                  <a16:creationId xmlns:a16="http://schemas.microsoft.com/office/drawing/2014/main" id="{F451F53B-D6CF-4967-A6EC-E0D90C6B7B98}"/>
                </a:ext>
              </a:extLst>
            </p:cNvPr>
            <p:cNvSpPr/>
            <p:nvPr/>
          </p:nvSpPr>
          <p:spPr>
            <a:xfrm>
              <a:off x="5580382" y="3615038"/>
              <a:ext cx="91275" cy="91275"/>
            </a:xfrm>
            <a:prstGeom prst="rect">
              <a:avLst/>
            </a:prstGeom>
            <a:grpFill/>
            <a:ln>
              <a:noFill/>
              <a:miter lim="800000"/>
            </a:ln>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200">
                <a:latin typeface="+mj-lt"/>
                <a:ea typeface="Nokia Pure Text" panose="020B0504040602060303" pitchFamily="34" charset="0"/>
                <a:cs typeface="Nokia Pure Text" panose="020B0504040602060303" pitchFamily="34" charset="0"/>
                <a:sym typeface="Helvetica Neue" charset="0"/>
              </a:endParaRPr>
            </a:p>
          </p:txBody>
        </p:sp>
        <p:sp>
          <p:nvSpPr>
            <p:cNvPr id="221" name="Rectangle 220">
              <a:extLst>
                <a:ext uri="{FF2B5EF4-FFF2-40B4-BE49-F238E27FC236}">
                  <a16:creationId xmlns:a16="http://schemas.microsoft.com/office/drawing/2014/main" id="{C6E33EE7-6F54-40B1-AEBF-10290302C559}"/>
                </a:ext>
              </a:extLst>
            </p:cNvPr>
            <p:cNvSpPr/>
            <p:nvPr/>
          </p:nvSpPr>
          <p:spPr>
            <a:xfrm>
              <a:off x="8067252" y="3615038"/>
              <a:ext cx="91275" cy="91275"/>
            </a:xfrm>
            <a:prstGeom prst="rect">
              <a:avLst/>
            </a:prstGeom>
            <a:grpFill/>
            <a:ln>
              <a:noFill/>
              <a:miter lim="800000"/>
            </a:ln>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200">
                <a:latin typeface="+mj-lt"/>
                <a:ea typeface="Nokia Pure Text" panose="020B0504040602060303" pitchFamily="34" charset="0"/>
                <a:cs typeface="Nokia Pure Text" panose="020B0504040602060303" pitchFamily="34" charset="0"/>
                <a:sym typeface="Helvetica Neue" charset="0"/>
              </a:endParaRPr>
            </a:p>
          </p:txBody>
        </p:sp>
        <p:sp>
          <p:nvSpPr>
            <p:cNvPr id="222" name="Rectangle 221">
              <a:extLst>
                <a:ext uri="{FF2B5EF4-FFF2-40B4-BE49-F238E27FC236}">
                  <a16:creationId xmlns:a16="http://schemas.microsoft.com/office/drawing/2014/main" id="{ACDCEC28-C584-4CA2-BFC2-B79B571AF2D9}"/>
                </a:ext>
              </a:extLst>
            </p:cNvPr>
            <p:cNvSpPr/>
            <p:nvPr/>
          </p:nvSpPr>
          <p:spPr>
            <a:xfrm>
              <a:off x="7776687" y="3615038"/>
              <a:ext cx="91275" cy="91275"/>
            </a:xfrm>
            <a:prstGeom prst="rect">
              <a:avLst/>
            </a:prstGeom>
            <a:grpFill/>
            <a:ln>
              <a:noFill/>
              <a:miter lim="800000"/>
            </a:ln>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200">
                <a:latin typeface="+mj-lt"/>
                <a:ea typeface="Nokia Pure Text" panose="020B0504040602060303" pitchFamily="34" charset="0"/>
                <a:cs typeface="Nokia Pure Text" panose="020B0504040602060303" pitchFamily="34" charset="0"/>
                <a:sym typeface="Helvetica Neue" charset="0"/>
              </a:endParaRPr>
            </a:p>
          </p:txBody>
        </p:sp>
      </p:grpSp>
      <p:cxnSp>
        <p:nvCxnSpPr>
          <p:cNvPr id="223" name="Connector: Elbow 222">
            <a:extLst>
              <a:ext uri="{FF2B5EF4-FFF2-40B4-BE49-F238E27FC236}">
                <a16:creationId xmlns:a16="http://schemas.microsoft.com/office/drawing/2014/main" id="{00484C6F-2A37-4226-AF0B-5A7A5642633C}"/>
              </a:ext>
            </a:extLst>
          </p:cNvPr>
          <p:cNvCxnSpPr>
            <a:cxnSpLocks/>
          </p:cNvCxnSpPr>
          <p:nvPr userDrawn="1"/>
        </p:nvCxnSpPr>
        <p:spPr>
          <a:xfrm rot="5400000" flipH="1">
            <a:off x="5266499" y="1464126"/>
            <a:ext cx="747499" cy="4260177"/>
          </a:xfrm>
          <a:prstGeom prst="bentConnector3">
            <a:avLst>
              <a:gd name="adj1" fmla="val -23785"/>
            </a:avLst>
          </a:prstGeom>
          <a:solidFill>
            <a:srgbClr val="FFFF00">
              <a:alpha val="61000"/>
            </a:srgbClr>
          </a:solidFill>
          <a:ln w="19050" cap="flat" cmpd="sng">
            <a:solidFill>
              <a:schemeClr val="bg2"/>
            </a:solidFill>
            <a:prstDash val="sysDash"/>
            <a:miter lim="800000"/>
            <a:tailEnd type="arrow" w="sm" len="sm"/>
          </a:ln>
          <a:effectLst/>
        </p:spPr>
        <p:style>
          <a:lnRef idx="2">
            <a:schemeClr val="accent1"/>
          </a:lnRef>
          <a:fillRef idx="0">
            <a:schemeClr val="accent1"/>
          </a:fillRef>
          <a:effectRef idx="1">
            <a:schemeClr val="accent1"/>
          </a:effectRef>
          <a:fontRef idx="minor">
            <a:schemeClr val="tx1"/>
          </a:fontRef>
        </p:style>
      </p:cxnSp>
      <p:cxnSp>
        <p:nvCxnSpPr>
          <p:cNvPr id="224" name="Connector: Elbow 223">
            <a:extLst>
              <a:ext uri="{FF2B5EF4-FFF2-40B4-BE49-F238E27FC236}">
                <a16:creationId xmlns:a16="http://schemas.microsoft.com/office/drawing/2014/main" id="{CF8A46A9-7725-4902-B2B9-17BE35D63D2A}"/>
              </a:ext>
            </a:extLst>
          </p:cNvPr>
          <p:cNvCxnSpPr>
            <a:cxnSpLocks/>
            <a:stCxn id="222" idx="2"/>
            <a:endCxn id="217" idx="2"/>
          </p:cNvCxnSpPr>
          <p:nvPr userDrawn="1"/>
        </p:nvCxnSpPr>
        <p:spPr>
          <a:xfrm rot="5400000" flipH="1">
            <a:off x="3932161" y="77800"/>
            <a:ext cx="838925" cy="6941403"/>
          </a:xfrm>
          <a:prstGeom prst="bentConnector3">
            <a:avLst>
              <a:gd name="adj1" fmla="val -33661"/>
            </a:avLst>
          </a:prstGeom>
          <a:solidFill>
            <a:srgbClr val="FFFF00">
              <a:alpha val="61000"/>
            </a:srgbClr>
          </a:solidFill>
          <a:ln w="25400" cap="flat" cmpd="sng">
            <a:solidFill>
              <a:schemeClr val="bg2"/>
            </a:solidFill>
            <a:miter lim="800000"/>
            <a:tailEnd type="arrow" w="sm" len="sm"/>
          </a:ln>
          <a:effectLst/>
        </p:spPr>
        <p:style>
          <a:lnRef idx="2">
            <a:schemeClr val="accent1"/>
          </a:lnRef>
          <a:fillRef idx="0">
            <a:schemeClr val="accent1"/>
          </a:fillRef>
          <a:effectRef idx="1">
            <a:schemeClr val="accent1"/>
          </a:effectRef>
          <a:fontRef idx="minor">
            <a:schemeClr val="tx1"/>
          </a:fontRef>
        </p:style>
      </p:cxnSp>
      <p:cxnSp>
        <p:nvCxnSpPr>
          <p:cNvPr id="225" name="Connector: Elbow 224">
            <a:extLst>
              <a:ext uri="{FF2B5EF4-FFF2-40B4-BE49-F238E27FC236}">
                <a16:creationId xmlns:a16="http://schemas.microsoft.com/office/drawing/2014/main" id="{EAB012B7-6655-4F7D-8534-8050E3602A11}"/>
              </a:ext>
            </a:extLst>
          </p:cNvPr>
          <p:cNvCxnSpPr>
            <a:cxnSpLocks/>
            <a:stCxn id="220" idx="2"/>
            <a:endCxn id="218" idx="2"/>
          </p:cNvCxnSpPr>
          <p:nvPr userDrawn="1"/>
        </p:nvCxnSpPr>
        <p:spPr>
          <a:xfrm rot="5400000" flipH="1">
            <a:off x="2882684" y="1224628"/>
            <a:ext cx="838925" cy="4647746"/>
          </a:xfrm>
          <a:prstGeom prst="bentConnector3">
            <a:avLst>
              <a:gd name="adj1" fmla="val -27249"/>
            </a:avLst>
          </a:prstGeom>
          <a:solidFill>
            <a:srgbClr val="FFFF00">
              <a:alpha val="61000"/>
            </a:srgbClr>
          </a:solidFill>
          <a:ln w="25400" cap="flat" cmpd="sng">
            <a:solidFill>
              <a:schemeClr val="tx2"/>
            </a:solidFill>
            <a:miter lim="800000"/>
            <a:tailEnd type="arrow" w="sm" len="sm"/>
          </a:ln>
          <a:effectLst/>
        </p:spPr>
        <p:style>
          <a:lnRef idx="2">
            <a:schemeClr val="accent1"/>
          </a:lnRef>
          <a:fillRef idx="0">
            <a:schemeClr val="accent1"/>
          </a:fillRef>
          <a:effectRef idx="1">
            <a:schemeClr val="accent1"/>
          </a:effectRef>
          <a:fontRef idx="minor">
            <a:schemeClr val="tx1"/>
          </a:fontRef>
        </p:style>
      </p:cxnSp>
      <p:sp>
        <p:nvSpPr>
          <p:cNvPr id="226" name="TextBox 225">
            <a:extLst>
              <a:ext uri="{FF2B5EF4-FFF2-40B4-BE49-F238E27FC236}">
                <a16:creationId xmlns:a16="http://schemas.microsoft.com/office/drawing/2014/main" id="{F8C783C4-91FC-4933-AC53-E8C35D0656DD}"/>
              </a:ext>
            </a:extLst>
          </p:cNvPr>
          <p:cNvSpPr txBox="1"/>
          <p:nvPr userDrawn="1"/>
        </p:nvSpPr>
        <p:spPr>
          <a:xfrm>
            <a:off x="1855196" y="3472339"/>
            <a:ext cx="1396784" cy="193899"/>
          </a:xfrm>
          <a:prstGeom prst="rect">
            <a:avLst/>
          </a:prstGeom>
          <a:noFill/>
        </p:spPr>
        <p:txBody>
          <a:bodyPr wrap="none" lIns="36000" tIns="0" rIns="36000" bIns="0">
            <a:spAutoFit/>
          </a:bodyPr>
          <a:lstStyle/>
          <a:p>
            <a:pPr algn="ctr" defTabSz="307644" hangingPunct="0">
              <a:lnSpc>
                <a:spcPct val="90000"/>
              </a:lnSpc>
              <a:spcAft>
                <a:spcPts val="596"/>
              </a:spcAft>
              <a:buClr>
                <a:srgbClr val="E6513E"/>
              </a:buClr>
            </a:pPr>
            <a:r>
              <a:rPr lang="en-US" sz="1400">
                <a:solidFill>
                  <a:schemeClr val="bg2">
                    <a:lumMod val="20000"/>
                    <a:lumOff val="80000"/>
                  </a:schemeClr>
                </a:solidFill>
                <a:ea typeface="Nokia Pure Text" panose="020B0504040602060303" pitchFamily="34" charset="0"/>
                <a:cs typeface="Nokia Pure Text" panose="020B0504040602060303" pitchFamily="34" charset="0"/>
                <a:sym typeface="Helvetica Neue" charset="0"/>
              </a:rPr>
              <a:t>Open House Engine</a:t>
            </a:r>
          </a:p>
        </p:txBody>
      </p:sp>
      <p:sp>
        <p:nvSpPr>
          <p:cNvPr id="227" name="Freeform: Shape 226">
            <a:extLst>
              <a:ext uri="{FF2B5EF4-FFF2-40B4-BE49-F238E27FC236}">
                <a16:creationId xmlns:a16="http://schemas.microsoft.com/office/drawing/2014/main" id="{27658CA6-5B90-426E-9492-20B02B9F5086}"/>
              </a:ext>
            </a:extLst>
          </p:cNvPr>
          <p:cNvSpPr>
            <a:spLocks noChangeAspect="1"/>
          </p:cNvSpPr>
          <p:nvPr userDrawn="1"/>
        </p:nvSpPr>
        <p:spPr>
          <a:xfrm>
            <a:off x="4224282" y="1658143"/>
            <a:ext cx="2058482" cy="2055338"/>
          </a:xfrm>
          <a:custGeom>
            <a:avLst/>
            <a:gdLst>
              <a:gd name="connsiteX0" fmla="*/ 860885 w 2537170"/>
              <a:gd name="connsiteY0" fmla="*/ 1437939 h 2533298"/>
              <a:gd name="connsiteX1" fmla="*/ 402545 w 2537170"/>
              <a:gd name="connsiteY1" fmla="*/ 1560751 h 2533298"/>
              <a:gd name="connsiteX2" fmla="*/ 1259461 w 2537170"/>
              <a:gd name="connsiteY2" fmla="*/ 2176428 h 2533298"/>
              <a:gd name="connsiteX3" fmla="*/ 1852888 w 2537170"/>
              <a:gd name="connsiteY3" fmla="*/ 1951120 h 2533298"/>
              <a:gd name="connsiteX4" fmla="*/ 1513851 w 2537170"/>
              <a:gd name="connsiteY4" fmla="*/ 1612087 h 2533298"/>
              <a:gd name="connsiteX5" fmla="*/ 1477444 w 2537170"/>
              <a:gd name="connsiteY5" fmla="*/ 1644201 h 2533298"/>
              <a:gd name="connsiteX6" fmla="*/ 881909 w 2537170"/>
              <a:gd name="connsiteY6" fmla="*/ 1484630 h 2533298"/>
              <a:gd name="connsiteX7" fmla="*/ 1259461 w 2537170"/>
              <a:gd name="connsiteY7" fmla="*/ 986252 h 2533298"/>
              <a:gd name="connsiteX8" fmla="*/ 979064 w 2537170"/>
              <a:gd name="connsiteY8" fmla="*/ 1266649 h 2533298"/>
              <a:gd name="connsiteX9" fmla="*/ 1259461 w 2537170"/>
              <a:gd name="connsiteY9" fmla="*/ 1547047 h 2533298"/>
              <a:gd name="connsiteX10" fmla="*/ 1539859 w 2537170"/>
              <a:gd name="connsiteY10" fmla="*/ 1266649 h 2533298"/>
              <a:gd name="connsiteX11" fmla="*/ 1259461 w 2537170"/>
              <a:gd name="connsiteY11" fmla="*/ 986252 h 2533298"/>
              <a:gd name="connsiteX12" fmla="*/ 1548911 w 2537170"/>
              <a:gd name="connsiteY12" fmla="*/ 408290 h 2533298"/>
              <a:gd name="connsiteX13" fmla="*/ 1426040 w 2537170"/>
              <a:gd name="connsiteY13" fmla="*/ 866853 h 2533298"/>
              <a:gd name="connsiteX14" fmla="*/ 1637017 w 2537170"/>
              <a:gd name="connsiteY14" fmla="*/ 1048669 h 2533298"/>
              <a:gd name="connsiteX15" fmla="*/ 1603283 w 2537170"/>
              <a:gd name="connsiteY15" fmla="*/ 1533201 h 2533298"/>
              <a:gd name="connsiteX16" fmla="*/ 1937706 w 2537170"/>
              <a:gd name="connsiteY16" fmla="*/ 1867622 h 2533298"/>
              <a:gd name="connsiteX17" fmla="*/ 2169239 w 2537170"/>
              <a:gd name="connsiteY17" fmla="*/ 1266649 h 2533298"/>
              <a:gd name="connsiteX18" fmla="*/ 1548911 w 2537170"/>
              <a:gd name="connsiteY18" fmla="*/ 408290 h 2533298"/>
              <a:gd name="connsiteX19" fmla="*/ 1259461 w 2537170"/>
              <a:gd name="connsiteY19" fmla="*/ 356871 h 2533298"/>
              <a:gd name="connsiteX20" fmla="*/ 349683 w 2537170"/>
              <a:gd name="connsiteY20" fmla="*/ 1266649 h 2533298"/>
              <a:gd name="connsiteX21" fmla="*/ 367847 w 2537170"/>
              <a:gd name="connsiteY21" fmla="*/ 1446833 h 2533298"/>
              <a:gd name="connsiteX22" fmla="*/ 827444 w 2537170"/>
              <a:gd name="connsiteY22" fmla="*/ 1323684 h 2533298"/>
              <a:gd name="connsiteX23" fmla="*/ 1041485 w 2537170"/>
              <a:gd name="connsiteY23" fmla="*/ 889097 h 2533298"/>
              <a:gd name="connsiteX24" fmla="*/ 1289805 w 2537170"/>
              <a:gd name="connsiteY24" fmla="*/ 831703 h 2533298"/>
              <a:gd name="connsiteX25" fmla="*/ 1311143 w 2537170"/>
              <a:gd name="connsiteY25" fmla="*/ 835808 h 2533298"/>
              <a:gd name="connsiteX26" fmla="*/ 1434739 w 2537170"/>
              <a:gd name="connsiteY26" fmla="*/ 374541 h 2533298"/>
              <a:gd name="connsiteX27" fmla="*/ 1259461 w 2537170"/>
              <a:gd name="connsiteY27" fmla="*/ 356871 h 2533298"/>
              <a:gd name="connsiteX28" fmla="*/ 1268585 w 2537170"/>
              <a:gd name="connsiteY28" fmla="*/ 293382 h 2533298"/>
              <a:gd name="connsiteX29" fmla="*/ 2241854 w 2537170"/>
              <a:gd name="connsiteY29" fmla="*/ 1266650 h 2533298"/>
              <a:gd name="connsiteX30" fmla="*/ 1268585 w 2537170"/>
              <a:gd name="connsiteY30" fmla="*/ 2239918 h 2533298"/>
              <a:gd name="connsiteX31" fmla="*/ 295316 w 2537170"/>
              <a:gd name="connsiteY31" fmla="*/ 1266650 h 2533298"/>
              <a:gd name="connsiteX32" fmla="*/ 1268585 w 2537170"/>
              <a:gd name="connsiteY32" fmla="*/ 293382 h 2533298"/>
              <a:gd name="connsiteX33" fmla="*/ 1268585 w 2537170"/>
              <a:gd name="connsiteY33" fmla="*/ 230994 h 2533298"/>
              <a:gd name="connsiteX34" fmla="*/ 232928 w 2537170"/>
              <a:gd name="connsiteY34" fmla="*/ 1266650 h 2533298"/>
              <a:gd name="connsiteX35" fmla="*/ 1268585 w 2537170"/>
              <a:gd name="connsiteY35" fmla="*/ 2302306 h 2533298"/>
              <a:gd name="connsiteX36" fmla="*/ 2304242 w 2537170"/>
              <a:gd name="connsiteY36" fmla="*/ 1266650 h 2533298"/>
              <a:gd name="connsiteX37" fmla="*/ 1268585 w 2537170"/>
              <a:gd name="connsiteY37" fmla="*/ 230994 h 2533298"/>
              <a:gd name="connsiteX38" fmla="*/ 1370577 w 2537170"/>
              <a:gd name="connsiteY38" fmla="*/ 129 h 2533298"/>
              <a:gd name="connsiteX39" fmla="*/ 1407956 w 2537170"/>
              <a:gd name="connsiteY39" fmla="*/ 43937 h 2533298"/>
              <a:gd name="connsiteX40" fmla="*/ 1411431 w 2537170"/>
              <a:gd name="connsiteY40" fmla="*/ 184077 h 2533298"/>
              <a:gd name="connsiteX41" fmla="*/ 1482158 w 2537170"/>
              <a:gd name="connsiteY41" fmla="*/ 196909 h 2533298"/>
              <a:gd name="connsiteX42" fmla="*/ 1531455 w 2537170"/>
              <a:gd name="connsiteY42" fmla="*/ 64872 h 2533298"/>
              <a:gd name="connsiteX43" fmla="*/ 1581088 w 2537170"/>
              <a:gd name="connsiteY43" fmla="*/ 35666 h 2533298"/>
              <a:gd name="connsiteX44" fmla="*/ 1610292 w 2537170"/>
              <a:gd name="connsiteY44" fmla="*/ 85299 h 2533298"/>
              <a:gd name="connsiteX45" fmla="*/ 1590652 w 2537170"/>
              <a:gd name="connsiteY45" fmla="*/ 219957 h 2533298"/>
              <a:gd name="connsiteX46" fmla="*/ 1665197 w 2537170"/>
              <a:gd name="connsiteY46" fmla="*/ 249732 h 2533298"/>
              <a:gd name="connsiteX47" fmla="*/ 1736025 w 2537170"/>
              <a:gd name="connsiteY47" fmla="*/ 129366 h 2533298"/>
              <a:gd name="connsiteX48" fmla="*/ 1789976 w 2537170"/>
              <a:gd name="connsiteY48" fmla="*/ 109225 h 2533298"/>
              <a:gd name="connsiteX49" fmla="*/ 1810118 w 2537170"/>
              <a:gd name="connsiteY49" fmla="*/ 163174 h 2533298"/>
              <a:gd name="connsiteX50" fmla="*/ 1767925 w 2537170"/>
              <a:gd name="connsiteY50" fmla="*/ 290765 h 2533298"/>
              <a:gd name="connsiteX51" fmla="*/ 1836575 w 2537170"/>
              <a:gd name="connsiteY51" fmla="*/ 333544 h 2533298"/>
              <a:gd name="connsiteX52" fmla="*/ 1926288 w 2537170"/>
              <a:gd name="connsiteY52" fmla="*/ 228405 h 2533298"/>
              <a:gd name="connsiteX53" fmla="*/ 1952435 w 2537170"/>
              <a:gd name="connsiteY53" fmla="*/ 211444 h 2533298"/>
              <a:gd name="connsiteX54" fmla="*/ 1982916 w 2537170"/>
              <a:gd name="connsiteY54" fmla="*/ 217939 h 2533298"/>
              <a:gd name="connsiteX55" fmla="*/ 1993385 w 2537170"/>
              <a:gd name="connsiteY55" fmla="*/ 274565 h 2533298"/>
              <a:gd name="connsiteX56" fmla="*/ 1929215 w 2537170"/>
              <a:gd name="connsiteY56" fmla="*/ 393751 h 2533298"/>
              <a:gd name="connsiteX57" fmla="*/ 1990985 w 2537170"/>
              <a:gd name="connsiteY57" fmla="*/ 446006 h 2533298"/>
              <a:gd name="connsiteX58" fmla="*/ 2096463 w 2537170"/>
              <a:gd name="connsiteY58" fmla="*/ 358978 h 2533298"/>
              <a:gd name="connsiteX59" fmla="*/ 2125159 w 2537170"/>
              <a:gd name="connsiteY59" fmla="*/ 346814 h 2533298"/>
              <a:gd name="connsiteX60" fmla="*/ 2154049 w 2537170"/>
              <a:gd name="connsiteY60" fmla="*/ 358503 h 2533298"/>
              <a:gd name="connsiteX61" fmla="*/ 2154524 w 2537170"/>
              <a:gd name="connsiteY61" fmla="*/ 416088 h 2533298"/>
              <a:gd name="connsiteX62" fmla="*/ 2070300 w 2537170"/>
              <a:gd name="connsiteY62" fmla="*/ 522740 h 2533298"/>
              <a:gd name="connsiteX63" fmla="*/ 2123835 w 2537170"/>
              <a:gd name="connsiteY63" fmla="*/ 583690 h 2533298"/>
              <a:gd name="connsiteX64" fmla="*/ 2241379 w 2537170"/>
              <a:gd name="connsiteY64" fmla="*/ 517116 h 2533298"/>
              <a:gd name="connsiteX65" fmla="*/ 2271750 w 2537170"/>
              <a:gd name="connsiteY65" fmla="*/ 510120 h 2533298"/>
              <a:gd name="connsiteX66" fmla="*/ 2298174 w 2537170"/>
              <a:gd name="connsiteY66" fmla="*/ 526648 h 2533298"/>
              <a:gd name="connsiteX67" fmla="*/ 2288641 w 2537170"/>
              <a:gd name="connsiteY67" fmla="*/ 583442 h 2533298"/>
              <a:gd name="connsiteX68" fmla="*/ 2187044 w 2537170"/>
              <a:gd name="connsiteY68" fmla="*/ 673967 h 2533298"/>
              <a:gd name="connsiteX69" fmla="*/ 2231207 w 2537170"/>
              <a:gd name="connsiteY69" fmla="*/ 742498 h 2533298"/>
              <a:gd name="connsiteX70" fmla="*/ 2356634 w 2537170"/>
              <a:gd name="connsiteY70" fmla="*/ 698018 h 2533298"/>
              <a:gd name="connsiteX71" fmla="*/ 2387756 w 2537170"/>
              <a:gd name="connsiteY71" fmla="*/ 696403 h 2533298"/>
              <a:gd name="connsiteX72" fmla="*/ 2410907 w 2537170"/>
              <a:gd name="connsiteY72" fmla="*/ 717268 h 2533298"/>
              <a:gd name="connsiteX73" fmla="*/ 2391659 w 2537170"/>
              <a:gd name="connsiteY73" fmla="*/ 771542 h 2533298"/>
              <a:gd name="connsiteX74" fmla="*/ 2275899 w 2537170"/>
              <a:gd name="connsiteY74" fmla="*/ 843042 h 2533298"/>
              <a:gd name="connsiteX75" fmla="*/ 2309184 w 2537170"/>
              <a:gd name="connsiteY75" fmla="*/ 917923 h 2533298"/>
              <a:gd name="connsiteX76" fmla="*/ 2438723 w 2537170"/>
              <a:gd name="connsiteY76" fmla="*/ 896186 h 2533298"/>
              <a:gd name="connsiteX77" fmla="*/ 2488830 w 2537170"/>
              <a:gd name="connsiteY77" fmla="*/ 924566 h 2533298"/>
              <a:gd name="connsiteX78" fmla="*/ 2460450 w 2537170"/>
              <a:gd name="connsiteY78" fmla="*/ 974674 h 2533298"/>
              <a:gd name="connsiteX79" fmla="*/ 2334042 w 2537170"/>
              <a:gd name="connsiteY79" fmla="*/ 1024982 h 2533298"/>
              <a:gd name="connsiteX80" fmla="*/ 2351989 w 2537170"/>
              <a:gd name="connsiteY80" fmla="*/ 1104495 h 2533298"/>
              <a:gd name="connsiteX81" fmla="*/ 2485152 w 2537170"/>
              <a:gd name="connsiteY81" fmla="*/ 1105597 h 2533298"/>
              <a:gd name="connsiteX82" fmla="*/ 2529571 w 2537170"/>
              <a:gd name="connsiteY82" fmla="*/ 1142247 h 2533298"/>
              <a:gd name="connsiteX83" fmla="*/ 2492921 w 2537170"/>
              <a:gd name="connsiteY83" fmla="*/ 1186666 h 2533298"/>
              <a:gd name="connsiteX84" fmla="*/ 2359802 w 2537170"/>
              <a:gd name="connsiteY84" fmla="*/ 1214237 h 2533298"/>
              <a:gd name="connsiteX85" fmla="*/ 2361526 w 2537170"/>
              <a:gd name="connsiteY85" fmla="*/ 1294592 h 2533298"/>
              <a:gd name="connsiteX86" fmla="*/ 2499662 w 2537170"/>
              <a:gd name="connsiteY86" fmla="*/ 1320295 h 2533298"/>
              <a:gd name="connsiteX87" fmla="*/ 2537041 w 2537170"/>
              <a:gd name="connsiteY87" fmla="*/ 1364103 h 2533298"/>
              <a:gd name="connsiteX88" fmla="*/ 2493234 w 2537170"/>
              <a:gd name="connsiteY88" fmla="*/ 1401481 h 2533298"/>
              <a:gd name="connsiteX89" fmla="*/ 2353247 w 2537170"/>
              <a:gd name="connsiteY89" fmla="*/ 1405705 h 2533298"/>
              <a:gd name="connsiteX90" fmla="*/ 2339167 w 2537170"/>
              <a:gd name="connsiteY90" fmla="*/ 1483310 h 2533298"/>
              <a:gd name="connsiteX91" fmla="*/ 2471668 w 2537170"/>
              <a:gd name="connsiteY91" fmla="*/ 1532957 h 2533298"/>
              <a:gd name="connsiteX92" fmla="*/ 2500873 w 2537170"/>
              <a:gd name="connsiteY92" fmla="*/ 1582589 h 2533298"/>
              <a:gd name="connsiteX93" fmla="*/ 2451240 w 2537170"/>
              <a:gd name="connsiteY93" fmla="*/ 1611794 h 2533298"/>
              <a:gd name="connsiteX94" fmla="*/ 2314998 w 2537170"/>
              <a:gd name="connsiteY94" fmla="*/ 1591988 h 2533298"/>
              <a:gd name="connsiteX95" fmla="*/ 2285532 w 2537170"/>
              <a:gd name="connsiteY95" fmla="*/ 1665756 h 2533298"/>
              <a:gd name="connsiteX96" fmla="*/ 2407173 w 2537170"/>
              <a:gd name="connsiteY96" fmla="*/ 1737526 h 2533298"/>
              <a:gd name="connsiteX97" fmla="*/ 2427315 w 2537170"/>
              <a:gd name="connsiteY97" fmla="*/ 1791476 h 2533298"/>
              <a:gd name="connsiteX98" fmla="*/ 2373363 w 2537170"/>
              <a:gd name="connsiteY98" fmla="*/ 1811618 h 2533298"/>
              <a:gd name="connsiteX99" fmla="*/ 2244296 w 2537170"/>
              <a:gd name="connsiteY99" fmla="*/ 1769003 h 2533298"/>
              <a:gd name="connsiteX100" fmla="*/ 2201195 w 2537170"/>
              <a:gd name="connsiteY100" fmla="*/ 1836322 h 2533298"/>
              <a:gd name="connsiteX101" fmla="*/ 2308136 w 2537170"/>
              <a:gd name="connsiteY101" fmla="*/ 1927790 h 2533298"/>
              <a:gd name="connsiteX102" fmla="*/ 2318603 w 2537170"/>
              <a:gd name="connsiteY102" fmla="*/ 1984416 h 2533298"/>
              <a:gd name="connsiteX103" fmla="*/ 2261973 w 2537170"/>
              <a:gd name="connsiteY103" fmla="*/ 1994887 h 2533298"/>
              <a:gd name="connsiteX104" fmla="*/ 2140578 w 2537170"/>
              <a:gd name="connsiteY104" fmla="*/ 1929597 h 2533298"/>
              <a:gd name="connsiteX105" fmla="*/ 2088541 w 2537170"/>
              <a:gd name="connsiteY105" fmla="*/ 1989816 h 2533298"/>
              <a:gd name="connsiteX106" fmla="*/ 2177561 w 2537170"/>
              <a:gd name="connsiteY106" fmla="*/ 2097965 h 2533298"/>
              <a:gd name="connsiteX107" fmla="*/ 2178037 w 2537170"/>
              <a:gd name="connsiteY107" fmla="*/ 2155550 h 2533298"/>
              <a:gd name="connsiteX108" fmla="*/ 2120451 w 2537170"/>
              <a:gd name="connsiteY108" fmla="*/ 2156025 h 2533298"/>
              <a:gd name="connsiteX109" fmla="*/ 2011161 w 2537170"/>
              <a:gd name="connsiteY109" fmla="*/ 2069798 h 2533298"/>
              <a:gd name="connsiteX110" fmla="*/ 1951011 w 2537170"/>
              <a:gd name="connsiteY110" fmla="*/ 2121759 h 2533298"/>
              <a:gd name="connsiteX111" fmla="*/ 2019421 w 2537170"/>
              <a:gd name="connsiteY111" fmla="*/ 2242879 h 2533298"/>
              <a:gd name="connsiteX112" fmla="*/ 2009891 w 2537170"/>
              <a:gd name="connsiteY112" fmla="*/ 2299674 h 2533298"/>
              <a:gd name="connsiteX113" fmla="*/ 1953098 w 2537170"/>
              <a:gd name="connsiteY113" fmla="*/ 2290141 h 2533298"/>
              <a:gd name="connsiteX114" fmla="*/ 1859851 w 2537170"/>
              <a:gd name="connsiteY114" fmla="*/ 2185586 h 2533298"/>
              <a:gd name="connsiteX115" fmla="*/ 1792668 w 2537170"/>
              <a:gd name="connsiteY115" fmla="*/ 2228350 h 2533298"/>
              <a:gd name="connsiteX116" fmla="*/ 1838521 w 2537170"/>
              <a:gd name="connsiteY116" fmla="*/ 2358132 h 2533298"/>
              <a:gd name="connsiteX117" fmla="*/ 1819273 w 2537170"/>
              <a:gd name="connsiteY117" fmla="*/ 2412408 h 2533298"/>
              <a:gd name="connsiteX118" fmla="*/ 1764999 w 2537170"/>
              <a:gd name="connsiteY118" fmla="*/ 2393158 h 2533298"/>
              <a:gd name="connsiteX119" fmla="*/ 1691031 w 2537170"/>
              <a:gd name="connsiteY119" fmla="*/ 2273527 h 2533298"/>
              <a:gd name="connsiteX120" fmla="*/ 1617991 w 2537170"/>
              <a:gd name="connsiteY120" fmla="*/ 2305992 h 2533298"/>
              <a:gd name="connsiteX121" fmla="*/ 1640356 w 2537170"/>
              <a:gd name="connsiteY121" fmla="*/ 2440221 h 2533298"/>
              <a:gd name="connsiteX122" fmla="*/ 1611974 w 2537170"/>
              <a:gd name="connsiteY122" fmla="*/ 2490330 h 2533298"/>
              <a:gd name="connsiteX123" fmla="*/ 1561865 w 2537170"/>
              <a:gd name="connsiteY123" fmla="*/ 2461948 h 2533298"/>
              <a:gd name="connsiteX124" fmla="*/ 1509649 w 2537170"/>
              <a:gd name="connsiteY124" fmla="*/ 2330916 h 2533298"/>
              <a:gd name="connsiteX125" fmla="*/ 1432251 w 2537170"/>
              <a:gd name="connsiteY125" fmla="*/ 2348385 h 2533298"/>
              <a:gd name="connsiteX126" fmla="*/ 1430944 w 2537170"/>
              <a:gd name="connsiteY126" fmla="*/ 2486652 h 2533298"/>
              <a:gd name="connsiteX127" fmla="*/ 1394292 w 2537170"/>
              <a:gd name="connsiteY127" fmla="*/ 2531070 h 2533298"/>
              <a:gd name="connsiteX128" fmla="*/ 1349875 w 2537170"/>
              <a:gd name="connsiteY128" fmla="*/ 2494418 h 2533298"/>
              <a:gd name="connsiteX129" fmla="*/ 1321178 w 2537170"/>
              <a:gd name="connsiteY129" fmla="*/ 2356183 h 2533298"/>
              <a:gd name="connsiteX130" fmla="*/ 1239478 w 2537170"/>
              <a:gd name="connsiteY130" fmla="*/ 2357937 h 2533298"/>
              <a:gd name="connsiteX131" fmla="*/ 1213826 w 2537170"/>
              <a:gd name="connsiteY131" fmla="*/ 2495788 h 2533298"/>
              <a:gd name="connsiteX132" fmla="*/ 1170018 w 2537170"/>
              <a:gd name="connsiteY132" fmla="*/ 2533169 h 2533298"/>
              <a:gd name="connsiteX133" fmla="*/ 1132638 w 2537170"/>
              <a:gd name="connsiteY133" fmla="*/ 2489360 h 2533298"/>
              <a:gd name="connsiteX134" fmla="*/ 1128406 w 2537170"/>
              <a:gd name="connsiteY134" fmla="*/ 2349083 h 2533298"/>
              <a:gd name="connsiteX135" fmla="*/ 1043631 w 2537170"/>
              <a:gd name="connsiteY135" fmla="*/ 2333701 h 2533298"/>
              <a:gd name="connsiteX136" fmla="*/ 993350 w 2537170"/>
              <a:gd name="connsiteY136" fmla="*/ 2466192 h 2533298"/>
              <a:gd name="connsiteX137" fmla="*/ 943719 w 2537170"/>
              <a:gd name="connsiteY137" fmla="*/ 2495395 h 2533298"/>
              <a:gd name="connsiteX138" fmla="*/ 914514 w 2537170"/>
              <a:gd name="connsiteY138" fmla="*/ 2445762 h 2533298"/>
              <a:gd name="connsiteX139" fmla="*/ 935216 w 2537170"/>
              <a:gd name="connsiteY139" fmla="*/ 2307457 h 2533298"/>
              <a:gd name="connsiteX140" fmla="*/ 862093 w 2537170"/>
              <a:gd name="connsiteY140" fmla="*/ 2278252 h 2533298"/>
              <a:gd name="connsiteX141" fmla="*/ 789112 w 2537170"/>
              <a:gd name="connsiteY141" fmla="*/ 2400765 h 2533298"/>
              <a:gd name="connsiteX142" fmla="*/ 735160 w 2537170"/>
              <a:gd name="connsiteY142" fmla="*/ 2420908 h 2533298"/>
              <a:gd name="connsiteX143" fmla="*/ 715020 w 2537170"/>
              <a:gd name="connsiteY143" fmla="*/ 2366955 h 2533298"/>
              <a:gd name="connsiteX144" fmla="*/ 759036 w 2537170"/>
              <a:gd name="connsiteY144" fmla="*/ 2235507 h 2533298"/>
              <a:gd name="connsiteX145" fmla="*/ 692833 w 2537170"/>
              <a:gd name="connsiteY145" fmla="*/ 2192481 h 2533298"/>
              <a:gd name="connsiteX146" fmla="*/ 599337 w 2537170"/>
              <a:gd name="connsiteY146" fmla="*/ 2300865 h 2533298"/>
              <a:gd name="connsiteX147" fmla="*/ 542706 w 2537170"/>
              <a:gd name="connsiteY147" fmla="*/ 2311333 h 2533298"/>
              <a:gd name="connsiteX148" fmla="*/ 532239 w 2537170"/>
              <a:gd name="connsiteY148" fmla="*/ 2254706 h 2533298"/>
              <a:gd name="connsiteX149" fmla="*/ 599127 w 2537170"/>
              <a:gd name="connsiteY149" fmla="*/ 2131584 h 2533298"/>
              <a:gd name="connsiteX150" fmla="*/ 540894 w 2537170"/>
              <a:gd name="connsiteY150" fmla="*/ 2078858 h 2533298"/>
              <a:gd name="connsiteX151" fmla="*/ 429791 w 2537170"/>
              <a:gd name="connsiteY151" fmla="*/ 2169528 h 2533298"/>
              <a:gd name="connsiteX152" fmla="*/ 372204 w 2537170"/>
              <a:gd name="connsiteY152" fmla="*/ 2170006 h 2533298"/>
              <a:gd name="connsiteX153" fmla="*/ 371731 w 2537170"/>
              <a:gd name="connsiteY153" fmla="*/ 2112420 h 2533298"/>
              <a:gd name="connsiteX154" fmla="*/ 460407 w 2537170"/>
              <a:gd name="connsiteY154" fmla="*/ 2000990 h 2533298"/>
              <a:gd name="connsiteX155" fmla="*/ 410621 w 2537170"/>
              <a:gd name="connsiteY155" fmla="*/ 1940841 h 2533298"/>
              <a:gd name="connsiteX156" fmla="*/ 285628 w 2537170"/>
              <a:gd name="connsiteY156" fmla="*/ 2010748 h 2533298"/>
              <a:gd name="connsiteX157" fmla="*/ 228834 w 2537170"/>
              <a:gd name="connsiteY157" fmla="*/ 2001218 h 2533298"/>
              <a:gd name="connsiteX158" fmla="*/ 238365 w 2537170"/>
              <a:gd name="connsiteY158" fmla="*/ 1944425 h 2533298"/>
              <a:gd name="connsiteX159" fmla="*/ 346301 w 2537170"/>
              <a:gd name="connsiteY159" fmla="*/ 1848975 h 2533298"/>
              <a:gd name="connsiteX160" fmla="*/ 305688 w 2537170"/>
              <a:gd name="connsiteY160" fmla="*/ 1782475 h 2533298"/>
              <a:gd name="connsiteX161" fmla="*/ 171227 w 2537170"/>
              <a:gd name="connsiteY161" fmla="*/ 1829346 h 2533298"/>
              <a:gd name="connsiteX162" fmla="*/ 116952 w 2537170"/>
              <a:gd name="connsiteY162" fmla="*/ 1810097 h 2533298"/>
              <a:gd name="connsiteX163" fmla="*/ 136199 w 2537170"/>
              <a:gd name="connsiteY163" fmla="*/ 1755822 h 2533298"/>
              <a:gd name="connsiteX164" fmla="*/ 260107 w 2537170"/>
              <a:gd name="connsiteY164" fmla="*/ 1679931 h 2533298"/>
              <a:gd name="connsiteX165" fmla="*/ 229112 w 2537170"/>
              <a:gd name="connsiteY165" fmla="*/ 1608268 h 2533298"/>
              <a:gd name="connsiteX166" fmla="*/ 90064 w 2537170"/>
              <a:gd name="connsiteY166" fmla="*/ 1630833 h 2533298"/>
              <a:gd name="connsiteX167" fmla="*/ 39956 w 2537170"/>
              <a:gd name="connsiteY167" fmla="*/ 1602452 h 2533298"/>
              <a:gd name="connsiteX168" fmla="*/ 68338 w 2537170"/>
              <a:gd name="connsiteY168" fmla="*/ 1552346 h 2533298"/>
              <a:gd name="connsiteX169" fmla="*/ 204402 w 2537170"/>
              <a:gd name="connsiteY169" fmla="*/ 1498783 h 2533298"/>
              <a:gd name="connsiteX170" fmla="*/ 187341 w 2537170"/>
              <a:gd name="connsiteY170" fmla="*/ 1423192 h 2533298"/>
              <a:gd name="connsiteX171" fmla="*/ 44604 w 2537170"/>
              <a:gd name="connsiteY171" fmla="*/ 1421244 h 2533298"/>
              <a:gd name="connsiteX172" fmla="*/ 188 w 2537170"/>
              <a:gd name="connsiteY172" fmla="*/ 1384592 h 2533298"/>
              <a:gd name="connsiteX173" fmla="*/ 36838 w 2537170"/>
              <a:gd name="connsiteY173" fmla="*/ 1340173 h 2533298"/>
              <a:gd name="connsiteX174" fmla="*/ 180620 w 2537170"/>
              <a:gd name="connsiteY174" fmla="*/ 1310955 h 2533298"/>
              <a:gd name="connsiteX175" fmla="*/ 178957 w 2537170"/>
              <a:gd name="connsiteY175" fmla="*/ 1233486 h 2533298"/>
              <a:gd name="connsiteX176" fmla="*/ 41381 w 2537170"/>
              <a:gd name="connsiteY176" fmla="*/ 1207351 h 2533298"/>
              <a:gd name="connsiteX177" fmla="*/ 4001 w 2537170"/>
              <a:gd name="connsiteY177" fmla="*/ 1163544 h 2533298"/>
              <a:gd name="connsiteX178" fmla="*/ 47810 w 2537170"/>
              <a:gd name="connsiteY178" fmla="*/ 1126165 h 2533298"/>
              <a:gd name="connsiteX179" fmla="*/ 188239 w 2537170"/>
              <a:gd name="connsiteY179" fmla="*/ 1122685 h 2533298"/>
              <a:gd name="connsiteX180" fmla="*/ 202356 w 2537170"/>
              <a:gd name="connsiteY180" fmla="*/ 1044881 h 2533298"/>
              <a:gd name="connsiteX181" fmla="*/ 70345 w 2537170"/>
              <a:gd name="connsiteY181" fmla="*/ 994853 h 2533298"/>
              <a:gd name="connsiteX182" fmla="*/ 41141 w 2537170"/>
              <a:gd name="connsiteY182" fmla="*/ 945221 h 2533298"/>
              <a:gd name="connsiteX183" fmla="*/ 90773 w 2537170"/>
              <a:gd name="connsiteY183" fmla="*/ 916016 h 2533298"/>
              <a:gd name="connsiteX184" fmla="*/ 227464 w 2537170"/>
              <a:gd name="connsiteY184" fmla="*/ 936641 h 2533298"/>
              <a:gd name="connsiteX185" fmla="*/ 256980 w 2537170"/>
              <a:gd name="connsiteY185" fmla="*/ 862739 h 2533298"/>
              <a:gd name="connsiteX186" fmla="*/ 135771 w 2537170"/>
              <a:gd name="connsiteY186" fmla="*/ 790612 h 2533298"/>
              <a:gd name="connsiteX187" fmla="*/ 115630 w 2537170"/>
              <a:gd name="connsiteY187" fmla="*/ 736662 h 2533298"/>
              <a:gd name="connsiteX188" fmla="*/ 169581 w 2537170"/>
              <a:gd name="connsiteY188" fmla="*/ 716520 h 2533298"/>
              <a:gd name="connsiteX189" fmla="*/ 298530 w 2537170"/>
              <a:gd name="connsiteY189" fmla="*/ 759866 h 2533298"/>
              <a:gd name="connsiteX190" fmla="*/ 342208 w 2537170"/>
              <a:gd name="connsiteY190" fmla="*/ 692654 h 2533298"/>
              <a:gd name="connsiteX191" fmla="*/ 235672 w 2537170"/>
              <a:gd name="connsiteY191" fmla="*/ 600840 h 2533298"/>
              <a:gd name="connsiteX192" fmla="*/ 225204 w 2537170"/>
              <a:gd name="connsiteY192" fmla="*/ 544209 h 2533298"/>
              <a:gd name="connsiteX193" fmla="*/ 251352 w 2537170"/>
              <a:gd name="connsiteY193" fmla="*/ 527249 h 2533298"/>
              <a:gd name="connsiteX194" fmla="*/ 281833 w 2537170"/>
              <a:gd name="connsiteY194" fmla="*/ 533742 h 2533298"/>
              <a:gd name="connsiteX195" fmla="*/ 402695 w 2537170"/>
              <a:gd name="connsiteY195" fmla="*/ 599584 h 2533298"/>
              <a:gd name="connsiteX196" fmla="*/ 455631 w 2537170"/>
              <a:gd name="connsiteY196" fmla="*/ 539785 h 2533298"/>
              <a:gd name="connsiteX197" fmla="*/ 367008 w 2537170"/>
              <a:gd name="connsiteY197" fmla="*/ 431293 h 2533298"/>
              <a:gd name="connsiteX198" fmla="*/ 366532 w 2537170"/>
              <a:gd name="connsiteY198" fmla="*/ 373706 h 2533298"/>
              <a:gd name="connsiteX199" fmla="*/ 395227 w 2537170"/>
              <a:gd name="connsiteY199" fmla="*/ 361544 h 2533298"/>
              <a:gd name="connsiteX200" fmla="*/ 424118 w 2537170"/>
              <a:gd name="connsiteY200" fmla="*/ 373232 h 2533298"/>
              <a:gd name="connsiteX201" fmla="*/ 532850 w 2537170"/>
              <a:gd name="connsiteY201" fmla="*/ 459969 h 2533298"/>
              <a:gd name="connsiteX202" fmla="*/ 593794 w 2537170"/>
              <a:gd name="connsiteY202" fmla="*/ 408590 h 2533298"/>
              <a:gd name="connsiteX203" fmla="*/ 525789 w 2537170"/>
              <a:gd name="connsiteY203" fmla="*/ 287129 h 2533298"/>
              <a:gd name="connsiteX204" fmla="*/ 535320 w 2537170"/>
              <a:gd name="connsiteY204" fmla="*/ 230335 h 2533298"/>
              <a:gd name="connsiteX205" fmla="*/ 565691 w 2537170"/>
              <a:gd name="connsiteY205" fmla="*/ 223340 h 2533298"/>
              <a:gd name="connsiteX206" fmla="*/ 592113 w 2537170"/>
              <a:gd name="connsiteY206" fmla="*/ 239867 h 2533298"/>
              <a:gd name="connsiteX207" fmla="*/ 684772 w 2537170"/>
              <a:gd name="connsiteY207" fmla="*/ 344893 h 2533298"/>
              <a:gd name="connsiteX208" fmla="*/ 752622 w 2537170"/>
              <a:gd name="connsiteY208" fmla="*/ 302863 h 2533298"/>
              <a:gd name="connsiteX209" fmla="*/ 707191 w 2537170"/>
              <a:gd name="connsiteY209" fmla="*/ 172728 h 2533298"/>
              <a:gd name="connsiteX210" fmla="*/ 726440 w 2537170"/>
              <a:gd name="connsiteY210" fmla="*/ 118453 h 2533298"/>
              <a:gd name="connsiteX211" fmla="*/ 757566 w 2537170"/>
              <a:gd name="connsiteY211" fmla="*/ 116838 h 2533298"/>
              <a:gd name="connsiteX212" fmla="*/ 780715 w 2537170"/>
              <a:gd name="connsiteY212" fmla="*/ 137702 h 2533298"/>
              <a:gd name="connsiteX213" fmla="*/ 854063 w 2537170"/>
              <a:gd name="connsiteY213" fmla="*/ 257770 h 2533298"/>
              <a:gd name="connsiteX214" fmla="*/ 927540 w 2537170"/>
              <a:gd name="connsiteY214" fmla="*/ 225719 h 2533298"/>
              <a:gd name="connsiteX215" fmla="*/ 905705 w 2537170"/>
              <a:gd name="connsiteY215" fmla="*/ 91565 h 2533298"/>
              <a:gd name="connsiteX216" fmla="*/ 934087 w 2537170"/>
              <a:gd name="connsiteY216" fmla="*/ 41456 h 2533298"/>
              <a:gd name="connsiteX217" fmla="*/ 984194 w 2537170"/>
              <a:gd name="connsiteY217" fmla="*/ 69838 h 2533298"/>
              <a:gd name="connsiteX218" fmla="*/ 1035763 w 2537170"/>
              <a:gd name="connsiteY218" fmla="*/ 201294 h 2533298"/>
              <a:gd name="connsiteX219" fmla="*/ 1113481 w 2537170"/>
              <a:gd name="connsiteY219" fmla="*/ 183754 h 2533298"/>
              <a:gd name="connsiteX220" fmla="*/ 1115295 w 2537170"/>
              <a:gd name="connsiteY220" fmla="*/ 46107 h 2533298"/>
              <a:gd name="connsiteX221" fmla="*/ 1151946 w 2537170"/>
              <a:gd name="connsiteY221" fmla="*/ 1689 h 2533298"/>
              <a:gd name="connsiteX222" fmla="*/ 1196364 w 2537170"/>
              <a:gd name="connsiteY222" fmla="*/ 38339 h 2533298"/>
              <a:gd name="connsiteX223" fmla="*/ 1224375 w 2537170"/>
              <a:gd name="connsiteY223" fmla="*/ 177006 h 2533298"/>
              <a:gd name="connsiteX224" fmla="*/ 1300582 w 2537170"/>
              <a:gd name="connsiteY224" fmla="*/ 175370 h 2533298"/>
              <a:gd name="connsiteX225" fmla="*/ 1326769 w 2537170"/>
              <a:gd name="connsiteY225" fmla="*/ 37508 h 2533298"/>
              <a:gd name="connsiteX226" fmla="*/ 1370577 w 2537170"/>
              <a:gd name="connsiteY226" fmla="*/ 129 h 2533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2537170" h="2533298">
                <a:moveTo>
                  <a:pt x="860885" y="1437939"/>
                </a:moveTo>
                <a:lnTo>
                  <a:pt x="402545" y="1560751"/>
                </a:lnTo>
                <a:cubicBezTo>
                  <a:pt x="521370" y="1919512"/>
                  <a:pt x="860412" y="2176428"/>
                  <a:pt x="1259461" y="2176428"/>
                </a:cubicBezTo>
                <a:cubicBezTo>
                  <a:pt x="1487421" y="2176428"/>
                  <a:pt x="1695797" y="2092587"/>
                  <a:pt x="1852888" y="1951120"/>
                </a:cubicBezTo>
                <a:lnTo>
                  <a:pt x="1513851" y="1612087"/>
                </a:lnTo>
                <a:cubicBezTo>
                  <a:pt x="1505121" y="1627182"/>
                  <a:pt x="1491598" y="1636027"/>
                  <a:pt x="1477444" y="1644201"/>
                </a:cubicBezTo>
                <a:cubicBezTo>
                  <a:pt x="1268926" y="1764588"/>
                  <a:pt x="1002297" y="1693146"/>
                  <a:pt x="881909" y="1484630"/>
                </a:cubicBezTo>
                <a:close/>
                <a:moveTo>
                  <a:pt x="1259461" y="986252"/>
                </a:moveTo>
                <a:cubicBezTo>
                  <a:pt x="1104601" y="986252"/>
                  <a:pt x="979064" y="1111789"/>
                  <a:pt x="979064" y="1266649"/>
                </a:cubicBezTo>
                <a:cubicBezTo>
                  <a:pt x="979064" y="1421509"/>
                  <a:pt x="1104601" y="1547047"/>
                  <a:pt x="1259461" y="1547047"/>
                </a:cubicBezTo>
                <a:cubicBezTo>
                  <a:pt x="1414321" y="1547047"/>
                  <a:pt x="1539859" y="1421509"/>
                  <a:pt x="1539859" y="1266649"/>
                </a:cubicBezTo>
                <a:cubicBezTo>
                  <a:pt x="1539859" y="1111789"/>
                  <a:pt x="1414321" y="986252"/>
                  <a:pt x="1259461" y="986252"/>
                </a:cubicBezTo>
                <a:close/>
                <a:moveTo>
                  <a:pt x="1548911" y="408290"/>
                </a:moveTo>
                <a:lnTo>
                  <a:pt x="1426040" y="866853"/>
                </a:lnTo>
                <a:cubicBezTo>
                  <a:pt x="1512471" y="899678"/>
                  <a:pt x="1587244" y="962457"/>
                  <a:pt x="1637017" y="1048669"/>
                </a:cubicBezTo>
                <a:cubicBezTo>
                  <a:pt x="1728232" y="1206659"/>
                  <a:pt x="1709320" y="1398010"/>
                  <a:pt x="1603283" y="1533201"/>
                </a:cubicBezTo>
                <a:lnTo>
                  <a:pt x="1937706" y="1867622"/>
                </a:lnTo>
                <a:cubicBezTo>
                  <a:pt x="2082783" y="1709435"/>
                  <a:pt x="2169239" y="1498137"/>
                  <a:pt x="2169239" y="1266649"/>
                </a:cubicBezTo>
                <a:cubicBezTo>
                  <a:pt x="2169239" y="865881"/>
                  <a:pt x="1910103" y="525635"/>
                  <a:pt x="1548911" y="408290"/>
                </a:cubicBezTo>
                <a:close/>
                <a:moveTo>
                  <a:pt x="1259461" y="356871"/>
                </a:moveTo>
                <a:cubicBezTo>
                  <a:pt x="757005" y="356871"/>
                  <a:pt x="349683" y="764193"/>
                  <a:pt x="349683" y="1266649"/>
                </a:cubicBezTo>
                <a:lnTo>
                  <a:pt x="367847" y="1446833"/>
                </a:lnTo>
                <a:lnTo>
                  <a:pt x="827444" y="1323684"/>
                </a:lnTo>
                <a:cubicBezTo>
                  <a:pt x="804815" y="1154114"/>
                  <a:pt x="884110" y="979957"/>
                  <a:pt x="1041485" y="889097"/>
                </a:cubicBezTo>
                <a:cubicBezTo>
                  <a:pt x="1119677" y="843951"/>
                  <a:pt x="1206043" y="825783"/>
                  <a:pt x="1289805" y="831703"/>
                </a:cubicBezTo>
                <a:lnTo>
                  <a:pt x="1311143" y="835808"/>
                </a:lnTo>
                <a:lnTo>
                  <a:pt x="1434739" y="374541"/>
                </a:lnTo>
                <a:cubicBezTo>
                  <a:pt x="1378126" y="362680"/>
                  <a:pt x="1319472" y="356871"/>
                  <a:pt x="1259461" y="356871"/>
                </a:cubicBezTo>
                <a:close/>
                <a:moveTo>
                  <a:pt x="1268585" y="293382"/>
                </a:moveTo>
                <a:cubicBezTo>
                  <a:pt x="1806107" y="293382"/>
                  <a:pt x="2241854" y="729129"/>
                  <a:pt x="2241854" y="1266650"/>
                </a:cubicBezTo>
                <a:cubicBezTo>
                  <a:pt x="2241854" y="1804171"/>
                  <a:pt x="1806107" y="2239918"/>
                  <a:pt x="1268585" y="2239918"/>
                </a:cubicBezTo>
                <a:cubicBezTo>
                  <a:pt x="731063" y="2239918"/>
                  <a:pt x="295316" y="1804171"/>
                  <a:pt x="295316" y="1266650"/>
                </a:cubicBezTo>
                <a:cubicBezTo>
                  <a:pt x="295316" y="729129"/>
                  <a:pt x="731063" y="293382"/>
                  <a:pt x="1268585" y="293382"/>
                </a:cubicBezTo>
                <a:close/>
                <a:moveTo>
                  <a:pt x="1268585" y="230994"/>
                </a:moveTo>
                <a:cubicBezTo>
                  <a:pt x="696607" y="230994"/>
                  <a:pt x="232928" y="694673"/>
                  <a:pt x="232928" y="1266650"/>
                </a:cubicBezTo>
                <a:cubicBezTo>
                  <a:pt x="232928" y="1838627"/>
                  <a:pt x="696607" y="2302306"/>
                  <a:pt x="1268585" y="2302306"/>
                </a:cubicBezTo>
                <a:cubicBezTo>
                  <a:pt x="1840563" y="2302306"/>
                  <a:pt x="2304242" y="1838627"/>
                  <a:pt x="2304242" y="1266650"/>
                </a:cubicBezTo>
                <a:cubicBezTo>
                  <a:pt x="2304242" y="694673"/>
                  <a:pt x="1840563" y="230994"/>
                  <a:pt x="1268585" y="230994"/>
                </a:cubicBezTo>
                <a:close/>
                <a:moveTo>
                  <a:pt x="1370577" y="129"/>
                </a:moveTo>
                <a:cubicBezTo>
                  <a:pt x="1392996" y="1904"/>
                  <a:pt x="1409731" y="21519"/>
                  <a:pt x="1407956" y="43937"/>
                </a:cubicBezTo>
                <a:lnTo>
                  <a:pt x="1411431" y="184077"/>
                </a:lnTo>
                <a:lnTo>
                  <a:pt x="1482158" y="196909"/>
                </a:lnTo>
                <a:lnTo>
                  <a:pt x="1531455" y="64872"/>
                </a:lnTo>
                <a:cubicBezTo>
                  <a:pt x="1537097" y="43101"/>
                  <a:pt x="1559318" y="30025"/>
                  <a:pt x="1581088" y="35666"/>
                </a:cubicBezTo>
                <a:cubicBezTo>
                  <a:pt x="1602857" y="41308"/>
                  <a:pt x="1615935" y="63529"/>
                  <a:pt x="1610292" y="85299"/>
                </a:cubicBezTo>
                <a:lnTo>
                  <a:pt x="1590652" y="219957"/>
                </a:lnTo>
                <a:lnTo>
                  <a:pt x="1665197" y="249732"/>
                </a:lnTo>
                <a:lnTo>
                  <a:pt x="1736025" y="129366"/>
                </a:lnTo>
                <a:cubicBezTo>
                  <a:pt x="1745361" y="108907"/>
                  <a:pt x="1769515" y="99887"/>
                  <a:pt x="1789976" y="109225"/>
                </a:cubicBezTo>
                <a:cubicBezTo>
                  <a:pt x="1810435" y="118561"/>
                  <a:pt x="1819454" y="142715"/>
                  <a:pt x="1810118" y="163174"/>
                </a:cubicBezTo>
                <a:lnTo>
                  <a:pt x="1767925" y="290765"/>
                </a:lnTo>
                <a:cubicBezTo>
                  <a:pt x="1792392" y="302408"/>
                  <a:pt x="1815978" y="315581"/>
                  <a:pt x="1836575" y="333544"/>
                </a:cubicBezTo>
                <a:lnTo>
                  <a:pt x="1926288" y="228405"/>
                </a:lnTo>
                <a:cubicBezTo>
                  <a:pt x="1932663" y="219141"/>
                  <a:pt x="1942188" y="213338"/>
                  <a:pt x="1952435" y="211444"/>
                </a:cubicBezTo>
                <a:cubicBezTo>
                  <a:pt x="1962685" y="209549"/>
                  <a:pt x="1973654" y="211565"/>
                  <a:pt x="1982916" y="217939"/>
                </a:cubicBezTo>
                <a:cubicBezTo>
                  <a:pt x="2001444" y="230683"/>
                  <a:pt x="2006133" y="256037"/>
                  <a:pt x="1993385" y="274565"/>
                </a:cubicBezTo>
                <a:lnTo>
                  <a:pt x="1929215" y="393751"/>
                </a:lnTo>
                <a:cubicBezTo>
                  <a:pt x="1952245" y="408203"/>
                  <a:pt x="1973206" y="425315"/>
                  <a:pt x="1990985" y="446006"/>
                </a:cubicBezTo>
                <a:lnTo>
                  <a:pt x="2096463" y="358978"/>
                </a:lnTo>
                <a:cubicBezTo>
                  <a:pt x="2104349" y="350963"/>
                  <a:pt x="2114737" y="346900"/>
                  <a:pt x="2125159" y="346814"/>
                </a:cubicBezTo>
                <a:cubicBezTo>
                  <a:pt x="2135580" y="346729"/>
                  <a:pt x="2146034" y="350618"/>
                  <a:pt x="2154049" y="358503"/>
                </a:cubicBezTo>
                <a:cubicBezTo>
                  <a:pt x="2170083" y="374272"/>
                  <a:pt x="2170295" y="400055"/>
                  <a:pt x="2154524" y="416088"/>
                </a:cubicBezTo>
                <a:lnTo>
                  <a:pt x="2070300" y="522740"/>
                </a:lnTo>
                <a:cubicBezTo>
                  <a:pt x="2091314" y="540242"/>
                  <a:pt x="2109043" y="560786"/>
                  <a:pt x="2123835" y="583690"/>
                </a:cubicBezTo>
                <a:lnTo>
                  <a:pt x="2241379" y="517116"/>
                </a:lnTo>
                <a:cubicBezTo>
                  <a:pt x="2250536" y="510592"/>
                  <a:pt x="2261472" y="508395"/>
                  <a:pt x="2271750" y="510120"/>
                </a:cubicBezTo>
                <a:cubicBezTo>
                  <a:pt x="2282027" y="511846"/>
                  <a:pt x="2291648" y="517491"/>
                  <a:pt x="2298174" y="526648"/>
                </a:cubicBezTo>
                <a:cubicBezTo>
                  <a:pt x="2311222" y="544964"/>
                  <a:pt x="2306955" y="570392"/>
                  <a:pt x="2288641" y="583442"/>
                </a:cubicBezTo>
                <a:lnTo>
                  <a:pt x="2187044" y="673967"/>
                </a:lnTo>
                <a:cubicBezTo>
                  <a:pt x="2205451" y="694460"/>
                  <a:pt x="2219407" y="717867"/>
                  <a:pt x="2231207" y="742498"/>
                </a:cubicBezTo>
                <a:lnTo>
                  <a:pt x="2356634" y="698018"/>
                </a:lnTo>
                <a:cubicBezTo>
                  <a:pt x="2366784" y="693183"/>
                  <a:pt x="2377935" y="692919"/>
                  <a:pt x="2387756" y="696403"/>
                </a:cubicBezTo>
                <a:cubicBezTo>
                  <a:pt x="2397579" y="699887"/>
                  <a:pt x="2406072" y="707117"/>
                  <a:pt x="2410907" y="717268"/>
                </a:cubicBezTo>
                <a:cubicBezTo>
                  <a:pt x="2420581" y="737570"/>
                  <a:pt x="2411962" y="761871"/>
                  <a:pt x="2391659" y="771542"/>
                </a:cubicBezTo>
                <a:lnTo>
                  <a:pt x="2275899" y="843042"/>
                </a:lnTo>
                <a:lnTo>
                  <a:pt x="2309184" y="917923"/>
                </a:lnTo>
                <a:lnTo>
                  <a:pt x="2438723" y="896186"/>
                </a:lnTo>
                <a:cubicBezTo>
                  <a:pt x="2460396" y="890186"/>
                  <a:pt x="2482831" y="902892"/>
                  <a:pt x="2488830" y="924566"/>
                </a:cubicBezTo>
                <a:cubicBezTo>
                  <a:pt x="2494830" y="946240"/>
                  <a:pt x="2482123" y="968673"/>
                  <a:pt x="2460450" y="974674"/>
                </a:cubicBezTo>
                <a:lnTo>
                  <a:pt x="2334042" y="1024982"/>
                </a:lnTo>
                <a:lnTo>
                  <a:pt x="2351989" y="1104495"/>
                </a:lnTo>
                <a:lnTo>
                  <a:pt x="2485152" y="1105597"/>
                </a:lnTo>
                <a:cubicBezTo>
                  <a:pt x="2507540" y="1103452"/>
                  <a:pt x="2527428" y="1119860"/>
                  <a:pt x="2529571" y="1142247"/>
                </a:cubicBezTo>
                <a:cubicBezTo>
                  <a:pt x="2531716" y="1164634"/>
                  <a:pt x="2515307" y="1184521"/>
                  <a:pt x="2492921" y="1186666"/>
                </a:cubicBezTo>
                <a:lnTo>
                  <a:pt x="2359802" y="1214237"/>
                </a:lnTo>
                <a:lnTo>
                  <a:pt x="2361526" y="1294592"/>
                </a:lnTo>
                <a:lnTo>
                  <a:pt x="2499662" y="1320295"/>
                </a:lnTo>
                <a:cubicBezTo>
                  <a:pt x="2522079" y="1322068"/>
                  <a:pt x="2538817" y="1341683"/>
                  <a:pt x="2537041" y="1364103"/>
                </a:cubicBezTo>
                <a:cubicBezTo>
                  <a:pt x="2535266" y="1386521"/>
                  <a:pt x="2515652" y="1403257"/>
                  <a:pt x="2493234" y="1401481"/>
                </a:cubicBezTo>
                <a:lnTo>
                  <a:pt x="2353247" y="1405705"/>
                </a:lnTo>
                <a:lnTo>
                  <a:pt x="2339167" y="1483310"/>
                </a:lnTo>
                <a:lnTo>
                  <a:pt x="2471668" y="1532957"/>
                </a:lnTo>
                <a:cubicBezTo>
                  <a:pt x="2493437" y="1538599"/>
                  <a:pt x="2506512" y="1560818"/>
                  <a:pt x="2500873" y="1582589"/>
                </a:cubicBezTo>
                <a:cubicBezTo>
                  <a:pt x="2495231" y="1604358"/>
                  <a:pt x="2473010" y="1617436"/>
                  <a:pt x="2451240" y="1611794"/>
                </a:cubicBezTo>
                <a:lnTo>
                  <a:pt x="2314998" y="1591988"/>
                </a:lnTo>
                <a:lnTo>
                  <a:pt x="2285532" y="1665756"/>
                </a:lnTo>
                <a:lnTo>
                  <a:pt x="2407173" y="1737526"/>
                </a:lnTo>
                <a:cubicBezTo>
                  <a:pt x="2427634" y="1746863"/>
                  <a:pt x="2436650" y="1771017"/>
                  <a:pt x="2427315" y="1791476"/>
                </a:cubicBezTo>
                <a:cubicBezTo>
                  <a:pt x="2417979" y="1811937"/>
                  <a:pt x="2393824" y="1820955"/>
                  <a:pt x="2373363" y="1811618"/>
                </a:cubicBezTo>
                <a:lnTo>
                  <a:pt x="2244296" y="1769003"/>
                </a:lnTo>
                <a:cubicBezTo>
                  <a:pt x="2232268" y="1792894"/>
                  <a:pt x="2219160" y="1816135"/>
                  <a:pt x="2201195" y="1836322"/>
                </a:cubicBezTo>
                <a:lnTo>
                  <a:pt x="2308136" y="1927790"/>
                </a:lnTo>
                <a:cubicBezTo>
                  <a:pt x="2326662" y="1940536"/>
                  <a:pt x="2331348" y="1965890"/>
                  <a:pt x="2318603" y="1984416"/>
                </a:cubicBezTo>
                <a:cubicBezTo>
                  <a:pt x="2305855" y="2002946"/>
                  <a:pt x="2280501" y="2007632"/>
                  <a:pt x="2261973" y="1994887"/>
                </a:cubicBezTo>
                <a:lnTo>
                  <a:pt x="2140578" y="1929597"/>
                </a:lnTo>
                <a:cubicBezTo>
                  <a:pt x="2126017" y="1951990"/>
                  <a:pt x="2109111" y="1972541"/>
                  <a:pt x="2088541" y="1989816"/>
                </a:cubicBezTo>
                <a:lnTo>
                  <a:pt x="2177561" y="2097965"/>
                </a:lnTo>
                <a:cubicBezTo>
                  <a:pt x="2193593" y="2113734"/>
                  <a:pt x="2193807" y="2139515"/>
                  <a:pt x="2178037" y="2155550"/>
                </a:cubicBezTo>
                <a:cubicBezTo>
                  <a:pt x="2162268" y="2171583"/>
                  <a:pt x="2136484" y="2171795"/>
                  <a:pt x="2120451" y="2156025"/>
                </a:cubicBezTo>
                <a:lnTo>
                  <a:pt x="2011161" y="2069798"/>
                </a:lnTo>
                <a:cubicBezTo>
                  <a:pt x="1993817" y="2090196"/>
                  <a:pt x="1973630" y="2107500"/>
                  <a:pt x="1951011" y="2121759"/>
                </a:cubicBezTo>
                <a:lnTo>
                  <a:pt x="2019421" y="2242879"/>
                </a:lnTo>
                <a:cubicBezTo>
                  <a:pt x="2032474" y="2261194"/>
                  <a:pt x="2028205" y="2286621"/>
                  <a:pt x="2009891" y="2299674"/>
                </a:cubicBezTo>
                <a:cubicBezTo>
                  <a:pt x="1991578" y="2312724"/>
                  <a:pt x="1966149" y="2308455"/>
                  <a:pt x="1953098" y="2290141"/>
                </a:cubicBezTo>
                <a:lnTo>
                  <a:pt x="1859851" y="2185586"/>
                </a:lnTo>
                <a:cubicBezTo>
                  <a:pt x="1839743" y="2203460"/>
                  <a:pt x="1816841" y="2217033"/>
                  <a:pt x="1792668" y="2228350"/>
                </a:cubicBezTo>
                <a:lnTo>
                  <a:pt x="1838521" y="2358132"/>
                </a:lnTo>
                <a:cubicBezTo>
                  <a:pt x="1848194" y="2378436"/>
                  <a:pt x="1839576" y="2402734"/>
                  <a:pt x="1819273" y="2412408"/>
                </a:cubicBezTo>
                <a:cubicBezTo>
                  <a:pt x="1798969" y="2422080"/>
                  <a:pt x="1774669" y="2413464"/>
                  <a:pt x="1764999" y="2393158"/>
                </a:cubicBezTo>
                <a:lnTo>
                  <a:pt x="1691031" y="2273527"/>
                </a:lnTo>
                <a:lnTo>
                  <a:pt x="1617991" y="2305992"/>
                </a:lnTo>
                <a:lnTo>
                  <a:pt x="1640356" y="2440221"/>
                </a:lnTo>
                <a:cubicBezTo>
                  <a:pt x="1646353" y="2461896"/>
                  <a:pt x="1633647" y="2484329"/>
                  <a:pt x="1611974" y="2490330"/>
                </a:cubicBezTo>
                <a:cubicBezTo>
                  <a:pt x="1590301" y="2496331"/>
                  <a:pt x="1567865" y="2483623"/>
                  <a:pt x="1561865" y="2461948"/>
                </a:cubicBezTo>
                <a:lnTo>
                  <a:pt x="1509649" y="2330916"/>
                </a:lnTo>
                <a:lnTo>
                  <a:pt x="1432251" y="2348385"/>
                </a:lnTo>
                <a:lnTo>
                  <a:pt x="1430944" y="2486652"/>
                </a:lnTo>
                <a:cubicBezTo>
                  <a:pt x="1433089" y="2509038"/>
                  <a:pt x="1416678" y="2528925"/>
                  <a:pt x="1394292" y="2531070"/>
                </a:cubicBezTo>
                <a:cubicBezTo>
                  <a:pt x="1371905" y="2533216"/>
                  <a:pt x="1352021" y="2516806"/>
                  <a:pt x="1349875" y="2494418"/>
                </a:cubicBezTo>
                <a:lnTo>
                  <a:pt x="1321178" y="2356183"/>
                </a:lnTo>
                <a:lnTo>
                  <a:pt x="1239478" y="2357937"/>
                </a:lnTo>
                <a:lnTo>
                  <a:pt x="1213826" y="2495788"/>
                </a:lnTo>
                <a:cubicBezTo>
                  <a:pt x="1212053" y="2518209"/>
                  <a:pt x="1192437" y="2534945"/>
                  <a:pt x="1170018" y="2533169"/>
                </a:cubicBezTo>
                <a:cubicBezTo>
                  <a:pt x="1147601" y="2531392"/>
                  <a:pt x="1130864" y="2511779"/>
                  <a:pt x="1132638" y="2489360"/>
                </a:cubicBezTo>
                <a:lnTo>
                  <a:pt x="1128406" y="2349083"/>
                </a:lnTo>
                <a:lnTo>
                  <a:pt x="1043631" y="2333701"/>
                </a:lnTo>
                <a:lnTo>
                  <a:pt x="993350" y="2466192"/>
                </a:lnTo>
                <a:cubicBezTo>
                  <a:pt x="987710" y="2487962"/>
                  <a:pt x="965489" y="2501037"/>
                  <a:pt x="943719" y="2495395"/>
                </a:cubicBezTo>
                <a:cubicBezTo>
                  <a:pt x="921949" y="2489755"/>
                  <a:pt x="908874" y="2467533"/>
                  <a:pt x="914514" y="2445762"/>
                </a:cubicBezTo>
                <a:lnTo>
                  <a:pt x="935216" y="2307457"/>
                </a:lnTo>
                <a:lnTo>
                  <a:pt x="862093" y="2278252"/>
                </a:lnTo>
                <a:lnTo>
                  <a:pt x="789112" y="2400765"/>
                </a:lnTo>
                <a:cubicBezTo>
                  <a:pt x="779777" y="2421223"/>
                  <a:pt x="755621" y="2430242"/>
                  <a:pt x="735160" y="2420908"/>
                </a:cubicBezTo>
                <a:cubicBezTo>
                  <a:pt x="714701" y="2411570"/>
                  <a:pt x="705683" y="2387416"/>
                  <a:pt x="715020" y="2366955"/>
                </a:cubicBezTo>
                <a:lnTo>
                  <a:pt x="759036" y="2235507"/>
                </a:lnTo>
                <a:lnTo>
                  <a:pt x="692833" y="2192481"/>
                </a:lnTo>
                <a:lnTo>
                  <a:pt x="599337" y="2300865"/>
                </a:lnTo>
                <a:cubicBezTo>
                  <a:pt x="586589" y="2319393"/>
                  <a:pt x="561236" y="2324078"/>
                  <a:pt x="542706" y="2311333"/>
                </a:cubicBezTo>
                <a:cubicBezTo>
                  <a:pt x="524180" y="2298587"/>
                  <a:pt x="519494" y="2273233"/>
                  <a:pt x="532239" y="2254706"/>
                </a:cubicBezTo>
                <a:lnTo>
                  <a:pt x="599127" y="2131584"/>
                </a:lnTo>
                <a:cubicBezTo>
                  <a:pt x="577634" y="2116429"/>
                  <a:pt x="557504" y="2099583"/>
                  <a:pt x="540894" y="2078858"/>
                </a:cubicBezTo>
                <a:lnTo>
                  <a:pt x="429791" y="2169528"/>
                </a:lnTo>
                <a:cubicBezTo>
                  <a:pt x="414019" y="2185562"/>
                  <a:pt x="388237" y="2185777"/>
                  <a:pt x="372204" y="2170006"/>
                </a:cubicBezTo>
                <a:cubicBezTo>
                  <a:pt x="356172" y="2154236"/>
                  <a:pt x="355958" y="2128453"/>
                  <a:pt x="371731" y="2112420"/>
                </a:cubicBezTo>
                <a:lnTo>
                  <a:pt x="460407" y="2000990"/>
                </a:lnTo>
                <a:cubicBezTo>
                  <a:pt x="440903" y="1983438"/>
                  <a:pt x="424063" y="1963476"/>
                  <a:pt x="410621" y="1940841"/>
                </a:cubicBezTo>
                <a:lnTo>
                  <a:pt x="285628" y="2010748"/>
                </a:lnTo>
                <a:cubicBezTo>
                  <a:pt x="267312" y="2023800"/>
                  <a:pt x="241885" y="2019532"/>
                  <a:pt x="228834" y="2001218"/>
                </a:cubicBezTo>
                <a:cubicBezTo>
                  <a:pt x="215783" y="1982903"/>
                  <a:pt x="220051" y="1957475"/>
                  <a:pt x="238365" y="1944425"/>
                </a:cubicBezTo>
                <a:lnTo>
                  <a:pt x="346301" y="1848975"/>
                </a:lnTo>
                <a:cubicBezTo>
                  <a:pt x="329215" y="1828996"/>
                  <a:pt x="316096" y="1806485"/>
                  <a:pt x="305688" y="1782475"/>
                </a:cubicBezTo>
                <a:lnTo>
                  <a:pt x="171227" y="1829346"/>
                </a:lnTo>
                <a:cubicBezTo>
                  <a:pt x="150924" y="1839018"/>
                  <a:pt x="126622" y="1830401"/>
                  <a:pt x="116952" y="1810097"/>
                </a:cubicBezTo>
                <a:cubicBezTo>
                  <a:pt x="107280" y="1789795"/>
                  <a:pt x="115896" y="1765494"/>
                  <a:pt x="136199" y="1755822"/>
                </a:cubicBezTo>
                <a:lnTo>
                  <a:pt x="260107" y="1679931"/>
                </a:lnTo>
                <a:cubicBezTo>
                  <a:pt x="245918" y="1657664"/>
                  <a:pt x="236895" y="1633211"/>
                  <a:pt x="229112" y="1608268"/>
                </a:cubicBezTo>
                <a:lnTo>
                  <a:pt x="90064" y="1630833"/>
                </a:lnTo>
                <a:cubicBezTo>
                  <a:pt x="68392" y="1636834"/>
                  <a:pt x="45954" y="1624126"/>
                  <a:pt x="39956" y="1602452"/>
                </a:cubicBezTo>
                <a:cubicBezTo>
                  <a:pt x="33956" y="1580778"/>
                  <a:pt x="46663" y="1558345"/>
                  <a:pt x="68338" y="1552346"/>
                </a:cubicBezTo>
                <a:lnTo>
                  <a:pt x="204402" y="1498783"/>
                </a:lnTo>
                <a:lnTo>
                  <a:pt x="187341" y="1423192"/>
                </a:lnTo>
                <a:lnTo>
                  <a:pt x="44604" y="1421244"/>
                </a:lnTo>
                <a:cubicBezTo>
                  <a:pt x="22218" y="1423388"/>
                  <a:pt x="2333" y="1406978"/>
                  <a:pt x="188" y="1384592"/>
                </a:cubicBezTo>
                <a:cubicBezTo>
                  <a:pt x="-1958" y="1362205"/>
                  <a:pt x="14452" y="1342318"/>
                  <a:pt x="36838" y="1340173"/>
                </a:cubicBezTo>
                <a:lnTo>
                  <a:pt x="180620" y="1310955"/>
                </a:lnTo>
                <a:lnTo>
                  <a:pt x="178957" y="1233486"/>
                </a:lnTo>
                <a:lnTo>
                  <a:pt x="41381" y="1207351"/>
                </a:lnTo>
                <a:cubicBezTo>
                  <a:pt x="18961" y="1205576"/>
                  <a:pt x="2225" y="1185963"/>
                  <a:pt x="4001" y="1163544"/>
                </a:cubicBezTo>
                <a:cubicBezTo>
                  <a:pt x="5776" y="1141124"/>
                  <a:pt x="25391" y="1124389"/>
                  <a:pt x="47810" y="1126165"/>
                </a:cubicBezTo>
                <a:lnTo>
                  <a:pt x="188239" y="1122685"/>
                </a:lnTo>
                <a:lnTo>
                  <a:pt x="202356" y="1044881"/>
                </a:lnTo>
                <a:lnTo>
                  <a:pt x="70345" y="994853"/>
                </a:lnTo>
                <a:cubicBezTo>
                  <a:pt x="48576" y="989212"/>
                  <a:pt x="35499" y="966990"/>
                  <a:pt x="41141" y="945221"/>
                </a:cubicBezTo>
                <a:cubicBezTo>
                  <a:pt x="46781" y="923449"/>
                  <a:pt x="69003" y="910375"/>
                  <a:pt x="90773" y="916016"/>
                </a:cubicBezTo>
                <a:lnTo>
                  <a:pt x="227464" y="936641"/>
                </a:lnTo>
                <a:lnTo>
                  <a:pt x="256980" y="862739"/>
                </a:lnTo>
                <a:lnTo>
                  <a:pt x="135771" y="790612"/>
                </a:lnTo>
                <a:cubicBezTo>
                  <a:pt x="115313" y="781277"/>
                  <a:pt x="106294" y="757123"/>
                  <a:pt x="115630" y="736662"/>
                </a:cubicBezTo>
                <a:cubicBezTo>
                  <a:pt x="124966" y="716203"/>
                  <a:pt x="149120" y="707186"/>
                  <a:pt x="169581" y="716520"/>
                </a:cubicBezTo>
                <a:lnTo>
                  <a:pt x="298530" y="759866"/>
                </a:lnTo>
                <a:lnTo>
                  <a:pt x="342208" y="692654"/>
                </a:lnTo>
                <a:lnTo>
                  <a:pt x="235672" y="600840"/>
                </a:lnTo>
                <a:cubicBezTo>
                  <a:pt x="217143" y="588091"/>
                  <a:pt x="212458" y="562737"/>
                  <a:pt x="225204" y="544209"/>
                </a:cubicBezTo>
                <a:cubicBezTo>
                  <a:pt x="231577" y="534947"/>
                  <a:pt x="241102" y="529142"/>
                  <a:pt x="251352" y="527249"/>
                </a:cubicBezTo>
                <a:cubicBezTo>
                  <a:pt x="261599" y="525354"/>
                  <a:pt x="272568" y="527369"/>
                  <a:pt x="281833" y="533742"/>
                </a:cubicBezTo>
                <a:lnTo>
                  <a:pt x="402695" y="599584"/>
                </a:lnTo>
                <a:cubicBezTo>
                  <a:pt x="417708" y="577423"/>
                  <a:pt x="434761" y="556883"/>
                  <a:pt x="455631" y="539785"/>
                </a:cubicBezTo>
                <a:lnTo>
                  <a:pt x="367008" y="431293"/>
                </a:lnTo>
                <a:cubicBezTo>
                  <a:pt x="350973" y="415523"/>
                  <a:pt x="350762" y="389740"/>
                  <a:pt x="366532" y="373706"/>
                </a:cubicBezTo>
                <a:cubicBezTo>
                  <a:pt x="374417" y="365691"/>
                  <a:pt x="384806" y="361628"/>
                  <a:pt x="395227" y="361544"/>
                </a:cubicBezTo>
                <a:cubicBezTo>
                  <a:pt x="405648" y="361458"/>
                  <a:pt x="416102" y="365347"/>
                  <a:pt x="424118" y="373232"/>
                </a:cubicBezTo>
                <a:lnTo>
                  <a:pt x="532850" y="459969"/>
                </a:lnTo>
                <a:cubicBezTo>
                  <a:pt x="550537" y="439813"/>
                  <a:pt x="570861" y="422553"/>
                  <a:pt x="593794" y="408590"/>
                </a:cubicBezTo>
                <a:lnTo>
                  <a:pt x="525789" y="287129"/>
                </a:lnTo>
                <a:cubicBezTo>
                  <a:pt x="512738" y="268814"/>
                  <a:pt x="517006" y="243385"/>
                  <a:pt x="535320" y="230335"/>
                </a:cubicBezTo>
                <a:cubicBezTo>
                  <a:pt x="544478" y="223811"/>
                  <a:pt x="555414" y="221614"/>
                  <a:pt x="565691" y="223340"/>
                </a:cubicBezTo>
                <a:cubicBezTo>
                  <a:pt x="575969" y="225064"/>
                  <a:pt x="585588" y="230711"/>
                  <a:pt x="592113" y="239867"/>
                </a:cubicBezTo>
                <a:lnTo>
                  <a:pt x="684772" y="344893"/>
                </a:lnTo>
                <a:cubicBezTo>
                  <a:pt x="705124" y="327248"/>
                  <a:pt x="728145" y="313746"/>
                  <a:pt x="752622" y="302863"/>
                </a:cubicBezTo>
                <a:lnTo>
                  <a:pt x="707191" y="172728"/>
                </a:lnTo>
                <a:cubicBezTo>
                  <a:pt x="697520" y="152425"/>
                  <a:pt x="706137" y="128125"/>
                  <a:pt x="726440" y="118453"/>
                </a:cubicBezTo>
                <a:cubicBezTo>
                  <a:pt x="736591" y="113616"/>
                  <a:pt x="747742" y="113354"/>
                  <a:pt x="757566" y="116838"/>
                </a:cubicBezTo>
                <a:cubicBezTo>
                  <a:pt x="767387" y="120320"/>
                  <a:pt x="775880" y="127550"/>
                  <a:pt x="780715" y="137702"/>
                </a:cubicBezTo>
                <a:lnTo>
                  <a:pt x="854063" y="257770"/>
                </a:lnTo>
                <a:cubicBezTo>
                  <a:pt x="876893" y="243169"/>
                  <a:pt x="901978" y="233855"/>
                  <a:pt x="927540" y="225719"/>
                </a:cubicBezTo>
                <a:lnTo>
                  <a:pt x="905705" y="91565"/>
                </a:lnTo>
                <a:cubicBezTo>
                  <a:pt x="899704" y="69892"/>
                  <a:pt x="912412" y="47456"/>
                  <a:pt x="934087" y="41456"/>
                </a:cubicBezTo>
                <a:cubicBezTo>
                  <a:pt x="955760" y="35456"/>
                  <a:pt x="978195" y="48165"/>
                  <a:pt x="984194" y="69838"/>
                </a:cubicBezTo>
                <a:lnTo>
                  <a:pt x="1035763" y="201294"/>
                </a:lnTo>
                <a:lnTo>
                  <a:pt x="1113481" y="183754"/>
                </a:lnTo>
                <a:lnTo>
                  <a:pt x="1115295" y="46107"/>
                </a:lnTo>
                <a:cubicBezTo>
                  <a:pt x="1113150" y="23722"/>
                  <a:pt x="1129560" y="3834"/>
                  <a:pt x="1151946" y="1689"/>
                </a:cubicBezTo>
                <a:cubicBezTo>
                  <a:pt x="1174334" y="-457"/>
                  <a:pt x="1194221" y="15952"/>
                  <a:pt x="1196364" y="38339"/>
                </a:cubicBezTo>
                <a:lnTo>
                  <a:pt x="1224375" y="177006"/>
                </a:lnTo>
                <a:lnTo>
                  <a:pt x="1300582" y="175370"/>
                </a:lnTo>
                <a:lnTo>
                  <a:pt x="1326769" y="37508"/>
                </a:lnTo>
                <a:cubicBezTo>
                  <a:pt x="1328544" y="15091"/>
                  <a:pt x="1348159" y="-1647"/>
                  <a:pt x="1370577" y="129"/>
                </a:cubicBezTo>
                <a:close/>
              </a:path>
            </a:pathLst>
          </a:custGeom>
          <a:solidFill>
            <a:schemeClr val="bg1">
              <a:alpha val="40000"/>
            </a:schemeClr>
          </a:solidFill>
        </p:spPr>
        <p:txBody>
          <a:bodyPr wrap="square" lIns="72000" tIns="36000" rIns="72000" bIns="36000" rtlCol="0" anchor="ctr">
            <a:noAutofit/>
          </a:bodyPr>
          <a:lstStyle/>
          <a:p>
            <a:pPr defTabSz="307644" hangingPunct="0">
              <a:lnSpc>
                <a:spcPct val="90000"/>
              </a:lnSpc>
              <a:spcAft>
                <a:spcPts val="596"/>
              </a:spcAft>
              <a:buClr>
                <a:srgbClr val="E6513E"/>
              </a:buClr>
            </a:pPr>
            <a:endParaRPr lang="en-US" sz="1000">
              <a:solidFill>
                <a:srgbClr val="D63636"/>
              </a:solidFill>
              <a:latin typeface="Arial"/>
              <a:ea typeface="Nokia Pure Text" panose="020B0504040602060303" pitchFamily="34" charset="0"/>
              <a:cs typeface="Nokia Pure Text" panose="020B0504040602060303" pitchFamily="34" charset="0"/>
            </a:endParaRPr>
          </a:p>
        </p:txBody>
      </p:sp>
      <p:sp>
        <p:nvSpPr>
          <p:cNvPr id="256" name="TextBox 255">
            <a:extLst>
              <a:ext uri="{FF2B5EF4-FFF2-40B4-BE49-F238E27FC236}">
                <a16:creationId xmlns:a16="http://schemas.microsoft.com/office/drawing/2014/main" id="{683890C0-EA69-4526-9971-C376CFE71A04}"/>
              </a:ext>
            </a:extLst>
          </p:cNvPr>
          <p:cNvSpPr txBox="1"/>
          <p:nvPr userDrawn="1"/>
        </p:nvSpPr>
        <p:spPr>
          <a:xfrm>
            <a:off x="4493536" y="3700399"/>
            <a:ext cx="1504185" cy="193899"/>
          </a:xfrm>
          <a:prstGeom prst="rect">
            <a:avLst/>
          </a:prstGeom>
          <a:noFill/>
        </p:spPr>
        <p:txBody>
          <a:bodyPr wrap="none" lIns="36000" tIns="0" rIns="36000" bIns="0">
            <a:spAutoFit/>
          </a:bodyPr>
          <a:lstStyle/>
          <a:p>
            <a:pPr algn="ctr" defTabSz="307644" hangingPunct="0">
              <a:lnSpc>
                <a:spcPct val="90000"/>
              </a:lnSpc>
              <a:spcAft>
                <a:spcPts val="596"/>
              </a:spcAft>
              <a:buClr>
                <a:srgbClr val="E6513E"/>
              </a:buClr>
            </a:pPr>
            <a:r>
              <a:rPr lang="en-US" sz="1400">
                <a:solidFill>
                  <a:schemeClr val="bg2">
                    <a:lumMod val="20000"/>
                    <a:lumOff val="80000"/>
                  </a:schemeClr>
                </a:solidFill>
                <a:ea typeface="Nokia Pure Text" panose="020B0504040602060303" pitchFamily="34" charset="0"/>
                <a:cs typeface="Nokia Pure Text" panose="020B0504040602060303" pitchFamily="34" charset="0"/>
                <a:sym typeface="Helvetica Neue" charset="0"/>
              </a:rPr>
              <a:t>Open House Services</a:t>
            </a:r>
          </a:p>
        </p:txBody>
      </p:sp>
      <p:sp>
        <p:nvSpPr>
          <p:cNvPr id="257" name="Rectangle 282">
            <a:extLst>
              <a:ext uri="{FF2B5EF4-FFF2-40B4-BE49-F238E27FC236}">
                <a16:creationId xmlns:a16="http://schemas.microsoft.com/office/drawing/2014/main" id="{6480CDE7-E3E9-4AF5-A28D-B110CB57A346}"/>
              </a:ext>
            </a:extLst>
          </p:cNvPr>
          <p:cNvSpPr/>
          <p:nvPr userDrawn="1"/>
        </p:nvSpPr>
        <p:spPr>
          <a:xfrm>
            <a:off x="3933953" y="1428157"/>
            <a:ext cx="2464735" cy="567530"/>
          </a:xfrm>
          <a:custGeom>
            <a:avLst/>
            <a:gdLst>
              <a:gd name="connsiteX0" fmla="*/ 0 w 2035434"/>
              <a:gd name="connsiteY0" fmla="*/ 0 h 2520000"/>
              <a:gd name="connsiteX1" fmla="*/ 2035434 w 2035434"/>
              <a:gd name="connsiteY1" fmla="*/ 0 h 2520000"/>
              <a:gd name="connsiteX2" fmla="*/ 2035434 w 2035434"/>
              <a:gd name="connsiteY2" fmla="*/ 2520000 h 2520000"/>
              <a:gd name="connsiteX3" fmla="*/ 0 w 2035434"/>
              <a:gd name="connsiteY3" fmla="*/ 2520000 h 2520000"/>
              <a:gd name="connsiteX4" fmla="*/ 0 w 2035434"/>
              <a:gd name="connsiteY4" fmla="*/ 0 h 2520000"/>
              <a:gd name="connsiteX0" fmla="*/ 233363 w 2268797"/>
              <a:gd name="connsiteY0" fmla="*/ 0 h 2520000"/>
              <a:gd name="connsiteX1" fmla="*/ 2268797 w 2268797"/>
              <a:gd name="connsiteY1" fmla="*/ 0 h 2520000"/>
              <a:gd name="connsiteX2" fmla="*/ 2268797 w 2268797"/>
              <a:gd name="connsiteY2" fmla="*/ 2520000 h 2520000"/>
              <a:gd name="connsiteX3" fmla="*/ 233363 w 2268797"/>
              <a:gd name="connsiteY3" fmla="*/ 2520000 h 2520000"/>
              <a:gd name="connsiteX4" fmla="*/ 0 w 2268797"/>
              <a:gd name="connsiteY4" fmla="*/ 714681 h 2520000"/>
              <a:gd name="connsiteX5" fmla="*/ 233363 w 2268797"/>
              <a:gd name="connsiteY5" fmla="*/ 0 h 2520000"/>
              <a:gd name="connsiteX0" fmla="*/ 310167 w 2345601"/>
              <a:gd name="connsiteY0" fmla="*/ 0 h 2520000"/>
              <a:gd name="connsiteX1" fmla="*/ 2345601 w 2345601"/>
              <a:gd name="connsiteY1" fmla="*/ 0 h 2520000"/>
              <a:gd name="connsiteX2" fmla="*/ 2345601 w 2345601"/>
              <a:gd name="connsiteY2" fmla="*/ 2520000 h 2520000"/>
              <a:gd name="connsiteX3" fmla="*/ 310167 w 2345601"/>
              <a:gd name="connsiteY3" fmla="*/ 2520000 h 2520000"/>
              <a:gd name="connsiteX4" fmla="*/ 10130 w 2345601"/>
              <a:gd name="connsiteY4" fmla="*/ 1648131 h 2520000"/>
              <a:gd name="connsiteX5" fmla="*/ 76804 w 2345601"/>
              <a:gd name="connsiteY5" fmla="*/ 714681 h 2520000"/>
              <a:gd name="connsiteX6" fmla="*/ 310167 w 2345601"/>
              <a:gd name="connsiteY6" fmla="*/ 0 h 2520000"/>
              <a:gd name="connsiteX0" fmla="*/ 28758 w 2297555"/>
              <a:gd name="connsiteY0" fmla="*/ 714681 h 2520000"/>
              <a:gd name="connsiteX1" fmla="*/ 262121 w 2297555"/>
              <a:gd name="connsiteY1" fmla="*/ 0 h 2520000"/>
              <a:gd name="connsiteX2" fmla="*/ 2297555 w 2297555"/>
              <a:gd name="connsiteY2" fmla="*/ 0 h 2520000"/>
              <a:gd name="connsiteX3" fmla="*/ 2297555 w 2297555"/>
              <a:gd name="connsiteY3" fmla="*/ 2520000 h 2520000"/>
              <a:gd name="connsiteX4" fmla="*/ 262121 w 2297555"/>
              <a:gd name="connsiteY4" fmla="*/ 2520000 h 2520000"/>
              <a:gd name="connsiteX5" fmla="*/ 53524 w 2297555"/>
              <a:gd name="connsiteY5" fmla="*/ 1739571 h 2520000"/>
              <a:gd name="connsiteX0" fmla="*/ 262121 w 2297555"/>
              <a:gd name="connsiteY0" fmla="*/ 0 h 2520000"/>
              <a:gd name="connsiteX1" fmla="*/ 2297555 w 2297555"/>
              <a:gd name="connsiteY1" fmla="*/ 0 h 2520000"/>
              <a:gd name="connsiteX2" fmla="*/ 2297555 w 2297555"/>
              <a:gd name="connsiteY2" fmla="*/ 2520000 h 2520000"/>
              <a:gd name="connsiteX3" fmla="*/ 262121 w 2297555"/>
              <a:gd name="connsiteY3" fmla="*/ 2520000 h 2520000"/>
              <a:gd name="connsiteX4" fmla="*/ 53524 w 2297555"/>
              <a:gd name="connsiteY4" fmla="*/ 1739571 h 2520000"/>
              <a:gd name="connsiteX0" fmla="*/ 0 w 2035434"/>
              <a:gd name="connsiteY0" fmla="*/ 0 h 2520000"/>
              <a:gd name="connsiteX1" fmla="*/ 2035434 w 2035434"/>
              <a:gd name="connsiteY1" fmla="*/ 0 h 2520000"/>
              <a:gd name="connsiteX2" fmla="*/ 2035434 w 2035434"/>
              <a:gd name="connsiteY2" fmla="*/ 2520000 h 2520000"/>
              <a:gd name="connsiteX3" fmla="*/ 0 w 2035434"/>
              <a:gd name="connsiteY3" fmla="*/ 2520000 h 2520000"/>
            </a:gdLst>
            <a:ahLst/>
            <a:cxnLst>
              <a:cxn ang="0">
                <a:pos x="connsiteX0" y="connsiteY0"/>
              </a:cxn>
              <a:cxn ang="0">
                <a:pos x="connsiteX1" y="connsiteY1"/>
              </a:cxn>
              <a:cxn ang="0">
                <a:pos x="connsiteX2" y="connsiteY2"/>
              </a:cxn>
              <a:cxn ang="0">
                <a:pos x="connsiteX3" y="connsiteY3"/>
              </a:cxn>
            </a:cxnLst>
            <a:rect l="l" t="t" r="r" b="b"/>
            <a:pathLst>
              <a:path w="2035434" h="2520000">
                <a:moveTo>
                  <a:pt x="0" y="0"/>
                </a:moveTo>
                <a:lnTo>
                  <a:pt x="2035434" y="0"/>
                </a:lnTo>
                <a:lnTo>
                  <a:pt x="2035434" y="2520000"/>
                </a:lnTo>
                <a:lnTo>
                  <a:pt x="0" y="2520000"/>
                </a:lnTo>
              </a:path>
            </a:pathLst>
          </a:custGeom>
          <a:noFill/>
          <a:ln>
            <a:noFill/>
            <a:miter lim="800000"/>
          </a:ln>
        </p:spPr>
        <p:txBody>
          <a:bodyPr wrap="square" lIns="144000" tIns="108000" rIns="72000" bIns="36000" rtlCol="0" anchor="t">
            <a:noAutofit/>
          </a:bodyPr>
          <a:lstStyle/>
          <a:p>
            <a:pPr defTabSz="307644" hangingPunct="0">
              <a:lnSpc>
                <a:spcPct val="90000"/>
              </a:lnSpc>
              <a:spcAft>
                <a:spcPts val="596"/>
              </a:spcAft>
              <a:buClr>
                <a:srgbClr val="E6513E"/>
              </a:buClr>
            </a:pPr>
            <a:r>
              <a:rPr lang="de-DE" sz="1200">
                <a:solidFill>
                  <a:schemeClr val="bg2"/>
                </a:solidFill>
                <a:ea typeface="Nokia Pure Text" panose="020B0504040602060303" pitchFamily="34" charset="0"/>
                <a:cs typeface="Nokia Pure Text" panose="020B0504040602060303" pitchFamily="34" charset="0"/>
                <a:sym typeface="Helvetica Neue" charset="0"/>
              </a:rPr>
              <a:t>OHOE</a:t>
            </a:r>
            <a:br>
              <a:rPr lang="de-DE" sz="1200">
                <a:solidFill>
                  <a:schemeClr val="bg2"/>
                </a:solidFill>
                <a:ea typeface="Nokia Pure Text" panose="020B0504040602060303" pitchFamily="34" charset="0"/>
                <a:cs typeface="Nokia Pure Text" panose="020B0504040602060303" pitchFamily="34" charset="0"/>
                <a:sym typeface="Helvetica Neue" charset="0"/>
              </a:rPr>
            </a:br>
            <a:r>
              <a:rPr lang="de-DE" sz="800">
                <a:solidFill>
                  <a:schemeClr val="bg2"/>
                </a:solidFill>
                <a:ea typeface="Nokia Pure Text" panose="020B0504040602060303" pitchFamily="34" charset="0"/>
                <a:cs typeface="Nokia Pure Text" panose="020B0504040602060303" pitchFamily="34" charset="0"/>
                <a:sym typeface="Helvetica Neue" charset="0"/>
              </a:rPr>
              <a:t>Experten-Wissen die Prozesse zu orchestrieren</a:t>
            </a:r>
            <a:endParaRPr lang="de-DE" sz="1000">
              <a:solidFill>
                <a:schemeClr val="bg2"/>
              </a:solidFill>
              <a:ea typeface="Nokia Pure Text" panose="020B0504040602060303" pitchFamily="34" charset="0"/>
              <a:cs typeface="Nokia Pure Text" panose="020B0504040602060303" pitchFamily="34" charset="0"/>
              <a:sym typeface="Helvetica Neue" charset="0"/>
            </a:endParaRPr>
          </a:p>
        </p:txBody>
      </p:sp>
      <p:sp>
        <p:nvSpPr>
          <p:cNvPr id="258" name="Rectangle 257">
            <a:extLst>
              <a:ext uri="{FF2B5EF4-FFF2-40B4-BE49-F238E27FC236}">
                <a16:creationId xmlns:a16="http://schemas.microsoft.com/office/drawing/2014/main" id="{AF5EE52A-896A-474A-B999-F42915EA1CAD}"/>
              </a:ext>
            </a:extLst>
          </p:cNvPr>
          <p:cNvSpPr/>
          <p:nvPr userDrawn="1"/>
        </p:nvSpPr>
        <p:spPr>
          <a:xfrm flipH="1">
            <a:off x="8746172" y="1426081"/>
            <a:ext cx="45719" cy="2522076"/>
          </a:xfrm>
          <a:prstGeom prst="rect">
            <a:avLst/>
          </a:prstGeom>
          <a:solidFill>
            <a:schemeClr val="bg2">
              <a:lumMod val="20000"/>
              <a:lumOff val="80000"/>
              <a:alpha val="80000"/>
            </a:schemeClr>
          </a:solidFill>
          <a:ln>
            <a:noFill/>
            <a:miter lim="800000"/>
          </a:ln>
        </p:spPr>
        <p:txBody>
          <a:bodyPr wrap="square" lIns="144000" tIns="108000" rIns="72000" bIns="36000" rtlCol="0" anchor="t">
            <a:noAutofit/>
          </a:bodyPr>
          <a:lstStyle/>
          <a:p>
            <a:pPr algn="r" defTabSz="307644" hangingPunct="0">
              <a:lnSpc>
                <a:spcPct val="90000"/>
              </a:lnSpc>
              <a:spcAft>
                <a:spcPts val="596"/>
              </a:spcAft>
              <a:buClr>
                <a:srgbClr val="E6513E"/>
              </a:buClr>
            </a:pPr>
            <a:endParaRPr lang="de-DE" sz="1200">
              <a:solidFill>
                <a:schemeClr val="bg2"/>
              </a:solidFill>
              <a:ea typeface="Nokia Pure Text" panose="020B0504040602060303" pitchFamily="34" charset="0"/>
              <a:cs typeface="Nokia Pure Text" panose="020B0504040602060303" pitchFamily="34" charset="0"/>
              <a:sym typeface="Helvetica Neue" charset="0"/>
            </a:endParaRPr>
          </a:p>
        </p:txBody>
      </p:sp>
      <p:sp>
        <p:nvSpPr>
          <p:cNvPr id="259" name="Rectangle 258">
            <a:extLst>
              <a:ext uri="{FF2B5EF4-FFF2-40B4-BE49-F238E27FC236}">
                <a16:creationId xmlns:a16="http://schemas.microsoft.com/office/drawing/2014/main" id="{E893E0A6-F116-45DA-8FC7-D304E3F1AB13}"/>
              </a:ext>
            </a:extLst>
          </p:cNvPr>
          <p:cNvSpPr/>
          <p:nvPr userDrawn="1"/>
        </p:nvSpPr>
        <p:spPr>
          <a:xfrm flipH="1">
            <a:off x="8829476" y="1426081"/>
            <a:ext cx="45719" cy="2522076"/>
          </a:xfrm>
          <a:prstGeom prst="rect">
            <a:avLst/>
          </a:prstGeom>
          <a:solidFill>
            <a:schemeClr val="bg2">
              <a:lumMod val="20000"/>
              <a:lumOff val="80000"/>
              <a:alpha val="60000"/>
            </a:schemeClr>
          </a:solidFill>
          <a:ln>
            <a:noFill/>
            <a:miter lim="800000"/>
          </a:ln>
        </p:spPr>
        <p:txBody>
          <a:bodyPr wrap="square" lIns="144000" tIns="108000" rIns="72000" bIns="36000" rtlCol="0" anchor="t">
            <a:noAutofit/>
          </a:bodyPr>
          <a:lstStyle/>
          <a:p>
            <a:pPr algn="r" defTabSz="307644" hangingPunct="0">
              <a:lnSpc>
                <a:spcPct val="90000"/>
              </a:lnSpc>
              <a:spcAft>
                <a:spcPts val="596"/>
              </a:spcAft>
              <a:buClr>
                <a:srgbClr val="E6513E"/>
              </a:buClr>
            </a:pPr>
            <a:endParaRPr lang="de-DE" sz="1200">
              <a:solidFill>
                <a:schemeClr val="bg2"/>
              </a:solidFill>
              <a:ea typeface="Nokia Pure Text" panose="020B0504040602060303" pitchFamily="34" charset="0"/>
              <a:cs typeface="Nokia Pure Text" panose="020B0504040602060303" pitchFamily="34" charset="0"/>
              <a:sym typeface="Helvetica Neue" charset="0"/>
            </a:endParaRPr>
          </a:p>
        </p:txBody>
      </p:sp>
      <p:sp>
        <p:nvSpPr>
          <p:cNvPr id="260" name="Rectangle 259">
            <a:extLst>
              <a:ext uri="{FF2B5EF4-FFF2-40B4-BE49-F238E27FC236}">
                <a16:creationId xmlns:a16="http://schemas.microsoft.com/office/drawing/2014/main" id="{96535318-2AF3-4467-AF90-17062846681A}"/>
              </a:ext>
            </a:extLst>
          </p:cNvPr>
          <p:cNvSpPr/>
          <p:nvPr userDrawn="1"/>
        </p:nvSpPr>
        <p:spPr>
          <a:xfrm flipH="1">
            <a:off x="8922060" y="1426081"/>
            <a:ext cx="45719" cy="2522076"/>
          </a:xfrm>
          <a:prstGeom prst="rect">
            <a:avLst/>
          </a:prstGeom>
          <a:solidFill>
            <a:schemeClr val="bg2">
              <a:lumMod val="20000"/>
              <a:lumOff val="80000"/>
              <a:alpha val="40000"/>
            </a:schemeClr>
          </a:solidFill>
          <a:ln>
            <a:noFill/>
            <a:miter lim="800000"/>
          </a:ln>
        </p:spPr>
        <p:txBody>
          <a:bodyPr wrap="square" lIns="144000" tIns="108000" rIns="72000" bIns="36000" rtlCol="0" anchor="t">
            <a:noAutofit/>
          </a:bodyPr>
          <a:lstStyle/>
          <a:p>
            <a:pPr algn="r" defTabSz="307644" hangingPunct="0">
              <a:lnSpc>
                <a:spcPct val="90000"/>
              </a:lnSpc>
              <a:spcAft>
                <a:spcPts val="596"/>
              </a:spcAft>
              <a:buClr>
                <a:srgbClr val="E6513E"/>
              </a:buClr>
            </a:pPr>
            <a:endParaRPr lang="de-DE" sz="1200">
              <a:solidFill>
                <a:schemeClr val="bg2"/>
              </a:solidFill>
              <a:ea typeface="Nokia Pure Text" panose="020B0504040602060303" pitchFamily="34" charset="0"/>
              <a:cs typeface="Nokia Pure Text" panose="020B0504040602060303" pitchFamily="34" charset="0"/>
              <a:sym typeface="Helvetica Neue" charset="0"/>
            </a:endParaRPr>
          </a:p>
        </p:txBody>
      </p:sp>
      <p:sp>
        <p:nvSpPr>
          <p:cNvPr id="261" name="Rectangle 282">
            <a:extLst>
              <a:ext uri="{FF2B5EF4-FFF2-40B4-BE49-F238E27FC236}">
                <a16:creationId xmlns:a16="http://schemas.microsoft.com/office/drawing/2014/main" id="{135F7534-4888-4DFA-8640-3204A1310021}"/>
              </a:ext>
            </a:extLst>
          </p:cNvPr>
          <p:cNvSpPr/>
          <p:nvPr userDrawn="1"/>
        </p:nvSpPr>
        <p:spPr>
          <a:xfrm>
            <a:off x="282788" y="1428582"/>
            <a:ext cx="1838772" cy="587540"/>
          </a:xfrm>
          <a:custGeom>
            <a:avLst/>
            <a:gdLst>
              <a:gd name="connsiteX0" fmla="*/ 0 w 2035434"/>
              <a:gd name="connsiteY0" fmla="*/ 0 h 2520000"/>
              <a:gd name="connsiteX1" fmla="*/ 2035434 w 2035434"/>
              <a:gd name="connsiteY1" fmla="*/ 0 h 2520000"/>
              <a:gd name="connsiteX2" fmla="*/ 2035434 w 2035434"/>
              <a:gd name="connsiteY2" fmla="*/ 2520000 h 2520000"/>
              <a:gd name="connsiteX3" fmla="*/ 0 w 2035434"/>
              <a:gd name="connsiteY3" fmla="*/ 2520000 h 2520000"/>
              <a:gd name="connsiteX4" fmla="*/ 0 w 2035434"/>
              <a:gd name="connsiteY4" fmla="*/ 0 h 2520000"/>
              <a:gd name="connsiteX0" fmla="*/ 233363 w 2268797"/>
              <a:gd name="connsiteY0" fmla="*/ 0 h 2520000"/>
              <a:gd name="connsiteX1" fmla="*/ 2268797 w 2268797"/>
              <a:gd name="connsiteY1" fmla="*/ 0 h 2520000"/>
              <a:gd name="connsiteX2" fmla="*/ 2268797 w 2268797"/>
              <a:gd name="connsiteY2" fmla="*/ 2520000 h 2520000"/>
              <a:gd name="connsiteX3" fmla="*/ 233363 w 2268797"/>
              <a:gd name="connsiteY3" fmla="*/ 2520000 h 2520000"/>
              <a:gd name="connsiteX4" fmla="*/ 0 w 2268797"/>
              <a:gd name="connsiteY4" fmla="*/ 714681 h 2520000"/>
              <a:gd name="connsiteX5" fmla="*/ 233363 w 2268797"/>
              <a:gd name="connsiteY5" fmla="*/ 0 h 2520000"/>
              <a:gd name="connsiteX0" fmla="*/ 310167 w 2345601"/>
              <a:gd name="connsiteY0" fmla="*/ 0 h 2520000"/>
              <a:gd name="connsiteX1" fmla="*/ 2345601 w 2345601"/>
              <a:gd name="connsiteY1" fmla="*/ 0 h 2520000"/>
              <a:gd name="connsiteX2" fmla="*/ 2345601 w 2345601"/>
              <a:gd name="connsiteY2" fmla="*/ 2520000 h 2520000"/>
              <a:gd name="connsiteX3" fmla="*/ 310167 w 2345601"/>
              <a:gd name="connsiteY3" fmla="*/ 2520000 h 2520000"/>
              <a:gd name="connsiteX4" fmla="*/ 10130 w 2345601"/>
              <a:gd name="connsiteY4" fmla="*/ 1648131 h 2520000"/>
              <a:gd name="connsiteX5" fmla="*/ 76804 w 2345601"/>
              <a:gd name="connsiteY5" fmla="*/ 714681 h 2520000"/>
              <a:gd name="connsiteX6" fmla="*/ 310167 w 2345601"/>
              <a:gd name="connsiteY6" fmla="*/ 0 h 2520000"/>
              <a:gd name="connsiteX0" fmla="*/ 28758 w 2297555"/>
              <a:gd name="connsiteY0" fmla="*/ 714681 h 2520000"/>
              <a:gd name="connsiteX1" fmla="*/ 262121 w 2297555"/>
              <a:gd name="connsiteY1" fmla="*/ 0 h 2520000"/>
              <a:gd name="connsiteX2" fmla="*/ 2297555 w 2297555"/>
              <a:gd name="connsiteY2" fmla="*/ 0 h 2520000"/>
              <a:gd name="connsiteX3" fmla="*/ 2297555 w 2297555"/>
              <a:gd name="connsiteY3" fmla="*/ 2520000 h 2520000"/>
              <a:gd name="connsiteX4" fmla="*/ 262121 w 2297555"/>
              <a:gd name="connsiteY4" fmla="*/ 2520000 h 2520000"/>
              <a:gd name="connsiteX5" fmla="*/ 53524 w 2297555"/>
              <a:gd name="connsiteY5" fmla="*/ 1739571 h 2520000"/>
              <a:gd name="connsiteX0" fmla="*/ 262121 w 2297555"/>
              <a:gd name="connsiteY0" fmla="*/ 0 h 2520000"/>
              <a:gd name="connsiteX1" fmla="*/ 2297555 w 2297555"/>
              <a:gd name="connsiteY1" fmla="*/ 0 h 2520000"/>
              <a:gd name="connsiteX2" fmla="*/ 2297555 w 2297555"/>
              <a:gd name="connsiteY2" fmla="*/ 2520000 h 2520000"/>
              <a:gd name="connsiteX3" fmla="*/ 262121 w 2297555"/>
              <a:gd name="connsiteY3" fmla="*/ 2520000 h 2520000"/>
              <a:gd name="connsiteX4" fmla="*/ 53524 w 2297555"/>
              <a:gd name="connsiteY4" fmla="*/ 1739571 h 2520000"/>
              <a:gd name="connsiteX0" fmla="*/ 0 w 2035434"/>
              <a:gd name="connsiteY0" fmla="*/ 0 h 2520000"/>
              <a:gd name="connsiteX1" fmla="*/ 2035434 w 2035434"/>
              <a:gd name="connsiteY1" fmla="*/ 0 h 2520000"/>
              <a:gd name="connsiteX2" fmla="*/ 2035434 w 2035434"/>
              <a:gd name="connsiteY2" fmla="*/ 2520000 h 2520000"/>
              <a:gd name="connsiteX3" fmla="*/ 0 w 2035434"/>
              <a:gd name="connsiteY3" fmla="*/ 2520000 h 2520000"/>
            </a:gdLst>
            <a:ahLst/>
            <a:cxnLst>
              <a:cxn ang="0">
                <a:pos x="connsiteX0" y="connsiteY0"/>
              </a:cxn>
              <a:cxn ang="0">
                <a:pos x="connsiteX1" y="connsiteY1"/>
              </a:cxn>
              <a:cxn ang="0">
                <a:pos x="connsiteX2" y="connsiteY2"/>
              </a:cxn>
              <a:cxn ang="0">
                <a:pos x="connsiteX3" y="connsiteY3"/>
              </a:cxn>
            </a:cxnLst>
            <a:rect l="l" t="t" r="r" b="b"/>
            <a:pathLst>
              <a:path w="2035434" h="2520000">
                <a:moveTo>
                  <a:pt x="0" y="0"/>
                </a:moveTo>
                <a:lnTo>
                  <a:pt x="2035434" y="0"/>
                </a:lnTo>
                <a:lnTo>
                  <a:pt x="2035434" y="2520000"/>
                </a:lnTo>
                <a:lnTo>
                  <a:pt x="0" y="2520000"/>
                </a:lnTo>
              </a:path>
            </a:pathLst>
          </a:custGeom>
          <a:noFill/>
          <a:ln>
            <a:noFill/>
            <a:miter lim="800000"/>
          </a:ln>
        </p:spPr>
        <p:txBody>
          <a:bodyPr wrap="square" lIns="144000" tIns="108000" rIns="72000" bIns="36000" rtlCol="0" anchor="t">
            <a:noAutofit/>
          </a:bodyPr>
          <a:lstStyle/>
          <a:p>
            <a:pPr defTabSz="307644" hangingPunct="0">
              <a:lnSpc>
                <a:spcPct val="90000"/>
              </a:lnSpc>
              <a:spcAft>
                <a:spcPts val="596"/>
              </a:spcAft>
              <a:buClr>
                <a:srgbClr val="E6513E"/>
              </a:buClr>
            </a:pPr>
            <a:r>
              <a:rPr lang="de-DE" sz="1200">
                <a:solidFill>
                  <a:schemeClr val="bg2"/>
                </a:solidFill>
                <a:ea typeface="Nokia Pure Text" panose="020B0504040602060303" pitchFamily="34" charset="0"/>
                <a:cs typeface="Nokia Pure Text" panose="020B0504040602060303" pitchFamily="34" charset="0"/>
                <a:sym typeface="Helvetica Neue" charset="0"/>
              </a:rPr>
              <a:t>Kunde</a:t>
            </a:r>
            <a:br>
              <a:rPr lang="de-DE" sz="1200">
                <a:solidFill>
                  <a:schemeClr val="bg2"/>
                </a:solidFill>
                <a:ea typeface="Nokia Pure Text" panose="020B0504040602060303" pitchFamily="34" charset="0"/>
                <a:cs typeface="Nokia Pure Text" panose="020B0504040602060303" pitchFamily="34" charset="0"/>
                <a:sym typeface="Helvetica Neue" charset="0"/>
              </a:rPr>
            </a:br>
            <a:r>
              <a:rPr lang="de-DE" sz="800">
                <a:solidFill>
                  <a:schemeClr val="bg2"/>
                </a:solidFill>
                <a:ea typeface="Nokia Pure Text" panose="020B0504040602060303" pitchFamily="34" charset="0"/>
                <a:cs typeface="Nokia Pure Text" panose="020B0504040602060303" pitchFamily="34" charset="0"/>
                <a:sym typeface="Helvetica Neue" charset="0"/>
              </a:rPr>
              <a:t>Internes Wissen zu Situation &amp; Potentiale </a:t>
            </a:r>
            <a:endParaRPr lang="de-DE" sz="1000">
              <a:solidFill>
                <a:schemeClr val="bg2"/>
              </a:solidFill>
              <a:ea typeface="Nokia Pure Text" panose="020B0504040602060303" pitchFamily="34" charset="0"/>
              <a:cs typeface="Nokia Pure Text" panose="020B0504040602060303" pitchFamily="34" charset="0"/>
              <a:sym typeface="Helvetica Neue" charset="0"/>
            </a:endParaRPr>
          </a:p>
        </p:txBody>
      </p:sp>
    </p:spTree>
    <p:extLst>
      <p:ext uri="{BB962C8B-B14F-4D97-AF65-F5344CB8AC3E}">
        <p14:creationId xmlns:p14="http://schemas.microsoft.com/office/powerpoint/2010/main" val="183801528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2"/>
                                        </p:tgtEl>
                                        <p:attrNameLst>
                                          <p:attrName>style.visibility</p:attrName>
                                        </p:attrNameLst>
                                      </p:cBhvr>
                                      <p:to>
                                        <p:strVal val="visible"/>
                                      </p:to>
                                    </p:set>
                                    <p:animEffect transition="in" filter="fade">
                                      <p:cBhvr>
                                        <p:cTn id="7" dur="1250"/>
                                        <p:tgtEl>
                                          <p:spTgt spid="142"/>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61"/>
                                        </p:tgtEl>
                                        <p:attrNameLst>
                                          <p:attrName>style.visibility</p:attrName>
                                        </p:attrNameLst>
                                      </p:cBhvr>
                                      <p:to>
                                        <p:strVal val="visible"/>
                                      </p:to>
                                    </p:set>
                                    <p:animEffect transition="in" filter="fade">
                                      <p:cBhvr>
                                        <p:cTn id="10" dur="1250"/>
                                        <p:tgtEl>
                                          <p:spTgt spid="261"/>
                                        </p:tgtEl>
                                      </p:cBhvr>
                                    </p:animEffect>
                                  </p:childTnLst>
                                </p:cTn>
                              </p:par>
                              <p:par>
                                <p:cTn id="11" presetID="10" presetClass="entr" presetSubtype="0" fill="hold" grpId="0" nodeType="withEffect">
                                  <p:stCondLst>
                                    <p:cond delay="1250"/>
                                  </p:stCondLst>
                                  <p:childTnLst>
                                    <p:set>
                                      <p:cBhvr>
                                        <p:cTn id="12" dur="1" fill="hold">
                                          <p:stCondLst>
                                            <p:cond delay="0"/>
                                          </p:stCondLst>
                                        </p:cTn>
                                        <p:tgtEl>
                                          <p:spTgt spid="137"/>
                                        </p:tgtEl>
                                        <p:attrNameLst>
                                          <p:attrName>style.visibility</p:attrName>
                                        </p:attrNameLst>
                                      </p:cBhvr>
                                      <p:to>
                                        <p:strVal val="visible"/>
                                      </p:to>
                                    </p:set>
                                    <p:animEffect transition="in" filter="fade">
                                      <p:cBhvr>
                                        <p:cTn id="13" dur="1500"/>
                                        <p:tgtEl>
                                          <p:spTgt spid="137"/>
                                        </p:tgtEl>
                                      </p:cBhvr>
                                    </p:animEffect>
                                  </p:childTnLst>
                                </p:cTn>
                              </p:par>
                              <p:par>
                                <p:cTn id="14" presetID="10" presetClass="entr" presetSubtype="0" fill="hold" grpId="0" nodeType="withEffect">
                                  <p:stCondLst>
                                    <p:cond delay="1250"/>
                                  </p:stCondLst>
                                  <p:childTnLst>
                                    <p:set>
                                      <p:cBhvr>
                                        <p:cTn id="15" dur="1" fill="hold">
                                          <p:stCondLst>
                                            <p:cond delay="0"/>
                                          </p:stCondLst>
                                        </p:cTn>
                                        <p:tgtEl>
                                          <p:spTgt spid="136"/>
                                        </p:tgtEl>
                                        <p:attrNameLst>
                                          <p:attrName>style.visibility</p:attrName>
                                        </p:attrNameLst>
                                      </p:cBhvr>
                                      <p:to>
                                        <p:strVal val="visible"/>
                                      </p:to>
                                    </p:set>
                                    <p:animEffect transition="in" filter="fade">
                                      <p:cBhvr>
                                        <p:cTn id="16" dur="1500"/>
                                        <p:tgtEl>
                                          <p:spTgt spid="136"/>
                                        </p:tgtEl>
                                      </p:cBhvr>
                                    </p:animEffect>
                                  </p:childTnLst>
                                </p:cTn>
                              </p:par>
                            </p:childTnLst>
                          </p:cTn>
                        </p:par>
                        <p:par>
                          <p:cTn id="17" fill="hold">
                            <p:stCondLst>
                              <p:cond delay="2750"/>
                            </p:stCondLst>
                            <p:childTnLst>
                              <p:par>
                                <p:cTn id="18" presetID="10" presetClass="entr" presetSubtype="0" fill="hold" nodeType="afterEffect">
                                  <p:stCondLst>
                                    <p:cond delay="0"/>
                                  </p:stCondLst>
                                  <p:childTnLst>
                                    <p:set>
                                      <p:cBhvr>
                                        <p:cTn id="19" dur="1" fill="hold">
                                          <p:stCondLst>
                                            <p:cond delay="0"/>
                                          </p:stCondLst>
                                        </p:cTn>
                                        <p:tgtEl>
                                          <p:spTgt spid="165"/>
                                        </p:tgtEl>
                                        <p:attrNameLst>
                                          <p:attrName>style.visibility</p:attrName>
                                        </p:attrNameLst>
                                      </p:cBhvr>
                                      <p:to>
                                        <p:strVal val="visible"/>
                                      </p:to>
                                    </p:set>
                                    <p:animEffect transition="in" filter="fade">
                                      <p:cBhvr>
                                        <p:cTn id="20" dur="1250"/>
                                        <p:tgtEl>
                                          <p:spTgt spid="165"/>
                                        </p:tgtEl>
                                      </p:cBhvr>
                                    </p:animEffect>
                                  </p:childTnLst>
                                </p:cTn>
                              </p:par>
                              <p:par>
                                <p:cTn id="21" presetID="8" presetClass="emph" presetSubtype="0" repeatCount="indefinite" fill="hold" nodeType="withEffect">
                                  <p:stCondLst>
                                    <p:cond delay="0"/>
                                  </p:stCondLst>
                                  <p:childTnLst>
                                    <p:animRot by="21600000">
                                      <p:cBhvr>
                                        <p:cTn id="22" dur="40000" fill="hold"/>
                                        <p:tgtEl>
                                          <p:spTgt spid="165"/>
                                        </p:tgtEl>
                                        <p:attrNameLst>
                                          <p:attrName>r</p:attrName>
                                        </p:attrNameLst>
                                      </p:cBhvr>
                                    </p:animRot>
                                  </p:childTnLst>
                                </p:cTn>
                              </p:par>
                              <p:par>
                                <p:cTn id="23" presetID="10" presetClass="entr" presetSubtype="0" fill="hold" nodeType="withEffect">
                                  <p:stCondLst>
                                    <p:cond delay="1250"/>
                                  </p:stCondLst>
                                  <p:childTnLst>
                                    <p:set>
                                      <p:cBhvr>
                                        <p:cTn id="24" dur="1" fill="hold">
                                          <p:stCondLst>
                                            <p:cond delay="0"/>
                                          </p:stCondLst>
                                        </p:cTn>
                                        <p:tgtEl>
                                          <p:spTgt spid="173"/>
                                        </p:tgtEl>
                                        <p:attrNameLst>
                                          <p:attrName>style.visibility</p:attrName>
                                        </p:attrNameLst>
                                      </p:cBhvr>
                                      <p:to>
                                        <p:strVal val="visible"/>
                                      </p:to>
                                    </p:set>
                                    <p:animEffect transition="in" filter="fade">
                                      <p:cBhvr>
                                        <p:cTn id="25" dur="1250"/>
                                        <p:tgtEl>
                                          <p:spTgt spid="173"/>
                                        </p:tgtEl>
                                      </p:cBhvr>
                                    </p:animEffect>
                                  </p:childTnLst>
                                </p:cTn>
                              </p:par>
                              <p:par>
                                <p:cTn id="26" presetID="8" presetClass="emph" presetSubtype="0" repeatCount="indefinite" fill="hold" nodeType="withEffect">
                                  <p:stCondLst>
                                    <p:cond delay="1250"/>
                                  </p:stCondLst>
                                  <p:childTnLst>
                                    <p:animRot by="-21600000">
                                      <p:cBhvr>
                                        <p:cTn id="27" dur="20000" fill="hold"/>
                                        <p:tgtEl>
                                          <p:spTgt spid="173"/>
                                        </p:tgtEl>
                                        <p:attrNameLst>
                                          <p:attrName>r</p:attrName>
                                        </p:attrNameLst>
                                      </p:cBhvr>
                                    </p:animRot>
                                  </p:childTnLst>
                                </p:cTn>
                              </p:par>
                              <p:par>
                                <p:cTn id="28" presetID="10" presetClass="entr" presetSubtype="0" fill="hold" nodeType="withEffect">
                                  <p:stCondLst>
                                    <p:cond delay="2000"/>
                                  </p:stCondLst>
                                  <p:childTnLst>
                                    <p:set>
                                      <p:cBhvr>
                                        <p:cTn id="29" dur="1" fill="hold">
                                          <p:stCondLst>
                                            <p:cond delay="0"/>
                                          </p:stCondLst>
                                        </p:cTn>
                                        <p:tgtEl>
                                          <p:spTgt spid="169"/>
                                        </p:tgtEl>
                                        <p:attrNameLst>
                                          <p:attrName>style.visibility</p:attrName>
                                        </p:attrNameLst>
                                      </p:cBhvr>
                                      <p:to>
                                        <p:strVal val="visible"/>
                                      </p:to>
                                    </p:set>
                                    <p:animEffect transition="in" filter="fade">
                                      <p:cBhvr>
                                        <p:cTn id="30" dur="1250"/>
                                        <p:tgtEl>
                                          <p:spTgt spid="169"/>
                                        </p:tgtEl>
                                      </p:cBhvr>
                                    </p:animEffect>
                                  </p:childTnLst>
                                </p:cTn>
                              </p:par>
                              <p:par>
                                <p:cTn id="31" presetID="8" presetClass="emph" presetSubtype="0" repeatCount="indefinite" fill="hold" nodeType="withEffect">
                                  <p:stCondLst>
                                    <p:cond delay="2000"/>
                                  </p:stCondLst>
                                  <p:childTnLst>
                                    <p:animRot by="21600000">
                                      <p:cBhvr>
                                        <p:cTn id="32" dur="40000" fill="hold"/>
                                        <p:tgtEl>
                                          <p:spTgt spid="169"/>
                                        </p:tgtEl>
                                        <p:attrNameLst>
                                          <p:attrName>r</p:attrName>
                                        </p:attrNameLst>
                                      </p:cBhvr>
                                    </p:animRot>
                                  </p:childTnLst>
                                </p:cTn>
                              </p:par>
                              <p:par>
                                <p:cTn id="33" presetID="10" presetClass="entr" presetSubtype="0" fill="hold" grpId="0" nodeType="withEffect">
                                  <p:stCondLst>
                                    <p:cond delay="2000"/>
                                  </p:stCondLst>
                                  <p:childTnLst>
                                    <p:set>
                                      <p:cBhvr>
                                        <p:cTn id="34" dur="1" fill="hold">
                                          <p:stCondLst>
                                            <p:cond delay="0"/>
                                          </p:stCondLst>
                                        </p:cTn>
                                        <p:tgtEl>
                                          <p:spTgt spid="149"/>
                                        </p:tgtEl>
                                        <p:attrNameLst>
                                          <p:attrName>style.visibility</p:attrName>
                                        </p:attrNameLst>
                                      </p:cBhvr>
                                      <p:to>
                                        <p:strVal val="visible"/>
                                      </p:to>
                                    </p:set>
                                    <p:animEffect transition="in" filter="fade">
                                      <p:cBhvr>
                                        <p:cTn id="35" dur="1250"/>
                                        <p:tgtEl>
                                          <p:spTgt spid="149"/>
                                        </p:tgtEl>
                                      </p:cBhvr>
                                    </p:animEffect>
                                  </p:childTnLst>
                                </p:cTn>
                              </p:par>
                              <p:par>
                                <p:cTn id="36" presetID="22" presetClass="entr" presetSubtype="8" fill="hold" grpId="0" nodeType="withEffect">
                                  <p:stCondLst>
                                    <p:cond delay="2000"/>
                                  </p:stCondLst>
                                  <p:childTnLst>
                                    <p:set>
                                      <p:cBhvr>
                                        <p:cTn id="37" dur="1" fill="hold">
                                          <p:stCondLst>
                                            <p:cond delay="0"/>
                                          </p:stCondLst>
                                        </p:cTn>
                                        <p:tgtEl>
                                          <p:spTgt spid="140"/>
                                        </p:tgtEl>
                                        <p:attrNameLst>
                                          <p:attrName>style.visibility</p:attrName>
                                        </p:attrNameLst>
                                      </p:cBhvr>
                                      <p:to>
                                        <p:strVal val="visible"/>
                                      </p:to>
                                    </p:set>
                                    <p:animEffect transition="in" filter="wipe(left)">
                                      <p:cBhvr>
                                        <p:cTn id="38" dur="1250"/>
                                        <p:tgtEl>
                                          <p:spTgt spid="140"/>
                                        </p:tgtEl>
                                      </p:cBhvr>
                                    </p:animEffect>
                                  </p:childTnLst>
                                </p:cTn>
                              </p:par>
                              <p:par>
                                <p:cTn id="39" presetID="10" presetClass="entr" presetSubtype="0" fill="hold" grpId="0" nodeType="withEffect">
                                  <p:stCondLst>
                                    <p:cond delay="2000"/>
                                  </p:stCondLst>
                                  <p:childTnLst>
                                    <p:set>
                                      <p:cBhvr>
                                        <p:cTn id="40" dur="1" fill="hold">
                                          <p:stCondLst>
                                            <p:cond delay="0"/>
                                          </p:stCondLst>
                                        </p:cTn>
                                        <p:tgtEl>
                                          <p:spTgt spid="226"/>
                                        </p:tgtEl>
                                        <p:attrNameLst>
                                          <p:attrName>style.visibility</p:attrName>
                                        </p:attrNameLst>
                                      </p:cBhvr>
                                      <p:to>
                                        <p:strVal val="visible"/>
                                      </p:to>
                                    </p:set>
                                    <p:animEffect transition="in" filter="fade">
                                      <p:cBhvr>
                                        <p:cTn id="41" dur="1250"/>
                                        <p:tgtEl>
                                          <p:spTgt spid="226"/>
                                        </p:tgtEl>
                                      </p:cBhvr>
                                    </p:animEffect>
                                  </p:childTnLst>
                                </p:cTn>
                              </p:par>
                              <p:par>
                                <p:cTn id="42" presetID="22" presetClass="entr" presetSubtype="8" fill="hold" grpId="0" nodeType="withEffect">
                                  <p:stCondLst>
                                    <p:cond delay="3250"/>
                                  </p:stCondLst>
                                  <p:childTnLst>
                                    <p:set>
                                      <p:cBhvr>
                                        <p:cTn id="43" dur="1" fill="hold">
                                          <p:stCondLst>
                                            <p:cond delay="0"/>
                                          </p:stCondLst>
                                        </p:cTn>
                                        <p:tgtEl>
                                          <p:spTgt spid="138"/>
                                        </p:tgtEl>
                                        <p:attrNameLst>
                                          <p:attrName>style.visibility</p:attrName>
                                        </p:attrNameLst>
                                      </p:cBhvr>
                                      <p:to>
                                        <p:strVal val="visible"/>
                                      </p:to>
                                    </p:set>
                                    <p:animEffect transition="in" filter="wipe(left)">
                                      <p:cBhvr>
                                        <p:cTn id="44" dur="1500"/>
                                        <p:tgtEl>
                                          <p:spTgt spid="138"/>
                                        </p:tgtEl>
                                      </p:cBhvr>
                                    </p:animEffect>
                                  </p:childTnLst>
                                </p:cTn>
                              </p:par>
                              <p:par>
                                <p:cTn id="45" presetID="22" presetClass="entr" presetSubtype="8" fill="hold" grpId="0" nodeType="withEffect">
                                  <p:stCondLst>
                                    <p:cond delay="3750"/>
                                  </p:stCondLst>
                                  <p:childTnLst>
                                    <p:set>
                                      <p:cBhvr>
                                        <p:cTn id="46" dur="1" fill="hold">
                                          <p:stCondLst>
                                            <p:cond delay="0"/>
                                          </p:stCondLst>
                                        </p:cTn>
                                        <p:tgtEl>
                                          <p:spTgt spid="258"/>
                                        </p:tgtEl>
                                        <p:attrNameLst>
                                          <p:attrName>style.visibility</p:attrName>
                                        </p:attrNameLst>
                                      </p:cBhvr>
                                      <p:to>
                                        <p:strVal val="visible"/>
                                      </p:to>
                                    </p:set>
                                    <p:animEffect transition="in" filter="wipe(left)">
                                      <p:cBhvr>
                                        <p:cTn id="47" dur="1500"/>
                                        <p:tgtEl>
                                          <p:spTgt spid="258"/>
                                        </p:tgtEl>
                                      </p:cBhvr>
                                    </p:animEffect>
                                  </p:childTnLst>
                                </p:cTn>
                              </p:par>
                              <p:par>
                                <p:cTn id="48" presetID="22" presetClass="entr" presetSubtype="8" fill="hold" grpId="0" nodeType="withEffect">
                                  <p:stCondLst>
                                    <p:cond delay="4250"/>
                                  </p:stCondLst>
                                  <p:childTnLst>
                                    <p:set>
                                      <p:cBhvr>
                                        <p:cTn id="49" dur="1" fill="hold">
                                          <p:stCondLst>
                                            <p:cond delay="0"/>
                                          </p:stCondLst>
                                        </p:cTn>
                                        <p:tgtEl>
                                          <p:spTgt spid="259"/>
                                        </p:tgtEl>
                                        <p:attrNameLst>
                                          <p:attrName>style.visibility</p:attrName>
                                        </p:attrNameLst>
                                      </p:cBhvr>
                                      <p:to>
                                        <p:strVal val="visible"/>
                                      </p:to>
                                    </p:set>
                                    <p:animEffect transition="in" filter="wipe(left)">
                                      <p:cBhvr>
                                        <p:cTn id="50" dur="1500"/>
                                        <p:tgtEl>
                                          <p:spTgt spid="259"/>
                                        </p:tgtEl>
                                      </p:cBhvr>
                                    </p:animEffect>
                                  </p:childTnLst>
                                </p:cTn>
                              </p:par>
                              <p:par>
                                <p:cTn id="51" presetID="22" presetClass="entr" presetSubtype="8" fill="hold" grpId="0" nodeType="withEffect">
                                  <p:stCondLst>
                                    <p:cond delay="4750"/>
                                  </p:stCondLst>
                                  <p:childTnLst>
                                    <p:set>
                                      <p:cBhvr>
                                        <p:cTn id="52" dur="1" fill="hold">
                                          <p:stCondLst>
                                            <p:cond delay="0"/>
                                          </p:stCondLst>
                                        </p:cTn>
                                        <p:tgtEl>
                                          <p:spTgt spid="260"/>
                                        </p:tgtEl>
                                        <p:attrNameLst>
                                          <p:attrName>style.visibility</p:attrName>
                                        </p:attrNameLst>
                                      </p:cBhvr>
                                      <p:to>
                                        <p:strVal val="visible"/>
                                      </p:to>
                                    </p:set>
                                    <p:animEffect transition="in" filter="wipe(left)">
                                      <p:cBhvr>
                                        <p:cTn id="53" dur="1500"/>
                                        <p:tgtEl>
                                          <p:spTgt spid="260"/>
                                        </p:tgtEl>
                                      </p:cBhvr>
                                    </p:animEffect>
                                  </p:childTnLst>
                                </p:cTn>
                              </p:par>
                              <p:par>
                                <p:cTn id="54" presetID="10" presetClass="entr" presetSubtype="0" fill="hold" grpId="0" nodeType="withEffect">
                                  <p:stCondLst>
                                    <p:cond delay="5250"/>
                                  </p:stCondLst>
                                  <p:childTnLst>
                                    <p:set>
                                      <p:cBhvr>
                                        <p:cTn id="55" dur="1" fill="hold">
                                          <p:stCondLst>
                                            <p:cond delay="0"/>
                                          </p:stCondLst>
                                        </p:cTn>
                                        <p:tgtEl>
                                          <p:spTgt spid="141"/>
                                        </p:tgtEl>
                                        <p:attrNameLst>
                                          <p:attrName>style.visibility</p:attrName>
                                        </p:attrNameLst>
                                      </p:cBhvr>
                                      <p:to>
                                        <p:strVal val="visible"/>
                                      </p:to>
                                    </p:set>
                                    <p:animEffect transition="in" filter="fade">
                                      <p:cBhvr>
                                        <p:cTn id="56" dur="1250"/>
                                        <p:tgtEl>
                                          <p:spTgt spid="141"/>
                                        </p:tgtEl>
                                      </p:cBhvr>
                                    </p:animEffect>
                                  </p:childTnLst>
                                </p:cTn>
                              </p:par>
                              <p:par>
                                <p:cTn id="57" presetID="10" presetClass="entr" presetSubtype="0" fill="hold" grpId="0" nodeType="withEffect">
                                  <p:stCondLst>
                                    <p:cond delay="5750"/>
                                  </p:stCondLst>
                                  <p:childTnLst>
                                    <p:set>
                                      <p:cBhvr>
                                        <p:cTn id="58" dur="1" fill="hold">
                                          <p:stCondLst>
                                            <p:cond delay="0"/>
                                          </p:stCondLst>
                                        </p:cTn>
                                        <p:tgtEl>
                                          <p:spTgt spid="257"/>
                                        </p:tgtEl>
                                        <p:attrNameLst>
                                          <p:attrName>style.visibility</p:attrName>
                                        </p:attrNameLst>
                                      </p:cBhvr>
                                      <p:to>
                                        <p:strVal val="visible"/>
                                      </p:to>
                                    </p:set>
                                    <p:animEffect transition="in" filter="fade">
                                      <p:cBhvr>
                                        <p:cTn id="59" dur="1750"/>
                                        <p:tgtEl>
                                          <p:spTgt spid="257"/>
                                        </p:tgtEl>
                                      </p:cBhvr>
                                    </p:animEffect>
                                  </p:childTnLst>
                                </p:cTn>
                              </p:par>
                              <p:par>
                                <p:cTn id="60" presetID="10" presetClass="entr" presetSubtype="0" fill="hold" grpId="1" nodeType="withEffect">
                                  <p:stCondLst>
                                    <p:cond delay="5250"/>
                                  </p:stCondLst>
                                  <p:childTnLst>
                                    <p:set>
                                      <p:cBhvr>
                                        <p:cTn id="61" dur="1" fill="hold">
                                          <p:stCondLst>
                                            <p:cond delay="0"/>
                                          </p:stCondLst>
                                        </p:cTn>
                                        <p:tgtEl>
                                          <p:spTgt spid="227"/>
                                        </p:tgtEl>
                                        <p:attrNameLst>
                                          <p:attrName>style.visibility</p:attrName>
                                        </p:attrNameLst>
                                      </p:cBhvr>
                                      <p:to>
                                        <p:strVal val="visible"/>
                                      </p:to>
                                    </p:set>
                                    <p:animEffect transition="in" filter="fade">
                                      <p:cBhvr>
                                        <p:cTn id="62" dur="1250"/>
                                        <p:tgtEl>
                                          <p:spTgt spid="227"/>
                                        </p:tgtEl>
                                      </p:cBhvr>
                                    </p:animEffect>
                                  </p:childTnLst>
                                </p:cTn>
                              </p:par>
                              <p:par>
                                <p:cTn id="63" presetID="8" presetClass="emph" presetSubtype="0" repeatCount="indefinite" fill="hold" grpId="0" nodeType="withEffect">
                                  <p:stCondLst>
                                    <p:cond delay="5250"/>
                                  </p:stCondLst>
                                  <p:childTnLst>
                                    <p:animRot by="21600000">
                                      <p:cBhvr>
                                        <p:cTn id="64" dur="20000" fill="hold"/>
                                        <p:tgtEl>
                                          <p:spTgt spid="227"/>
                                        </p:tgtEl>
                                        <p:attrNameLst>
                                          <p:attrName>r</p:attrName>
                                        </p:attrNameLst>
                                      </p:cBhvr>
                                    </p:animRot>
                                  </p:childTnLst>
                                </p:cTn>
                              </p:par>
                              <p:par>
                                <p:cTn id="65" presetID="10" presetClass="entr" presetSubtype="0" fill="hold" grpId="1" nodeType="withEffect">
                                  <p:stCondLst>
                                    <p:cond delay="6000"/>
                                  </p:stCondLst>
                                  <p:childTnLst>
                                    <p:set>
                                      <p:cBhvr>
                                        <p:cTn id="66" dur="1" fill="hold">
                                          <p:stCondLst>
                                            <p:cond delay="0"/>
                                          </p:stCondLst>
                                        </p:cTn>
                                        <p:tgtEl>
                                          <p:spTgt spid="152"/>
                                        </p:tgtEl>
                                        <p:attrNameLst>
                                          <p:attrName>style.visibility</p:attrName>
                                        </p:attrNameLst>
                                      </p:cBhvr>
                                      <p:to>
                                        <p:strVal val="visible"/>
                                      </p:to>
                                    </p:set>
                                    <p:animEffect transition="in" filter="fade">
                                      <p:cBhvr>
                                        <p:cTn id="67" dur="1250"/>
                                        <p:tgtEl>
                                          <p:spTgt spid="152"/>
                                        </p:tgtEl>
                                      </p:cBhvr>
                                    </p:animEffect>
                                  </p:childTnLst>
                                </p:cTn>
                              </p:par>
                              <p:par>
                                <p:cTn id="68" presetID="8" presetClass="emph" presetSubtype="0" repeatCount="indefinite" fill="hold" grpId="0" nodeType="withEffect">
                                  <p:stCondLst>
                                    <p:cond delay="6000"/>
                                  </p:stCondLst>
                                  <p:childTnLst>
                                    <p:animRot by="-21600000">
                                      <p:cBhvr>
                                        <p:cTn id="69" dur="20000" fill="hold"/>
                                        <p:tgtEl>
                                          <p:spTgt spid="152"/>
                                        </p:tgtEl>
                                        <p:attrNameLst>
                                          <p:attrName>r</p:attrName>
                                        </p:attrNameLst>
                                      </p:cBhvr>
                                    </p:animRot>
                                  </p:childTnLst>
                                </p:cTn>
                              </p:par>
                              <p:par>
                                <p:cTn id="70" presetID="10" presetClass="entr" presetSubtype="0" fill="hold" grpId="1" nodeType="withEffect">
                                  <p:stCondLst>
                                    <p:cond delay="6000"/>
                                  </p:stCondLst>
                                  <p:childTnLst>
                                    <p:set>
                                      <p:cBhvr>
                                        <p:cTn id="71" dur="1" fill="hold">
                                          <p:stCondLst>
                                            <p:cond delay="0"/>
                                          </p:stCondLst>
                                        </p:cTn>
                                        <p:tgtEl>
                                          <p:spTgt spid="153"/>
                                        </p:tgtEl>
                                        <p:attrNameLst>
                                          <p:attrName>style.visibility</p:attrName>
                                        </p:attrNameLst>
                                      </p:cBhvr>
                                      <p:to>
                                        <p:strVal val="visible"/>
                                      </p:to>
                                    </p:set>
                                    <p:animEffect transition="in" filter="fade">
                                      <p:cBhvr>
                                        <p:cTn id="72" dur="1250"/>
                                        <p:tgtEl>
                                          <p:spTgt spid="153"/>
                                        </p:tgtEl>
                                      </p:cBhvr>
                                    </p:animEffect>
                                  </p:childTnLst>
                                </p:cTn>
                              </p:par>
                              <p:par>
                                <p:cTn id="73" presetID="8" presetClass="emph" presetSubtype="0" repeatCount="indefinite" fill="hold" grpId="0" nodeType="withEffect">
                                  <p:stCondLst>
                                    <p:cond delay="6000"/>
                                  </p:stCondLst>
                                  <p:childTnLst>
                                    <p:animRot by="-21600000">
                                      <p:cBhvr>
                                        <p:cTn id="74" dur="20000" fill="hold"/>
                                        <p:tgtEl>
                                          <p:spTgt spid="153"/>
                                        </p:tgtEl>
                                        <p:attrNameLst>
                                          <p:attrName>r</p:attrName>
                                        </p:attrNameLst>
                                      </p:cBhvr>
                                    </p:animRot>
                                  </p:childTnLst>
                                </p:cTn>
                              </p:par>
                              <p:par>
                                <p:cTn id="75" presetID="10" presetClass="entr" presetSubtype="0" fill="hold" grpId="1" nodeType="withEffect">
                                  <p:stCondLst>
                                    <p:cond delay="6000"/>
                                  </p:stCondLst>
                                  <p:childTnLst>
                                    <p:set>
                                      <p:cBhvr>
                                        <p:cTn id="76" dur="1" fill="hold">
                                          <p:stCondLst>
                                            <p:cond delay="0"/>
                                          </p:stCondLst>
                                        </p:cTn>
                                        <p:tgtEl>
                                          <p:spTgt spid="154"/>
                                        </p:tgtEl>
                                        <p:attrNameLst>
                                          <p:attrName>style.visibility</p:attrName>
                                        </p:attrNameLst>
                                      </p:cBhvr>
                                      <p:to>
                                        <p:strVal val="visible"/>
                                      </p:to>
                                    </p:set>
                                    <p:animEffect transition="in" filter="fade">
                                      <p:cBhvr>
                                        <p:cTn id="77" dur="1250"/>
                                        <p:tgtEl>
                                          <p:spTgt spid="154"/>
                                        </p:tgtEl>
                                      </p:cBhvr>
                                    </p:animEffect>
                                  </p:childTnLst>
                                </p:cTn>
                              </p:par>
                              <p:par>
                                <p:cTn id="78" presetID="8" presetClass="emph" presetSubtype="0" repeatCount="indefinite" fill="hold" grpId="0" nodeType="withEffect">
                                  <p:stCondLst>
                                    <p:cond delay="6000"/>
                                  </p:stCondLst>
                                  <p:childTnLst>
                                    <p:animRot by="21600000">
                                      <p:cBhvr>
                                        <p:cTn id="79" dur="20000" fill="hold"/>
                                        <p:tgtEl>
                                          <p:spTgt spid="154"/>
                                        </p:tgtEl>
                                        <p:attrNameLst>
                                          <p:attrName>r</p:attrName>
                                        </p:attrNameLst>
                                      </p:cBhvr>
                                    </p:animRot>
                                  </p:childTnLst>
                                </p:cTn>
                              </p:par>
                              <p:par>
                                <p:cTn id="80" presetID="10" presetClass="entr" presetSubtype="0" fill="hold" grpId="0" nodeType="withEffect">
                                  <p:stCondLst>
                                    <p:cond delay="7000"/>
                                  </p:stCondLst>
                                  <p:childTnLst>
                                    <p:set>
                                      <p:cBhvr>
                                        <p:cTn id="81" dur="1" fill="hold">
                                          <p:stCondLst>
                                            <p:cond delay="0"/>
                                          </p:stCondLst>
                                        </p:cTn>
                                        <p:tgtEl>
                                          <p:spTgt spid="150"/>
                                        </p:tgtEl>
                                        <p:attrNameLst>
                                          <p:attrName>style.visibility</p:attrName>
                                        </p:attrNameLst>
                                      </p:cBhvr>
                                      <p:to>
                                        <p:strVal val="visible"/>
                                      </p:to>
                                    </p:set>
                                    <p:animEffect transition="in" filter="fade">
                                      <p:cBhvr>
                                        <p:cTn id="82" dur="1250"/>
                                        <p:tgtEl>
                                          <p:spTgt spid="150"/>
                                        </p:tgtEl>
                                      </p:cBhvr>
                                    </p:animEffect>
                                  </p:childTnLst>
                                </p:cTn>
                              </p:par>
                              <p:par>
                                <p:cTn id="83" presetID="10" presetClass="entr" presetSubtype="0" fill="hold" grpId="0" nodeType="withEffect">
                                  <p:stCondLst>
                                    <p:cond delay="7000"/>
                                  </p:stCondLst>
                                  <p:childTnLst>
                                    <p:set>
                                      <p:cBhvr>
                                        <p:cTn id="84" dur="1" fill="hold">
                                          <p:stCondLst>
                                            <p:cond delay="0"/>
                                          </p:stCondLst>
                                        </p:cTn>
                                        <p:tgtEl>
                                          <p:spTgt spid="151"/>
                                        </p:tgtEl>
                                        <p:attrNameLst>
                                          <p:attrName>style.visibility</p:attrName>
                                        </p:attrNameLst>
                                      </p:cBhvr>
                                      <p:to>
                                        <p:strVal val="visible"/>
                                      </p:to>
                                    </p:set>
                                    <p:animEffect transition="in" filter="fade">
                                      <p:cBhvr>
                                        <p:cTn id="85" dur="1250"/>
                                        <p:tgtEl>
                                          <p:spTgt spid="151"/>
                                        </p:tgtEl>
                                      </p:cBhvr>
                                    </p:animEffect>
                                  </p:childTnLst>
                                </p:cTn>
                              </p:par>
                              <p:par>
                                <p:cTn id="86" presetID="10" presetClass="entr" presetSubtype="0" fill="hold" grpId="0" nodeType="withEffect">
                                  <p:stCondLst>
                                    <p:cond delay="7000"/>
                                  </p:stCondLst>
                                  <p:childTnLst>
                                    <p:set>
                                      <p:cBhvr>
                                        <p:cTn id="87" dur="1" fill="hold">
                                          <p:stCondLst>
                                            <p:cond delay="0"/>
                                          </p:stCondLst>
                                        </p:cTn>
                                        <p:tgtEl>
                                          <p:spTgt spid="256"/>
                                        </p:tgtEl>
                                        <p:attrNameLst>
                                          <p:attrName>style.visibility</p:attrName>
                                        </p:attrNameLst>
                                      </p:cBhvr>
                                      <p:to>
                                        <p:strVal val="visible"/>
                                      </p:to>
                                    </p:set>
                                    <p:animEffect transition="in" filter="fade">
                                      <p:cBhvr>
                                        <p:cTn id="88" dur="1250"/>
                                        <p:tgtEl>
                                          <p:spTgt spid="256"/>
                                        </p:tgtEl>
                                      </p:cBhvr>
                                    </p:animEffect>
                                  </p:childTnLst>
                                </p:cTn>
                              </p:par>
                              <p:par>
                                <p:cTn id="89" presetID="10" presetClass="entr" presetSubtype="0" fill="hold" nodeType="withEffect">
                                  <p:stCondLst>
                                    <p:cond delay="8250"/>
                                  </p:stCondLst>
                                  <p:childTnLst>
                                    <p:set>
                                      <p:cBhvr>
                                        <p:cTn id="90" dur="1" fill="hold">
                                          <p:stCondLst>
                                            <p:cond delay="0"/>
                                          </p:stCondLst>
                                        </p:cTn>
                                        <p:tgtEl>
                                          <p:spTgt spid="223"/>
                                        </p:tgtEl>
                                        <p:attrNameLst>
                                          <p:attrName>style.visibility</p:attrName>
                                        </p:attrNameLst>
                                      </p:cBhvr>
                                      <p:to>
                                        <p:strVal val="visible"/>
                                      </p:to>
                                    </p:set>
                                    <p:animEffect transition="in" filter="fade">
                                      <p:cBhvr>
                                        <p:cTn id="91" dur="1500"/>
                                        <p:tgtEl>
                                          <p:spTgt spid="223"/>
                                        </p:tgtEl>
                                      </p:cBhvr>
                                    </p:animEffect>
                                  </p:childTnLst>
                                </p:cTn>
                              </p:par>
                              <p:par>
                                <p:cTn id="92" presetID="10" presetClass="entr" presetSubtype="0" fill="hold" nodeType="withEffect">
                                  <p:stCondLst>
                                    <p:cond delay="8250"/>
                                  </p:stCondLst>
                                  <p:childTnLst>
                                    <p:set>
                                      <p:cBhvr>
                                        <p:cTn id="93" dur="1" fill="hold">
                                          <p:stCondLst>
                                            <p:cond delay="0"/>
                                          </p:stCondLst>
                                        </p:cTn>
                                        <p:tgtEl>
                                          <p:spTgt spid="225"/>
                                        </p:tgtEl>
                                        <p:attrNameLst>
                                          <p:attrName>style.visibility</p:attrName>
                                        </p:attrNameLst>
                                      </p:cBhvr>
                                      <p:to>
                                        <p:strVal val="visible"/>
                                      </p:to>
                                    </p:set>
                                    <p:animEffect transition="in" filter="fade">
                                      <p:cBhvr>
                                        <p:cTn id="94" dur="1500"/>
                                        <p:tgtEl>
                                          <p:spTgt spid="225"/>
                                        </p:tgtEl>
                                      </p:cBhvr>
                                    </p:animEffect>
                                  </p:childTnLst>
                                </p:cTn>
                              </p:par>
                              <p:par>
                                <p:cTn id="95" presetID="10" presetClass="entr" presetSubtype="0" fill="hold" nodeType="withEffect">
                                  <p:stCondLst>
                                    <p:cond delay="8250"/>
                                  </p:stCondLst>
                                  <p:childTnLst>
                                    <p:set>
                                      <p:cBhvr>
                                        <p:cTn id="96" dur="1" fill="hold">
                                          <p:stCondLst>
                                            <p:cond delay="0"/>
                                          </p:stCondLst>
                                        </p:cTn>
                                        <p:tgtEl>
                                          <p:spTgt spid="224"/>
                                        </p:tgtEl>
                                        <p:attrNameLst>
                                          <p:attrName>style.visibility</p:attrName>
                                        </p:attrNameLst>
                                      </p:cBhvr>
                                      <p:to>
                                        <p:strVal val="visible"/>
                                      </p:to>
                                    </p:set>
                                    <p:animEffect transition="in" filter="fade">
                                      <p:cBhvr>
                                        <p:cTn id="97" dur="1500"/>
                                        <p:tgtEl>
                                          <p:spTgt spid="224"/>
                                        </p:tgtEl>
                                      </p:cBhvr>
                                    </p:animEffect>
                                  </p:childTnLst>
                                </p:cTn>
                              </p:par>
                              <p:par>
                                <p:cTn id="98" presetID="7" presetClass="emph" presetSubtype="2" repeatCount="indefinite" autoRev="1" fill="hold" nodeType="withEffect">
                                  <p:stCondLst>
                                    <p:cond delay="8500"/>
                                  </p:stCondLst>
                                  <p:childTnLst>
                                    <p:animClr clrSpc="rgb" dir="cw">
                                      <p:cBhvr>
                                        <p:cTn id="99" dur="2000" fill="hold"/>
                                        <p:tgtEl>
                                          <p:spTgt spid="223"/>
                                        </p:tgtEl>
                                        <p:attrNameLst>
                                          <p:attrName>stroke.color</p:attrName>
                                        </p:attrNameLst>
                                      </p:cBhvr>
                                      <p:to>
                                        <a:schemeClr val="accent2"/>
                                      </p:to>
                                    </p:animClr>
                                    <p:set>
                                      <p:cBhvr>
                                        <p:cTn id="100" dur="2000" fill="hold"/>
                                        <p:tgtEl>
                                          <p:spTgt spid="223"/>
                                        </p:tgtEl>
                                        <p:attrNameLst>
                                          <p:attrName>stroke.on</p:attrName>
                                        </p:attrNameLst>
                                      </p:cBhvr>
                                      <p:to>
                                        <p:strVal val="true"/>
                                      </p:to>
                                    </p:set>
                                  </p:childTnLst>
                                </p:cTn>
                              </p:par>
                              <p:par>
                                <p:cTn id="101" presetID="7" presetClass="emph" presetSubtype="2" repeatCount="indefinite" autoRev="1" fill="hold" nodeType="withEffect">
                                  <p:stCondLst>
                                    <p:cond delay="8500"/>
                                  </p:stCondLst>
                                  <p:childTnLst>
                                    <p:animClr clrSpc="rgb" dir="cw">
                                      <p:cBhvr>
                                        <p:cTn id="102" dur="2000" fill="hold"/>
                                        <p:tgtEl>
                                          <p:spTgt spid="225"/>
                                        </p:tgtEl>
                                        <p:attrNameLst>
                                          <p:attrName>stroke.color</p:attrName>
                                        </p:attrNameLst>
                                      </p:cBhvr>
                                      <p:to>
                                        <a:srgbClr val="9E1B23"/>
                                      </p:to>
                                    </p:animClr>
                                    <p:set>
                                      <p:cBhvr>
                                        <p:cTn id="103" dur="2000" fill="hold"/>
                                        <p:tgtEl>
                                          <p:spTgt spid="225"/>
                                        </p:tgtEl>
                                        <p:attrNameLst>
                                          <p:attrName>stroke.on</p:attrName>
                                        </p:attrNameLst>
                                      </p:cBhvr>
                                      <p:to>
                                        <p:strVal val="true"/>
                                      </p:to>
                                    </p:set>
                                  </p:childTnLst>
                                </p:cTn>
                              </p:par>
                              <p:par>
                                <p:cTn id="104" presetID="7" presetClass="emph" presetSubtype="2" repeatCount="indefinite" autoRev="1" fill="hold" nodeType="withEffect">
                                  <p:stCondLst>
                                    <p:cond delay="8500"/>
                                  </p:stCondLst>
                                  <p:childTnLst>
                                    <p:animClr clrSpc="rgb" dir="cw">
                                      <p:cBhvr>
                                        <p:cTn id="105" dur="2000" fill="hold"/>
                                        <p:tgtEl>
                                          <p:spTgt spid="224"/>
                                        </p:tgtEl>
                                        <p:attrNameLst>
                                          <p:attrName>stroke.color</p:attrName>
                                        </p:attrNameLst>
                                      </p:cBhvr>
                                      <p:to>
                                        <a:schemeClr val="accent2"/>
                                      </p:to>
                                    </p:animClr>
                                    <p:set>
                                      <p:cBhvr>
                                        <p:cTn id="106" dur="2000" fill="hold"/>
                                        <p:tgtEl>
                                          <p:spTgt spid="224"/>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animBg="1"/>
      <p:bldP spid="137" grpId="0" animBg="1"/>
      <p:bldP spid="138" grpId="0" animBg="1"/>
      <p:bldP spid="140" grpId="0" animBg="1"/>
      <p:bldP spid="141" grpId="0" animBg="1"/>
      <p:bldP spid="142" grpId="0" animBg="1"/>
      <p:bldP spid="149" grpId="0"/>
      <p:bldP spid="150" grpId="0"/>
      <p:bldP spid="151" grpId="0"/>
      <p:bldP spid="152" grpId="0" animBg="1"/>
      <p:bldP spid="152" grpId="1" animBg="1"/>
      <p:bldP spid="153" grpId="0" animBg="1"/>
      <p:bldP spid="153" grpId="1" animBg="1"/>
      <p:bldP spid="154" grpId="0" animBg="1"/>
      <p:bldP spid="154" grpId="1" animBg="1"/>
      <p:bldP spid="226" grpId="0"/>
      <p:bldP spid="227" grpId="0" animBg="1"/>
      <p:bldP spid="227" grpId="1" animBg="1"/>
      <p:bldP spid="256" grpId="0"/>
      <p:bldP spid="257" grpId="0"/>
      <p:bldP spid="258" grpId="0" animBg="1"/>
      <p:bldP spid="259" grpId="0" animBg="1"/>
      <p:bldP spid="260" grpId="0" animBg="1"/>
      <p:bldP spid="261" grpId="0"/>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pecial 1">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32001" y="271679"/>
            <a:ext cx="6993000" cy="289789"/>
          </a:xfrm>
          <a:noFill/>
        </p:spPr>
        <p:txBody>
          <a:bodyPr/>
          <a:lstStyle/>
          <a:p>
            <a:r>
              <a:rPr lang="de-DE" noProof="0"/>
              <a:t>Titel = Kern-Botschaft</a:t>
            </a:r>
            <a:endParaRPr lang="en-GB" noProof="0"/>
          </a:p>
        </p:txBody>
      </p:sp>
      <p:sp>
        <p:nvSpPr>
          <p:cNvPr id="3" name="Textplatzhalter 5">
            <a:extLst>
              <a:ext uri="{FF2B5EF4-FFF2-40B4-BE49-F238E27FC236}">
                <a16:creationId xmlns:a16="http://schemas.microsoft.com/office/drawing/2014/main" id="{52691DE3-A0C1-4A8D-9C44-BC774825717E}"/>
              </a:ext>
            </a:extLst>
          </p:cNvPr>
          <p:cNvSpPr>
            <a:spLocks noGrp="1"/>
          </p:cNvSpPr>
          <p:nvPr>
            <p:ph type="body" sz="quarter" idx="14" hasCustomPrompt="1"/>
          </p:nvPr>
        </p:nvSpPr>
        <p:spPr>
          <a:xfrm>
            <a:off x="431801" y="579842"/>
            <a:ext cx="6993000" cy="216000"/>
          </a:xfrm>
          <a:noFill/>
          <a:ln w="9525">
            <a:noFill/>
            <a:miter lim="800000"/>
            <a:headEnd/>
            <a:tailEnd/>
          </a:ln>
        </p:spPr>
        <p:txBody>
          <a:bodyPr vert="horz" wrap="square" lIns="0" tIns="0" rIns="0" bIns="0" numCol="1" anchor="t" anchorCtr="0" compatLnSpc="1">
            <a:prstTxWarp prst="textNoShape">
              <a:avLst/>
            </a:prstTxWarp>
          </a:bodyPr>
          <a:lstStyle>
            <a:lvl1pPr marL="285743" indent="-285743">
              <a:buFont typeface="Arial" panose="020B0604020202020204" pitchFamily="34" charset="0"/>
              <a:buNone/>
              <a:defRPr lang="en-GB" sz="1400" dirty="0">
                <a:solidFill>
                  <a:schemeClr val="bg2">
                    <a:lumMod val="75000"/>
                  </a:schemeClr>
                </a:solidFill>
                <a:latin typeface="+mj-lt"/>
              </a:defRPr>
            </a:lvl1pPr>
          </a:lstStyle>
          <a:p>
            <a:pPr marL="0" lvl="0" indent="0"/>
            <a:r>
              <a:rPr lang="de-DE" noProof="0"/>
              <a:t>Untertitel</a:t>
            </a:r>
            <a:endParaRPr lang="en-GB"/>
          </a:p>
        </p:txBody>
      </p:sp>
      <p:sp>
        <p:nvSpPr>
          <p:cNvPr id="4" name="Inhaltsplatzhalter 3">
            <a:extLst>
              <a:ext uri="{FF2B5EF4-FFF2-40B4-BE49-F238E27FC236}">
                <a16:creationId xmlns:a16="http://schemas.microsoft.com/office/drawing/2014/main" id="{2091C711-42A4-4009-AC1A-C981A545727B}"/>
              </a:ext>
            </a:extLst>
          </p:cNvPr>
          <p:cNvSpPr>
            <a:spLocks noGrp="1"/>
          </p:cNvSpPr>
          <p:nvPr>
            <p:ph sz="quarter" idx="16" hasCustomPrompt="1"/>
          </p:nvPr>
        </p:nvSpPr>
        <p:spPr>
          <a:xfrm>
            <a:off x="431801" y="950912"/>
            <a:ext cx="2736000" cy="3781426"/>
          </a:xfrm>
          <a:solidFill>
            <a:schemeClr val="bg2">
              <a:lumMod val="20000"/>
              <a:lumOff val="80000"/>
              <a:alpha val="30000"/>
            </a:schemeClr>
          </a:solidFill>
          <a:ln w="9525">
            <a:noFill/>
            <a:miter lim="800000"/>
            <a:headEnd/>
            <a:tailEnd/>
          </a:ln>
        </p:spPr>
        <p:txBody>
          <a:bodyPr vert="horz" wrap="square" lIns="72000" tIns="72000" rIns="72000" bIns="0" numCol="1" anchor="t" anchorCtr="0" compatLnSpc="1">
            <a:prstTxWarp prst="textNoShape">
              <a:avLst/>
            </a:prstTxWarp>
          </a:bodyPr>
          <a:lstStyle>
            <a:lvl1pPr marL="0" indent="0">
              <a:buNone/>
              <a:defRPr lang="de-DE" sz="1400" smtClean="0">
                <a:solidFill>
                  <a:schemeClr val="tx1"/>
                </a:solidFill>
              </a:defRPr>
            </a:lvl1pPr>
            <a:lvl2pPr marL="458777" indent="-228594">
              <a:defRPr lang="en-GB" sz="1400" kern="1200" noProof="0" dirty="0" smtClean="0">
                <a:solidFill>
                  <a:schemeClr val="tx1"/>
                </a:solidFill>
                <a:latin typeface="+mn-lt"/>
                <a:ea typeface="ヒラギノ角ゴ Pro W3" charset="0"/>
                <a:cs typeface="ヒラギノ角ゴ Pro W3"/>
              </a:defRPr>
            </a:lvl2pPr>
            <a:lvl3pPr>
              <a:defRPr lang="de-DE" sz="1400" smtClean="0">
                <a:solidFill>
                  <a:schemeClr val="tx1"/>
                </a:solidFill>
              </a:defRPr>
            </a:lvl3pPr>
            <a:lvl4pPr marL="893741" indent="-209545">
              <a:defRPr lang="en-GB" sz="1200" kern="1200" noProof="0" dirty="0" smtClean="0">
                <a:solidFill>
                  <a:schemeClr val="tx1"/>
                </a:solidFill>
                <a:latin typeface="+mn-lt"/>
                <a:ea typeface="ヒラギノ角ゴ Pro W3" charset="0"/>
                <a:cs typeface="ヒラギノ角ゴ Pro W3"/>
              </a:defRPr>
            </a:lvl4pPr>
            <a:lvl5pPr>
              <a:defRPr lang="en-GB" sz="1200">
                <a:solidFill>
                  <a:schemeClr val="tx1"/>
                </a:solidFill>
              </a:defRPr>
            </a:lvl5pPr>
          </a:lstStyle>
          <a:p>
            <a:pPr lvl="0"/>
            <a:r>
              <a:rPr lang="en-GB" noProof="0"/>
              <a:t>Text</a:t>
            </a:r>
          </a:p>
        </p:txBody>
      </p:sp>
      <p:cxnSp>
        <p:nvCxnSpPr>
          <p:cNvPr id="6" name="Straight Connector 5">
            <a:extLst>
              <a:ext uri="{FF2B5EF4-FFF2-40B4-BE49-F238E27FC236}">
                <a16:creationId xmlns:a16="http://schemas.microsoft.com/office/drawing/2014/main" id="{0FC57C44-B304-44EA-8ED3-097882DC261E}"/>
              </a:ext>
            </a:extLst>
          </p:cNvPr>
          <p:cNvCxnSpPr/>
          <p:nvPr userDrawn="1"/>
        </p:nvCxnSpPr>
        <p:spPr>
          <a:xfrm>
            <a:off x="3167801" y="950912"/>
            <a:ext cx="0" cy="3781426"/>
          </a:xfrm>
          <a:prstGeom prst="line">
            <a:avLst/>
          </a:prstGeom>
          <a:ln w="12700" cap="flat" cmpd="sng">
            <a:solidFill>
              <a:schemeClr val="bg2">
                <a:lumMod val="40000"/>
                <a:lumOff val="60000"/>
              </a:schemeClr>
            </a:solidFill>
            <a:miter lim="800000"/>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7067816"/>
      </p:ext>
    </p:extLst>
  </p:cSld>
  <p:clrMapOvr>
    <a:masterClrMapping/>
  </p:clrMapOvr>
  <p:transition spd="slow">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b-headline |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2A98025-2EDE-4470-BD0B-851CA73447E5}"/>
              </a:ext>
            </a:extLst>
          </p:cNvPr>
          <p:cNvSpPr>
            <a:spLocks noGrp="1"/>
          </p:cNvSpPr>
          <p:nvPr>
            <p:ph type="pic" sz="quarter" idx="15"/>
          </p:nvPr>
        </p:nvSpPr>
        <p:spPr>
          <a:xfrm>
            <a:off x="6096000" y="0"/>
            <a:ext cx="3048000" cy="5143500"/>
          </a:xfrm>
          <a:solidFill>
            <a:schemeClr val="bg2">
              <a:lumMod val="20000"/>
              <a:lumOff val="80000"/>
            </a:schemeClr>
          </a:solidFill>
        </p:spPr>
        <p:txBody>
          <a:bodyPr anchor="ctr"/>
          <a:lstStyle>
            <a:lvl1pPr marL="0" indent="0" algn="ctr">
              <a:buNone/>
              <a:defRPr>
                <a:solidFill>
                  <a:schemeClr val="tx2"/>
                </a:solidFill>
              </a:defRPr>
            </a:lvl1pPr>
          </a:lstStyle>
          <a:p>
            <a:endParaRPr lang="en-GB"/>
          </a:p>
        </p:txBody>
      </p:sp>
      <p:sp>
        <p:nvSpPr>
          <p:cNvPr id="2" name="Titel 1"/>
          <p:cNvSpPr>
            <a:spLocks noGrp="1"/>
          </p:cNvSpPr>
          <p:nvPr>
            <p:ph type="title" hasCustomPrompt="1"/>
          </p:nvPr>
        </p:nvSpPr>
        <p:spPr>
          <a:xfrm>
            <a:off x="432001" y="271679"/>
            <a:ext cx="5559425" cy="289789"/>
          </a:xfrm>
          <a:noFill/>
        </p:spPr>
        <p:txBody>
          <a:bodyPr/>
          <a:lstStyle/>
          <a:p>
            <a:r>
              <a:rPr lang="de-DE" noProof="0"/>
              <a:t>Titel = Kern-Botschaft</a:t>
            </a:r>
            <a:endParaRPr lang="en-GB" noProof="0"/>
          </a:p>
        </p:txBody>
      </p:sp>
      <p:sp>
        <p:nvSpPr>
          <p:cNvPr id="3" name="Textplatzhalter 5">
            <a:extLst>
              <a:ext uri="{FF2B5EF4-FFF2-40B4-BE49-F238E27FC236}">
                <a16:creationId xmlns:a16="http://schemas.microsoft.com/office/drawing/2014/main" id="{52691DE3-A0C1-4A8D-9C44-BC774825717E}"/>
              </a:ext>
            </a:extLst>
          </p:cNvPr>
          <p:cNvSpPr>
            <a:spLocks noGrp="1"/>
          </p:cNvSpPr>
          <p:nvPr>
            <p:ph type="body" sz="quarter" idx="14" hasCustomPrompt="1"/>
          </p:nvPr>
        </p:nvSpPr>
        <p:spPr>
          <a:xfrm>
            <a:off x="431800" y="579842"/>
            <a:ext cx="5559425" cy="216000"/>
          </a:xfrm>
          <a:noFill/>
          <a:ln w="9525">
            <a:noFill/>
            <a:miter lim="800000"/>
            <a:headEnd/>
            <a:tailEnd/>
          </a:ln>
        </p:spPr>
        <p:txBody>
          <a:bodyPr vert="horz" wrap="square" lIns="0" tIns="0" rIns="0" bIns="0" numCol="1" anchor="t" anchorCtr="0" compatLnSpc="1">
            <a:prstTxWarp prst="textNoShape">
              <a:avLst/>
            </a:prstTxWarp>
          </a:bodyPr>
          <a:lstStyle>
            <a:lvl1pPr marL="285743" indent="-285743">
              <a:buFont typeface="Arial" panose="020B0604020202020204" pitchFamily="34" charset="0"/>
              <a:buNone/>
              <a:defRPr lang="en-GB" sz="1400" dirty="0">
                <a:solidFill>
                  <a:schemeClr val="bg2"/>
                </a:solidFill>
                <a:latin typeface="+mj-lt"/>
              </a:defRPr>
            </a:lvl1pPr>
          </a:lstStyle>
          <a:p>
            <a:pPr marL="0" lvl="0" indent="0"/>
            <a:r>
              <a:rPr lang="de-DE" noProof="0"/>
              <a:t>Untertitel</a:t>
            </a:r>
            <a:endParaRPr lang="en-GB"/>
          </a:p>
        </p:txBody>
      </p:sp>
      <p:grpSp>
        <p:nvGrpSpPr>
          <p:cNvPr id="6" name="Group 5">
            <a:extLst>
              <a:ext uri="{FF2B5EF4-FFF2-40B4-BE49-F238E27FC236}">
                <a16:creationId xmlns:a16="http://schemas.microsoft.com/office/drawing/2014/main" id="{91026A48-81D9-4E88-8777-BEA4C7B0401F}"/>
              </a:ext>
            </a:extLst>
          </p:cNvPr>
          <p:cNvGrpSpPr>
            <a:grpSpLocks noChangeAspect="1"/>
          </p:cNvGrpSpPr>
          <p:nvPr userDrawn="1"/>
        </p:nvGrpSpPr>
        <p:grpSpPr>
          <a:xfrm>
            <a:off x="7901062" y="178608"/>
            <a:ext cx="825536" cy="550542"/>
            <a:chOff x="2947569" y="1486378"/>
            <a:chExt cx="1795881" cy="1197656"/>
          </a:xfrm>
        </p:grpSpPr>
        <p:sp>
          <p:nvSpPr>
            <p:cNvPr id="7" name="Freeform: Shape 6">
              <a:extLst>
                <a:ext uri="{FF2B5EF4-FFF2-40B4-BE49-F238E27FC236}">
                  <a16:creationId xmlns:a16="http://schemas.microsoft.com/office/drawing/2014/main" id="{4135BB47-E045-4585-A95B-1FB2A54977C4}"/>
                </a:ext>
              </a:extLst>
            </p:cNvPr>
            <p:cNvSpPr/>
            <p:nvPr/>
          </p:nvSpPr>
          <p:spPr>
            <a:xfrm>
              <a:off x="3976213" y="1486378"/>
              <a:ext cx="767237" cy="767236"/>
            </a:xfrm>
            <a:custGeom>
              <a:avLst/>
              <a:gdLst>
                <a:gd name="connsiteX0" fmla="*/ 153291 w 2650554"/>
                <a:gd name="connsiteY0" fmla="*/ 707403 h 2650554"/>
                <a:gd name="connsiteX1" fmla="*/ 153291 w 2650554"/>
                <a:gd name="connsiteY1" fmla="*/ 1943152 h 2650554"/>
                <a:gd name="connsiteX2" fmla="*/ 104147 w 2650554"/>
                <a:gd name="connsiteY2" fmla="*/ 1841135 h 2650554"/>
                <a:gd name="connsiteX3" fmla="*/ 0 w 2650554"/>
                <a:gd name="connsiteY3" fmla="*/ 1325277 h 2650554"/>
                <a:gd name="connsiteX4" fmla="*/ 104147 w 2650554"/>
                <a:gd name="connsiteY4" fmla="*/ 809420 h 2650554"/>
                <a:gd name="connsiteX5" fmla="*/ 1325277 w 2650554"/>
                <a:gd name="connsiteY5" fmla="*/ 0 h 2650554"/>
                <a:gd name="connsiteX6" fmla="*/ 2650554 w 2650554"/>
                <a:gd name="connsiteY6" fmla="*/ 1325277 h 2650554"/>
                <a:gd name="connsiteX7" fmla="*/ 1325277 w 2650554"/>
                <a:gd name="connsiteY7" fmla="*/ 2650554 h 2650554"/>
                <a:gd name="connsiteX8" fmla="*/ 302629 w 2650554"/>
                <a:gd name="connsiteY8" fmla="*/ 2168276 h 2650554"/>
                <a:gd name="connsiteX9" fmla="*/ 252590 w 2650554"/>
                <a:gd name="connsiteY9" fmla="*/ 2101360 h 2650554"/>
                <a:gd name="connsiteX10" fmla="*/ 363376 w 2650554"/>
                <a:gd name="connsiteY10" fmla="*/ 2101360 h 2650554"/>
                <a:gd name="connsiteX11" fmla="*/ 729428 w 2650554"/>
                <a:gd name="connsiteY11" fmla="*/ 2101360 h 2650554"/>
                <a:gd name="connsiteX12" fmla="*/ 729428 w 2650554"/>
                <a:gd name="connsiteY12" fmla="*/ 1931019 h 2650554"/>
                <a:gd name="connsiteX13" fmla="*/ 363376 w 2650554"/>
                <a:gd name="connsiteY13" fmla="*/ 1931019 h 2650554"/>
                <a:gd name="connsiteX14" fmla="*/ 363376 w 2650554"/>
                <a:gd name="connsiteY14" fmla="*/ 1373934 h 2650554"/>
                <a:gd name="connsiteX15" fmla="*/ 684601 w 2650554"/>
                <a:gd name="connsiteY15" fmla="*/ 1373934 h 2650554"/>
                <a:gd name="connsiteX16" fmla="*/ 684601 w 2650554"/>
                <a:gd name="connsiteY16" fmla="*/ 1203593 h 2650554"/>
                <a:gd name="connsiteX17" fmla="*/ 363376 w 2650554"/>
                <a:gd name="connsiteY17" fmla="*/ 1203593 h 2650554"/>
                <a:gd name="connsiteX18" fmla="*/ 363376 w 2650554"/>
                <a:gd name="connsiteY18" fmla="*/ 679122 h 2650554"/>
                <a:gd name="connsiteX19" fmla="*/ 729428 w 2650554"/>
                <a:gd name="connsiteY19" fmla="*/ 679122 h 2650554"/>
                <a:gd name="connsiteX20" fmla="*/ 729428 w 2650554"/>
                <a:gd name="connsiteY20" fmla="*/ 508781 h 2650554"/>
                <a:gd name="connsiteX21" fmla="*/ 363376 w 2650554"/>
                <a:gd name="connsiteY21" fmla="*/ 508781 h 2650554"/>
                <a:gd name="connsiteX22" fmla="*/ 282811 w 2650554"/>
                <a:gd name="connsiteY22" fmla="*/ 508781 h 2650554"/>
                <a:gd name="connsiteX23" fmla="*/ 302629 w 2650554"/>
                <a:gd name="connsiteY23" fmla="*/ 482278 h 2650554"/>
                <a:gd name="connsiteX24" fmla="*/ 1325277 w 2650554"/>
                <a:gd name="connsiteY24" fmla="*/ 0 h 2650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650554" h="2650554">
                  <a:moveTo>
                    <a:pt x="153291" y="707403"/>
                  </a:moveTo>
                  <a:lnTo>
                    <a:pt x="153291" y="1943152"/>
                  </a:lnTo>
                  <a:lnTo>
                    <a:pt x="104147" y="1841135"/>
                  </a:lnTo>
                  <a:cubicBezTo>
                    <a:pt x="37084" y="1682581"/>
                    <a:pt x="0" y="1508260"/>
                    <a:pt x="0" y="1325277"/>
                  </a:cubicBezTo>
                  <a:cubicBezTo>
                    <a:pt x="0" y="1142295"/>
                    <a:pt x="37084" y="967973"/>
                    <a:pt x="104147" y="809420"/>
                  </a:cubicBezTo>
                  <a:close/>
                  <a:moveTo>
                    <a:pt x="1325277" y="0"/>
                  </a:moveTo>
                  <a:cubicBezTo>
                    <a:pt x="2057207" y="0"/>
                    <a:pt x="2650554" y="593347"/>
                    <a:pt x="2650554" y="1325277"/>
                  </a:cubicBezTo>
                  <a:cubicBezTo>
                    <a:pt x="2650554" y="2057207"/>
                    <a:pt x="2057207" y="2650554"/>
                    <a:pt x="1325277" y="2650554"/>
                  </a:cubicBezTo>
                  <a:cubicBezTo>
                    <a:pt x="913567" y="2650554"/>
                    <a:pt x="545705" y="2462815"/>
                    <a:pt x="302629" y="2168276"/>
                  </a:cubicBezTo>
                  <a:lnTo>
                    <a:pt x="252590" y="2101360"/>
                  </a:lnTo>
                  <a:lnTo>
                    <a:pt x="363376" y="2101360"/>
                  </a:lnTo>
                  <a:lnTo>
                    <a:pt x="729428" y="2101360"/>
                  </a:lnTo>
                  <a:lnTo>
                    <a:pt x="729428" y="1931019"/>
                  </a:lnTo>
                  <a:lnTo>
                    <a:pt x="363376" y="1931019"/>
                  </a:lnTo>
                  <a:lnTo>
                    <a:pt x="363376" y="1373934"/>
                  </a:lnTo>
                  <a:lnTo>
                    <a:pt x="684601" y="1373934"/>
                  </a:lnTo>
                  <a:lnTo>
                    <a:pt x="684601" y="1203593"/>
                  </a:lnTo>
                  <a:lnTo>
                    <a:pt x="363376" y="1203593"/>
                  </a:lnTo>
                  <a:lnTo>
                    <a:pt x="363376" y="679122"/>
                  </a:lnTo>
                  <a:lnTo>
                    <a:pt x="729428" y="679122"/>
                  </a:lnTo>
                  <a:lnTo>
                    <a:pt x="729428" y="508781"/>
                  </a:lnTo>
                  <a:lnTo>
                    <a:pt x="363376" y="508781"/>
                  </a:lnTo>
                  <a:lnTo>
                    <a:pt x="282811" y="508781"/>
                  </a:lnTo>
                  <a:lnTo>
                    <a:pt x="302629" y="482278"/>
                  </a:lnTo>
                  <a:cubicBezTo>
                    <a:pt x="545705" y="187739"/>
                    <a:pt x="913567" y="0"/>
                    <a:pt x="1325277" y="0"/>
                  </a:cubicBezTo>
                  <a:close/>
                </a:path>
              </a:pathLst>
            </a:custGeom>
            <a:solidFill>
              <a:schemeClr val="tx2"/>
            </a:solidFill>
          </p:spPr>
          <p:txBody>
            <a:bodyPr wrap="square" lIns="72000" tIns="36000" rIns="72000" bIns="36000" rtlCol="0" anchor="ctr">
              <a:noAutofit/>
            </a:bodyPr>
            <a:lstStyle/>
            <a:p>
              <a:pPr algn="l" defTabSz="230733" hangingPunct="0">
                <a:lnSpc>
                  <a:spcPct val="90000"/>
                </a:lnSpc>
                <a:spcAft>
                  <a:spcPts val="447"/>
                </a:spcAft>
                <a:buClr>
                  <a:srgbClr val="E6513E"/>
                </a:buClr>
              </a:pPr>
              <a:endParaRPr lang="en-GB" sz="75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8" name="Freeform: Shape 7">
              <a:extLst>
                <a:ext uri="{FF2B5EF4-FFF2-40B4-BE49-F238E27FC236}">
                  <a16:creationId xmlns:a16="http://schemas.microsoft.com/office/drawing/2014/main" id="{BFAEC44B-B4C7-43B0-82C3-6806C9C29A92}"/>
                </a:ext>
              </a:extLst>
            </p:cNvPr>
            <p:cNvSpPr/>
            <p:nvPr/>
          </p:nvSpPr>
          <p:spPr>
            <a:xfrm>
              <a:off x="2947569" y="1625897"/>
              <a:ext cx="1792582" cy="1058137"/>
            </a:xfrm>
            <a:custGeom>
              <a:avLst/>
              <a:gdLst>
                <a:gd name="connsiteX0" fmla="*/ 1653463 w 1792582"/>
                <a:gd name="connsiteY0" fmla="*/ 914845 h 1058137"/>
                <a:gd name="connsiteX1" fmla="*/ 1638885 w 1792582"/>
                <a:gd name="connsiteY1" fmla="*/ 954895 h 1058137"/>
                <a:gd name="connsiteX2" fmla="*/ 1653463 w 1792582"/>
                <a:gd name="connsiteY2" fmla="*/ 994945 h 1058137"/>
                <a:gd name="connsiteX3" fmla="*/ 1668040 w 1792582"/>
                <a:gd name="connsiteY3" fmla="*/ 954895 h 1058137"/>
                <a:gd name="connsiteX4" fmla="*/ 1653463 w 1792582"/>
                <a:gd name="connsiteY4" fmla="*/ 914845 h 1058137"/>
                <a:gd name="connsiteX5" fmla="*/ 166428 w 1792582"/>
                <a:gd name="connsiteY5" fmla="*/ 914707 h 1058137"/>
                <a:gd name="connsiteX6" fmla="*/ 151851 w 1792582"/>
                <a:gd name="connsiteY6" fmla="*/ 954758 h 1058137"/>
                <a:gd name="connsiteX7" fmla="*/ 166428 w 1792582"/>
                <a:gd name="connsiteY7" fmla="*/ 994808 h 1058137"/>
                <a:gd name="connsiteX8" fmla="*/ 181005 w 1792582"/>
                <a:gd name="connsiteY8" fmla="*/ 954758 h 1058137"/>
                <a:gd name="connsiteX9" fmla="*/ 166428 w 1792582"/>
                <a:gd name="connsiteY9" fmla="*/ 914707 h 1058137"/>
                <a:gd name="connsiteX10" fmla="*/ 1484566 w 1792582"/>
                <a:gd name="connsiteY10" fmla="*/ 912443 h 1058137"/>
                <a:gd name="connsiteX11" fmla="*/ 1469642 w 1792582"/>
                <a:gd name="connsiteY11" fmla="*/ 937376 h 1058137"/>
                <a:gd name="connsiteX12" fmla="*/ 1469546 w 1792582"/>
                <a:gd name="connsiteY12" fmla="*/ 942259 h 1058137"/>
                <a:gd name="connsiteX13" fmla="*/ 1499391 w 1792582"/>
                <a:gd name="connsiteY13" fmla="*/ 942259 h 1058137"/>
                <a:gd name="connsiteX14" fmla="*/ 1499206 w 1792582"/>
                <a:gd name="connsiteY14" fmla="*/ 937354 h 1058137"/>
                <a:gd name="connsiteX15" fmla="*/ 1484566 w 1792582"/>
                <a:gd name="connsiteY15" fmla="*/ 912443 h 1058137"/>
                <a:gd name="connsiteX16" fmla="*/ 1070393 w 1792582"/>
                <a:gd name="connsiteY16" fmla="*/ 912443 h 1058137"/>
                <a:gd name="connsiteX17" fmla="*/ 1055156 w 1792582"/>
                <a:gd name="connsiteY17" fmla="*/ 953247 h 1058137"/>
                <a:gd name="connsiteX18" fmla="*/ 1070393 w 1792582"/>
                <a:gd name="connsiteY18" fmla="*/ 994053 h 1058137"/>
                <a:gd name="connsiteX19" fmla="*/ 1085631 w 1792582"/>
                <a:gd name="connsiteY19" fmla="*/ 953247 h 1058137"/>
                <a:gd name="connsiteX20" fmla="*/ 1070393 w 1792582"/>
                <a:gd name="connsiteY20" fmla="*/ 912443 h 1058137"/>
                <a:gd name="connsiteX21" fmla="*/ 915496 w 1792582"/>
                <a:gd name="connsiteY21" fmla="*/ 912443 h 1058137"/>
                <a:gd name="connsiteX22" fmla="*/ 900573 w 1792582"/>
                <a:gd name="connsiteY22" fmla="*/ 937376 h 1058137"/>
                <a:gd name="connsiteX23" fmla="*/ 900476 w 1792582"/>
                <a:gd name="connsiteY23" fmla="*/ 942259 h 1058137"/>
                <a:gd name="connsiteX24" fmla="*/ 930321 w 1792582"/>
                <a:gd name="connsiteY24" fmla="*/ 942259 h 1058137"/>
                <a:gd name="connsiteX25" fmla="*/ 930137 w 1792582"/>
                <a:gd name="connsiteY25" fmla="*/ 937354 h 1058137"/>
                <a:gd name="connsiteX26" fmla="*/ 915496 w 1792582"/>
                <a:gd name="connsiteY26" fmla="*/ 912443 h 1058137"/>
                <a:gd name="connsiteX27" fmla="*/ 637849 w 1792582"/>
                <a:gd name="connsiteY27" fmla="*/ 912443 h 1058137"/>
                <a:gd name="connsiteX28" fmla="*/ 622612 w 1792582"/>
                <a:gd name="connsiteY28" fmla="*/ 953247 h 1058137"/>
                <a:gd name="connsiteX29" fmla="*/ 637849 w 1792582"/>
                <a:gd name="connsiteY29" fmla="*/ 994053 h 1058137"/>
                <a:gd name="connsiteX30" fmla="*/ 653087 w 1792582"/>
                <a:gd name="connsiteY30" fmla="*/ 953247 h 1058137"/>
                <a:gd name="connsiteX31" fmla="*/ 637849 w 1792582"/>
                <a:gd name="connsiteY31" fmla="*/ 912443 h 1058137"/>
                <a:gd name="connsiteX32" fmla="*/ 263432 w 1792582"/>
                <a:gd name="connsiteY32" fmla="*/ 912443 h 1058137"/>
                <a:gd name="connsiteX33" fmla="*/ 248508 w 1792582"/>
                <a:gd name="connsiteY33" fmla="*/ 937376 h 1058137"/>
                <a:gd name="connsiteX34" fmla="*/ 248412 w 1792582"/>
                <a:gd name="connsiteY34" fmla="*/ 942259 h 1058137"/>
                <a:gd name="connsiteX35" fmla="*/ 278257 w 1792582"/>
                <a:gd name="connsiteY35" fmla="*/ 942259 h 1058137"/>
                <a:gd name="connsiteX36" fmla="*/ 278072 w 1792582"/>
                <a:gd name="connsiteY36" fmla="*/ 937354 h 1058137"/>
                <a:gd name="connsiteX37" fmla="*/ 263432 w 1792582"/>
                <a:gd name="connsiteY37" fmla="*/ 912443 h 1058137"/>
                <a:gd name="connsiteX38" fmla="*/ 1714910 w 1792582"/>
                <a:gd name="connsiteY38" fmla="*/ 896590 h 1058137"/>
                <a:gd name="connsiteX39" fmla="*/ 1734882 w 1792582"/>
                <a:gd name="connsiteY39" fmla="*/ 896590 h 1058137"/>
                <a:gd name="connsiteX40" fmla="*/ 1753333 w 1792582"/>
                <a:gd name="connsiteY40" fmla="*/ 971008 h 1058137"/>
                <a:gd name="connsiteX41" fmla="*/ 1772205 w 1792582"/>
                <a:gd name="connsiteY41" fmla="*/ 896590 h 1058137"/>
                <a:gd name="connsiteX42" fmla="*/ 1792177 w 1792582"/>
                <a:gd name="connsiteY42" fmla="*/ 896590 h 1058137"/>
                <a:gd name="connsiteX43" fmla="*/ 1746000 w 1792582"/>
                <a:gd name="connsiteY43" fmla="*/ 1058137 h 1058137"/>
                <a:gd name="connsiteX44" fmla="*/ 1726028 w 1792582"/>
                <a:gd name="connsiteY44" fmla="*/ 1058137 h 1058137"/>
                <a:gd name="connsiteX45" fmla="*/ 1742258 w 1792582"/>
                <a:gd name="connsiteY45" fmla="*/ 998644 h 1058137"/>
                <a:gd name="connsiteX46" fmla="*/ 1350499 w 1792582"/>
                <a:gd name="connsiteY46" fmla="*/ 896590 h 1058137"/>
                <a:gd name="connsiteX47" fmla="*/ 1370471 w 1792582"/>
                <a:gd name="connsiteY47" fmla="*/ 896590 h 1058137"/>
                <a:gd name="connsiteX48" fmla="*/ 1370471 w 1792582"/>
                <a:gd name="connsiteY48" fmla="*/ 912636 h 1058137"/>
                <a:gd name="connsiteX49" fmla="*/ 1392815 w 1792582"/>
                <a:gd name="connsiteY49" fmla="*/ 896973 h 1058137"/>
                <a:gd name="connsiteX50" fmla="*/ 1417110 w 1792582"/>
                <a:gd name="connsiteY50" fmla="*/ 931246 h 1058137"/>
                <a:gd name="connsiteX51" fmla="*/ 1417582 w 1792582"/>
                <a:gd name="connsiteY51" fmla="*/ 1009192 h 1058137"/>
                <a:gd name="connsiteX52" fmla="*/ 1397610 w 1792582"/>
                <a:gd name="connsiteY52" fmla="*/ 1009192 h 1058137"/>
                <a:gd name="connsiteX53" fmla="*/ 1397893 w 1792582"/>
                <a:gd name="connsiteY53" fmla="*/ 936367 h 1058137"/>
                <a:gd name="connsiteX54" fmla="*/ 1385541 w 1792582"/>
                <a:gd name="connsiteY54" fmla="*/ 914392 h 1058137"/>
                <a:gd name="connsiteX55" fmla="*/ 1370504 w 1792582"/>
                <a:gd name="connsiteY55" fmla="*/ 934362 h 1058137"/>
                <a:gd name="connsiteX56" fmla="*/ 1370390 w 1792582"/>
                <a:gd name="connsiteY56" fmla="*/ 937613 h 1058137"/>
                <a:gd name="connsiteX57" fmla="*/ 1370170 w 1792582"/>
                <a:gd name="connsiteY57" fmla="*/ 937613 h 1058137"/>
                <a:gd name="connsiteX58" fmla="*/ 1370170 w 1792582"/>
                <a:gd name="connsiteY58" fmla="*/ 996661 h 1058137"/>
                <a:gd name="connsiteX59" fmla="*/ 1370471 w 1792582"/>
                <a:gd name="connsiteY59" fmla="*/ 996661 h 1058137"/>
                <a:gd name="connsiteX60" fmla="*/ 1370471 w 1792582"/>
                <a:gd name="connsiteY60" fmla="*/ 1009192 h 1058137"/>
                <a:gd name="connsiteX61" fmla="*/ 1350499 w 1792582"/>
                <a:gd name="connsiteY61" fmla="*/ 1009192 h 1058137"/>
                <a:gd name="connsiteX62" fmla="*/ 703301 w 1792582"/>
                <a:gd name="connsiteY62" fmla="*/ 896590 h 1058137"/>
                <a:gd name="connsiteX63" fmla="*/ 723273 w 1792582"/>
                <a:gd name="connsiteY63" fmla="*/ 896590 h 1058137"/>
                <a:gd name="connsiteX64" fmla="*/ 723273 w 1792582"/>
                <a:gd name="connsiteY64" fmla="*/ 935890 h 1058137"/>
                <a:gd name="connsiteX65" fmla="*/ 723669 w 1792582"/>
                <a:gd name="connsiteY65" fmla="*/ 935767 h 1058137"/>
                <a:gd name="connsiteX66" fmla="*/ 723669 w 1792582"/>
                <a:gd name="connsiteY66" fmla="*/ 977978 h 1058137"/>
                <a:gd name="connsiteX67" fmla="*/ 723993 w 1792582"/>
                <a:gd name="connsiteY67" fmla="*/ 977978 h 1058137"/>
                <a:gd name="connsiteX68" fmla="*/ 724972 w 1792582"/>
                <a:gd name="connsiteY68" fmla="*/ 985894 h 1058137"/>
                <a:gd name="connsiteX69" fmla="*/ 736125 w 1792582"/>
                <a:gd name="connsiteY69" fmla="*/ 994808 h 1058137"/>
                <a:gd name="connsiteX70" fmla="*/ 747278 w 1792582"/>
                <a:gd name="connsiteY70" fmla="*/ 985873 h 1058137"/>
                <a:gd name="connsiteX71" fmla="*/ 748257 w 1792582"/>
                <a:gd name="connsiteY71" fmla="*/ 977978 h 1058137"/>
                <a:gd name="connsiteX72" fmla="*/ 748582 w 1792582"/>
                <a:gd name="connsiteY72" fmla="*/ 977978 h 1058137"/>
                <a:gd name="connsiteX73" fmla="*/ 748582 w 1792582"/>
                <a:gd name="connsiteY73" fmla="*/ 917038 h 1058137"/>
                <a:gd name="connsiteX74" fmla="*/ 748575 w 1792582"/>
                <a:gd name="connsiteY74" fmla="*/ 917038 h 1058137"/>
                <a:gd name="connsiteX75" fmla="*/ 748575 w 1792582"/>
                <a:gd name="connsiteY75" fmla="*/ 896590 h 1058137"/>
                <a:gd name="connsiteX76" fmla="*/ 768547 w 1792582"/>
                <a:gd name="connsiteY76" fmla="*/ 896590 h 1058137"/>
                <a:gd name="connsiteX77" fmla="*/ 768547 w 1792582"/>
                <a:gd name="connsiteY77" fmla="*/ 975013 h 1058137"/>
                <a:gd name="connsiteX78" fmla="*/ 768547 w 1792582"/>
                <a:gd name="connsiteY78" fmla="*/ 975015 h 1058137"/>
                <a:gd name="connsiteX79" fmla="*/ 768547 w 1792582"/>
                <a:gd name="connsiteY79" fmla="*/ 975018 h 1058137"/>
                <a:gd name="connsiteX80" fmla="*/ 768547 w 1792582"/>
                <a:gd name="connsiteY80" fmla="*/ 976933 h 1058137"/>
                <a:gd name="connsiteX81" fmla="*/ 768420 w 1792582"/>
                <a:gd name="connsiteY81" fmla="*/ 976933 h 1058137"/>
                <a:gd name="connsiteX82" fmla="*/ 767494 w 1792582"/>
                <a:gd name="connsiteY82" fmla="*/ 990893 h 1058137"/>
                <a:gd name="connsiteX83" fmla="*/ 735985 w 1792582"/>
                <a:gd name="connsiteY83" fmla="*/ 1015821 h 1058137"/>
                <a:gd name="connsiteX84" fmla="*/ 704476 w 1792582"/>
                <a:gd name="connsiteY84" fmla="*/ 990904 h 1058137"/>
                <a:gd name="connsiteX85" fmla="*/ 703550 w 1792582"/>
                <a:gd name="connsiteY85" fmla="*/ 976933 h 1058137"/>
                <a:gd name="connsiteX86" fmla="*/ 703301 w 1792582"/>
                <a:gd name="connsiteY86" fmla="*/ 976933 h 1058137"/>
                <a:gd name="connsiteX87" fmla="*/ 326701 w 1792582"/>
                <a:gd name="connsiteY87" fmla="*/ 896590 h 1058137"/>
                <a:gd name="connsiteX88" fmla="*/ 346672 w 1792582"/>
                <a:gd name="connsiteY88" fmla="*/ 896590 h 1058137"/>
                <a:gd name="connsiteX89" fmla="*/ 346672 w 1792582"/>
                <a:gd name="connsiteY89" fmla="*/ 912636 h 1058137"/>
                <a:gd name="connsiteX90" fmla="*/ 369017 w 1792582"/>
                <a:gd name="connsiteY90" fmla="*/ 896973 h 1058137"/>
                <a:gd name="connsiteX91" fmla="*/ 393311 w 1792582"/>
                <a:gd name="connsiteY91" fmla="*/ 931246 h 1058137"/>
                <a:gd name="connsiteX92" fmla="*/ 393784 w 1792582"/>
                <a:gd name="connsiteY92" fmla="*/ 1009192 h 1058137"/>
                <a:gd name="connsiteX93" fmla="*/ 373812 w 1792582"/>
                <a:gd name="connsiteY93" fmla="*/ 1009192 h 1058137"/>
                <a:gd name="connsiteX94" fmla="*/ 374095 w 1792582"/>
                <a:gd name="connsiteY94" fmla="*/ 936367 h 1058137"/>
                <a:gd name="connsiteX95" fmla="*/ 361743 w 1792582"/>
                <a:gd name="connsiteY95" fmla="*/ 914392 h 1058137"/>
                <a:gd name="connsiteX96" fmla="*/ 346705 w 1792582"/>
                <a:gd name="connsiteY96" fmla="*/ 934362 h 1058137"/>
                <a:gd name="connsiteX97" fmla="*/ 346592 w 1792582"/>
                <a:gd name="connsiteY97" fmla="*/ 937613 h 1058137"/>
                <a:gd name="connsiteX98" fmla="*/ 346372 w 1792582"/>
                <a:gd name="connsiteY98" fmla="*/ 937613 h 1058137"/>
                <a:gd name="connsiteX99" fmla="*/ 346372 w 1792582"/>
                <a:gd name="connsiteY99" fmla="*/ 996661 h 1058137"/>
                <a:gd name="connsiteX100" fmla="*/ 346672 w 1792582"/>
                <a:gd name="connsiteY100" fmla="*/ 996661 h 1058137"/>
                <a:gd name="connsiteX101" fmla="*/ 346672 w 1792582"/>
                <a:gd name="connsiteY101" fmla="*/ 1009192 h 1058137"/>
                <a:gd name="connsiteX102" fmla="*/ 326701 w 1792582"/>
                <a:gd name="connsiteY102" fmla="*/ 1009192 h 1058137"/>
                <a:gd name="connsiteX103" fmla="*/ 1645649 w 1792582"/>
                <a:gd name="connsiteY103" fmla="*/ 896386 h 1058137"/>
                <a:gd name="connsiteX104" fmla="*/ 1665951 w 1792582"/>
                <a:gd name="connsiteY104" fmla="*/ 906430 h 1058137"/>
                <a:gd name="connsiteX105" fmla="*/ 1667038 w 1792582"/>
                <a:gd name="connsiteY105" fmla="*/ 908651 h 1058137"/>
                <a:gd name="connsiteX106" fmla="*/ 1667038 w 1792582"/>
                <a:gd name="connsiteY106" fmla="*/ 896728 h 1058137"/>
                <a:gd name="connsiteX107" fmla="*/ 1687010 w 1792582"/>
                <a:gd name="connsiteY107" fmla="*/ 896728 h 1058137"/>
                <a:gd name="connsiteX108" fmla="*/ 1687010 w 1792582"/>
                <a:gd name="connsiteY108" fmla="*/ 1006787 h 1058137"/>
                <a:gd name="connsiteX109" fmla="*/ 1687010 w 1792582"/>
                <a:gd name="connsiteY109" fmla="*/ 1006791 h 1058137"/>
                <a:gd name="connsiteX110" fmla="*/ 1686300 w 1792582"/>
                <a:gd name="connsiteY110" fmla="*/ 1021179 h 1058137"/>
                <a:gd name="connsiteX111" fmla="*/ 1652581 w 1792582"/>
                <a:gd name="connsiteY111" fmla="*/ 1057001 h 1058137"/>
                <a:gd name="connsiteX112" fmla="*/ 1618862 w 1792582"/>
                <a:gd name="connsiteY112" fmla="*/ 1021162 h 1058137"/>
                <a:gd name="connsiteX113" fmla="*/ 1618816 w 1792582"/>
                <a:gd name="connsiteY113" fmla="*/ 1020222 h 1058137"/>
                <a:gd name="connsiteX114" fmla="*/ 1638139 w 1792582"/>
                <a:gd name="connsiteY114" fmla="*/ 1020222 h 1058137"/>
                <a:gd name="connsiteX115" fmla="*/ 1638891 w 1792582"/>
                <a:gd name="connsiteY115" fmla="*/ 1025506 h 1058137"/>
                <a:gd name="connsiteX116" fmla="*/ 1651560 w 1792582"/>
                <a:gd name="connsiteY116" fmla="*/ 1039738 h 1058137"/>
                <a:gd name="connsiteX117" fmla="*/ 1666731 w 1792582"/>
                <a:gd name="connsiteY117" fmla="*/ 1012557 h 1058137"/>
                <a:gd name="connsiteX118" fmla="*/ 1666892 w 1792582"/>
                <a:gd name="connsiteY118" fmla="*/ 1006787 h 1058137"/>
                <a:gd name="connsiteX119" fmla="*/ 1667038 w 1792582"/>
                <a:gd name="connsiteY119" fmla="*/ 1006787 h 1058137"/>
                <a:gd name="connsiteX120" fmla="*/ 1667038 w 1792582"/>
                <a:gd name="connsiteY120" fmla="*/ 1000603 h 1058137"/>
                <a:gd name="connsiteX121" fmla="*/ 1665481 w 1792582"/>
                <a:gd name="connsiteY121" fmla="*/ 1003725 h 1058137"/>
                <a:gd name="connsiteX122" fmla="*/ 1645649 w 1792582"/>
                <a:gd name="connsiteY122" fmla="*/ 1013718 h 1058137"/>
                <a:gd name="connsiteX123" fmla="*/ 1617463 w 1792582"/>
                <a:gd name="connsiteY123" fmla="*/ 955052 h 1058137"/>
                <a:gd name="connsiteX124" fmla="*/ 1645649 w 1792582"/>
                <a:gd name="connsiteY124" fmla="*/ 896386 h 1058137"/>
                <a:gd name="connsiteX125" fmla="*/ 1483922 w 1792582"/>
                <a:gd name="connsiteY125" fmla="*/ 896249 h 1058137"/>
                <a:gd name="connsiteX126" fmla="*/ 1517429 w 1792582"/>
                <a:gd name="connsiteY126" fmla="*/ 932072 h 1058137"/>
                <a:gd name="connsiteX127" fmla="*/ 1518040 w 1792582"/>
                <a:gd name="connsiteY127" fmla="*/ 959244 h 1058137"/>
                <a:gd name="connsiteX128" fmla="*/ 1469496 w 1792582"/>
                <a:gd name="connsiteY128" fmla="*/ 959244 h 1058137"/>
                <a:gd name="connsiteX129" fmla="*/ 1469772 w 1792582"/>
                <a:gd name="connsiteY129" fmla="*/ 969136 h 1058137"/>
                <a:gd name="connsiteX130" fmla="*/ 1484566 w 1792582"/>
                <a:gd name="connsiteY130" fmla="*/ 994053 h 1058137"/>
                <a:gd name="connsiteX131" fmla="*/ 1497612 w 1792582"/>
                <a:gd name="connsiteY131" fmla="*/ 982086 h 1058137"/>
                <a:gd name="connsiteX132" fmla="*/ 1498822 w 1792582"/>
                <a:gd name="connsiteY132" fmla="*/ 973587 h 1058137"/>
                <a:gd name="connsiteX133" fmla="*/ 1517846 w 1792582"/>
                <a:gd name="connsiteY133" fmla="*/ 973587 h 1058137"/>
                <a:gd name="connsiteX134" fmla="*/ 1517641 w 1792582"/>
                <a:gd name="connsiteY134" fmla="*/ 977742 h 1058137"/>
                <a:gd name="connsiteX135" fmla="*/ 1483922 w 1792582"/>
                <a:gd name="connsiteY135" fmla="*/ 1013580 h 1058137"/>
                <a:gd name="connsiteX136" fmla="*/ 1449076 w 1792582"/>
                <a:gd name="connsiteY136" fmla="*/ 954914 h 1058137"/>
                <a:gd name="connsiteX137" fmla="*/ 1483922 w 1792582"/>
                <a:gd name="connsiteY137" fmla="*/ 896249 h 1058137"/>
                <a:gd name="connsiteX138" fmla="*/ 1070504 w 1792582"/>
                <a:gd name="connsiteY138" fmla="*/ 896249 h 1058137"/>
                <a:gd name="connsiteX139" fmla="*/ 1105350 w 1792582"/>
                <a:gd name="connsiteY139" fmla="*/ 954914 h 1058137"/>
                <a:gd name="connsiteX140" fmla="*/ 1070504 w 1792582"/>
                <a:gd name="connsiteY140" fmla="*/ 1013580 h 1058137"/>
                <a:gd name="connsiteX141" fmla="*/ 1035658 w 1792582"/>
                <a:gd name="connsiteY141" fmla="*/ 954914 h 1058137"/>
                <a:gd name="connsiteX142" fmla="*/ 1070504 w 1792582"/>
                <a:gd name="connsiteY142" fmla="*/ 896249 h 1058137"/>
                <a:gd name="connsiteX143" fmla="*/ 914852 w 1792582"/>
                <a:gd name="connsiteY143" fmla="*/ 896249 h 1058137"/>
                <a:gd name="connsiteX144" fmla="*/ 948359 w 1792582"/>
                <a:gd name="connsiteY144" fmla="*/ 932072 h 1058137"/>
                <a:gd name="connsiteX145" fmla="*/ 948970 w 1792582"/>
                <a:gd name="connsiteY145" fmla="*/ 959244 h 1058137"/>
                <a:gd name="connsiteX146" fmla="*/ 900426 w 1792582"/>
                <a:gd name="connsiteY146" fmla="*/ 959244 h 1058137"/>
                <a:gd name="connsiteX147" fmla="*/ 900703 w 1792582"/>
                <a:gd name="connsiteY147" fmla="*/ 969136 h 1058137"/>
                <a:gd name="connsiteX148" fmla="*/ 915496 w 1792582"/>
                <a:gd name="connsiteY148" fmla="*/ 994053 h 1058137"/>
                <a:gd name="connsiteX149" fmla="*/ 928542 w 1792582"/>
                <a:gd name="connsiteY149" fmla="*/ 982086 h 1058137"/>
                <a:gd name="connsiteX150" fmla="*/ 929752 w 1792582"/>
                <a:gd name="connsiteY150" fmla="*/ 973587 h 1058137"/>
                <a:gd name="connsiteX151" fmla="*/ 948777 w 1792582"/>
                <a:gd name="connsiteY151" fmla="*/ 973587 h 1058137"/>
                <a:gd name="connsiteX152" fmla="*/ 948571 w 1792582"/>
                <a:gd name="connsiteY152" fmla="*/ 977742 h 1058137"/>
                <a:gd name="connsiteX153" fmla="*/ 914852 w 1792582"/>
                <a:gd name="connsiteY153" fmla="*/ 1013580 h 1058137"/>
                <a:gd name="connsiteX154" fmla="*/ 880006 w 1792582"/>
                <a:gd name="connsiteY154" fmla="*/ 954914 h 1058137"/>
                <a:gd name="connsiteX155" fmla="*/ 914852 w 1792582"/>
                <a:gd name="connsiteY155" fmla="*/ 896249 h 1058137"/>
                <a:gd name="connsiteX156" fmla="*/ 637960 w 1792582"/>
                <a:gd name="connsiteY156" fmla="*/ 896249 h 1058137"/>
                <a:gd name="connsiteX157" fmla="*/ 672806 w 1792582"/>
                <a:gd name="connsiteY157" fmla="*/ 954914 h 1058137"/>
                <a:gd name="connsiteX158" fmla="*/ 637960 w 1792582"/>
                <a:gd name="connsiteY158" fmla="*/ 1013580 h 1058137"/>
                <a:gd name="connsiteX159" fmla="*/ 603114 w 1792582"/>
                <a:gd name="connsiteY159" fmla="*/ 954914 h 1058137"/>
                <a:gd name="connsiteX160" fmla="*/ 637960 w 1792582"/>
                <a:gd name="connsiteY160" fmla="*/ 896249 h 1058137"/>
                <a:gd name="connsiteX161" fmla="*/ 262788 w 1792582"/>
                <a:gd name="connsiteY161" fmla="*/ 896249 h 1058137"/>
                <a:gd name="connsiteX162" fmla="*/ 296295 w 1792582"/>
                <a:gd name="connsiteY162" fmla="*/ 932072 h 1058137"/>
                <a:gd name="connsiteX163" fmla="*/ 296906 w 1792582"/>
                <a:gd name="connsiteY163" fmla="*/ 959244 h 1058137"/>
                <a:gd name="connsiteX164" fmla="*/ 248362 w 1792582"/>
                <a:gd name="connsiteY164" fmla="*/ 959244 h 1058137"/>
                <a:gd name="connsiteX165" fmla="*/ 248638 w 1792582"/>
                <a:gd name="connsiteY165" fmla="*/ 969136 h 1058137"/>
                <a:gd name="connsiteX166" fmla="*/ 263432 w 1792582"/>
                <a:gd name="connsiteY166" fmla="*/ 994053 h 1058137"/>
                <a:gd name="connsiteX167" fmla="*/ 276478 w 1792582"/>
                <a:gd name="connsiteY167" fmla="*/ 982086 h 1058137"/>
                <a:gd name="connsiteX168" fmla="*/ 277688 w 1792582"/>
                <a:gd name="connsiteY168" fmla="*/ 973587 h 1058137"/>
                <a:gd name="connsiteX169" fmla="*/ 296712 w 1792582"/>
                <a:gd name="connsiteY169" fmla="*/ 973587 h 1058137"/>
                <a:gd name="connsiteX170" fmla="*/ 296507 w 1792582"/>
                <a:gd name="connsiteY170" fmla="*/ 977742 h 1058137"/>
                <a:gd name="connsiteX171" fmla="*/ 262788 w 1792582"/>
                <a:gd name="connsiteY171" fmla="*/ 1013580 h 1058137"/>
                <a:gd name="connsiteX172" fmla="*/ 227942 w 1792582"/>
                <a:gd name="connsiteY172" fmla="*/ 954914 h 1058137"/>
                <a:gd name="connsiteX173" fmla="*/ 262788 w 1792582"/>
                <a:gd name="connsiteY173" fmla="*/ 896249 h 1058137"/>
                <a:gd name="connsiteX174" fmla="*/ 174241 w 1792582"/>
                <a:gd name="connsiteY174" fmla="*/ 896248 h 1058137"/>
                <a:gd name="connsiteX175" fmla="*/ 202427 w 1792582"/>
                <a:gd name="connsiteY175" fmla="*/ 954914 h 1058137"/>
                <a:gd name="connsiteX176" fmla="*/ 174241 w 1792582"/>
                <a:gd name="connsiteY176" fmla="*/ 1013580 h 1058137"/>
                <a:gd name="connsiteX177" fmla="*/ 159360 w 1792582"/>
                <a:gd name="connsiteY177" fmla="*/ 1008995 h 1058137"/>
                <a:gd name="connsiteX178" fmla="*/ 152852 w 1792582"/>
                <a:gd name="connsiteY178" fmla="*/ 999395 h 1058137"/>
                <a:gd name="connsiteX179" fmla="*/ 152852 w 1792582"/>
                <a:gd name="connsiteY179" fmla="*/ 1056246 h 1058137"/>
                <a:gd name="connsiteX180" fmla="*/ 132881 w 1792582"/>
                <a:gd name="connsiteY180" fmla="*/ 1056246 h 1058137"/>
                <a:gd name="connsiteX181" fmla="*/ 132881 w 1792582"/>
                <a:gd name="connsiteY181" fmla="*/ 896590 h 1058137"/>
                <a:gd name="connsiteX182" fmla="*/ 152852 w 1792582"/>
                <a:gd name="connsiteY182" fmla="*/ 896590 h 1058137"/>
                <a:gd name="connsiteX183" fmla="*/ 152852 w 1792582"/>
                <a:gd name="connsiteY183" fmla="*/ 909865 h 1058137"/>
                <a:gd name="connsiteX184" fmla="*/ 158909 w 1792582"/>
                <a:gd name="connsiteY184" fmla="*/ 900882 h 1058137"/>
                <a:gd name="connsiteX185" fmla="*/ 174241 w 1792582"/>
                <a:gd name="connsiteY185" fmla="*/ 896248 h 1058137"/>
                <a:gd name="connsiteX186" fmla="*/ 1592774 w 1792582"/>
                <a:gd name="connsiteY186" fmla="*/ 892438 h 1058137"/>
                <a:gd name="connsiteX187" fmla="*/ 1592774 w 1792582"/>
                <a:gd name="connsiteY187" fmla="*/ 914707 h 1058137"/>
                <a:gd name="connsiteX188" fmla="*/ 1572318 w 1792582"/>
                <a:gd name="connsiteY188" fmla="*/ 924898 h 1058137"/>
                <a:gd name="connsiteX189" fmla="*/ 1570506 w 1792582"/>
                <a:gd name="connsiteY189" fmla="*/ 930363 h 1058137"/>
                <a:gd name="connsiteX190" fmla="*/ 1570506 w 1792582"/>
                <a:gd name="connsiteY190" fmla="*/ 1009192 h 1058137"/>
                <a:gd name="connsiteX191" fmla="*/ 1550534 w 1792582"/>
                <a:gd name="connsiteY191" fmla="*/ 1009192 h 1058137"/>
                <a:gd name="connsiteX192" fmla="*/ 1550534 w 1792582"/>
                <a:gd name="connsiteY192" fmla="*/ 896590 h 1058137"/>
                <a:gd name="connsiteX193" fmla="*/ 1570506 w 1792582"/>
                <a:gd name="connsiteY193" fmla="*/ 896590 h 1058137"/>
                <a:gd name="connsiteX194" fmla="*/ 1570506 w 1792582"/>
                <a:gd name="connsiteY194" fmla="*/ 906833 h 1058137"/>
                <a:gd name="connsiteX195" fmla="*/ 1571627 w 1792582"/>
                <a:gd name="connsiteY195" fmla="*/ 905336 h 1058137"/>
                <a:gd name="connsiteX196" fmla="*/ 1592774 w 1792582"/>
                <a:gd name="connsiteY196" fmla="*/ 892438 h 1058137"/>
                <a:gd name="connsiteX197" fmla="*/ 824066 w 1792582"/>
                <a:gd name="connsiteY197" fmla="*/ 891683 h 1058137"/>
                <a:gd name="connsiteX198" fmla="*/ 846335 w 1792582"/>
                <a:gd name="connsiteY198" fmla="*/ 897345 h 1058137"/>
                <a:gd name="connsiteX199" fmla="*/ 846335 w 1792582"/>
                <a:gd name="connsiteY199" fmla="*/ 916217 h 1058137"/>
                <a:gd name="connsiteX200" fmla="*/ 815762 w 1792582"/>
                <a:gd name="connsiteY200" fmla="*/ 924520 h 1058137"/>
                <a:gd name="connsiteX201" fmla="*/ 832661 w 1792582"/>
                <a:gd name="connsiteY201" fmla="*/ 947285 h 1058137"/>
                <a:gd name="connsiteX202" fmla="*/ 854638 w 1792582"/>
                <a:gd name="connsiteY202" fmla="*/ 979626 h 1058137"/>
                <a:gd name="connsiteX203" fmla="*/ 824444 w 1792582"/>
                <a:gd name="connsiteY203" fmla="*/ 1013595 h 1058137"/>
                <a:gd name="connsiteX204" fmla="*/ 802175 w 1792582"/>
                <a:gd name="connsiteY204" fmla="*/ 1007934 h 1058137"/>
                <a:gd name="connsiteX205" fmla="*/ 802175 w 1792582"/>
                <a:gd name="connsiteY205" fmla="*/ 987929 h 1058137"/>
                <a:gd name="connsiteX206" fmla="*/ 822179 w 1792582"/>
                <a:gd name="connsiteY206" fmla="*/ 994723 h 1058137"/>
                <a:gd name="connsiteX207" fmla="*/ 836521 w 1792582"/>
                <a:gd name="connsiteY207" fmla="*/ 979248 h 1058137"/>
                <a:gd name="connsiteX208" fmla="*/ 816301 w 1792582"/>
                <a:gd name="connsiteY208" fmla="*/ 954931 h 1058137"/>
                <a:gd name="connsiteX209" fmla="*/ 796988 w 1792582"/>
                <a:gd name="connsiteY209" fmla="*/ 925652 h 1058137"/>
                <a:gd name="connsiteX210" fmla="*/ 824066 w 1792582"/>
                <a:gd name="connsiteY210" fmla="*/ 891683 h 1058137"/>
                <a:gd name="connsiteX211" fmla="*/ 56436 w 1792582"/>
                <a:gd name="connsiteY211" fmla="*/ 860524 h 1058137"/>
                <a:gd name="connsiteX212" fmla="*/ 35735 w 1792582"/>
                <a:gd name="connsiteY212" fmla="*/ 926643 h 1058137"/>
                <a:gd name="connsiteX213" fmla="*/ 56436 w 1792582"/>
                <a:gd name="connsiteY213" fmla="*/ 992761 h 1058137"/>
                <a:gd name="connsiteX214" fmla="*/ 77136 w 1792582"/>
                <a:gd name="connsiteY214" fmla="*/ 926643 h 1058137"/>
                <a:gd name="connsiteX215" fmla="*/ 56436 w 1792582"/>
                <a:gd name="connsiteY215" fmla="*/ 860524 h 1058137"/>
                <a:gd name="connsiteX216" fmla="*/ 56672 w 1792582"/>
                <a:gd name="connsiteY216" fmla="*/ 839708 h 1058137"/>
                <a:gd name="connsiteX217" fmla="*/ 100557 w 1792582"/>
                <a:gd name="connsiteY217" fmla="*/ 926644 h 1058137"/>
                <a:gd name="connsiteX218" fmla="*/ 56672 w 1792582"/>
                <a:gd name="connsiteY218" fmla="*/ 1013580 h 1058137"/>
                <a:gd name="connsiteX219" fmla="*/ 12787 w 1792582"/>
                <a:gd name="connsiteY219" fmla="*/ 926644 h 1058137"/>
                <a:gd name="connsiteX220" fmla="*/ 56672 w 1792582"/>
                <a:gd name="connsiteY220" fmla="*/ 839708 h 1058137"/>
                <a:gd name="connsiteX221" fmla="*/ 1261002 w 1792582"/>
                <a:gd name="connsiteY221" fmla="*/ 839707 h 1058137"/>
                <a:gd name="connsiteX222" fmla="*/ 1267808 w 1792582"/>
                <a:gd name="connsiteY222" fmla="*/ 839707 h 1058137"/>
                <a:gd name="connsiteX223" fmla="*/ 1282685 w 1792582"/>
                <a:gd name="connsiteY223" fmla="*/ 839707 h 1058137"/>
                <a:gd name="connsiteX224" fmla="*/ 1322930 w 1792582"/>
                <a:gd name="connsiteY224" fmla="*/ 839707 h 1058137"/>
                <a:gd name="connsiteX225" fmla="*/ 1322930 w 1792582"/>
                <a:gd name="connsiteY225" fmla="*/ 858017 h 1058137"/>
                <a:gd name="connsiteX226" fmla="*/ 1282685 w 1792582"/>
                <a:gd name="connsiteY226" fmla="*/ 858017 h 1058137"/>
                <a:gd name="connsiteX227" fmla="*/ 1282685 w 1792582"/>
                <a:gd name="connsiteY227" fmla="*/ 914391 h 1058137"/>
                <a:gd name="connsiteX228" fmla="*/ 1318112 w 1792582"/>
                <a:gd name="connsiteY228" fmla="*/ 914391 h 1058137"/>
                <a:gd name="connsiteX229" fmla="*/ 1318112 w 1792582"/>
                <a:gd name="connsiteY229" fmla="*/ 932701 h 1058137"/>
                <a:gd name="connsiteX230" fmla="*/ 1282685 w 1792582"/>
                <a:gd name="connsiteY230" fmla="*/ 932701 h 1058137"/>
                <a:gd name="connsiteX231" fmla="*/ 1282685 w 1792582"/>
                <a:gd name="connsiteY231" fmla="*/ 992581 h 1058137"/>
                <a:gd name="connsiteX232" fmla="*/ 1322930 w 1792582"/>
                <a:gd name="connsiteY232" fmla="*/ 992581 h 1058137"/>
                <a:gd name="connsiteX233" fmla="*/ 1322930 w 1792582"/>
                <a:gd name="connsiteY233" fmla="*/ 1010891 h 1058137"/>
                <a:gd name="connsiteX234" fmla="*/ 1282685 w 1792582"/>
                <a:gd name="connsiteY234" fmla="*/ 1010891 h 1058137"/>
                <a:gd name="connsiteX235" fmla="*/ 1267808 w 1792582"/>
                <a:gd name="connsiteY235" fmla="*/ 1010891 h 1058137"/>
                <a:gd name="connsiteX236" fmla="*/ 1261002 w 1792582"/>
                <a:gd name="connsiteY236" fmla="*/ 1010891 h 1058137"/>
                <a:gd name="connsiteX237" fmla="*/ 489126 w 1792582"/>
                <a:gd name="connsiteY237" fmla="*/ 838658 h 1058137"/>
                <a:gd name="connsiteX238" fmla="*/ 510809 w 1792582"/>
                <a:gd name="connsiteY238" fmla="*/ 838658 h 1058137"/>
                <a:gd name="connsiteX239" fmla="*/ 510809 w 1792582"/>
                <a:gd name="connsiteY239" fmla="*/ 905619 h 1058137"/>
                <a:gd name="connsiteX240" fmla="*/ 546246 w 1792582"/>
                <a:gd name="connsiteY240" fmla="*/ 905619 h 1058137"/>
                <a:gd name="connsiteX241" fmla="*/ 546246 w 1792582"/>
                <a:gd name="connsiteY241" fmla="*/ 838658 h 1058137"/>
                <a:gd name="connsiteX242" fmla="*/ 567930 w 1792582"/>
                <a:gd name="connsiteY242" fmla="*/ 838658 h 1058137"/>
                <a:gd name="connsiteX243" fmla="*/ 567930 w 1792582"/>
                <a:gd name="connsiteY243" fmla="*/ 1009192 h 1058137"/>
                <a:gd name="connsiteX244" fmla="*/ 546246 w 1792582"/>
                <a:gd name="connsiteY244" fmla="*/ 1009192 h 1058137"/>
                <a:gd name="connsiteX245" fmla="*/ 546246 w 1792582"/>
                <a:gd name="connsiteY245" fmla="*/ 923859 h 1058137"/>
                <a:gd name="connsiteX246" fmla="*/ 510809 w 1792582"/>
                <a:gd name="connsiteY246" fmla="*/ 923859 h 1058137"/>
                <a:gd name="connsiteX247" fmla="*/ 510809 w 1792582"/>
                <a:gd name="connsiteY247" fmla="*/ 1009192 h 1058137"/>
                <a:gd name="connsiteX248" fmla="*/ 489126 w 1792582"/>
                <a:gd name="connsiteY248" fmla="*/ 1009192 h 1058137"/>
                <a:gd name="connsiteX249" fmla="*/ 1162901 w 1792582"/>
                <a:gd name="connsiteY249" fmla="*/ 821998 h 1058137"/>
                <a:gd name="connsiteX250" fmla="*/ 1177725 w 1792582"/>
                <a:gd name="connsiteY250" fmla="*/ 823498 h 1058137"/>
                <a:gd name="connsiteX251" fmla="*/ 1177725 w 1792582"/>
                <a:gd name="connsiteY251" fmla="*/ 843469 h 1058137"/>
                <a:gd name="connsiteX252" fmla="*/ 1159420 w 1792582"/>
                <a:gd name="connsiteY252" fmla="*/ 854141 h 1058137"/>
                <a:gd name="connsiteX253" fmla="*/ 1159420 w 1792582"/>
                <a:gd name="connsiteY253" fmla="*/ 895458 h 1058137"/>
                <a:gd name="connsiteX254" fmla="*/ 1177725 w 1792582"/>
                <a:gd name="connsiteY254" fmla="*/ 895458 h 1058137"/>
                <a:gd name="connsiteX255" fmla="*/ 1177725 w 1792582"/>
                <a:gd name="connsiteY255" fmla="*/ 912236 h 1058137"/>
                <a:gd name="connsiteX256" fmla="*/ 1159420 w 1792582"/>
                <a:gd name="connsiteY256" fmla="*/ 912236 h 1058137"/>
                <a:gd name="connsiteX257" fmla="*/ 1159420 w 1792582"/>
                <a:gd name="connsiteY257" fmla="*/ 1009192 h 1058137"/>
                <a:gd name="connsiteX258" fmla="*/ 1139449 w 1792582"/>
                <a:gd name="connsiteY258" fmla="*/ 1009192 h 1058137"/>
                <a:gd name="connsiteX259" fmla="*/ 1139449 w 1792582"/>
                <a:gd name="connsiteY259" fmla="*/ 912236 h 1058137"/>
                <a:gd name="connsiteX260" fmla="*/ 1127527 w 1792582"/>
                <a:gd name="connsiteY260" fmla="*/ 912236 h 1058137"/>
                <a:gd name="connsiteX261" fmla="*/ 1127527 w 1792582"/>
                <a:gd name="connsiteY261" fmla="*/ 895458 h 1058137"/>
                <a:gd name="connsiteX262" fmla="*/ 1139449 w 1792582"/>
                <a:gd name="connsiteY262" fmla="*/ 895458 h 1058137"/>
                <a:gd name="connsiteX263" fmla="*/ 1139449 w 1792582"/>
                <a:gd name="connsiteY263" fmla="*/ 844747 h 1058137"/>
                <a:gd name="connsiteX264" fmla="*/ 1162901 w 1792582"/>
                <a:gd name="connsiteY264" fmla="*/ 821998 h 1058137"/>
                <a:gd name="connsiteX265" fmla="*/ 0 w 1792582"/>
                <a:gd name="connsiteY265" fmla="*/ 698203 h 1058137"/>
                <a:gd name="connsiteX266" fmla="*/ 1792582 w 1792582"/>
                <a:gd name="connsiteY266" fmla="*/ 698203 h 1058137"/>
                <a:gd name="connsiteX267" fmla="*/ 1792582 w 1792582"/>
                <a:gd name="connsiteY267" fmla="*/ 703247 h 1058137"/>
                <a:gd name="connsiteX268" fmla="*/ 1792582 w 1792582"/>
                <a:gd name="connsiteY268" fmla="*/ 757745 h 1058137"/>
                <a:gd name="connsiteX269" fmla="*/ 1792582 w 1792582"/>
                <a:gd name="connsiteY269" fmla="*/ 777019 h 1058137"/>
                <a:gd name="connsiteX270" fmla="*/ 0 w 1792582"/>
                <a:gd name="connsiteY270" fmla="*/ 777019 h 1058137"/>
                <a:gd name="connsiteX271" fmla="*/ 827858 w 1792582"/>
                <a:gd name="connsiteY271" fmla="*/ 57086 h 1058137"/>
                <a:gd name="connsiteX272" fmla="*/ 771089 w 1792582"/>
                <a:gd name="connsiteY272" fmla="*/ 238408 h 1058137"/>
                <a:gd name="connsiteX273" fmla="*/ 827858 w 1792582"/>
                <a:gd name="connsiteY273" fmla="*/ 419730 h 1058137"/>
                <a:gd name="connsiteX274" fmla="*/ 884626 w 1792582"/>
                <a:gd name="connsiteY274" fmla="*/ 238408 h 1058137"/>
                <a:gd name="connsiteX275" fmla="*/ 827858 w 1792582"/>
                <a:gd name="connsiteY275" fmla="*/ 57086 h 1058137"/>
                <a:gd name="connsiteX276" fmla="*/ 119700 w 1792582"/>
                <a:gd name="connsiteY276" fmla="*/ 57086 h 1058137"/>
                <a:gd name="connsiteX277" fmla="*/ 62931 w 1792582"/>
                <a:gd name="connsiteY277" fmla="*/ 238408 h 1058137"/>
                <a:gd name="connsiteX278" fmla="*/ 119700 w 1792582"/>
                <a:gd name="connsiteY278" fmla="*/ 419730 h 1058137"/>
                <a:gd name="connsiteX279" fmla="*/ 176468 w 1792582"/>
                <a:gd name="connsiteY279" fmla="*/ 238408 h 1058137"/>
                <a:gd name="connsiteX280" fmla="*/ 119700 w 1792582"/>
                <a:gd name="connsiteY280" fmla="*/ 57086 h 1058137"/>
                <a:gd name="connsiteX281" fmla="*/ 364615 w 1792582"/>
                <a:gd name="connsiteY281" fmla="*/ 7754 h 1058137"/>
                <a:gd name="connsiteX282" fmla="*/ 425426 w 1792582"/>
                <a:gd name="connsiteY282" fmla="*/ 7754 h 1058137"/>
                <a:gd name="connsiteX283" fmla="*/ 425426 w 1792582"/>
                <a:gd name="connsiteY283" fmla="*/ 188764 h 1058137"/>
                <a:gd name="connsiteX284" fmla="*/ 519025 w 1792582"/>
                <a:gd name="connsiteY284" fmla="*/ 188764 h 1058137"/>
                <a:gd name="connsiteX285" fmla="*/ 519025 w 1792582"/>
                <a:gd name="connsiteY285" fmla="*/ 7754 h 1058137"/>
                <a:gd name="connsiteX286" fmla="*/ 579836 w 1792582"/>
                <a:gd name="connsiteY286" fmla="*/ 7754 h 1058137"/>
                <a:gd name="connsiteX287" fmla="*/ 579836 w 1792582"/>
                <a:gd name="connsiteY287" fmla="*/ 468746 h 1058137"/>
                <a:gd name="connsiteX288" fmla="*/ 519025 w 1792582"/>
                <a:gd name="connsiteY288" fmla="*/ 468746 h 1058137"/>
                <a:gd name="connsiteX289" fmla="*/ 519025 w 1792582"/>
                <a:gd name="connsiteY289" fmla="*/ 238072 h 1058137"/>
                <a:gd name="connsiteX290" fmla="*/ 425426 w 1792582"/>
                <a:gd name="connsiteY290" fmla="*/ 238072 h 1058137"/>
                <a:gd name="connsiteX291" fmla="*/ 425426 w 1792582"/>
                <a:gd name="connsiteY291" fmla="*/ 468746 h 1058137"/>
                <a:gd name="connsiteX292" fmla="*/ 364615 w 1792582"/>
                <a:gd name="connsiteY292" fmla="*/ 468746 h 1058137"/>
                <a:gd name="connsiteX293" fmla="*/ 828506 w 1792582"/>
                <a:gd name="connsiteY293" fmla="*/ 0 h 1058137"/>
                <a:gd name="connsiteX294" fmla="*/ 948855 w 1792582"/>
                <a:gd name="connsiteY294" fmla="*/ 238412 h 1058137"/>
                <a:gd name="connsiteX295" fmla="*/ 828506 w 1792582"/>
                <a:gd name="connsiteY295" fmla="*/ 476823 h 1058137"/>
                <a:gd name="connsiteX296" fmla="*/ 708157 w 1792582"/>
                <a:gd name="connsiteY296" fmla="*/ 238412 h 1058137"/>
                <a:gd name="connsiteX297" fmla="*/ 828506 w 1792582"/>
                <a:gd name="connsiteY297" fmla="*/ 0 h 1058137"/>
                <a:gd name="connsiteX298" fmla="*/ 120349 w 1792582"/>
                <a:gd name="connsiteY298" fmla="*/ 0 h 1058137"/>
                <a:gd name="connsiteX299" fmla="*/ 240698 w 1792582"/>
                <a:gd name="connsiteY299" fmla="*/ 238412 h 1058137"/>
                <a:gd name="connsiteX300" fmla="*/ 120349 w 1792582"/>
                <a:gd name="connsiteY300" fmla="*/ 476823 h 1058137"/>
                <a:gd name="connsiteX301" fmla="*/ 0 w 1792582"/>
                <a:gd name="connsiteY301" fmla="*/ 238412 h 1058137"/>
                <a:gd name="connsiteX302" fmla="*/ 120349 w 1792582"/>
                <a:gd name="connsiteY302" fmla="*/ 0 h 10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Lst>
              <a:rect l="l" t="t" r="r" b="b"/>
              <a:pathLst>
                <a:path w="1792582" h="1058137">
                  <a:moveTo>
                    <a:pt x="1653463" y="914845"/>
                  </a:moveTo>
                  <a:cubicBezTo>
                    <a:pt x="1641327" y="914773"/>
                    <a:pt x="1638885" y="932776"/>
                    <a:pt x="1638885" y="954895"/>
                  </a:cubicBezTo>
                  <a:cubicBezTo>
                    <a:pt x="1638885" y="977014"/>
                    <a:pt x="1639618" y="994906"/>
                    <a:pt x="1653463" y="994945"/>
                  </a:cubicBezTo>
                  <a:cubicBezTo>
                    <a:pt x="1666640" y="994983"/>
                    <a:pt x="1668040" y="977014"/>
                    <a:pt x="1668040" y="954895"/>
                  </a:cubicBezTo>
                  <a:cubicBezTo>
                    <a:pt x="1668040" y="932776"/>
                    <a:pt x="1667526" y="914928"/>
                    <a:pt x="1653463" y="914845"/>
                  </a:cubicBezTo>
                  <a:close/>
                  <a:moveTo>
                    <a:pt x="166428" y="914707"/>
                  </a:moveTo>
                  <a:cubicBezTo>
                    <a:pt x="152365" y="914790"/>
                    <a:pt x="151851" y="932638"/>
                    <a:pt x="151851" y="954758"/>
                  </a:cubicBezTo>
                  <a:cubicBezTo>
                    <a:pt x="151851" y="976877"/>
                    <a:pt x="153251" y="994845"/>
                    <a:pt x="166428" y="994808"/>
                  </a:cubicBezTo>
                  <a:cubicBezTo>
                    <a:pt x="180272" y="994768"/>
                    <a:pt x="181005" y="976877"/>
                    <a:pt x="181005" y="954758"/>
                  </a:cubicBezTo>
                  <a:cubicBezTo>
                    <a:pt x="181005" y="932638"/>
                    <a:pt x="178563" y="914636"/>
                    <a:pt x="166428" y="914707"/>
                  </a:cubicBezTo>
                  <a:close/>
                  <a:moveTo>
                    <a:pt x="1484566" y="912443"/>
                  </a:moveTo>
                  <a:cubicBezTo>
                    <a:pt x="1473541" y="912506"/>
                    <a:pt x="1470482" y="922751"/>
                    <a:pt x="1469642" y="937376"/>
                  </a:cubicBezTo>
                  <a:lnTo>
                    <a:pt x="1469546" y="942259"/>
                  </a:lnTo>
                  <a:lnTo>
                    <a:pt x="1499391" y="942259"/>
                  </a:lnTo>
                  <a:cubicBezTo>
                    <a:pt x="1499329" y="940624"/>
                    <a:pt x="1499268" y="938989"/>
                    <a:pt x="1499206" y="937354"/>
                  </a:cubicBezTo>
                  <a:cubicBezTo>
                    <a:pt x="1497894" y="922692"/>
                    <a:pt x="1494080" y="912388"/>
                    <a:pt x="1484566" y="912443"/>
                  </a:cubicBezTo>
                  <a:close/>
                  <a:moveTo>
                    <a:pt x="1070393" y="912443"/>
                  </a:moveTo>
                  <a:cubicBezTo>
                    <a:pt x="1055693" y="912527"/>
                    <a:pt x="1055156" y="930712"/>
                    <a:pt x="1055156" y="953247"/>
                  </a:cubicBezTo>
                  <a:cubicBezTo>
                    <a:pt x="1055156" y="975784"/>
                    <a:pt x="1056619" y="994091"/>
                    <a:pt x="1070393" y="994053"/>
                  </a:cubicBezTo>
                  <a:cubicBezTo>
                    <a:pt x="1084865" y="994013"/>
                    <a:pt x="1085631" y="975784"/>
                    <a:pt x="1085631" y="953247"/>
                  </a:cubicBezTo>
                  <a:cubicBezTo>
                    <a:pt x="1085631" y="930712"/>
                    <a:pt x="1083078" y="912369"/>
                    <a:pt x="1070393" y="912443"/>
                  </a:cubicBezTo>
                  <a:close/>
                  <a:moveTo>
                    <a:pt x="915496" y="912443"/>
                  </a:moveTo>
                  <a:cubicBezTo>
                    <a:pt x="904471" y="912506"/>
                    <a:pt x="901413" y="922751"/>
                    <a:pt x="900573" y="937376"/>
                  </a:cubicBezTo>
                  <a:lnTo>
                    <a:pt x="900476" y="942259"/>
                  </a:lnTo>
                  <a:lnTo>
                    <a:pt x="930321" y="942259"/>
                  </a:lnTo>
                  <a:cubicBezTo>
                    <a:pt x="930260" y="940624"/>
                    <a:pt x="930198" y="938989"/>
                    <a:pt x="930137" y="937354"/>
                  </a:cubicBezTo>
                  <a:cubicBezTo>
                    <a:pt x="928824" y="922692"/>
                    <a:pt x="925010" y="912388"/>
                    <a:pt x="915496" y="912443"/>
                  </a:cubicBezTo>
                  <a:close/>
                  <a:moveTo>
                    <a:pt x="637849" y="912443"/>
                  </a:moveTo>
                  <a:cubicBezTo>
                    <a:pt x="623149" y="912527"/>
                    <a:pt x="622612" y="930712"/>
                    <a:pt x="622612" y="953247"/>
                  </a:cubicBezTo>
                  <a:cubicBezTo>
                    <a:pt x="622612" y="975784"/>
                    <a:pt x="624075" y="994091"/>
                    <a:pt x="637849" y="994053"/>
                  </a:cubicBezTo>
                  <a:cubicBezTo>
                    <a:pt x="652320" y="994013"/>
                    <a:pt x="653087" y="975784"/>
                    <a:pt x="653087" y="953247"/>
                  </a:cubicBezTo>
                  <a:cubicBezTo>
                    <a:pt x="653087" y="930712"/>
                    <a:pt x="650534" y="912369"/>
                    <a:pt x="637849" y="912443"/>
                  </a:cubicBezTo>
                  <a:close/>
                  <a:moveTo>
                    <a:pt x="263432" y="912443"/>
                  </a:moveTo>
                  <a:cubicBezTo>
                    <a:pt x="252407" y="912506"/>
                    <a:pt x="249348" y="922751"/>
                    <a:pt x="248508" y="937376"/>
                  </a:cubicBezTo>
                  <a:lnTo>
                    <a:pt x="248412" y="942259"/>
                  </a:lnTo>
                  <a:lnTo>
                    <a:pt x="278257" y="942259"/>
                  </a:lnTo>
                  <a:cubicBezTo>
                    <a:pt x="278195" y="940624"/>
                    <a:pt x="278134" y="938989"/>
                    <a:pt x="278072" y="937354"/>
                  </a:cubicBezTo>
                  <a:cubicBezTo>
                    <a:pt x="276760" y="922692"/>
                    <a:pt x="272946" y="912388"/>
                    <a:pt x="263432" y="912443"/>
                  </a:cubicBezTo>
                  <a:close/>
                  <a:moveTo>
                    <a:pt x="1714910" y="896590"/>
                  </a:moveTo>
                  <a:lnTo>
                    <a:pt x="1734882" y="896590"/>
                  </a:lnTo>
                  <a:lnTo>
                    <a:pt x="1753333" y="971008"/>
                  </a:lnTo>
                  <a:lnTo>
                    <a:pt x="1772205" y="896590"/>
                  </a:lnTo>
                  <a:lnTo>
                    <a:pt x="1792177" y="896590"/>
                  </a:lnTo>
                  <a:lnTo>
                    <a:pt x="1746000" y="1058137"/>
                  </a:lnTo>
                  <a:lnTo>
                    <a:pt x="1726028" y="1058137"/>
                  </a:lnTo>
                  <a:lnTo>
                    <a:pt x="1742258" y="998644"/>
                  </a:lnTo>
                  <a:close/>
                  <a:moveTo>
                    <a:pt x="1350499" y="896590"/>
                  </a:moveTo>
                  <a:lnTo>
                    <a:pt x="1370471" y="896590"/>
                  </a:lnTo>
                  <a:lnTo>
                    <a:pt x="1370471" y="912636"/>
                  </a:lnTo>
                  <a:cubicBezTo>
                    <a:pt x="1375276" y="905653"/>
                    <a:pt x="1376083" y="897276"/>
                    <a:pt x="1392815" y="896973"/>
                  </a:cubicBezTo>
                  <a:cubicBezTo>
                    <a:pt x="1414114" y="896587"/>
                    <a:pt x="1416732" y="911563"/>
                    <a:pt x="1417110" y="931246"/>
                  </a:cubicBezTo>
                  <a:lnTo>
                    <a:pt x="1417582" y="1009192"/>
                  </a:lnTo>
                  <a:lnTo>
                    <a:pt x="1397610" y="1009192"/>
                  </a:lnTo>
                  <a:cubicBezTo>
                    <a:pt x="1397705" y="984917"/>
                    <a:pt x="1397799" y="960642"/>
                    <a:pt x="1397893" y="936367"/>
                  </a:cubicBezTo>
                  <a:cubicBezTo>
                    <a:pt x="1397830" y="923883"/>
                    <a:pt x="1394269" y="913787"/>
                    <a:pt x="1385541" y="914392"/>
                  </a:cubicBezTo>
                  <a:cubicBezTo>
                    <a:pt x="1372667" y="915283"/>
                    <a:pt x="1371415" y="924422"/>
                    <a:pt x="1370504" y="934362"/>
                  </a:cubicBezTo>
                  <a:lnTo>
                    <a:pt x="1370390" y="937613"/>
                  </a:lnTo>
                  <a:lnTo>
                    <a:pt x="1370170" y="937613"/>
                  </a:lnTo>
                  <a:lnTo>
                    <a:pt x="1370170" y="996661"/>
                  </a:lnTo>
                  <a:lnTo>
                    <a:pt x="1370471" y="996661"/>
                  </a:lnTo>
                  <a:lnTo>
                    <a:pt x="1370471" y="1009192"/>
                  </a:lnTo>
                  <a:lnTo>
                    <a:pt x="1350499" y="1009192"/>
                  </a:lnTo>
                  <a:close/>
                  <a:moveTo>
                    <a:pt x="703301" y="896590"/>
                  </a:moveTo>
                  <a:lnTo>
                    <a:pt x="723273" y="896590"/>
                  </a:lnTo>
                  <a:lnTo>
                    <a:pt x="723273" y="935890"/>
                  </a:lnTo>
                  <a:lnTo>
                    <a:pt x="723669" y="935767"/>
                  </a:lnTo>
                  <a:lnTo>
                    <a:pt x="723669" y="977978"/>
                  </a:lnTo>
                  <a:lnTo>
                    <a:pt x="723993" y="977978"/>
                  </a:lnTo>
                  <a:lnTo>
                    <a:pt x="724972" y="985894"/>
                  </a:lnTo>
                  <a:cubicBezTo>
                    <a:pt x="726442" y="991412"/>
                    <a:pt x="729555" y="994822"/>
                    <a:pt x="736125" y="994808"/>
                  </a:cubicBezTo>
                  <a:cubicBezTo>
                    <a:pt x="742696" y="994793"/>
                    <a:pt x="745808" y="991383"/>
                    <a:pt x="747278" y="985873"/>
                  </a:cubicBezTo>
                  <a:lnTo>
                    <a:pt x="748257" y="977978"/>
                  </a:lnTo>
                  <a:lnTo>
                    <a:pt x="748582" y="977978"/>
                  </a:lnTo>
                  <a:lnTo>
                    <a:pt x="748582" y="917038"/>
                  </a:lnTo>
                  <a:lnTo>
                    <a:pt x="748575" y="917038"/>
                  </a:lnTo>
                  <a:lnTo>
                    <a:pt x="748575" y="896590"/>
                  </a:lnTo>
                  <a:lnTo>
                    <a:pt x="768547" y="896590"/>
                  </a:lnTo>
                  <a:lnTo>
                    <a:pt x="768547" y="975013"/>
                  </a:lnTo>
                  <a:lnTo>
                    <a:pt x="768547" y="975015"/>
                  </a:lnTo>
                  <a:lnTo>
                    <a:pt x="768547" y="975018"/>
                  </a:lnTo>
                  <a:lnTo>
                    <a:pt x="768547" y="976933"/>
                  </a:lnTo>
                  <a:lnTo>
                    <a:pt x="768420" y="976933"/>
                  </a:lnTo>
                  <a:lnTo>
                    <a:pt x="767494" y="990893"/>
                  </a:lnTo>
                  <a:cubicBezTo>
                    <a:pt x="765060" y="1005529"/>
                    <a:pt x="757504" y="1015790"/>
                    <a:pt x="735985" y="1015821"/>
                  </a:cubicBezTo>
                  <a:cubicBezTo>
                    <a:pt x="714467" y="1015852"/>
                    <a:pt x="706910" y="1005560"/>
                    <a:pt x="704476" y="990904"/>
                  </a:cubicBezTo>
                  <a:lnTo>
                    <a:pt x="703550" y="976933"/>
                  </a:lnTo>
                  <a:lnTo>
                    <a:pt x="703301" y="976933"/>
                  </a:lnTo>
                  <a:close/>
                  <a:moveTo>
                    <a:pt x="326701" y="896590"/>
                  </a:moveTo>
                  <a:lnTo>
                    <a:pt x="346672" y="896590"/>
                  </a:lnTo>
                  <a:lnTo>
                    <a:pt x="346672" y="912636"/>
                  </a:lnTo>
                  <a:cubicBezTo>
                    <a:pt x="351478" y="905653"/>
                    <a:pt x="352284" y="897276"/>
                    <a:pt x="369017" y="896973"/>
                  </a:cubicBezTo>
                  <a:cubicBezTo>
                    <a:pt x="390316" y="896587"/>
                    <a:pt x="392934" y="911563"/>
                    <a:pt x="393311" y="931246"/>
                  </a:cubicBezTo>
                  <a:lnTo>
                    <a:pt x="393784" y="1009192"/>
                  </a:lnTo>
                  <a:lnTo>
                    <a:pt x="373812" y="1009192"/>
                  </a:lnTo>
                  <a:cubicBezTo>
                    <a:pt x="373906" y="984917"/>
                    <a:pt x="374000" y="960642"/>
                    <a:pt x="374095" y="936367"/>
                  </a:cubicBezTo>
                  <a:cubicBezTo>
                    <a:pt x="374032" y="923883"/>
                    <a:pt x="370471" y="913787"/>
                    <a:pt x="361743" y="914392"/>
                  </a:cubicBezTo>
                  <a:cubicBezTo>
                    <a:pt x="348869" y="915283"/>
                    <a:pt x="347617" y="924422"/>
                    <a:pt x="346705" y="934362"/>
                  </a:cubicBezTo>
                  <a:lnTo>
                    <a:pt x="346592" y="937613"/>
                  </a:lnTo>
                  <a:lnTo>
                    <a:pt x="346372" y="937613"/>
                  </a:lnTo>
                  <a:lnTo>
                    <a:pt x="346372" y="996661"/>
                  </a:lnTo>
                  <a:lnTo>
                    <a:pt x="346672" y="996661"/>
                  </a:lnTo>
                  <a:lnTo>
                    <a:pt x="346672" y="1009192"/>
                  </a:lnTo>
                  <a:lnTo>
                    <a:pt x="326701" y="1009192"/>
                  </a:lnTo>
                  <a:close/>
                  <a:moveTo>
                    <a:pt x="1645649" y="896386"/>
                  </a:moveTo>
                  <a:cubicBezTo>
                    <a:pt x="1655363" y="896407"/>
                    <a:pt x="1661755" y="900106"/>
                    <a:pt x="1665951" y="906430"/>
                  </a:cubicBezTo>
                  <a:lnTo>
                    <a:pt x="1667038" y="908651"/>
                  </a:lnTo>
                  <a:lnTo>
                    <a:pt x="1667038" y="896728"/>
                  </a:lnTo>
                  <a:lnTo>
                    <a:pt x="1687010" y="896728"/>
                  </a:lnTo>
                  <a:lnTo>
                    <a:pt x="1687010" y="1006787"/>
                  </a:lnTo>
                  <a:cubicBezTo>
                    <a:pt x="1687010" y="1006789"/>
                    <a:pt x="1687010" y="1006789"/>
                    <a:pt x="1687010" y="1006791"/>
                  </a:cubicBezTo>
                  <a:lnTo>
                    <a:pt x="1686300" y="1021179"/>
                  </a:lnTo>
                  <a:cubicBezTo>
                    <a:pt x="1685960" y="1043003"/>
                    <a:pt x="1675608" y="1057051"/>
                    <a:pt x="1652581" y="1057001"/>
                  </a:cubicBezTo>
                  <a:cubicBezTo>
                    <a:pt x="1632195" y="1056956"/>
                    <a:pt x="1621466" y="1042204"/>
                    <a:pt x="1618862" y="1021162"/>
                  </a:cubicBezTo>
                  <a:cubicBezTo>
                    <a:pt x="1618847" y="1020849"/>
                    <a:pt x="1618831" y="1020535"/>
                    <a:pt x="1618816" y="1020222"/>
                  </a:cubicBezTo>
                  <a:lnTo>
                    <a:pt x="1638139" y="1020222"/>
                  </a:lnTo>
                  <a:lnTo>
                    <a:pt x="1638891" y="1025506"/>
                  </a:lnTo>
                  <a:cubicBezTo>
                    <a:pt x="1640137" y="1035905"/>
                    <a:pt x="1644324" y="1039346"/>
                    <a:pt x="1651560" y="1039738"/>
                  </a:cubicBezTo>
                  <a:cubicBezTo>
                    <a:pt x="1665644" y="1040501"/>
                    <a:pt x="1666806" y="1030608"/>
                    <a:pt x="1666731" y="1012557"/>
                  </a:cubicBezTo>
                  <a:lnTo>
                    <a:pt x="1666892" y="1006787"/>
                  </a:lnTo>
                  <a:lnTo>
                    <a:pt x="1667038" y="1006787"/>
                  </a:lnTo>
                  <a:lnTo>
                    <a:pt x="1667038" y="1000603"/>
                  </a:lnTo>
                  <a:lnTo>
                    <a:pt x="1665481" y="1003725"/>
                  </a:lnTo>
                  <a:cubicBezTo>
                    <a:pt x="1661254" y="1010052"/>
                    <a:pt x="1654962" y="1013740"/>
                    <a:pt x="1645649" y="1013718"/>
                  </a:cubicBezTo>
                  <a:cubicBezTo>
                    <a:pt x="1620813" y="1013659"/>
                    <a:pt x="1617463" y="987452"/>
                    <a:pt x="1617463" y="955052"/>
                  </a:cubicBezTo>
                  <a:cubicBezTo>
                    <a:pt x="1617463" y="922652"/>
                    <a:pt x="1622033" y="896335"/>
                    <a:pt x="1645649" y="896386"/>
                  </a:cubicBezTo>
                  <a:close/>
                  <a:moveTo>
                    <a:pt x="1483922" y="896249"/>
                  </a:moveTo>
                  <a:cubicBezTo>
                    <a:pt x="1505820" y="896210"/>
                    <a:pt x="1514472" y="911004"/>
                    <a:pt x="1517429" y="932072"/>
                  </a:cubicBezTo>
                  <a:cubicBezTo>
                    <a:pt x="1518765" y="939997"/>
                    <a:pt x="1518214" y="949432"/>
                    <a:pt x="1518040" y="959244"/>
                  </a:cubicBezTo>
                  <a:lnTo>
                    <a:pt x="1469496" y="959244"/>
                  </a:lnTo>
                  <a:lnTo>
                    <a:pt x="1469772" y="969136"/>
                  </a:lnTo>
                  <a:cubicBezTo>
                    <a:pt x="1470830" y="983791"/>
                    <a:pt x="1474235" y="994082"/>
                    <a:pt x="1484566" y="994053"/>
                  </a:cubicBezTo>
                  <a:cubicBezTo>
                    <a:pt x="1491802" y="994033"/>
                    <a:pt x="1495611" y="989466"/>
                    <a:pt x="1497612" y="982086"/>
                  </a:cubicBezTo>
                  <a:lnTo>
                    <a:pt x="1498822" y="973587"/>
                  </a:lnTo>
                  <a:lnTo>
                    <a:pt x="1517846" y="973587"/>
                  </a:lnTo>
                  <a:cubicBezTo>
                    <a:pt x="1517778" y="974972"/>
                    <a:pt x="1517709" y="976357"/>
                    <a:pt x="1517641" y="977742"/>
                  </a:cubicBezTo>
                  <a:cubicBezTo>
                    <a:pt x="1515037" y="998784"/>
                    <a:pt x="1506950" y="1013536"/>
                    <a:pt x="1483922" y="1013580"/>
                  </a:cubicBezTo>
                  <a:cubicBezTo>
                    <a:pt x="1453219" y="1013640"/>
                    <a:pt x="1449076" y="987315"/>
                    <a:pt x="1449076" y="954914"/>
                  </a:cubicBezTo>
                  <a:cubicBezTo>
                    <a:pt x="1449076" y="922514"/>
                    <a:pt x="1451898" y="896304"/>
                    <a:pt x="1483922" y="896249"/>
                  </a:cubicBezTo>
                  <a:close/>
                  <a:moveTo>
                    <a:pt x="1070504" y="896249"/>
                  </a:moveTo>
                  <a:cubicBezTo>
                    <a:pt x="1099701" y="896198"/>
                    <a:pt x="1105350" y="922514"/>
                    <a:pt x="1105350" y="954914"/>
                  </a:cubicBezTo>
                  <a:cubicBezTo>
                    <a:pt x="1105350" y="987315"/>
                    <a:pt x="1101208" y="1013521"/>
                    <a:pt x="1070504" y="1013580"/>
                  </a:cubicBezTo>
                  <a:cubicBezTo>
                    <a:pt x="1039801" y="1013640"/>
                    <a:pt x="1035658" y="987315"/>
                    <a:pt x="1035658" y="954914"/>
                  </a:cubicBezTo>
                  <a:cubicBezTo>
                    <a:pt x="1035658" y="922514"/>
                    <a:pt x="1038480" y="896304"/>
                    <a:pt x="1070504" y="896249"/>
                  </a:cubicBezTo>
                  <a:close/>
                  <a:moveTo>
                    <a:pt x="914852" y="896249"/>
                  </a:moveTo>
                  <a:cubicBezTo>
                    <a:pt x="936750" y="896210"/>
                    <a:pt x="945402" y="911004"/>
                    <a:pt x="948359" y="932072"/>
                  </a:cubicBezTo>
                  <a:cubicBezTo>
                    <a:pt x="949695" y="939997"/>
                    <a:pt x="949144" y="949432"/>
                    <a:pt x="948970" y="959244"/>
                  </a:cubicBezTo>
                  <a:lnTo>
                    <a:pt x="900426" y="959244"/>
                  </a:lnTo>
                  <a:lnTo>
                    <a:pt x="900703" y="969136"/>
                  </a:lnTo>
                  <a:cubicBezTo>
                    <a:pt x="901760" y="983791"/>
                    <a:pt x="905166" y="994082"/>
                    <a:pt x="915496" y="994053"/>
                  </a:cubicBezTo>
                  <a:cubicBezTo>
                    <a:pt x="922732" y="994033"/>
                    <a:pt x="926541" y="989466"/>
                    <a:pt x="928542" y="982086"/>
                  </a:cubicBezTo>
                  <a:lnTo>
                    <a:pt x="929752" y="973587"/>
                  </a:lnTo>
                  <a:lnTo>
                    <a:pt x="948777" y="973587"/>
                  </a:lnTo>
                  <a:cubicBezTo>
                    <a:pt x="948708" y="974972"/>
                    <a:pt x="948640" y="976357"/>
                    <a:pt x="948571" y="977742"/>
                  </a:cubicBezTo>
                  <a:cubicBezTo>
                    <a:pt x="945967" y="998784"/>
                    <a:pt x="937881" y="1013536"/>
                    <a:pt x="914852" y="1013580"/>
                  </a:cubicBezTo>
                  <a:cubicBezTo>
                    <a:pt x="884149" y="1013640"/>
                    <a:pt x="880006" y="987315"/>
                    <a:pt x="880006" y="954914"/>
                  </a:cubicBezTo>
                  <a:cubicBezTo>
                    <a:pt x="880006" y="922514"/>
                    <a:pt x="882828" y="896304"/>
                    <a:pt x="914852" y="896249"/>
                  </a:cubicBezTo>
                  <a:close/>
                  <a:moveTo>
                    <a:pt x="637960" y="896249"/>
                  </a:moveTo>
                  <a:cubicBezTo>
                    <a:pt x="667156" y="896198"/>
                    <a:pt x="672806" y="922514"/>
                    <a:pt x="672806" y="954914"/>
                  </a:cubicBezTo>
                  <a:cubicBezTo>
                    <a:pt x="672806" y="987315"/>
                    <a:pt x="668664" y="1013521"/>
                    <a:pt x="637960" y="1013580"/>
                  </a:cubicBezTo>
                  <a:cubicBezTo>
                    <a:pt x="607257" y="1013640"/>
                    <a:pt x="603114" y="987315"/>
                    <a:pt x="603114" y="954914"/>
                  </a:cubicBezTo>
                  <a:cubicBezTo>
                    <a:pt x="603114" y="922514"/>
                    <a:pt x="605936" y="896304"/>
                    <a:pt x="637960" y="896249"/>
                  </a:cubicBezTo>
                  <a:close/>
                  <a:moveTo>
                    <a:pt x="262788" y="896249"/>
                  </a:moveTo>
                  <a:cubicBezTo>
                    <a:pt x="284685" y="896210"/>
                    <a:pt x="293337" y="911004"/>
                    <a:pt x="296295" y="932072"/>
                  </a:cubicBezTo>
                  <a:cubicBezTo>
                    <a:pt x="297631" y="939997"/>
                    <a:pt x="297080" y="949432"/>
                    <a:pt x="296906" y="959244"/>
                  </a:cubicBezTo>
                  <a:lnTo>
                    <a:pt x="248362" y="959244"/>
                  </a:lnTo>
                  <a:lnTo>
                    <a:pt x="248638" y="969136"/>
                  </a:lnTo>
                  <a:cubicBezTo>
                    <a:pt x="249695" y="983791"/>
                    <a:pt x="253101" y="994082"/>
                    <a:pt x="263432" y="994053"/>
                  </a:cubicBezTo>
                  <a:cubicBezTo>
                    <a:pt x="270668" y="994033"/>
                    <a:pt x="274477" y="989466"/>
                    <a:pt x="276478" y="982086"/>
                  </a:cubicBezTo>
                  <a:lnTo>
                    <a:pt x="277688" y="973587"/>
                  </a:lnTo>
                  <a:lnTo>
                    <a:pt x="296712" y="973587"/>
                  </a:lnTo>
                  <a:cubicBezTo>
                    <a:pt x="296644" y="974972"/>
                    <a:pt x="296575" y="976357"/>
                    <a:pt x="296507" y="977742"/>
                  </a:cubicBezTo>
                  <a:cubicBezTo>
                    <a:pt x="293903" y="998784"/>
                    <a:pt x="285816" y="1013536"/>
                    <a:pt x="262788" y="1013580"/>
                  </a:cubicBezTo>
                  <a:cubicBezTo>
                    <a:pt x="232085" y="1013640"/>
                    <a:pt x="227942" y="987315"/>
                    <a:pt x="227942" y="954914"/>
                  </a:cubicBezTo>
                  <a:cubicBezTo>
                    <a:pt x="227942" y="922514"/>
                    <a:pt x="230764" y="896304"/>
                    <a:pt x="262788" y="896249"/>
                  </a:cubicBezTo>
                  <a:close/>
                  <a:moveTo>
                    <a:pt x="174241" y="896248"/>
                  </a:moveTo>
                  <a:cubicBezTo>
                    <a:pt x="197857" y="896197"/>
                    <a:pt x="202427" y="922514"/>
                    <a:pt x="202427" y="954914"/>
                  </a:cubicBezTo>
                  <a:cubicBezTo>
                    <a:pt x="202427" y="987315"/>
                    <a:pt x="199077" y="1013521"/>
                    <a:pt x="174241" y="1013580"/>
                  </a:cubicBezTo>
                  <a:cubicBezTo>
                    <a:pt x="168032" y="1013595"/>
                    <a:pt x="163166" y="1011961"/>
                    <a:pt x="159360" y="1008995"/>
                  </a:cubicBezTo>
                  <a:lnTo>
                    <a:pt x="152852" y="999395"/>
                  </a:lnTo>
                  <a:lnTo>
                    <a:pt x="152852" y="1056246"/>
                  </a:lnTo>
                  <a:lnTo>
                    <a:pt x="132881" y="1056246"/>
                  </a:lnTo>
                  <a:lnTo>
                    <a:pt x="132881" y="896590"/>
                  </a:lnTo>
                  <a:lnTo>
                    <a:pt x="152852" y="896590"/>
                  </a:lnTo>
                  <a:lnTo>
                    <a:pt x="152852" y="909865"/>
                  </a:lnTo>
                  <a:lnTo>
                    <a:pt x="158909" y="900882"/>
                  </a:lnTo>
                  <a:cubicBezTo>
                    <a:pt x="162766" y="897911"/>
                    <a:pt x="167765" y="896262"/>
                    <a:pt x="174241" y="896248"/>
                  </a:cubicBezTo>
                  <a:close/>
                  <a:moveTo>
                    <a:pt x="1592774" y="892438"/>
                  </a:moveTo>
                  <a:lnTo>
                    <a:pt x="1592774" y="914707"/>
                  </a:lnTo>
                  <a:cubicBezTo>
                    <a:pt x="1583514" y="909612"/>
                    <a:pt x="1577013" y="914282"/>
                    <a:pt x="1572318" y="924898"/>
                  </a:cubicBezTo>
                  <a:lnTo>
                    <a:pt x="1570506" y="930363"/>
                  </a:lnTo>
                  <a:lnTo>
                    <a:pt x="1570506" y="1009192"/>
                  </a:lnTo>
                  <a:lnTo>
                    <a:pt x="1550534" y="1009192"/>
                  </a:lnTo>
                  <a:lnTo>
                    <a:pt x="1550534" y="896590"/>
                  </a:lnTo>
                  <a:lnTo>
                    <a:pt x="1570506" y="896590"/>
                  </a:lnTo>
                  <a:lnTo>
                    <a:pt x="1570506" y="906833"/>
                  </a:lnTo>
                  <a:lnTo>
                    <a:pt x="1571627" y="905336"/>
                  </a:lnTo>
                  <a:cubicBezTo>
                    <a:pt x="1576659" y="898171"/>
                    <a:pt x="1581532" y="891589"/>
                    <a:pt x="1592774" y="892438"/>
                  </a:cubicBezTo>
                  <a:close/>
                  <a:moveTo>
                    <a:pt x="824066" y="891683"/>
                  </a:moveTo>
                  <a:cubicBezTo>
                    <a:pt x="833896" y="891238"/>
                    <a:pt x="841608" y="894228"/>
                    <a:pt x="846335" y="897345"/>
                  </a:cubicBezTo>
                  <a:lnTo>
                    <a:pt x="846335" y="916217"/>
                  </a:lnTo>
                  <a:cubicBezTo>
                    <a:pt x="831615" y="909171"/>
                    <a:pt x="816237" y="908789"/>
                    <a:pt x="815762" y="924520"/>
                  </a:cubicBezTo>
                  <a:cubicBezTo>
                    <a:pt x="816014" y="936598"/>
                    <a:pt x="828690" y="944111"/>
                    <a:pt x="832661" y="947285"/>
                  </a:cubicBezTo>
                  <a:cubicBezTo>
                    <a:pt x="836633" y="950459"/>
                    <a:pt x="854413" y="963697"/>
                    <a:pt x="854638" y="979626"/>
                  </a:cubicBezTo>
                  <a:cubicBezTo>
                    <a:pt x="854854" y="994907"/>
                    <a:pt x="843083" y="1013464"/>
                    <a:pt x="824444" y="1013595"/>
                  </a:cubicBezTo>
                  <a:cubicBezTo>
                    <a:pt x="818138" y="1013640"/>
                    <a:pt x="808465" y="1010953"/>
                    <a:pt x="802175" y="1007934"/>
                  </a:cubicBezTo>
                  <a:lnTo>
                    <a:pt x="802175" y="987929"/>
                  </a:lnTo>
                  <a:cubicBezTo>
                    <a:pt x="808151" y="992144"/>
                    <a:pt x="816277" y="994890"/>
                    <a:pt x="822179" y="994723"/>
                  </a:cubicBezTo>
                  <a:cubicBezTo>
                    <a:pt x="831112" y="994472"/>
                    <a:pt x="837501" y="985881"/>
                    <a:pt x="836521" y="979248"/>
                  </a:cubicBezTo>
                  <a:cubicBezTo>
                    <a:pt x="835542" y="972616"/>
                    <a:pt x="823602" y="961846"/>
                    <a:pt x="816301" y="954931"/>
                  </a:cubicBezTo>
                  <a:cubicBezTo>
                    <a:pt x="809000" y="948016"/>
                    <a:pt x="797597" y="936255"/>
                    <a:pt x="796988" y="925652"/>
                  </a:cubicBezTo>
                  <a:cubicBezTo>
                    <a:pt x="795789" y="904786"/>
                    <a:pt x="811690" y="892244"/>
                    <a:pt x="824066" y="891683"/>
                  </a:cubicBezTo>
                  <a:close/>
                  <a:moveTo>
                    <a:pt x="56436" y="860524"/>
                  </a:moveTo>
                  <a:cubicBezTo>
                    <a:pt x="36465" y="860661"/>
                    <a:pt x="35735" y="890126"/>
                    <a:pt x="35735" y="926643"/>
                  </a:cubicBezTo>
                  <a:cubicBezTo>
                    <a:pt x="35735" y="963159"/>
                    <a:pt x="37723" y="992824"/>
                    <a:pt x="56436" y="992761"/>
                  </a:cubicBezTo>
                  <a:cubicBezTo>
                    <a:pt x="76095" y="992696"/>
                    <a:pt x="77136" y="963159"/>
                    <a:pt x="77136" y="926643"/>
                  </a:cubicBezTo>
                  <a:cubicBezTo>
                    <a:pt x="77136" y="890126"/>
                    <a:pt x="73668" y="860406"/>
                    <a:pt x="56436" y="860524"/>
                  </a:cubicBezTo>
                  <a:close/>
                  <a:moveTo>
                    <a:pt x="56672" y="839708"/>
                  </a:moveTo>
                  <a:cubicBezTo>
                    <a:pt x="93442" y="839632"/>
                    <a:pt x="100557" y="878630"/>
                    <a:pt x="100557" y="926644"/>
                  </a:cubicBezTo>
                  <a:cubicBezTo>
                    <a:pt x="100557" y="974658"/>
                    <a:pt x="95341" y="1013492"/>
                    <a:pt x="56672" y="1013580"/>
                  </a:cubicBezTo>
                  <a:cubicBezTo>
                    <a:pt x="18004" y="1013668"/>
                    <a:pt x="12787" y="974658"/>
                    <a:pt x="12787" y="926644"/>
                  </a:cubicBezTo>
                  <a:cubicBezTo>
                    <a:pt x="12787" y="878630"/>
                    <a:pt x="16341" y="839790"/>
                    <a:pt x="56672" y="839708"/>
                  </a:cubicBezTo>
                  <a:close/>
                  <a:moveTo>
                    <a:pt x="1261002" y="839707"/>
                  </a:moveTo>
                  <a:lnTo>
                    <a:pt x="1267808" y="839707"/>
                  </a:lnTo>
                  <a:lnTo>
                    <a:pt x="1282685" y="839707"/>
                  </a:lnTo>
                  <a:lnTo>
                    <a:pt x="1322930" y="839707"/>
                  </a:lnTo>
                  <a:lnTo>
                    <a:pt x="1322930" y="858017"/>
                  </a:lnTo>
                  <a:lnTo>
                    <a:pt x="1282685" y="858017"/>
                  </a:lnTo>
                  <a:lnTo>
                    <a:pt x="1282685" y="914391"/>
                  </a:lnTo>
                  <a:lnTo>
                    <a:pt x="1318112" y="914391"/>
                  </a:lnTo>
                  <a:lnTo>
                    <a:pt x="1318112" y="932701"/>
                  </a:lnTo>
                  <a:lnTo>
                    <a:pt x="1282685" y="932701"/>
                  </a:lnTo>
                  <a:lnTo>
                    <a:pt x="1282685" y="992581"/>
                  </a:lnTo>
                  <a:lnTo>
                    <a:pt x="1322930" y="992581"/>
                  </a:lnTo>
                  <a:lnTo>
                    <a:pt x="1322930" y="1010891"/>
                  </a:lnTo>
                  <a:lnTo>
                    <a:pt x="1282685" y="1010891"/>
                  </a:lnTo>
                  <a:lnTo>
                    <a:pt x="1267808" y="1010891"/>
                  </a:lnTo>
                  <a:lnTo>
                    <a:pt x="1261002" y="1010891"/>
                  </a:lnTo>
                  <a:close/>
                  <a:moveTo>
                    <a:pt x="489126" y="838658"/>
                  </a:moveTo>
                  <a:lnTo>
                    <a:pt x="510809" y="838658"/>
                  </a:lnTo>
                  <a:lnTo>
                    <a:pt x="510809" y="905619"/>
                  </a:lnTo>
                  <a:lnTo>
                    <a:pt x="546246" y="905619"/>
                  </a:lnTo>
                  <a:lnTo>
                    <a:pt x="546246" y="838658"/>
                  </a:lnTo>
                  <a:lnTo>
                    <a:pt x="567930" y="838658"/>
                  </a:lnTo>
                  <a:lnTo>
                    <a:pt x="567930" y="1009192"/>
                  </a:lnTo>
                  <a:lnTo>
                    <a:pt x="546246" y="1009192"/>
                  </a:lnTo>
                  <a:lnTo>
                    <a:pt x="546246" y="923859"/>
                  </a:lnTo>
                  <a:lnTo>
                    <a:pt x="510809" y="923859"/>
                  </a:lnTo>
                  <a:lnTo>
                    <a:pt x="510809" y="1009192"/>
                  </a:lnTo>
                  <a:lnTo>
                    <a:pt x="489126" y="1009192"/>
                  </a:lnTo>
                  <a:close/>
                  <a:moveTo>
                    <a:pt x="1162901" y="821998"/>
                  </a:moveTo>
                  <a:cubicBezTo>
                    <a:pt x="1167454" y="821842"/>
                    <a:pt x="1172459" y="822375"/>
                    <a:pt x="1177725" y="823498"/>
                  </a:cubicBezTo>
                  <a:lnTo>
                    <a:pt x="1177725" y="843469"/>
                  </a:lnTo>
                  <a:cubicBezTo>
                    <a:pt x="1162565" y="837968"/>
                    <a:pt x="1159105" y="844922"/>
                    <a:pt x="1159420" y="854141"/>
                  </a:cubicBezTo>
                  <a:lnTo>
                    <a:pt x="1159420" y="895458"/>
                  </a:lnTo>
                  <a:lnTo>
                    <a:pt x="1177725" y="895458"/>
                  </a:lnTo>
                  <a:lnTo>
                    <a:pt x="1177725" y="912236"/>
                  </a:lnTo>
                  <a:lnTo>
                    <a:pt x="1159420" y="912236"/>
                  </a:lnTo>
                  <a:lnTo>
                    <a:pt x="1159420" y="1009192"/>
                  </a:lnTo>
                  <a:lnTo>
                    <a:pt x="1139449" y="1009192"/>
                  </a:lnTo>
                  <a:lnTo>
                    <a:pt x="1139449" y="912236"/>
                  </a:lnTo>
                  <a:lnTo>
                    <a:pt x="1127527" y="912236"/>
                  </a:lnTo>
                  <a:lnTo>
                    <a:pt x="1127527" y="895458"/>
                  </a:lnTo>
                  <a:lnTo>
                    <a:pt x="1139449" y="895458"/>
                  </a:lnTo>
                  <a:lnTo>
                    <a:pt x="1139449" y="844747"/>
                  </a:lnTo>
                  <a:cubicBezTo>
                    <a:pt x="1139676" y="829150"/>
                    <a:pt x="1149246" y="822469"/>
                    <a:pt x="1162901" y="821998"/>
                  </a:cubicBezTo>
                  <a:close/>
                  <a:moveTo>
                    <a:pt x="0" y="698203"/>
                  </a:moveTo>
                  <a:lnTo>
                    <a:pt x="1792582" y="698203"/>
                  </a:lnTo>
                  <a:lnTo>
                    <a:pt x="1792582" y="703247"/>
                  </a:lnTo>
                  <a:lnTo>
                    <a:pt x="1792582" y="757745"/>
                  </a:lnTo>
                  <a:lnTo>
                    <a:pt x="1792582" y="777019"/>
                  </a:lnTo>
                  <a:lnTo>
                    <a:pt x="0" y="777019"/>
                  </a:lnTo>
                  <a:close/>
                  <a:moveTo>
                    <a:pt x="827858" y="57086"/>
                  </a:moveTo>
                  <a:cubicBezTo>
                    <a:pt x="773091" y="57462"/>
                    <a:pt x="771089" y="138267"/>
                    <a:pt x="771089" y="238408"/>
                  </a:cubicBezTo>
                  <a:cubicBezTo>
                    <a:pt x="771089" y="338549"/>
                    <a:pt x="776541" y="419900"/>
                    <a:pt x="827858" y="419730"/>
                  </a:cubicBezTo>
                  <a:cubicBezTo>
                    <a:pt x="881771" y="419551"/>
                    <a:pt x="884626" y="338549"/>
                    <a:pt x="884626" y="238408"/>
                  </a:cubicBezTo>
                  <a:cubicBezTo>
                    <a:pt x="884626" y="138267"/>
                    <a:pt x="875116" y="56762"/>
                    <a:pt x="827858" y="57086"/>
                  </a:cubicBezTo>
                  <a:close/>
                  <a:moveTo>
                    <a:pt x="119700" y="57086"/>
                  </a:moveTo>
                  <a:cubicBezTo>
                    <a:pt x="64933" y="57462"/>
                    <a:pt x="62931" y="138267"/>
                    <a:pt x="62931" y="238408"/>
                  </a:cubicBezTo>
                  <a:cubicBezTo>
                    <a:pt x="62931" y="338549"/>
                    <a:pt x="68383" y="419900"/>
                    <a:pt x="119700" y="419730"/>
                  </a:cubicBezTo>
                  <a:cubicBezTo>
                    <a:pt x="173614" y="419551"/>
                    <a:pt x="176468" y="338549"/>
                    <a:pt x="176468" y="238408"/>
                  </a:cubicBezTo>
                  <a:cubicBezTo>
                    <a:pt x="176468" y="138267"/>
                    <a:pt x="166959" y="56762"/>
                    <a:pt x="119700" y="57086"/>
                  </a:cubicBezTo>
                  <a:close/>
                  <a:moveTo>
                    <a:pt x="364615" y="7754"/>
                  </a:moveTo>
                  <a:lnTo>
                    <a:pt x="425426" y="7754"/>
                  </a:lnTo>
                  <a:lnTo>
                    <a:pt x="425426" y="188764"/>
                  </a:lnTo>
                  <a:lnTo>
                    <a:pt x="519025" y="188764"/>
                  </a:lnTo>
                  <a:lnTo>
                    <a:pt x="519025" y="7754"/>
                  </a:lnTo>
                  <a:lnTo>
                    <a:pt x="579836" y="7754"/>
                  </a:lnTo>
                  <a:lnTo>
                    <a:pt x="579836" y="468746"/>
                  </a:lnTo>
                  <a:lnTo>
                    <a:pt x="519025" y="468746"/>
                  </a:lnTo>
                  <a:lnTo>
                    <a:pt x="519025" y="238072"/>
                  </a:lnTo>
                  <a:lnTo>
                    <a:pt x="425426" y="238072"/>
                  </a:lnTo>
                  <a:lnTo>
                    <a:pt x="425426" y="468746"/>
                  </a:lnTo>
                  <a:lnTo>
                    <a:pt x="364615" y="468746"/>
                  </a:lnTo>
                  <a:close/>
                  <a:moveTo>
                    <a:pt x="828506" y="0"/>
                  </a:moveTo>
                  <a:cubicBezTo>
                    <a:pt x="929343" y="-206"/>
                    <a:pt x="948855" y="106741"/>
                    <a:pt x="948855" y="238412"/>
                  </a:cubicBezTo>
                  <a:cubicBezTo>
                    <a:pt x="948855" y="370082"/>
                    <a:pt x="934550" y="476581"/>
                    <a:pt x="828506" y="476823"/>
                  </a:cubicBezTo>
                  <a:cubicBezTo>
                    <a:pt x="722465" y="477064"/>
                    <a:pt x="708157" y="370082"/>
                    <a:pt x="708157" y="238412"/>
                  </a:cubicBezTo>
                  <a:cubicBezTo>
                    <a:pt x="708157" y="106741"/>
                    <a:pt x="717903" y="227"/>
                    <a:pt x="828506" y="0"/>
                  </a:cubicBezTo>
                  <a:close/>
                  <a:moveTo>
                    <a:pt x="120349" y="0"/>
                  </a:moveTo>
                  <a:cubicBezTo>
                    <a:pt x="221186" y="-206"/>
                    <a:pt x="240698" y="106741"/>
                    <a:pt x="240698" y="238412"/>
                  </a:cubicBezTo>
                  <a:cubicBezTo>
                    <a:pt x="240698" y="370082"/>
                    <a:pt x="226393" y="476581"/>
                    <a:pt x="120349" y="476823"/>
                  </a:cubicBezTo>
                  <a:cubicBezTo>
                    <a:pt x="14308" y="477064"/>
                    <a:pt x="0" y="370082"/>
                    <a:pt x="0" y="238412"/>
                  </a:cubicBezTo>
                  <a:cubicBezTo>
                    <a:pt x="0" y="106741"/>
                    <a:pt x="9745" y="227"/>
                    <a:pt x="120349" y="0"/>
                  </a:cubicBezTo>
                  <a:close/>
                </a:path>
              </a:pathLst>
            </a:custGeom>
            <a:solidFill>
              <a:schemeClr val="bg2"/>
            </a:solidFill>
          </p:spPr>
          <p:txBody>
            <a:bodyPr wrap="square" lIns="72000" tIns="36000" rIns="72000" bIns="36000" rtlCol="0" anchor="ctr">
              <a:noAutofit/>
            </a:bodyPr>
            <a:lstStyle/>
            <a:p>
              <a:pPr defTabSz="230733" hangingPunct="0">
                <a:lnSpc>
                  <a:spcPct val="90000"/>
                </a:lnSpc>
                <a:spcAft>
                  <a:spcPts val="447"/>
                </a:spcAft>
                <a:buClr>
                  <a:srgbClr val="E6513E"/>
                </a:buClr>
              </a:pPr>
              <a:endParaRPr lang="en-GB" sz="750">
                <a:solidFill>
                  <a:schemeClr val="tx2"/>
                </a:solidFill>
                <a:latin typeface="+mj-lt"/>
                <a:ea typeface="Nokia Pure Text" panose="020B0504040602060303" pitchFamily="34" charset="0"/>
                <a:cs typeface="Nokia Pure Text" panose="020B0504040602060303" pitchFamily="34" charset="0"/>
              </a:endParaRPr>
            </a:p>
          </p:txBody>
        </p:sp>
      </p:grpSp>
      <p:sp>
        <p:nvSpPr>
          <p:cNvPr id="9" name="FRQ_Pagenumber">
            <a:extLst>
              <a:ext uri="{FF2B5EF4-FFF2-40B4-BE49-F238E27FC236}">
                <a16:creationId xmlns:a16="http://schemas.microsoft.com/office/drawing/2014/main" id="{A34389ED-FDE4-4259-9C53-0EED6F81F7AC}"/>
              </a:ext>
            </a:extLst>
          </p:cNvPr>
          <p:cNvSpPr txBox="1">
            <a:spLocks/>
          </p:cNvSpPr>
          <p:nvPr userDrawn="1"/>
        </p:nvSpPr>
        <p:spPr>
          <a:xfrm>
            <a:off x="8496259" y="4897432"/>
            <a:ext cx="215742" cy="108671"/>
          </a:xfrm>
          <a:prstGeom prst="rect">
            <a:avLst/>
          </a:prstGeom>
        </p:spPr>
        <p:txBody>
          <a:bodyPr lIns="0" tIns="0" rIns="0" bIns="0"/>
          <a:lstStyle>
            <a:defPPr>
              <a:defRPr lang="en-US"/>
            </a:defPPr>
            <a:lvl1pPr algn="r" defTabSz="457200" fontAlgn="base">
              <a:spcBef>
                <a:spcPct val="0"/>
              </a:spcBef>
              <a:spcAft>
                <a:spcPct val="0"/>
              </a:spcAft>
              <a:defRPr sz="800">
                <a:solidFill>
                  <a:srgbClr val="9FA0A3"/>
                </a:solidFill>
              </a:defRPr>
            </a:lvl1pPr>
          </a:lstStyle>
          <a:p>
            <a:pPr lvl="0" algn="r"/>
            <a:fld id="{71245D3D-131A-47D1-B100-B33219007AD2}" type="slidenum">
              <a:rPr lang="en-GB" sz="800" smtClean="0">
                <a:solidFill>
                  <a:schemeClr val="bg1"/>
                </a:solidFill>
              </a:rPr>
              <a:pPr lvl="0" algn="r"/>
              <a:t>‹Nr.›</a:t>
            </a:fld>
            <a:endParaRPr lang="en-GB" sz="800">
              <a:solidFill>
                <a:schemeClr val="bg1"/>
              </a:solidFill>
            </a:endParaRPr>
          </a:p>
        </p:txBody>
      </p:sp>
    </p:spTree>
    <p:extLst>
      <p:ext uri="{BB962C8B-B14F-4D97-AF65-F5344CB8AC3E}">
        <p14:creationId xmlns:p14="http://schemas.microsoft.com/office/powerpoint/2010/main" val="1884076575"/>
      </p:ext>
    </p:extLst>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line + field">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32001" y="271679"/>
            <a:ext cx="6993000" cy="289789"/>
          </a:xfrm>
          <a:noFill/>
        </p:spPr>
        <p:txBody>
          <a:bodyPr/>
          <a:lstStyle/>
          <a:p>
            <a:r>
              <a:rPr lang="de-DE" noProof="0"/>
              <a:t>Titel = Kern-Botschaft</a:t>
            </a:r>
            <a:endParaRPr lang="en-GB" noProof="0"/>
          </a:p>
        </p:txBody>
      </p:sp>
      <p:sp>
        <p:nvSpPr>
          <p:cNvPr id="5" name="Inhaltsplatzhalter 3">
            <a:extLst>
              <a:ext uri="{FF2B5EF4-FFF2-40B4-BE49-F238E27FC236}">
                <a16:creationId xmlns:a16="http://schemas.microsoft.com/office/drawing/2014/main" id="{24F0F4EE-9711-4324-80F5-7E2F8F77E29B}"/>
              </a:ext>
            </a:extLst>
          </p:cNvPr>
          <p:cNvSpPr>
            <a:spLocks noGrp="1"/>
          </p:cNvSpPr>
          <p:nvPr>
            <p:ph sz="quarter" idx="16" hasCustomPrompt="1"/>
          </p:nvPr>
        </p:nvSpPr>
        <p:spPr>
          <a:xfrm>
            <a:off x="431803" y="950912"/>
            <a:ext cx="8280400" cy="3716338"/>
          </a:xfrm>
          <a:noFill/>
          <a:ln w="9525">
            <a:noFill/>
            <a:miter lim="800000"/>
            <a:headEnd/>
            <a:tailEnd/>
          </a:ln>
        </p:spPr>
        <p:txBody>
          <a:bodyPr vert="horz" wrap="square" lIns="0" tIns="0" rIns="0" bIns="0" numCol="1" anchor="t" anchorCtr="0" compatLnSpc="1">
            <a:prstTxWarp prst="textNoShape">
              <a:avLst/>
            </a:prstTxWarp>
          </a:bodyPr>
          <a:lstStyle>
            <a:lvl1pPr>
              <a:defRPr lang="en-GB" sz="1800" kern="1200" noProof="0" dirty="0">
                <a:solidFill>
                  <a:schemeClr val="tx1"/>
                </a:solidFill>
                <a:latin typeface="+mn-lt"/>
                <a:ea typeface="ヒラギノ角ゴ Pro W3" charset="0"/>
                <a:cs typeface="ヒラギノ角ゴ Pro W3" charset="0"/>
              </a:defRPr>
            </a:lvl1pPr>
            <a:lvl2pPr marL="458777" indent="-228594">
              <a:defRPr lang="en-GB" sz="1400" kern="1200" noProof="0" dirty="0" smtClean="0">
                <a:solidFill>
                  <a:schemeClr val="tx1"/>
                </a:solidFill>
                <a:latin typeface="+mn-lt"/>
                <a:ea typeface="ヒラギノ角ゴ Pro W3" charset="0"/>
                <a:cs typeface="ヒラギノ角ゴ Pro W3"/>
              </a:defRPr>
            </a:lvl2pPr>
            <a:lvl3pPr>
              <a:defRPr lang="de-DE" sz="1400" smtClean="0">
                <a:solidFill>
                  <a:schemeClr val="tx1"/>
                </a:solidFill>
              </a:defRPr>
            </a:lvl3pPr>
            <a:lvl4pPr marL="893741" indent="-209545">
              <a:defRPr lang="en-GB" sz="1200" kern="1200" noProof="0" dirty="0" smtClean="0">
                <a:solidFill>
                  <a:schemeClr val="tx1"/>
                </a:solidFill>
                <a:latin typeface="+mn-lt"/>
                <a:ea typeface="ヒラギノ角ゴ Pro W3" charset="0"/>
                <a:cs typeface="ヒラギノ角ゴ Pro W3"/>
              </a:defRPr>
            </a:lvl4pPr>
            <a:lvl5pPr>
              <a:defRPr lang="en-GB" sz="1200">
                <a:solidFill>
                  <a:schemeClr val="tx1"/>
                </a:solidFill>
              </a:defRPr>
            </a:lvl5pPr>
          </a:lstStyle>
          <a:p>
            <a:pPr lvl="0"/>
            <a:r>
              <a:rPr lang="en-GB" noProof="0"/>
              <a:t>Text</a:t>
            </a:r>
          </a:p>
          <a:p>
            <a:pPr marL="458777" lvl="1" indent="-228594" algn="l" defTabSz="457189" rtl="0" eaLnBrk="1" fontAlgn="base" hangingPunct="1">
              <a:lnSpc>
                <a:spcPct val="90000"/>
              </a:lnSpc>
              <a:spcBef>
                <a:spcPct val="0"/>
              </a:spcBef>
              <a:spcAft>
                <a:spcPts val="600"/>
              </a:spcAft>
              <a:buClr>
                <a:schemeClr val="tx1"/>
              </a:buClr>
              <a:buSzPct val="80000"/>
              <a:buFont typeface="Courier New" panose="02070309020205020404" pitchFamily="49" charset="0"/>
              <a:buChar char="o"/>
            </a:pPr>
            <a:r>
              <a:rPr lang="en-GB" noProof="0"/>
              <a:t>Text</a:t>
            </a:r>
          </a:p>
          <a:p>
            <a:pPr lvl="2"/>
            <a:r>
              <a:rPr lang="en-GB" noProof="0"/>
              <a:t>Text</a:t>
            </a:r>
          </a:p>
          <a:p>
            <a:pPr marL="893741" lvl="3" indent="-209545" algn="l" defTabSz="457189" rtl="0" eaLnBrk="1" fontAlgn="base" hangingPunct="1">
              <a:lnSpc>
                <a:spcPct val="90000"/>
              </a:lnSpc>
              <a:spcBef>
                <a:spcPct val="0"/>
              </a:spcBef>
              <a:spcAft>
                <a:spcPts val="600"/>
              </a:spcAft>
              <a:buClr>
                <a:schemeClr val="tx1"/>
              </a:buClr>
              <a:buFont typeface="Wingdings" panose="05000000000000000000" pitchFamily="2" charset="2"/>
              <a:buChar char="§"/>
            </a:pPr>
            <a:r>
              <a:rPr lang="en-GB" noProof="0"/>
              <a:t>Text</a:t>
            </a:r>
          </a:p>
          <a:p>
            <a:pPr lvl="4"/>
            <a:r>
              <a:rPr lang="en-GB" noProof="0"/>
              <a:t>Text</a:t>
            </a:r>
          </a:p>
        </p:txBody>
      </p:sp>
    </p:spTree>
    <p:extLst>
      <p:ext uri="{BB962C8B-B14F-4D97-AF65-F5344CB8AC3E}">
        <p14:creationId xmlns:p14="http://schemas.microsoft.com/office/powerpoint/2010/main" val="1728341434"/>
      </p:ext>
    </p:extLst>
  </p:cSld>
  <p:clrMapOvr>
    <a:masterClrMapping/>
  </p:clrMapOvr>
  <p:transition spd="slow">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ub-headline + field">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32001" y="271679"/>
            <a:ext cx="6993000" cy="289789"/>
          </a:xfrm>
          <a:noFill/>
        </p:spPr>
        <p:txBody>
          <a:bodyPr/>
          <a:lstStyle>
            <a:lvl1pPr>
              <a:defRPr>
                <a:solidFill>
                  <a:schemeClr val="tx1"/>
                </a:solidFill>
              </a:defRPr>
            </a:lvl1pPr>
          </a:lstStyle>
          <a:p>
            <a:r>
              <a:rPr lang="de-DE" noProof="0"/>
              <a:t>Titel = Kern-Botschaft</a:t>
            </a:r>
            <a:endParaRPr lang="en-GB" noProof="0"/>
          </a:p>
        </p:txBody>
      </p:sp>
      <p:sp>
        <p:nvSpPr>
          <p:cNvPr id="5" name="Textplatzhalter 5">
            <a:extLst>
              <a:ext uri="{FF2B5EF4-FFF2-40B4-BE49-F238E27FC236}">
                <a16:creationId xmlns:a16="http://schemas.microsoft.com/office/drawing/2014/main" id="{C63E8C5E-B183-4540-B9DA-09B0E1102B21}"/>
              </a:ext>
            </a:extLst>
          </p:cNvPr>
          <p:cNvSpPr>
            <a:spLocks noGrp="1"/>
          </p:cNvSpPr>
          <p:nvPr>
            <p:ph type="body" sz="quarter" idx="14" hasCustomPrompt="1"/>
          </p:nvPr>
        </p:nvSpPr>
        <p:spPr>
          <a:xfrm>
            <a:off x="431801" y="579842"/>
            <a:ext cx="6993000" cy="216000"/>
          </a:xfrm>
          <a:noFill/>
          <a:ln w="9525">
            <a:noFill/>
            <a:miter lim="800000"/>
            <a:headEnd/>
            <a:tailEnd/>
          </a:ln>
        </p:spPr>
        <p:txBody>
          <a:bodyPr vert="horz" wrap="square" lIns="0" tIns="0" rIns="0" bIns="0" numCol="1" anchor="t" anchorCtr="0" compatLnSpc="1">
            <a:prstTxWarp prst="textNoShape">
              <a:avLst/>
            </a:prstTxWarp>
          </a:bodyPr>
          <a:lstStyle>
            <a:lvl1pPr marL="285743" indent="-285743">
              <a:buFont typeface="Arial" panose="020B0604020202020204" pitchFamily="34" charset="0"/>
              <a:buNone/>
              <a:defRPr lang="en-GB" sz="1400" dirty="0">
                <a:solidFill>
                  <a:schemeClr val="bg2">
                    <a:lumMod val="75000"/>
                  </a:schemeClr>
                </a:solidFill>
                <a:latin typeface="+mj-lt"/>
              </a:defRPr>
            </a:lvl1pPr>
          </a:lstStyle>
          <a:p>
            <a:pPr marL="0" lvl="0" indent="0"/>
            <a:r>
              <a:rPr lang="en-GB"/>
              <a:t>Sub-title</a:t>
            </a:r>
          </a:p>
        </p:txBody>
      </p:sp>
      <p:sp>
        <p:nvSpPr>
          <p:cNvPr id="7" name="Inhaltsplatzhalter 3">
            <a:extLst>
              <a:ext uri="{FF2B5EF4-FFF2-40B4-BE49-F238E27FC236}">
                <a16:creationId xmlns:a16="http://schemas.microsoft.com/office/drawing/2014/main" id="{B3FA675D-5167-48C2-80DB-D60C333A2DD6}"/>
              </a:ext>
            </a:extLst>
          </p:cNvPr>
          <p:cNvSpPr>
            <a:spLocks noGrp="1"/>
          </p:cNvSpPr>
          <p:nvPr>
            <p:ph sz="quarter" idx="16" hasCustomPrompt="1"/>
          </p:nvPr>
        </p:nvSpPr>
        <p:spPr>
          <a:xfrm>
            <a:off x="431803" y="950912"/>
            <a:ext cx="8280400" cy="3716338"/>
          </a:xfrm>
          <a:noFill/>
          <a:ln w="9525">
            <a:noFill/>
            <a:miter lim="800000"/>
            <a:headEnd/>
            <a:tailEnd/>
          </a:ln>
        </p:spPr>
        <p:txBody>
          <a:bodyPr vert="horz" wrap="square" lIns="0" tIns="0" rIns="0" bIns="0" numCol="1" anchor="t" anchorCtr="0" compatLnSpc="1">
            <a:prstTxWarp prst="textNoShape">
              <a:avLst/>
            </a:prstTxWarp>
          </a:bodyPr>
          <a:lstStyle>
            <a:lvl1pPr>
              <a:defRPr lang="en-GB" sz="1800" kern="1200" noProof="0" dirty="0">
                <a:solidFill>
                  <a:schemeClr val="tx1"/>
                </a:solidFill>
                <a:latin typeface="+mn-lt"/>
                <a:ea typeface="ヒラギノ角ゴ Pro W3" charset="0"/>
                <a:cs typeface="ヒラギノ角ゴ Pro W3" charset="0"/>
              </a:defRPr>
            </a:lvl1pPr>
            <a:lvl2pPr marL="458777" indent="-228594">
              <a:defRPr lang="en-GB" sz="1400" kern="1200" noProof="0" dirty="0" smtClean="0">
                <a:solidFill>
                  <a:schemeClr val="tx1"/>
                </a:solidFill>
                <a:latin typeface="+mn-lt"/>
                <a:ea typeface="ヒラギノ角ゴ Pro W3" charset="0"/>
                <a:cs typeface="ヒラギノ角ゴ Pro W3"/>
              </a:defRPr>
            </a:lvl2pPr>
            <a:lvl3pPr>
              <a:defRPr lang="de-DE" sz="1400" smtClean="0">
                <a:solidFill>
                  <a:schemeClr val="tx1"/>
                </a:solidFill>
              </a:defRPr>
            </a:lvl3pPr>
            <a:lvl4pPr marL="893741" indent="-209545">
              <a:defRPr lang="en-GB" sz="1200" kern="1200" noProof="0" dirty="0" smtClean="0">
                <a:solidFill>
                  <a:schemeClr val="tx1"/>
                </a:solidFill>
                <a:latin typeface="+mn-lt"/>
                <a:ea typeface="ヒラギノ角ゴ Pro W3" charset="0"/>
                <a:cs typeface="ヒラギノ角ゴ Pro W3"/>
              </a:defRPr>
            </a:lvl4pPr>
            <a:lvl5pPr>
              <a:defRPr lang="en-GB" sz="1200">
                <a:solidFill>
                  <a:schemeClr val="tx1"/>
                </a:solidFill>
              </a:defRPr>
            </a:lvl5pPr>
          </a:lstStyle>
          <a:p>
            <a:pPr lvl="0"/>
            <a:r>
              <a:rPr lang="en-GB" noProof="0"/>
              <a:t>Text</a:t>
            </a:r>
          </a:p>
          <a:p>
            <a:pPr marL="458777" lvl="1" indent="-228594" algn="l" defTabSz="457189" rtl="0" eaLnBrk="1" fontAlgn="base" hangingPunct="1">
              <a:lnSpc>
                <a:spcPct val="90000"/>
              </a:lnSpc>
              <a:spcBef>
                <a:spcPct val="0"/>
              </a:spcBef>
              <a:spcAft>
                <a:spcPts val="600"/>
              </a:spcAft>
              <a:buClr>
                <a:schemeClr val="tx1"/>
              </a:buClr>
              <a:buSzPct val="80000"/>
              <a:buFont typeface="Courier New" panose="02070309020205020404" pitchFamily="49" charset="0"/>
              <a:buChar char="o"/>
            </a:pPr>
            <a:r>
              <a:rPr lang="en-GB" noProof="0"/>
              <a:t>Text</a:t>
            </a:r>
          </a:p>
          <a:p>
            <a:pPr lvl="2"/>
            <a:r>
              <a:rPr lang="en-GB" noProof="0"/>
              <a:t>Text</a:t>
            </a:r>
          </a:p>
          <a:p>
            <a:pPr marL="893741" lvl="3" indent="-209545" algn="l" defTabSz="457189" rtl="0" eaLnBrk="1" fontAlgn="base" hangingPunct="1">
              <a:lnSpc>
                <a:spcPct val="90000"/>
              </a:lnSpc>
              <a:spcBef>
                <a:spcPct val="0"/>
              </a:spcBef>
              <a:spcAft>
                <a:spcPts val="600"/>
              </a:spcAft>
              <a:buClr>
                <a:schemeClr val="tx1"/>
              </a:buClr>
              <a:buFont typeface="Wingdings" panose="05000000000000000000" pitchFamily="2" charset="2"/>
              <a:buChar char="§"/>
            </a:pPr>
            <a:r>
              <a:rPr lang="en-GB" noProof="0"/>
              <a:t>Text</a:t>
            </a:r>
          </a:p>
          <a:p>
            <a:pPr lvl="4"/>
            <a:r>
              <a:rPr lang="en-GB" noProof="0"/>
              <a:t>Text</a:t>
            </a:r>
          </a:p>
        </p:txBody>
      </p:sp>
    </p:spTree>
    <p:extLst>
      <p:ext uri="{BB962C8B-B14F-4D97-AF65-F5344CB8AC3E}">
        <p14:creationId xmlns:p14="http://schemas.microsoft.com/office/powerpoint/2010/main" val="1295029021"/>
      </p:ext>
    </p:extLst>
  </p:cSld>
  <p:clrMapOvr>
    <a:masterClrMapping/>
  </p:clrMapOvr>
  <p:transition spd="slow">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b-headline + 50:50">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32001" y="271679"/>
            <a:ext cx="6993000" cy="289789"/>
          </a:xfrm>
          <a:noFill/>
        </p:spPr>
        <p:txBody>
          <a:bodyPr/>
          <a:lstStyle/>
          <a:p>
            <a:r>
              <a:rPr lang="de-DE" noProof="0"/>
              <a:t>Titel = Kern-Botschaft</a:t>
            </a:r>
            <a:endParaRPr lang="en-GB" noProof="0"/>
          </a:p>
        </p:txBody>
      </p:sp>
      <p:sp>
        <p:nvSpPr>
          <p:cNvPr id="4" name="Inhaltsplatzhalter 3"/>
          <p:cNvSpPr>
            <a:spLocks noGrp="1"/>
          </p:cNvSpPr>
          <p:nvPr>
            <p:ph sz="quarter" idx="15" hasCustomPrompt="1"/>
          </p:nvPr>
        </p:nvSpPr>
        <p:spPr>
          <a:xfrm>
            <a:off x="4608515" y="950912"/>
            <a:ext cx="4103687" cy="3716338"/>
          </a:xfrm>
          <a:noFill/>
          <a:ln w="9525">
            <a:noFill/>
            <a:miter lim="800000"/>
            <a:headEnd/>
            <a:tailEnd/>
          </a:ln>
        </p:spPr>
        <p:txBody>
          <a:bodyPr vert="horz" wrap="square" lIns="0" tIns="0" rIns="0" bIns="0" numCol="1" anchor="t" anchorCtr="0" compatLnSpc="1">
            <a:prstTxWarp prst="textNoShape">
              <a:avLst/>
            </a:prstTxWarp>
          </a:bodyPr>
          <a:lstStyle>
            <a:lvl1pPr>
              <a:defRPr lang="en-GB" sz="1800" kern="1200" noProof="0" dirty="0">
                <a:solidFill>
                  <a:schemeClr val="tx1"/>
                </a:solidFill>
                <a:latin typeface="+mn-lt"/>
                <a:ea typeface="ヒラギノ角ゴ Pro W3" charset="0"/>
                <a:cs typeface="ヒラギノ角ゴ Pro W3" charset="0"/>
              </a:defRPr>
            </a:lvl1pPr>
            <a:lvl2pPr marL="458777" indent="-228594">
              <a:defRPr lang="en-GB" sz="1400" kern="1200" noProof="0" dirty="0" smtClean="0">
                <a:solidFill>
                  <a:schemeClr val="tx1"/>
                </a:solidFill>
                <a:latin typeface="+mn-lt"/>
                <a:ea typeface="ヒラギノ角ゴ Pro W3" charset="0"/>
                <a:cs typeface="ヒラギノ角ゴ Pro W3"/>
              </a:defRPr>
            </a:lvl2pPr>
            <a:lvl3pPr>
              <a:defRPr lang="de-DE" sz="1400" smtClean="0">
                <a:solidFill>
                  <a:schemeClr val="tx1"/>
                </a:solidFill>
              </a:defRPr>
            </a:lvl3pPr>
            <a:lvl4pPr marL="893741" indent="-209545">
              <a:defRPr lang="en-GB" sz="1200" kern="1200" noProof="0" dirty="0" smtClean="0">
                <a:solidFill>
                  <a:schemeClr val="tx1"/>
                </a:solidFill>
                <a:latin typeface="+mn-lt"/>
                <a:ea typeface="ヒラギノ角ゴ Pro W3" charset="0"/>
                <a:cs typeface="ヒラギノ角ゴ Pro W3"/>
              </a:defRPr>
            </a:lvl4pPr>
            <a:lvl5pPr>
              <a:defRPr lang="en-GB">
                <a:solidFill>
                  <a:schemeClr val="tx1"/>
                </a:solidFill>
              </a:defRPr>
            </a:lvl5pPr>
          </a:lstStyle>
          <a:p>
            <a:pPr lvl="0"/>
            <a:r>
              <a:rPr lang="en-GB" noProof="0"/>
              <a:t>Text</a:t>
            </a:r>
          </a:p>
          <a:p>
            <a:pPr marL="458777" lvl="1" indent="-228594" algn="l" defTabSz="457189" rtl="0" eaLnBrk="1" fontAlgn="base" hangingPunct="1">
              <a:lnSpc>
                <a:spcPct val="90000"/>
              </a:lnSpc>
              <a:spcBef>
                <a:spcPct val="0"/>
              </a:spcBef>
              <a:spcAft>
                <a:spcPts val="600"/>
              </a:spcAft>
              <a:buClr>
                <a:schemeClr val="tx1"/>
              </a:buClr>
              <a:buSzPct val="80000"/>
              <a:buFont typeface="Courier New" panose="02070309020205020404" pitchFamily="49" charset="0"/>
              <a:buChar char="o"/>
            </a:pPr>
            <a:r>
              <a:rPr lang="en-GB" noProof="0"/>
              <a:t>Text</a:t>
            </a:r>
          </a:p>
          <a:p>
            <a:pPr lvl="2"/>
            <a:r>
              <a:rPr lang="en-GB" noProof="0"/>
              <a:t>Text</a:t>
            </a:r>
          </a:p>
          <a:p>
            <a:pPr marL="893741" lvl="3" indent="-209545" algn="l" defTabSz="457189" rtl="0" eaLnBrk="1" fontAlgn="base" hangingPunct="1">
              <a:lnSpc>
                <a:spcPct val="90000"/>
              </a:lnSpc>
              <a:spcBef>
                <a:spcPct val="0"/>
              </a:spcBef>
              <a:spcAft>
                <a:spcPts val="600"/>
              </a:spcAft>
              <a:buClr>
                <a:schemeClr val="tx1"/>
              </a:buClr>
              <a:buFont typeface="Wingdings" panose="05000000000000000000" pitchFamily="2" charset="2"/>
              <a:buChar char="§"/>
            </a:pPr>
            <a:r>
              <a:rPr lang="en-GB" noProof="0"/>
              <a:t>Text</a:t>
            </a:r>
          </a:p>
          <a:p>
            <a:pPr lvl="4"/>
            <a:r>
              <a:rPr lang="en-GB" noProof="0"/>
              <a:t>Text</a:t>
            </a:r>
          </a:p>
        </p:txBody>
      </p:sp>
      <p:sp>
        <p:nvSpPr>
          <p:cNvPr id="5" name="Inhaltsplatzhalter 3"/>
          <p:cNvSpPr>
            <a:spLocks noGrp="1"/>
          </p:cNvSpPr>
          <p:nvPr>
            <p:ph sz="quarter" idx="16" hasCustomPrompt="1"/>
          </p:nvPr>
        </p:nvSpPr>
        <p:spPr>
          <a:xfrm>
            <a:off x="431803" y="950912"/>
            <a:ext cx="4103687" cy="3716338"/>
          </a:xfrm>
          <a:noFill/>
          <a:ln w="9525">
            <a:noFill/>
            <a:miter lim="800000"/>
            <a:headEnd/>
            <a:tailEnd/>
          </a:ln>
        </p:spPr>
        <p:txBody>
          <a:bodyPr vert="horz" wrap="square" lIns="0" tIns="0" rIns="0" bIns="0" numCol="1" anchor="t" anchorCtr="0" compatLnSpc="1">
            <a:prstTxWarp prst="textNoShape">
              <a:avLst/>
            </a:prstTxWarp>
          </a:bodyPr>
          <a:lstStyle>
            <a:lvl1pPr>
              <a:defRPr lang="en-GB" sz="1800" kern="1200" noProof="0" dirty="0">
                <a:solidFill>
                  <a:schemeClr val="tx1"/>
                </a:solidFill>
                <a:latin typeface="+mn-lt"/>
                <a:ea typeface="ヒラギノ角ゴ Pro W3" charset="0"/>
                <a:cs typeface="ヒラギノ角ゴ Pro W3" charset="0"/>
              </a:defRPr>
            </a:lvl1pPr>
            <a:lvl2pPr marL="458777" indent="-228594">
              <a:defRPr lang="en-GB" sz="1400" kern="1200" noProof="0" dirty="0" smtClean="0">
                <a:solidFill>
                  <a:schemeClr val="tx1"/>
                </a:solidFill>
                <a:latin typeface="+mn-lt"/>
                <a:ea typeface="ヒラギノ角ゴ Pro W3" charset="0"/>
                <a:cs typeface="ヒラギノ角ゴ Pro W3"/>
              </a:defRPr>
            </a:lvl2pPr>
            <a:lvl3pPr>
              <a:defRPr lang="de-DE" sz="1400" smtClean="0">
                <a:solidFill>
                  <a:schemeClr val="tx1"/>
                </a:solidFill>
              </a:defRPr>
            </a:lvl3pPr>
            <a:lvl4pPr marL="893741" indent="-209545">
              <a:defRPr lang="en-GB" sz="1200" kern="1200" noProof="0" dirty="0" smtClean="0">
                <a:solidFill>
                  <a:schemeClr val="tx1"/>
                </a:solidFill>
                <a:latin typeface="+mn-lt"/>
                <a:ea typeface="ヒラギノ角ゴ Pro W3" charset="0"/>
                <a:cs typeface="ヒラギノ角ゴ Pro W3"/>
              </a:defRPr>
            </a:lvl4pPr>
            <a:lvl5pPr>
              <a:defRPr lang="en-GB" sz="1200">
                <a:solidFill>
                  <a:schemeClr val="tx1"/>
                </a:solidFill>
              </a:defRPr>
            </a:lvl5pPr>
          </a:lstStyle>
          <a:p>
            <a:pPr lvl="0"/>
            <a:r>
              <a:rPr lang="en-GB" noProof="0"/>
              <a:t>Text</a:t>
            </a:r>
          </a:p>
          <a:p>
            <a:pPr marL="458777" lvl="1" indent="-228594" algn="l" defTabSz="457189" rtl="0" eaLnBrk="1" fontAlgn="base" hangingPunct="1">
              <a:lnSpc>
                <a:spcPct val="90000"/>
              </a:lnSpc>
              <a:spcBef>
                <a:spcPct val="0"/>
              </a:spcBef>
              <a:spcAft>
                <a:spcPts val="600"/>
              </a:spcAft>
              <a:buClr>
                <a:schemeClr val="tx1"/>
              </a:buClr>
              <a:buSzPct val="80000"/>
              <a:buFont typeface="Courier New" panose="02070309020205020404" pitchFamily="49" charset="0"/>
              <a:buChar char="o"/>
            </a:pPr>
            <a:r>
              <a:rPr lang="en-GB" noProof="0"/>
              <a:t>Text</a:t>
            </a:r>
          </a:p>
          <a:p>
            <a:pPr lvl="2"/>
            <a:r>
              <a:rPr lang="en-GB" noProof="0"/>
              <a:t>Text</a:t>
            </a:r>
          </a:p>
          <a:p>
            <a:pPr marL="893741" lvl="3" indent="-209545" algn="l" defTabSz="457189" rtl="0" eaLnBrk="1" fontAlgn="base" hangingPunct="1">
              <a:lnSpc>
                <a:spcPct val="90000"/>
              </a:lnSpc>
              <a:spcBef>
                <a:spcPct val="0"/>
              </a:spcBef>
              <a:spcAft>
                <a:spcPts val="600"/>
              </a:spcAft>
              <a:buClr>
                <a:schemeClr val="tx1"/>
              </a:buClr>
              <a:buFont typeface="Wingdings" panose="05000000000000000000" pitchFamily="2" charset="2"/>
              <a:buChar char="§"/>
            </a:pPr>
            <a:r>
              <a:rPr lang="en-GB" noProof="0"/>
              <a:t>Text</a:t>
            </a:r>
          </a:p>
          <a:p>
            <a:pPr lvl="4"/>
            <a:r>
              <a:rPr lang="en-GB" noProof="0"/>
              <a:t>Text</a:t>
            </a:r>
          </a:p>
        </p:txBody>
      </p:sp>
      <p:sp>
        <p:nvSpPr>
          <p:cNvPr id="6" name="Textplatzhalter 5">
            <a:extLst>
              <a:ext uri="{FF2B5EF4-FFF2-40B4-BE49-F238E27FC236}">
                <a16:creationId xmlns:a16="http://schemas.microsoft.com/office/drawing/2014/main" id="{5DA37891-0816-46C2-99FE-372CBCED03D5}"/>
              </a:ext>
            </a:extLst>
          </p:cNvPr>
          <p:cNvSpPr>
            <a:spLocks noGrp="1"/>
          </p:cNvSpPr>
          <p:nvPr>
            <p:ph type="body" sz="quarter" idx="14" hasCustomPrompt="1"/>
          </p:nvPr>
        </p:nvSpPr>
        <p:spPr>
          <a:xfrm>
            <a:off x="431801" y="579842"/>
            <a:ext cx="6993000" cy="216000"/>
          </a:xfrm>
          <a:noFill/>
          <a:ln w="9525">
            <a:noFill/>
            <a:miter lim="800000"/>
            <a:headEnd/>
            <a:tailEnd/>
          </a:ln>
        </p:spPr>
        <p:txBody>
          <a:bodyPr vert="horz" wrap="square" lIns="0" tIns="0" rIns="0" bIns="0" numCol="1" anchor="t" anchorCtr="0" compatLnSpc="1">
            <a:prstTxWarp prst="textNoShape">
              <a:avLst/>
            </a:prstTxWarp>
          </a:bodyPr>
          <a:lstStyle>
            <a:lvl1pPr marL="285743" indent="-285743">
              <a:buFont typeface="Arial" panose="020B0604020202020204" pitchFamily="34" charset="0"/>
              <a:buNone/>
              <a:defRPr lang="en-GB" sz="1400" dirty="0">
                <a:solidFill>
                  <a:schemeClr val="bg2">
                    <a:lumMod val="75000"/>
                  </a:schemeClr>
                </a:solidFill>
                <a:latin typeface="+mj-lt"/>
              </a:defRPr>
            </a:lvl1pPr>
          </a:lstStyle>
          <a:p>
            <a:pPr marL="0" lvl="0" indent="0"/>
            <a:r>
              <a:rPr lang="en-GB"/>
              <a:t>Sub-title</a:t>
            </a:r>
          </a:p>
        </p:txBody>
      </p:sp>
    </p:spTree>
    <p:extLst>
      <p:ext uri="{BB962C8B-B14F-4D97-AF65-F5344CB8AC3E}">
        <p14:creationId xmlns:p14="http://schemas.microsoft.com/office/powerpoint/2010/main" val="3420808032"/>
      </p:ext>
    </p:extLst>
  </p:cSld>
  <p:clrMapOvr>
    <a:masterClrMapping/>
  </p:clrMapOvr>
  <p:transition spd="slow">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ub-headline + 33:67">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32001" y="271679"/>
            <a:ext cx="6993000" cy="289789"/>
          </a:xfrm>
          <a:noFill/>
        </p:spPr>
        <p:txBody>
          <a:bodyPr/>
          <a:lstStyle/>
          <a:p>
            <a:r>
              <a:rPr lang="de-DE" noProof="0"/>
              <a:t>Titel = Kern-Botschaft</a:t>
            </a:r>
            <a:endParaRPr lang="en-GB" noProof="0"/>
          </a:p>
        </p:txBody>
      </p:sp>
      <p:sp>
        <p:nvSpPr>
          <p:cNvPr id="4" name="Inhaltsplatzhalter 3"/>
          <p:cNvSpPr>
            <a:spLocks noGrp="1"/>
          </p:cNvSpPr>
          <p:nvPr>
            <p:ph sz="quarter" idx="15" hasCustomPrompt="1"/>
          </p:nvPr>
        </p:nvSpPr>
        <p:spPr>
          <a:xfrm>
            <a:off x="3276460" y="950912"/>
            <a:ext cx="5436000" cy="3716338"/>
          </a:xfrm>
          <a:noFill/>
          <a:ln w="9525">
            <a:noFill/>
            <a:miter lim="800000"/>
            <a:headEnd/>
            <a:tailEnd/>
          </a:ln>
        </p:spPr>
        <p:txBody>
          <a:bodyPr vert="horz" wrap="square" lIns="0" tIns="0" rIns="0" bIns="0" numCol="1" anchor="t" anchorCtr="0" compatLnSpc="1">
            <a:prstTxWarp prst="textNoShape">
              <a:avLst/>
            </a:prstTxWarp>
          </a:bodyPr>
          <a:lstStyle>
            <a:lvl1pPr>
              <a:defRPr lang="de-DE" sz="1600" smtClean="0">
                <a:solidFill>
                  <a:schemeClr val="tx1"/>
                </a:solidFill>
              </a:defRPr>
            </a:lvl1pPr>
            <a:lvl2pPr marL="458777" indent="-228594">
              <a:defRPr lang="en-GB" sz="1400" kern="1200" noProof="0" dirty="0" smtClean="0">
                <a:solidFill>
                  <a:schemeClr val="tx1"/>
                </a:solidFill>
                <a:latin typeface="+mn-lt"/>
                <a:ea typeface="ヒラギノ角ゴ Pro W3" charset="0"/>
                <a:cs typeface="ヒラギノ角ゴ Pro W3"/>
              </a:defRPr>
            </a:lvl2pPr>
            <a:lvl3pPr>
              <a:defRPr lang="de-DE" sz="1400" smtClean="0">
                <a:solidFill>
                  <a:schemeClr val="tx1"/>
                </a:solidFill>
              </a:defRPr>
            </a:lvl3pPr>
            <a:lvl4pPr marL="893741" indent="-209545">
              <a:defRPr lang="en-GB" sz="1200" kern="1200" noProof="0" dirty="0" smtClean="0">
                <a:solidFill>
                  <a:schemeClr val="tx1"/>
                </a:solidFill>
                <a:latin typeface="+mn-lt"/>
                <a:ea typeface="ヒラギノ角ゴ Pro W3" charset="0"/>
                <a:cs typeface="ヒラギノ角ゴ Pro W3"/>
              </a:defRPr>
            </a:lvl4pPr>
            <a:lvl5pPr>
              <a:defRPr lang="en-GB" sz="1200">
                <a:solidFill>
                  <a:schemeClr val="tx1"/>
                </a:solidFill>
              </a:defRPr>
            </a:lvl5pPr>
          </a:lstStyle>
          <a:p>
            <a:pPr lvl="0"/>
            <a:r>
              <a:rPr lang="en-GB" noProof="0"/>
              <a:t>Text</a:t>
            </a:r>
          </a:p>
          <a:p>
            <a:pPr marL="458777" lvl="1" indent="-228594" algn="l" defTabSz="457189" rtl="0" eaLnBrk="1" fontAlgn="base" hangingPunct="1">
              <a:lnSpc>
                <a:spcPct val="90000"/>
              </a:lnSpc>
              <a:spcBef>
                <a:spcPct val="0"/>
              </a:spcBef>
              <a:spcAft>
                <a:spcPts val="600"/>
              </a:spcAft>
              <a:buClr>
                <a:schemeClr val="tx1"/>
              </a:buClr>
              <a:buSzPct val="80000"/>
              <a:buFont typeface="Courier New" panose="02070309020205020404" pitchFamily="49" charset="0"/>
              <a:buChar char="o"/>
            </a:pPr>
            <a:r>
              <a:rPr lang="en-GB" noProof="0"/>
              <a:t>Text</a:t>
            </a:r>
          </a:p>
          <a:p>
            <a:pPr lvl="2"/>
            <a:r>
              <a:rPr lang="en-GB" noProof="0"/>
              <a:t>Text</a:t>
            </a:r>
          </a:p>
          <a:p>
            <a:pPr marL="893741" lvl="3" indent="-209545" algn="l" defTabSz="457189" rtl="0" eaLnBrk="1" fontAlgn="base" hangingPunct="1">
              <a:lnSpc>
                <a:spcPct val="90000"/>
              </a:lnSpc>
              <a:spcBef>
                <a:spcPct val="0"/>
              </a:spcBef>
              <a:spcAft>
                <a:spcPts val="600"/>
              </a:spcAft>
              <a:buClr>
                <a:schemeClr val="tx1"/>
              </a:buClr>
              <a:buFont typeface="Wingdings" panose="05000000000000000000" pitchFamily="2" charset="2"/>
              <a:buChar char="§"/>
            </a:pPr>
            <a:r>
              <a:rPr lang="en-GB" noProof="0"/>
              <a:t>Text</a:t>
            </a:r>
          </a:p>
          <a:p>
            <a:pPr lvl="4"/>
            <a:r>
              <a:rPr lang="en-GB" noProof="0"/>
              <a:t>Text</a:t>
            </a:r>
          </a:p>
        </p:txBody>
      </p:sp>
      <p:sp>
        <p:nvSpPr>
          <p:cNvPr id="5" name="Inhaltsplatzhalter 3"/>
          <p:cNvSpPr>
            <a:spLocks noGrp="1"/>
          </p:cNvSpPr>
          <p:nvPr>
            <p:ph sz="quarter" idx="16" hasCustomPrompt="1"/>
          </p:nvPr>
        </p:nvSpPr>
        <p:spPr>
          <a:xfrm>
            <a:off x="431801" y="950912"/>
            <a:ext cx="2736000" cy="3716338"/>
          </a:xfrm>
          <a:noFill/>
          <a:ln w="9525">
            <a:noFill/>
            <a:miter lim="800000"/>
            <a:headEnd/>
            <a:tailEnd/>
          </a:ln>
        </p:spPr>
        <p:txBody>
          <a:bodyPr vert="horz" wrap="square" lIns="0" tIns="0" rIns="0" bIns="0" numCol="1" anchor="t" anchorCtr="0" compatLnSpc="1">
            <a:prstTxWarp prst="textNoShape">
              <a:avLst/>
            </a:prstTxWarp>
          </a:bodyPr>
          <a:lstStyle>
            <a:lvl1pPr>
              <a:defRPr lang="de-DE" sz="1600" smtClean="0">
                <a:solidFill>
                  <a:schemeClr val="tx1"/>
                </a:solidFill>
              </a:defRPr>
            </a:lvl1pPr>
            <a:lvl2pPr marL="458777" indent="-228594">
              <a:defRPr lang="en-GB" sz="1400" kern="1200" noProof="0" dirty="0" smtClean="0">
                <a:solidFill>
                  <a:schemeClr val="tx1"/>
                </a:solidFill>
                <a:latin typeface="+mn-lt"/>
                <a:ea typeface="ヒラギノ角ゴ Pro W3" charset="0"/>
                <a:cs typeface="ヒラギノ角ゴ Pro W3"/>
              </a:defRPr>
            </a:lvl2pPr>
            <a:lvl3pPr>
              <a:defRPr lang="de-DE" sz="1400" smtClean="0">
                <a:solidFill>
                  <a:schemeClr val="tx1"/>
                </a:solidFill>
              </a:defRPr>
            </a:lvl3pPr>
            <a:lvl4pPr marL="893741" indent="-209545">
              <a:defRPr lang="en-GB" sz="1200" kern="1200" noProof="0" dirty="0" smtClean="0">
                <a:solidFill>
                  <a:schemeClr val="tx1"/>
                </a:solidFill>
                <a:latin typeface="+mn-lt"/>
                <a:ea typeface="ヒラギノ角ゴ Pro W3" charset="0"/>
                <a:cs typeface="ヒラギノ角ゴ Pro W3"/>
              </a:defRPr>
            </a:lvl4pPr>
            <a:lvl5pPr>
              <a:defRPr lang="en-GB" sz="1200">
                <a:solidFill>
                  <a:schemeClr val="tx1"/>
                </a:solidFill>
              </a:defRPr>
            </a:lvl5pPr>
          </a:lstStyle>
          <a:p>
            <a:pPr lvl="0"/>
            <a:r>
              <a:rPr lang="en-GB" noProof="0"/>
              <a:t>Text</a:t>
            </a:r>
          </a:p>
          <a:p>
            <a:pPr marL="458777" lvl="1" indent="-228594" algn="l" defTabSz="457189" rtl="0" eaLnBrk="1" fontAlgn="base" hangingPunct="1">
              <a:lnSpc>
                <a:spcPct val="90000"/>
              </a:lnSpc>
              <a:spcBef>
                <a:spcPct val="0"/>
              </a:spcBef>
              <a:spcAft>
                <a:spcPts val="600"/>
              </a:spcAft>
              <a:buClr>
                <a:schemeClr val="tx1"/>
              </a:buClr>
              <a:buSzPct val="80000"/>
              <a:buFont typeface="Courier New" panose="02070309020205020404" pitchFamily="49" charset="0"/>
              <a:buChar char="o"/>
            </a:pPr>
            <a:r>
              <a:rPr lang="en-GB" noProof="0"/>
              <a:t>Text</a:t>
            </a:r>
          </a:p>
          <a:p>
            <a:pPr lvl="2"/>
            <a:r>
              <a:rPr lang="en-GB" noProof="0"/>
              <a:t>Text</a:t>
            </a:r>
          </a:p>
          <a:p>
            <a:pPr marL="893741" lvl="3" indent="-209545" algn="l" defTabSz="457189" rtl="0" eaLnBrk="1" fontAlgn="base" hangingPunct="1">
              <a:lnSpc>
                <a:spcPct val="90000"/>
              </a:lnSpc>
              <a:spcBef>
                <a:spcPct val="0"/>
              </a:spcBef>
              <a:spcAft>
                <a:spcPts val="600"/>
              </a:spcAft>
              <a:buClr>
                <a:schemeClr val="tx1"/>
              </a:buClr>
              <a:buFont typeface="Wingdings" panose="05000000000000000000" pitchFamily="2" charset="2"/>
              <a:buChar char="§"/>
            </a:pPr>
            <a:r>
              <a:rPr lang="en-GB" noProof="0"/>
              <a:t>Text</a:t>
            </a:r>
          </a:p>
          <a:p>
            <a:pPr lvl="4"/>
            <a:r>
              <a:rPr lang="en-GB" noProof="0"/>
              <a:t>Text</a:t>
            </a:r>
          </a:p>
        </p:txBody>
      </p:sp>
      <p:sp>
        <p:nvSpPr>
          <p:cNvPr id="6" name="Textplatzhalter 5">
            <a:extLst>
              <a:ext uri="{FF2B5EF4-FFF2-40B4-BE49-F238E27FC236}">
                <a16:creationId xmlns:a16="http://schemas.microsoft.com/office/drawing/2014/main" id="{29035692-F19B-4BAD-9ACC-B72FED1B260C}"/>
              </a:ext>
            </a:extLst>
          </p:cNvPr>
          <p:cNvSpPr>
            <a:spLocks noGrp="1"/>
          </p:cNvSpPr>
          <p:nvPr>
            <p:ph type="body" sz="quarter" idx="14" hasCustomPrompt="1"/>
          </p:nvPr>
        </p:nvSpPr>
        <p:spPr>
          <a:xfrm>
            <a:off x="431800" y="579842"/>
            <a:ext cx="6993000" cy="216000"/>
          </a:xfrm>
          <a:noFill/>
          <a:ln w="9525">
            <a:noFill/>
            <a:miter lim="800000"/>
            <a:headEnd/>
            <a:tailEnd/>
          </a:ln>
        </p:spPr>
        <p:txBody>
          <a:bodyPr vert="horz" wrap="square" lIns="0" tIns="0" rIns="0" bIns="0" numCol="1" anchor="t" anchorCtr="0" compatLnSpc="1">
            <a:prstTxWarp prst="textNoShape">
              <a:avLst/>
            </a:prstTxWarp>
          </a:bodyPr>
          <a:lstStyle>
            <a:lvl1pPr marL="285743" indent="-285743">
              <a:buFont typeface="Arial" panose="020B0604020202020204" pitchFamily="34" charset="0"/>
              <a:buNone/>
              <a:defRPr lang="en-GB" sz="1400" dirty="0">
                <a:solidFill>
                  <a:schemeClr val="bg2">
                    <a:lumMod val="75000"/>
                  </a:schemeClr>
                </a:solidFill>
                <a:latin typeface="+mj-lt"/>
              </a:defRPr>
            </a:lvl1pPr>
          </a:lstStyle>
          <a:p>
            <a:pPr marL="0" lvl="0" indent="0"/>
            <a:r>
              <a:rPr lang="en-GB"/>
              <a:t>Sub-title</a:t>
            </a:r>
          </a:p>
        </p:txBody>
      </p:sp>
    </p:spTree>
    <p:extLst>
      <p:ext uri="{BB962C8B-B14F-4D97-AF65-F5344CB8AC3E}">
        <p14:creationId xmlns:p14="http://schemas.microsoft.com/office/powerpoint/2010/main" val="674303198"/>
      </p:ext>
    </p:extLst>
  </p:cSld>
  <p:clrMapOvr>
    <a:masterClrMapping/>
  </p:clrMapOvr>
  <p:transition spd="slow">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ub-headline + 67:33">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32001" y="271679"/>
            <a:ext cx="6993000" cy="289789"/>
          </a:xfrm>
          <a:noFill/>
        </p:spPr>
        <p:txBody>
          <a:bodyPr/>
          <a:lstStyle/>
          <a:p>
            <a:r>
              <a:rPr lang="de-DE" noProof="0"/>
              <a:t>Titel = Kern-Botschaft</a:t>
            </a:r>
            <a:endParaRPr lang="en-GB" noProof="0"/>
          </a:p>
        </p:txBody>
      </p:sp>
      <p:sp>
        <p:nvSpPr>
          <p:cNvPr id="4" name="Inhaltsplatzhalter 3"/>
          <p:cNvSpPr>
            <a:spLocks noGrp="1"/>
          </p:cNvSpPr>
          <p:nvPr>
            <p:ph sz="quarter" idx="15" hasCustomPrompt="1"/>
          </p:nvPr>
        </p:nvSpPr>
        <p:spPr>
          <a:xfrm>
            <a:off x="431540" y="950912"/>
            <a:ext cx="5436000" cy="3716338"/>
          </a:xfrm>
          <a:noFill/>
          <a:ln w="9525">
            <a:noFill/>
            <a:miter lim="800000"/>
            <a:headEnd/>
            <a:tailEnd/>
          </a:ln>
        </p:spPr>
        <p:txBody>
          <a:bodyPr vert="horz" wrap="square" lIns="0" tIns="0" rIns="0" bIns="0" numCol="1" anchor="t" anchorCtr="0" compatLnSpc="1">
            <a:prstTxWarp prst="textNoShape">
              <a:avLst/>
            </a:prstTxWarp>
          </a:bodyPr>
          <a:lstStyle>
            <a:lvl1pPr>
              <a:defRPr lang="de-DE" sz="1600" smtClean="0">
                <a:solidFill>
                  <a:schemeClr val="tx1"/>
                </a:solidFill>
              </a:defRPr>
            </a:lvl1pPr>
            <a:lvl2pPr marL="458777" indent="-228594">
              <a:defRPr lang="en-GB" sz="1400" kern="1200" noProof="0" dirty="0" smtClean="0">
                <a:solidFill>
                  <a:schemeClr val="tx1"/>
                </a:solidFill>
                <a:latin typeface="+mn-lt"/>
                <a:ea typeface="ヒラギノ角ゴ Pro W3" charset="0"/>
                <a:cs typeface="ヒラギノ角ゴ Pro W3"/>
              </a:defRPr>
            </a:lvl2pPr>
            <a:lvl3pPr>
              <a:defRPr lang="de-DE" sz="1400" smtClean="0">
                <a:solidFill>
                  <a:schemeClr val="tx1"/>
                </a:solidFill>
              </a:defRPr>
            </a:lvl3pPr>
            <a:lvl4pPr marL="893741" indent="-209545">
              <a:defRPr lang="en-GB" sz="1200" kern="1200" noProof="0" dirty="0" smtClean="0">
                <a:solidFill>
                  <a:schemeClr val="tx1"/>
                </a:solidFill>
                <a:latin typeface="+mn-lt"/>
                <a:ea typeface="ヒラギノ角ゴ Pro W3" charset="0"/>
                <a:cs typeface="ヒラギノ角ゴ Pro W3"/>
              </a:defRPr>
            </a:lvl4pPr>
            <a:lvl5pPr>
              <a:defRPr lang="en-GB" sz="1200">
                <a:solidFill>
                  <a:schemeClr val="tx1"/>
                </a:solidFill>
              </a:defRPr>
            </a:lvl5pPr>
          </a:lstStyle>
          <a:p>
            <a:pPr lvl="0"/>
            <a:r>
              <a:rPr lang="en-GB" noProof="0"/>
              <a:t>Text</a:t>
            </a:r>
          </a:p>
          <a:p>
            <a:pPr marL="458777" lvl="1" indent="-228594" algn="l" defTabSz="457189" rtl="0" eaLnBrk="1" fontAlgn="base" hangingPunct="1">
              <a:lnSpc>
                <a:spcPct val="90000"/>
              </a:lnSpc>
              <a:spcBef>
                <a:spcPct val="0"/>
              </a:spcBef>
              <a:spcAft>
                <a:spcPts val="600"/>
              </a:spcAft>
              <a:buClr>
                <a:schemeClr val="tx1"/>
              </a:buClr>
              <a:buSzPct val="80000"/>
              <a:buFont typeface="Courier New" panose="02070309020205020404" pitchFamily="49" charset="0"/>
              <a:buChar char="o"/>
            </a:pPr>
            <a:r>
              <a:rPr lang="en-GB" noProof="0"/>
              <a:t>Text</a:t>
            </a:r>
          </a:p>
          <a:p>
            <a:pPr lvl="2"/>
            <a:r>
              <a:rPr lang="en-GB" noProof="0"/>
              <a:t>Text</a:t>
            </a:r>
          </a:p>
          <a:p>
            <a:pPr marL="893741" lvl="3" indent="-209545" algn="l" defTabSz="457189" rtl="0" eaLnBrk="1" fontAlgn="base" hangingPunct="1">
              <a:lnSpc>
                <a:spcPct val="90000"/>
              </a:lnSpc>
              <a:spcBef>
                <a:spcPct val="0"/>
              </a:spcBef>
              <a:spcAft>
                <a:spcPts val="600"/>
              </a:spcAft>
              <a:buClr>
                <a:schemeClr val="tx1"/>
              </a:buClr>
              <a:buFont typeface="Wingdings" panose="05000000000000000000" pitchFamily="2" charset="2"/>
              <a:buChar char="§"/>
            </a:pPr>
            <a:r>
              <a:rPr lang="en-GB" noProof="0"/>
              <a:t>Text</a:t>
            </a:r>
          </a:p>
          <a:p>
            <a:pPr lvl="4"/>
            <a:r>
              <a:rPr lang="en-GB" noProof="0"/>
              <a:t>Text</a:t>
            </a:r>
          </a:p>
        </p:txBody>
      </p:sp>
      <p:sp>
        <p:nvSpPr>
          <p:cNvPr id="5" name="Inhaltsplatzhalter 3"/>
          <p:cNvSpPr>
            <a:spLocks noGrp="1"/>
          </p:cNvSpPr>
          <p:nvPr>
            <p:ph sz="quarter" idx="16" hasCustomPrompt="1"/>
          </p:nvPr>
        </p:nvSpPr>
        <p:spPr>
          <a:xfrm>
            <a:off x="5975852" y="950912"/>
            <a:ext cx="2736000" cy="3716338"/>
          </a:xfrm>
          <a:noFill/>
          <a:ln w="9525">
            <a:noFill/>
            <a:miter lim="800000"/>
            <a:headEnd/>
            <a:tailEnd/>
          </a:ln>
        </p:spPr>
        <p:txBody>
          <a:bodyPr vert="horz" wrap="square" lIns="0" tIns="0" rIns="0" bIns="0" numCol="1" anchor="t" anchorCtr="0" compatLnSpc="1">
            <a:prstTxWarp prst="textNoShape">
              <a:avLst/>
            </a:prstTxWarp>
          </a:bodyPr>
          <a:lstStyle>
            <a:lvl1pPr>
              <a:defRPr lang="de-DE" sz="1600" smtClean="0">
                <a:solidFill>
                  <a:schemeClr val="tx1"/>
                </a:solidFill>
              </a:defRPr>
            </a:lvl1pPr>
            <a:lvl2pPr marL="458777" indent="-228594">
              <a:defRPr lang="en-GB" sz="1400" kern="1200" noProof="0" dirty="0" smtClean="0">
                <a:solidFill>
                  <a:schemeClr val="tx1"/>
                </a:solidFill>
                <a:latin typeface="+mn-lt"/>
                <a:ea typeface="ヒラギノ角ゴ Pro W3" charset="0"/>
                <a:cs typeface="ヒラギノ角ゴ Pro W3"/>
              </a:defRPr>
            </a:lvl2pPr>
            <a:lvl3pPr>
              <a:defRPr lang="de-DE" sz="1400" smtClean="0">
                <a:solidFill>
                  <a:schemeClr val="tx1"/>
                </a:solidFill>
              </a:defRPr>
            </a:lvl3pPr>
            <a:lvl4pPr marL="893741" indent="-209545">
              <a:defRPr lang="en-GB" sz="1200" kern="1200" noProof="0" dirty="0" smtClean="0">
                <a:solidFill>
                  <a:schemeClr val="tx1"/>
                </a:solidFill>
                <a:latin typeface="+mn-lt"/>
                <a:ea typeface="ヒラギノ角ゴ Pro W3" charset="0"/>
                <a:cs typeface="ヒラギノ角ゴ Pro W3"/>
              </a:defRPr>
            </a:lvl4pPr>
            <a:lvl5pPr>
              <a:defRPr lang="en-GB" sz="1200">
                <a:solidFill>
                  <a:schemeClr val="tx1"/>
                </a:solidFill>
              </a:defRPr>
            </a:lvl5pPr>
          </a:lstStyle>
          <a:p>
            <a:pPr lvl="0"/>
            <a:r>
              <a:rPr lang="en-GB" noProof="0"/>
              <a:t>Text</a:t>
            </a:r>
          </a:p>
          <a:p>
            <a:pPr marL="458777" lvl="1" indent="-228594" algn="l" defTabSz="457189" rtl="0" eaLnBrk="1" fontAlgn="base" hangingPunct="1">
              <a:lnSpc>
                <a:spcPct val="90000"/>
              </a:lnSpc>
              <a:spcBef>
                <a:spcPct val="0"/>
              </a:spcBef>
              <a:spcAft>
                <a:spcPts val="600"/>
              </a:spcAft>
              <a:buClr>
                <a:schemeClr val="tx1"/>
              </a:buClr>
              <a:buSzPct val="80000"/>
              <a:buFont typeface="Courier New" panose="02070309020205020404" pitchFamily="49" charset="0"/>
              <a:buChar char="o"/>
            </a:pPr>
            <a:r>
              <a:rPr lang="en-GB" noProof="0"/>
              <a:t>Text</a:t>
            </a:r>
          </a:p>
          <a:p>
            <a:pPr lvl="2"/>
            <a:r>
              <a:rPr lang="en-GB" noProof="0"/>
              <a:t>Text</a:t>
            </a:r>
          </a:p>
          <a:p>
            <a:pPr marL="893741" lvl="3" indent="-209545" algn="l" defTabSz="457189" rtl="0" eaLnBrk="1" fontAlgn="base" hangingPunct="1">
              <a:lnSpc>
                <a:spcPct val="90000"/>
              </a:lnSpc>
              <a:spcBef>
                <a:spcPct val="0"/>
              </a:spcBef>
              <a:spcAft>
                <a:spcPts val="600"/>
              </a:spcAft>
              <a:buClr>
                <a:schemeClr val="tx1"/>
              </a:buClr>
              <a:buFont typeface="Wingdings" panose="05000000000000000000" pitchFamily="2" charset="2"/>
              <a:buChar char="§"/>
            </a:pPr>
            <a:r>
              <a:rPr lang="en-GB" noProof="0"/>
              <a:t>Text</a:t>
            </a:r>
          </a:p>
          <a:p>
            <a:pPr lvl="4"/>
            <a:r>
              <a:rPr lang="en-GB" noProof="0"/>
              <a:t>Text</a:t>
            </a:r>
          </a:p>
        </p:txBody>
      </p:sp>
      <p:sp>
        <p:nvSpPr>
          <p:cNvPr id="6" name="Textplatzhalter 5">
            <a:extLst>
              <a:ext uri="{FF2B5EF4-FFF2-40B4-BE49-F238E27FC236}">
                <a16:creationId xmlns:a16="http://schemas.microsoft.com/office/drawing/2014/main" id="{C0746A21-C474-4EF2-9784-EC94E8588DB2}"/>
              </a:ext>
            </a:extLst>
          </p:cNvPr>
          <p:cNvSpPr>
            <a:spLocks noGrp="1"/>
          </p:cNvSpPr>
          <p:nvPr>
            <p:ph type="body" sz="quarter" idx="14" hasCustomPrompt="1"/>
          </p:nvPr>
        </p:nvSpPr>
        <p:spPr>
          <a:xfrm>
            <a:off x="431801" y="579842"/>
            <a:ext cx="6993000" cy="216000"/>
          </a:xfrm>
          <a:noFill/>
          <a:ln w="9525">
            <a:noFill/>
            <a:miter lim="800000"/>
            <a:headEnd/>
            <a:tailEnd/>
          </a:ln>
        </p:spPr>
        <p:txBody>
          <a:bodyPr vert="horz" wrap="square" lIns="0" tIns="0" rIns="0" bIns="0" numCol="1" anchor="t" anchorCtr="0" compatLnSpc="1">
            <a:prstTxWarp prst="textNoShape">
              <a:avLst/>
            </a:prstTxWarp>
          </a:bodyPr>
          <a:lstStyle>
            <a:lvl1pPr marL="285743" indent="-285743">
              <a:buFont typeface="Arial" panose="020B0604020202020204" pitchFamily="34" charset="0"/>
              <a:buNone/>
              <a:defRPr lang="en-GB" sz="1400" dirty="0">
                <a:solidFill>
                  <a:schemeClr val="bg2">
                    <a:lumMod val="75000"/>
                  </a:schemeClr>
                </a:solidFill>
                <a:latin typeface="+mj-lt"/>
              </a:defRPr>
            </a:lvl1pPr>
          </a:lstStyle>
          <a:p>
            <a:pPr marL="0" lvl="0" indent="0"/>
            <a:r>
              <a:rPr lang="en-GB"/>
              <a:t>Sub-title</a:t>
            </a:r>
          </a:p>
        </p:txBody>
      </p:sp>
    </p:spTree>
    <p:extLst>
      <p:ext uri="{BB962C8B-B14F-4D97-AF65-F5344CB8AC3E}">
        <p14:creationId xmlns:p14="http://schemas.microsoft.com/office/powerpoint/2010/main" val="3213596978"/>
      </p:ext>
    </p:extLst>
  </p:cSld>
  <p:clrMapOvr>
    <a:masterClrMapping/>
  </p:clrMapOvr>
  <p:transition spd="slow">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ub-headline + 33:33:33">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32001" y="271679"/>
            <a:ext cx="6993000" cy="289789"/>
          </a:xfrm>
          <a:noFill/>
        </p:spPr>
        <p:txBody>
          <a:bodyPr/>
          <a:lstStyle/>
          <a:p>
            <a:r>
              <a:rPr lang="de-DE" noProof="0"/>
              <a:t>Titel = Kern-Botschaft</a:t>
            </a:r>
            <a:endParaRPr lang="en-GB" noProof="0"/>
          </a:p>
        </p:txBody>
      </p:sp>
      <p:sp>
        <p:nvSpPr>
          <p:cNvPr id="4" name="Inhaltsplatzhalter 3"/>
          <p:cNvSpPr>
            <a:spLocks noGrp="1"/>
          </p:cNvSpPr>
          <p:nvPr>
            <p:ph sz="quarter" idx="15" hasCustomPrompt="1"/>
          </p:nvPr>
        </p:nvSpPr>
        <p:spPr>
          <a:xfrm>
            <a:off x="431540" y="962038"/>
            <a:ext cx="2664000" cy="3705212"/>
          </a:xfrm>
          <a:noFill/>
          <a:ln w="9525">
            <a:noFill/>
            <a:miter lim="800000"/>
            <a:headEnd/>
            <a:tailEnd/>
          </a:ln>
        </p:spPr>
        <p:txBody>
          <a:bodyPr vert="horz" wrap="square" lIns="0" tIns="0" rIns="0" bIns="0" numCol="1" anchor="t" anchorCtr="0" compatLnSpc="1">
            <a:prstTxWarp prst="textNoShape">
              <a:avLst/>
            </a:prstTxWarp>
          </a:bodyPr>
          <a:lstStyle>
            <a:lvl1pPr>
              <a:defRPr lang="de-DE" sz="1600" smtClean="0">
                <a:solidFill>
                  <a:schemeClr val="tx1"/>
                </a:solidFill>
              </a:defRPr>
            </a:lvl1pPr>
            <a:lvl2pPr marL="458777" indent="-228594">
              <a:defRPr lang="en-GB" sz="1400" kern="1200" noProof="0" dirty="0" smtClean="0">
                <a:solidFill>
                  <a:schemeClr val="tx1"/>
                </a:solidFill>
                <a:latin typeface="+mn-lt"/>
                <a:ea typeface="ヒラギノ角ゴ Pro W3" charset="0"/>
                <a:cs typeface="ヒラギノ角ゴ Pro W3"/>
              </a:defRPr>
            </a:lvl2pPr>
            <a:lvl3pPr>
              <a:defRPr lang="de-DE" sz="1400" smtClean="0">
                <a:solidFill>
                  <a:schemeClr val="tx1"/>
                </a:solidFill>
              </a:defRPr>
            </a:lvl3pPr>
            <a:lvl4pPr marL="893741" indent="-209545">
              <a:defRPr lang="en-GB" sz="1200" kern="1200" noProof="0" dirty="0" smtClean="0">
                <a:solidFill>
                  <a:schemeClr val="tx1"/>
                </a:solidFill>
                <a:latin typeface="+mn-lt"/>
                <a:ea typeface="ヒラギノ角ゴ Pro W3" charset="0"/>
                <a:cs typeface="ヒラギノ角ゴ Pro W3"/>
              </a:defRPr>
            </a:lvl4pPr>
            <a:lvl5pPr>
              <a:defRPr lang="en-GB" sz="1200">
                <a:solidFill>
                  <a:schemeClr val="tx1"/>
                </a:solidFill>
              </a:defRPr>
            </a:lvl5pPr>
          </a:lstStyle>
          <a:p>
            <a:pPr lvl="0"/>
            <a:r>
              <a:rPr lang="en-GB" noProof="0"/>
              <a:t>Text</a:t>
            </a:r>
          </a:p>
          <a:p>
            <a:pPr marL="458777" lvl="1" indent="-228594" algn="l" defTabSz="457189" rtl="0" eaLnBrk="1" fontAlgn="base" hangingPunct="1">
              <a:lnSpc>
                <a:spcPct val="90000"/>
              </a:lnSpc>
              <a:spcBef>
                <a:spcPct val="0"/>
              </a:spcBef>
              <a:spcAft>
                <a:spcPts val="600"/>
              </a:spcAft>
              <a:buClr>
                <a:schemeClr val="tx1"/>
              </a:buClr>
              <a:buSzPct val="80000"/>
              <a:buFont typeface="Courier New" panose="02070309020205020404" pitchFamily="49" charset="0"/>
              <a:buChar char="o"/>
            </a:pPr>
            <a:r>
              <a:rPr lang="en-GB" noProof="0"/>
              <a:t>Text</a:t>
            </a:r>
          </a:p>
          <a:p>
            <a:pPr lvl="2"/>
            <a:r>
              <a:rPr lang="en-GB" noProof="0"/>
              <a:t>Text</a:t>
            </a:r>
          </a:p>
          <a:p>
            <a:pPr marL="893741" lvl="3" indent="-209545" algn="l" defTabSz="457189" rtl="0" eaLnBrk="1" fontAlgn="base" hangingPunct="1">
              <a:lnSpc>
                <a:spcPct val="90000"/>
              </a:lnSpc>
              <a:spcBef>
                <a:spcPct val="0"/>
              </a:spcBef>
              <a:spcAft>
                <a:spcPts val="600"/>
              </a:spcAft>
              <a:buClr>
                <a:schemeClr val="tx1"/>
              </a:buClr>
              <a:buFont typeface="Wingdings" panose="05000000000000000000" pitchFamily="2" charset="2"/>
              <a:buChar char="§"/>
            </a:pPr>
            <a:r>
              <a:rPr lang="en-GB" noProof="0"/>
              <a:t>Text</a:t>
            </a:r>
          </a:p>
          <a:p>
            <a:pPr lvl="4"/>
            <a:r>
              <a:rPr lang="en-GB" noProof="0"/>
              <a:t>Text</a:t>
            </a:r>
          </a:p>
        </p:txBody>
      </p:sp>
      <p:sp>
        <p:nvSpPr>
          <p:cNvPr id="5" name="Inhaltsplatzhalter 3"/>
          <p:cNvSpPr>
            <a:spLocks noGrp="1"/>
          </p:cNvSpPr>
          <p:nvPr>
            <p:ph sz="quarter" idx="16" hasCustomPrompt="1"/>
          </p:nvPr>
        </p:nvSpPr>
        <p:spPr>
          <a:xfrm>
            <a:off x="6048000" y="962038"/>
            <a:ext cx="2664000" cy="3705212"/>
          </a:xfrm>
          <a:noFill/>
          <a:ln w="9525">
            <a:noFill/>
            <a:miter lim="800000"/>
            <a:headEnd/>
            <a:tailEnd/>
          </a:ln>
        </p:spPr>
        <p:txBody>
          <a:bodyPr vert="horz" wrap="square" lIns="0" tIns="0" rIns="0" bIns="0" numCol="1" anchor="t" anchorCtr="0" compatLnSpc="1">
            <a:prstTxWarp prst="textNoShape">
              <a:avLst/>
            </a:prstTxWarp>
          </a:bodyPr>
          <a:lstStyle>
            <a:lvl1pPr>
              <a:defRPr lang="de-DE" sz="1600" smtClean="0">
                <a:solidFill>
                  <a:schemeClr val="tx1"/>
                </a:solidFill>
              </a:defRPr>
            </a:lvl1pPr>
            <a:lvl2pPr marL="458777" indent="-228594">
              <a:defRPr lang="en-GB" sz="1400" kern="1200" noProof="0" dirty="0" smtClean="0">
                <a:solidFill>
                  <a:schemeClr val="tx1"/>
                </a:solidFill>
                <a:latin typeface="+mn-lt"/>
                <a:ea typeface="ヒラギノ角ゴ Pro W3" charset="0"/>
                <a:cs typeface="ヒラギノ角ゴ Pro W3"/>
              </a:defRPr>
            </a:lvl2pPr>
            <a:lvl3pPr>
              <a:defRPr lang="de-DE" sz="1400" smtClean="0">
                <a:solidFill>
                  <a:schemeClr val="tx1"/>
                </a:solidFill>
              </a:defRPr>
            </a:lvl3pPr>
            <a:lvl4pPr marL="893741" indent="-209545">
              <a:defRPr lang="en-GB" sz="1200" kern="1200" noProof="0" dirty="0" smtClean="0">
                <a:solidFill>
                  <a:schemeClr val="tx1"/>
                </a:solidFill>
                <a:latin typeface="+mn-lt"/>
                <a:ea typeface="ヒラギノ角ゴ Pro W3" charset="0"/>
                <a:cs typeface="ヒラギノ角ゴ Pro W3"/>
              </a:defRPr>
            </a:lvl4pPr>
            <a:lvl5pPr>
              <a:defRPr lang="en-GB" sz="1200">
                <a:solidFill>
                  <a:schemeClr val="tx1"/>
                </a:solidFill>
              </a:defRPr>
            </a:lvl5pPr>
          </a:lstStyle>
          <a:p>
            <a:pPr lvl="0"/>
            <a:r>
              <a:rPr lang="en-GB" noProof="0"/>
              <a:t>Text</a:t>
            </a:r>
          </a:p>
          <a:p>
            <a:pPr marL="458777" lvl="1" indent="-228594" algn="l" defTabSz="457189" rtl="0" eaLnBrk="1" fontAlgn="base" hangingPunct="1">
              <a:lnSpc>
                <a:spcPct val="90000"/>
              </a:lnSpc>
              <a:spcBef>
                <a:spcPct val="0"/>
              </a:spcBef>
              <a:spcAft>
                <a:spcPts val="600"/>
              </a:spcAft>
              <a:buClr>
                <a:schemeClr val="tx1"/>
              </a:buClr>
              <a:buSzPct val="80000"/>
              <a:buFont typeface="Courier New" panose="02070309020205020404" pitchFamily="49" charset="0"/>
              <a:buChar char="o"/>
            </a:pPr>
            <a:r>
              <a:rPr lang="en-GB" noProof="0"/>
              <a:t>Text</a:t>
            </a:r>
          </a:p>
          <a:p>
            <a:pPr lvl="2"/>
            <a:r>
              <a:rPr lang="en-GB" noProof="0"/>
              <a:t>Text</a:t>
            </a:r>
          </a:p>
          <a:p>
            <a:pPr marL="893741" lvl="3" indent="-209545" algn="l" defTabSz="457189" rtl="0" eaLnBrk="1" fontAlgn="base" hangingPunct="1">
              <a:lnSpc>
                <a:spcPct val="90000"/>
              </a:lnSpc>
              <a:spcBef>
                <a:spcPct val="0"/>
              </a:spcBef>
              <a:spcAft>
                <a:spcPts val="600"/>
              </a:spcAft>
              <a:buClr>
                <a:schemeClr val="tx1"/>
              </a:buClr>
              <a:buFont typeface="Wingdings" panose="05000000000000000000" pitchFamily="2" charset="2"/>
              <a:buChar char="§"/>
            </a:pPr>
            <a:r>
              <a:rPr lang="en-GB" noProof="0"/>
              <a:t>Text</a:t>
            </a:r>
          </a:p>
          <a:p>
            <a:pPr lvl="4"/>
            <a:r>
              <a:rPr lang="en-GB" noProof="0"/>
              <a:t>Text</a:t>
            </a:r>
          </a:p>
        </p:txBody>
      </p:sp>
      <p:sp>
        <p:nvSpPr>
          <p:cNvPr id="6" name="Inhaltsplatzhalter 3"/>
          <p:cNvSpPr>
            <a:spLocks noGrp="1"/>
          </p:cNvSpPr>
          <p:nvPr>
            <p:ph sz="quarter" idx="17" hasCustomPrompt="1"/>
          </p:nvPr>
        </p:nvSpPr>
        <p:spPr>
          <a:xfrm>
            <a:off x="3240000" y="962038"/>
            <a:ext cx="2664000" cy="3705212"/>
          </a:xfrm>
          <a:noFill/>
          <a:ln w="9525">
            <a:noFill/>
            <a:miter lim="800000"/>
            <a:headEnd/>
            <a:tailEnd/>
          </a:ln>
        </p:spPr>
        <p:txBody>
          <a:bodyPr vert="horz" wrap="square" lIns="0" tIns="0" rIns="0" bIns="0" numCol="1" anchor="t" anchorCtr="0" compatLnSpc="1">
            <a:prstTxWarp prst="textNoShape">
              <a:avLst/>
            </a:prstTxWarp>
          </a:bodyPr>
          <a:lstStyle>
            <a:lvl1pPr>
              <a:defRPr lang="de-DE" sz="1600" smtClean="0">
                <a:solidFill>
                  <a:schemeClr val="tx1"/>
                </a:solidFill>
              </a:defRPr>
            </a:lvl1pPr>
            <a:lvl2pPr marL="458777" indent="-228594">
              <a:defRPr lang="en-GB" sz="1400" kern="1200" noProof="0" dirty="0" smtClean="0">
                <a:solidFill>
                  <a:schemeClr val="tx1"/>
                </a:solidFill>
                <a:latin typeface="+mn-lt"/>
                <a:ea typeface="ヒラギノ角ゴ Pro W3" charset="0"/>
                <a:cs typeface="ヒラギノ角ゴ Pro W3"/>
              </a:defRPr>
            </a:lvl2pPr>
            <a:lvl3pPr>
              <a:defRPr lang="de-DE" sz="1400" smtClean="0">
                <a:solidFill>
                  <a:schemeClr val="tx1"/>
                </a:solidFill>
              </a:defRPr>
            </a:lvl3pPr>
            <a:lvl4pPr marL="893741" indent="-209545">
              <a:defRPr lang="en-GB" sz="1200" kern="1200" noProof="0" dirty="0" smtClean="0">
                <a:solidFill>
                  <a:schemeClr val="tx1"/>
                </a:solidFill>
                <a:latin typeface="+mn-lt"/>
                <a:ea typeface="ヒラギノ角ゴ Pro W3" charset="0"/>
                <a:cs typeface="ヒラギノ角ゴ Pro W3"/>
              </a:defRPr>
            </a:lvl4pPr>
            <a:lvl5pPr>
              <a:defRPr lang="en-GB" sz="1200">
                <a:solidFill>
                  <a:schemeClr val="tx1"/>
                </a:solidFill>
              </a:defRPr>
            </a:lvl5pPr>
          </a:lstStyle>
          <a:p>
            <a:pPr lvl="0"/>
            <a:r>
              <a:rPr lang="en-GB" noProof="0"/>
              <a:t>Text</a:t>
            </a:r>
          </a:p>
          <a:p>
            <a:pPr marL="458777" lvl="1" indent="-228594" algn="l" defTabSz="457189" rtl="0" eaLnBrk="1" fontAlgn="base" hangingPunct="1">
              <a:lnSpc>
                <a:spcPct val="90000"/>
              </a:lnSpc>
              <a:spcBef>
                <a:spcPct val="0"/>
              </a:spcBef>
              <a:spcAft>
                <a:spcPts val="600"/>
              </a:spcAft>
              <a:buClr>
                <a:schemeClr val="tx1"/>
              </a:buClr>
              <a:buSzPct val="80000"/>
              <a:buFont typeface="Courier New" panose="02070309020205020404" pitchFamily="49" charset="0"/>
              <a:buChar char="o"/>
            </a:pPr>
            <a:r>
              <a:rPr lang="en-GB" noProof="0"/>
              <a:t>Text</a:t>
            </a:r>
          </a:p>
          <a:p>
            <a:pPr lvl="2"/>
            <a:r>
              <a:rPr lang="en-GB" noProof="0"/>
              <a:t>Text</a:t>
            </a:r>
          </a:p>
          <a:p>
            <a:pPr marL="893741" lvl="3" indent="-209545" algn="l" defTabSz="457189" rtl="0" eaLnBrk="1" fontAlgn="base" hangingPunct="1">
              <a:lnSpc>
                <a:spcPct val="90000"/>
              </a:lnSpc>
              <a:spcBef>
                <a:spcPct val="0"/>
              </a:spcBef>
              <a:spcAft>
                <a:spcPts val="600"/>
              </a:spcAft>
              <a:buClr>
                <a:schemeClr val="tx1"/>
              </a:buClr>
              <a:buFont typeface="Wingdings" panose="05000000000000000000" pitchFamily="2" charset="2"/>
              <a:buChar char="§"/>
            </a:pPr>
            <a:r>
              <a:rPr lang="en-GB" noProof="0"/>
              <a:t>Text</a:t>
            </a:r>
          </a:p>
          <a:p>
            <a:pPr lvl="4"/>
            <a:r>
              <a:rPr lang="en-GB" noProof="0"/>
              <a:t>Text</a:t>
            </a:r>
          </a:p>
        </p:txBody>
      </p:sp>
      <p:sp>
        <p:nvSpPr>
          <p:cNvPr id="7" name="Textplatzhalter 5">
            <a:extLst>
              <a:ext uri="{FF2B5EF4-FFF2-40B4-BE49-F238E27FC236}">
                <a16:creationId xmlns:a16="http://schemas.microsoft.com/office/drawing/2014/main" id="{B60F2A68-AC27-4484-8783-1382904ABC18}"/>
              </a:ext>
            </a:extLst>
          </p:cNvPr>
          <p:cNvSpPr>
            <a:spLocks noGrp="1"/>
          </p:cNvSpPr>
          <p:nvPr>
            <p:ph type="body" sz="quarter" idx="14" hasCustomPrompt="1"/>
          </p:nvPr>
        </p:nvSpPr>
        <p:spPr>
          <a:xfrm>
            <a:off x="431801" y="579842"/>
            <a:ext cx="6993000" cy="216000"/>
          </a:xfrm>
          <a:noFill/>
          <a:ln w="9525">
            <a:noFill/>
            <a:miter lim="800000"/>
            <a:headEnd/>
            <a:tailEnd/>
          </a:ln>
        </p:spPr>
        <p:txBody>
          <a:bodyPr vert="horz" wrap="square" lIns="0" tIns="0" rIns="0" bIns="0" numCol="1" anchor="t" anchorCtr="0" compatLnSpc="1">
            <a:prstTxWarp prst="textNoShape">
              <a:avLst/>
            </a:prstTxWarp>
          </a:bodyPr>
          <a:lstStyle>
            <a:lvl1pPr marL="285743" indent="-285743">
              <a:buFont typeface="Arial" panose="020B0604020202020204" pitchFamily="34" charset="0"/>
              <a:buNone/>
              <a:defRPr lang="en-GB" sz="1400" dirty="0">
                <a:solidFill>
                  <a:schemeClr val="bg2">
                    <a:lumMod val="75000"/>
                  </a:schemeClr>
                </a:solidFill>
                <a:latin typeface="+mj-lt"/>
              </a:defRPr>
            </a:lvl1pPr>
          </a:lstStyle>
          <a:p>
            <a:pPr marL="0" lvl="0" indent="0"/>
            <a:r>
              <a:rPr lang="en-GB"/>
              <a:t>Sub-title</a:t>
            </a:r>
          </a:p>
        </p:txBody>
      </p:sp>
    </p:spTree>
    <p:extLst>
      <p:ext uri="{BB962C8B-B14F-4D97-AF65-F5344CB8AC3E}">
        <p14:creationId xmlns:p14="http://schemas.microsoft.com/office/powerpoint/2010/main" val="33687303"/>
      </p:ext>
    </p:extLst>
  </p:cSld>
  <p:clrMapOvr>
    <a:masterClrMapping/>
  </p:clrMapOvr>
  <p:transition spd="slow">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PECIAL - Guidelines">
    <p:spTree>
      <p:nvGrpSpPr>
        <p:cNvPr id="1" name=""/>
        <p:cNvGrpSpPr/>
        <p:nvPr/>
      </p:nvGrpSpPr>
      <p:grpSpPr>
        <a:xfrm>
          <a:off x="0" y="0"/>
          <a:ext cx="0" cy="0"/>
          <a:chOff x="0" y="0"/>
          <a:chExt cx="0" cy="0"/>
        </a:xfrm>
      </p:grpSpPr>
      <p:sp>
        <p:nvSpPr>
          <p:cNvPr id="24" name="Rechteck 32">
            <a:extLst>
              <a:ext uri="{FF2B5EF4-FFF2-40B4-BE49-F238E27FC236}">
                <a16:creationId xmlns:a16="http://schemas.microsoft.com/office/drawing/2014/main" id="{5269058A-CAAF-4961-ADED-7D6F50730025}"/>
              </a:ext>
            </a:extLst>
          </p:cNvPr>
          <p:cNvSpPr/>
          <p:nvPr userDrawn="1"/>
        </p:nvSpPr>
        <p:spPr>
          <a:xfrm>
            <a:off x="2" y="-1"/>
            <a:ext cx="864000" cy="4929189"/>
          </a:xfrm>
          <a:prstGeom prst="rect">
            <a:avLst/>
          </a:prstGeom>
          <a:solidFill>
            <a:schemeClr val="bg2">
              <a:lumMod val="20000"/>
              <a:lumOff val="80000"/>
              <a:alpha val="40000"/>
            </a:schemeClr>
          </a:solidFill>
          <a:ln w="19050">
            <a:noFill/>
          </a:ln>
        </p:spPr>
        <p:txBody>
          <a:bodyPr wrap="none" lIns="36000" tIns="72000" bIns="72000" anchor="ctr">
            <a:noAutofit/>
          </a:bodyPr>
          <a:lstStyle/>
          <a:p>
            <a:pPr>
              <a:lnSpc>
                <a:spcPct val="90000"/>
              </a:lnSpc>
            </a:pPr>
            <a:endParaRPr lang="en-GB" sz="1000" dirty="0">
              <a:solidFill>
                <a:schemeClr val="tx2"/>
              </a:solidFill>
            </a:endParaRPr>
          </a:p>
        </p:txBody>
      </p:sp>
      <p:sp>
        <p:nvSpPr>
          <p:cNvPr id="28" name="Rechteck 32">
            <a:extLst>
              <a:ext uri="{FF2B5EF4-FFF2-40B4-BE49-F238E27FC236}">
                <a16:creationId xmlns:a16="http://schemas.microsoft.com/office/drawing/2014/main" id="{2D861D4E-F7A9-447A-964B-FFE35427B366}"/>
              </a:ext>
            </a:extLst>
          </p:cNvPr>
          <p:cNvSpPr/>
          <p:nvPr userDrawn="1"/>
        </p:nvSpPr>
        <p:spPr>
          <a:xfrm>
            <a:off x="1223963" y="3777376"/>
            <a:ext cx="7920038" cy="25200"/>
          </a:xfrm>
          <a:prstGeom prst="rect">
            <a:avLst/>
          </a:prstGeom>
          <a:solidFill>
            <a:schemeClr val="bg2">
              <a:lumMod val="20000"/>
              <a:lumOff val="80000"/>
            </a:schemeClr>
          </a:solidFill>
          <a:ln w="19050">
            <a:noFill/>
          </a:ln>
        </p:spPr>
        <p:txBody>
          <a:bodyPr wrap="none" lIns="36000" tIns="72000" bIns="72000" anchor="ctr">
            <a:noAutofit/>
          </a:bodyPr>
          <a:lstStyle/>
          <a:p>
            <a:pPr>
              <a:lnSpc>
                <a:spcPct val="90000"/>
              </a:lnSpc>
            </a:pPr>
            <a:endParaRPr lang="en-GB" sz="1000" dirty="0">
              <a:solidFill>
                <a:schemeClr val="tx2"/>
              </a:solidFill>
            </a:endParaRPr>
          </a:p>
        </p:txBody>
      </p:sp>
      <p:grpSp>
        <p:nvGrpSpPr>
          <p:cNvPr id="36" name="Group 35">
            <a:extLst>
              <a:ext uri="{FF2B5EF4-FFF2-40B4-BE49-F238E27FC236}">
                <a16:creationId xmlns:a16="http://schemas.microsoft.com/office/drawing/2014/main" id="{DA123A29-D1F0-460D-90C6-4C9CD2EF5900}"/>
              </a:ext>
            </a:extLst>
          </p:cNvPr>
          <p:cNvGrpSpPr/>
          <p:nvPr userDrawn="1"/>
        </p:nvGrpSpPr>
        <p:grpSpPr>
          <a:xfrm>
            <a:off x="73438" y="684000"/>
            <a:ext cx="790564" cy="2651480"/>
            <a:chOff x="73438" y="522001"/>
            <a:chExt cx="972000" cy="2651480"/>
          </a:xfrm>
          <a:noFill/>
        </p:grpSpPr>
        <p:sp>
          <p:nvSpPr>
            <p:cNvPr id="22" name="Rechteck 20">
              <a:hlinkClick r:id="rId2" action="ppaction://hlinksldjump"/>
              <a:extLst>
                <a:ext uri="{FF2B5EF4-FFF2-40B4-BE49-F238E27FC236}">
                  <a16:creationId xmlns:a16="http://schemas.microsoft.com/office/drawing/2014/main" id="{98E20945-32DB-4CA0-97E4-253A2972079D}"/>
                </a:ext>
              </a:extLst>
            </p:cNvPr>
            <p:cNvSpPr/>
            <p:nvPr userDrawn="1"/>
          </p:nvSpPr>
          <p:spPr>
            <a:xfrm>
              <a:off x="73438" y="2957481"/>
              <a:ext cx="972000" cy="216000"/>
            </a:xfrm>
            <a:prstGeom prst="rect">
              <a:avLst/>
            </a:prstGeom>
            <a:grpFill/>
            <a:ln w="19050">
              <a:noFill/>
            </a:ln>
          </p:spPr>
          <p:txBody>
            <a:bodyPr wrap="none" lIns="36000" tIns="72000" bIns="72000" anchor="ctr">
              <a:noAutofit/>
            </a:bodyPr>
            <a:lstStyle/>
            <a:p>
              <a:pPr lvl="0">
                <a:lnSpc>
                  <a:spcPct val="90000"/>
                </a:lnSpc>
              </a:pPr>
              <a:r>
                <a:rPr lang="de-DE" sz="1000" noProof="0" dirty="0">
                  <a:solidFill>
                    <a:schemeClr val="bg2"/>
                  </a:solidFill>
                </a:rPr>
                <a:t>Disclaimer</a:t>
              </a:r>
            </a:p>
          </p:txBody>
        </p:sp>
        <p:sp>
          <p:nvSpPr>
            <p:cNvPr id="8" name="Rechteck 18">
              <a:hlinkClick r:id="rId3" action="ppaction://hlinksldjump"/>
              <a:extLst>
                <a:ext uri="{FF2B5EF4-FFF2-40B4-BE49-F238E27FC236}">
                  <a16:creationId xmlns:a16="http://schemas.microsoft.com/office/drawing/2014/main" id="{16220B1F-C775-4EDF-A19C-541E78C9C013}"/>
                </a:ext>
              </a:extLst>
            </p:cNvPr>
            <p:cNvSpPr/>
            <p:nvPr userDrawn="1"/>
          </p:nvSpPr>
          <p:spPr>
            <a:xfrm>
              <a:off x="73438" y="1874741"/>
              <a:ext cx="972000" cy="216000"/>
            </a:xfrm>
            <a:prstGeom prst="rect">
              <a:avLst/>
            </a:prstGeom>
            <a:grpFill/>
            <a:ln w="19050">
              <a:noFill/>
            </a:ln>
          </p:spPr>
          <p:txBody>
            <a:bodyPr wrap="none" lIns="36000" tIns="72000" bIns="72000" anchor="ctr">
              <a:noAutofit/>
            </a:bodyPr>
            <a:lstStyle/>
            <a:p>
              <a:pPr>
                <a:lnSpc>
                  <a:spcPct val="90000"/>
                </a:lnSpc>
              </a:pPr>
              <a:r>
                <a:rPr lang="de-DE" sz="1000" noProof="0">
                  <a:solidFill>
                    <a:schemeClr val="bg2"/>
                  </a:solidFill>
                </a:rPr>
                <a:t>Schriften</a:t>
              </a:r>
            </a:p>
          </p:txBody>
        </p:sp>
        <p:sp>
          <p:nvSpPr>
            <p:cNvPr id="9" name="Rechteck 19">
              <a:hlinkClick r:id="rId4" action="ppaction://hlinksldjump"/>
              <a:extLst>
                <a:ext uri="{FF2B5EF4-FFF2-40B4-BE49-F238E27FC236}">
                  <a16:creationId xmlns:a16="http://schemas.microsoft.com/office/drawing/2014/main" id="{9B313B8A-FE58-4F06-89C1-ED5703751F6A}"/>
                </a:ext>
              </a:extLst>
            </p:cNvPr>
            <p:cNvSpPr/>
            <p:nvPr userDrawn="1"/>
          </p:nvSpPr>
          <p:spPr>
            <a:xfrm>
              <a:off x="73438" y="1062686"/>
              <a:ext cx="972000" cy="216000"/>
            </a:xfrm>
            <a:prstGeom prst="rect">
              <a:avLst/>
            </a:prstGeom>
            <a:grpFill/>
            <a:ln w="19050">
              <a:noFill/>
            </a:ln>
          </p:spPr>
          <p:txBody>
            <a:bodyPr wrap="none" lIns="36000" tIns="72000" bIns="72000" anchor="ctr">
              <a:noAutofit/>
            </a:bodyPr>
            <a:lstStyle/>
            <a:p>
              <a:pPr lvl="0">
                <a:lnSpc>
                  <a:spcPct val="90000"/>
                </a:lnSpc>
              </a:pPr>
              <a:r>
                <a:rPr lang="de-DE" sz="1000" noProof="0">
                  <a:solidFill>
                    <a:schemeClr val="bg2"/>
                  </a:solidFill>
                </a:rPr>
                <a:t>Name im Text</a:t>
              </a:r>
            </a:p>
          </p:txBody>
        </p:sp>
        <p:sp>
          <p:nvSpPr>
            <p:cNvPr id="10" name="Rechteck 20">
              <a:hlinkClick r:id="rId5" action="ppaction://hlinksldjump"/>
              <a:extLst>
                <a:ext uri="{FF2B5EF4-FFF2-40B4-BE49-F238E27FC236}">
                  <a16:creationId xmlns:a16="http://schemas.microsoft.com/office/drawing/2014/main" id="{831ABF54-99EE-4EE7-BEE2-9C001DE6883E}"/>
                </a:ext>
              </a:extLst>
            </p:cNvPr>
            <p:cNvSpPr/>
            <p:nvPr userDrawn="1"/>
          </p:nvSpPr>
          <p:spPr>
            <a:xfrm>
              <a:off x="73438" y="2686796"/>
              <a:ext cx="972000" cy="216000"/>
            </a:xfrm>
            <a:prstGeom prst="rect">
              <a:avLst/>
            </a:prstGeom>
            <a:grpFill/>
            <a:ln w="19050">
              <a:noFill/>
            </a:ln>
          </p:spPr>
          <p:txBody>
            <a:bodyPr wrap="none" lIns="36000" tIns="72000" bIns="72000" anchor="ctr">
              <a:noAutofit/>
            </a:bodyPr>
            <a:lstStyle/>
            <a:p>
              <a:pPr lvl="0">
                <a:lnSpc>
                  <a:spcPct val="90000"/>
                </a:lnSpc>
              </a:pPr>
              <a:r>
                <a:rPr lang="de-DE" sz="1000" noProof="0" dirty="0">
                  <a:solidFill>
                    <a:schemeClr val="bg2"/>
                  </a:solidFill>
                </a:rPr>
                <a:t>Bilder</a:t>
              </a:r>
            </a:p>
          </p:txBody>
        </p:sp>
        <p:sp>
          <p:nvSpPr>
            <p:cNvPr id="12" name="Rechteck 32">
              <a:hlinkClick r:id="rId6" action="ppaction://hlinksldjump"/>
              <a:extLst>
                <a:ext uri="{FF2B5EF4-FFF2-40B4-BE49-F238E27FC236}">
                  <a16:creationId xmlns:a16="http://schemas.microsoft.com/office/drawing/2014/main" id="{7DA185F2-FCCF-49BC-A3F7-BD5F4C862B0D}"/>
                </a:ext>
              </a:extLst>
            </p:cNvPr>
            <p:cNvSpPr/>
            <p:nvPr userDrawn="1"/>
          </p:nvSpPr>
          <p:spPr>
            <a:xfrm>
              <a:off x="73438" y="792001"/>
              <a:ext cx="972000" cy="216000"/>
            </a:xfrm>
            <a:prstGeom prst="rect">
              <a:avLst/>
            </a:prstGeom>
            <a:grpFill/>
            <a:ln w="19050">
              <a:noFill/>
            </a:ln>
          </p:spPr>
          <p:txBody>
            <a:bodyPr wrap="none" lIns="36000" tIns="72000" bIns="72000" anchor="ctr">
              <a:noAutofit/>
            </a:bodyPr>
            <a:lstStyle/>
            <a:p>
              <a:pPr>
                <a:lnSpc>
                  <a:spcPct val="90000"/>
                </a:lnSpc>
              </a:pPr>
              <a:r>
                <a:rPr lang="de-DE" sz="1000" noProof="0">
                  <a:solidFill>
                    <a:schemeClr val="bg2"/>
                  </a:solidFill>
                </a:rPr>
                <a:t>Logo</a:t>
              </a:r>
            </a:p>
          </p:txBody>
        </p:sp>
        <p:sp>
          <p:nvSpPr>
            <p:cNvPr id="13" name="Rechteck 33">
              <a:hlinkClick r:id="rId7" action="ppaction://hlinksldjump"/>
              <a:extLst>
                <a:ext uri="{FF2B5EF4-FFF2-40B4-BE49-F238E27FC236}">
                  <a16:creationId xmlns:a16="http://schemas.microsoft.com/office/drawing/2014/main" id="{236F542F-60EB-468C-AE35-81C547EB6A2C}"/>
                </a:ext>
              </a:extLst>
            </p:cNvPr>
            <p:cNvSpPr/>
            <p:nvPr userDrawn="1"/>
          </p:nvSpPr>
          <p:spPr>
            <a:xfrm>
              <a:off x="73438" y="1333371"/>
              <a:ext cx="972000" cy="216000"/>
            </a:xfrm>
            <a:prstGeom prst="rect">
              <a:avLst/>
            </a:prstGeom>
            <a:grpFill/>
            <a:ln w="19050">
              <a:noFill/>
            </a:ln>
          </p:spPr>
          <p:txBody>
            <a:bodyPr wrap="none" lIns="36000" tIns="72000" bIns="72000" anchor="ctr">
              <a:noAutofit/>
            </a:bodyPr>
            <a:lstStyle/>
            <a:p>
              <a:pPr lvl="0">
                <a:lnSpc>
                  <a:spcPct val="90000"/>
                </a:lnSpc>
              </a:pPr>
              <a:r>
                <a:rPr lang="de-DE" sz="1000" noProof="0">
                  <a:solidFill>
                    <a:schemeClr val="bg2"/>
                  </a:solidFill>
                </a:rPr>
                <a:t>Co-Branding</a:t>
              </a:r>
            </a:p>
          </p:txBody>
        </p:sp>
        <p:sp>
          <p:nvSpPr>
            <p:cNvPr id="15" name="Rechteck 36">
              <a:hlinkClick r:id="rId8" action="ppaction://hlinksldjump"/>
              <a:extLst>
                <a:ext uri="{FF2B5EF4-FFF2-40B4-BE49-F238E27FC236}">
                  <a16:creationId xmlns:a16="http://schemas.microsoft.com/office/drawing/2014/main" id="{96781E7D-D015-4C0D-B776-972C2E538C00}"/>
                </a:ext>
              </a:extLst>
            </p:cNvPr>
            <p:cNvSpPr/>
            <p:nvPr userDrawn="1"/>
          </p:nvSpPr>
          <p:spPr>
            <a:xfrm>
              <a:off x="73438" y="2416111"/>
              <a:ext cx="972000" cy="216000"/>
            </a:xfrm>
            <a:prstGeom prst="rect">
              <a:avLst/>
            </a:prstGeom>
            <a:grpFill/>
            <a:ln w="19050">
              <a:noFill/>
            </a:ln>
          </p:spPr>
          <p:txBody>
            <a:bodyPr wrap="none" lIns="36000" tIns="72000" bIns="72000" anchor="ctr">
              <a:noAutofit/>
            </a:bodyPr>
            <a:lstStyle/>
            <a:p>
              <a:pPr>
                <a:lnSpc>
                  <a:spcPct val="90000"/>
                </a:lnSpc>
              </a:pPr>
              <a:r>
                <a:rPr lang="de-DE" sz="1000" noProof="0">
                  <a:solidFill>
                    <a:schemeClr val="bg2"/>
                  </a:solidFill>
                </a:rPr>
                <a:t>Icons</a:t>
              </a:r>
            </a:p>
          </p:txBody>
        </p:sp>
        <p:sp>
          <p:nvSpPr>
            <p:cNvPr id="17" name="Rechteck 38">
              <a:hlinkClick r:id="rId9" action="ppaction://hlinksldjump"/>
              <a:extLst>
                <a:ext uri="{FF2B5EF4-FFF2-40B4-BE49-F238E27FC236}">
                  <a16:creationId xmlns:a16="http://schemas.microsoft.com/office/drawing/2014/main" id="{659EE102-D42A-4C53-B79F-171592933C30}"/>
                </a:ext>
              </a:extLst>
            </p:cNvPr>
            <p:cNvSpPr/>
            <p:nvPr userDrawn="1"/>
          </p:nvSpPr>
          <p:spPr>
            <a:xfrm>
              <a:off x="73438" y="1604056"/>
              <a:ext cx="972000" cy="216000"/>
            </a:xfrm>
            <a:prstGeom prst="rect">
              <a:avLst/>
            </a:prstGeom>
            <a:grpFill/>
            <a:ln w="19050">
              <a:noFill/>
            </a:ln>
          </p:spPr>
          <p:txBody>
            <a:bodyPr wrap="none" lIns="36000" tIns="72000" bIns="72000" anchor="ctr">
              <a:noAutofit/>
            </a:bodyPr>
            <a:lstStyle/>
            <a:p>
              <a:pPr>
                <a:lnSpc>
                  <a:spcPct val="90000"/>
                </a:lnSpc>
              </a:pPr>
              <a:r>
                <a:rPr lang="de-DE" sz="1000" noProof="0">
                  <a:solidFill>
                    <a:schemeClr val="bg2"/>
                  </a:solidFill>
                </a:rPr>
                <a:t>Farben</a:t>
              </a:r>
            </a:p>
          </p:txBody>
        </p:sp>
        <p:sp>
          <p:nvSpPr>
            <p:cNvPr id="18" name="Rechteck 39">
              <a:hlinkClick r:id="rId10" action="ppaction://hlinksldjump"/>
              <a:extLst>
                <a:ext uri="{FF2B5EF4-FFF2-40B4-BE49-F238E27FC236}">
                  <a16:creationId xmlns:a16="http://schemas.microsoft.com/office/drawing/2014/main" id="{F553C42F-491C-4FB0-A8CA-30CC54E52AD7}"/>
                </a:ext>
              </a:extLst>
            </p:cNvPr>
            <p:cNvSpPr/>
            <p:nvPr userDrawn="1"/>
          </p:nvSpPr>
          <p:spPr>
            <a:xfrm>
              <a:off x="73438" y="2145426"/>
              <a:ext cx="972000" cy="216000"/>
            </a:xfrm>
            <a:prstGeom prst="rect">
              <a:avLst/>
            </a:prstGeom>
            <a:grpFill/>
            <a:ln w="19050">
              <a:noFill/>
            </a:ln>
          </p:spPr>
          <p:txBody>
            <a:bodyPr wrap="none" lIns="36000" tIns="72000" bIns="72000" anchor="ctr">
              <a:noAutofit/>
            </a:bodyPr>
            <a:lstStyle/>
            <a:p>
              <a:pPr lvl="0">
                <a:lnSpc>
                  <a:spcPct val="90000"/>
                </a:lnSpc>
              </a:pPr>
              <a:r>
                <a:rPr lang="de-DE" sz="1000" noProof="0" dirty="0">
                  <a:solidFill>
                    <a:schemeClr val="bg2"/>
                  </a:solidFill>
                </a:rPr>
                <a:t>Grafik</a:t>
              </a:r>
            </a:p>
          </p:txBody>
        </p:sp>
        <p:sp>
          <p:nvSpPr>
            <p:cNvPr id="26" name="Rechteck 32">
              <a:hlinkClick r:id="rId11" action="ppaction://hlinksldjump"/>
              <a:extLst>
                <a:ext uri="{FF2B5EF4-FFF2-40B4-BE49-F238E27FC236}">
                  <a16:creationId xmlns:a16="http://schemas.microsoft.com/office/drawing/2014/main" id="{6A3323B8-F800-4B36-A39D-E97B7C718FF7}"/>
                </a:ext>
              </a:extLst>
            </p:cNvPr>
            <p:cNvSpPr/>
            <p:nvPr userDrawn="1"/>
          </p:nvSpPr>
          <p:spPr>
            <a:xfrm>
              <a:off x="73438" y="522001"/>
              <a:ext cx="972000" cy="216000"/>
            </a:xfrm>
            <a:prstGeom prst="rect">
              <a:avLst/>
            </a:prstGeom>
            <a:grpFill/>
            <a:ln w="19050">
              <a:noFill/>
            </a:ln>
          </p:spPr>
          <p:txBody>
            <a:bodyPr wrap="none" lIns="36000" tIns="72000" bIns="72000" anchor="ctr">
              <a:noAutofit/>
            </a:bodyPr>
            <a:lstStyle/>
            <a:p>
              <a:pPr>
                <a:lnSpc>
                  <a:spcPct val="90000"/>
                </a:lnSpc>
              </a:pPr>
              <a:r>
                <a:rPr lang="de-DE" sz="1000" noProof="0" dirty="0">
                  <a:solidFill>
                    <a:schemeClr val="bg2"/>
                  </a:solidFill>
                </a:rPr>
                <a:t>Identität</a:t>
              </a:r>
            </a:p>
          </p:txBody>
        </p:sp>
      </p:grpSp>
      <p:sp>
        <p:nvSpPr>
          <p:cNvPr id="23" name="Rechteck 32">
            <a:hlinkClick r:id="" action="ppaction://noaction"/>
            <a:extLst>
              <a:ext uri="{FF2B5EF4-FFF2-40B4-BE49-F238E27FC236}">
                <a16:creationId xmlns:a16="http://schemas.microsoft.com/office/drawing/2014/main" id="{8007821A-8BE7-413A-A09D-0A14642B14A8}"/>
              </a:ext>
            </a:extLst>
          </p:cNvPr>
          <p:cNvSpPr/>
          <p:nvPr userDrawn="1"/>
        </p:nvSpPr>
        <p:spPr>
          <a:xfrm>
            <a:off x="73438" y="239470"/>
            <a:ext cx="790564" cy="216000"/>
          </a:xfrm>
          <a:prstGeom prst="rect">
            <a:avLst/>
          </a:prstGeom>
          <a:noFill/>
          <a:ln w="19050">
            <a:noFill/>
          </a:ln>
        </p:spPr>
        <p:txBody>
          <a:bodyPr wrap="none" lIns="36000" tIns="72000" bIns="72000" anchor="ctr">
            <a:noAutofit/>
          </a:bodyPr>
          <a:lstStyle/>
          <a:p>
            <a:pPr>
              <a:lnSpc>
                <a:spcPct val="90000"/>
              </a:lnSpc>
            </a:pPr>
            <a:r>
              <a:rPr lang="en-GB" sz="1000" dirty="0">
                <a:solidFill>
                  <a:schemeClr val="tx1">
                    <a:lumMod val="75000"/>
                    <a:lumOff val="25000"/>
                  </a:schemeClr>
                </a:solidFill>
              </a:rPr>
              <a:t>BRAND</a:t>
            </a:r>
            <a:br>
              <a:rPr lang="en-GB" sz="1000" dirty="0">
                <a:solidFill>
                  <a:schemeClr val="tx1">
                    <a:lumMod val="75000"/>
                    <a:lumOff val="25000"/>
                  </a:schemeClr>
                </a:solidFill>
              </a:rPr>
            </a:br>
            <a:r>
              <a:rPr lang="en-GB" sz="1000" dirty="0">
                <a:solidFill>
                  <a:schemeClr val="tx1">
                    <a:lumMod val="75000"/>
                    <a:lumOff val="25000"/>
                  </a:schemeClr>
                </a:solidFill>
              </a:rPr>
              <a:t>GUIDELINES</a:t>
            </a:r>
          </a:p>
        </p:txBody>
      </p:sp>
      <p:sp>
        <p:nvSpPr>
          <p:cNvPr id="2" name="Titel 1"/>
          <p:cNvSpPr>
            <a:spLocks noGrp="1"/>
          </p:cNvSpPr>
          <p:nvPr userDrawn="1">
            <p:ph type="title" hasCustomPrompt="1"/>
          </p:nvPr>
        </p:nvSpPr>
        <p:spPr>
          <a:xfrm>
            <a:off x="431800" y="-198947"/>
            <a:ext cx="4140200" cy="189422"/>
          </a:xfrm>
          <a:noFill/>
        </p:spPr>
        <p:txBody>
          <a:bodyPr lIns="72000" tIns="36000" anchor="b"/>
          <a:lstStyle>
            <a:lvl1pPr>
              <a:defRPr sz="1100">
                <a:solidFill>
                  <a:schemeClr val="tx1"/>
                </a:solidFill>
              </a:defRPr>
            </a:lvl1pPr>
          </a:lstStyle>
          <a:p>
            <a:r>
              <a:rPr lang="en-GB" noProof="0" dirty="0"/>
              <a:t>Key message</a:t>
            </a:r>
          </a:p>
        </p:txBody>
      </p:sp>
      <p:sp>
        <p:nvSpPr>
          <p:cNvPr id="6" name="Textplatzhalter 3"/>
          <p:cNvSpPr>
            <a:spLocks noGrp="1"/>
          </p:cNvSpPr>
          <p:nvPr userDrawn="1">
            <p:ph type="body" sz="quarter" idx="14" hasCustomPrompt="1"/>
          </p:nvPr>
        </p:nvSpPr>
        <p:spPr>
          <a:xfrm>
            <a:off x="1223963" y="3837602"/>
            <a:ext cx="5222056" cy="1039198"/>
          </a:xfrm>
          <a:solidFill>
            <a:schemeClr val="bg1">
              <a:alpha val="0"/>
            </a:schemeClr>
          </a:solidFill>
          <a:ln>
            <a:noFill/>
          </a:ln>
        </p:spPr>
        <p:txBody>
          <a:bodyPr wrap="square" lIns="0" tIns="72000" rIns="36000" bIns="36000" numCol="2" spcCol="288000">
            <a:noAutofit/>
          </a:bodyPr>
          <a:lstStyle>
            <a:lvl1pPr marL="0" indent="0">
              <a:lnSpc>
                <a:spcPct val="90000"/>
              </a:lnSpc>
              <a:buNone/>
              <a:defRPr lang="de-DE" sz="900" b="0" smtClean="0">
                <a:solidFill>
                  <a:schemeClr val="tx1">
                    <a:lumMod val="75000"/>
                    <a:lumOff val="25000"/>
                  </a:schemeClr>
                </a:solidFill>
                <a:latin typeface="+mn-lt"/>
                <a:ea typeface="ヒラギノ角ゴ Pro W3"/>
                <a:cs typeface="ヒラギノ角ゴ Pro W3"/>
              </a:defRPr>
            </a:lvl1pPr>
            <a:lvl2pPr marL="228594" indent="0">
              <a:buNone/>
              <a:defRPr lang="de-DE" smtClean="0">
                <a:solidFill>
                  <a:schemeClr val="tx1"/>
                </a:solidFill>
                <a:latin typeface="Arial" charset="0"/>
                <a:ea typeface="ヒラギノ角ゴ Pro W3"/>
              </a:defRPr>
            </a:lvl2pPr>
            <a:lvl3pPr marL="688958" indent="0">
              <a:buNone/>
              <a:defRPr lang="de-DE" smtClean="0">
                <a:solidFill>
                  <a:schemeClr val="tx1"/>
                </a:solidFill>
                <a:latin typeface="Arial" charset="0"/>
                <a:ea typeface="ヒラギノ角ゴ Pro W3"/>
              </a:defRPr>
            </a:lvl3pPr>
            <a:lvl4pPr marL="1142972" indent="0">
              <a:buNone/>
              <a:defRPr lang="de-DE" smtClean="0">
                <a:solidFill>
                  <a:schemeClr val="tx1"/>
                </a:solidFill>
                <a:latin typeface="Arial" charset="0"/>
                <a:ea typeface="ヒラギノ角ゴ Pro W3"/>
              </a:defRPr>
            </a:lvl4pPr>
            <a:lvl5pPr marL="1598572" indent="0">
              <a:buNone/>
              <a:defRPr lang="en-US">
                <a:solidFill>
                  <a:schemeClr val="tx1"/>
                </a:solidFill>
                <a:latin typeface="Arial" charset="0"/>
                <a:ea typeface="ヒラギノ角ゴ Pro W3"/>
              </a:defRPr>
            </a:lvl5pPr>
          </a:lstStyle>
          <a:p>
            <a:pPr lvl="0">
              <a:lnSpc>
                <a:spcPct val="90000"/>
              </a:lnSpc>
            </a:pPr>
            <a:r>
              <a:rPr lang="de-DE" noProof="0"/>
              <a:t>Text</a:t>
            </a:r>
          </a:p>
        </p:txBody>
      </p:sp>
      <p:sp>
        <p:nvSpPr>
          <p:cNvPr id="32" name="Textplatzhalter 3">
            <a:extLst>
              <a:ext uri="{FF2B5EF4-FFF2-40B4-BE49-F238E27FC236}">
                <a16:creationId xmlns:a16="http://schemas.microsoft.com/office/drawing/2014/main" id="{535571AE-FE14-4D3C-93A9-CF3D9405448E}"/>
              </a:ext>
            </a:extLst>
          </p:cNvPr>
          <p:cNvSpPr>
            <a:spLocks noGrp="1"/>
          </p:cNvSpPr>
          <p:nvPr userDrawn="1">
            <p:ph type="body" sz="quarter" idx="15" hasCustomPrompt="1"/>
          </p:nvPr>
        </p:nvSpPr>
        <p:spPr>
          <a:xfrm>
            <a:off x="7056951" y="3837602"/>
            <a:ext cx="1944000" cy="1039198"/>
          </a:xfrm>
          <a:solidFill>
            <a:schemeClr val="accent4">
              <a:alpha val="0"/>
            </a:schemeClr>
          </a:solidFill>
          <a:ln>
            <a:noFill/>
          </a:ln>
        </p:spPr>
        <p:txBody>
          <a:bodyPr wrap="square" lIns="0" tIns="72000" rIns="36000" bIns="36000" numCol="1" spcCol="108000" anchor="t">
            <a:noAutofit/>
          </a:bodyPr>
          <a:lstStyle>
            <a:lvl1pPr marL="0" indent="0" algn="l">
              <a:lnSpc>
                <a:spcPct val="90000"/>
              </a:lnSpc>
              <a:buNone/>
              <a:defRPr lang="de-DE" sz="900" b="0" smtClean="0">
                <a:solidFill>
                  <a:schemeClr val="accent1"/>
                </a:solidFill>
                <a:latin typeface="+mn-lt"/>
                <a:ea typeface="ヒラギノ角ゴ Pro W3"/>
                <a:cs typeface="ヒラギノ角ゴ Pro W3"/>
              </a:defRPr>
            </a:lvl1pPr>
            <a:lvl2pPr marL="228594" indent="0">
              <a:buNone/>
              <a:defRPr lang="de-DE" smtClean="0">
                <a:solidFill>
                  <a:schemeClr val="tx1"/>
                </a:solidFill>
                <a:latin typeface="Arial" charset="0"/>
                <a:ea typeface="ヒラギノ角ゴ Pro W3"/>
              </a:defRPr>
            </a:lvl2pPr>
            <a:lvl3pPr marL="688958" indent="0">
              <a:buNone/>
              <a:defRPr lang="de-DE" smtClean="0">
                <a:solidFill>
                  <a:schemeClr val="tx1"/>
                </a:solidFill>
                <a:latin typeface="Arial" charset="0"/>
                <a:ea typeface="ヒラギノ角ゴ Pro W3"/>
              </a:defRPr>
            </a:lvl3pPr>
            <a:lvl4pPr marL="1142972" indent="0">
              <a:buNone/>
              <a:defRPr lang="de-DE" smtClean="0">
                <a:solidFill>
                  <a:schemeClr val="tx1"/>
                </a:solidFill>
                <a:latin typeface="Arial" charset="0"/>
                <a:ea typeface="ヒラギノ角ゴ Pro W3"/>
              </a:defRPr>
            </a:lvl4pPr>
            <a:lvl5pPr marL="1598572" indent="0">
              <a:buNone/>
              <a:defRPr lang="en-US">
                <a:solidFill>
                  <a:schemeClr val="tx1"/>
                </a:solidFill>
                <a:latin typeface="Arial" charset="0"/>
                <a:ea typeface="ヒラギノ角ゴ Pro W3"/>
              </a:defRPr>
            </a:lvl5pPr>
          </a:lstStyle>
          <a:p>
            <a:pPr lvl="0">
              <a:lnSpc>
                <a:spcPct val="90000"/>
              </a:lnSpc>
            </a:pPr>
            <a:r>
              <a:rPr lang="de-DE" dirty="0"/>
              <a:t>HINWEIS</a:t>
            </a:r>
            <a:r>
              <a:rPr lang="de-DE" noProof="0" dirty="0"/>
              <a:t> | </a:t>
            </a:r>
          </a:p>
        </p:txBody>
      </p:sp>
      <p:cxnSp>
        <p:nvCxnSpPr>
          <p:cNvPr id="25" name="Straight Connector 24">
            <a:extLst>
              <a:ext uri="{FF2B5EF4-FFF2-40B4-BE49-F238E27FC236}">
                <a16:creationId xmlns:a16="http://schemas.microsoft.com/office/drawing/2014/main" id="{9C55021A-B3FD-4BA0-BC24-83D744FF9276}"/>
              </a:ext>
            </a:extLst>
          </p:cNvPr>
          <p:cNvCxnSpPr>
            <a:cxnSpLocks/>
          </p:cNvCxnSpPr>
          <p:nvPr userDrawn="1"/>
        </p:nvCxnSpPr>
        <p:spPr>
          <a:xfrm>
            <a:off x="6991717" y="3880809"/>
            <a:ext cx="0" cy="995991"/>
          </a:xfrm>
          <a:prstGeom prst="line">
            <a:avLst/>
          </a:prstGeom>
          <a:ln w="12700" cap="flat" cmpd="sng">
            <a:solidFill>
              <a:schemeClr val="bg2">
                <a:lumMod val="20000"/>
                <a:lumOff val="80000"/>
              </a:schemeClr>
            </a:solidFill>
            <a:miter lim="800000"/>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1913311"/>
      </p:ext>
    </p:extLst>
  </p:cSld>
  <p:clrMapOvr>
    <a:masterClrMapping/>
  </p:clrMapOvr>
  <p:transition spd="slow">
    <p:fade/>
  </p:transition>
  <p:extLst>
    <p:ext uri="{DCECCB84-F9BA-43D5-87BE-67443E8EF086}">
      <p15:sldGuideLst xmlns:p15="http://schemas.microsoft.com/office/powerpoint/2012/main">
        <p15:guide id="1" orient="horz" pos="144" userDrawn="1">
          <p15:clr>
            <a:srgbClr val="FBAE40"/>
          </p15:clr>
        </p15:guide>
        <p15:guide id="3" orient="horz" pos="288" userDrawn="1">
          <p15:clr>
            <a:srgbClr val="FBAE40"/>
          </p15:clr>
        </p15:guide>
        <p15:guide id="5" orient="horz" pos="599" userDrawn="1">
          <p15:clr>
            <a:srgbClr val="FBAE40"/>
          </p15:clr>
        </p15:guide>
        <p15:guide id="6" orient="horz" pos="3072" userDrawn="1">
          <p15:clr>
            <a:srgbClr val="FBAE40"/>
          </p15:clr>
        </p15:guide>
        <p15:guide id="8" pos="544" userDrawn="1">
          <p15:clr>
            <a:srgbClr val="FBAE40"/>
          </p15:clr>
        </p15:guide>
        <p15:guide id="9" pos="5488" userDrawn="1">
          <p15:clr>
            <a:srgbClr val="FBAE40"/>
          </p15:clr>
        </p15:guide>
        <p15:guide id="11" pos="771" userDrawn="1">
          <p15:clr>
            <a:srgbClr val="FBAE40"/>
          </p15:clr>
        </p15:guide>
        <p15:guide id="12" orient="horz" pos="463"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c">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0195493"/>
      </p:ext>
    </p:extLst>
  </p:cSld>
  <p:clrMapOvr>
    <a:masterClrMapping/>
  </p:clrMapOvr>
  <p:transition spd="slow">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losing | white">
    <p:bg>
      <p:bgPr>
        <a:solidFill>
          <a:schemeClr val="bg1"/>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E5289E74-DC55-4145-BAB6-017EEFE89E07}"/>
              </a:ext>
            </a:extLst>
          </p:cNvPr>
          <p:cNvGrpSpPr>
            <a:grpSpLocks noChangeAspect="1"/>
          </p:cNvGrpSpPr>
          <p:nvPr userDrawn="1"/>
        </p:nvGrpSpPr>
        <p:grpSpPr>
          <a:xfrm>
            <a:off x="2305050" y="1059942"/>
            <a:ext cx="4533900" cy="3023616"/>
            <a:chOff x="2947569" y="1486378"/>
            <a:chExt cx="1795881" cy="1197656"/>
          </a:xfrm>
        </p:grpSpPr>
        <p:sp>
          <p:nvSpPr>
            <p:cNvPr id="26" name="Freeform: Shape 25">
              <a:extLst>
                <a:ext uri="{FF2B5EF4-FFF2-40B4-BE49-F238E27FC236}">
                  <a16:creationId xmlns:a16="http://schemas.microsoft.com/office/drawing/2014/main" id="{C61B2A48-DE39-4705-B96A-030C7723249A}"/>
                </a:ext>
              </a:extLst>
            </p:cNvPr>
            <p:cNvSpPr/>
            <p:nvPr/>
          </p:nvSpPr>
          <p:spPr>
            <a:xfrm>
              <a:off x="3976213" y="1486378"/>
              <a:ext cx="767237" cy="767236"/>
            </a:xfrm>
            <a:custGeom>
              <a:avLst/>
              <a:gdLst>
                <a:gd name="connsiteX0" fmla="*/ 153291 w 2650554"/>
                <a:gd name="connsiteY0" fmla="*/ 707403 h 2650554"/>
                <a:gd name="connsiteX1" fmla="*/ 153291 w 2650554"/>
                <a:gd name="connsiteY1" fmla="*/ 1943152 h 2650554"/>
                <a:gd name="connsiteX2" fmla="*/ 104147 w 2650554"/>
                <a:gd name="connsiteY2" fmla="*/ 1841135 h 2650554"/>
                <a:gd name="connsiteX3" fmla="*/ 0 w 2650554"/>
                <a:gd name="connsiteY3" fmla="*/ 1325277 h 2650554"/>
                <a:gd name="connsiteX4" fmla="*/ 104147 w 2650554"/>
                <a:gd name="connsiteY4" fmla="*/ 809420 h 2650554"/>
                <a:gd name="connsiteX5" fmla="*/ 1325277 w 2650554"/>
                <a:gd name="connsiteY5" fmla="*/ 0 h 2650554"/>
                <a:gd name="connsiteX6" fmla="*/ 2650554 w 2650554"/>
                <a:gd name="connsiteY6" fmla="*/ 1325277 h 2650554"/>
                <a:gd name="connsiteX7" fmla="*/ 1325277 w 2650554"/>
                <a:gd name="connsiteY7" fmla="*/ 2650554 h 2650554"/>
                <a:gd name="connsiteX8" fmla="*/ 302629 w 2650554"/>
                <a:gd name="connsiteY8" fmla="*/ 2168276 h 2650554"/>
                <a:gd name="connsiteX9" fmla="*/ 252590 w 2650554"/>
                <a:gd name="connsiteY9" fmla="*/ 2101360 h 2650554"/>
                <a:gd name="connsiteX10" fmla="*/ 363376 w 2650554"/>
                <a:gd name="connsiteY10" fmla="*/ 2101360 h 2650554"/>
                <a:gd name="connsiteX11" fmla="*/ 729428 w 2650554"/>
                <a:gd name="connsiteY11" fmla="*/ 2101360 h 2650554"/>
                <a:gd name="connsiteX12" fmla="*/ 729428 w 2650554"/>
                <a:gd name="connsiteY12" fmla="*/ 1931019 h 2650554"/>
                <a:gd name="connsiteX13" fmla="*/ 363376 w 2650554"/>
                <a:gd name="connsiteY13" fmla="*/ 1931019 h 2650554"/>
                <a:gd name="connsiteX14" fmla="*/ 363376 w 2650554"/>
                <a:gd name="connsiteY14" fmla="*/ 1373934 h 2650554"/>
                <a:gd name="connsiteX15" fmla="*/ 684601 w 2650554"/>
                <a:gd name="connsiteY15" fmla="*/ 1373934 h 2650554"/>
                <a:gd name="connsiteX16" fmla="*/ 684601 w 2650554"/>
                <a:gd name="connsiteY16" fmla="*/ 1203593 h 2650554"/>
                <a:gd name="connsiteX17" fmla="*/ 363376 w 2650554"/>
                <a:gd name="connsiteY17" fmla="*/ 1203593 h 2650554"/>
                <a:gd name="connsiteX18" fmla="*/ 363376 w 2650554"/>
                <a:gd name="connsiteY18" fmla="*/ 679122 h 2650554"/>
                <a:gd name="connsiteX19" fmla="*/ 729428 w 2650554"/>
                <a:gd name="connsiteY19" fmla="*/ 679122 h 2650554"/>
                <a:gd name="connsiteX20" fmla="*/ 729428 w 2650554"/>
                <a:gd name="connsiteY20" fmla="*/ 508781 h 2650554"/>
                <a:gd name="connsiteX21" fmla="*/ 363376 w 2650554"/>
                <a:gd name="connsiteY21" fmla="*/ 508781 h 2650554"/>
                <a:gd name="connsiteX22" fmla="*/ 282811 w 2650554"/>
                <a:gd name="connsiteY22" fmla="*/ 508781 h 2650554"/>
                <a:gd name="connsiteX23" fmla="*/ 302629 w 2650554"/>
                <a:gd name="connsiteY23" fmla="*/ 482278 h 2650554"/>
                <a:gd name="connsiteX24" fmla="*/ 1325277 w 2650554"/>
                <a:gd name="connsiteY24" fmla="*/ 0 h 2650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650554" h="2650554">
                  <a:moveTo>
                    <a:pt x="153291" y="707403"/>
                  </a:moveTo>
                  <a:lnTo>
                    <a:pt x="153291" y="1943152"/>
                  </a:lnTo>
                  <a:lnTo>
                    <a:pt x="104147" y="1841135"/>
                  </a:lnTo>
                  <a:cubicBezTo>
                    <a:pt x="37084" y="1682581"/>
                    <a:pt x="0" y="1508260"/>
                    <a:pt x="0" y="1325277"/>
                  </a:cubicBezTo>
                  <a:cubicBezTo>
                    <a:pt x="0" y="1142295"/>
                    <a:pt x="37084" y="967973"/>
                    <a:pt x="104147" y="809420"/>
                  </a:cubicBezTo>
                  <a:close/>
                  <a:moveTo>
                    <a:pt x="1325277" y="0"/>
                  </a:moveTo>
                  <a:cubicBezTo>
                    <a:pt x="2057207" y="0"/>
                    <a:pt x="2650554" y="593347"/>
                    <a:pt x="2650554" y="1325277"/>
                  </a:cubicBezTo>
                  <a:cubicBezTo>
                    <a:pt x="2650554" y="2057207"/>
                    <a:pt x="2057207" y="2650554"/>
                    <a:pt x="1325277" y="2650554"/>
                  </a:cubicBezTo>
                  <a:cubicBezTo>
                    <a:pt x="913567" y="2650554"/>
                    <a:pt x="545705" y="2462815"/>
                    <a:pt x="302629" y="2168276"/>
                  </a:cubicBezTo>
                  <a:lnTo>
                    <a:pt x="252590" y="2101360"/>
                  </a:lnTo>
                  <a:lnTo>
                    <a:pt x="363376" y="2101360"/>
                  </a:lnTo>
                  <a:lnTo>
                    <a:pt x="729428" y="2101360"/>
                  </a:lnTo>
                  <a:lnTo>
                    <a:pt x="729428" y="1931019"/>
                  </a:lnTo>
                  <a:lnTo>
                    <a:pt x="363376" y="1931019"/>
                  </a:lnTo>
                  <a:lnTo>
                    <a:pt x="363376" y="1373934"/>
                  </a:lnTo>
                  <a:lnTo>
                    <a:pt x="684601" y="1373934"/>
                  </a:lnTo>
                  <a:lnTo>
                    <a:pt x="684601" y="1203593"/>
                  </a:lnTo>
                  <a:lnTo>
                    <a:pt x="363376" y="1203593"/>
                  </a:lnTo>
                  <a:lnTo>
                    <a:pt x="363376" y="679122"/>
                  </a:lnTo>
                  <a:lnTo>
                    <a:pt x="729428" y="679122"/>
                  </a:lnTo>
                  <a:lnTo>
                    <a:pt x="729428" y="508781"/>
                  </a:lnTo>
                  <a:lnTo>
                    <a:pt x="363376" y="508781"/>
                  </a:lnTo>
                  <a:lnTo>
                    <a:pt x="282811" y="508781"/>
                  </a:lnTo>
                  <a:lnTo>
                    <a:pt x="302629" y="482278"/>
                  </a:lnTo>
                  <a:cubicBezTo>
                    <a:pt x="545705" y="187739"/>
                    <a:pt x="913567" y="0"/>
                    <a:pt x="1325277" y="0"/>
                  </a:cubicBezTo>
                  <a:close/>
                </a:path>
              </a:pathLst>
            </a:custGeom>
            <a:solidFill>
              <a:srgbClr val="E64D4D"/>
            </a:solidFill>
          </p:spPr>
          <p:txBody>
            <a:bodyPr wrap="square" lIns="72000" tIns="36000" rIns="72000" bIns="36000" rtlCol="0" anchor="ctr">
              <a:noAutofit/>
            </a:bodyPr>
            <a:lstStyle/>
            <a:p>
              <a:pPr algn="l" defTabSz="230733" hangingPunct="0">
                <a:lnSpc>
                  <a:spcPct val="90000"/>
                </a:lnSpc>
                <a:spcAft>
                  <a:spcPts val="447"/>
                </a:spcAft>
                <a:buClr>
                  <a:srgbClr val="E6513E"/>
                </a:buClr>
              </a:pPr>
              <a:endParaRPr lang="en-GB" sz="75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27" name="Freeform: Shape 26">
              <a:extLst>
                <a:ext uri="{FF2B5EF4-FFF2-40B4-BE49-F238E27FC236}">
                  <a16:creationId xmlns:a16="http://schemas.microsoft.com/office/drawing/2014/main" id="{E5C19772-E1DC-476A-94D4-18935D7B0D0D}"/>
                </a:ext>
              </a:extLst>
            </p:cNvPr>
            <p:cNvSpPr/>
            <p:nvPr/>
          </p:nvSpPr>
          <p:spPr>
            <a:xfrm>
              <a:off x="2947569" y="1625897"/>
              <a:ext cx="1792582" cy="1058137"/>
            </a:xfrm>
            <a:custGeom>
              <a:avLst/>
              <a:gdLst>
                <a:gd name="connsiteX0" fmla="*/ 1653463 w 1792582"/>
                <a:gd name="connsiteY0" fmla="*/ 914845 h 1058137"/>
                <a:gd name="connsiteX1" fmla="*/ 1638885 w 1792582"/>
                <a:gd name="connsiteY1" fmla="*/ 954895 h 1058137"/>
                <a:gd name="connsiteX2" fmla="*/ 1653463 w 1792582"/>
                <a:gd name="connsiteY2" fmla="*/ 994945 h 1058137"/>
                <a:gd name="connsiteX3" fmla="*/ 1668040 w 1792582"/>
                <a:gd name="connsiteY3" fmla="*/ 954895 h 1058137"/>
                <a:gd name="connsiteX4" fmla="*/ 1653463 w 1792582"/>
                <a:gd name="connsiteY4" fmla="*/ 914845 h 1058137"/>
                <a:gd name="connsiteX5" fmla="*/ 166428 w 1792582"/>
                <a:gd name="connsiteY5" fmla="*/ 914707 h 1058137"/>
                <a:gd name="connsiteX6" fmla="*/ 151851 w 1792582"/>
                <a:gd name="connsiteY6" fmla="*/ 954758 h 1058137"/>
                <a:gd name="connsiteX7" fmla="*/ 166428 w 1792582"/>
                <a:gd name="connsiteY7" fmla="*/ 994808 h 1058137"/>
                <a:gd name="connsiteX8" fmla="*/ 181005 w 1792582"/>
                <a:gd name="connsiteY8" fmla="*/ 954758 h 1058137"/>
                <a:gd name="connsiteX9" fmla="*/ 166428 w 1792582"/>
                <a:gd name="connsiteY9" fmla="*/ 914707 h 1058137"/>
                <a:gd name="connsiteX10" fmla="*/ 1484566 w 1792582"/>
                <a:gd name="connsiteY10" fmla="*/ 912443 h 1058137"/>
                <a:gd name="connsiteX11" fmla="*/ 1469642 w 1792582"/>
                <a:gd name="connsiteY11" fmla="*/ 937376 h 1058137"/>
                <a:gd name="connsiteX12" fmla="*/ 1469546 w 1792582"/>
                <a:gd name="connsiteY12" fmla="*/ 942259 h 1058137"/>
                <a:gd name="connsiteX13" fmla="*/ 1499391 w 1792582"/>
                <a:gd name="connsiteY13" fmla="*/ 942259 h 1058137"/>
                <a:gd name="connsiteX14" fmla="*/ 1499206 w 1792582"/>
                <a:gd name="connsiteY14" fmla="*/ 937354 h 1058137"/>
                <a:gd name="connsiteX15" fmla="*/ 1484566 w 1792582"/>
                <a:gd name="connsiteY15" fmla="*/ 912443 h 1058137"/>
                <a:gd name="connsiteX16" fmla="*/ 1070393 w 1792582"/>
                <a:gd name="connsiteY16" fmla="*/ 912443 h 1058137"/>
                <a:gd name="connsiteX17" fmla="*/ 1055156 w 1792582"/>
                <a:gd name="connsiteY17" fmla="*/ 953247 h 1058137"/>
                <a:gd name="connsiteX18" fmla="*/ 1070393 w 1792582"/>
                <a:gd name="connsiteY18" fmla="*/ 994053 h 1058137"/>
                <a:gd name="connsiteX19" fmla="*/ 1085631 w 1792582"/>
                <a:gd name="connsiteY19" fmla="*/ 953247 h 1058137"/>
                <a:gd name="connsiteX20" fmla="*/ 1070393 w 1792582"/>
                <a:gd name="connsiteY20" fmla="*/ 912443 h 1058137"/>
                <a:gd name="connsiteX21" fmla="*/ 915496 w 1792582"/>
                <a:gd name="connsiteY21" fmla="*/ 912443 h 1058137"/>
                <a:gd name="connsiteX22" fmla="*/ 900573 w 1792582"/>
                <a:gd name="connsiteY22" fmla="*/ 937376 h 1058137"/>
                <a:gd name="connsiteX23" fmla="*/ 900476 w 1792582"/>
                <a:gd name="connsiteY23" fmla="*/ 942259 h 1058137"/>
                <a:gd name="connsiteX24" fmla="*/ 930321 w 1792582"/>
                <a:gd name="connsiteY24" fmla="*/ 942259 h 1058137"/>
                <a:gd name="connsiteX25" fmla="*/ 930137 w 1792582"/>
                <a:gd name="connsiteY25" fmla="*/ 937354 h 1058137"/>
                <a:gd name="connsiteX26" fmla="*/ 915496 w 1792582"/>
                <a:gd name="connsiteY26" fmla="*/ 912443 h 1058137"/>
                <a:gd name="connsiteX27" fmla="*/ 637849 w 1792582"/>
                <a:gd name="connsiteY27" fmla="*/ 912443 h 1058137"/>
                <a:gd name="connsiteX28" fmla="*/ 622612 w 1792582"/>
                <a:gd name="connsiteY28" fmla="*/ 953247 h 1058137"/>
                <a:gd name="connsiteX29" fmla="*/ 637849 w 1792582"/>
                <a:gd name="connsiteY29" fmla="*/ 994053 h 1058137"/>
                <a:gd name="connsiteX30" fmla="*/ 653087 w 1792582"/>
                <a:gd name="connsiteY30" fmla="*/ 953247 h 1058137"/>
                <a:gd name="connsiteX31" fmla="*/ 637849 w 1792582"/>
                <a:gd name="connsiteY31" fmla="*/ 912443 h 1058137"/>
                <a:gd name="connsiteX32" fmla="*/ 263432 w 1792582"/>
                <a:gd name="connsiteY32" fmla="*/ 912443 h 1058137"/>
                <a:gd name="connsiteX33" fmla="*/ 248508 w 1792582"/>
                <a:gd name="connsiteY33" fmla="*/ 937376 h 1058137"/>
                <a:gd name="connsiteX34" fmla="*/ 248412 w 1792582"/>
                <a:gd name="connsiteY34" fmla="*/ 942259 h 1058137"/>
                <a:gd name="connsiteX35" fmla="*/ 278257 w 1792582"/>
                <a:gd name="connsiteY35" fmla="*/ 942259 h 1058137"/>
                <a:gd name="connsiteX36" fmla="*/ 278072 w 1792582"/>
                <a:gd name="connsiteY36" fmla="*/ 937354 h 1058137"/>
                <a:gd name="connsiteX37" fmla="*/ 263432 w 1792582"/>
                <a:gd name="connsiteY37" fmla="*/ 912443 h 1058137"/>
                <a:gd name="connsiteX38" fmla="*/ 1714910 w 1792582"/>
                <a:gd name="connsiteY38" fmla="*/ 896590 h 1058137"/>
                <a:gd name="connsiteX39" fmla="*/ 1734882 w 1792582"/>
                <a:gd name="connsiteY39" fmla="*/ 896590 h 1058137"/>
                <a:gd name="connsiteX40" fmla="*/ 1753333 w 1792582"/>
                <a:gd name="connsiteY40" fmla="*/ 971008 h 1058137"/>
                <a:gd name="connsiteX41" fmla="*/ 1772205 w 1792582"/>
                <a:gd name="connsiteY41" fmla="*/ 896590 h 1058137"/>
                <a:gd name="connsiteX42" fmla="*/ 1792177 w 1792582"/>
                <a:gd name="connsiteY42" fmla="*/ 896590 h 1058137"/>
                <a:gd name="connsiteX43" fmla="*/ 1746000 w 1792582"/>
                <a:gd name="connsiteY43" fmla="*/ 1058137 h 1058137"/>
                <a:gd name="connsiteX44" fmla="*/ 1726028 w 1792582"/>
                <a:gd name="connsiteY44" fmla="*/ 1058137 h 1058137"/>
                <a:gd name="connsiteX45" fmla="*/ 1742258 w 1792582"/>
                <a:gd name="connsiteY45" fmla="*/ 998644 h 1058137"/>
                <a:gd name="connsiteX46" fmla="*/ 1350499 w 1792582"/>
                <a:gd name="connsiteY46" fmla="*/ 896590 h 1058137"/>
                <a:gd name="connsiteX47" fmla="*/ 1370471 w 1792582"/>
                <a:gd name="connsiteY47" fmla="*/ 896590 h 1058137"/>
                <a:gd name="connsiteX48" fmla="*/ 1370471 w 1792582"/>
                <a:gd name="connsiteY48" fmla="*/ 912636 h 1058137"/>
                <a:gd name="connsiteX49" fmla="*/ 1392815 w 1792582"/>
                <a:gd name="connsiteY49" fmla="*/ 896973 h 1058137"/>
                <a:gd name="connsiteX50" fmla="*/ 1417110 w 1792582"/>
                <a:gd name="connsiteY50" fmla="*/ 931246 h 1058137"/>
                <a:gd name="connsiteX51" fmla="*/ 1417582 w 1792582"/>
                <a:gd name="connsiteY51" fmla="*/ 1009192 h 1058137"/>
                <a:gd name="connsiteX52" fmla="*/ 1397610 w 1792582"/>
                <a:gd name="connsiteY52" fmla="*/ 1009192 h 1058137"/>
                <a:gd name="connsiteX53" fmla="*/ 1397893 w 1792582"/>
                <a:gd name="connsiteY53" fmla="*/ 936367 h 1058137"/>
                <a:gd name="connsiteX54" fmla="*/ 1385541 w 1792582"/>
                <a:gd name="connsiteY54" fmla="*/ 914392 h 1058137"/>
                <a:gd name="connsiteX55" fmla="*/ 1370504 w 1792582"/>
                <a:gd name="connsiteY55" fmla="*/ 934362 h 1058137"/>
                <a:gd name="connsiteX56" fmla="*/ 1370390 w 1792582"/>
                <a:gd name="connsiteY56" fmla="*/ 937613 h 1058137"/>
                <a:gd name="connsiteX57" fmla="*/ 1370170 w 1792582"/>
                <a:gd name="connsiteY57" fmla="*/ 937613 h 1058137"/>
                <a:gd name="connsiteX58" fmla="*/ 1370170 w 1792582"/>
                <a:gd name="connsiteY58" fmla="*/ 996661 h 1058137"/>
                <a:gd name="connsiteX59" fmla="*/ 1370471 w 1792582"/>
                <a:gd name="connsiteY59" fmla="*/ 996661 h 1058137"/>
                <a:gd name="connsiteX60" fmla="*/ 1370471 w 1792582"/>
                <a:gd name="connsiteY60" fmla="*/ 1009192 h 1058137"/>
                <a:gd name="connsiteX61" fmla="*/ 1350499 w 1792582"/>
                <a:gd name="connsiteY61" fmla="*/ 1009192 h 1058137"/>
                <a:gd name="connsiteX62" fmla="*/ 703301 w 1792582"/>
                <a:gd name="connsiteY62" fmla="*/ 896590 h 1058137"/>
                <a:gd name="connsiteX63" fmla="*/ 723273 w 1792582"/>
                <a:gd name="connsiteY63" fmla="*/ 896590 h 1058137"/>
                <a:gd name="connsiteX64" fmla="*/ 723273 w 1792582"/>
                <a:gd name="connsiteY64" fmla="*/ 935890 h 1058137"/>
                <a:gd name="connsiteX65" fmla="*/ 723669 w 1792582"/>
                <a:gd name="connsiteY65" fmla="*/ 935767 h 1058137"/>
                <a:gd name="connsiteX66" fmla="*/ 723669 w 1792582"/>
                <a:gd name="connsiteY66" fmla="*/ 977978 h 1058137"/>
                <a:gd name="connsiteX67" fmla="*/ 723993 w 1792582"/>
                <a:gd name="connsiteY67" fmla="*/ 977978 h 1058137"/>
                <a:gd name="connsiteX68" fmla="*/ 724972 w 1792582"/>
                <a:gd name="connsiteY68" fmla="*/ 985894 h 1058137"/>
                <a:gd name="connsiteX69" fmla="*/ 736125 w 1792582"/>
                <a:gd name="connsiteY69" fmla="*/ 994808 h 1058137"/>
                <a:gd name="connsiteX70" fmla="*/ 747278 w 1792582"/>
                <a:gd name="connsiteY70" fmla="*/ 985873 h 1058137"/>
                <a:gd name="connsiteX71" fmla="*/ 748257 w 1792582"/>
                <a:gd name="connsiteY71" fmla="*/ 977978 h 1058137"/>
                <a:gd name="connsiteX72" fmla="*/ 748582 w 1792582"/>
                <a:gd name="connsiteY72" fmla="*/ 977978 h 1058137"/>
                <a:gd name="connsiteX73" fmla="*/ 748582 w 1792582"/>
                <a:gd name="connsiteY73" fmla="*/ 917038 h 1058137"/>
                <a:gd name="connsiteX74" fmla="*/ 748575 w 1792582"/>
                <a:gd name="connsiteY74" fmla="*/ 917038 h 1058137"/>
                <a:gd name="connsiteX75" fmla="*/ 748575 w 1792582"/>
                <a:gd name="connsiteY75" fmla="*/ 896590 h 1058137"/>
                <a:gd name="connsiteX76" fmla="*/ 768547 w 1792582"/>
                <a:gd name="connsiteY76" fmla="*/ 896590 h 1058137"/>
                <a:gd name="connsiteX77" fmla="*/ 768547 w 1792582"/>
                <a:gd name="connsiteY77" fmla="*/ 975013 h 1058137"/>
                <a:gd name="connsiteX78" fmla="*/ 768547 w 1792582"/>
                <a:gd name="connsiteY78" fmla="*/ 975015 h 1058137"/>
                <a:gd name="connsiteX79" fmla="*/ 768547 w 1792582"/>
                <a:gd name="connsiteY79" fmla="*/ 975018 h 1058137"/>
                <a:gd name="connsiteX80" fmla="*/ 768547 w 1792582"/>
                <a:gd name="connsiteY80" fmla="*/ 976933 h 1058137"/>
                <a:gd name="connsiteX81" fmla="*/ 768420 w 1792582"/>
                <a:gd name="connsiteY81" fmla="*/ 976933 h 1058137"/>
                <a:gd name="connsiteX82" fmla="*/ 767494 w 1792582"/>
                <a:gd name="connsiteY82" fmla="*/ 990893 h 1058137"/>
                <a:gd name="connsiteX83" fmla="*/ 735985 w 1792582"/>
                <a:gd name="connsiteY83" fmla="*/ 1015821 h 1058137"/>
                <a:gd name="connsiteX84" fmla="*/ 704476 w 1792582"/>
                <a:gd name="connsiteY84" fmla="*/ 990904 h 1058137"/>
                <a:gd name="connsiteX85" fmla="*/ 703550 w 1792582"/>
                <a:gd name="connsiteY85" fmla="*/ 976933 h 1058137"/>
                <a:gd name="connsiteX86" fmla="*/ 703301 w 1792582"/>
                <a:gd name="connsiteY86" fmla="*/ 976933 h 1058137"/>
                <a:gd name="connsiteX87" fmla="*/ 326701 w 1792582"/>
                <a:gd name="connsiteY87" fmla="*/ 896590 h 1058137"/>
                <a:gd name="connsiteX88" fmla="*/ 346672 w 1792582"/>
                <a:gd name="connsiteY88" fmla="*/ 896590 h 1058137"/>
                <a:gd name="connsiteX89" fmla="*/ 346672 w 1792582"/>
                <a:gd name="connsiteY89" fmla="*/ 912636 h 1058137"/>
                <a:gd name="connsiteX90" fmla="*/ 369017 w 1792582"/>
                <a:gd name="connsiteY90" fmla="*/ 896973 h 1058137"/>
                <a:gd name="connsiteX91" fmla="*/ 393311 w 1792582"/>
                <a:gd name="connsiteY91" fmla="*/ 931246 h 1058137"/>
                <a:gd name="connsiteX92" fmla="*/ 393784 w 1792582"/>
                <a:gd name="connsiteY92" fmla="*/ 1009192 h 1058137"/>
                <a:gd name="connsiteX93" fmla="*/ 373812 w 1792582"/>
                <a:gd name="connsiteY93" fmla="*/ 1009192 h 1058137"/>
                <a:gd name="connsiteX94" fmla="*/ 374095 w 1792582"/>
                <a:gd name="connsiteY94" fmla="*/ 936367 h 1058137"/>
                <a:gd name="connsiteX95" fmla="*/ 361743 w 1792582"/>
                <a:gd name="connsiteY95" fmla="*/ 914392 h 1058137"/>
                <a:gd name="connsiteX96" fmla="*/ 346705 w 1792582"/>
                <a:gd name="connsiteY96" fmla="*/ 934362 h 1058137"/>
                <a:gd name="connsiteX97" fmla="*/ 346592 w 1792582"/>
                <a:gd name="connsiteY97" fmla="*/ 937613 h 1058137"/>
                <a:gd name="connsiteX98" fmla="*/ 346372 w 1792582"/>
                <a:gd name="connsiteY98" fmla="*/ 937613 h 1058137"/>
                <a:gd name="connsiteX99" fmla="*/ 346372 w 1792582"/>
                <a:gd name="connsiteY99" fmla="*/ 996661 h 1058137"/>
                <a:gd name="connsiteX100" fmla="*/ 346672 w 1792582"/>
                <a:gd name="connsiteY100" fmla="*/ 996661 h 1058137"/>
                <a:gd name="connsiteX101" fmla="*/ 346672 w 1792582"/>
                <a:gd name="connsiteY101" fmla="*/ 1009192 h 1058137"/>
                <a:gd name="connsiteX102" fmla="*/ 326701 w 1792582"/>
                <a:gd name="connsiteY102" fmla="*/ 1009192 h 1058137"/>
                <a:gd name="connsiteX103" fmla="*/ 1645649 w 1792582"/>
                <a:gd name="connsiteY103" fmla="*/ 896386 h 1058137"/>
                <a:gd name="connsiteX104" fmla="*/ 1665951 w 1792582"/>
                <a:gd name="connsiteY104" fmla="*/ 906430 h 1058137"/>
                <a:gd name="connsiteX105" fmla="*/ 1667038 w 1792582"/>
                <a:gd name="connsiteY105" fmla="*/ 908651 h 1058137"/>
                <a:gd name="connsiteX106" fmla="*/ 1667038 w 1792582"/>
                <a:gd name="connsiteY106" fmla="*/ 896728 h 1058137"/>
                <a:gd name="connsiteX107" fmla="*/ 1687010 w 1792582"/>
                <a:gd name="connsiteY107" fmla="*/ 896728 h 1058137"/>
                <a:gd name="connsiteX108" fmla="*/ 1687010 w 1792582"/>
                <a:gd name="connsiteY108" fmla="*/ 1006787 h 1058137"/>
                <a:gd name="connsiteX109" fmla="*/ 1687010 w 1792582"/>
                <a:gd name="connsiteY109" fmla="*/ 1006791 h 1058137"/>
                <a:gd name="connsiteX110" fmla="*/ 1686300 w 1792582"/>
                <a:gd name="connsiteY110" fmla="*/ 1021179 h 1058137"/>
                <a:gd name="connsiteX111" fmla="*/ 1652581 w 1792582"/>
                <a:gd name="connsiteY111" fmla="*/ 1057001 h 1058137"/>
                <a:gd name="connsiteX112" fmla="*/ 1618862 w 1792582"/>
                <a:gd name="connsiteY112" fmla="*/ 1021162 h 1058137"/>
                <a:gd name="connsiteX113" fmla="*/ 1618816 w 1792582"/>
                <a:gd name="connsiteY113" fmla="*/ 1020222 h 1058137"/>
                <a:gd name="connsiteX114" fmla="*/ 1638139 w 1792582"/>
                <a:gd name="connsiteY114" fmla="*/ 1020222 h 1058137"/>
                <a:gd name="connsiteX115" fmla="*/ 1638891 w 1792582"/>
                <a:gd name="connsiteY115" fmla="*/ 1025506 h 1058137"/>
                <a:gd name="connsiteX116" fmla="*/ 1651560 w 1792582"/>
                <a:gd name="connsiteY116" fmla="*/ 1039738 h 1058137"/>
                <a:gd name="connsiteX117" fmla="*/ 1666731 w 1792582"/>
                <a:gd name="connsiteY117" fmla="*/ 1012557 h 1058137"/>
                <a:gd name="connsiteX118" fmla="*/ 1666892 w 1792582"/>
                <a:gd name="connsiteY118" fmla="*/ 1006787 h 1058137"/>
                <a:gd name="connsiteX119" fmla="*/ 1667038 w 1792582"/>
                <a:gd name="connsiteY119" fmla="*/ 1006787 h 1058137"/>
                <a:gd name="connsiteX120" fmla="*/ 1667038 w 1792582"/>
                <a:gd name="connsiteY120" fmla="*/ 1000603 h 1058137"/>
                <a:gd name="connsiteX121" fmla="*/ 1665481 w 1792582"/>
                <a:gd name="connsiteY121" fmla="*/ 1003725 h 1058137"/>
                <a:gd name="connsiteX122" fmla="*/ 1645649 w 1792582"/>
                <a:gd name="connsiteY122" fmla="*/ 1013718 h 1058137"/>
                <a:gd name="connsiteX123" fmla="*/ 1617463 w 1792582"/>
                <a:gd name="connsiteY123" fmla="*/ 955052 h 1058137"/>
                <a:gd name="connsiteX124" fmla="*/ 1645649 w 1792582"/>
                <a:gd name="connsiteY124" fmla="*/ 896386 h 1058137"/>
                <a:gd name="connsiteX125" fmla="*/ 1483922 w 1792582"/>
                <a:gd name="connsiteY125" fmla="*/ 896249 h 1058137"/>
                <a:gd name="connsiteX126" fmla="*/ 1517429 w 1792582"/>
                <a:gd name="connsiteY126" fmla="*/ 932072 h 1058137"/>
                <a:gd name="connsiteX127" fmla="*/ 1518040 w 1792582"/>
                <a:gd name="connsiteY127" fmla="*/ 959244 h 1058137"/>
                <a:gd name="connsiteX128" fmla="*/ 1469496 w 1792582"/>
                <a:gd name="connsiteY128" fmla="*/ 959244 h 1058137"/>
                <a:gd name="connsiteX129" fmla="*/ 1469772 w 1792582"/>
                <a:gd name="connsiteY129" fmla="*/ 969136 h 1058137"/>
                <a:gd name="connsiteX130" fmla="*/ 1484566 w 1792582"/>
                <a:gd name="connsiteY130" fmla="*/ 994053 h 1058137"/>
                <a:gd name="connsiteX131" fmla="*/ 1497612 w 1792582"/>
                <a:gd name="connsiteY131" fmla="*/ 982086 h 1058137"/>
                <a:gd name="connsiteX132" fmla="*/ 1498822 w 1792582"/>
                <a:gd name="connsiteY132" fmla="*/ 973587 h 1058137"/>
                <a:gd name="connsiteX133" fmla="*/ 1517846 w 1792582"/>
                <a:gd name="connsiteY133" fmla="*/ 973587 h 1058137"/>
                <a:gd name="connsiteX134" fmla="*/ 1517641 w 1792582"/>
                <a:gd name="connsiteY134" fmla="*/ 977742 h 1058137"/>
                <a:gd name="connsiteX135" fmla="*/ 1483922 w 1792582"/>
                <a:gd name="connsiteY135" fmla="*/ 1013580 h 1058137"/>
                <a:gd name="connsiteX136" fmla="*/ 1449076 w 1792582"/>
                <a:gd name="connsiteY136" fmla="*/ 954914 h 1058137"/>
                <a:gd name="connsiteX137" fmla="*/ 1483922 w 1792582"/>
                <a:gd name="connsiteY137" fmla="*/ 896249 h 1058137"/>
                <a:gd name="connsiteX138" fmla="*/ 1070504 w 1792582"/>
                <a:gd name="connsiteY138" fmla="*/ 896249 h 1058137"/>
                <a:gd name="connsiteX139" fmla="*/ 1105350 w 1792582"/>
                <a:gd name="connsiteY139" fmla="*/ 954914 h 1058137"/>
                <a:gd name="connsiteX140" fmla="*/ 1070504 w 1792582"/>
                <a:gd name="connsiteY140" fmla="*/ 1013580 h 1058137"/>
                <a:gd name="connsiteX141" fmla="*/ 1035658 w 1792582"/>
                <a:gd name="connsiteY141" fmla="*/ 954914 h 1058137"/>
                <a:gd name="connsiteX142" fmla="*/ 1070504 w 1792582"/>
                <a:gd name="connsiteY142" fmla="*/ 896249 h 1058137"/>
                <a:gd name="connsiteX143" fmla="*/ 914852 w 1792582"/>
                <a:gd name="connsiteY143" fmla="*/ 896249 h 1058137"/>
                <a:gd name="connsiteX144" fmla="*/ 948359 w 1792582"/>
                <a:gd name="connsiteY144" fmla="*/ 932072 h 1058137"/>
                <a:gd name="connsiteX145" fmla="*/ 948970 w 1792582"/>
                <a:gd name="connsiteY145" fmla="*/ 959244 h 1058137"/>
                <a:gd name="connsiteX146" fmla="*/ 900426 w 1792582"/>
                <a:gd name="connsiteY146" fmla="*/ 959244 h 1058137"/>
                <a:gd name="connsiteX147" fmla="*/ 900703 w 1792582"/>
                <a:gd name="connsiteY147" fmla="*/ 969136 h 1058137"/>
                <a:gd name="connsiteX148" fmla="*/ 915496 w 1792582"/>
                <a:gd name="connsiteY148" fmla="*/ 994053 h 1058137"/>
                <a:gd name="connsiteX149" fmla="*/ 928542 w 1792582"/>
                <a:gd name="connsiteY149" fmla="*/ 982086 h 1058137"/>
                <a:gd name="connsiteX150" fmla="*/ 929752 w 1792582"/>
                <a:gd name="connsiteY150" fmla="*/ 973587 h 1058137"/>
                <a:gd name="connsiteX151" fmla="*/ 948777 w 1792582"/>
                <a:gd name="connsiteY151" fmla="*/ 973587 h 1058137"/>
                <a:gd name="connsiteX152" fmla="*/ 948571 w 1792582"/>
                <a:gd name="connsiteY152" fmla="*/ 977742 h 1058137"/>
                <a:gd name="connsiteX153" fmla="*/ 914852 w 1792582"/>
                <a:gd name="connsiteY153" fmla="*/ 1013580 h 1058137"/>
                <a:gd name="connsiteX154" fmla="*/ 880006 w 1792582"/>
                <a:gd name="connsiteY154" fmla="*/ 954914 h 1058137"/>
                <a:gd name="connsiteX155" fmla="*/ 914852 w 1792582"/>
                <a:gd name="connsiteY155" fmla="*/ 896249 h 1058137"/>
                <a:gd name="connsiteX156" fmla="*/ 637960 w 1792582"/>
                <a:gd name="connsiteY156" fmla="*/ 896249 h 1058137"/>
                <a:gd name="connsiteX157" fmla="*/ 672806 w 1792582"/>
                <a:gd name="connsiteY157" fmla="*/ 954914 h 1058137"/>
                <a:gd name="connsiteX158" fmla="*/ 637960 w 1792582"/>
                <a:gd name="connsiteY158" fmla="*/ 1013580 h 1058137"/>
                <a:gd name="connsiteX159" fmla="*/ 603114 w 1792582"/>
                <a:gd name="connsiteY159" fmla="*/ 954914 h 1058137"/>
                <a:gd name="connsiteX160" fmla="*/ 637960 w 1792582"/>
                <a:gd name="connsiteY160" fmla="*/ 896249 h 1058137"/>
                <a:gd name="connsiteX161" fmla="*/ 262788 w 1792582"/>
                <a:gd name="connsiteY161" fmla="*/ 896249 h 1058137"/>
                <a:gd name="connsiteX162" fmla="*/ 296295 w 1792582"/>
                <a:gd name="connsiteY162" fmla="*/ 932072 h 1058137"/>
                <a:gd name="connsiteX163" fmla="*/ 296906 w 1792582"/>
                <a:gd name="connsiteY163" fmla="*/ 959244 h 1058137"/>
                <a:gd name="connsiteX164" fmla="*/ 248362 w 1792582"/>
                <a:gd name="connsiteY164" fmla="*/ 959244 h 1058137"/>
                <a:gd name="connsiteX165" fmla="*/ 248638 w 1792582"/>
                <a:gd name="connsiteY165" fmla="*/ 969136 h 1058137"/>
                <a:gd name="connsiteX166" fmla="*/ 263432 w 1792582"/>
                <a:gd name="connsiteY166" fmla="*/ 994053 h 1058137"/>
                <a:gd name="connsiteX167" fmla="*/ 276478 w 1792582"/>
                <a:gd name="connsiteY167" fmla="*/ 982086 h 1058137"/>
                <a:gd name="connsiteX168" fmla="*/ 277688 w 1792582"/>
                <a:gd name="connsiteY168" fmla="*/ 973587 h 1058137"/>
                <a:gd name="connsiteX169" fmla="*/ 296712 w 1792582"/>
                <a:gd name="connsiteY169" fmla="*/ 973587 h 1058137"/>
                <a:gd name="connsiteX170" fmla="*/ 296507 w 1792582"/>
                <a:gd name="connsiteY170" fmla="*/ 977742 h 1058137"/>
                <a:gd name="connsiteX171" fmla="*/ 262788 w 1792582"/>
                <a:gd name="connsiteY171" fmla="*/ 1013580 h 1058137"/>
                <a:gd name="connsiteX172" fmla="*/ 227942 w 1792582"/>
                <a:gd name="connsiteY172" fmla="*/ 954914 h 1058137"/>
                <a:gd name="connsiteX173" fmla="*/ 262788 w 1792582"/>
                <a:gd name="connsiteY173" fmla="*/ 896249 h 1058137"/>
                <a:gd name="connsiteX174" fmla="*/ 174241 w 1792582"/>
                <a:gd name="connsiteY174" fmla="*/ 896248 h 1058137"/>
                <a:gd name="connsiteX175" fmla="*/ 202427 w 1792582"/>
                <a:gd name="connsiteY175" fmla="*/ 954914 h 1058137"/>
                <a:gd name="connsiteX176" fmla="*/ 174241 w 1792582"/>
                <a:gd name="connsiteY176" fmla="*/ 1013580 h 1058137"/>
                <a:gd name="connsiteX177" fmla="*/ 159360 w 1792582"/>
                <a:gd name="connsiteY177" fmla="*/ 1008995 h 1058137"/>
                <a:gd name="connsiteX178" fmla="*/ 152852 w 1792582"/>
                <a:gd name="connsiteY178" fmla="*/ 999395 h 1058137"/>
                <a:gd name="connsiteX179" fmla="*/ 152852 w 1792582"/>
                <a:gd name="connsiteY179" fmla="*/ 1056246 h 1058137"/>
                <a:gd name="connsiteX180" fmla="*/ 132881 w 1792582"/>
                <a:gd name="connsiteY180" fmla="*/ 1056246 h 1058137"/>
                <a:gd name="connsiteX181" fmla="*/ 132881 w 1792582"/>
                <a:gd name="connsiteY181" fmla="*/ 896590 h 1058137"/>
                <a:gd name="connsiteX182" fmla="*/ 152852 w 1792582"/>
                <a:gd name="connsiteY182" fmla="*/ 896590 h 1058137"/>
                <a:gd name="connsiteX183" fmla="*/ 152852 w 1792582"/>
                <a:gd name="connsiteY183" fmla="*/ 909865 h 1058137"/>
                <a:gd name="connsiteX184" fmla="*/ 158909 w 1792582"/>
                <a:gd name="connsiteY184" fmla="*/ 900882 h 1058137"/>
                <a:gd name="connsiteX185" fmla="*/ 174241 w 1792582"/>
                <a:gd name="connsiteY185" fmla="*/ 896248 h 1058137"/>
                <a:gd name="connsiteX186" fmla="*/ 1592774 w 1792582"/>
                <a:gd name="connsiteY186" fmla="*/ 892438 h 1058137"/>
                <a:gd name="connsiteX187" fmla="*/ 1592774 w 1792582"/>
                <a:gd name="connsiteY187" fmla="*/ 914707 h 1058137"/>
                <a:gd name="connsiteX188" fmla="*/ 1572318 w 1792582"/>
                <a:gd name="connsiteY188" fmla="*/ 924898 h 1058137"/>
                <a:gd name="connsiteX189" fmla="*/ 1570506 w 1792582"/>
                <a:gd name="connsiteY189" fmla="*/ 930363 h 1058137"/>
                <a:gd name="connsiteX190" fmla="*/ 1570506 w 1792582"/>
                <a:gd name="connsiteY190" fmla="*/ 1009192 h 1058137"/>
                <a:gd name="connsiteX191" fmla="*/ 1550534 w 1792582"/>
                <a:gd name="connsiteY191" fmla="*/ 1009192 h 1058137"/>
                <a:gd name="connsiteX192" fmla="*/ 1550534 w 1792582"/>
                <a:gd name="connsiteY192" fmla="*/ 896590 h 1058137"/>
                <a:gd name="connsiteX193" fmla="*/ 1570506 w 1792582"/>
                <a:gd name="connsiteY193" fmla="*/ 896590 h 1058137"/>
                <a:gd name="connsiteX194" fmla="*/ 1570506 w 1792582"/>
                <a:gd name="connsiteY194" fmla="*/ 906833 h 1058137"/>
                <a:gd name="connsiteX195" fmla="*/ 1571627 w 1792582"/>
                <a:gd name="connsiteY195" fmla="*/ 905336 h 1058137"/>
                <a:gd name="connsiteX196" fmla="*/ 1592774 w 1792582"/>
                <a:gd name="connsiteY196" fmla="*/ 892438 h 1058137"/>
                <a:gd name="connsiteX197" fmla="*/ 824066 w 1792582"/>
                <a:gd name="connsiteY197" fmla="*/ 891683 h 1058137"/>
                <a:gd name="connsiteX198" fmla="*/ 846335 w 1792582"/>
                <a:gd name="connsiteY198" fmla="*/ 897345 h 1058137"/>
                <a:gd name="connsiteX199" fmla="*/ 846335 w 1792582"/>
                <a:gd name="connsiteY199" fmla="*/ 916217 h 1058137"/>
                <a:gd name="connsiteX200" fmla="*/ 815762 w 1792582"/>
                <a:gd name="connsiteY200" fmla="*/ 924520 h 1058137"/>
                <a:gd name="connsiteX201" fmla="*/ 832661 w 1792582"/>
                <a:gd name="connsiteY201" fmla="*/ 947285 h 1058137"/>
                <a:gd name="connsiteX202" fmla="*/ 854638 w 1792582"/>
                <a:gd name="connsiteY202" fmla="*/ 979626 h 1058137"/>
                <a:gd name="connsiteX203" fmla="*/ 824444 w 1792582"/>
                <a:gd name="connsiteY203" fmla="*/ 1013595 h 1058137"/>
                <a:gd name="connsiteX204" fmla="*/ 802175 w 1792582"/>
                <a:gd name="connsiteY204" fmla="*/ 1007934 h 1058137"/>
                <a:gd name="connsiteX205" fmla="*/ 802175 w 1792582"/>
                <a:gd name="connsiteY205" fmla="*/ 987929 h 1058137"/>
                <a:gd name="connsiteX206" fmla="*/ 822179 w 1792582"/>
                <a:gd name="connsiteY206" fmla="*/ 994723 h 1058137"/>
                <a:gd name="connsiteX207" fmla="*/ 836521 w 1792582"/>
                <a:gd name="connsiteY207" fmla="*/ 979248 h 1058137"/>
                <a:gd name="connsiteX208" fmla="*/ 816301 w 1792582"/>
                <a:gd name="connsiteY208" fmla="*/ 954931 h 1058137"/>
                <a:gd name="connsiteX209" fmla="*/ 796988 w 1792582"/>
                <a:gd name="connsiteY209" fmla="*/ 925652 h 1058137"/>
                <a:gd name="connsiteX210" fmla="*/ 824066 w 1792582"/>
                <a:gd name="connsiteY210" fmla="*/ 891683 h 1058137"/>
                <a:gd name="connsiteX211" fmla="*/ 56436 w 1792582"/>
                <a:gd name="connsiteY211" fmla="*/ 860524 h 1058137"/>
                <a:gd name="connsiteX212" fmla="*/ 35735 w 1792582"/>
                <a:gd name="connsiteY212" fmla="*/ 926643 h 1058137"/>
                <a:gd name="connsiteX213" fmla="*/ 56436 w 1792582"/>
                <a:gd name="connsiteY213" fmla="*/ 992761 h 1058137"/>
                <a:gd name="connsiteX214" fmla="*/ 77136 w 1792582"/>
                <a:gd name="connsiteY214" fmla="*/ 926643 h 1058137"/>
                <a:gd name="connsiteX215" fmla="*/ 56436 w 1792582"/>
                <a:gd name="connsiteY215" fmla="*/ 860524 h 1058137"/>
                <a:gd name="connsiteX216" fmla="*/ 56672 w 1792582"/>
                <a:gd name="connsiteY216" fmla="*/ 839708 h 1058137"/>
                <a:gd name="connsiteX217" fmla="*/ 100557 w 1792582"/>
                <a:gd name="connsiteY217" fmla="*/ 926644 h 1058137"/>
                <a:gd name="connsiteX218" fmla="*/ 56672 w 1792582"/>
                <a:gd name="connsiteY218" fmla="*/ 1013580 h 1058137"/>
                <a:gd name="connsiteX219" fmla="*/ 12787 w 1792582"/>
                <a:gd name="connsiteY219" fmla="*/ 926644 h 1058137"/>
                <a:gd name="connsiteX220" fmla="*/ 56672 w 1792582"/>
                <a:gd name="connsiteY220" fmla="*/ 839708 h 1058137"/>
                <a:gd name="connsiteX221" fmla="*/ 1261002 w 1792582"/>
                <a:gd name="connsiteY221" fmla="*/ 839707 h 1058137"/>
                <a:gd name="connsiteX222" fmla="*/ 1267808 w 1792582"/>
                <a:gd name="connsiteY222" fmla="*/ 839707 h 1058137"/>
                <a:gd name="connsiteX223" fmla="*/ 1282685 w 1792582"/>
                <a:gd name="connsiteY223" fmla="*/ 839707 h 1058137"/>
                <a:gd name="connsiteX224" fmla="*/ 1322930 w 1792582"/>
                <a:gd name="connsiteY224" fmla="*/ 839707 h 1058137"/>
                <a:gd name="connsiteX225" fmla="*/ 1322930 w 1792582"/>
                <a:gd name="connsiteY225" fmla="*/ 858017 h 1058137"/>
                <a:gd name="connsiteX226" fmla="*/ 1282685 w 1792582"/>
                <a:gd name="connsiteY226" fmla="*/ 858017 h 1058137"/>
                <a:gd name="connsiteX227" fmla="*/ 1282685 w 1792582"/>
                <a:gd name="connsiteY227" fmla="*/ 914391 h 1058137"/>
                <a:gd name="connsiteX228" fmla="*/ 1318112 w 1792582"/>
                <a:gd name="connsiteY228" fmla="*/ 914391 h 1058137"/>
                <a:gd name="connsiteX229" fmla="*/ 1318112 w 1792582"/>
                <a:gd name="connsiteY229" fmla="*/ 932701 h 1058137"/>
                <a:gd name="connsiteX230" fmla="*/ 1282685 w 1792582"/>
                <a:gd name="connsiteY230" fmla="*/ 932701 h 1058137"/>
                <a:gd name="connsiteX231" fmla="*/ 1282685 w 1792582"/>
                <a:gd name="connsiteY231" fmla="*/ 992581 h 1058137"/>
                <a:gd name="connsiteX232" fmla="*/ 1322930 w 1792582"/>
                <a:gd name="connsiteY232" fmla="*/ 992581 h 1058137"/>
                <a:gd name="connsiteX233" fmla="*/ 1322930 w 1792582"/>
                <a:gd name="connsiteY233" fmla="*/ 1010891 h 1058137"/>
                <a:gd name="connsiteX234" fmla="*/ 1282685 w 1792582"/>
                <a:gd name="connsiteY234" fmla="*/ 1010891 h 1058137"/>
                <a:gd name="connsiteX235" fmla="*/ 1267808 w 1792582"/>
                <a:gd name="connsiteY235" fmla="*/ 1010891 h 1058137"/>
                <a:gd name="connsiteX236" fmla="*/ 1261002 w 1792582"/>
                <a:gd name="connsiteY236" fmla="*/ 1010891 h 1058137"/>
                <a:gd name="connsiteX237" fmla="*/ 489126 w 1792582"/>
                <a:gd name="connsiteY237" fmla="*/ 838658 h 1058137"/>
                <a:gd name="connsiteX238" fmla="*/ 510809 w 1792582"/>
                <a:gd name="connsiteY238" fmla="*/ 838658 h 1058137"/>
                <a:gd name="connsiteX239" fmla="*/ 510809 w 1792582"/>
                <a:gd name="connsiteY239" fmla="*/ 905619 h 1058137"/>
                <a:gd name="connsiteX240" fmla="*/ 546246 w 1792582"/>
                <a:gd name="connsiteY240" fmla="*/ 905619 h 1058137"/>
                <a:gd name="connsiteX241" fmla="*/ 546246 w 1792582"/>
                <a:gd name="connsiteY241" fmla="*/ 838658 h 1058137"/>
                <a:gd name="connsiteX242" fmla="*/ 567930 w 1792582"/>
                <a:gd name="connsiteY242" fmla="*/ 838658 h 1058137"/>
                <a:gd name="connsiteX243" fmla="*/ 567930 w 1792582"/>
                <a:gd name="connsiteY243" fmla="*/ 1009192 h 1058137"/>
                <a:gd name="connsiteX244" fmla="*/ 546246 w 1792582"/>
                <a:gd name="connsiteY244" fmla="*/ 1009192 h 1058137"/>
                <a:gd name="connsiteX245" fmla="*/ 546246 w 1792582"/>
                <a:gd name="connsiteY245" fmla="*/ 923859 h 1058137"/>
                <a:gd name="connsiteX246" fmla="*/ 510809 w 1792582"/>
                <a:gd name="connsiteY246" fmla="*/ 923859 h 1058137"/>
                <a:gd name="connsiteX247" fmla="*/ 510809 w 1792582"/>
                <a:gd name="connsiteY247" fmla="*/ 1009192 h 1058137"/>
                <a:gd name="connsiteX248" fmla="*/ 489126 w 1792582"/>
                <a:gd name="connsiteY248" fmla="*/ 1009192 h 1058137"/>
                <a:gd name="connsiteX249" fmla="*/ 1162901 w 1792582"/>
                <a:gd name="connsiteY249" fmla="*/ 821998 h 1058137"/>
                <a:gd name="connsiteX250" fmla="*/ 1177725 w 1792582"/>
                <a:gd name="connsiteY250" fmla="*/ 823498 h 1058137"/>
                <a:gd name="connsiteX251" fmla="*/ 1177725 w 1792582"/>
                <a:gd name="connsiteY251" fmla="*/ 843469 h 1058137"/>
                <a:gd name="connsiteX252" fmla="*/ 1159420 w 1792582"/>
                <a:gd name="connsiteY252" fmla="*/ 854141 h 1058137"/>
                <a:gd name="connsiteX253" fmla="*/ 1159420 w 1792582"/>
                <a:gd name="connsiteY253" fmla="*/ 895458 h 1058137"/>
                <a:gd name="connsiteX254" fmla="*/ 1177725 w 1792582"/>
                <a:gd name="connsiteY254" fmla="*/ 895458 h 1058137"/>
                <a:gd name="connsiteX255" fmla="*/ 1177725 w 1792582"/>
                <a:gd name="connsiteY255" fmla="*/ 912236 h 1058137"/>
                <a:gd name="connsiteX256" fmla="*/ 1159420 w 1792582"/>
                <a:gd name="connsiteY256" fmla="*/ 912236 h 1058137"/>
                <a:gd name="connsiteX257" fmla="*/ 1159420 w 1792582"/>
                <a:gd name="connsiteY257" fmla="*/ 1009192 h 1058137"/>
                <a:gd name="connsiteX258" fmla="*/ 1139449 w 1792582"/>
                <a:gd name="connsiteY258" fmla="*/ 1009192 h 1058137"/>
                <a:gd name="connsiteX259" fmla="*/ 1139449 w 1792582"/>
                <a:gd name="connsiteY259" fmla="*/ 912236 h 1058137"/>
                <a:gd name="connsiteX260" fmla="*/ 1127527 w 1792582"/>
                <a:gd name="connsiteY260" fmla="*/ 912236 h 1058137"/>
                <a:gd name="connsiteX261" fmla="*/ 1127527 w 1792582"/>
                <a:gd name="connsiteY261" fmla="*/ 895458 h 1058137"/>
                <a:gd name="connsiteX262" fmla="*/ 1139449 w 1792582"/>
                <a:gd name="connsiteY262" fmla="*/ 895458 h 1058137"/>
                <a:gd name="connsiteX263" fmla="*/ 1139449 w 1792582"/>
                <a:gd name="connsiteY263" fmla="*/ 844747 h 1058137"/>
                <a:gd name="connsiteX264" fmla="*/ 1162901 w 1792582"/>
                <a:gd name="connsiteY264" fmla="*/ 821998 h 1058137"/>
                <a:gd name="connsiteX265" fmla="*/ 0 w 1792582"/>
                <a:gd name="connsiteY265" fmla="*/ 698203 h 1058137"/>
                <a:gd name="connsiteX266" fmla="*/ 1792582 w 1792582"/>
                <a:gd name="connsiteY266" fmla="*/ 698203 h 1058137"/>
                <a:gd name="connsiteX267" fmla="*/ 1792582 w 1792582"/>
                <a:gd name="connsiteY267" fmla="*/ 703247 h 1058137"/>
                <a:gd name="connsiteX268" fmla="*/ 1792582 w 1792582"/>
                <a:gd name="connsiteY268" fmla="*/ 757745 h 1058137"/>
                <a:gd name="connsiteX269" fmla="*/ 1792582 w 1792582"/>
                <a:gd name="connsiteY269" fmla="*/ 777019 h 1058137"/>
                <a:gd name="connsiteX270" fmla="*/ 0 w 1792582"/>
                <a:gd name="connsiteY270" fmla="*/ 777019 h 1058137"/>
                <a:gd name="connsiteX271" fmla="*/ 827858 w 1792582"/>
                <a:gd name="connsiteY271" fmla="*/ 57086 h 1058137"/>
                <a:gd name="connsiteX272" fmla="*/ 771089 w 1792582"/>
                <a:gd name="connsiteY272" fmla="*/ 238408 h 1058137"/>
                <a:gd name="connsiteX273" fmla="*/ 827858 w 1792582"/>
                <a:gd name="connsiteY273" fmla="*/ 419730 h 1058137"/>
                <a:gd name="connsiteX274" fmla="*/ 884626 w 1792582"/>
                <a:gd name="connsiteY274" fmla="*/ 238408 h 1058137"/>
                <a:gd name="connsiteX275" fmla="*/ 827858 w 1792582"/>
                <a:gd name="connsiteY275" fmla="*/ 57086 h 1058137"/>
                <a:gd name="connsiteX276" fmla="*/ 119700 w 1792582"/>
                <a:gd name="connsiteY276" fmla="*/ 57086 h 1058137"/>
                <a:gd name="connsiteX277" fmla="*/ 62931 w 1792582"/>
                <a:gd name="connsiteY277" fmla="*/ 238408 h 1058137"/>
                <a:gd name="connsiteX278" fmla="*/ 119700 w 1792582"/>
                <a:gd name="connsiteY278" fmla="*/ 419730 h 1058137"/>
                <a:gd name="connsiteX279" fmla="*/ 176468 w 1792582"/>
                <a:gd name="connsiteY279" fmla="*/ 238408 h 1058137"/>
                <a:gd name="connsiteX280" fmla="*/ 119700 w 1792582"/>
                <a:gd name="connsiteY280" fmla="*/ 57086 h 1058137"/>
                <a:gd name="connsiteX281" fmla="*/ 364615 w 1792582"/>
                <a:gd name="connsiteY281" fmla="*/ 7754 h 1058137"/>
                <a:gd name="connsiteX282" fmla="*/ 425426 w 1792582"/>
                <a:gd name="connsiteY282" fmla="*/ 7754 h 1058137"/>
                <a:gd name="connsiteX283" fmla="*/ 425426 w 1792582"/>
                <a:gd name="connsiteY283" fmla="*/ 188764 h 1058137"/>
                <a:gd name="connsiteX284" fmla="*/ 519025 w 1792582"/>
                <a:gd name="connsiteY284" fmla="*/ 188764 h 1058137"/>
                <a:gd name="connsiteX285" fmla="*/ 519025 w 1792582"/>
                <a:gd name="connsiteY285" fmla="*/ 7754 h 1058137"/>
                <a:gd name="connsiteX286" fmla="*/ 579836 w 1792582"/>
                <a:gd name="connsiteY286" fmla="*/ 7754 h 1058137"/>
                <a:gd name="connsiteX287" fmla="*/ 579836 w 1792582"/>
                <a:gd name="connsiteY287" fmla="*/ 468746 h 1058137"/>
                <a:gd name="connsiteX288" fmla="*/ 519025 w 1792582"/>
                <a:gd name="connsiteY288" fmla="*/ 468746 h 1058137"/>
                <a:gd name="connsiteX289" fmla="*/ 519025 w 1792582"/>
                <a:gd name="connsiteY289" fmla="*/ 238072 h 1058137"/>
                <a:gd name="connsiteX290" fmla="*/ 425426 w 1792582"/>
                <a:gd name="connsiteY290" fmla="*/ 238072 h 1058137"/>
                <a:gd name="connsiteX291" fmla="*/ 425426 w 1792582"/>
                <a:gd name="connsiteY291" fmla="*/ 468746 h 1058137"/>
                <a:gd name="connsiteX292" fmla="*/ 364615 w 1792582"/>
                <a:gd name="connsiteY292" fmla="*/ 468746 h 1058137"/>
                <a:gd name="connsiteX293" fmla="*/ 828506 w 1792582"/>
                <a:gd name="connsiteY293" fmla="*/ 0 h 1058137"/>
                <a:gd name="connsiteX294" fmla="*/ 948855 w 1792582"/>
                <a:gd name="connsiteY294" fmla="*/ 238412 h 1058137"/>
                <a:gd name="connsiteX295" fmla="*/ 828506 w 1792582"/>
                <a:gd name="connsiteY295" fmla="*/ 476823 h 1058137"/>
                <a:gd name="connsiteX296" fmla="*/ 708157 w 1792582"/>
                <a:gd name="connsiteY296" fmla="*/ 238412 h 1058137"/>
                <a:gd name="connsiteX297" fmla="*/ 828506 w 1792582"/>
                <a:gd name="connsiteY297" fmla="*/ 0 h 1058137"/>
                <a:gd name="connsiteX298" fmla="*/ 120349 w 1792582"/>
                <a:gd name="connsiteY298" fmla="*/ 0 h 1058137"/>
                <a:gd name="connsiteX299" fmla="*/ 240698 w 1792582"/>
                <a:gd name="connsiteY299" fmla="*/ 238412 h 1058137"/>
                <a:gd name="connsiteX300" fmla="*/ 120349 w 1792582"/>
                <a:gd name="connsiteY300" fmla="*/ 476823 h 1058137"/>
                <a:gd name="connsiteX301" fmla="*/ 0 w 1792582"/>
                <a:gd name="connsiteY301" fmla="*/ 238412 h 1058137"/>
                <a:gd name="connsiteX302" fmla="*/ 120349 w 1792582"/>
                <a:gd name="connsiteY302" fmla="*/ 0 h 10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Lst>
              <a:rect l="l" t="t" r="r" b="b"/>
              <a:pathLst>
                <a:path w="1792582" h="1058137">
                  <a:moveTo>
                    <a:pt x="1653463" y="914845"/>
                  </a:moveTo>
                  <a:cubicBezTo>
                    <a:pt x="1641327" y="914773"/>
                    <a:pt x="1638885" y="932776"/>
                    <a:pt x="1638885" y="954895"/>
                  </a:cubicBezTo>
                  <a:cubicBezTo>
                    <a:pt x="1638885" y="977014"/>
                    <a:pt x="1639618" y="994906"/>
                    <a:pt x="1653463" y="994945"/>
                  </a:cubicBezTo>
                  <a:cubicBezTo>
                    <a:pt x="1666640" y="994983"/>
                    <a:pt x="1668040" y="977014"/>
                    <a:pt x="1668040" y="954895"/>
                  </a:cubicBezTo>
                  <a:cubicBezTo>
                    <a:pt x="1668040" y="932776"/>
                    <a:pt x="1667526" y="914928"/>
                    <a:pt x="1653463" y="914845"/>
                  </a:cubicBezTo>
                  <a:close/>
                  <a:moveTo>
                    <a:pt x="166428" y="914707"/>
                  </a:moveTo>
                  <a:cubicBezTo>
                    <a:pt x="152365" y="914790"/>
                    <a:pt x="151851" y="932638"/>
                    <a:pt x="151851" y="954758"/>
                  </a:cubicBezTo>
                  <a:cubicBezTo>
                    <a:pt x="151851" y="976877"/>
                    <a:pt x="153251" y="994845"/>
                    <a:pt x="166428" y="994808"/>
                  </a:cubicBezTo>
                  <a:cubicBezTo>
                    <a:pt x="180272" y="994768"/>
                    <a:pt x="181005" y="976877"/>
                    <a:pt x="181005" y="954758"/>
                  </a:cubicBezTo>
                  <a:cubicBezTo>
                    <a:pt x="181005" y="932638"/>
                    <a:pt x="178563" y="914636"/>
                    <a:pt x="166428" y="914707"/>
                  </a:cubicBezTo>
                  <a:close/>
                  <a:moveTo>
                    <a:pt x="1484566" y="912443"/>
                  </a:moveTo>
                  <a:cubicBezTo>
                    <a:pt x="1473541" y="912506"/>
                    <a:pt x="1470482" y="922751"/>
                    <a:pt x="1469642" y="937376"/>
                  </a:cubicBezTo>
                  <a:lnTo>
                    <a:pt x="1469546" y="942259"/>
                  </a:lnTo>
                  <a:lnTo>
                    <a:pt x="1499391" y="942259"/>
                  </a:lnTo>
                  <a:cubicBezTo>
                    <a:pt x="1499329" y="940624"/>
                    <a:pt x="1499268" y="938989"/>
                    <a:pt x="1499206" y="937354"/>
                  </a:cubicBezTo>
                  <a:cubicBezTo>
                    <a:pt x="1497894" y="922692"/>
                    <a:pt x="1494080" y="912388"/>
                    <a:pt x="1484566" y="912443"/>
                  </a:cubicBezTo>
                  <a:close/>
                  <a:moveTo>
                    <a:pt x="1070393" y="912443"/>
                  </a:moveTo>
                  <a:cubicBezTo>
                    <a:pt x="1055693" y="912527"/>
                    <a:pt x="1055156" y="930712"/>
                    <a:pt x="1055156" y="953247"/>
                  </a:cubicBezTo>
                  <a:cubicBezTo>
                    <a:pt x="1055156" y="975784"/>
                    <a:pt x="1056619" y="994091"/>
                    <a:pt x="1070393" y="994053"/>
                  </a:cubicBezTo>
                  <a:cubicBezTo>
                    <a:pt x="1084865" y="994013"/>
                    <a:pt x="1085631" y="975784"/>
                    <a:pt x="1085631" y="953247"/>
                  </a:cubicBezTo>
                  <a:cubicBezTo>
                    <a:pt x="1085631" y="930712"/>
                    <a:pt x="1083078" y="912369"/>
                    <a:pt x="1070393" y="912443"/>
                  </a:cubicBezTo>
                  <a:close/>
                  <a:moveTo>
                    <a:pt x="915496" y="912443"/>
                  </a:moveTo>
                  <a:cubicBezTo>
                    <a:pt x="904471" y="912506"/>
                    <a:pt x="901413" y="922751"/>
                    <a:pt x="900573" y="937376"/>
                  </a:cubicBezTo>
                  <a:lnTo>
                    <a:pt x="900476" y="942259"/>
                  </a:lnTo>
                  <a:lnTo>
                    <a:pt x="930321" y="942259"/>
                  </a:lnTo>
                  <a:cubicBezTo>
                    <a:pt x="930260" y="940624"/>
                    <a:pt x="930198" y="938989"/>
                    <a:pt x="930137" y="937354"/>
                  </a:cubicBezTo>
                  <a:cubicBezTo>
                    <a:pt x="928824" y="922692"/>
                    <a:pt x="925010" y="912388"/>
                    <a:pt x="915496" y="912443"/>
                  </a:cubicBezTo>
                  <a:close/>
                  <a:moveTo>
                    <a:pt x="637849" y="912443"/>
                  </a:moveTo>
                  <a:cubicBezTo>
                    <a:pt x="623149" y="912527"/>
                    <a:pt x="622612" y="930712"/>
                    <a:pt x="622612" y="953247"/>
                  </a:cubicBezTo>
                  <a:cubicBezTo>
                    <a:pt x="622612" y="975784"/>
                    <a:pt x="624075" y="994091"/>
                    <a:pt x="637849" y="994053"/>
                  </a:cubicBezTo>
                  <a:cubicBezTo>
                    <a:pt x="652320" y="994013"/>
                    <a:pt x="653087" y="975784"/>
                    <a:pt x="653087" y="953247"/>
                  </a:cubicBezTo>
                  <a:cubicBezTo>
                    <a:pt x="653087" y="930712"/>
                    <a:pt x="650534" y="912369"/>
                    <a:pt x="637849" y="912443"/>
                  </a:cubicBezTo>
                  <a:close/>
                  <a:moveTo>
                    <a:pt x="263432" y="912443"/>
                  </a:moveTo>
                  <a:cubicBezTo>
                    <a:pt x="252407" y="912506"/>
                    <a:pt x="249348" y="922751"/>
                    <a:pt x="248508" y="937376"/>
                  </a:cubicBezTo>
                  <a:lnTo>
                    <a:pt x="248412" y="942259"/>
                  </a:lnTo>
                  <a:lnTo>
                    <a:pt x="278257" y="942259"/>
                  </a:lnTo>
                  <a:cubicBezTo>
                    <a:pt x="278195" y="940624"/>
                    <a:pt x="278134" y="938989"/>
                    <a:pt x="278072" y="937354"/>
                  </a:cubicBezTo>
                  <a:cubicBezTo>
                    <a:pt x="276760" y="922692"/>
                    <a:pt x="272946" y="912388"/>
                    <a:pt x="263432" y="912443"/>
                  </a:cubicBezTo>
                  <a:close/>
                  <a:moveTo>
                    <a:pt x="1714910" y="896590"/>
                  </a:moveTo>
                  <a:lnTo>
                    <a:pt x="1734882" y="896590"/>
                  </a:lnTo>
                  <a:lnTo>
                    <a:pt x="1753333" y="971008"/>
                  </a:lnTo>
                  <a:lnTo>
                    <a:pt x="1772205" y="896590"/>
                  </a:lnTo>
                  <a:lnTo>
                    <a:pt x="1792177" y="896590"/>
                  </a:lnTo>
                  <a:lnTo>
                    <a:pt x="1746000" y="1058137"/>
                  </a:lnTo>
                  <a:lnTo>
                    <a:pt x="1726028" y="1058137"/>
                  </a:lnTo>
                  <a:lnTo>
                    <a:pt x="1742258" y="998644"/>
                  </a:lnTo>
                  <a:close/>
                  <a:moveTo>
                    <a:pt x="1350499" y="896590"/>
                  </a:moveTo>
                  <a:lnTo>
                    <a:pt x="1370471" y="896590"/>
                  </a:lnTo>
                  <a:lnTo>
                    <a:pt x="1370471" y="912636"/>
                  </a:lnTo>
                  <a:cubicBezTo>
                    <a:pt x="1375276" y="905653"/>
                    <a:pt x="1376083" y="897276"/>
                    <a:pt x="1392815" y="896973"/>
                  </a:cubicBezTo>
                  <a:cubicBezTo>
                    <a:pt x="1414114" y="896587"/>
                    <a:pt x="1416732" y="911563"/>
                    <a:pt x="1417110" y="931246"/>
                  </a:cubicBezTo>
                  <a:lnTo>
                    <a:pt x="1417582" y="1009192"/>
                  </a:lnTo>
                  <a:lnTo>
                    <a:pt x="1397610" y="1009192"/>
                  </a:lnTo>
                  <a:cubicBezTo>
                    <a:pt x="1397705" y="984917"/>
                    <a:pt x="1397799" y="960642"/>
                    <a:pt x="1397893" y="936367"/>
                  </a:cubicBezTo>
                  <a:cubicBezTo>
                    <a:pt x="1397830" y="923883"/>
                    <a:pt x="1394269" y="913787"/>
                    <a:pt x="1385541" y="914392"/>
                  </a:cubicBezTo>
                  <a:cubicBezTo>
                    <a:pt x="1372667" y="915283"/>
                    <a:pt x="1371415" y="924422"/>
                    <a:pt x="1370504" y="934362"/>
                  </a:cubicBezTo>
                  <a:lnTo>
                    <a:pt x="1370390" y="937613"/>
                  </a:lnTo>
                  <a:lnTo>
                    <a:pt x="1370170" y="937613"/>
                  </a:lnTo>
                  <a:lnTo>
                    <a:pt x="1370170" y="996661"/>
                  </a:lnTo>
                  <a:lnTo>
                    <a:pt x="1370471" y="996661"/>
                  </a:lnTo>
                  <a:lnTo>
                    <a:pt x="1370471" y="1009192"/>
                  </a:lnTo>
                  <a:lnTo>
                    <a:pt x="1350499" y="1009192"/>
                  </a:lnTo>
                  <a:close/>
                  <a:moveTo>
                    <a:pt x="703301" y="896590"/>
                  </a:moveTo>
                  <a:lnTo>
                    <a:pt x="723273" y="896590"/>
                  </a:lnTo>
                  <a:lnTo>
                    <a:pt x="723273" y="935890"/>
                  </a:lnTo>
                  <a:lnTo>
                    <a:pt x="723669" y="935767"/>
                  </a:lnTo>
                  <a:lnTo>
                    <a:pt x="723669" y="977978"/>
                  </a:lnTo>
                  <a:lnTo>
                    <a:pt x="723993" y="977978"/>
                  </a:lnTo>
                  <a:lnTo>
                    <a:pt x="724972" y="985894"/>
                  </a:lnTo>
                  <a:cubicBezTo>
                    <a:pt x="726442" y="991412"/>
                    <a:pt x="729555" y="994822"/>
                    <a:pt x="736125" y="994808"/>
                  </a:cubicBezTo>
                  <a:cubicBezTo>
                    <a:pt x="742696" y="994793"/>
                    <a:pt x="745808" y="991383"/>
                    <a:pt x="747278" y="985873"/>
                  </a:cubicBezTo>
                  <a:lnTo>
                    <a:pt x="748257" y="977978"/>
                  </a:lnTo>
                  <a:lnTo>
                    <a:pt x="748582" y="977978"/>
                  </a:lnTo>
                  <a:lnTo>
                    <a:pt x="748582" y="917038"/>
                  </a:lnTo>
                  <a:lnTo>
                    <a:pt x="748575" y="917038"/>
                  </a:lnTo>
                  <a:lnTo>
                    <a:pt x="748575" y="896590"/>
                  </a:lnTo>
                  <a:lnTo>
                    <a:pt x="768547" y="896590"/>
                  </a:lnTo>
                  <a:lnTo>
                    <a:pt x="768547" y="975013"/>
                  </a:lnTo>
                  <a:lnTo>
                    <a:pt x="768547" y="975015"/>
                  </a:lnTo>
                  <a:lnTo>
                    <a:pt x="768547" y="975018"/>
                  </a:lnTo>
                  <a:lnTo>
                    <a:pt x="768547" y="976933"/>
                  </a:lnTo>
                  <a:lnTo>
                    <a:pt x="768420" y="976933"/>
                  </a:lnTo>
                  <a:lnTo>
                    <a:pt x="767494" y="990893"/>
                  </a:lnTo>
                  <a:cubicBezTo>
                    <a:pt x="765060" y="1005529"/>
                    <a:pt x="757504" y="1015790"/>
                    <a:pt x="735985" y="1015821"/>
                  </a:cubicBezTo>
                  <a:cubicBezTo>
                    <a:pt x="714467" y="1015852"/>
                    <a:pt x="706910" y="1005560"/>
                    <a:pt x="704476" y="990904"/>
                  </a:cubicBezTo>
                  <a:lnTo>
                    <a:pt x="703550" y="976933"/>
                  </a:lnTo>
                  <a:lnTo>
                    <a:pt x="703301" y="976933"/>
                  </a:lnTo>
                  <a:close/>
                  <a:moveTo>
                    <a:pt x="326701" y="896590"/>
                  </a:moveTo>
                  <a:lnTo>
                    <a:pt x="346672" y="896590"/>
                  </a:lnTo>
                  <a:lnTo>
                    <a:pt x="346672" y="912636"/>
                  </a:lnTo>
                  <a:cubicBezTo>
                    <a:pt x="351478" y="905653"/>
                    <a:pt x="352284" y="897276"/>
                    <a:pt x="369017" y="896973"/>
                  </a:cubicBezTo>
                  <a:cubicBezTo>
                    <a:pt x="390316" y="896587"/>
                    <a:pt x="392934" y="911563"/>
                    <a:pt x="393311" y="931246"/>
                  </a:cubicBezTo>
                  <a:lnTo>
                    <a:pt x="393784" y="1009192"/>
                  </a:lnTo>
                  <a:lnTo>
                    <a:pt x="373812" y="1009192"/>
                  </a:lnTo>
                  <a:cubicBezTo>
                    <a:pt x="373906" y="984917"/>
                    <a:pt x="374000" y="960642"/>
                    <a:pt x="374095" y="936367"/>
                  </a:cubicBezTo>
                  <a:cubicBezTo>
                    <a:pt x="374032" y="923883"/>
                    <a:pt x="370471" y="913787"/>
                    <a:pt x="361743" y="914392"/>
                  </a:cubicBezTo>
                  <a:cubicBezTo>
                    <a:pt x="348869" y="915283"/>
                    <a:pt x="347617" y="924422"/>
                    <a:pt x="346705" y="934362"/>
                  </a:cubicBezTo>
                  <a:lnTo>
                    <a:pt x="346592" y="937613"/>
                  </a:lnTo>
                  <a:lnTo>
                    <a:pt x="346372" y="937613"/>
                  </a:lnTo>
                  <a:lnTo>
                    <a:pt x="346372" y="996661"/>
                  </a:lnTo>
                  <a:lnTo>
                    <a:pt x="346672" y="996661"/>
                  </a:lnTo>
                  <a:lnTo>
                    <a:pt x="346672" y="1009192"/>
                  </a:lnTo>
                  <a:lnTo>
                    <a:pt x="326701" y="1009192"/>
                  </a:lnTo>
                  <a:close/>
                  <a:moveTo>
                    <a:pt x="1645649" y="896386"/>
                  </a:moveTo>
                  <a:cubicBezTo>
                    <a:pt x="1655363" y="896407"/>
                    <a:pt x="1661755" y="900106"/>
                    <a:pt x="1665951" y="906430"/>
                  </a:cubicBezTo>
                  <a:lnTo>
                    <a:pt x="1667038" y="908651"/>
                  </a:lnTo>
                  <a:lnTo>
                    <a:pt x="1667038" y="896728"/>
                  </a:lnTo>
                  <a:lnTo>
                    <a:pt x="1687010" y="896728"/>
                  </a:lnTo>
                  <a:lnTo>
                    <a:pt x="1687010" y="1006787"/>
                  </a:lnTo>
                  <a:cubicBezTo>
                    <a:pt x="1687010" y="1006789"/>
                    <a:pt x="1687010" y="1006789"/>
                    <a:pt x="1687010" y="1006791"/>
                  </a:cubicBezTo>
                  <a:lnTo>
                    <a:pt x="1686300" y="1021179"/>
                  </a:lnTo>
                  <a:cubicBezTo>
                    <a:pt x="1685960" y="1043003"/>
                    <a:pt x="1675608" y="1057051"/>
                    <a:pt x="1652581" y="1057001"/>
                  </a:cubicBezTo>
                  <a:cubicBezTo>
                    <a:pt x="1632195" y="1056956"/>
                    <a:pt x="1621466" y="1042204"/>
                    <a:pt x="1618862" y="1021162"/>
                  </a:cubicBezTo>
                  <a:cubicBezTo>
                    <a:pt x="1618847" y="1020849"/>
                    <a:pt x="1618831" y="1020535"/>
                    <a:pt x="1618816" y="1020222"/>
                  </a:cubicBezTo>
                  <a:lnTo>
                    <a:pt x="1638139" y="1020222"/>
                  </a:lnTo>
                  <a:lnTo>
                    <a:pt x="1638891" y="1025506"/>
                  </a:lnTo>
                  <a:cubicBezTo>
                    <a:pt x="1640137" y="1035905"/>
                    <a:pt x="1644324" y="1039346"/>
                    <a:pt x="1651560" y="1039738"/>
                  </a:cubicBezTo>
                  <a:cubicBezTo>
                    <a:pt x="1665644" y="1040501"/>
                    <a:pt x="1666806" y="1030608"/>
                    <a:pt x="1666731" y="1012557"/>
                  </a:cubicBezTo>
                  <a:lnTo>
                    <a:pt x="1666892" y="1006787"/>
                  </a:lnTo>
                  <a:lnTo>
                    <a:pt x="1667038" y="1006787"/>
                  </a:lnTo>
                  <a:lnTo>
                    <a:pt x="1667038" y="1000603"/>
                  </a:lnTo>
                  <a:lnTo>
                    <a:pt x="1665481" y="1003725"/>
                  </a:lnTo>
                  <a:cubicBezTo>
                    <a:pt x="1661254" y="1010052"/>
                    <a:pt x="1654962" y="1013740"/>
                    <a:pt x="1645649" y="1013718"/>
                  </a:cubicBezTo>
                  <a:cubicBezTo>
                    <a:pt x="1620813" y="1013659"/>
                    <a:pt x="1617463" y="987452"/>
                    <a:pt x="1617463" y="955052"/>
                  </a:cubicBezTo>
                  <a:cubicBezTo>
                    <a:pt x="1617463" y="922652"/>
                    <a:pt x="1622033" y="896335"/>
                    <a:pt x="1645649" y="896386"/>
                  </a:cubicBezTo>
                  <a:close/>
                  <a:moveTo>
                    <a:pt x="1483922" y="896249"/>
                  </a:moveTo>
                  <a:cubicBezTo>
                    <a:pt x="1505820" y="896210"/>
                    <a:pt x="1514472" y="911004"/>
                    <a:pt x="1517429" y="932072"/>
                  </a:cubicBezTo>
                  <a:cubicBezTo>
                    <a:pt x="1518765" y="939997"/>
                    <a:pt x="1518214" y="949432"/>
                    <a:pt x="1518040" y="959244"/>
                  </a:cubicBezTo>
                  <a:lnTo>
                    <a:pt x="1469496" y="959244"/>
                  </a:lnTo>
                  <a:lnTo>
                    <a:pt x="1469772" y="969136"/>
                  </a:lnTo>
                  <a:cubicBezTo>
                    <a:pt x="1470830" y="983791"/>
                    <a:pt x="1474235" y="994082"/>
                    <a:pt x="1484566" y="994053"/>
                  </a:cubicBezTo>
                  <a:cubicBezTo>
                    <a:pt x="1491802" y="994033"/>
                    <a:pt x="1495611" y="989466"/>
                    <a:pt x="1497612" y="982086"/>
                  </a:cubicBezTo>
                  <a:lnTo>
                    <a:pt x="1498822" y="973587"/>
                  </a:lnTo>
                  <a:lnTo>
                    <a:pt x="1517846" y="973587"/>
                  </a:lnTo>
                  <a:cubicBezTo>
                    <a:pt x="1517778" y="974972"/>
                    <a:pt x="1517709" y="976357"/>
                    <a:pt x="1517641" y="977742"/>
                  </a:cubicBezTo>
                  <a:cubicBezTo>
                    <a:pt x="1515037" y="998784"/>
                    <a:pt x="1506950" y="1013536"/>
                    <a:pt x="1483922" y="1013580"/>
                  </a:cubicBezTo>
                  <a:cubicBezTo>
                    <a:pt x="1453219" y="1013640"/>
                    <a:pt x="1449076" y="987315"/>
                    <a:pt x="1449076" y="954914"/>
                  </a:cubicBezTo>
                  <a:cubicBezTo>
                    <a:pt x="1449076" y="922514"/>
                    <a:pt x="1451898" y="896304"/>
                    <a:pt x="1483922" y="896249"/>
                  </a:cubicBezTo>
                  <a:close/>
                  <a:moveTo>
                    <a:pt x="1070504" y="896249"/>
                  </a:moveTo>
                  <a:cubicBezTo>
                    <a:pt x="1099701" y="896198"/>
                    <a:pt x="1105350" y="922514"/>
                    <a:pt x="1105350" y="954914"/>
                  </a:cubicBezTo>
                  <a:cubicBezTo>
                    <a:pt x="1105350" y="987315"/>
                    <a:pt x="1101208" y="1013521"/>
                    <a:pt x="1070504" y="1013580"/>
                  </a:cubicBezTo>
                  <a:cubicBezTo>
                    <a:pt x="1039801" y="1013640"/>
                    <a:pt x="1035658" y="987315"/>
                    <a:pt x="1035658" y="954914"/>
                  </a:cubicBezTo>
                  <a:cubicBezTo>
                    <a:pt x="1035658" y="922514"/>
                    <a:pt x="1038480" y="896304"/>
                    <a:pt x="1070504" y="896249"/>
                  </a:cubicBezTo>
                  <a:close/>
                  <a:moveTo>
                    <a:pt x="914852" y="896249"/>
                  </a:moveTo>
                  <a:cubicBezTo>
                    <a:pt x="936750" y="896210"/>
                    <a:pt x="945402" y="911004"/>
                    <a:pt x="948359" y="932072"/>
                  </a:cubicBezTo>
                  <a:cubicBezTo>
                    <a:pt x="949695" y="939997"/>
                    <a:pt x="949144" y="949432"/>
                    <a:pt x="948970" y="959244"/>
                  </a:cubicBezTo>
                  <a:lnTo>
                    <a:pt x="900426" y="959244"/>
                  </a:lnTo>
                  <a:lnTo>
                    <a:pt x="900703" y="969136"/>
                  </a:lnTo>
                  <a:cubicBezTo>
                    <a:pt x="901760" y="983791"/>
                    <a:pt x="905166" y="994082"/>
                    <a:pt x="915496" y="994053"/>
                  </a:cubicBezTo>
                  <a:cubicBezTo>
                    <a:pt x="922732" y="994033"/>
                    <a:pt x="926541" y="989466"/>
                    <a:pt x="928542" y="982086"/>
                  </a:cubicBezTo>
                  <a:lnTo>
                    <a:pt x="929752" y="973587"/>
                  </a:lnTo>
                  <a:lnTo>
                    <a:pt x="948777" y="973587"/>
                  </a:lnTo>
                  <a:cubicBezTo>
                    <a:pt x="948708" y="974972"/>
                    <a:pt x="948640" y="976357"/>
                    <a:pt x="948571" y="977742"/>
                  </a:cubicBezTo>
                  <a:cubicBezTo>
                    <a:pt x="945967" y="998784"/>
                    <a:pt x="937881" y="1013536"/>
                    <a:pt x="914852" y="1013580"/>
                  </a:cubicBezTo>
                  <a:cubicBezTo>
                    <a:pt x="884149" y="1013640"/>
                    <a:pt x="880006" y="987315"/>
                    <a:pt x="880006" y="954914"/>
                  </a:cubicBezTo>
                  <a:cubicBezTo>
                    <a:pt x="880006" y="922514"/>
                    <a:pt x="882828" y="896304"/>
                    <a:pt x="914852" y="896249"/>
                  </a:cubicBezTo>
                  <a:close/>
                  <a:moveTo>
                    <a:pt x="637960" y="896249"/>
                  </a:moveTo>
                  <a:cubicBezTo>
                    <a:pt x="667156" y="896198"/>
                    <a:pt x="672806" y="922514"/>
                    <a:pt x="672806" y="954914"/>
                  </a:cubicBezTo>
                  <a:cubicBezTo>
                    <a:pt x="672806" y="987315"/>
                    <a:pt x="668664" y="1013521"/>
                    <a:pt x="637960" y="1013580"/>
                  </a:cubicBezTo>
                  <a:cubicBezTo>
                    <a:pt x="607257" y="1013640"/>
                    <a:pt x="603114" y="987315"/>
                    <a:pt x="603114" y="954914"/>
                  </a:cubicBezTo>
                  <a:cubicBezTo>
                    <a:pt x="603114" y="922514"/>
                    <a:pt x="605936" y="896304"/>
                    <a:pt x="637960" y="896249"/>
                  </a:cubicBezTo>
                  <a:close/>
                  <a:moveTo>
                    <a:pt x="262788" y="896249"/>
                  </a:moveTo>
                  <a:cubicBezTo>
                    <a:pt x="284685" y="896210"/>
                    <a:pt x="293337" y="911004"/>
                    <a:pt x="296295" y="932072"/>
                  </a:cubicBezTo>
                  <a:cubicBezTo>
                    <a:pt x="297631" y="939997"/>
                    <a:pt x="297080" y="949432"/>
                    <a:pt x="296906" y="959244"/>
                  </a:cubicBezTo>
                  <a:lnTo>
                    <a:pt x="248362" y="959244"/>
                  </a:lnTo>
                  <a:lnTo>
                    <a:pt x="248638" y="969136"/>
                  </a:lnTo>
                  <a:cubicBezTo>
                    <a:pt x="249695" y="983791"/>
                    <a:pt x="253101" y="994082"/>
                    <a:pt x="263432" y="994053"/>
                  </a:cubicBezTo>
                  <a:cubicBezTo>
                    <a:pt x="270668" y="994033"/>
                    <a:pt x="274477" y="989466"/>
                    <a:pt x="276478" y="982086"/>
                  </a:cubicBezTo>
                  <a:lnTo>
                    <a:pt x="277688" y="973587"/>
                  </a:lnTo>
                  <a:lnTo>
                    <a:pt x="296712" y="973587"/>
                  </a:lnTo>
                  <a:cubicBezTo>
                    <a:pt x="296644" y="974972"/>
                    <a:pt x="296575" y="976357"/>
                    <a:pt x="296507" y="977742"/>
                  </a:cubicBezTo>
                  <a:cubicBezTo>
                    <a:pt x="293903" y="998784"/>
                    <a:pt x="285816" y="1013536"/>
                    <a:pt x="262788" y="1013580"/>
                  </a:cubicBezTo>
                  <a:cubicBezTo>
                    <a:pt x="232085" y="1013640"/>
                    <a:pt x="227942" y="987315"/>
                    <a:pt x="227942" y="954914"/>
                  </a:cubicBezTo>
                  <a:cubicBezTo>
                    <a:pt x="227942" y="922514"/>
                    <a:pt x="230764" y="896304"/>
                    <a:pt x="262788" y="896249"/>
                  </a:cubicBezTo>
                  <a:close/>
                  <a:moveTo>
                    <a:pt x="174241" y="896248"/>
                  </a:moveTo>
                  <a:cubicBezTo>
                    <a:pt x="197857" y="896197"/>
                    <a:pt x="202427" y="922514"/>
                    <a:pt x="202427" y="954914"/>
                  </a:cubicBezTo>
                  <a:cubicBezTo>
                    <a:pt x="202427" y="987315"/>
                    <a:pt x="199077" y="1013521"/>
                    <a:pt x="174241" y="1013580"/>
                  </a:cubicBezTo>
                  <a:cubicBezTo>
                    <a:pt x="168032" y="1013595"/>
                    <a:pt x="163166" y="1011961"/>
                    <a:pt x="159360" y="1008995"/>
                  </a:cubicBezTo>
                  <a:lnTo>
                    <a:pt x="152852" y="999395"/>
                  </a:lnTo>
                  <a:lnTo>
                    <a:pt x="152852" y="1056246"/>
                  </a:lnTo>
                  <a:lnTo>
                    <a:pt x="132881" y="1056246"/>
                  </a:lnTo>
                  <a:lnTo>
                    <a:pt x="132881" y="896590"/>
                  </a:lnTo>
                  <a:lnTo>
                    <a:pt x="152852" y="896590"/>
                  </a:lnTo>
                  <a:lnTo>
                    <a:pt x="152852" y="909865"/>
                  </a:lnTo>
                  <a:lnTo>
                    <a:pt x="158909" y="900882"/>
                  </a:lnTo>
                  <a:cubicBezTo>
                    <a:pt x="162766" y="897911"/>
                    <a:pt x="167765" y="896262"/>
                    <a:pt x="174241" y="896248"/>
                  </a:cubicBezTo>
                  <a:close/>
                  <a:moveTo>
                    <a:pt x="1592774" y="892438"/>
                  </a:moveTo>
                  <a:lnTo>
                    <a:pt x="1592774" y="914707"/>
                  </a:lnTo>
                  <a:cubicBezTo>
                    <a:pt x="1583514" y="909612"/>
                    <a:pt x="1577013" y="914282"/>
                    <a:pt x="1572318" y="924898"/>
                  </a:cubicBezTo>
                  <a:lnTo>
                    <a:pt x="1570506" y="930363"/>
                  </a:lnTo>
                  <a:lnTo>
                    <a:pt x="1570506" y="1009192"/>
                  </a:lnTo>
                  <a:lnTo>
                    <a:pt x="1550534" y="1009192"/>
                  </a:lnTo>
                  <a:lnTo>
                    <a:pt x="1550534" y="896590"/>
                  </a:lnTo>
                  <a:lnTo>
                    <a:pt x="1570506" y="896590"/>
                  </a:lnTo>
                  <a:lnTo>
                    <a:pt x="1570506" y="906833"/>
                  </a:lnTo>
                  <a:lnTo>
                    <a:pt x="1571627" y="905336"/>
                  </a:lnTo>
                  <a:cubicBezTo>
                    <a:pt x="1576659" y="898171"/>
                    <a:pt x="1581532" y="891589"/>
                    <a:pt x="1592774" y="892438"/>
                  </a:cubicBezTo>
                  <a:close/>
                  <a:moveTo>
                    <a:pt x="824066" y="891683"/>
                  </a:moveTo>
                  <a:cubicBezTo>
                    <a:pt x="833896" y="891238"/>
                    <a:pt x="841608" y="894228"/>
                    <a:pt x="846335" y="897345"/>
                  </a:cubicBezTo>
                  <a:lnTo>
                    <a:pt x="846335" y="916217"/>
                  </a:lnTo>
                  <a:cubicBezTo>
                    <a:pt x="831615" y="909171"/>
                    <a:pt x="816237" y="908789"/>
                    <a:pt x="815762" y="924520"/>
                  </a:cubicBezTo>
                  <a:cubicBezTo>
                    <a:pt x="816014" y="936598"/>
                    <a:pt x="828690" y="944111"/>
                    <a:pt x="832661" y="947285"/>
                  </a:cubicBezTo>
                  <a:cubicBezTo>
                    <a:pt x="836633" y="950459"/>
                    <a:pt x="854413" y="963697"/>
                    <a:pt x="854638" y="979626"/>
                  </a:cubicBezTo>
                  <a:cubicBezTo>
                    <a:pt x="854854" y="994907"/>
                    <a:pt x="843083" y="1013464"/>
                    <a:pt x="824444" y="1013595"/>
                  </a:cubicBezTo>
                  <a:cubicBezTo>
                    <a:pt x="818138" y="1013640"/>
                    <a:pt x="808465" y="1010953"/>
                    <a:pt x="802175" y="1007934"/>
                  </a:cubicBezTo>
                  <a:lnTo>
                    <a:pt x="802175" y="987929"/>
                  </a:lnTo>
                  <a:cubicBezTo>
                    <a:pt x="808151" y="992144"/>
                    <a:pt x="816277" y="994890"/>
                    <a:pt x="822179" y="994723"/>
                  </a:cubicBezTo>
                  <a:cubicBezTo>
                    <a:pt x="831112" y="994472"/>
                    <a:pt x="837501" y="985881"/>
                    <a:pt x="836521" y="979248"/>
                  </a:cubicBezTo>
                  <a:cubicBezTo>
                    <a:pt x="835542" y="972616"/>
                    <a:pt x="823602" y="961846"/>
                    <a:pt x="816301" y="954931"/>
                  </a:cubicBezTo>
                  <a:cubicBezTo>
                    <a:pt x="809000" y="948016"/>
                    <a:pt x="797597" y="936255"/>
                    <a:pt x="796988" y="925652"/>
                  </a:cubicBezTo>
                  <a:cubicBezTo>
                    <a:pt x="795789" y="904786"/>
                    <a:pt x="811690" y="892244"/>
                    <a:pt x="824066" y="891683"/>
                  </a:cubicBezTo>
                  <a:close/>
                  <a:moveTo>
                    <a:pt x="56436" y="860524"/>
                  </a:moveTo>
                  <a:cubicBezTo>
                    <a:pt x="36465" y="860661"/>
                    <a:pt x="35735" y="890126"/>
                    <a:pt x="35735" y="926643"/>
                  </a:cubicBezTo>
                  <a:cubicBezTo>
                    <a:pt x="35735" y="963159"/>
                    <a:pt x="37723" y="992824"/>
                    <a:pt x="56436" y="992761"/>
                  </a:cubicBezTo>
                  <a:cubicBezTo>
                    <a:pt x="76095" y="992696"/>
                    <a:pt x="77136" y="963159"/>
                    <a:pt x="77136" y="926643"/>
                  </a:cubicBezTo>
                  <a:cubicBezTo>
                    <a:pt x="77136" y="890126"/>
                    <a:pt x="73668" y="860406"/>
                    <a:pt x="56436" y="860524"/>
                  </a:cubicBezTo>
                  <a:close/>
                  <a:moveTo>
                    <a:pt x="56672" y="839708"/>
                  </a:moveTo>
                  <a:cubicBezTo>
                    <a:pt x="93442" y="839632"/>
                    <a:pt x="100557" y="878630"/>
                    <a:pt x="100557" y="926644"/>
                  </a:cubicBezTo>
                  <a:cubicBezTo>
                    <a:pt x="100557" y="974658"/>
                    <a:pt x="95341" y="1013492"/>
                    <a:pt x="56672" y="1013580"/>
                  </a:cubicBezTo>
                  <a:cubicBezTo>
                    <a:pt x="18004" y="1013668"/>
                    <a:pt x="12787" y="974658"/>
                    <a:pt x="12787" y="926644"/>
                  </a:cubicBezTo>
                  <a:cubicBezTo>
                    <a:pt x="12787" y="878630"/>
                    <a:pt x="16341" y="839790"/>
                    <a:pt x="56672" y="839708"/>
                  </a:cubicBezTo>
                  <a:close/>
                  <a:moveTo>
                    <a:pt x="1261002" y="839707"/>
                  </a:moveTo>
                  <a:lnTo>
                    <a:pt x="1267808" y="839707"/>
                  </a:lnTo>
                  <a:lnTo>
                    <a:pt x="1282685" y="839707"/>
                  </a:lnTo>
                  <a:lnTo>
                    <a:pt x="1322930" y="839707"/>
                  </a:lnTo>
                  <a:lnTo>
                    <a:pt x="1322930" y="858017"/>
                  </a:lnTo>
                  <a:lnTo>
                    <a:pt x="1282685" y="858017"/>
                  </a:lnTo>
                  <a:lnTo>
                    <a:pt x="1282685" y="914391"/>
                  </a:lnTo>
                  <a:lnTo>
                    <a:pt x="1318112" y="914391"/>
                  </a:lnTo>
                  <a:lnTo>
                    <a:pt x="1318112" y="932701"/>
                  </a:lnTo>
                  <a:lnTo>
                    <a:pt x="1282685" y="932701"/>
                  </a:lnTo>
                  <a:lnTo>
                    <a:pt x="1282685" y="992581"/>
                  </a:lnTo>
                  <a:lnTo>
                    <a:pt x="1322930" y="992581"/>
                  </a:lnTo>
                  <a:lnTo>
                    <a:pt x="1322930" y="1010891"/>
                  </a:lnTo>
                  <a:lnTo>
                    <a:pt x="1282685" y="1010891"/>
                  </a:lnTo>
                  <a:lnTo>
                    <a:pt x="1267808" y="1010891"/>
                  </a:lnTo>
                  <a:lnTo>
                    <a:pt x="1261002" y="1010891"/>
                  </a:lnTo>
                  <a:close/>
                  <a:moveTo>
                    <a:pt x="489126" y="838658"/>
                  </a:moveTo>
                  <a:lnTo>
                    <a:pt x="510809" y="838658"/>
                  </a:lnTo>
                  <a:lnTo>
                    <a:pt x="510809" y="905619"/>
                  </a:lnTo>
                  <a:lnTo>
                    <a:pt x="546246" y="905619"/>
                  </a:lnTo>
                  <a:lnTo>
                    <a:pt x="546246" y="838658"/>
                  </a:lnTo>
                  <a:lnTo>
                    <a:pt x="567930" y="838658"/>
                  </a:lnTo>
                  <a:lnTo>
                    <a:pt x="567930" y="1009192"/>
                  </a:lnTo>
                  <a:lnTo>
                    <a:pt x="546246" y="1009192"/>
                  </a:lnTo>
                  <a:lnTo>
                    <a:pt x="546246" y="923859"/>
                  </a:lnTo>
                  <a:lnTo>
                    <a:pt x="510809" y="923859"/>
                  </a:lnTo>
                  <a:lnTo>
                    <a:pt x="510809" y="1009192"/>
                  </a:lnTo>
                  <a:lnTo>
                    <a:pt x="489126" y="1009192"/>
                  </a:lnTo>
                  <a:close/>
                  <a:moveTo>
                    <a:pt x="1162901" y="821998"/>
                  </a:moveTo>
                  <a:cubicBezTo>
                    <a:pt x="1167454" y="821842"/>
                    <a:pt x="1172459" y="822375"/>
                    <a:pt x="1177725" y="823498"/>
                  </a:cubicBezTo>
                  <a:lnTo>
                    <a:pt x="1177725" y="843469"/>
                  </a:lnTo>
                  <a:cubicBezTo>
                    <a:pt x="1162565" y="837968"/>
                    <a:pt x="1159105" y="844922"/>
                    <a:pt x="1159420" y="854141"/>
                  </a:cubicBezTo>
                  <a:lnTo>
                    <a:pt x="1159420" y="895458"/>
                  </a:lnTo>
                  <a:lnTo>
                    <a:pt x="1177725" y="895458"/>
                  </a:lnTo>
                  <a:lnTo>
                    <a:pt x="1177725" y="912236"/>
                  </a:lnTo>
                  <a:lnTo>
                    <a:pt x="1159420" y="912236"/>
                  </a:lnTo>
                  <a:lnTo>
                    <a:pt x="1159420" y="1009192"/>
                  </a:lnTo>
                  <a:lnTo>
                    <a:pt x="1139449" y="1009192"/>
                  </a:lnTo>
                  <a:lnTo>
                    <a:pt x="1139449" y="912236"/>
                  </a:lnTo>
                  <a:lnTo>
                    <a:pt x="1127527" y="912236"/>
                  </a:lnTo>
                  <a:lnTo>
                    <a:pt x="1127527" y="895458"/>
                  </a:lnTo>
                  <a:lnTo>
                    <a:pt x="1139449" y="895458"/>
                  </a:lnTo>
                  <a:lnTo>
                    <a:pt x="1139449" y="844747"/>
                  </a:lnTo>
                  <a:cubicBezTo>
                    <a:pt x="1139676" y="829150"/>
                    <a:pt x="1149246" y="822469"/>
                    <a:pt x="1162901" y="821998"/>
                  </a:cubicBezTo>
                  <a:close/>
                  <a:moveTo>
                    <a:pt x="0" y="698203"/>
                  </a:moveTo>
                  <a:lnTo>
                    <a:pt x="1792582" y="698203"/>
                  </a:lnTo>
                  <a:lnTo>
                    <a:pt x="1792582" y="703247"/>
                  </a:lnTo>
                  <a:lnTo>
                    <a:pt x="1792582" y="757745"/>
                  </a:lnTo>
                  <a:lnTo>
                    <a:pt x="1792582" y="777019"/>
                  </a:lnTo>
                  <a:lnTo>
                    <a:pt x="0" y="777019"/>
                  </a:lnTo>
                  <a:close/>
                  <a:moveTo>
                    <a:pt x="827858" y="57086"/>
                  </a:moveTo>
                  <a:cubicBezTo>
                    <a:pt x="773091" y="57462"/>
                    <a:pt x="771089" y="138267"/>
                    <a:pt x="771089" y="238408"/>
                  </a:cubicBezTo>
                  <a:cubicBezTo>
                    <a:pt x="771089" y="338549"/>
                    <a:pt x="776541" y="419900"/>
                    <a:pt x="827858" y="419730"/>
                  </a:cubicBezTo>
                  <a:cubicBezTo>
                    <a:pt x="881771" y="419551"/>
                    <a:pt x="884626" y="338549"/>
                    <a:pt x="884626" y="238408"/>
                  </a:cubicBezTo>
                  <a:cubicBezTo>
                    <a:pt x="884626" y="138267"/>
                    <a:pt x="875116" y="56762"/>
                    <a:pt x="827858" y="57086"/>
                  </a:cubicBezTo>
                  <a:close/>
                  <a:moveTo>
                    <a:pt x="119700" y="57086"/>
                  </a:moveTo>
                  <a:cubicBezTo>
                    <a:pt x="64933" y="57462"/>
                    <a:pt x="62931" y="138267"/>
                    <a:pt x="62931" y="238408"/>
                  </a:cubicBezTo>
                  <a:cubicBezTo>
                    <a:pt x="62931" y="338549"/>
                    <a:pt x="68383" y="419900"/>
                    <a:pt x="119700" y="419730"/>
                  </a:cubicBezTo>
                  <a:cubicBezTo>
                    <a:pt x="173614" y="419551"/>
                    <a:pt x="176468" y="338549"/>
                    <a:pt x="176468" y="238408"/>
                  </a:cubicBezTo>
                  <a:cubicBezTo>
                    <a:pt x="176468" y="138267"/>
                    <a:pt x="166959" y="56762"/>
                    <a:pt x="119700" y="57086"/>
                  </a:cubicBezTo>
                  <a:close/>
                  <a:moveTo>
                    <a:pt x="364615" y="7754"/>
                  </a:moveTo>
                  <a:lnTo>
                    <a:pt x="425426" y="7754"/>
                  </a:lnTo>
                  <a:lnTo>
                    <a:pt x="425426" y="188764"/>
                  </a:lnTo>
                  <a:lnTo>
                    <a:pt x="519025" y="188764"/>
                  </a:lnTo>
                  <a:lnTo>
                    <a:pt x="519025" y="7754"/>
                  </a:lnTo>
                  <a:lnTo>
                    <a:pt x="579836" y="7754"/>
                  </a:lnTo>
                  <a:lnTo>
                    <a:pt x="579836" y="468746"/>
                  </a:lnTo>
                  <a:lnTo>
                    <a:pt x="519025" y="468746"/>
                  </a:lnTo>
                  <a:lnTo>
                    <a:pt x="519025" y="238072"/>
                  </a:lnTo>
                  <a:lnTo>
                    <a:pt x="425426" y="238072"/>
                  </a:lnTo>
                  <a:lnTo>
                    <a:pt x="425426" y="468746"/>
                  </a:lnTo>
                  <a:lnTo>
                    <a:pt x="364615" y="468746"/>
                  </a:lnTo>
                  <a:close/>
                  <a:moveTo>
                    <a:pt x="828506" y="0"/>
                  </a:moveTo>
                  <a:cubicBezTo>
                    <a:pt x="929343" y="-206"/>
                    <a:pt x="948855" y="106741"/>
                    <a:pt x="948855" y="238412"/>
                  </a:cubicBezTo>
                  <a:cubicBezTo>
                    <a:pt x="948855" y="370082"/>
                    <a:pt x="934550" y="476581"/>
                    <a:pt x="828506" y="476823"/>
                  </a:cubicBezTo>
                  <a:cubicBezTo>
                    <a:pt x="722465" y="477064"/>
                    <a:pt x="708157" y="370082"/>
                    <a:pt x="708157" y="238412"/>
                  </a:cubicBezTo>
                  <a:cubicBezTo>
                    <a:pt x="708157" y="106741"/>
                    <a:pt x="717903" y="227"/>
                    <a:pt x="828506" y="0"/>
                  </a:cubicBezTo>
                  <a:close/>
                  <a:moveTo>
                    <a:pt x="120349" y="0"/>
                  </a:moveTo>
                  <a:cubicBezTo>
                    <a:pt x="221186" y="-206"/>
                    <a:pt x="240698" y="106741"/>
                    <a:pt x="240698" y="238412"/>
                  </a:cubicBezTo>
                  <a:cubicBezTo>
                    <a:pt x="240698" y="370082"/>
                    <a:pt x="226393" y="476581"/>
                    <a:pt x="120349" y="476823"/>
                  </a:cubicBezTo>
                  <a:cubicBezTo>
                    <a:pt x="14308" y="477064"/>
                    <a:pt x="0" y="370082"/>
                    <a:pt x="0" y="238412"/>
                  </a:cubicBezTo>
                  <a:cubicBezTo>
                    <a:pt x="0" y="106741"/>
                    <a:pt x="9745" y="227"/>
                    <a:pt x="120349" y="0"/>
                  </a:cubicBezTo>
                  <a:close/>
                </a:path>
              </a:pathLst>
            </a:custGeom>
            <a:solidFill>
              <a:srgbClr val="A2A6A3"/>
            </a:solidFill>
          </p:spPr>
          <p:txBody>
            <a:bodyPr wrap="square" lIns="72000" tIns="36000" rIns="72000" bIns="36000" rtlCol="0" anchor="ctr">
              <a:noAutofit/>
            </a:bodyPr>
            <a:lstStyle/>
            <a:p>
              <a:pPr defTabSz="230733" hangingPunct="0">
                <a:lnSpc>
                  <a:spcPct val="90000"/>
                </a:lnSpc>
                <a:spcAft>
                  <a:spcPts val="447"/>
                </a:spcAft>
                <a:buClr>
                  <a:srgbClr val="E6513E"/>
                </a:buClr>
              </a:pPr>
              <a:endParaRPr lang="en-GB" sz="750">
                <a:solidFill>
                  <a:schemeClr val="tx2"/>
                </a:solidFill>
                <a:latin typeface="+mj-lt"/>
                <a:ea typeface="Nokia Pure Text" panose="020B0504040602060303" pitchFamily="34" charset="0"/>
                <a:cs typeface="Nokia Pure Text" panose="020B0504040602060303" pitchFamily="34" charset="0"/>
              </a:endParaRPr>
            </a:p>
          </p:txBody>
        </p:sp>
      </p:grpSp>
    </p:spTree>
    <p:extLst>
      <p:ext uri="{BB962C8B-B14F-4D97-AF65-F5344CB8AC3E}">
        <p14:creationId xmlns:p14="http://schemas.microsoft.com/office/powerpoint/2010/main" val="1587131472"/>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20" name="Rectangle 119">
            <a:extLst>
              <a:ext uri="{FF2B5EF4-FFF2-40B4-BE49-F238E27FC236}">
                <a16:creationId xmlns:a16="http://schemas.microsoft.com/office/drawing/2014/main" id="{E53D7629-23A3-4074-B41D-9215B04D9724}"/>
              </a:ext>
            </a:extLst>
          </p:cNvPr>
          <p:cNvSpPr/>
          <p:nvPr userDrawn="1"/>
        </p:nvSpPr>
        <p:spPr>
          <a:xfrm>
            <a:off x="0" y="4927500"/>
            <a:ext cx="9144000" cy="216000"/>
          </a:xfrm>
          <a:prstGeom prst="rect">
            <a:avLst/>
          </a:prstGeom>
          <a:solidFill>
            <a:schemeClr val="bg2">
              <a:lumMod val="20000"/>
              <a:lumOff val="80000"/>
            </a:schemeClr>
          </a:solidFill>
          <a:ln>
            <a:noFill/>
          </a:ln>
        </p:spPr>
        <p:txBody>
          <a:bodyPr rtlCol="0" anchor="ctr"/>
          <a:lstStyle/>
          <a:p>
            <a:pPr algn="ctr"/>
            <a:endParaRPr lang="en-GB" sz="1013"/>
          </a:p>
        </p:txBody>
      </p:sp>
      <p:sp>
        <p:nvSpPr>
          <p:cNvPr id="73" name="Freeform: Shape 72">
            <a:extLst>
              <a:ext uri="{FF2B5EF4-FFF2-40B4-BE49-F238E27FC236}">
                <a16:creationId xmlns:a16="http://schemas.microsoft.com/office/drawing/2014/main" id="{43404390-6F4B-4D97-B7EB-7448A7B62232}"/>
              </a:ext>
            </a:extLst>
          </p:cNvPr>
          <p:cNvSpPr/>
          <p:nvPr userDrawn="1"/>
        </p:nvSpPr>
        <p:spPr>
          <a:xfrm>
            <a:off x="8554453" y="4927500"/>
            <a:ext cx="589547" cy="216000"/>
          </a:xfrm>
          <a:custGeom>
            <a:avLst/>
            <a:gdLst>
              <a:gd name="connsiteX0" fmla="*/ 108000 w 589547"/>
              <a:gd name="connsiteY0" fmla="*/ 0 h 216000"/>
              <a:gd name="connsiteX1" fmla="*/ 589547 w 589547"/>
              <a:gd name="connsiteY1" fmla="*/ 0 h 216000"/>
              <a:gd name="connsiteX2" fmla="*/ 589547 w 589547"/>
              <a:gd name="connsiteY2" fmla="*/ 216000 h 216000"/>
              <a:gd name="connsiteX3" fmla="*/ 108000 w 589547"/>
              <a:gd name="connsiteY3" fmla="*/ 216000 h 216000"/>
              <a:gd name="connsiteX4" fmla="*/ 0 w 589547"/>
              <a:gd name="connsiteY4" fmla="*/ 108000 h 216000"/>
              <a:gd name="connsiteX5" fmla="*/ 108000 w 589547"/>
              <a:gd name="connsiteY5" fmla="*/ 0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9547" h="216000">
                <a:moveTo>
                  <a:pt x="108000" y="0"/>
                </a:moveTo>
                <a:lnTo>
                  <a:pt x="589547" y="0"/>
                </a:lnTo>
                <a:lnTo>
                  <a:pt x="589547" y="216000"/>
                </a:lnTo>
                <a:lnTo>
                  <a:pt x="108000" y="216000"/>
                </a:lnTo>
                <a:cubicBezTo>
                  <a:pt x="48353" y="216000"/>
                  <a:pt x="0" y="167647"/>
                  <a:pt x="0" y="108000"/>
                </a:cubicBezTo>
                <a:cubicBezTo>
                  <a:pt x="0" y="48353"/>
                  <a:pt x="48353" y="0"/>
                  <a:pt x="108000" y="0"/>
                </a:cubicBezTo>
                <a:close/>
              </a:path>
            </a:pathLst>
          </a:custGeom>
          <a:solidFill>
            <a:schemeClr val="bg1">
              <a:alpha val="70000"/>
            </a:schemeClr>
          </a:solidFill>
          <a:ln>
            <a:noFill/>
          </a:ln>
        </p:spPr>
        <p:txBody>
          <a:bodyPr wrap="square" rtlCol="0" anchor="ctr">
            <a:noAutofit/>
          </a:bodyPr>
          <a:lstStyle/>
          <a:p>
            <a:pPr algn="ctr"/>
            <a:endParaRPr lang="en-GB" sz="1013"/>
          </a:p>
        </p:txBody>
      </p:sp>
      <p:sp>
        <p:nvSpPr>
          <p:cNvPr id="2" name="Title Placeholder 1"/>
          <p:cNvSpPr>
            <a:spLocks noGrp="1"/>
          </p:cNvSpPr>
          <p:nvPr>
            <p:ph type="title"/>
          </p:nvPr>
        </p:nvSpPr>
        <p:spPr bwMode="auto">
          <a:xfrm>
            <a:off x="432001" y="271679"/>
            <a:ext cx="6999554" cy="28978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de-DE" noProof="0"/>
              <a:t>Titel = Kern-Botschaft</a:t>
            </a:r>
          </a:p>
        </p:txBody>
      </p:sp>
      <p:sp>
        <p:nvSpPr>
          <p:cNvPr id="4" name="Text Placeholder 2"/>
          <p:cNvSpPr>
            <a:spLocks noGrp="1"/>
          </p:cNvSpPr>
          <p:nvPr>
            <p:ph type="body" idx="1"/>
          </p:nvPr>
        </p:nvSpPr>
        <p:spPr bwMode="auto">
          <a:xfrm>
            <a:off x="432000" y="950913"/>
            <a:ext cx="8316000" cy="369743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de-DE" noProof="0"/>
              <a:t>Text</a:t>
            </a:r>
          </a:p>
          <a:p>
            <a:pPr lvl="1"/>
            <a:r>
              <a:rPr lang="de-DE" noProof="0"/>
              <a:t>Text</a:t>
            </a:r>
          </a:p>
          <a:p>
            <a:pPr lvl="2"/>
            <a:r>
              <a:rPr lang="de-DE" noProof="0"/>
              <a:t>Text</a:t>
            </a:r>
          </a:p>
          <a:p>
            <a:pPr lvl="3"/>
            <a:r>
              <a:rPr lang="de-DE" noProof="0"/>
              <a:t>Text</a:t>
            </a:r>
          </a:p>
          <a:p>
            <a:pPr lvl="4"/>
            <a:r>
              <a:rPr lang="de-DE" noProof="0"/>
              <a:t>Text</a:t>
            </a:r>
          </a:p>
        </p:txBody>
      </p:sp>
      <p:grpSp>
        <p:nvGrpSpPr>
          <p:cNvPr id="47" name="Gruppieren 46"/>
          <p:cNvGrpSpPr/>
          <p:nvPr userDrawn="1"/>
        </p:nvGrpSpPr>
        <p:grpSpPr>
          <a:xfrm>
            <a:off x="-566738" y="-147638"/>
            <a:ext cx="10071286" cy="5436460"/>
            <a:chOff x="-566738" y="-146727"/>
            <a:chExt cx="10071286" cy="5402902"/>
          </a:xfrm>
        </p:grpSpPr>
        <p:sp>
          <p:nvSpPr>
            <p:cNvPr id="85" name="Textfeld 84"/>
            <p:cNvSpPr txBox="1"/>
            <p:nvPr userDrawn="1"/>
          </p:nvSpPr>
          <p:spPr>
            <a:xfrm>
              <a:off x="-221341" y="4954130"/>
              <a:ext cx="187551" cy="68823"/>
            </a:xfrm>
            <a:prstGeom prst="rect">
              <a:avLst/>
            </a:prstGeom>
            <a:noFill/>
          </p:spPr>
          <p:txBody>
            <a:bodyPr wrap="square" lIns="0" tIns="0" rIns="0" bIns="0" rtlCol="0">
              <a:spAutoFit/>
            </a:bodyPr>
            <a:lstStyle/>
            <a:p>
              <a:pPr algn="r" defTabSz="457189" fontAlgn="base">
                <a:lnSpc>
                  <a:spcPct val="90000"/>
                </a:lnSpc>
                <a:spcBef>
                  <a:spcPct val="0"/>
                </a:spcBef>
                <a:spcAft>
                  <a:spcPts val="600"/>
                </a:spcAft>
              </a:pPr>
              <a:r>
                <a:rPr lang="en-GB" sz="500" noProof="0">
                  <a:solidFill>
                    <a:srgbClr val="9FA0A3"/>
                  </a:solidFill>
                </a:rPr>
                <a:t>Footer</a:t>
              </a:r>
            </a:p>
          </p:txBody>
        </p:sp>
        <p:sp>
          <p:nvSpPr>
            <p:cNvPr id="133" name="Line 12">
              <a:extLst>
                <a:ext uri="{FF2B5EF4-FFF2-40B4-BE49-F238E27FC236}">
                  <a16:creationId xmlns:a16="http://schemas.microsoft.com/office/drawing/2014/main" id="{A861FD15-3DCF-4657-8A56-99D6DAD1829C}"/>
                </a:ext>
              </a:extLst>
            </p:cNvPr>
            <p:cNvSpPr>
              <a:spLocks noChangeShapeType="1"/>
            </p:cNvSpPr>
            <p:nvPr userDrawn="1"/>
          </p:nvSpPr>
          <p:spPr bwMode="auto">
            <a:xfrm flipV="1">
              <a:off x="-144512" y="4949374"/>
              <a:ext cx="108000" cy="0"/>
            </a:xfrm>
            <a:prstGeom prst="line">
              <a:avLst/>
            </a:prstGeom>
            <a:noFill/>
            <a:ln w="3175">
              <a:solidFill>
                <a:schemeClr val="tx2"/>
              </a:solidFill>
              <a:prstDash val="dash"/>
              <a:miter lim="800000"/>
              <a:headEnd/>
              <a:tailEnd/>
            </a:ln>
          </p:spPr>
          <p:txBody>
            <a:bodyPr anchor="ctr"/>
            <a:lstStyle/>
            <a:p>
              <a:pPr defTabSz="457189" fontAlgn="base">
                <a:spcBef>
                  <a:spcPct val="0"/>
                </a:spcBef>
                <a:spcAft>
                  <a:spcPct val="0"/>
                </a:spcAft>
                <a:defRPr/>
              </a:pPr>
              <a:endParaRPr lang="en-GB" sz="1800" noProof="0">
                <a:solidFill>
                  <a:srgbClr val="9FA0A3"/>
                </a:solidFill>
              </a:endParaRPr>
            </a:p>
          </p:txBody>
        </p:sp>
        <p:sp>
          <p:nvSpPr>
            <p:cNvPr id="55" name="Line 9"/>
            <p:cNvSpPr>
              <a:spLocks noChangeShapeType="1"/>
            </p:cNvSpPr>
            <p:nvPr/>
          </p:nvSpPr>
          <p:spPr bwMode="auto">
            <a:xfrm flipV="1">
              <a:off x="-144512" y="503647"/>
              <a:ext cx="108000" cy="0"/>
            </a:xfrm>
            <a:prstGeom prst="line">
              <a:avLst/>
            </a:prstGeom>
            <a:noFill/>
            <a:ln w="3175">
              <a:solidFill>
                <a:schemeClr val="tx2"/>
              </a:solidFill>
              <a:round/>
              <a:headEnd/>
              <a:tailEnd/>
            </a:ln>
          </p:spPr>
          <p:txBody>
            <a:bodyPr anchor="ctr"/>
            <a:lstStyle/>
            <a:p>
              <a:pPr defTabSz="457189" fontAlgn="base">
                <a:spcBef>
                  <a:spcPct val="0"/>
                </a:spcBef>
                <a:spcAft>
                  <a:spcPct val="0"/>
                </a:spcAft>
                <a:defRPr/>
              </a:pPr>
              <a:endParaRPr lang="en-GB" sz="1800" noProof="0">
                <a:solidFill>
                  <a:srgbClr val="9FA0A3"/>
                </a:solidFill>
              </a:endParaRPr>
            </a:p>
          </p:txBody>
        </p:sp>
        <p:sp>
          <p:nvSpPr>
            <p:cNvPr id="56" name="Line 14"/>
            <p:cNvSpPr>
              <a:spLocks noChangeShapeType="1"/>
            </p:cNvSpPr>
            <p:nvPr/>
          </p:nvSpPr>
          <p:spPr bwMode="auto">
            <a:xfrm>
              <a:off x="-144512" y="332961"/>
              <a:ext cx="108000" cy="0"/>
            </a:xfrm>
            <a:prstGeom prst="line">
              <a:avLst/>
            </a:prstGeom>
            <a:noFill/>
            <a:ln w="3175">
              <a:solidFill>
                <a:schemeClr val="tx2"/>
              </a:solidFill>
              <a:round/>
              <a:headEnd/>
              <a:tailEnd/>
            </a:ln>
          </p:spPr>
          <p:txBody>
            <a:bodyPr anchor="ctr"/>
            <a:lstStyle/>
            <a:p>
              <a:pPr defTabSz="457189" fontAlgn="base">
                <a:spcBef>
                  <a:spcPct val="0"/>
                </a:spcBef>
                <a:spcAft>
                  <a:spcPct val="0"/>
                </a:spcAft>
                <a:defRPr/>
              </a:pPr>
              <a:endParaRPr lang="en-GB" sz="1800" noProof="0">
                <a:solidFill>
                  <a:srgbClr val="9FA0A3"/>
                </a:solidFill>
              </a:endParaRPr>
            </a:p>
          </p:txBody>
        </p:sp>
        <p:sp>
          <p:nvSpPr>
            <p:cNvPr id="57" name="Line 15"/>
            <p:cNvSpPr>
              <a:spLocks noChangeShapeType="1"/>
            </p:cNvSpPr>
            <p:nvPr/>
          </p:nvSpPr>
          <p:spPr bwMode="auto">
            <a:xfrm flipH="1">
              <a:off x="430808" y="-146727"/>
              <a:ext cx="0" cy="107333"/>
            </a:xfrm>
            <a:prstGeom prst="line">
              <a:avLst/>
            </a:prstGeom>
            <a:noFill/>
            <a:ln w="3175">
              <a:solidFill>
                <a:schemeClr val="tx1"/>
              </a:solidFill>
              <a:round/>
              <a:headEnd/>
              <a:tailEnd/>
            </a:ln>
          </p:spPr>
          <p:txBody>
            <a:bodyPr anchor="ctr"/>
            <a:lstStyle/>
            <a:p>
              <a:pPr defTabSz="457189" fontAlgn="base">
                <a:spcBef>
                  <a:spcPct val="0"/>
                </a:spcBef>
                <a:spcAft>
                  <a:spcPct val="0"/>
                </a:spcAft>
                <a:defRPr/>
              </a:pPr>
              <a:endParaRPr lang="en-GB" sz="1800" noProof="0">
                <a:solidFill>
                  <a:srgbClr val="9FA0A3"/>
                </a:solidFill>
              </a:endParaRPr>
            </a:p>
          </p:txBody>
        </p:sp>
        <p:sp>
          <p:nvSpPr>
            <p:cNvPr id="58" name="Line 17"/>
            <p:cNvSpPr>
              <a:spLocks noChangeShapeType="1"/>
            </p:cNvSpPr>
            <p:nvPr/>
          </p:nvSpPr>
          <p:spPr bwMode="auto">
            <a:xfrm>
              <a:off x="8712460" y="-146727"/>
              <a:ext cx="0" cy="107333"/>
            </a:xfrm>
            <a:prstGeom prst="line">
              <a:avLst/>
            </a:prstGeom>
            <a:noFill/>
            <a:ln w="3175">
              <a:solidFill>
                <a:schemeClr val="tx1"/>
              </a:solidFill>
              <a:round/>
              <a:headEnd/>
              <a:tailEnd/>
            </a:ln>
          </p:spPr>
          <p:txBody>
            <a:bodyPr anchor="ctr"/>
            <a:lstStyle/>
            <a:p>
              <a:pPr defTabSz="457189" fontAlgn="base">
                <a:spcBef>
                  <a:spcPct val="0"/>
                </a:spcBef>
                <a:spcAft>
                  <a:spcPct val="0"/>
                </a:spcAft>
                <a:defRPr/>
              </a:pPr>
              <a:endParaRPr lang="en-GB" sz="1800" noProof="0">
                <a:solidFill>
                  <a:srgbClr val="9FA0A3"/>
                </a:solidFill>
              </a:endParaRPr>
            </a:p>
          </p:txBody>
        </p:sp>
        <p:sp>
          <p:nvSpPr>
            <p:cNvPr id="63" name="Line 10"/>
            <p:cNvSpPr>
              <a:spLocks noChangeShapeType="1"/>
            </p:cNvSpPr>
            <p:nvPr userDrawn="1"/>
          </p:nvSpPr>
          <p:spPr bwMode="auto">
            <a:xfrm flipH="1">
              <a:off x="-144512" y="2734784"/>
              <a:ext cx="108000" cy="0"/>
            </a:xfrm>
            <a:prstGeom prst="line">
              <a:avLst/>
            </a:prstGeom>
            <a:noFill/>
            <a:ln w="3175">
              <a:solidFill>
                <a:schemeClr val="bg1"/>
              </a:solidFill>
              <a:prstDash val="sysDot"/>
              <a:round/>
              <a:headEnd/>
              <a:tailEnd/>
            </a:ln>
          </p:spPr>
          <p:txBody>
            <a:bodyPr anchor="ctr"/>
            <a:lstStyle/>
            <a:p>
              <a:pPr defTabSz="457189" fontAlgn="base">
                <a:spcBef>
                  <a:spcPct val="0"/>
                </a:spcBef>
                <a:spcAft>
                  <a:spcPct val="0"/>
                </a:spcAft>
                <a:defRPr/>
              </a:pPr>
              <a:endParaRPr lang="en-GB" sz="1800" noProof="0">
                <a:solidFill>
                  <a:srgbClr val="9FA0A3"/>
                </a:solidFill>
              </a:endParaRPr>
            </a:p>
          </p:txBody>
        </p:sp>
        <p:sp>
          <p:nvSpPr>
            <p:cNvPr id="67" name="Line 14"/>
            <p:cNvSpPr>
              <a:spLocks noChangeShapeType="1"/>
            </p:cNvSpPr>
            <p:nvPr userDrawn="1"/>
          </p:nvSpPr>
          <p:spPr bwMode="auto">
            <a:xfrm>
              <a:off x="-108512" y="596610"/>
              <a:ext cx="72000" cy="0"/>
            </a:xfrm>
            <a:prstGeom prst="line">
              <a:avLst/>
            </a:prstGeom>
            <a:noFill/>
            <a:ln w="3175">
              <a:solidFill>
                <a:schemeClr val="accent1"/>
              </a:solidFill>
              <a:round/>
              <a:headEnd/>
              <a:tailEnd/>
            </a:ln>
          </p:spPr>
          <p:txBody>
            <a:bodyPr anchor="ctr"/>
            <a:lstStyle/>
            <a:p>
              <a:pPr defTabSz="457189" fontAlgn="base">
                <a:spcBef>
                  <a:spcPct val="0"/>
                </a:spcBef>
                <a:spcAft>
                  <a:spcPct val="0"/>
                </a:spcAft>
                <a:defRPr/>
              </a:pPr>
              <a:endParaRPr lang="en-GB" sz="1800" noProof="0">
                <a:solidFill>
                  <a:srgbClr val="9FA0A3"/>
                </a:solidFill>
              </a:endParaRPr>
            </a:p>
          </p:txBody>
        </p:sp>
        <p:sp>
          <p:nvSpPr>
            <p:cNvPr id="69" name="Textfeld 68"/>
            <p:cNvSpPr txBox="1"/>
            <p:nvPr userDrawn="1"/>
          </p:nvSpPr>
          <p:spPr>
            <a:xfrm>
              <a:off x="-351510" y="382941"/>
              <a:ext cx="324375" cy="68823"/>
            </a:xfrm>
            <a:prstGeom prst="rect">
              <a:avLst/>
            </a:prstGeom>
            <a:noFill/>
          </p:spPr>
          <p:txBody>
            <a:bodyPr wrap="none" lIns="36000" tIns="0" rIns="36000" bIns="0" rtlCol="0">
              <a:spAutoFit/>
            </a:bodyPr>
            <a:lstStyle/>
            <a:p>
              <a:pPr algn="r" defTabSz="457189" fontAlgn="base">
                <a:lnSpc>
                  <a:spcPct val="90000"/>
                </a:lnSpc>
                <a:spcBef>
                  <a:spcPct val="0"/>
                </a:spcBef>
                <a:spcAft>
                  <a:spcPts val="600"/>
                </a:spcAft>
              </a:pPr>
              <a:r>
                <a:rPr lang="en-GB" sz="500" noProof="0">
                  <a:solidFill>
                    <a:srgbClr val="9FA0A3"/>
                  </a:solidFill>
                </a:rPr>
                <a:t>Headline</a:t>
              </a:r>
            </a:p>
          </p:txBody>
        </p:sp>
        <p:sp>
          <p:nvSpPr>
            <p:cNvPr id="70" name="Textfeld 69"/>
            <p:cNvSpPr txBox="1"/>
            <p:nvPr userDrawn="1"/>
          </p:nvSpPr>
          <p:spPr>
            <a:xfrm>
              <a:off x="-566738" y="623130"/>
              <a:ext cx="539603" cy="68823"/>
            </a:xfrm>
            <a:prstGeom prst="rect">
              <a:avLst/>
            </a:prstGeom>
            <a:noFill/>
          </p:spPr>
          <p:txBody>
            <a:bodyPr wrap="square" lIns="36000" tIns="0" rIns="36000" bIns="0" rtlCol="0">
              <a:spAutoFit/>
            </a:bodyPr>
            <a:lstStyle/>
            <a:p>
              <a:pPr algn="r" defTabSz="457189" fontAlgn="base">
                <a:lnSpc>
                  <a:spcPct val="90000"/>
                </a:lnSpc>
                <a:spcBef>
                  <a:spcPct val="0"/>
                </a:spcBef>
                <a:spcAft>
                  <a:spcPts val="600"/>
                </a:spcAft>
              </a:pPr>
              <a:r>
                <a:rPr lang="en-GB" sz="500" noProof="0">
                  <a:solidFill>
                    <a:srgbClr val="9FA0A3"/>
                  </a:solidFill>
                </a:rPr>
                <a:t>Sub-headline</a:t>
              </a:r>
            </a:p>
          </p:txBody>
        </p:sp>
        <p:sp>
          <p:nvSpPr>
            <p:cNvPr id="71" name="Textfeld 70"/>
            <p:cNvSpPr txBox="1"/>
            <p:nvPr userDrawn="1"/>
          </p:nvSpPr>
          <p:spPr>
            <a:xfrm>
              <a:off x="-466927" y="2687651"/>
              <a:ext cx="439791" cy="68823"/>
            </a:xfrm>
            <a:prstGeom prst="rect">
              <a:avLst/>
            </a:prstGeom>
            <a:noFill/>
          </p:spPr>
          <p:txBody>
            <a:bodyPr wrap="none" lIns="36000" tIns="0" rIns="36000" bIns="0" rtlCol="0">
              <a:spAutoFit/>
            </a:bodyPr>
            <a:lstStyle/>
            <a:p>
              <a:pPr algn="r" defTabSz="457189" fontAlgn="base">
                <a:lnSpc>
                  <a:spcPct val="90000"/>
                </a:lnSpc>
                <a:spcBef>
                  <a:spcPct val="0"/>
                </a:spcBef>
                <a:spcAft>
                  <a:spcPts val="600"/>
                </a:spcAft>
              </a:pPr>
              <a:r>
                <a:rPr lang="en-GB" sz="500" noProof="0">
                  <a:solidFill>
                    <a:srgbClr val="9FA0A3"/>
                  </a:solidFill>
                </a:rPr>
                <a:t>Content area</a:t>
              </a:r>
            </a:p>
          </p:txBody>
        </p:sp>
        <p:cxnSp>
          <p:nvCxnSpPr>
            <p:cNvPr id="72" name="Gerade Verbindung 71"/>
            <p:cNvCxnSpPr/>
            <p:nvPr userDrawn="1"/>
          </p:nvCxnSpPr>
          <p:spPr>
            <a:xfrm>
              <a:off x="8712460" y="5160850"/>
              <a:ext cx="0" cy="95325"/>
            </a:xfrm>
            <a:prstGeom prst="line">
              <a:avLst/>
            </a:prstGeom>
            <a:ln w="9525"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5" name="Line 13"/>
            <p:cNvSpPr>
              <a:spLocks noChangeShapeType="1"/>
            </p:cNvSpPr>
            <p:nvPr userDrawn="1"/>
          </p:nvSpPr>
          <p:spPr bwMode="auto">
            <a:xfrm flipH="1" flipV="1">
              <a:off x="9189550" y="4703126"/>
              <a:ext cx="180000" cy="0"/>
            </a:xfrm>
            <a:prstGeom prst="line">
              <a:avLst/>
            </a:prstGeom>
            <a:noFill/>
            <a:ln w="3175">
              <a:solidFill>
                <a:schemeClr val="bg1"/>
              </a:solidFill>
              <a:round/>
              <a:headEnd/>
              <a:tailEnd/>
            </a:ln>
          </p:spPr>
          <p:txBody>
            <a:bodyPr anchor="ctr"/>
            <a:lstStyle/>
            <a:p>
              <a:pPr defTabSz="457189" fontAlgn="base">
                <a:spcBef>
                  <a:spcPct val="0"/>
                </a:spcBef>
                <a:spcAft>
                  <a:spcPct val="0"/>
                </a:spcAft>
                <a:defRPr/>
              </a:pPr>
              <a:endParaRPr lang="en-GB" sz="1800" noProof="0">
                <a:solidFill>
                  <a:srgbClr val="9FA0A3"/>
                </a:solidFill>
              </a:endParaRPr>
            </a:p>
          </p:txBody>
        </p:sp>
        <p:sp>
          <p:nvSpPr>
            <p:cNvPr id="76" name="Line 13"/>
            <p:cNvSpPr>
              <a:spLocks noChangeShapeType="1"/>
            </p:cNvSpPr>
            <p:nvPr userDrawn="1"/>
          </p:nvSpPr>
          <p:spPr bwMode="auto">
            <a:xfrm flipH="1" flipV="1">
              <a:off x="9189550" y="726487"/>
              <a:ext cx="314998" cy="0"/>
            </a:xfrm>
            <a:prstGeom prst="line">
              <a:avLst/>
            </a:prstGeom>
            <a:noFill/>
            <a:ln w="3175">
              <a:solidFill>
                <a:schemeClr val="bg1"/>
              </a:solidFill>
              <a:round/>
              <a:headEnd/>
              <a:tailEnd/>
            </a:ln>
          </p:spPr>
          <p:txBody>
            <a:bodyPr anchor="ctr"/>
            <a:lstStyle/>
            <a:p>
              <a:pPr defTabSz="457189" fontAlgn="base">
                <a:spcBef>
                  <a:spcPct val="0"/>
                </a:spcBef>
                <a:spcAft>
                  <a:spcPct val="0"/>
                </a:spcAft>
                <a:defRPr/>
              </a:pPr>
              <a:endParaRPr lang="en-GB" sz="1800" noProof="0">
                <a:solidFill>
                  <a:srgbClr val="9FA0A3"/>
                </a:solidFill>
              </a:endParaRPr>
            </a:p>
          </p:txBody>
        </p:sp>
        <p:sp>
          <p:nvSpPr>
            <p:cNvPr id="83" name="Line 13"/>
            <p:cNvSpPr>
              <a:spLocks noChangeShapeType="1"/>
            </p:cNvSpPr>
            <p:nvPr/>
          </p:nvSpPr>
          <p:spPr bwMode="auto">
            <a:xfrm flipH="1" flipV="1">
              <a:off x="-351510" y="4856834"/>
              <a:ext cx="314998" cy="0"/>
            </a:xfrm>
            <a:prstGeom prst="line">
              <a:avLst/>
            </a:prstGeom>
            <a:noFill/>
            <a:ln w="3175">
              <a:solidFill>
                <a:schemeClr val="bg1"/>
              </a:solidFill>
              <a:round/>
              <a:headEnd/>
              <a:tailEnd/>
            </a:ln>
          </p:spPr>
          <p:txBody>
            <a:bodyPr anchor="ctr"/>
            <a:lstStyle/>
            <a:p>
              <a:pPr defTabSz="457189" fontAlgn="base">
                <a:spcBef>
                  <a:spcPct val="0"/>
                </a:spcBef>
                <a:spcAft>
                  <a:spcPct val="0"/>
                </a:spcAft>
                <a:defRPr/>
              </a:pPr>
              <a:endParaRPr lang="en-GB" sz="1800" noProof="0">
                <a:solidFill>
                  <a:srgbClr val="9FA0A3"/>
                </a:solidFill>
              </a:endParaRPr>
            </a:p>
          </p:txBody>
        </p:sp>
        <p:sp>
          <p:nvSpPr>
            <p:cNvPr id="84" name="Line 15"/>
            <p:cNvSpPr>
              <a:spLocks noChangeShapeType="1"/>
            </p:cNvSpPr>
            <p:nvPr userDrawn="1"/>
          </p:nvSpPr>
          <p:spPr bwMode="auto">
            <a:xfrm flipH="1">
              <a:off x="4572000" y="-146727"/>
              <a:ext cx="0" cy="107333"/>
            </a:xfrm>
            <a:prstGeom prst="line">
              <a:avLst/>
            </a:prstGeom>
            <a:noFill/>
            <a:ln w="3175">
              <a:solidFill>
                <a:schemeClr val="tx1"/>
              </a:solidFill>
              <a:round/>
              <a:headEnd/>
              <a:tailEnd/>
            </a:ln>
          </p:spPr>
          <p:txBody>
            <a:bodyPr anchor="ctr"/>
            <a:lstStyle/>
            <a:p>
              <a:pPr defTabSz="457189" fontAlgn="base">
                <a:spcBef>
                  <a:spcPct val="0"/>
                </a:spcBef>
                <a:spcAft>
                  <a:spcPct val="0"/>
                </a:spcAft>
                <a:defRPr/>
              </a:pPr>
              <a:endParaRPr lang="en-GB" sz="1800" noProof="0">
                <a:solidFill>
                  <a:srgbClr val="9FA0A3"/>
                </a:solidFill>
              </a:endParaRPr>
            </a:p>
          </p:txBody>
        </p:sp>
        <p:sp>
          <p:nvSpPr>
            <p:cNvPr id="88" name="Line 14"/>
            <p:cNvSpPr>
              <a:spLocks noChangeShapeType="1"/>
            </p:cNvSpPr>
            <p:nvPr userDrawn="1"/>
          </p:nvSpPr>
          <p:spPr bwMode="auto">
            <a:xfrm>
              <a:off x="-144512" y="281666"/>
              <a:ext cx="108000" cy="0"/>
            </a:xfrm>
            <a:prstGeom prst="line">
              <a:avLst/>
            </a:prstGeom>
            <a:noFill/>
            <a:ln w="3175">
              <a:solidFill>
                <a:schemeClr val="bg1"/>
              </a:solidFill>
              <a:prstDash val="sysDash"/>
              <a:round/>
              <a:headEnd/>
              <a:tailEnd/>
            </a:ln>
          </p:spPr>
          <p:txBody>
            <a:bodyPr anchor="ctr"/>
            <a:lstStyle/>
            <a:p>
              <a:pPr defTabSz="457189" fontAlgn="base">
                <a:spcBef>
                  <a:spcPct val="0"/>
                </a:spcBef>
                <a:spcAft>
                  <a:spcPct val="0"/>
                </a:spcAft>
                <a:defRPr/>
              </a:pPr>
              <a:endParaRPr lang="en-GB" sz="1800" noProof="0">
                <a:solidFill>
                  <a:srgbClr val="9FA0A3"/>
                </a:solidFill>
              </a:endParaRPr>
            </a:p>
          </p:txBody>
        </p:sp>
        <p:sp>
          <p:nvSpPr>
            <p:cNvPr id="89" name="Line 14"/>
            <p:cNvSpPr>
              <a:spLocks noChangeShapeType="1"/>
            </p:cNvSpPr>
            <p:nvPr userDrawn="1"/>
          </p:nvSpPr>
          <p:spPr bwMode="auto">
            <a:xfrm>
              <a:off x="-144512" y="726487"/>
              <a:ext cx="108000" cy="0"/>
            </a:xfrm>
            <a:prstGeom prst="line">
              <a:avLst/>
            </a:prstGeom>
            <a:noFill/>
            <a:ln w="3175">
              <a:solidFill>
                <a:schemeClr val="bg2"/>
              </a:solidFill>
              <a:prstDash val="sysDash"/>
              <a:round/>
              <a:headEnd/>
              <a:tailEnd/>
            </a:ln>
          </p:spPr>
          <p:txBody>
            <a:bodyPr anchor="ctr"/>
            <a:lstStyle/>
            <a:p>
              <a:pPr defTabSz="457189" fontAlgn="base">
                <a:spcBef>
                  <a:spcPct val="0"/>
                </a:spcBef>
                <a:spcAft>
                  <a:spcPct val="0"/>
                </a:spcAft>
                <a:defRPr/>
              </a:pPr>
              <a:endParaRPr lang="en-GB" sz="1800" noProof="0">
                <a:solidFill>
                  <a:srgbClr val="9FA0A3"/>
                </a:solidFill>
              </a:endParaRPr>
            </a:p>
          </p:txBody>
        </p:sp>
        <p:sp>
          <p:nvSpPr>
            <p:cNvPr id="90" name="Line 13"/>
            <p:cNvSpPr>
              <a:spLocks noChangeShapeType="1"/>
            </p:cNvSpPr>
            <p:nvPr userDrawn="1"/>
          </p:nvSpPr>
          <p:spPr bwMode="auto">
            <a:xfrm flipH="1" flipV="1">
              <a:off x="9189550" y="945043"/>
              <a:ext cx="314998" cy="0"/>
            </a:xfrm>
            <a:prstGeom prst="line">
              <a:avLst/>
            </a:prstGeom>
            <a:noFill/>
            <a:ln w="3175">
              <a:solidFill>
                <a:schemeClr val="bg1"/>
              </a:solidFill>
              <a:round/>
              <a:headEnd/>
              <a:tailEnd/>
            </a:ln>
          </p:spPr>
          <p:txBody>
            <a:bodyPr anchor="ctr"/>
            <a:lstStyle/>
            <a:p>
              <a:pPr defTabSz="457189" fontAlgn="base">
                <a:spcBef>
                  <a:spcPct val="0"/>
                </a:spcBef>
                <a:spcAft>
                  <a:spcPct val="0"/>
                </a:spcAft>
                <a:defRPr/>
              </a:pPr>
              <a:endParaRPr lang="en-GB" sz="1800" noProof="0">
                <a:solidFill>
                  <a:srgbClr val="9FA0A3"/>
                </a:solidFill>
              </a:endParaRPr>
            </a:p>
          </p:txBody>
        </p:sp>
        <p:sp>
          <p:nvSpPr>
            <p:cNvPr id="132" name="Line 12">
              <a:extLst>
                <a:ext uri="{FF2B5EF4-FFF2-40B4-BE49-F238E27FC236}">
                  <a16:creationId xmlns:a16="http://schemas.microsoft.com/office/drawing/2014/main" id="{6859413E-68F9-4315-9274-B43301A17FB8}"/>
                </a:ext>
              </a:extLst>
            </p:cNvPr>
            <p:cNvSpPr>
              <a:spLocks noChangeShapeType="1"/>
            </p:cNvSpPr>
            <p:nvPr userDrawn="1"/>
          </p:nvSpPr>
          <p:spPr bwMode="auto">
            <a:xfrm flipV="1">
              <a:off x="-144512" y="5022905"/>
              <a:ext cx="108000" cy="0"/>
            </a:xfrm>
            <a:prstGeom prst="line">
              <a:avLst/>
            </a:prstGeom>
            <a:noFill/>
            <a:ln w="3175">
              <a:solidFill>
                <a:schemeClr val="tx2"/>
              </a:solidFill>
              <a:prstDash val="dash"/>
              <a:miter lim="800000"/>
              <a:headEnd/>
              <a:tailEnd/>
            </a:ln>
          </p:spPr>
          <p:txBody>
            <a:bodyPr anchor="ctr"/>
            <a:lstStyle/>
            <a:p>
              <a:pPr defTabSz="457189" fontAlgn="base">
                <a:spcBef>
                  <a:spcPct val="0"/>
                </a:spcBef>
                <a:spcAft>
                  <a:spcPct val="0"/>
                </a:spcAft>
                <a:defRPr/>
              </a:pPr>
              <a:endParaRPr lang="en-GB" sz="1800" noProof="0">
                <a:solidFill>
                  <a:srgbClr val="9FA0A3"/>
                </a:solidFill>
              </a:endParaRPr>
            </a:p>
          </p:txBody>
        </p:sp>
        <p:sp>
          <p:nvSpPr>
            <p:cNvPr id="59" name="Textfeld 70">
              <a:extLst>
                <a:ext uri="{FF2B5EF4-FFF2-40B4-BE49-F238E27FC236}">
                  <a16:creationId xmlns:a16="http://schemas.microsoft.com/office/drawing/2014/main" id="{8B97001A-F9A2-47EC-8F0B-1B7FF755501B}"/>
                </a:ext>
              </a:extLst>
            </p:cNvPr>
            <p:cNvSpPr txBox="1"/>
            <p:nvPr userDrawn="1"/>
          </p:nvSpPr>
          <p:spPr>
            <a:xfrm>
              <a:off x="-359527" y="813372"/>
              <a:ext cx="332391" cy="68823"/>
            </a:xfrm>
            <a:prstGeom prst="rect">
              <a:avLst/>
            </a:prstGeom>
            <a:noFill/>
          </p:spPr>
          <p:txBody>
            <a:bodyPr wrap="none" lIns="36000" tIns="0" rIns="36000" bIns="0" rtlCol="0">
              <a:spAutoFit/>
            </a:bodyPr>
            <a:lstStyle/>
            <a:p>
              <a:pPr algn="r" defTabSz="457189" fontAlgn="base">
                <a:lnSpc>
                  <a:spcPct val="90000"/>
                </a:lnSpc>
                <a:spcBef>
                  <a:spcPct val="0"/>
                </a:spcBef>
                <a:spcAft>
                  <a:spcPts val="600"/>
                </a:spcAft>
              </a:pPr>
              <a:r>
                <a:rPr lang="en-GB" sz="500" noProof="0">
                  <a:solidFill>
                    <a:srgbClr val="9FA0A3"/>
                  </a:solidFill>
                </a:rPr>
                <a:t>Free space</a:t>
              </a:r>
            </a:p>
          </p:txBody>
        </p:sp>
        <p:sp>
          <p:nvSpPr>
            <p:cNvPr id="65" name="Line 13">
              <a:extLst>
                <a:ext uri="{FF2B5EF4-FFF2-40B4-BE49-F238E27FC236}">
                  <a16:creationId xmlns:a16="http://schemas.microsoft.com/office/drawing/2014/main" id="{C8F800A1-0E2A-4E8B-8CF9-45AF34FF293B}"/>
                </a:ext>
              </a:extLst>
            </p:cNvPr>
            <p:cNvSpPr>
              <a:spLocks noChangeShapeType="1"/>
            </p:cNvSpPr>
            <p:nvPr userDrawn="1"/>
          </p:nvSpPr>
          <p:spPr bwMode="auto">
            <a:xfrm flipH="1" flipV="1">
              <a:off x="-216512" y="4703126"/>
              <a:ext cx="180000" cy="0"/>
            </a:xfrm>
            <a:prstGeom prst="line">
              <a:avLst/>
            </a:prstGeom>
            <a:noFill/>
            <a:ln w="3175">
              <a:solidFill>
                <a:schemeClr val="bg1"/>
              </a:solidFill>
              <a:round/>
              <a:headEnd/>
              <a:tailEnd/>
            </a:ln>
          </p:spPr>
          <p:txBody>
            <a:bodyPr anchor="ctr"/>
            <a:lstStyle/>
            <a:p>
              <a:pPr defTabSz="457189" fontAlgn="base">
                <a:spcBef>
                  <a:spcPct val="0"/>
                </a:spcBef>
                <a:spcAft>
                  <a:spcPct val="0"/>
                </a:spcAft>
                <a:defRPr/>
              </a:pPr>
              <a:endParaRPr lang="en-GB" sz="1800" noProof="0">
                <a:solidFill>
                  <a:srgbClr val="9FA0A3"/>
                </a:solidFill>
              </a:endParaRPr>
            </a:p>
          </p:txBody>
        </p:sp>
      </p:grpSp>
      <p:sp>
        <p:nvSpPr>
          <p:cNvPr id="49" name="FRQ_Pagenumber"/>
          <p:cNvSpPr txBox="1">
            <a:spLocks/>
          </p:cNvSpPr>
          <p:nvPr userDrawn="1"/>
        </p:nvSpPr>
        <p:spPr>
          <a:xfrm>
            <a:off x="8496259" y="4981165"/>
            <a:ext cx="215742" cy="108671"/>
          </a:xfrm>
          <a:prstGeom prst="rect">
            <a:avLst/>
          </a:prstGeom>
        </p:spPr>
        <p:txBody>
          <a:bodyPr lIns="0" tIns="0" rIns="0" bIns="0" anchor="ctr"/>
          <a:lstStyle>
            <a:defPPr>
              <a:defRPr lang="en-US"/>
            </a:defPPr>
            <a:lvl1pPr algn="r" defTabSz="457200" fontAlgn="base">
              <a:spcBef>
                <a:spcPct val="0"/>
              </a:spcBef>
              <a:spcAft>
                <a:spcPct val="0"/>
              </a:spcAft>
              <a:defRPr sz="800">
                <a:solidFill>
                  <a:srgbClr val="9FA0A3"/>
                </a:solidFill>
              </a:defRPr>
            </a:lvl1pPr>
          </a:lstStyle>
          <a:p>
            <a:pPr lvl="0" algn="r"/>
            <a:fld id="{71245D3D-131A-47D1-B100-B33219007AD2}" type="slidenum">
              <a:rPr lang="en-GB" sz="800" smtClean="0">
                <a:solidFill>
                  <a:schemeClr val="tx2"/>
                </a:solidFill>
              </a:rPr>
              <a:pPr lvl="0" algn="r"/>
              <a:t>‹Nr.›</a:t>
            </a:fld>
            <a:endParaRPr lang="en-GB" sz="800">
              <a:solidFill>
                <a:schemeClr val="tx2"/>
              </a:solidFill>
            </a:endParaRPr>
          </a:p>
        </p:txBody>
      </p:sp>
      <p:grpSp>
        <p:nvGrpSpPr>
          <p:cNvPr id="116" name="Group 115">
            <a:extLst>
              <a:ext uri="{FF2B5EF4-FFF2-40B4-BE49-F238E27FC236}">
                <a16:creationId xmlns:a16="http://schemas.microsoft.com/office/drawing/2014/main" id="{914C983C-0D29-4A4E-A95E-6BB36DE78294}"/>
              </a:ext>
            </a:extLst>
          </p:cNvPr>
          <p:cNvGrpSpPr>
            <a:grpSpLocks noChangeAspect="1"/>
          </p:cNvGrpSpPr>
          <p:nvPr userDrawn="1"/>
        </p:nvGrpSpPr>
        <p:grpSpPr>
          <a:xfrm>
            <a:off x="7901062" y="178608"/>
            <a:ext cx="825536" cy="550542"/>
            <a:chOff x="2947569" y="1486378"/>
            <a:chExt cx="1795881" cy="1197656"/>
          </a:xfrm>
        </p:grpSpPr>
        <p:sp>
          <p:nvSpPr>
            <p:cNvPr id="117" name="Freeform: Shape 116">
              <a:extLst>
                <a:ext uri="{FF2B5EF4-FFF2-40B4-BE49-F238E27FC236}">
                  <a16:creationId xmlns:a16="http://schemas.microsoft.com/office/drawing/2014/main" id="{8E3D616E-AA95-4CA3-88C5-5AEA852E16EA}"/>
                </a:ext>
              </a:extLst>
            </p:cNvPr>
            <p:cNvSpPr/>
            <p:nvPr/>
          </p:nvSpPr>
          <p:spPr>
            <a:xfrm>
              <a:off x="3976213" y="1486378"/>
              <a:ext cx="767237" cy="767236"/>
            </a:xfrm>
            <a:custGeom>
              <a:avLst/>
              <a:gdLst>
                <a:gd name="connsiteX0" fmla="*/ 153291 w 2650554"/>
                <a:gd name="connsiteY0" fmla="*/ 707403 h 2650554"/>
                <a:gd name="connsiteX1" fmla="*/ 153291 w 2650554"/>
                <a:gd name="connsiteY1" fmla="*/ 1943152 h 2650554"/>
                <a:gd name="connsiteX2" fmla="*/ 104147 w 2650554"/>
                <a:gd name="connsiteY2" fmla="*/ 1841135 h 2650554"/>
                <a:gd name="connsiteX3" fmla="*/ 0 w 2650554"/>
                <a:gd name="connsiteY3" fmla="*/ 1325277 h 2650554"/>
                <a:gd name="connsiteX4" fmla="*/ 104147 w 2650554"/>
                <a:gd name="connsiteY4" fmla="*/ 809420 h 2650554"/>
                <a:gd name="connsiteX5" fmla="*/ 1325277 w 2650554"/>
                <a:gd name="connsiteY5" fmla="*/ 0 h 2650554"/>
                <a:gd name="connsiteX6" fmla="*/ 2650554 w 2650554"/>
                <a:gd name="connsiteY6" fmla="*/ 1325277 h 2650554"/>
                <a:gd name="connsiteX7" fmla="*/ 1325277 w 2650554"/>
                <a:gd name="connsiteY7" fmla="*/ 2650554 h 2650554"/>
                <a:gd name="connsiteX8" fmla="*/ 302629 w 2650554"/>
                <a:gd name="connsiteY8" fmla="*/ 2168276 h 2650554"/>
                <a:gd name="connsiteX9" fmla="*/ 252590 w 2650554"/>
                <a:gd name="connsiteY9" fmla="*/ 2101360 h 2650554"/>
                <a:gd name="connsiteX10" fmla="*/ 363376 w 2650554"/>
                <a:gd name="connsiteY10" fmla="*/ 2101360 h 2650554"/>
                <a:gd name="connsiteX11" fmla="*/ 729428 w 2650554"/>
                <a:gd name="connsiteY11" fmla="*/ 2101360 h 2650554"/>
                <a:gd name="connsiteX12" fmla="*/ 729428 w 2650554"/>
                <a:gd name="connsiteY12" fmla="*/ 1931019 h 2650554"/>
                <a:gd name="connsiteX13" fmla="*/ 363376 w 2650554"/>
                <a:gd name="connsiteY13" fmla="*/ 1931019 h 2650554"/>
                <a:gd name="connsiteX14" fmla="*/ 363376 w 2650554"/>
                <a:gd name="connsiteY14" fmla="*/ 1373934 h 2650554"/>
                <a:gd name="connsiteX15" fmla="*/ 684601 w 2650554"/>
                <a:gd name="connsiteY15" fmla="*/ 1373934 h 2650554"/>
                <a:gd name="connsiteX16" fmla="*/ 684601 w 2650554"/>
                <a:gd name="connsiteY16" fmla="*/ 1203593 h 2650554"/>
                <a:gd name="connsiteX17" fmla="*/ 363376 w 2650554"/>
                <a:gd name="connsiteY17" fmla="*/ 1203593 h 2650554"/>
                <a:gd name="connsiteX18" fmla="*/ 363376 w 2650554"/>
                <a:gd name="connsiteY18" fmla="*/ 679122 h 2650554"/>
                <a:gd name="connsiteX19" fmla="*/ 729428 w 2650554"/>
                <a:gd name="connsiteY19" fmla="*/ 679122 h 2650554"/>
                <a:gd name="connsiteX20" fmla="*/ 729428 w 2650554"/>
                <a:gd name="connsiteY20" fmla="*/ 508781 h 2650554"/>
                <a:gd name="connsiteX21" fmla="*/ 363376 w 2650554"/>
                <a:gd name="connsiteY21" fmla="*/ 508781 h 2650554"/>
                <a:gd name="connsiteX22" fmla="*/ 282811 w 2650554"/>
                <a:gd name="connsiteY22" fmla="*/ 508781 h 2650554"/>
                <a:gd name="connsiteX23" fmla="*/ 302629 w 2650554"/>
                <a:gd name="connsiteY23" fmla="*/ 482278 h 2650554"/>
                <a:gd name="connsiteX24" fmla="*/ 1325277 w 2650554"/>
                <a:gd name="connsiteY24" fmla="*/ 0 h 2650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650554" h="2650554">
                  <a:moveTo>
                    <a:pt x="153291" y="707403"/>
                  </a:moveTo>
                  <a:lnTo>
                    <a:pt x="153291" y="1943152"/>
                  </a:lnTo>
                  <a:lnTo>
                    <a:pt x="104147" y="1841135"/>
                  </a:lnTo>
                  <a:cubicBezTo>
                    <a:pt x="37084" y="1682581"/>
                    <a:pt x="0" y="1508260"/>
                    <a:pt x="0" y="1325277"/>
                  </a:cubicBezTo>
                  <a:cubicBezTo>
                    <a:pt x="0" y="1142295"/>
                    <a:pt x="37084" y="967973"/>
                    <a:pt x="104147" y="809420"/>
                  </a:cubicBezTo>
                  <a:close/>
                  <a:moveTo>
                    <a:pt x="1325277" y="0"/>
                  </a:moveTo>
                  <a:cubicBezTo>
                    <a:pt x="2057207" y="0"/>
                    <a:pt x="2650554" y="593347"/>
                    <a:pt x="2650554" y="1325277"/>
                  </a:cubicBezTo>
                  <a:cubicBezTo>
                    <a:pt x="2650554" y="2057207"/>
                    <a:pt x="2057207" y="2650554"/>
                    <a:pt x="1325277" y="2650554"/>
                  </a:cubicBezTo>
                  <a:cubicBezTo>
                    <a:pt x="913567" y="2650554"/>
                    <a:pt x="545705" y="2462815"/>
                    <a:pt x="302629" y="2168276"/>
                  </a:cubicBezTo>
                  <a:lnTo>
                    <a:pt x="252590" y="2101360"/>
                  </a:lnTo>
                  <a:lnTo>
                    <a:pt x="363376" y="2101360"/>
                  </a:lnTo>
                  <a:lnTo>
                    <a:pt x="729428" y="2101360"/>
                  </a:lnTo>
                  <a:lnTo>
                    <a:pt x="729428" y="1931019"/>
                  </a:lnTo>
                  <a:lnTo>
                    <a:pt x="363376" y="1931019"/>
                  </a:lnTo>
                  <a:lnTo>
                    <a:pt x="363376" y="1373934"/>
                  </a:lnTo>
                  <a:lnTo>
                    <a:pt x="684601" y="1373934"/>
                  </a:lnTo>
                  <a:lnTo>
                    <a:pt x="684601" y="1203593"/>
                  </a:lnTo>
                  <a:lnTo>
                    <a:pt x="363376" y="1203593"/>
                  </a:lnTo>
                  <a:lnTo>
                    <a:pt x="363376" y="679122"/>
                  </a:lnTo>
                  <a:lnTo>
                    <a:pt x="729428" y="679122"/>
                  </a:lnTo>
                  <a:lnTo>
                    <a:pt x="729428" y="508781"/>
                  </a:lnTo>
                  <a:lnTo>
                    <a:pt x="363376" y="508781"/>
                  </a:lnTo>
                  <a:lnTo>
                    <a:pt x="282811" y="508781"/>
                  </a:lnTo>
                  <a:lnTo>
                    <a:pt x="302629" y="482278"/>
                  </a:lnTo>
                  <a:cubicBezTo>
                    <a:pt x="545705" y="187739"/>
                    <a:pt x="913567" y="0"/>
                    <a:pt x="1325277" y="0"/>
                  </a:cubicBezTo>
                  <a:close/>
                </a:path>
              </a:pathLst>
            </a:custGeom>
            <a:solidFill>
              <a:schemeClr val="tx2"/>
            </a:solidFill>
          </p:spPr>
          <p:txBody>
            <a:bodyPr wrap="square" lIns="72000" tIns="36000" rIns="72000" bIns="36000" rtlCol="0" anchor="ctr">
              <a:noAutofit/>
            </a:bodyPr>
            <a:lstStyle/>
            <a:p>
              <a:pPr algn="l" defTabSz="230733" hangingPunct="0">
                <a:lnSpc>
                  <a:spcPct val="90000"/>
                </a:lnSpc>
                <a:spcAft>
                  <a:spcPts val="447"/>
                </a:spcAft>
                <a:buClr>
                  <a:srgbClr val="E6513E"/>
                </a:buClr>
              </a:pPr>
              <a:endParaRPr lang="de-DE" sz="750" noProof="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18" name="Freeform: Shape 117">
              <a:extLst>
                <a:ext uri="{FF2B5EF4-FFF2-40B4-BE49-F238E27FC236}">
                  <a16:creationId xmlns:a16="http://schemas.microsoft.com/office/drawing/2014/main" id="{F1347013-729F-4D8C-8EE0-77A96AB913D7}"/>
                </a:ext>
              </a:extLst>
            </p:cNvPr>
            <p:cNvSpPr/>
            <p:nvPr/>
          </p:nvSpPr>
          <p:spPr>
            <a:xfrm>
              <a:off x="2947569" y="1625897"/>
              <a:ext cx="1792582" cy="1058137"/>
            </a:xfrm>
            <a:custGeom>
              <a:avLst/>
              <a:gdLst>
                <a:gd name="connsiteX0" fmla="*/ 1653463 w 1792582"/>
                <a:gd name="connsiteY0" fmla="*/ 914845 h 1058137"/>
                <a:gd name="connsiteX1" fmla="*/ 1638885 w 1792582"/>
                <a:gd name="connsiteY1" fmla="*/ 954895 h 1058137"/>
                <a:gd name="connsiteX2" fmla="*/ 1653463 w 1792582"/>
                <a:gd name="connsiteY2" fmla="*/ 994945 h 1058137"/>
                <a:gd name="connsiteX3" fmla="*/ 1668040 w 1792582"/>
                <a:gd name="connsiteY3" fmla="*/ 954895 h 1058137"/>
                <a:gd name="connsiteX4" fmla="*/ 1653463 w 1792582"/>
                <a:gd name="connsiteY4" fmla="*/ 914845 h 1058137"/>
                <a:gd name="connsiteX5" fmla="*/ 166428 w 1792582"/>
                <a:gd name="connsiteY5" fmla="*/ 914707 h 1058137"/>
                <a:gd name="connsiteX6" fmla="*/ 151851 w 1792582"/>
                <a:gd name="connsiteY6" fmla="*/ 954758 h 1058137"/>
                <a:gd name="connsiteX7" fmla="*/ 166428 w 1792582"/>
                <a:gd name="connsiteY7" fmla="*/ 994808 h 1058137"/>
                <a:gd name="connsiteX8" fmla="*/ 181005 w 1792582"/>
                <a:gd name="connsiteY8" fmla="*/ 954758 h 1058137"/>
                <a:gd name="connsiteX9" fmla="*/ 166428 w 1792582"/>
                <a:gd name="connsiteY9" fmla="*/ 914707 h 1058137"/>
                <a:gd name="connsiteX10" fmla="*/ 1484566 w 1792582"/>
                <a:gd name="connsiteY10" fmla="*/ 912443 h 1058137"/>
                <a:gd name="connsiteX11" fmla="*/ 1469642 w 1792582"/>
                <a:gd name="connsiteY11" fmla="*/ 937376 h 1058137"/>
                <a:gd name="connsiteX12" fmla="*/ 1469546 w 1792582"/>
                <a:gd name="connsiteY12" fmla="*/ 942259 h 1058137"/>
                <a:gd name="connsiteX13" fmla="*/ 1499391 w 1792582"/>
                <a:gd name="connsiteY13" fmla="*/ 942259 h 1058137"/>
                <a:gd name="connsiteX14" fmla="*/ 1499206 w 1792582"/>
                <a:gd name="connsiteY14" fmla="*/ 937354 h 1058137"/>
                <a:gd name="connsiteX15" fmla="*/ 1484566 w 1792582"/>
                <a:gd name="connsiteY15" fmla="*/ 912443 h 1058137"/>
                <a:gd name="connsiteX16" fmla="*/ 1070393 w 1792582"/>
                <a:gd name="connsiteY16" fmla="*/ 912443 h 1058137"/>
                <a:gd name="connsiteX17" fmla="*/ 1055156 w 1792582"/>
                <a:gd name="connsiteY17" fmla="*/ 953247 h 1058137"/>
                <a:gd name="connsiteX18" fmla="*/ 1070393 w 1792582"/>
                <a:gd name="connsiteY18" fmla="*/ 994053 h 1058137"/>
                <a:gd name="connsiteX19" fmla="*/ 1085631 w 1792582"/>
                <a:gd name="connsiteY19" fmla="*/ 953247 h 1058137"/>
                <a:gd name="connsiteX20" fmla="*/ 1070393 w 1792582"/>
                <a:gd name="connsiteY20" fmla="*/ 912443 h 1058137"/>
                <a:gd name="connsiteX21" fmla="*/ 915496 w 1792582"/>
                <a:gd name="connsiteY21" fmla="*/ 912443 h 1058137"/>
                <a:gd name="connsiteX22" fmla="*/ 900573 w 1792582"/>
                <a:gd name="connsiteY22" fmla="*/ 937376 h 1058137"/>
                <a:gd name="connsiteX23" fmla="*/ 900476 w 1792582"/>
                <a:gd name="connsiteY23" fmla="*/ 942259 h 1058137"/>
                <a:gd name="connsiteX24" fmla="*/ 930321 w 1792582"/>
                <a:gd name="connsiteY24" fmla="*/ 942259 h 1058137"/>
                <a:gd name="connsiteX25" fmla="*/ 930137 w 1792582"/>
                <a:gd name="connsiteY25" fmla="*/ 937354 h 1058137"/>
                <a:gd name="connsiteX26" fmla="*/ 915496 w 1792582"/>
                <a:gd name="connsiteY26" fmla="*/ 912443 h 1058137"/>
                <a:gd name="connsiteX27" fmla="*/ 637849 w 1792582"/>
                <a:gd name="connsiteY27" fmla="*/ 912443 h 1058137"/>
                <a:gd name="connsiteX28" fmla="*/ 622612 w 1792582"/>
                <a:gd name="connsiteY28" fmla="*/ 953247 h 1058137"/>
                <a:gd name="connsiteX29" fmla="*/ 637849 w 1792582"/>
                <a:gd name="connsiteY29" fmla="*/ 994053 h 1058137"/>
                <a:gd name="connsiteX30" fmla="*/ 653087 w 1792582"/>
                <a:gd name="connsiteY30" fmla="*/ 953247 h 1058137"/>
                <a:gd name="connsiteX31" fmla="*/ 637849 w 1792582"/>
                <a:gd name="connsiteY31" fmla="*/ 912443 h 1058137"/>
                <a:gd name="connsiteX32" fmla="*/ 263432 w 1792582"/>
                <a:gd name="connsiteY32" fmla="*/ 912443 h 1058137"/>
                <a:gd name="connsiteX33" fmla="*/ 248508 w 1792582"/>
                <a:gd name="connsiteY33" fmla="*/ 937376 h 1058137"/>
                <a:gd name="connsiteX34" fmla="*/ 248412 w 1792582"/>
                <a:gd name="connsiteY34" fmla="*/ 942259 h 1058137"/>
                <a:gd name="connsiteX35" fmla="*/ 278257 w 1792582"/>
                <a:gd name="connsiteY35" fmla="*/ 942259 h 1058137"/>
                <a:gd name="connsiteX36" fmla="*/ 278072 w 1792582"/>
                <a:gd name="connsiteY36" fmla="*/ 937354 h 1058137"/>
                <a:gd name="connsiteX37" fmla="*/ 263432 w 1792582"/>
                <a:gd name="connsiteY37" fmla="*/ 912443 h 1058137"/>
                <a:gd name="connsiteX38" fmla="*/ 1714910 w 1792582"/>
                <a:gd name="connsiteY38" fmla="*/ 896590 h 1058137"/>
                <a:gd name="connsiteX39" fmla="*/ 1734882 w 1792582"/>
                <a:gd name="connsiteY39" fmla="*/ 896590 h 1058137"/>
                <a:gd name="connsiteX40" fmla="*/ 1753333 w 1792582"/>
                <a:gd name="connsiteY40" fmla="*/ 971008 h 1058137"/>
                <a:gd name="connsiteX41" fmla="*/ 1772205 w 1792582"/>
                <a:gd name="connsiteY41" fmla="*/ 896590 h 1058137"/>
                <a:gd name="connsiteX42" fmla="*/ 1792177 w 1792582"/>
                <a:gd name="connsiteY42" fmla="*/ 896590 h 1058137"/>
                <a:gd name="connsiteX43" fmla="*/ 1746000 w 1792582"/>
                <a:gd name="connsiteY43" fmla="*/ 1058137 h 1058137"/>
                <a:gd name="connsiteX44" fmla="*/ 1726028 w 1792582"/>
                <a:gd name="connsiteY44" fmla="*/ 1058137 h 1058137"/>
                <a:gd name="connsiteX45" fmla="*/ 1742258 w 1792582"/>
                <a:gd name="connsiteY45" fmla="*/ 998644 h 1058137"/>
                <a:gd name="connsiteX46" fmla="*/ 1350499 w 1792582"/>
                <a:gd name="connsiteY46" fmla="*/ 896590 h 1058137"/>
                <a:gd name="connsiteX47" fmla="*/ 1370471 w 1792582"/>
                <a:gd name="connsiteY47" fmla="*/ 896590 h 1058137"/>
                <a:gd name="connsiteX48" fmla="*/ 1370471 w 1792582"/>
                <a:gd name="connsiteY48" fmla="*/ 912636 h 1058137"/>
                <a:gd name="connsiteX49" fmla="*/ 1392815 w 1792582"/>
                <a:gd name="connsiteY49" fmla="*/ 896973 h 1058137"/>
                <a:gd name="connsiteX50" fmla="*/ 1417110 w 1792582"/>
                <a:gd name="connsiteY50" fmla="*/ 931246 h 1058137"/>
                <a:gd name="connsiteX51" fmla="*/ 1417582 w 1792582"/>
                <a:gd name="connsiteY51" fmla="*/ 1009192 h 1058137"/>
                <a:gd name="connsiteX52" fmla="*/ 1397610 w 1792582"/>
                <a:gd name="connsiteY52" fmla="*/ 1009192 h 1058137"/>
                <a:gd name="connsiteX53" fmla="*/ 1397893 w 1792582"/>
                <a:gd name="connsiteY53" fmla="*/ 936367 h 1058137"/>
                <a:gd name="connsiteX54" fmla="*/ 1385541 w 1792582"/>
                <a:gd name="connsiteY54" fmla="*/ 914392 h 1058137"/>
                <a:gd name="connsiteX55" fmla="*/ 1370504 w 1792582"/>
                <a:gd name="connsiteY55" fmla="*/ 934362 h 1058137"/>
                <a:gd name="connsiteX56" fmla="*/ 1370390 w 1792582"/>
                <a:gd name="connsiteY56" fmla="*/ 937613 h 1058137"/>
                <a:gd name="connsiteX57" fmla="*/ 1370170 w 1792582"/>
                <a:gd name="connsiteY57" fmla="*/ 937613 h 1058137"/>
                <a:gd name="connsiteX58" fmla="*/ 1370170 w 1792582"/>
                <a:gd name="connsiteY58" fmla="*/ 996661 h 1058137"/>
                <a:gd name="connsiteX59" fmla="*/ 1370471 w 1792582"/>
                <a:gd name="connsiteY59" fmla="*/ 996661 h 1058137"/>
                <a:gd name="connsiteX60" fmla="*/ 1370471 w 1792582"/>
                <a:gd name="connsiteY60" fmla="*/ 1009192 h 1058137"/>
                <a:gd name="connsiteX61" fmla="*/ 1350499 w 1792582"/>
                <a:gd name="connsiteY61" fmla="*/ 1009192 h 1058137"/>
                <a:gd name="connsiteX62" fmla="*/ 703301 w 1792582"/>
                <a:gd name="connsiteY62" fmla="*/ 896590 h 1058137"/>
                <a:gd name="connsiteX63" fmla="*/ 723273 w 1792582"/>
                <a:gd name="connsiteY63" fmla="*/ 896590 h 1058137"/>
                <a:gd name="connsiteX64" fmla="*/ 723273 w 1792582"/>
                <a:gd name="connsiteY64" fmla="*/ 935890 h 1058137"/>
                <a:gd name="connsiteX65" fmla="*/ 723669 w 1792582"/>
                <a:gd name="connsiteY65" fmla="*/ 935767 h 1058137"/>
                <a:gd name="connsiteX66" fmla="*/ 723669 w 1792582"/>
                <a:gd name="connsiteY66" fmla="*/ 977978 h 1058137"/>
                <a:gd name="connsiteX67" fmla="*/ 723993 w 1792582"/>
                <a:gd name="connsiteY67" fmla="*/ 977978 h 1058137"/>
                <a:gd name="connsiteX68" fmla="*/ 724972 w 1792582"/>
                <a:gd name="connsiteY68" fmla="*/ 985894 h 1058137"/>
                <a:gd name="connsiteX69" fmla="*/ 736125 w 1792582"/>
                <a:gd name="connsiteY69" fmla="*/ 994808 h 1058137"/>
                <a:gd name="connsiteX70" fmla="*/ 747278 w 1792582"/>
                <a:gd name="connsiteY70" fmla="*/ 985873 h 1058137"/>
                <a:gd name="connsiteX71" fmla="*/ 748257 w 1792582"/>
                <a:gd name="connsiteY71" fmla="*/ 977978 h 1058137"/>
                <a:gd name="connsiteX72" fmla="*/ 748582 w 1792582"/>
                <a:gd name="connsiteY72" fmla="*/ 977978 h 1058137"/>
                <a:gd name="connsiteX73" fmla="*/ 748582 w 1792582"/>
                <a:gd name="connsiteY73" fmla="*/ 917038 h 1058137"/>
                <a:gd name="connsiteX74" fmla="*/ 748575 w 1792582"/>
                <a:gd name="connsiteY74" fmla="*/ 917038 h 1058137"/>
                <a:gd name="connsiteX75" fmla="*/ 748575 w 1792582"/>
                <a:gd name="connsiteY75" fmla="*/ 896590 h 1058137"/>
                <a:gd name="connsiteX76" fmla="*/ 768547 w 1792582"/>
                <a:gd name="connsiteY76" fmla="*/ 896590 h 1058137"/>
                <a:gd name="connsiteX77" fmla="*/ 768547 w 1792582"/>
                <a:gd name="connsiteY77" fmla="*/ 975013 h 1058137"/>
                <a:gd name="connsiteX78" fmla="*/ 768547 w 1792582"/>
                <a:gd name="connsiteY78" fmla="*/ 975015 h 1058137"/>
                <a:gd name="connsiteX79" fmla="*/ 768547 w 1792582"/>
                <a:gd name="connsiteY79" fmla="*/ 975018 h 1058137"/>
                <a:gd name="connsiteX80" fmla="*/ 768547 w 1792582"/>
                <a:gd name="connsiteY80" fmla="*/ 976933 h 1058137"/>
                <a:gd name="connsiteX81" fmla="*/ 768420 w 1792582"/>
                <a:gd name="connsiteY81" fmla="*/ 976933 h 1058137"/>
                <a:gd name="connsiteX82" fmla="*/ 767494 w 1792582"/>
                <a:gd name="connsiteY82" fmla="*/ 990893 h 1058137"/>
                <a:gd name="connsiteX83" fmla="*/ 735985 w 1792582"/>
                <a:gd name="connsiteY83" fmla="*/ 1015821 h 1058137"/>
                <a:gd name="connsiteX84" fmla="*/ 704476 w 1792582"/>
                <a:gd name="connsiteY84" fmla="*/ 990904 h 1058137"/>
                <a:gd name="connsiteX85" fmla="*/ 703550 w 1792582"/>
                <a:gd name="connsiteY85" fmla="*/ 976933 h 1058137"/>
                <a:gd name="connsiteX86" fmla="*/ 703301 w 1792582"/>
                <a:gd name="connsiteY86" fmla="*/ 976933 h 1058137"/>
                <a:gd name="connsiteX87" fmla="*/ 326701 w 1792582"/>
                <a:gd name="connsiteY87" fmla="*/ 896590 h 1058137"/>
                <a:gd name="connsiteX88" fmla="*/ 346672 w 1792582"/>
                <a:gd name="connsiteY88" fmla="*/ 896590 h 1058137"/>
                <a:gd name="connsiteX89" fmla="*/ 346672 w 1792582"/>
                <a:gd name="connsiteY89" fmla="*/ 912636 h 1058137"/>
                <a:gd name="connsiteX90" fmla="*/ 369017 w 1792582"/>
                <a:gd name="connsiteY90" fmla="*/ 896973 h 1058137"/>
                <a:gd name="connsiteX91" fmla="*/ 393311 w 1792582"/>
                <a:gd name="connsiteY91" fmla="*/ 931246 h 1058137"/>
                <a:gd name="connsiteX92" fmla="*/ 393784 w 1792582"/>
                <a:gd name="connsiteY92" fmla="*/ 1009192 h 1058137"/>
                <a:gd name="connsiteX93" fmla="*/ 373812 w 1792582"/>
                <a:gd name="connsiteY93" fmla="*/ 1009192 h 1058137"/>
                <a:gd name="connsiteX94" fmla="*/ 374095 w 1792582"/>
                <a:gd name="connsiteY94" fmla="*/ 936367 h 1058137"/>
                <a:gd name="connsiteX95" fmla="*/ 361743 w 1792582"/>
                <a:gd name="connsiteY95" fmla="*/ 914392 h 1058137"/>
                <a:gd name="connsiteX96" fmla="*/ 346705 w 1792582"/>
                <a:gd name="connsiteY96" fmla="*/ 934362 h 1058137"/>
                <a:gd name="connsiteX97" fmla="*/ 346592 w 1792582"/>
                <a:gd name="connsiteY97" fmla="*/ 937613 h 1058137"/>
                <a:gd name="connsiteX98" fmla="*/ 346372 w 1792582"/>
                <a:gd name="connsiteY98" fmla="*/ 937613 h 1058137"/>
                <a:gd name="connsiteX99" fmla="*/ 346372 w 1792582"/>
                <a:gd name="connsiteY99" fmla="*/ 996661 h 1058137"/>
                <a:gd name="connsiteX100" fmla="*/ 346672 w 1792582"/>
                <a:gd name="connsiteY100" fmla="*/ 996661 h 1058137"/>
                <a:gd name="connsiteX101" fmla="*/ 346672 w 1792582"/>
                <a:gd name="connsiteY101" fmla="*/ 1009192 h 1058137"/>
                <a:gd name="connsiteX102" fmla="*/ 326701 w 1792582"/>
                <a:gd name="connsiteY102" fmla="*/ 1009192 h 1058137"/>
                <a:gd name="connsiteX103" fmla="*/ 1645649 w 1792582"/>
                <a:gd name="connsiteY103" fmla="*/ 896386 h 1058137"/>
                <a:gd name="connsiteX104" fmla="*/ 1665951 w 1792582"/>
                <a:gd name="connsiteY104" fmla="*/ 906430 h 1058137"/>
                <a:gd name="connsiteX105" fmla="*/ 1667038 w 1792582"/>
                <a:gd name="connsiteY105" fmla="*/ 908651 h 1058137"/>
                <a:gd name="connsiteX106" fmla="*/ 1667038 w 1792582"/>
                <a:gd name="connsiteY106" fmla="*/ 896728 h 1058137"/>
                <a:gd name="connsiteX107" fmla="*/ 1687010 w 1792582"/>
                <a:gd name="connsiteY107" fmla="*/ 896728 h 1058137"/>
                <a:gd name="connsiteX108" fmla="*/ 1687010 w 1792582"/>
                <a:gd name="connsiteY108" fmla="*/ 1006787 h 1058137"/>
                <a:gd name="connsiteX109" fmla="*/ 1687010 w 1792582"/>
                <a:gd name="connsiteY109" fmla="*/ 1006791 h 1058137"/>
                <a:gd name="connsiteX110" fmla="*/ 1686300 w 1792582"/>
                <a:gd name="connsiteY110" fmla="*/ 1021179 h 1058137"/>
                <a:gd name="connsiteX111" fmla="*/ 1652581 w 1792582"/>
                <a:gd name="connsiteY111" fmla="*/ 1057001 h 1058137"/>
                <a:gd name="connsiteX112" fmla="*/ 1618862 w 1792582"/>
                <a:gd name="connsiteY112" fmla="*/ 1021162 h 1058137"/>
                <a:gd name="connsiteX113" fmla="*/ 1618816 w 1792582"/>
                <a:gd name="connsiteY113" fmla="*/ 1020222 h 1058137"/>
                <a:gd name="connsiteX114" fmla="*/ 1638139 w 1792582"/>
                <a:gd name="connsiteY114" fmla="*/ 1020222 h 1058137"/>
                <a:gd name="connsiteX115" fmla="*/ 1638891 w 1792582"/>
                <a:gd name="connsiteY115" fmla="*/ 1025506 h 1058137"/>
                <a:gd name="connsiteX116" fmla="*/ 1651560 w 1792582"/>
                <a:gd name="connsiteY116" fmla="*/ 1039738 h 1058137"/>
                <a:gd name="connsiteX117" fmla="*/ 1666731 w 1792582"/>
                <a:gd name="connsiteY117" fmla="*/ 1012557 h 1058137"/>
                <a:gd name="connsiteX118" fmla="*/ 1666892 w 1792582"/>
                <a:gd name="connsiteY118" fmla="*/ 1006787 h 1058137"/>
                <a:gd name="connsiteX119" fmla="*/ 1667038 w 1792582"/>
                <a:gd name="connsiteY119" fmla="*/ 1006787 h 1058137"/>
                <a:gd name="connsiteX120" fmla="*/ 1667038 w 1792582"/>
                <a:gd name="connsiteY120" fmla="*/ 1000603 h 1058137"/>
                <a:gd name="connsiteX121" fmla="*/ 1665481 w 1792582"/>
                <a:gd name="connsiteY121" fmla="*/ 1003725 h 1058137"/>
                <a:gd name="connsiteX122" fmla="*/ 1645649 w 1792582"/>
                <a:gd name="connsiteY122" fmla="*/ 1013718 h 1058137"/>
                <a:gd name="connsiteX123" fmla="*/ 1617463 w 1792582"/>
                <a:gd name="connsiteY123" fmla="*/ 955052 h 1058137"/>
                <a:gd name="connsiteX124" fmla="*/ 1645649 w 1792582"/>
                <a:gd name="connsiteY124" fmla="*/ 896386 h 1058137"/>
                <a:gd name="connsiteX125" fmla="*/ 1483922 w 1792582"/>
                <a:gd name="connsiteY125" fmla="*/ 896249 h 1058137"/>
                <a:gd name="connsiteX126" fmla="*/ 1517429 w 1792582"/>
                <a:gd name="connsiteY126" fmla="*/ 932072 h 1058137"/>
                <a:gd name="connsiteX127" fmla="*/ 1518040 w 1792582"/>
                <a:gd name="connsiteY127" fmla="*/ 959244 h 1058137"/>
                <a:gd name="connsiteX128" fmla="*/ 1469496 w 1792582"/>
                <a:gd name="connsiteY128" fmla="*/ 959244 h 1058137"/>
                <a:gd name="connsiteX129" fmla="*/ 1469772 w 1792582"/>
                <a:gd name="connsiteY129" fmla="*/ 969136 h 1058137"/>
                <a:gd name="connsiteX130" fmla="*/ 1484566 w 1792582"/>
                <a:gd name="connsiteY130" fmla="*/ 994053 h 1058137"/>
                <a:gd name="connsiteX131" fmla="*/ 1497612 w 1792582"/>
                <a:gd name="connsiteY131" fmla="*/ 982086 h 1058137"/>
                <a:gd name="connsiteX132" fmla="*/ 1498822 w 1792582"/>
                <a:gd name="connsiteY132" fmla="*/ 973587 h 1058137"/>
                <a:gd name="connsiteX133" fmla="*/ 1517846 w 1792582"/>
                <a:gd name="connsiteY133" fmla="*/ 973587 h 1058137"/>
                <a:gd name="connsiteX134" fmla="*/ 1517641 w 1792582"/>
                <a:gd name="connsiteY134" fmla="*/ 977742 h 1058137"/>
                <a:gd name="connsiteX135" fmla="*/ 1483922 w 1792582"/>
                <a:gd name="connsiteY135" fmla="*/ 1013580 h 1058137"/>
                <a:gd name="connsiteX136" fmla="*/ 1449076 w 1792582"/>
                <a:gd name="connsiteY136" fmla="*/ 954914 h 1058137"/>
                <a:gd name="connsiteX137" fmla="*/ 1483922 w 1792582"/>
                <a:gd name="connsiteY137" fmla="*/ 896249 h 1058137"/>
                <a:gd name="connsiteX138" fmla="*/ 1070504 w 1792582"/>
                <a:gd name="connsiteY138" fmla="*/ 896249 h 1058137"/>
                <a:gd name="connsiteX139" fmla="*/ 1105350 w 1792582"/>
                <a:gd name="connsiteY139" fmla="*/ 954914 h 1058137"/>
                <a:gd name="connsiteX140" fmla="*/ 1070504 w 1792582"/>
                <a:gd name="connsiteY140" fmla="*/ 1013580 h 1058137"/>
                <a:gd name="connsiteX141" fmla="*/ 1035658 w 1792582"/>
                <a:gd name="connsiteY141" fmla="*/ 954914 h 1058137"/>
                <a:gd name="connsiteX142" fmla="*/ 1070504 w 1792582"/>
                <a:gd name="connsiteY142" fmla="*/ 896249 h 1058137"/>
                <a:gd name="connsiteX143" fmla="*/ 914852 w 1792582"/>
                <a:gd name="connsiteY143" fmla="*/ 896249 h 1058137"/>
                <a:gd name="connsiteX144" fmla="*/ 948359 w 1792582"/>
                <a:gd name="connsiteY144" fmla="*/ 932072 h 1058137"/>
                <a:gd name="connsiteX145" fmla="*/ 948970 w 1792582"/>
                <a:gd name="connsiteY145" fmla="*/ 959244 h 1058137"/>
                <a:gd name="connsiteX146" fmla="*/ 900426 w 1792582"/>
                <a:gd name="connsiteY146" fmla="*/ 959244 h 1058137"/>
                <a:gd name="connsiteX147" fmla="*/ 900703 w 1792582"/>
                <a:gd name="connsiteY147" fmla="*/ 969136 h 1058137"/>
                <a:gd name="connsiteX148" fmla="*/ 915496 w 1792582"/>
                <a:gd name="connsiteY148" fmla="*/ 994053 h 1058137"/>
                <a:gd name="connsiteX149" fmla="*/ 928542 w 1792582"/>
                <a:gd name="connsiteY149" fmla="*/ 982086 h 1058137"/>
                <a:gd name="connsiteX150" fmla="*/ 929752 w 1792582"/>
                <a:gd name="connsiteY150" fmla="*/ 973587 h 1058137"/>
                <a:gd name="connsiteX151" fmla="*/ 948777 w 1792582"/>
                <a:gd name="connsiteY151" fmla="*/ 973587 h 1058137"/>
                <a:gd name="connsiteX152" fmla="*/ 948571 w 1792582"/>
                <a:gd name="connsiteY152" fmla="*/ 977742 h 1058137"/>
                <a:gd name="connsiteX153" fmla="*/ 914852 w 1792582"/>
                <a:gd name="connsiteY153" fmla="*/ 1013580 h 1058137"/>
                <a:gd name="connsiteX154" fmla="*/ 880006 w 1792582"/>
                <a:gd name="connsiteY154" fmla="*/ 954914 h 1058137"/>
                <a:gd name="connsiteX155" fmla="*/ 914852 w 1792582"/>
                <a:gd name="connsiteY155" fmla="*/ 896249 h 1058137"/>
                <a:gd name="connsiteX156" fmla="*/ 637960 w 1792582"/>
                <a:gd name="connsiteY156" fmla="*/ 896249 h 1058137"/>
                <a:gd name="connsiteX157" fmla="*/ 672806 w 1792582"/>
                <a:gd name="connsiteY157" fmla="*/ 954914 h 1058137"/>
                <a:gd name="connsiteX158" fmla="*/ 637960 w 1792582"/>
                <a:gd name="connsiteY158" fmla="*/ 1013580 h 1058137"/>
                <a:gd name="connsiteX159" fmla="*/ 603114 w 1792582"/>
                <a:gd name="connsiteY159" fmla="*/ 954914 h 1058137"/>
                <a:gd name="connsiteX160" fmla="*/ 637960 w 1792582"/>
                <a:gd name="connsiteY160" fmla="*/ 896249 h 1058137"/>
                <a:gd name="connsiteX161" fmla="*/ 262788 w 1792582"/>
                <a:gd name="connsiteY161" fmla="*/ 896249 h 1058137"/>
                <a:gd name="connsiteX162" fmla="*/ 296295 w 1792582"/>
                <a:gd name="connsiteY162" fmla="*/ 932072 h 1058137"/>
                <a:gd name="connsiteX163" fmla="*/ 296906 w 1792582"/>
                <a:gd name="connsiteY163" fmla="*/ 959244 h 1058137"/>
                <a:gd name="connsiteX164" fmla="*/ 248362 w 1792582"/>
                <a:gd name="connsiteY164" fmla="*/ 959244 h 1058137"/>
                <a:gd name="connsiteX165" fmla="*/ 248638 w 1792582"/>
                <a:gd name="connsiteY165" fmla="*/ 969136 h 1058137"/>
                <a:gd name="connsiteX166" fmla="*/ 263432 w 1792582"/>
                <a:gd name="connsiteY166" fmla="*/ 994053 h 1058137"/>
                <a:gd name="connsiteX167" fmla="*/ 276478 w 1792582"/>
                <a:gd name="connsiteY167" fmla="*/ 982086 h 1058137"/>
                <a:gd name="connsiteX168" fmla="*/ 277688 w 1792582"/>
                <a:gd name="connsiteY168" fmla="*/ 973587 h 1058137"/>
                <a:gd name="connsiteX169" fmla="*/ 296712 w 1792582"/>
                <a:gd name="connsiteY169" fmla="*/ 973587 h 1058137"/>
                <a:gd name="connsiteX170" fmla="*/ 296507 w 1792582"/>
                <a:gd name="connsiteY170" fmla="*/ 977742 h 1058137"/>
                <a:gd name="connsiteX171" fmla="*/ 262788 w 1792582"/>
                <a:gd name="connsiteY171" fmla="*/ 1013580 h 1058137"/>
                <a:gd name="connsiteX172" fmla="*/ 227942 w 1792582"/>
                <a:gd name="connsiteY172" fmla="*/ 954914 h 1058137"/>
                <a:gd name="connsiteX173" fmla="*/ 262788 w 1792582"/>
                <a:gd name="connsiteY173" fmla="*/ 896249 h 1058137"/>
                <a:gd name="connsiteX174" fmla="*/ 174241 w 1792582"/>
                <a:gd name="connsiteY174" fmla="*/ 896248 h 1058137"/>
                <a:gd name="connsiteX175" fmla="*/ 202427 w 1792582"/>
                <a:gd name="connsiteY175" fmla="*/ 954914 h 1058137"/>
                <a:gd name="connsiteX176" fmla="*/ 174241 w 1792582"/>
                <a:gd name="connsiteY176" fmla="*/ 1013580 h 1058137"/>
                <a:gd name="connsiteX177" fmla="*/ 159360 w 1792582"/>
                <a:gd name="connsiteY177" fmla="*/ 1008995 h 1058137"/>
                <a:gd name="connsiteX178" fmla="*/ 152852 w 1792582"/>
                <a:gd name="connsiteY178" fmla="*/ 999395 h 1058137"/>
                <a:gd name="connsiteX179" fmla="*/ 152852 w 1792582"/>
                <a:gd name="connsiteY179" fmla="*/ 1056246 h 1058137"/>
                <a:gd name="connsiteX180" fmla="*/ 132881 w 1792582"/>
                <a:gd name="connsiteY180" fmla="*/ 1056246 h 1058137"/>
                <a:gd name="connsiteX181" fmla="*/ 132881 w 1792582"/>
                <a:gd name="connsiteY181" fmla="*/ 896590 h 1058137"/>
                <a:gd name="connsiteX182" fmla="*/ 152852 w 1792582"/>
                <a:gd name="connsiteY182" fmla="*/ 896590 h 1058137"/>
                <a:gd name="connsiteX183" fmla="*/ 152852 w 1792582"/>
                <a:gd name="connsiteY183" fmla="*/ 909865 h 1058137"/>
                <a:gd name="connsiteX184" fmla="*/ 158909 w 1792582"/>
                <a:gd name="connsiteY184" fmla="*/ 900882 h 1058137"/>
                <a:gd name="connsiteX185" fmla="*/ 174241 w 1792582"/>
                <a:gd name="connsiteY185" fmla="*/ 896248 h 1058137"/>
                <a:gd name="connsiteX186" fmla="*/ 1592774 w 1792582"/>
                <a:gd name="connsiteY186" fmla="*/ 892438 h 1058137"/>
                <a:gd name="connsiteX187" fmla="*/ 1592774 w 1792582"/>
                <a:gd name="connsiteY187" fmla="*/ 914707 h 1058137"/>
                <a:gd name="connsiteX188" fmla="*/ 1572318 w 1792582"/>
                <a:gd name="connsiteY188" fmla="*/ 924898 h 1058137"/>
                <a:gd name="connsiteX189" fmla="*/ 1570506 w 1792582"/>
                <a:gd name="connsiteY189" fmla="*/ 930363 h 1058137"/>
                <a:gd name="connsiteX190" fmla="*/ 1570506 w 1792582"/>
                <a:gd name="connsiteY190" fmla="*/ 1009192 h 1058137"/>
                <a:gd name="connsiteX191" fmla="*/ 1550534 w 1792582"/>
                <a:gd name="connsiteY191" fmla="*/ 1009192 h 1058137"/>
                <a:gd name="connsiteX192" fmla="*/ 1550534 w 1792582"/>
                <a:gd name="connsiteY192" fmla="*/ 896590 h 1058137"/>
                <a:gd name="connsiteX193" fmla="*/ 1570506 w 1792582"/>
                <a:gd name="connsiteY193" fmla="*/ 896590 h 1058137"/>
                <a:gd name="connsiteX194" fmla="*/ 1570506 w 1792582"/>
                <a:gd name="connsiteY194" fmla="*/ 906833 h 1058137"/>
                <a:gd name="connsiteX195" fmla="*/ 1571627 w 1792582"/>
                <a:gd name="connsiteY195" fmla="*/ 905336 h 1058137"/>
                <a:gd name="connsiteX196" fmla="*/ 1592774 w 1792582"/>
                <a:gd name="connsiteY196" fmla="*/ 892438 h 1058137"/>
                <a:gd name="connsiteX197" fmla="*/ 824066 w 1792582"/>
                <a:gd name="connsiteY197" fmla="*/ 891683 h 1058137"/>
                <a:gd name="connsiteX198" fmla="*/ 846335 w 1792582"/>
                <a:gd name="connsiteY198" fmla="*/ 897345 h 1058137"/>
                <a:gd name="connsiteX199" fmla="*/ 846335 w 1792582"/>
                <a:gd name="connsiteY199" fmla="*/ 916217 h 1058137"/>
                <a:gd name="connsiteX200" fmla="*/ 815762 w 1792582"/>
                <a:gd name="connsiteY200" fmla="*/ 924520 h 1058137"/>
                <a:gd name="connsiteX201" fmla="*/ 832661 w 1792582"/>
                <a:gd name="connsiteY201" fmla="*/ 947285 h 1058137"/>
                <a:gd name="connsiteX202" fmla="*/ 854638 w 1792582"/>
                <a:gd name="connsiteY202" fmla="*/ 979626 h 1058137"/>
                <a:gd name="connsiteX203" fmla="*/ 824444 w 1792582"/>
                <a:gd name="connsiteY203" fmla="*/ 1013595 h 1058137"/>
                <a:gd name="connsiteX204" fmla="*/ 802175 w 1792582"/>
                <a:gd name="connsiteY204" fmla="*/ 1007934 h 1058137"/>
                <a:gd name="connsiteX205" fmla="*/ 802175 w 1792582"/>
                <a:gd name="connsiteY205" fmla="*/ 987929 h 1058137"/>
                <a:gd name="connsiteX206" fmla="*/ 822179 w 1792582"/>
                <a:gd name="connsiteY206" fmla="*/ 994723 h 1058137"/>
                <a:gd name="connsiteX207" fmla="*/ 836521 w 1792582"/>
                <a:gd name="connsiteY207" fmla="*/ 979248 h 1058137"/>
                <a:gd name="connsiteX208" fmla="*/ 816301 w 1792582"/>
                <a:gd name="connsiteY208" fmla="*/ 954931 h 1058137"/>
                <a:gd name="connsiteX209" fmla="*/ 796988 w 1792582"/>
                <a:gd name="connsiteY209" fmla="*/ 925652 h 1058137"/>
                <a:gd name="connsiteX210" fmla="*/ 824066 w 1792582"/>
                <a:gd name="connsiteY210" fmla="*/ 891683 h 1058137"/>
                <a:gd name="connsiteX211" fmla="*/ 56436 w 1792582"/>
                <a:gd name="connsiteY211" fmla="*/ 860524 h 1058137"/>
                <a:gd name="connsiteX212" fmla="*/ 35735 w 1792582"/>
                <a:gd name="connsiteY212" fmla="*/ 926643 h 1058137"/>
                <a:gd name="connsiteX213" fmla="*/ 56436 w 1792582"/>
                <a:gd name="connsiteY213" fmla="*/ 992761 h 1058137"/>
                <a:gd name="connsiteX214" fmla="*/ 77136 w 1792582"/>
                <a:gd name="connsiteY214" fmla="*/ 926643 h 1058137"/>
                <a:gd name="connsiteX215" fmla="*/ 56436 w 1792582"/>
                <a:gd name="connsiteY215" fmla="*/ 860524 h 1058137"/>
                <a:gd name="connsiteX216" fmla="*/ 56672 w 1792582"/>
                <a:gd name="connsiteY216" fmla="*/ 839708 h 1058137"/>
                <a:gd name="connsiteX217" fmla="*/ 100557 w 1792582"/>
                <a:gd name="connsiteY217" fmla="*/ 926644 h 1058137"/>
                <a:gd name="connsiteX218" fmla="*/ 56672 w 1792582"/>
                <a:gd name="connsiteY218" fmla="*/ 1013580 h 1058137"/>
                <a:gd name="connsiteX219" fmla="*/ 12787 w 1792582"/>
                <a:gd name="connsiteY219" fmla="*/ 926644 h 1058137"/>
                <a:gd name="connsiteX220" fmla="*/ 56672 w 1792582"/>
                <a:gd name="connsiteY220" fmla="*/ 839708 h 1058137"/>
                <a:gd name="connsiteX221" fmla="*/ 1261002 w 1792582"/>
                <a:gd name="connsiteY221" fmla="*/ 839707 h 1058137"/>
                <a:gd name="connsiteX222" fmla="*/ 1267808 w 1792582"/>
                <a:gd name="connsiteY222" fmla="*/ 839707 h 1058137"/>
                <a:gd name="connsiteX223" fmla="*/ 1282685 w 1792582"/>
                <a:gd name="connsiteY223" fmla="*/ 839707 h 1058137"/>
                <a:gd name="connsiteX224" fmla="*/ 1322930 w 1792582"/>
                <a:gd name="connsiteY224" fmla="*/ 839707 h 1058137"/>
                <a:gd name="connsiteX225" fmla="*/ 1322930 w 1792582"/>
                <a:gd name="connsiteY225" fmla="*/ 858017 h 1058137"/>
                <a:gd name="connsiteX226" fmla="*/ 1282685 w 1792582"/>
                <a:gd name="connsiteY226" fmla="*/ 858017 h 1058137"/>
                <a:gd name="connsiteX227" fmla="*/ 1282685 w 1792582"/>
                <a:gd name="connsiteY227" fmla="*/ 914391 h 1058137"/>
                <a:gd name="connsiteX228" fmla="*/ 1318112 w 1792582"/>
                <a:gd name="connsiteY228" fmla="*/ 914391 h 1058137"/>
                <a:gd name="connsiteX229" fmla="*/ 1318112 w 1792582"/>
                <a:gd name="connsiteY229" fmla="*/ 932701 h 1058137"/>
                <a:gd name="connsiteX230" fmla="*/ 1282685 w 1792582"/>
                <a:gd name="connsiteY230" fmla="*/ 932701 h 1058137"/>
                <a:gd name="connsiteX231" fmla="*/ 1282685 w 1792582"/>
                <a:gd name="connsiteY231" fmla="*/ 992581 h 1058137"/>
                <a:gd name="connsiteX232" fmla="*/ 1322930 w 1792582"/>
                <a:gd name="connsiteY232" fmla="*/ 992581 h 1058137"/>
                <a:gd name="connsiteX233" fmla="*/ 1322930 w 1792582"/>
                <a:gd name="connsiteY233" fmla="*/ 1010891 h 1058137"/>
                <a:gd name="connsiteX234" fmla="*/ 1282685 w 1792582"/>
                <a:gd name="connsiteY234" fmla="*/ 1010891 h 1058137"/>
                <a:gd name="connsiteX235" fmla="*/ 1267808 w 1792582"/>
                <a:gd name="connsiteY235" fmla="*/ 1010891 h 1058137"/>
                <a:gd name="connsiteX236" fmla="*/ 1261002 w 1792582"/>
                <a:gd name="connsiteY236" fmla="*/ 1010891 h 1058137"/>
                <a:gd name="connsiteX237" fmla="*/ 489126 w 1792582"/>
                <a:gd name="connsiteY237" fmla="*/ 838658 h 1058137"/>
                <a:gd name="connsiteX238" fmla="*/ 510809 w 1792582"/>
                <a:gd name="connsiteY238" fmla="*/ 838658 h 1058137"/>
                <a:gd name="connsiteX239" fmla="*/ 510809 w 1792582"/>
                <a:gd name="connsiteY239" fmla="*/ 905619 h 1058137"/>
                <a:gd name="connsiteX240" fmla="*/ 546246 w 1792582"/>
                <a:gd name="connsiteY240" fmla="*/ 905619 h 1058137"/>
                <a:gd name="connsiteX241" fmla="*/ 546246 w 1792582"/>
                <a:gd name="connsiteY241" fmla="*/ 838658 h 1058137"/>
                <a:gd name="connsiteX242" fmla="*/ 567930 w 1792582"/>
                <a:gd name="connsiteY242" fmla="*/ 838658 h 1058137"/>
                <a:gd name="connsiteX243" fmla="*/ 567930 w 1792582"/>
                <a:gd name="connsiteY243" fmla="*/ 1009192 h 1058137"/>
                <a:gd name="connsiteX244" fmla="*/ 546246 w 1792582"/>
                <a:gd name="connsiteY244" fmla="*/ 1009192 h 1058137"/>
                <a:gd name="connsiteX245" fmla="*/ 546246 w 1792582"/>
                <a:gd name="connsiteY245" fmla="*/ 923859 h 1058137"/>
                <a:gd name="connsiteX246" fmla="*/ 510809 w 1792582"/>
                <a:gd name="connsiteY246" fmla="*/ 923859 h 1058137"/>
                <a:gd name="connsiteX247" fmla="*/ 510809 w 1792582"/>
                <a:gd name="connsiteY247" fmla="*/ 1009192 h 1058137"/>
                <a:gd name="connsiteX248" fmla="*/ 489126 w 1792582"/>
                <a:gd name="connsiteY248" fmla="*/ 1009192 h 1058137"/>
                <a:gd name="connsiteX249" fmla="*/ 1162901 w 1792582"/>
                <a:gd name="connsiteY249" fmla="*/ 821998 h 1058137"/>
                <a:gd name="connsiteX250" fmla="*/ 1177725 w 1792582"/>
                <a:gd name="connsiteY250" fmla="*/ 823498 h 1058137"/>
                <a:gd name="connsiteX251" fmla="*/ 1177725 w 1792582"/>
                <a:gd name="connsiteY251" fmla="*/ 843469 h 1058137"/>
                <a:gd name="connsiteX252" fmla="*/ 1159420 w 1792582"/>
                <a:gd name="connsiteY252" fmla="*/ 854141 h 1058137"/>
                <a:gd name="connsiteX253" fmla="*/ 1159420 w 1792582"/>
                <a:gd name="connsiteY253" fmla="*/ 895458 h 1058137"/>
                <a:gd name="connsiteX254" fmla="*/ 1177725 w 1792582"/>
                <a:gd name="connsiteY254" fmla="*/ 895458 h 1058137"/>
                <a:gd name="connsiteX255" fmla="*/ 1177725 w 1792582"/>
                <a:gd name="connsiteY255" fmla="*/ 912236 h 1058137"/>
                <a:gd name="connsiteX256" fmla="*/ 1159420 w 1792582"/>
                <a:gd name="connsiteY256" fmla="*/ 912236 h 1058137"/>
                <a:gd name="connsiteX257" fmla="*/ 1159420 w 1792582"/>
                <a:gd name="connsiteY257" fmla="*/ 1009192 h 1058137"/>
                <a:gd name="connsiteX258" fmla="*/ 1139449 w 1792582"/>
                <a:gd name="connsiteY258" fmla="*/ 1009192 h 1058137"/>
                <a:gd name="connsiteX259" fmla="*/ 1139449 w 1792582"/>
                <a:gd name="connsiteY259" fmla="*/ 912236 h 1058137"/>
                <a:gd name="connsiteX260" fmla="*/ 1127527 w 1792582"/>
                <a:gd name="connsiteY260" fmla="*/ 912236 h 1058137"/>
                <a:gd name="connsiteX261" fmla="*/ 1127527 w 1792582"/>
                <a:gd name="connsiteY261" fmla="*/ 895458 h 1058137"/>
                <a:gd name="connsiteX262" fmla="*/ 1139449 w 1792582"/>
                <a:gd name="connsiteY262" fmla="*/ 895458 h 1058137"/>
                <a:gd name="connsiteX263" fmla="*/ 1139449 w 1792582"/>
                <a:gd name="connsiteY263" fmla="*/ 844747 h 1058137"/>
                <a:gd name="connsiteX264" fmla="*/ 1162901 w 1792582"/>
                <a:gd name="connsiteY264" fmla="*/ 821998 h 1058137"/>
                <a:gd name="connsiteX265" fmla="*/ 0 w 1792582"/>
                <a:gd name="connsiteY265" fmla="*/ 698203 h 1058137"/>
                <a:gd name="connsiteX266" fmla="*/ 1792582 w 1792582"/>
                <a:gd name="connsiteY266" fmla="*/ 698203 h 1058137"/>
                <a:gd name="connsiteX267" fmla="*/ 1792582 w 1792582"/>
                <a:gd name="connsiteY267" fmla="*/ 703247 h 1058137"/>
                <a:gd name="connsiteX268" fmla="*/ 1792582 w 1792582"/>
                <a:gd name="connsiteY268" fmla="*/ 757745 h 1058137"/>
                <a:gd name="connsiteX269" fmla="*/ 1792582 w 1792582"/>
                <a:gd name="connsiteY269" fmla="*/ 777019 h 1058137"/>
                <a:gd name="connsiteX270" fmla="*/ 0 w 1792582"/>
                <a:gd name="connsiteY270" fmla="*/ 777019 h 1058137"/>
                <a:gd name="connsiteX271" fmla="*/ 827858 w 1792582"/>
                <a:gd name="connsiteY271" fmla="*/ 57086 h 1058137"/>
                <a:gd name="connsiteX272" fmla="*/ 771089 w 1792582"/>
                <a:gd name="connsiteY272" fmla="*/ 238408 h 1058137"/>
                <a:gd name="connsiteX273" fmla="*/ 827858 w 1792582"/>
                <a:gd name="connsiteY273" fmla="*/ 419730 h 1058137"/>
                <a:gd name="connsiteX274" fmla="*/ 884626 w 1792582"/>
                <a:gd name="connsiteY274" fmla="*/ 238408 h 1058137"/>
                <a:gd name="connsiteX275" fmla="*/ 827858 w 1792582"/>
                <a:gd name="connsiteY275" fmla="*/ 57086 h 1058137"/>
                <a:gd name="connsiteX276" fmla="*/ 119700 w 1792582"/>
                <a:gd name="connsiteY276" fmla="*/ 57086 h 1058137"/>
                <a:gd name="connsiteX277" fmla="*/ 62931 w 1792582"/>
                <a:gd name="connsiteY277" fmla="*/ 238408 h 1058137"/>
                <a:gd name="connsiteX278" fmla="*/ 119700 w 1792582"/>
                <a:gd name="connsiteY278" fmla="*/ 419730 h 1058137"/>
                <a:gd name="connsiteX279" fmla="*/ 176468 w 1792582"/>
                <a:gd name="connsiteY279" fmla="*/ 238408 h 1058137"/>
                <a:gd name="connsiteX280" fmla="*/ 119700 w 1792582"/>
                <a:gd name="connsiteY280" fmla="*/ 57086 h 1058137"/>
                <a:gd name="connsiteX281" fmla="*/ 364615 w 1792582"/>
                <a:gd name="connsiteY281" fmla="*/ 7754 h 1058137"/>
                <a:gd name="connsiteX282" fmla="*/ 425426 w 1792582"/>
                <a:gd name="connsiteY282" fmla="*/ 7754 h 1058137"/>
                <a:gd name="connsiteX283" fmla="*/ 425426 w 1792582"/>
                <a:gd name="connsiteY283" fmla="*/ 188764 h 1058137"/>
                <a:gd name="connsiteX284" fmla="*/ 519025 w 1792582"/>
                <a:gd name="connsiteY284" fmla="*/ 188764 h 1058137"/>
                <a:gd name="connsiteX285" fmla="*/ 519025 w 1792582"/>
                <a:gd name="connsiteY285" fmla="*/ 7754 h 1058137"/>
                <a:gd name="connsiteX286" fmla="*/ 579836 w 1792582"/>
                <a:gd name="connsiteY286" fmla="*/ 7754 h 1058137"/>
                <a:gd name="connsiteX287" fmla="*/ 579836 w 1792582"/>
                <a:gd name="connsiteY287" fmla="*/ 468746 h 1058137"/>
                <a:gd name="connsiteX288" fmla="*/ 519025 w 1792582"/>
                <a:gd name="connsiteY288" fmla="*/ 468746 h 1058137"/>
                <a:gd name="connsiteX289" fmla="*/ 519025 w 1792582"/>
                <a:gd name="connsiteY289" fmla="*/ 238072 h 1058137"/>
                <a:gd name="connsiteX290" fmla="*/ 425426 w 1792582"/>
                <a:gd name="connsiteY290" fmla="*/ 238072 h 1058137"/>
                <a:gd name="connsiteX291" fmla="*/ 425426 w 1792582"/>
                <a:gd name="connsiteY291" fmla="*/ 468746 h 1058137"/>
                <a:gd name="connsiteX292" fmla="*/ 364615 w 1792582"/>
                <a:gd name="connsiteY292" fmla="*/ 468746 h 1058137"/>
                <a:gd name="connsiteX293" fmla="*/ 828506 w 1792582"/>
                <a:gd name="connsiteY293" fmla="*/ 0 h 1058137"/>
                <a:gd name="connsiteX294" fmla="*/ 948855 w 1792582"/>
                <a:gd name="connsiteY294" fmla="*/ 238412 h 1058137"/>
                <a:gd name="connsiteX295" fmla="*/ 828506 w 1792582"/>
                <a:gd name="connsiteY295" fmla="*/ 476823 h 1058137"/>
                <a:gd name="connsiteX296" fmla="*/ 708157 w 1792582"/>
                <a:gd name="connsiteY296" fmla="*/ 238412 h 1058137"/>
                <a:gd name="connsiteX297" fmla="*/ 828506 w 1792582"/>
                <a:gd name="connsiteY297" fmla="*/ 0 h 1058137"/>
                <a:gd name="connsiteX298" fmla="*/ 120349 w 1792582"/>
                <a:gd name="connsiteY298" fmla="*/ 0 h 1058137"/>
                <a:gd name="connsiteX299" fmla="*/ 240698 w 1792582"/>
                <a:gd name="connsiteY299" fmla="*/ 238412 h 1058137"/>
                <a:gd name="connsiteX300" fmla="*/ 120349 w 1792582"/>
                <a:gd name="connsiteY300" fmla="*/ 476823 h 1058137"/>
                <a:gd name="connsiteX301" fmla="*/ 0 w 1792582"/>
                <a:gd name="connsiteY301" fmla="*/ 238412 h 1058137"/>
                <a:gd name="connsiteX302" fmla="*/ 120349 w 1792582"/>
                <a:gd name="connsiteY302" fmla="*/ 0 h 10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Lst>
              <a:rect l="l" t="t" r="r" b="b"/>
              <a:pathLst>
                <a:path w="1792582" h="1058137">
                  <a:moveTo>
                    <a:pt x="1653463" y="914845"/>
                  </a:moveTo>
                  <a:cubicBezTo>
                    <a:pt x="1641327" y="914773"/>
                    <a:pt x="1638885" y="932776"/>
                    <a:pt x="1638885" y="954895"/>
                  </a:cubicBezTo>
                  <a:cubicBezTo>
                    <a:pt x="1638885" y="977014"/>
                    <a:pt x="1639618" y="994906"/>
                    <a:pt x="1653463" y="994945"/>
                  </a:cubicBezTo>
                  <a:cubicBezTo>
                    <a:pt x="1666640" y="994983"/>
                    <a:pt x="1668040" y="977014"/>
                    <a:pt x="1668040" y="954895"/>
                  </a:cubicBezTo>
                  <a:cubicBezTo>
                    <a:pt x="1668040" y="932776"/>
                    <a:pt x="1667526" y="914928"/>
                    <a:pt x="1653463" y="914845"/>
                  </a:cubicBezTo>
                  <a:close/>
                  <a:moveTo>
                    <a:pt x="166428" y="914707"/>
                  </a:moveTo>
                  <a:cubicBezTo>
                    <a:pt x="152365" y="914790"/>
                    <a:pt x="151851" y="932638"/>
                    <a:pt x="151851" y="954758"/>
                  </a:cubicBezTo>
                  <a:cubicBezTo>
                    <a:pt x="151851" y="976877"/>
                    <a:pt x="153251" y="994845"/>
                    <a:pt x="166428" y="994808"/>
                  </a:cubicBezTo>
                  <a:cubicBezTo>
                    <a:pt x="180272" y="994768"/>
                    <a:pt x="181005" y="976877"/>
                    <a:pt x="181005" y="954758"/>
                  </a:cubicBezTo>
                  <a:cubicBezTo>
                    <a:pt x="181005" y="932638"/>
                    <a:pt x="178563" y="914636"/>
                    <a:pt x="166428" y="914707"/>
                  </a:cubicBezTo>
                  <a:close/>
                  <a:moveTo>
                    <a:pt x="1484566" y="912443"/>
                  </a:moveTo>
                  <a:cubicBezTo>
                    <a:pt x="1473541" y="912506"/>
                    <a:pt x="1470482" y="922751"/>
                    <a:pt x="1469642" y="937376"/>
                  </a:cubicBezTo>
                  <a:lnTo>
                    <a:pt x="1469546" y="942259"/>
                  </a:lnTo>
                  <a:lnTo>
                    <a:pt x="1499391" y="942259"/>
                  </a:lnTo>
                  <a:cubicBezTo>
                    <a:pt x="1499329" y="940624"/>
                    <a:pt x="1499268" y="938989"/>
                    <a:pt x="1499206" y="937354"/>
                  </a:cubicBezTo>
                  <a:cubicBezTo>
                    <a:pt x="1497894" y="922692"/>
                    <a:pt x="1494080" y="912388"/>
                    <a:pt x="1484566" y="912443"/>
                  </a:cubicBezTo>
                  <a:close/>
                  <a:moveTo>
                    <a:pt x="1070393" y="912443"/>
                  </a:moveTo>
                  <a:cubicBezTo>
                    <a:pt x="1055693" y="912527"/>
                    <a:pt x="1055156" y="930712"/>
                    <a:pt x="1055156" y="953247"/>
                  </a:cubicBezTo>
                  <a:cubicBezTo>
                    <a:pt x="1055156" y="975784"/>
                    <a:pt x="1056619" y="994091"/>
                    <a:pt x="1070393" y="994053"/>
                  </a:cubicBezTo>
                  <a:cubicBezTo>
                    <a:pt x="1084865" y="994013"/>
                    <a:pt x="1085631" y="975784"/>
                    <a:pt x="1085631" y="953247"/>
                  </a:cubicBezTo>
                  <a:cubicBezTo>
                    <a:pt x="1085631" y="930712"/>
                    <a:pt x="1083078" y="912369"/>
                    <a:pt x="1070393" y="912443"/>
                  </a:cubicBezTo>
                  <a:close/>
                  <a:moveTo>
                    <a:pt x="915496" y="912443"/>
                  </a:moveTo>
                  <a:cubicBezTo>
                    <a:pt x="904471" y="912506"/>
                    <a:pt x="901413" y="922751"/>
                    <a:pt x="900573" y="937376"/>
                  </a:cubicBezTo>
                  <a:lnTo>
                    <a:pt x="900476" y="942259"/>
                  </a:lnTo>
                  <a:lnTo>
                    <a:pt x="930321" y="942259"/>
                  </a:lnTo>
                  <a:cubicBezTo>
                    <a:pt x="930260" y="940624"/>
                    <a:pt x="930198" y="938989"/>
                    <a:pt x="930137" y="937354"/>
                  </a:cubicBezTo>
                  <a:cubicBezTo>
                    <a:pt x="928824" y="922692"/>
                    <a:pt x="925010" y="912388"/>
                    <a:pt x="915496" y="912443"/>
                  </a:cubicBezTo>
                  <a:close/>
                  <a:moveTo>
                    <a:pt x="637849" y="912443"/>
                  </a:moveTo>
                  <a:cubicBezTo>
                    <a:pt x="623149" y="912527"/>
                    <a:pt x="622612" y="930712"/>
                    <a:pt x="622612" y="953247"/>
                  </a:cubicBezTo>
                  <a:cubicBezTo>
                    <a:pt x="622612" y="975784"/>
                    <a:pt x="624075" y="994091"/>
                    <a:pt x="637849" y="994053"/>
                  </a:cubicBezTo>
                  <a:cubicBezTo>
                    <a:pt x="652320" y="994013"/>
                    <a:pt x="653087" y="975784"/>
                    <a:pt x="653087" y="953247"/>
                  </a:cubicBezTo>
                  <a:cubicBezTo>
                    <a:pt x="653087" y="930712"/>
                    <a:pt x="650534" y="912369"/>
                    <a:pt x="637849" y="912443"/>
                  </a:cubicBezTo>
                  <a:close/>
                  <a:moveTo>
                    <a:pt x="263432" y="912443"/>
                  </a:moveTo>
                  <a:cubicBezTo>
                    <a:pt x="252407" y="912506"/>
                    <a:pt x="249348" y="922751"/>
                    <a:pt x="248508" y="937376"/>
                  </a:cubicBezTo>
                  <a:lnTo>
                    <a:pt x="248412" y="942259"/>
                  </a:lnTo>
                  <a:lnTo>
                    <a:pt x="278257" y="942259"/>
                  </a:lnTo>
                  <a:cubicBezTo>
                    <a:pt x="278195" y="940624"/>
                    <a:pt x="278134" y="938989"/>
                    <a:pt x="278072" y="937354"/>
                  </a:cubicBezTo>
                  <a:cubicBezTo>
                    <a:pt x="276760" y="922692"/>
                    <a:pt x="272946" y="912388"/>
                    <a:pt x="263432" y="912443"/>
                  </a:cubicBezTo>
                  <a:close/>
                  <a:moveTo>
                    <a:pt x="1714910" y="896590"/>
                  </a:moveTo>
                  <a:lnTo>
                    <a:pt x="1734882" y="896590"/>
                  </a:lnTo>
                  <a:lnTo>
                    <a:pt x="1753333" y="971008"/>
                  </a:lnTo>
                  <a:lnTo>
                    <a:pt x="1772205" y="896590"/>
                  </a:lnTo>
                  <a:lnTo>
                    <a:pt x="1792177" y="896590"/>
                  </a:lnTo>
                  <a:lnTo>
                    <a:pt x="1746000" y="1058137"/>
                  </a:lnTo>
                  <a:lnTo>
                    <a:pt x="1726028" y="1058137"/>
                  </a:lnTo>
                  <a:lnTo>
                    <a:pt x="1742258" y="998644"/>
                  </a:lnTo>
                  <a:close/>
                  <a:moveTo>
                    <a:pt x="1350499" y="896590"/>
                  </a:moveTo>
                  <a:lnTo>
                    <a:pt x="1370471" y="896590"/>
                  </a:lnTo>
                  <a:lnTo>
                    <a:pt x="1370471" y="912636"/>
                  </a:lnTo>
                  <a:cubicBezTo>
                    <a:pt x="1375276" y="905653"/>
                    <a:pt x="1376083" y="897276"/>
                    <a:pt x="1392815" y="896973"/>
                  </a:cubicBezTo>
                  <a:cubicBezTo>
                    <a:pt x="1414114" y="896587"/>
                    <a:pt x="1416732" y="911563"/>
                    <a:pt x="1417110" y="931246"/>
                  </a:cubicBezTo>
                  <a:lnTo>
                    <a:pt x="1417582" y="1009192"/>
                  </a:lnTo>
                  <a:lnTo>
                    <a:pt x="1397610" y="1009192"/>
                  </a:lnTo>
                  <a:cubicBezTo>
                    <a:pt x="1397705" y="984917"/>
                    <a:pt x="1397799" y="960642"/>
                    <a:pt x="1397893" y="936367"/>
                  </a:cubicBezTo>
                  <a:cubicBezTo>
                    <a:pt x="1397830" y="923883"/>
                    <a:pt x="1394269" y="913787"/>
                    <a:pt x="1385541" y="914392"/>
                  </a:cubicBezTo>
                  <a:cubicBezTo>
                    <a:pt x="1372667" y="915283"/>
                    <a:pt x="1371415" y="924422"/>
                    <a:pt x="1370504" y="934362"/>
                  </a:cubicBezTo>
                  <a:lnTo>
                    <a:pt x="1370390" y="937613"/>
                  </a:lnTo>
                  <a:lnTo>
                    <a:pt x="1370170" y="937613"/>
                  </a:lnTo>
                  <a:lnTo>
                    <a:pt x="1370170" y="996661"/>
                  </a:lnTo>
                  <a:lnTo>
                    <a:pt x="1370471" y="996661"/>
                  </a:lnTo>
                  <a:lnTo>
                    <a:pt x="1370471" y="1009192"/>
                  </a:lnTo>
                  <a:lnTo>
                    <a:pt x="1350499" y="1009192"/>
                  </a:lnTo>
                  <a:close/>
                  <a:moveTo>
                    <a:pt x="703301" y="896590"/>
                  </a:moveTo>
                  <a:lnTo>
                    <a:pt x="723273" y="896590"/>
                  </a:lnTo>
                  <a:lnTo>
                    <a:pt x="723273" y="935890"/>
                  </a:lnTo>
                  <a:lnTo>
                    <a:pt x="723669" y="935767"/>
                  </a:lnTo>
                  <a:lnTo>
                    <a:pt x="723669" y="977978"/>
                  </a:lnTo>
                  <a:lnTo>
                    <a:pt x="723993" y="977978"/>
                  </a:lnTo>
                  <a:lnTo>
                    <a:pt x="724972" y="985894"/>
                  </a:lnTo>
                  <a:cubicBezTo>
                    <a:pt x="726442" y="991412"/>
                    <a:pt x="729555" y="994822"/>
                    <a:pt x="736125" y="994808"/>
                  </a:cubicBezTo>
                  <a:cubicBezTo>
                    <a:pt x="742696" y="994793"/>
                    <a:pt x="745808" y="991383"/>
                    <a:pt x="747278" y="985873"/>
                  </a:cubicBezTo>
                  <a:lnTo>
                    <a:pt x="748257" y="977978"/>
                  </a:lnTo>
                  <a:lnTo>
                    <a:pt x="748582" y="977978"/>
                  </a:lnTo>
                  <a:lnTo>
                    <a:pt x="748582" y="917038"/>
                  </a:lnTo>
                  <a:lnTo>
                    <a:pt x="748575" y="917038"/>
                  </a:lnTo>
                  <a:lnTo>
                    <a:pt x="748575" y="896590"/>
                  </a:lnTo>
                  <a:lnTo>
                    <a:pt x="768547" y="896590"/>
                  </a:lnTo>
                  <a:lnTo>
                    <a:pt x="768547" y="975013"/>
                  </a:lnTo>
                  <a:lnTo>
                    <a:pt x="768547" y="975015"/>
                  </a:lnTo>
                  <a:lnTo>
                    <a:pt x="768547" y="975018"/>
                  </a:lnTo>
                  <a:lnTo>
                    <a:pt x="768547" y="976933"/>
                  </a:lnTo>
                  <a:lnTo>
                    <a:pt x="768420" y="976933"/>
                  </a:lnTo>
                  <a:lnTo>
                    <a:pt x="767494" y="990893"/>
                  </a:lnTo>
                  <a:cubicBezTo>
                    <a:pt x="765060" y="1005529"/>
                    <a:pt x="757504" y="1015790"/>
                    <a:pt x="735985" y="1015821"/>
                  </a:cubicBezTo>
                  <a:cubicBezTo>
                    <a:pt x="714467" y="1015852"/>
                    <a:pt x="706910" y="1005560"/>
                    <a:pt x="704476" y="990904"/>
                  </a:cubicBezTo>
                  <a:lnTo>
                    <a:pt x="703550" y="976933"/>
                  </a:lnTo>
                  <a:lnTo>
                    <a:pt x="703301" y="976933"/>
                  </a:lnTo>
                  <a:close/>
                  <a:moveTo>
                    <a:pt x="326701" y="896590"/>
                  </a:moveTo>
                  <a:lnTo>
                    <a:pt x="346672" y="896590"/>
                  </a:lnTo>
                  <a:lnTo>
                    <a:pt x="346672" y="912636"/>
                  </a:lnTo>
                  <a:cubicBezTo>
                    <a:pt x="351478" y="905653"/>
                    <a:pt x="352284" y="897276"/>
                    <a:pt x="369017" y="896973"/>
                  </a:cubicBezTo>
                  <a:cubicBezTo>
                    <a:pt x="390316" y="896587"/>
                    <a:pt x="392934" y="911563"/>
                    <a:pt x="393311" y="931246"/>
                  </a:cubicBezTo>
                  <a:lnTo>
                    <a:pt x="393784" y="1009192"/>
                  </a:lnTo>
                  <a:lnTo>
                    <a:pt x="373812" y="1009192"/>
                  </a:lnTo>
                  <a:cubicBezTo>
                    <a:pt x="373906" y="984917"/>
                    <a:pt x="374000" y="960642"/>
                    <a:pt x="374095" y="936367"/>
                  </a:cubicBezTo>
                  <a:cubicBezTo>
                    <a:pt x="374032" y="923883"/>
                    <a:pt x="370471" y="913787"/>
                    <a:pt x="361743" y="914392"/>
                  </a:cubicBezTo>
                  <a:cubicBezTo>
                    <a:pt x="348869" y="915283"/>
                    <a:pt x="347617" y="924422"/>
                    <a:pt x="346705" y="934362"/>
                  </a:cubicBezTo>
                  <a:lnTo>
                    <a:pt x="346592" y="937613"/>
                  </a:lnTo>
                  <a:lnTo>
                    <a:pt x="346372" y="937613"/>
                  </a:lnTo>
                  <a:lnTo>
                    <a:pt x="346372" y="996661"/>
                  </a:lnTo>
                  <a:lnTo>
                    <a:pt x="346672" y="996661"/>
                  </a:lnTo>
                  <a:lnTo>
                    <a:pt x="346672" y="1009192"/>
                  </a:lnTo>
                  <a:lnTo>
                    <a:pt x="326701" y="1009192"/>
                  </a:lnTo>
                  <a:close/>
                  <a:moveTo>
                    <a:pt x="1645649" y="896386"/>
                  </a:moveTo>
                  <a:cubicBezTo>
                    <a:pt x="1655363" y="896407"/>
                    <a:pt x="1661755" y="900106"/>
                    <a:pt x="1665951" y="906430"/>
                  </a:cubicBezTo>
                  <a:lnTo>
                    <a:pt x="1667038" y="908651"/>
                  </a:lnTo>
                  <a:lnTo>
                    <a:pt x="1667038" y="896728"/>
                  </a:lnTo>
                  <a:lnTo>
                    <a:pt x="1687010" y="896728"/>
                  </a:lnTo>
                  <a:lnTo>
                    <a:pt x="1687010" y="1006787"/>
                  </a:lnTo>
                  <a:cubicBezTo>
                    <a:pt x="1687010" y="1006789"/>
                    <a:pt x="1687010" y="1006789"/>
                    <a:pt x="1687010" y="1006791"/>
                  </a:cubicBezTo>
                  <a:lnTo>
                    <a:pt x="1686300" y="1021179"/>
                  </a:lnTo>
                  <a:cubicBezTo>
                    <a:pt x="1685960" y="1043003"/>
                    <a:pt x="1675608" y="1057051"/>
                    <a:pt x="1652581" y="1057001"/>
                  </a:cubicBezTo>
                  <a:cubicBezTo>
                    <a:pt x="1632195" y="1056956"/>
                    <a:pt x="1621466" y="1042204"/>
                    <a:pt x="1618862" y="1021162"/>
                  </a:cubicBezTo>
                  <a:cubicBezTo>
                    <a:pt x="1618847" y="1020849"/>
                    <a:pt x="1618831" y="1020535"/>
                    <a:pt x="1618816" y="1020222"/>
                  </a:cubicBezTo>
                  <a:lnTo>
                    <a:pt x="1638139" y="1020222"/>
                  </a:lnTo>
                  <a:lnTo>
                    <a:pt x="1638891" y="1025506"/>
                  </a:lnTo>
                  <a:cubicBezTo>
                    <a:pt x="1640137" y="1035905"/>
                    <a:pt x="1644324" y="1039346"/>
                    <a:pt x="1651560" y="1039738"/>
                  </a:cubicBezTo>
                  <a:cubicBezTo>
                    <a:pt x="1665644" y="1040501"/>
                    <a:pt x="1666806" y="1030608"/>
                    <a:pt x="1666731" y="1012557"/>
                  </a:cubicBezTo>
                  <a:lnTo>
                    <a:pt x="1666892" y="1006787"/>
                  </a:lnTo>
                  <a:lnTo>
                    <a:pt x="1667038" y="1006787"/>
                  </a:lnTo>
                  <a:lnTo>
                    <a:pt x="1667038" y="1000603"/>
                  </a:lnTo>
                  <a:lnTo>
                    <a:pt x="1665481" y="1003725"/>
                  </a:lnTo>
                  <a:cubicBezTo>
                    <a:pt x="1661254" y="1010052"/>
                    <a:pt x="1654962" y="1013740"/>
                    <a:pt x="1645649" y="1013718"/>
                  </a:cubicBezTo>
                  <a:cubicBezTo>
                    <a:pt x="1620813" y="1013659"/>
                    <a:pt x="1617463" y="987452"/>
                    <a:pt x="1617463" y="955052"/>
                  </a:cubicBezTo>
                  <a:cubicBezTo>
                    <a:pt x="1617463" y="922652"/>
                    <a:pt x="1622033" y="896335"/>
                    <a:pt x="1645649" y="896386"/>
                  </a:cubicBezTo>
                  <a:close/>
                  <a:moveTo>
                    <a:pt x="1483922" y="896249"/>
                  </a:moveTo>
                  <a:cubicBezTo>
                    <a:pt x="1505820" y="896210"/>
                    <a:pt x="1514472" y="911004"/>
                    <a:pt x="1517429" y="932072"/>
                  </a:cubicBezTo>
                  <a:cubicBezTo>
                    <a:pt x="1518765" y="939997"/>
                    <a:pt x="1518214" y="949432"/>
                    <a:pt x="1518040" y="959244"/>
                  </a:cubicBezTo>
                  <a:lnTo>
                    <a:pt x="1469496" y="959244"/>
                  </a:lnTo>
                  <a:lnTo>
                    <a:pt x="1469772" y="969136"/>
                  </a:lnTo>
                  <a:cubicBezTo>
                    <a:pt x="1470830" y="983791"/>
                    <a:pt x="1474235" y="994082"/>
                    <a:pt x="1484566" y="994053"/>
                  </a:cubicBezTo>
                  <a:cubicBezTo>
                    <a:pt x="1491802" y="994033"/>
                    <a:pt x="1495611" y="989466"/>
                    <a:pt x="1497612" y="982086"/>
                  </a:cubicBezTo>
                  <a:lnTo>
                    <a:pt x="1498822" y="973587"/>
                  </a:lnTo>
                  <a:lnTo>
                    <a:pt x="1517846" y="973587"/>
                  </a:lnTo>
                  <a:cubicBezTo>
                    <a:pt x="1517778" y="974972"/>
                    <a:pt x="1517709" y="976357"/>
                    <a:pt x="1517641" y="977742"/>
                  </a:cubicBezTo>
                  <a:cubicBezTo>
                    <a:pt x="1515037" y="998784"/>
                    <a:pt x="1506950" y="1013536"/>
                    <a:pt x="1483922" y="1013580"/>
                  </a:cubicBezTo>
                  <a:cubicBezTo>
                    <a:pt x="1453219" y="1013640"/>
                    <a:pt x="1449076" y="987315"/>
                    <a:pt x="1449076" y="954914"/>
                  </a:cubicBezTo>
                  <a:cubicBezTo>
                    <a:pt x="1449076" y="922514"/>
                    <a:pt x="1451898" y="896304"/>
                    <a:pt x="1483922" y="896249"/>
                  </a:cubicBezTo>
                  <a:close/>
                  <a:moveTo>
                    <a:pt x="1070504" y="896249"/>
                  </a:moveTo>
                  <a:cubicBezTo>
                    <a:pt x="1099701" y="896198"/>
                    <a:pt x="1105350" y="922514"/>
                    <a:pt x="1105350" y="954914"/>
                  </a:cubicBezTo>
                  <a:cubicBezTo>
                    <a:pt x="1105350" y="987315"/>
                    <a:pt x="1101208" y="1013521"/>
                    <a:pt x="1070504" y="1013580"/>
                  </a:cubicBezTo>
                  <a:cubicBezTo>
                    <a:pt x="1039801" y="1013640"/>
                    <a:pt x="1035658" y="987315"/>
                    <a:pt x="1035658" y="954914"/>
                  </a:cubicBezTo>
                  <a:cubicBezTo>
                    <a:pt x="1035658" y="922514"/>
                    <a:pt x="1038480" y="896304"/>
                    <a:pt x="1070504" y="896249"/>
                  </a:cubicBezTo>
                  <a:close/>
                  <a:moveTo>
                    <a:pt x="914852" y="896249"/>
                  </a:moveTo>
                  <a:cubicBezTo>
                    <a:pt x="936750" y="896210"/>
                    <a:pt x="945402" y="911004"/>
                    <a:pt x="948359" y="932072"/>
                  </a:cubicBezTo>
                  <a:cubicBezTo>
                    <a:pt x="949695" y="939997"/>
                    <a:pt x="949144" y="949432"/>
                    <a:pt x="948970" y="959244"/>
                  </a:cubicBezTo>
                  <a:lnTo>
                    <a:pt x="900426" y="959244"/>
                  </a:lnTo>
                  <a:lnTo>
                    <a:pt x="900703" y="969136"/>
                  </a:lnTo>
                  <a:cubicBezTo>
                    <a:pt x="901760" y="983791"/>
                    <a:pt x="905166" y="994082"/>
                    <a:pt x="915496" y="994053"/>
                  </a:cubicBezTo>
                  <a:cubicBezTo>
                    <a:pt x="922732" y="994033"/>
                    <a:pt x="926541" y="989466"/>
                    <a:pt x="928542" y="982086"/>
                  </a:cubicBezTo>
                  <a:lnTo>
                    <a:pt x="929752" y="973587"/>
                  </a:lnTo>
                  <a:lnTo>
                    <a:pt x="948777" y="973587"/>
                  </a:lnTo>
                  <a:cubicBezTo>
                    <a:pt x="948708" y="974972"/>
                    <a:pt x="948640" y="976357"/>
                    <a:pt x="948571" y="977742"/>
                  </a:cubicBezTo>
                  <a:cubicBezTo>
                    <a:pt x="945967" y="998784"/>
                    <a:pt x="937881" y="1013536"/>
                    <a:pt x="914852" y="1013580"/>
                  </a:cubicBezTo>
                  <a:cubicBezTo>
                    <a:pt x="884149" y="1013640"/>
                    <a:pt x="880006" y="987315"/>
                    <a:pt x="880006" y="954914"/>
                  </a:cubicBezTo>
                  <a:cubicBezTo>
                    <a:pt x="880006" y="922514"/>
                    <a:pt x="882828" y="896304"/>
                    <a:pt x="914852" y="896249"/>
                  </a:cubicBezTo>
                  <a:close/>
                  <a:moveTo>
                    <a:pt x="637960" y="896249"/>
                  </a:moveTo>
                  <a:cubicBezTo>
                    <a:pt x="667156" y="896198"/>
                    <a:pt x="672806" y="922514"/>
                    <a:pt x="672806" y="954914"/>
                  </a:cubicBezTo>
                  <a:cubicBezTo>
                    <a:pt x="672806" y="987315"/>
                    <a:pt x="668664" y="1013521"/>
                    <a:pt x="637960" y="1013580"/>
                  </a:cubicBezTo>
                  <a:cubicBezTo>
                    <a:pt x="607257" y="1013640"/>
                    <a:pt x="603114" y="987315"/>
                    <a:pt x="603114" y="954914"/>
                  </a:cubicBezTo>
                  <a:cubicBezTo>
                    <a:pt x="603114" y="922514"/>
                    <a:pt x="605936" y="896304"/>
                    <a:pt x="637960" y="896249"/>
                  </a:cubicBezTo>
                  <a:close/>
                  <a:moveTo>
                    <a:pt x="262788" y="896249"/>
                  </a:moveTo>
                  <a:cubicBezTo>
                    <a:pt x="284685" y="896210"/>
                    <a:pt x="293337" y="911004"/>
                    <a:pt x="296295" y="932072"/>
                  </a:cubicBezTo>
                  <a:cubicBezTo>
                    <a:pt x="297631" y="939997"/>
                    <a:pt x="297080" y="949432"/>
                    <a:pt x="296906" y="959244"/>
                  </a:cubicBezTo>
                  <a:lnTo>
                    <a:pt x="248362" y="959244"/>
                  </a:lnTo>
                  <a:lnTo>
                    <a:pt x="248638" y="969136"/>
                  </a:lnTo>
                  <a:cubicBezTo>
                    <a:pt x="249695" y="983791"/>
                    <a:pt x="253101" y="994082"/>
                    <a:pt x="263432" y="994053"/>
                  </a:cubicBezTo>
                  <a:cubicBezTo>
                    <a:pt x="270668" y="994033"/>
                    <a:pt x="274477" y="989466"/>
                    <a:pt x="276478" y="982086"/>
                  </a:cubicBezTo>
                  <a:lnTo>
                    <a:pt x="277688" y="973587"/>
                  </a:lnTo>
                  <a:lnTo>
                    <a:pt x="296712" y="973587"/>
                  </a:lnTo>
                  <a:cubicBezTo>
                    <a:pt x="296644" y="974972"/>
                    <a:pt x="296575" y="976357"/>
                    <a:pt x="296507" y="977742"/>
                  </a:cubicBezTo>
                  <a:cubicBezTo>
                    <a:pt x="293903" y="998784"/>
                    <a:pt x="285816" y="1013536"/>
                    <a:pt x="262788" y="1013580"/>
                  </a:cubicBezTo>
                  <a:cubicBezTo>
                    <a:pt x="232085" y="1013640"/>
                    <a:pt x="227942" y="987315"/>
                    <a:pt x="227942" y="954914"/>
                  </a:cubicBezTo>
                  <a:cubicBezTo>
                    <a:pt x="227942" y="922514"/>
                    <a:pt x="230764" y="896304"/>
                    <a:pt x="262788" y="896249"/>
                  </a:cubicBezTo>
                  <a:close/>
                  <a:moveTo>
                    <a:pt x="174241" y="896248"/>
                  </a:moveTo>
                  <a:cubicBezTo>
                    <a:pt x="197857" y="896197"/>
                    <a:pt x="202427" y="922514"/>
                    <a:pt x="202427" y="954914"/>
                  </a:cubicBezTo>
                  <a:cubicBezTo>
                    <a:pt x="202427" y="987315"/>
                    <a:pt x="199077" y="1013521"/>
                    <a:pt x="174241" y="1013580"/>
                  </a:cubicBezTo>
                  <a:cubicBezTo>
                    <a:pt x="168032" y="1013595"/>
                    <a:pt x="163166" y="1011961"/>
                    <a:pt x="159360" y="1008995"/>
                  </a:cubicBezTo>
                  <a:lnTo>
                    <a:pt x="152852" y="999395"/>
                  </a:lnTo>
                  <a:lnTo>
                    <a:pt x="152852" y="1056246"/>
                  </a:lnTo>
                  <a:lnTo>
                    <a:pt x="132881" y="1056246"/>
                  </a:lnTo>
                  <a:lnTo>
                    <a:pt x="132881" y="896590"/>
                  </a:lnTo>
                  <a:lnTo>
                    <a:pt x="152852" y="896590"/>
                  </a:lnTo>
                  <a:lnTo>
                    <a:pt x="152852" y="909865"/>
                  </a:lnTo>
                  <a:lnTo>
                    <a:pt x="158909" y="900882"/>
                  </a:lnTo>
                  <a:cubicBezTo>
                    <a:pt x="162766" y="897911"/>
                    <a:pt x="167765" y="896262"/>
                    <a:pt x="174241" y="896248"/>
                  </a:cubicBezTo>
                  <a:close/>
                  <a:moveTo>
                    <a:pt x="1592774" y="892438"/>
                  </a:moveTo>
                  <a:lnTo>
                    <a:pt x="1592774" y="914707"/>
                  </a:lnTo>
                  <a:cubicBezTo>
                    <a:pt x="1583514" y="909612"/>
                    <a:pt x="1577013" y="914282"/>
                    <a:pt x="1572318" y="924898"/>
                  </a:cubicBezTo>
                  <a:lnTo>
                    <a:pt x="1570506" y="930363"/>
                  </a:lnTo>
                  <a:lnTo>
                    <a:pt x="1570506" y="1009192"/>
                  </a:lnTo>
                  <a:lnTo>
                    <a:pt x="1550534" y="1009192"/>
                  </a:lnTo>
                  <a:lnTo>
                    <a:pt x="1550534" y="896590"/>
                  </a:lnTo>
                  <a:lnTo>
                    <a:pt x="1570506" y="896590"/>
                  </a:lnTo>
                  <a:lnTo>
                    <a:pt x="1570506" y="906833"/>
                  </a:lnTo>
                  <a:lnTo>
                    <a:pt x="1571627" y="905336"/>
                  </a:lnTo>
                  <a:cubicBezTo>
                    <a:pt x="1576659" y="898171"/>
                    <a:pt x="1581532" y="891589"/>
                    <a:pt x="1592774" y="892438"/>
                  </a:cubicBezTo>
                  <a:close/>
                  <a:moveTo>
                    <a:pt x="824066" y="891683"/>
                  </a:moveTo>
                  <a:cubicBezTo>
                    <a:pt x="833896" y="891238"/>
                    <a:pt x="841608" y="894228"/>
                    <a:pt x="846335" y="897345"/>
                  </a:cubicBezTo>
                  <a:lnTo>
                    <a:pt x="846335" y="916217"/>
                  </a:lnTo>
                  <a:cubicBezTo>
                    <a:pt x="831615" y="909171"/>
                    <a:pt x="816237" y="908789"/>
                    <a:pt x="815762" y="924520"/>
                  </a:cubicBezTo>
                  <a:cubicBezTo>
                    <a:pt x="816014" y="936598"/>
                    <a:pt x="828690" y="944111"/>
                    <a:pt x="832661" y="947285"/>
                  </a:cubicBezTo>
                  <a:cubicBezTo>
                    <a:pt x="836633" y="950459"/>
                    <a:pt x="854413" y="963697"/>
                    <a:pt x="854638" y="979626"/>
                  </a:cubicBezTo>
                  <a:cubicBezTo>
                    <a:pt x="854854" y="994907"/>
                    <a:pt x="843083" y="1013464"/>
                    <a:pt x="824444" y="1013595"/>
                  </a:cubicBezTo>
                  <a:cubicBezTo>
                    <a:pt x="818138" y="1013640"/>
                    <a:pt x="808465" y="1010953"/>
                    <a:pt x="802175" y="1007934"/>
                  </a:cubicBezTo>
                  <a:lnTo>
                    <a:pt x="802175" y="987929"/>
                  </a:lnTo>
                  <a:cubicBezTo>
                    <a:pt x="808151" y="992144"/>
                    <a:pt x="816277" y="994890"/>
                    <a:pt x="822179" y="994723"/>
                  </a:cubicBezTo>
                  <a:cubicBezTo>
                    <a:pt x="831112" y="994472"/>
                    <a:pt x="837501" y="985881"/>
                    <a:pt x="836521" y="979248"/>
                  </a:cubicBezTo>
                  <a:cubicBezTo>
                    <a:pt x="835542" y="972616"/>
                    <a:pt x="823602" y="961846"/>
                    <a:pt x="816301" y="954931"/>
                  </a:cubicBezTo>
                  <a:cubicBezTo>
                    <a:pt x="809000" y="948016"/>
                    <a:pt x="797597" y="936255"/>
                    <a:pt x="796988" y="925652"/>
                  </a:cubicBezTo>
                  <a:cubicBezTo>
                    <a:pt x="795789" y="904786"/>
                    <a:pt x="811690" y="892244"/>
                    <a:pt x="824066" y="891683"/>
                  </a:cubicBezTo>
                  <a:close/>
                  <a:moveTo>
                    <a:pt x="56436" y="860524"/>
                  </a:moveTo>
                  <a:cubicBezTo>
                    <a:pt x="36465" y="860661"/>
                    <a:pt x="35735" y="890126"/>
                    <a:pt x="35735" y="926643"/>
                  </a:cubicBezTo>
                  <a:cubicBezTo>
                    <a:pt x="35735" y="963159"/>
                    <a:pt x="37723" y="992824"/>
                    <a:pt x="56436" y="992761"/>
                  </a:cubicBezTo>
                  <a:cubicBezTo>
                    <a:pt x="76095" y="992696"/>
                    <a:pt x="77136" y="963159"/>
                    <a:pt x="77136" y="926643"/>
                  </a:cubicBezTo>
                  <a:cubicBezTo>
                    <a:pt x="77136" y="890126"/>
                    <a:pt x="73668" y="860406"/>
                    <a:pt x="56436" y="860524"/>
                  </a:cubicBezTo>
                  <a:close/>
                  <a:moveTo>
                    <a:pt x="56672" y="839708"/>
                  </a:moveTo>
                  <a:cubicBezTo>
                    <a:pt x="93442" y="839632"/>
                    <a:pt x="100557" y="878630"/>
                    <a:pt x="100557" y="926644"/>
                  </a:cubicBezTo>
                  <a:cubicBezTo>
                    <a:pt x="100557" y="974658"/>
                    <a:pt x="95341" y="1013492"/>
                    <a:pt x="56672" y="1013580"/>
                  </a:cubicBezTo>
                  <a:cubicBezTo>
                    <a:pt x="18004" y="1013668"/>
                    <a:pt x="12787" y="974658"/>
                    <a:pt x="12787" y="926644"/>
                  </a:cubicBezTo>
                  <a:cubicBezTo>
                    <a:pt x="12787" y="878630"/>
                    <a:pt x="16341" y="839790"/>
                    <a:pt x="56672" y="839708"/>
                  </a:cubicBezTo>
                  <a:close/>
                  <a:moveTo>
                    <a:pt x="1261002" y="839707"/>
                  </a:moveTo>
                  <a:lnTo>
                    <a:pt x="1267808" y="839707"/>
                  </a:lnTo>
                  <a:lnTo>
                    <a:pt x="1282685" y="839707"/>
                  </a:lnTo>
                  <a:lnTo>
                    <a:pt x="1322930" y="839707"/>
                  </a:lnTo>
                  <a:lnTo>
                    <a:pt x="1322930" y="858017"/>
                  </a:lnTo>
                  <a:lnTo>
                    <a:pt x="1282685" y="858017"/>
                  </a:lnTo>
                  <a:lnTo>
                    <a:pt x="1282685" y="914391"/>
                  </a:lnTo>
                  <a:lnTo>
                    <a:pt x="1318112" y="914391"/>
                  </a:lnTo>
                  <a:lnTo>
                    <a:pt x="1318112" y="932701"/>
                  </a:lnTo>
                  <a:lnTo>
                    <a:pt x="1282685" y="932701"/>
                  </a:lnTo>
                  <a:lnTo>
                    <a:pt x="1282685" y="992581"/>
                  </a:lnTo>
                  <a:lnTo>
                    <a:pt x="1322930" y="992581"/>
                  </a:lnTo>
                  <a:lnTo>
                    <a:pt x="1322930" y="1010891"/>
                  </a:lnTo>
                  <a:lnTo>
                    <a:pt x="1282685" y="1010891"/>
                  </a:lnTo>
                  <a:lnTo>
                    <a:pt x="1267808" y="1010891"/>
                  </a:lnTo>
                  <a:lnTo>
                    <a:pt x="1261002" y="1010891"/>
                  </a:lnTo>
                  <a:close/>
                  <a:moveTo>
                    <a:pt x="489126" y="838658"/>
                  </a:moveTo>
                  <a:lnTo>
                    <a:pt x="510809" y="838658"/>
                  </a:lnTo>
                  <a:lnTo>
                    <a:pt x="510809" y="905619"/>
                  </a:lnTo>
                  <a:lnTo>
                    <a:pt x="546246" y="905619"/>
                  </a:lnTo>
                  <a:lnTo>
                    <a:pt x="546246" y="838658"/>
                  </a:lnTo>
                  <a:lnTo>
                    <a:pt x="567930" y="838658"/>
                  </a:lnTo>
                  <a:lnTo>
                    <a:pt x="567930" y="1009192"/>
                  </a:lnTo>
                  <a:lnTo>
                    <a:pt x="546246" y="1009192"/>
                  </a:lnTo>
                  <a:lnTo>
                    <a:pt x="546246" y="923859"/>
                  </a:lnTo>
                  <a:lnTo>
                    <a:pt x="510809" y="923859"/>
                  </a:lnTo>
                  <a:lnTo>
                    <a:pt x="510809" y="1009192"/>
                  </a:lnTo>
                  <a:lnTo>
                    <a:pt x="489126" y="1009192"/>
                  </a:lnTo>
                  <a:close/>
                  <a:moveTo>
                    <a:pt x="1162901" y="821998"/>
                  </a:moveTo>
                  <a:cubicBezTo>
                    <a:pt x="1167454" y="821842"/>
                    <a:pt x="1172459" y="822375"/>
                    <a:pt x="1177725" y="823498"/>
                  </a:cubicBezTo>
                  <a:lnTo>
                    <a:pt x="1177725" y="843469"/>
                  </a:lnTo>
                  <a:cubicBezTo>
                    <a:pt x="1162565" y="837968"/>
                    <a:pt x="1159105" y="844922"/>
                    <a:pt x="1159420" y="854141"/>
                  </a:cubicBezTo>
                  <a:lnTo>
                    <a:pt x="1159420" y="895458"/>
                  </a:lnTo>
                  <a:lnTo>
                    <a:pt x="1177725" y="895458"/>
                  </a:lnTo>
                  <a:lnTo>
                    <a:pt x="1177725" y="912236"/>
                  </a:lnTo>
                  <a:lnTo>
                    <a:pt x="1159420" y="912236"/>
                  </a:lnTo>
                  <a:lnTo>
                    <a:pt x="1159420" y="1009192"/>
                  </a:lnTo>
                  <a:lnTo>
                    <a:pt x="1139449" y="1009192"/>
                  </a:lnTo>
                  <a:lnTo>
                    <a:pt x="1139449" y="912236"/>
                  </a:lnTo>
                  <a:lnTo>
                    <a:pt x="1127527" y="912236"/>
                  </a:lnTo>
                  <a:lnTo>
                    <a:pt x="1127527" y="895458"/>
                  </a:lnTo>
                  <a:lnTo>
                    <a:pt x="1139449" y="895458"/>
                  </a:lnTo>
                  <a:lnTo>
                    <a:pt x="1139449" y="844747"/>
                  </a:lnTo>
                  <a:cubicBezTo>
                    <a:pt x="1139676" y="829150"/>
                    <a:pt x="1149246" y="822469"/>
                    <a:pt x="1162901" y="821998"/>
                  </a:cubicBezTo>
                  <a:close/>
                  <a:moveTo>
                    <a:pt x="0" y="698203"/>
                  </a:moveTo>
                  <a:lnTo>
                    <a:pt x="1792582" y="698203"/>
                  </a:lnTo>
                  <a:lnTo>
                    <a:pt x="1792582" y="703247"/>
                  </a:lnTo>
                  <a:lnTo>
                    <a:pt x="1792582" y="757745"/>
                  </a:lnTo>
                  <a:lnTo>
                    <a:pt x="1792582" y="777019"/>
                  </a:lnTo>
                  <a:lnTo>
                    <a:pt x="0" y="777019"/>
                  </a:lnTo>
                  <a:close/>
                  <a:moveTo>
                    <a:pt x="827858" y="57086"/>
                  </a:moveTo>
                  <a:cubicBezTo>
                    <a:pt x="773091" y="57462"/>
                    <a:pt x="771089" y="138267"/>
                    <a:pt x="771089" y="238408"/>
                  </a:cubicBezTo>
                  <a:cubicBezTo>
                    <a:pt x="771089" y="338549"/>
                    <a:pt x="776541" y="419900"/>
                    <a:pt x="827858" y="419730"/>
                  </a:cubicBezTo>
                  <a:cubicBezTo>
                    <a:pt x="881771" y="419551"/>
                    <a:pt x="884626" y="338549"/>
                    <a:pt x="884626" y="238408"/>
                  </a:cubicBezTo>
                  <a:cubicBezTo>
                    <a:pt x="884626" y="138267"/>
                    <a:pt x="875116" y="56762"/>
                    <a:pt x="827858" y="57086"/>
                  </a:cubicBezTo>
                  <a:close/>
                  <a:moveTo>
                    <a:pt x="119700" y="57086"/>
                  </a:moveTo>
                  <a:cubicBezTo>
                    <a:pt x="64933" y="57462"/>
                    <a:pt x="62931" y="138267"/>
                    <a:pt x="62931" y="238408"/>
                  </a:cubicBezTo>
                  <a:cubicBezTo>
                    <a:pt x="62931" y="338549"/>
                    <a:pt x="68383" y="419900"/>
                    <a:pt x="119700" y="419730"/>
                  </a:cubicBezTo>
                  <a:cubicBezTo>
                    <a:pt x="173614" y="419551"/>
                    <a:pt x="176468" y="338549"/>
                    <a:pt x="176468" y="238408"/>
                  </a:cubicBezTo>
                  <a:cubicBezTo>
                    <a:pt x="176468" y="138267"/>
                    <a:pt x="166959" y="56762"/>
                    <a:pt x="119700" y="57086"/>
                  </a:cubicBezTo>
                  <a:close/>
                  <a:moveTo>
                    <a:pt x="364615" y="7754"/>
                  </a:moveTo>
                  <a:lnTo>
                    <a:pt x="425426" y="7754"/>
                  </a:lnTo>
                  <a:lnTo>
                    <a:pt x="425426" y="188764"/>
                  </a:lnTo>
                  <a:lnTo>
                    <a:pt x="519025" y="188764"/>
                  </a:lnTo>
                  <a:lnTo>
                    <a:pt x="519025" y="7754"/>
                  </a:lnTo>
                  <a:lnTo>
                    <a:pt x="579836" y="7754"/>
                  </a:lnTo>
                  <a:lnTo>
                    <a:pt x="579836" y="468746"/>
                  </a:lnTo>
                  <a:lnTo>
                    <a:pt x="519025" y="468746"/>
                  </a:lnTo>
                  <a:lnTo>
                    <a:pt x="519025" y="238072"/>
                  </a:lnTo>
                  <a:lnTo>
                    <a:pt x="425426" y="238072"/>
                  </a:lnTo>
                  <a:lnTo>
                    <a:pt x="425426" y="468746"/>
                  </a:lnTo>
                  <a:lnTo>
                    <a:pt x="364615" y="468746"/>
                  </a:lnTo>
                  <a:close/>
                  <a:moveTo>
                    <a:pt x="828506" y="0"/>
                  </a:moveTo>
                  <a:cubicBezTo>
                    <a:pt x="929343" y="-206"/>
                    <a:pt x="948855" y="106741"/>
                    <a:pt x="948855" y="238412"/>
                  </a:cubicBezTo>
                  <a:cubicBezTo>
                    <a:pt x="948855" y="370082"/>
                    <a:pt x="934550" y="476581"/>
                    <a:pt x="828506" y="476823"/>
                  </a:cubicBezTo>
                  <a:cubicBezTo>
                    <a:pt x="722465" y="477064"/>
                    <a:pt x="708157" y="370082"/>
                    <a:pt x="708157" y="238412"/>
                  </a:cubicBezTo>
                  <a:cubicBezTo>
                    <a:pt x="708157" y="106741"/>
                    <a:pt x="717903" y="227"/>
                    <a:pt x="828506" y="0"/>
                  </a:cubicBezTo>
                  <a:close/>
                  <a:moveTo>
                    <a:pt x="120349" y="0"/>
                  </a:moveTo>
                  <a:cubicBezTo>
                    <a:pt x="221186" y="-206"/>
                    <a:pt x="240698" y="106741"/>
                    <a:pt x="240698" y="238412"/>
                  </a:cubicBezTo>
                  <a:cubicBezTo>
                    <a:pt x="240698" y="370082"/>
                    <a:pt x="226393" y="476581"/>
                    <a:pt x="120349" y="476823"/>
                  </a:cubicBezTo>
                  <a:cubicBezTo>
                    <a:pt x="14308" y="477064"/>
                    <a:pt x="0" y="370082"/>
                    <a:pt x="0" y="238412"/>
                  </a:cubicBezTo>
                  <a:cubicBezTo>
                    <a:pt x="0" y="106741"/>
                    <a:pt x="9745" y="227"/>
                    <a:pt x="120349" y="0"/>
                  </a:cubicBezTo>
                  <a:close/>
                </a:path>
              </a:pathLst>
            </a:custGeom>
            <a:solidFill>
              <a:schemeClr val="bg2"/>
            </a:solidFill>
          </p:spPr>
          <p:txBody>
            <a:bodyPr wrap="square" lIns="72000" tIns="36000" rIns="72000" bIns="36000" rtlCol="0" anchor="ctr">
              <a:noAutofit/>
            </a:bodyPr>
            <a:lstStyle/>
            <a:p>
              <a:pPr defTabSz="230733" hangingPunct="0">
                <a:lnSpc>
                  <a:spcPct val="90000"/>
                </a:lnSpc>
                <a:spcAft>
                  <a:spcPts val="447"/>
                </a:spcAft>
                <a:buClr>
                  <a:srgbClr val="E6513E"/>
                </a:buClr>
              </a:pPr>
              <a:endParaRPr lang="de-DE" sz="750" noProof="0">
                <a:solidFill>
                  <a:schemeClr val="tx2"/>
                </a:solidFill>
                <a:latin typeface="+mj-lt"/>
                <a:ea typeface="Nokia Pure Text" panose="020B0504040602060303" pitchFamily="34" charset="0"/>
                <a:cs typeface="Nokia Pure Text" panose="020B0504040602060303" pitchFamily="34" charset="0"/>
              </a:endParaRPr>
            </a:p>
          </p:txBody>
        </p:sp>
      </p:grpSp>
      <p:sp>
        <p:nvSpPr>
          <p:cNvPr id="6" name="Freeform: Shape 5">
            <a:extLst>
              <a:ext uri="{FF2B5EF4-FFF2-40B4-BE49-F238E27FC236}">
                <a16:creationId xmlns:a16="http://schemas.microsoft.com/office/drawing/2014/main" id="{26AB59A6-DB9F-4827-A547-24CFE10F075D}"/>
              </a:ext>
            </a:extLst>
          </p:cNvPr>
          <p:cNvSpPr/>
          <p:nvPr userDrawn="1"/>
        </p:nvSpPr>
        <p:spPr>
          <a:xfrm>
            <a:off x="9175881" y="734913"/>
            <a:ext cx="109036" cy="216000"/>
          </a:xfrm>
          <a:custGeom>
            <a:avLst/>
            <a:gdLst>
              <a:gd name="connsiteX0" fmla="*/ 93340 w 187691"/>
              <a:gd name="connsiteY0" fmla="*/ 44514 h 371816"/>
              <a:gd name="connsiteX1" fmla="*/ 49072 w 187691"/>
              <a:gd name="connsiteY1" fmla="*/ 185905 h 371816"/>
              <a:gd name="connsiteX2" fmla="*/ 93340 w 187691"/>
              <a:gd name="connsiteY2" fmla="*/ 327296 h 371816"/>
              <a:gd name="connsiteX3" fmla="*/ 137606 w 187691"/>
              <a:gd name="connsiteY3" fmla="*/ 185905 h 371816"/>
              <a:gd name="connsiteX4" fmla="*/ 93340 w 187691"/>
              <a:gd name="connsiteY4" fmla="*/ 44514 h 371816"/>
              <a:gd name="connsiteX5" fmla="*/ 93846 w 187691"/>
              <a:gd name="connsiteY5" fmla="*/ 0 h 371816"/>
              <a:gd name="connsiteX6" fmla="*/ 187691 w 187691"/>
              <a:gd name="connsiteY6" fmla="*/ 185908 h 371816"/>
              <a:gd name="connsiteX7" fmla="*/ 93846 w 187691"/>
              <a:gd name="connsiteY7" fmla="*/ 371816 h 371816"/>
              <a:gd name="connsiteX8" fmla="*/ 0 w 187691"/>
              <a:gd name="connsiteY8" fmla="*/ 185908 h 371816"/>
              <a:gd name="connsiteX9" fmla="*/ 93846 w 187691"/>
              <a:gd name="connsiteY9" fmla="*/ 0 h 37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691" h="371816">
                <a:moveTo>
                  <a:pt x="93340" y="44514"/>
                </a:moveTo>
                <a:cubicBezTo>
                  <a:pt x="50633" y="44808"/>
                  <a:pt x="49072" y="107818"/>
                  <a:pt x="49072" y="185905"/>
                </a:cubicBezTo>
                <a:cubicBezTo>
                  <a:pt x="49072" y="263993"/>
                  <a:pt x="53324" y="327429"/>
                  <a:pt x="93340" y="327296"/>
                </a:cubicBezTo>
                <a:cubicBezTo>
                  <a:pt x="135381" y="327157"/>
                  <a:pt x="137606" y="263993"/>
                  <a:pt x="137606" y="185905"/>
                </a:cubicBezTo>
                <a:cubicBezTo>
                  <a:pt x="137606" y="107818"/>
                  <a:pt x="130191" y="44262"/>
                  <a:pt x="93340" y="44514"/>
                </a:cubicBezTo>
                <a:close/>
                <a:moveTo>
                  <a:pt x="93846" y="0"/>
                </a:moveTo>
                <a:cubicBezTo>
                  <a:pt x="172476" y="-161"/>
                  <a:pt x="187691" y="83234"/>
                  <a:pt x="187691" y="185908"/>
                </a:cubicBezTo>
                <a:cubicBezTo>
                  <a:pt x="187691" y="288582"/>
                  <a:pt x="176536" y="371627"/>
                  <a:pt x="93846" y="371816"/>
                </a:cubicBezTo>
                <a:cubicBezTo>
                  <a:pt x="11157" y="372004"/>
                  <a:pt x="0" y="288582"/>
                  <a:pt x="0" y="185908"/>
                </a:cubicBezTo>
                <a:cubicBezTo>
                  <a:pt x="0" y="83234"/>
                  <a:pt x="7599" y="177"/>
                  <a:pt x="93846" y="0"/>
                </a:cubicBezTo>
                <a:close/>
              </a:path>
            </a:pathLst>
          </a:custGeom>
          <a:solidFill>
            <a:schemeClr val="tx1">
              <a:lumMod val="25000"/>
              <a:lumOff val="75000"/>
            </a:schemeClr>
          </a:solidFill>
        </p:spPr>
        <p:txBody>
          <a:bodyPr wrap="square" lIns="54000" tIns="27000" rIns="54000" bIns="27000" rtlCol="0" anchor="ctr">
            <a:noAutofit/>
          </a:bodyPr>
          <a:lstStyle/>
          <a:p>
            <a:pPr defTabSz="230733" hangingPunct="0">
              <a:lnSpc>
                <a:spcPct val="90000"/>
              </a:lnSpc>
              <a:spcAft>
                <a:spcPts val="447"/>
              </a:spcAft>
              <a:buClr>
                <a:srgbClr val="E6513E"/>
              </a:buClr>
            </a:pPr>
            <a:endParaRPr lang="de-DE" sz="750" noProof="0">
              <a:solidFill>
                <a:schemeClr val="tx2"/>
              </a:solidFill>
              <a:latin typeface="+mj-lt"/>
              <a:ea typeface="Nokia Pure Text" panose="020B0504040602060303" pitchFamily="34" charset="0"/>
              <a:cs typeface="Nokia Pure Text" panose="020B0504040602060303" pitchFamily="34" charset="0"/>
            </a:endParaRPr>
          </a:p>
        </p:txBody>
      </p:sp>
      <p:sp>
        <p:nvSpPr>
          <p:cNvPr id="52" name="Freeform: Shape 51">
            <a:extLst>
              <a:ext uri="{FF2B5EF4-FFF2-40B4-BE49-F238E27FC236}">
                <a16:creationId xmlns:a16="http://schemas.microsoft.com/office/drawing/2014/main" id="{6C15C80F-2F32-40A8-AD47-F5D4A9100325}"/>
              </a:ext>
            </a:extLst>
          </p:cNvPr>
          <p:cNvSpPr/>
          <p:nvPr userDrawn="1"/>
        </p:nvSpPr>
        <p:spPr>
          <a:xfrm>
            <a:off x="9175881" y="4927500"/>
            <a:ext cx="109036" cy="216000"/>
          </a:xfrm>
          <a:custGeom>
            <a:avLst/>
            <a:gdLst>
              <a:gd name="connsiteX0" fmla="*/ 93340 w 187691"/>
              <a:gd name="connsiteY0" fmla="*/ 44514 h 371816"/>
              <a:gd name="connsiteX1" fmla="*/ 49072 w 187691"/>
              <a:gd name="connsiteY1" fmla="*/ 185905 h 371816"/>
              <a:gd name="connsiteX2" fmla="*/ 93340 w 187691"/>
              <a:gd name="connsiteY2" fmla="*/ 327296 h 371816"/>
              <a:gd name="connsiteX3" fmla="*/ 137606 w 187691"/>
              <a:gd name="connsiteY3" fmla="*/ 185905 h 371816"/>
              <a:gd name="connsiteX4" fmla="*/ 93340 w 187691"/>
              <a:gd name="connsiteY4" fmla="*/ 44514 h 371816"/>
              <a:gd name="connsiteX5" fmla="*/ 93846 w 187691"/>
              <a:gd name="connsiteY5" fmla="*/ 0 h 371816"/>
              <a:gd name="connsiteX6" fmla="*/ 187691 w 187691"/>
              <a:gd name="connsiteY6" fmla="*/ 185908 h 371816"/>
              <a:gd name="connsiteX7" fmla="*/ 93846 w 187691"/>
              <a:gd name="connsiteY7" fmla="*/ 371816 h 371816"/>
              <a:gd name="connsiteX8" fmla="*/ 0 w 187691"/>
              <a:gd name="connsiteY8" fmla="*/ 185908 h 371816"/>
              <a:gd name="connsiteX9" fmla="*/ 93846 w 187691"/>
              <a:gd name="connsiteY9" fmla="*/ 0 h 37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691" h="371816">
                <a:moveTo>
                  <a:pt x="93340" y="44514"/>
                </a:moveTo>
                <a:cubicBezTo>
                  <a:pt x="50633" y="44808"/>
                  <a:pt x="49072" y="107818"/>
                  <a:pt x="49072" y="185905"/>
                </a:cubicBezTo>
                <a:cubicBezTo>
                  <a:pt x="49072" y="263993"/>
                  <a:pt x="53324" y="327429"/>
                  <a:pt x="93340" y="327296"/>
                </a:cubicBezTo>
                <a:cubicBezTo>
                  <a:pt x="135381" y="327157"/>
                  <a:pt x="137606" y="263993"/>
                  <a:pt x="137606" y="185905"/>
                </a:cubicBezTo>
                <a:cubicBezTo>
                  <a:pt x="137606" y="107818"/>
                  <a:pt x="130191" y="44262"/>
                  <a:pt x="93340" y="44514"/>
                </a:cubicBezTo>
                <a:close/>
                <a:moveTo>
                  <a:pt x="93846" y="0"/>
                </a:moveTo>
                <a:cubicBezTo>
                  <a:pt x="172476" y="-161"/>
                  <a:pt x="187691" y="83234"/>
                  <a:pt x="187691" y="185908"/>
                </a:cubicBezTo>
                <a:cubicBezTo>
                  <a:pt x="187691" y="288582"/>
                  <a:pt x="176536" y="371627"/>
                  <a:pt x="93846" y="371816"/>
                </a:cubicBezTo>
                <a:cubicBezTo>
                  <a:pt x="11157" y="372004"/>
                  <a:pt x="0" y="288582"/>
                  <a:pt x="0" y="185908"/>
                </a:cubicBezTo>
                <a:cubicBezTo>
                  <a:pt x="0" y="83234"/>
                  <a:pt x="7599" y="177"/>
                  <a:pt x="93846" y="0"/>
                </a:cubicBezTo>
                <a:close/>
              </a:path>
            </a:pathLst>
          </a:custGeom>
          <a:solidFill>
            <a:schemeClr val="tx1">
              <a:lumMod val="25000"/>
              <a:lumOff val="75000"/>
            </a:schemeClr>
          </a:solid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a:solidFill>
                <a:schemeClr val="tx2"/>
              </a:solidFill>
              <a:latin typeface="+mj-lt"/>
              <a:ea typeface="Nokia Pure Text" panose="020B0504040602060303" pitchFamily="34" charset="0"/>
              <a:cs typeface="Nokia Pure Text" panose="020B0504040602060303" pitchFamily="34" charset="0"/>
            </a:endParaRPr>
          </a:p>
        </p:txBody>
      </p:sp>
      <p:sp>
        <p:nvSpPr>
          <p:cNvPr id="54" name="Freeform: Shape 53">
            <a:extLst>
              <a:ext uri="{FF2B5EF4-FFF2-40B4-BE49-F238E27FC236}">
                <a16:creationId xmlns:a16="http://schemas.microsoft.com/office/drawing/2014/main" id="{308F319D-C5E4-4A16-8827-0A760A96F9FF}"/>
              </a:ext>
            </a:extLst>
          </p:cNvPr>
          <p:cNvSpPr/>
          <p:nvPr userDrawn="1"/>
        </p:nvSpPr>
        <p:spPr>
          <a:xfrm>
            <a:off x="9175881" y="4717320"/>
            <a:ext cx="109036" cy="216000"/>
          </a:xfrm>
          <a:custGeom>
            <a:avLst/>
            <a:gdLst>
              <a:gd name="connsiteX0" fmla="*/ 93340 w 187691"/>
              <a:gd name="connsiteY0" fmla="*/ 44514 h 371816"/>
              <a:gd name="connsiteX1" fmla="*/ 49072 w 187691"/>
              <a:gd name="connsiteY1" fmla="*/ 185905 h 371816"/>
              <a:gd name="connsiteX2" fmla="*/ 93340 w 187691"/>
              <a:gd name="connsiteY2" fmla="*/ 327296 h 371816"/>
              <a:gd name="connsiteX3" fmla="*/ 137606 w 187691"/>
              <a:gd name="connsiteY3" fmla="*/ 185905 h 371816"/>
              <a:gd name="connsiteX4" fmla="*/ 93340 w 187691"/>
              <a:gd name="connsiteY4" fmla="*/ 44514 h 371816"/>
              <a:gd name="connsiteX5" fmla="*/ 93846 w 187691"/>
              <a:gd name="connsiteY5" fmla="*/ 0 h 371816"/>
              <a:gd name="connsiteX6" fmla="*/ 187691 w 187691"/>
              <a:gd name="connsiteY6" fmla="*/ 185908 h 371816"/>
              <a:gd name="connsiteX7" fmla="*/ 93846 w 187691"/>
              <a:gd name="connsiteY7" fmla="*/ 371816 h 371816"/>
              <a:gd name="connsiteX8" fmla="*/ 0 w 187691"/>
              <a:gd name="connsiteY8" fmla="*/ 185908 h 371816"/>
              <a:gd name="connsiteX9" fmla="*/ 93846 w 187691"/>
              <a:gd name="connsiteY9" fmla="*/ 0 h 37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691" h="371816">
                <a:moveTo>
                  <a:pt x="93340" y="44514"/>
                </a:moveTo>
                <a:cubicBezTo>
                  <a:pt x="50633" y="44808"/>
                  <a:pt x="49072" y="107818"/>
                  <a:pt x="49072" y="185905"/>
                </a:cubicBezTo>
                <a:cubicBezTo>
                  <a:pt x="49072" y="263993"/>
                  <a:pt x="53324" y="327429"/>
                  <a:pt x="93340" y="327296"/>
                </a:cubicBezTo>
                <a:cubicBezTo>
                  <a:pt x="135381" y="327157"/>
                  <a:pt x="137606" y="263993"/>
                  <a:pt x="137606" y="185905"/>
                </a:cubicBezTo>
                <a:cubicBezTo>
                  <a:pt x="137606" y="107818"/>
                  <a:pt x="130191" y="44262"/>
                  <a:pt x="93340" y="44514"/>
                </a:cubicBezTo>
                <a:close/>
                <a:moveTo>
                  <a:pt x="93846" y="0"/>
                </a:moveTo>
                <a:cubicBezTo>
                  <a:pt x="172476" y="-161"/>
                  <a:pt x="187691" y="83234"/>
                  <a:pt x="187691" y="185908"/>
                </a:cubicBezTo>
                <a:cubicBezTo>
                  <a:pt x="187691" y="288582"/>
                  <a:pt x="176536" y="371627"/>
                  <a:pt x="93846" y="371816"/>
                </a:cubicBezTo>
                <a:cubicBezTo>
                  <a:pt x="11157" y="372004"/>
                  <a:pt x="0" y="288582"/>
                  <a:pt x="0" y="185908"/>
                </a:cubicBezTo>
                <a:cubicBezTo>
                  <a:pt x="0" y="83234"/>
                  <a:pt x="7599" y="177"/>
                  <a:pt x="93846" y="0"/>
                </a:cubicBezTo>
                <a:close/>
              </a:path>
            </a:pathLst>
          </a:custGeom>
          <a:solidFill>
            <a:schemeClr val="tx1">
              <a:lumMod val="25000"/>
              <a:lumOff val="75000"/>
            </a:schemeClr>
          </a:solidFill>
        </p:spPr>
        <p:txBody>
          <a:bodyPr wrap="square" lIns="54000" tIns="27000" rIns="54000" bIns="27000" rtlCol="0" anchor="ctr">
            <a:noAutofit/>
          </a:bodyPr>
          <a:lstStyle/>
          <a:p>
            <a:pPr defTabSz="230733" hangingPunct="0">
              <a:lnSpc>
                <a:spcPct val="90000"/>
              </a:lnSpc>
              <a:spcAft>
                <a:spcPts val="447"/>
              </a:spcAft>
              <a:buClr>
                <a:srgbClr val="E6513E"/>
              </a:buClr>
            </a:pPr>
            <a:endParaRPr lang="de-DE" sz="750" noProof="0">
              <a:solidFill>
                <a:schemeClr val="tx2"/>
              </a:solidFill>
              <a:latin typeface="+mj-lt"/>
              <a:ea typeface="Nokia Pure Text" panose="020B0504040602060303" pitchFamily="34" charset="0"/>
              <a:cs typeface="Nokia Pure Text" panose="020B0504040602060303" pitchFamily="34" charset="0"/>
            </a:endParaRPr>
          </a:p>
        </p:txBody>
      </p:sp>
      <p:grpSp>
        <p:nvGrpSpPr>
          <p:cNvPr id="10" name="Gruppieren 9">
            <a:extLst>
              <a:ext uri="{FF2B5EF4-FFF2-40B4-BE49-F238E27FC236}">
                <a16:creationId xmlns:a16="http://schemas.microsoft.com/office/drawing/2014/main" id="{DCBF19EB-810A-4DFF-B467-443883592188}"/>
              </a:ext>
            </a:extLst>
          </p:cNvPr>
          <p:cNvGrpSpPr/>
          <p:nvPr userDrawn="1"/>
        </p:nvGrpSpPr>
        <p:grpSpPr>
          <a:xfrm>
            <a:off x="432002" y="4973562"/>
            <a:ext cx="4535272" cy="123876"/>
            <a:chOff x="432000" y="4866246"/>
            <a:chExt cx="4535272" cy="123111"/>
          </a:xfrm>
        </p:grpSpPr>
        <p:grpSp>
          <p:nvGrpSpPr>
            <p:cNvPr id="9" name="Gruppieren 8">
              <a:extLst>
                <a:ext uri="{FF2B5EF4-FFF2-40B4-BE49-F238E27FC236}">
                  <a16:creationId xmlns:a16="http://schemas.microsoft.com/office/drawing/2014/main" id="{19B21D20-E1DE-44D8-925A-FC50D8B2CBC2}"/>
                </a:ext>
              </a:extLst>
            </p:cNvPr>
            <p:cNvGrpSpPr/>
            <p:nvPr userDrawn="1"/>
          </p:nvGrpSpPr>
          <p:grpSpPr>
            <a:xfrm>
              <a:off x="2627782" y="4866246"/>
              <a:ext cx="2339490" cy="123111"/>
              <a:chOff x="2627782" y="4866246"/>
              <a:chExt cx="2339490" cy="123111"/>
            </a:xfrm>
          </p:grpSpPr>
          <p:sp>
            <p:nvSpPr>
              <p:cNvPr id="5" name="FRQ_Divider"/>
              <p:cNvSpPr/>
              <p:nvPr userDrawn="1"/>
            </p:nvSpPr>
            <p:spPr>
              <a:xfrm>
                <a:off x="3795932" y="4873801"/>
                <a:ext cx="105958" cy="108000"/>
              </a:xfrm>
              <a:prstGeom prst="rect">
                <a:avLst/>
              </a:prstGeom>
              <a:ln>
                <a:noFill/>
              </a:ln>
            </p:spPr>
            <p:txBody>
              <a:bodyPr wrap="none" lIns="0" tIns="0" rIns="0" bIns="0" anchor="ctr"/>
              <a:lstStyle/>
              <a:p>
                <a:pPr lvl="0" algn="ctr" defTabSz="457189" fontAlgn="base">
                  <a:spcBef>
                    <a:spcPct val="0"/>
                  </a:spcBef>
                  <a:spcAft>
                    <a:spcPct val="0"/>
                  </a:spcAft>
                </a:pPr>
                <a:r>
                  <a:rPr lang="en-GB" sz="700" noProof="0">
                    <a:solidFill>
                      <a:schemeClr val="bg2"/>
                    </a:solidFill>
                    <a:cs typeface="Nirmala UI" panose="020B0502040204020203" pitchFamily="34" charset="0"/>
                  </a:rPr>
                  <a:t>|</a:t>
                </a:r>
                <a:endParaRPr lang="en-GB" sz="700">
                  <a:solidFill>
                    <a:schemeClr val="bg2"/>
                  </a:solidFill>
                  <a:cs typeface="Nirmala UI" panose="020B0502040204020203" pitchFamily="34" charset="0"/>
                </a:endParaRPr>
              </a:p>
            </p:txBody>
          </p:sp>
          <p:sp>
            <p:nvSpPr>
              <p:cNvPr id="43" name="FRQ_Copyright"/>
              <p:cNvSpPr/>
              <p:nvPr userDrawn="1"/>
            </p:nvSpPr>
            <p:spPr>
              <a:xfrm>
                <a:off x="3913115" y="4866246"/>
                <a:ext cx="1054157" cy="123111"/>
              </a:xfrm>
              <a:prstGeom prst="rect">
                <a:avLst/>
              </a:prstGeom>
              <a:ln>
                <a:noFill/>
              </a:ln>
            </p:spPr>
            <p:txBody>
              <a:bodyPr wrap="none" lIns="0" tIns="0" rIns="0" bIns="0"/>
              <a:lstStyle/>
              <a:p>
                <a:pPr defTabSz="457189" fontAlgn="base">
                  <a:spcBef>
                    <a:spcPct val="0"/>
                  </a:spcBef>
                  <a:spcAft>
                    <a:spcPct val="0"/>
                  </a:spcAft>
                </a:pPr>
                <a:r>
                  <a:rPr lang="en-GB" sz="700" noProof="0">
                    <a:solidFill>
                      <a:schemeClr val="bg2"/>
                    </a:solidFill>
                    <a:cs typeface="Nirmala UI" panose="020B0502040204020203" pitchFamily="34" charset="0"/>
                  </a:rPr>
                  <a:t>© Open House of Energy 2021</a:t>
                </a:r>
              </a:p>
            </p:txBody>
          </p:sp>
          <p:sp>
            <p:nvSpPr>
              <p:cNvPr id="44" name="FRQ_Classification"/>
              <p:cNvSpPr/>
              <p:nvPr/>
            </p:nvSpPr>
            <p:spPr>
              <a:xfrm>
                <a:off x="2627782" y="4866246"/>
                <a:ext cx="1156924" cy="123111"/>
              </a:xfrm>
              <a:prstGeom prst="rect">
                <a:avLst/>
              </a:prstGeom>
              <a:ln>
                <a:noFill/>
              </a:ln>
            </p:spPr>
            <p:txBody>
              <a:bodyPr wrap="none" lIns="0" tIns="0" rIns="0" bIns="0"/>
              <a:lstStyle/>
              <a:p>
                <a:pPr algn="r" defTabSz="457189" fontAlgn="base">
                  <a:spcBef>
                    <a:spcPct val="0"/>
                  </a:spcBef>
                  <a:spcAft>
                    <a:spcPct val="0"/>
                  </a:spcAft>
                </a:pPr>
                <a:r>
                  <a:rPr lang="en-GB" sz="700" noProof="0">
                    <a:solidFill>
                      <a:schemeClr val="bg2"/>
                    </a:solidFill>
                    <a:cs typeface="Nirmala UI" panose="020B0502040204020203" pitchFamily="34" charset="0"/>
                  </a:rPr>
                  <a:t>Public</a:t>
                </a:r>
              </a:p>
            </p:txBody>
          </p:sp>
        </p:grpSp>
        <p:sp>
          <p:nvSpPr>
            <p:cNvPr id="42" name="FRQ_Filename"/>
            <p:cNvSpPr txBox="1"/>
            <p:nvPr userDrawn="1"/>
          </p:nvSpPr>
          <p:spPr bwMode="ltGray">
            <a:xfrm>
              <a:off x="432000" y="4867200"/>
              <a:ext cx="2699840" cy="108000"/>
            </a:xfrm>
            <a:prstGeom prst="rect">
              <a:avLst/>
            </a:prstGeom>
            <a:ln>
              <a:noFill/>
            </a:ln>
          </p:spPr>
          <p:txBody>
            <a:bodyPr wrap="none" lIns="0" tIns="0" rIns="0" bIns="0"/>
            <a:lstStyle>
              <a:defPPr>
                <a:defRPr lang="en-US"/>
              </a:defPPr>
              <a:lvl1pPr lvl="0" defTabSz="457200" fontAlgn="base">
                <a:spcBef>
                  <a:spcPct val="0"/>
                </a:spcBef>
                <a:spcAft>
                  <a:spcPct val="0"/>
                </a:spcAft>
                <a:defRPr sz="800">
                  <a:solidFill>
                    <a:srgbClr val="9FA0A3"/>
                  </a:solidFill>
                  <a:cs typeface="Nirmala UI" panose="020B0502040204020203" pitchFamily="34" charset="0"/>
                </a:defRPr>
              </a:lvl1pPr>
            </a:lstStyle>
            <a:p>
              <a:pPr lvl="0"/>
              <a:r>
                <a:rPr lang="de-DE" sz="700" baseline="0" noProof="0">
                  <a:solidFill>
                    <a:schemeClr val="bg2"/>
                  </a:solidFill>
                </a:rPr>
                <a:t>Licht-als-Service</a:t>
              </a:r>
              <a:endParaRPr lang="de-DE" sz="700" noProof="0">
                <a:solidFill>
                  <a:schemeClr val="bg2"/>
                </a:solidFill>
              </a:endParaRPr>
            </a:p>
          </p:txBody>
        </p:sp>
      </p:grpSp>
      <p:grpSp>
        <p:nvGrpSpPr>
          <p:cNvPr id="11" name="Group 10">
            <a:extLst>
              <a:ext uri="{FF2B5EF4-FFF2-40B4-BE49-F238E27FC236}">
                <a16:creationId xmlns:a16="http://schemas.microsoft.com/office/drawing/2014/main" id="{E48AAF75-FC97-4AE1-A0E3-E9568B324F2C}"/>
              </a:ext>
            </a:extLst>
          </p:cNvPr>
          <p:cNvGrpSpPr/>
          <p:nvPr userDrawn="1"/>
        </p:nvGrpSpPr>
        <p:grpSpPr>
          <a:xfrm>
            <a:off x="3913116" y="4845222"/>
            <a:ext cx="4166437" cy="298278"/>
            <a:chOff x="3913115" y="4815311"/>
            <a:chExt cx="4166437" cy="296437"/>
          </a:xfrm>
        </p:grpSpPr>
        <p:sp>
          <p:nvSpPr>
            <p:cNvPr id="60" name="Gleichschenkliges Dreieck 59">
              <a:hlinkClick r:id="" action="ppaction://hlinkshowjump?jump=previousslide"/>
              <a:extLst>
                <a:ext uri="{FF2B5EF4-FFF2-40B4-BE49-F238E27FC236}">
                  <a16:creationId xmlns:a16="http://schemas.microsoft.com/office/drawing/2014/main" id="{D7D9E2F1-105C-453A-9C20-325877F71907}"/>
                </a:ext>
              </a:extLst>
            </p:cNvPr>
            <p:cNvSpPr/>
            <p:nvPr userDrawn="1"/>
          </p:nvSpPr>
          <p:spPr>
            <a:xfrm rot="16200000">
              <a:off x="6319132" y="4962540"/>
              <a:ext cx="75018" cy="45720"/>
            </a:xfrm>
            <a:prstGeom prst="triangle">
              <a:avLst/>
            </a:prstGeom>
            <a:noFill/>
            <a:ln w="6350" cap="sq">
              <a:solidFill>
                <a:schemeClr val="bg2">
                  <a:lumMod val="40000"/>
                  <a:lumOff val="60000"/>
                </a:schemeClr>
              </a:solidFill>
              <a:miter lim="800000"/>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lnSpc>
                  <a:spcPct val="90000"/>
                </a:lnSpc>
                <a:spcAft>
                  <a:spcPts val="600"/>
                </a:spcAft>
              </a:pPr>
              <a:endParaRPr lang="en-GB" sz="1350">
                <a:solidFill>
                  <a:schemeClr val="bg2">
                    <a:lumMod val="60000"/>
                    <a:lumOff val="40000"/>
                  </a:schemeClr>
                </a:solidFill>
              </a:endParaRPr>
            </a:p>
          </p:txBody>
        </p:sp>
        <p:sp>
          <p:nvSpPr>
            <p:cNvPr id="61" name="Gleichschenkliges Dreieck 60">
              <a:hlinkClick r:id="" action="ppaction://hlinkshowjump?jump=nextslide"/>
              <a:extLst>
                <a:ext uri="{FF2B5EF4-FFF2-40B4-BE49-F238E27FC236}">
                  <a16:creationId xmlns:a16="http://schemas.microsoft.com/office/drawing/2014/main" id="{D454857A-6393-49CF-A4C2-C809A78641EC}"/>
                </a:ext>
              </a:extLst>
            </p:cNvPr>
            <p:cNvSpPr/>
            <p:nvPr userDrawn="1"/>
          </p:nvSpPr>
          <p:spPr>
            <a:xfrm rot="5400000" flipH="1">
              <a:off x="6954933" y="4962538"/>
              <a:ext cx="75018" cy="45720"/>
            </a:xfrm>
            <a:prstGeom prst="triangle">
              <a:avLst/>
            </a:prstGeom>
            <a:noFill/>
            <a:ln w="6350" cap="sq">
              <a:solidFill>
                <a:schemeClr val="bg2">
                  <a:lumMod val="40000"/>
                  <a:lumOff val="60000"/>
                </a:schemeClr>
              </a:solidFill>
              <a:miter lim="800000"/>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lnSpc>
                  <a:spcPct val="90000"/>
                </a:lnSpc>
                <a:spcAft>
                  <a:spcPts val="600"/>
                </a:spcAft>
              </a:pPr>
              <a:endParaRPr lang="en-GB" sz="1350">
                <a:solidFill>
                  <a:schemeClr val="bg2">
                    <a:lumMod val="60000"/>
                    <a:lumOff val="40000"/>
                  </a:schemeClr>
                </a:solidFill>
              </a:endParaRPr>
            </a:p>
          </p:txBody>
        </p:sp>
        <p:sp>
          <p:nvSpPr>
            <p:cNvPr id="62" name="Gleichschenkliges Dreieck 61">
              <a:hlinkClick r:id="" action="ppaction://hlinkshowjump?jump=previousslide"/>
              <a:extLst>
                <a:ext uri="{FF2B5EF4-FFF2-40B4-BE49-F238E27FC236}">
                  <a16:creationId xmlns:a16="http://schemas.microsoft.com/office/drawing/2014/main" id="{4A1C3567-BC7B-42D9-A9FF-96E5ED5B0AFA}"/>
                </a:ext>
              </a:extLst>
            </p:cNvPr>
            <p:cNvSpPr/>
            <p:nvPr userDrawn="1"/>
          </p:nvSpPr>
          <p:spPr>
            <a:xfrm rot="16200000">
              <a:off x="5682626" y="4962540"/>
              <a:ext cx="75018" cy="45720"/>
            </a:xfrm>
            <a:custGeom>
              <a:avLst/>
              <a:gdLst>
                <a:gd name="connsiteX0" fmla="*/ 0 w 75484"/>
                <a:gd name="connsiteY0" fmla="*/ 45720 h 45720"/>
                <a:gd name="connsiteX1" fmla="*/ 37742 w 75484"/>
                <a:gd name="connsiteY1" fmla="*/ 0 h 45720"/>
                <a:gd name="connsiteX2" fmla="*/ 75484 w 75484"/>
                <a:gd name="connsiteY2" fmla="*/ 45720 h 45720"/>
                <a:gd name="connsiteX3" fmla="*/ 0 w 75484"/>
                <a:gd name="connsiteY3" fmla="*/ 45720 h 45720"/>
                <a:gd name="connsiteX0" fmla="*/ 0 w 75484"/>
                <a:gd name="connsiteY0" fmla="*/ 45720 h 139170"/>
                <a:gd name="connsiteX1" fmla="*/ 37742 w 75484"/>
                <a:gd name="connsiteY1" fmla="*/ 0 h 139170"/>
                <a:gd name="connsiteX2" fmla="*/ 75484 w 75484"/>
                <a:gd name="connsiteY2" fmla="*/ 45720 h 139170"/>
                <a:gd name="connsiteX3" fmla="*/ 65390 w 75484"/>
                <a:gd name="connsiteY3" fmla="*/ 139168 h 139170"/>
                <a:gd name="connsiteX4" fmla="*/ 0 w 75484"/>
                <a:gd name="connsiteY4" fmla="*/ 45720 h 139170"/>
                <a:gd name="connsiteX0" fmla="*/ 51291 w 126775"/>
                <a:gd name="connsiteY0" fmla="*/ 45720 h 337827"/>
                <a:gd name="connsiteX1" fmla="*/ 89033 w 126775"/>
                <a:gd name="connsiteY1" fmla="*/ 0 h 337827"/>
                <a:gd name="connsiteX2" fmla="*/ 126775 w 126775"/>
                <a:gd name="connsiteY2" fmla="*/ 45720 h 337827"/>
                <a:gd name="connsiteX3" fmla="*/ 116681 w 126775"/>
                <a:gd name="connsiteY3" fmla="*/ 139168 h 337827"/>
                <a:gd name="connsiteX4" fmla="*/ 0 w 126775"/>
                <a:gd name="connsiteY4" fmla="*/ 336812 h 337827"/>
                <a:gd name="connsiteX5" fmla="*/ 51291 w 126775"/>
                <a:gd name="connsiteY5" fmla="*/ 45720 h 337827"/>
                <a:gd name="connsiteX0" fmla="*/ 0 w 208121"/>
                <a:gd name="connsiteY0" fmla="*/ 336812 h 336812"/>
                <a:gd name="connsiteX1" fmla="*/ 51291 w 208121"/>
                <a:gd name="connsiteY1" fmla="*/ 45720 h 336812"/>
                <a:gd name="connsiteX2" fmla="*/ 89033 w 208121"/>
                <a:gd name="connsiteY2" fmla="*/ 0 h 336812"/>
                <a:gd name="connsiteX3" fmla="*/ 126775 w 208121"/>
                <a:gd name="connsiteY3" fmla="*/ 45720 h 336812"/>
                <a:gd name="connsiteX4" fmla="*/ 208121 w 208121"/>
                <a:gd name="connsiteY4" fmla="*/ 230608 h 336812"/>
                <a:gd name="connsiteX0" fmla="*/ 0 w 126775"/>
                <a:gd name="connsiteY0" fmla="*/ 336812 h 336812"/>
                <a:gd name="connsiteX1" fmla="*/ 51291 w 126775"/>
                <a:gd name="connsiteY1" fmla="*/ 45720 h 336812"/>
                <a:gd name="connsiteX2" fmla="*/ 89033 w 126775"/>
                <a:gd name="connsiteY2" fmla="*/ 0 h 336812"/>
                <a:gd name="connsiteX3" fmla="*/ 126775 w 126775"/>
                <a:gd name="connsiteY3" fmla="*/ 45720 h 336812"/>
                <a:gd name="connsiteX0" fmla="*/ 0 w 75484"/>
                <a:gd name="connsiteY0" fmla="*/ 45720 h 45720"/>
                <a:gd name="connsiteX1" fmla="*/ 37742 w 75484"/>
                <a:gd name="connsiteY1" fmla="*/ 0 h 45720"/>
                <a:gd name="connsiteX2" fmla="*/ 75484 w 75484"/>
                <a:gd name="connsiteY2" fmla="*/ 45720 h 45720"/>
              </a:gdLst>
              <a:ahLst/>
              <a:cxnLst>
                <a:cxn ang="0">
                  <a:pos x="connsiteX0" y="connsiteY0"/>
                </a:cxn>
                <a:cxn ang="0">
                  <a:pos x="connsiteX1" y="connsiteY1"/>
                </a:cxn>
                <a:cxn ang="0">
                  <a:pos x="connsiteX2" y="connsiteY2"/>
                </a:cxn>
              </a:cxnLst>
              <a:rect l="l" t="t" r="r" b="b"/>
              <a:pathLst>
                <a:path w="75484" h="45720">
                  <a:moveTo>
                    <a:pt x="0" y="45720"/>
                  </a:moveTo>
                  <a:lnTo>
                    <a:pt x="37742" y="0"/>
                  </a:lnTo>
                  <a:lnTo>
                    <a:pt x="75484" y="45720"/>
                  </a:lnTo>
                </a:path>
              </a:pathLst>
            </a:custGeom>
            <a:noFill/>
            <a:ln w="6350" cap="sq">
              <a:solidFill>
                <a:schemeClr val="bg2">
                  <a:lumMod val="40000"/>
                  <a:lumOff val="60000"/>
                </a:schemeClr>
              </a:solidFill>
              <a:miter lim="800000"/>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lnSpc>
                  <a:spcPct val="90000"/>
                </a:lnSpc>
                <a:spcAft>
                  <a:spcPts val="600"/>
                </a:spcAft>
              </a:pPr>
              <a:endParaRPr lang="en-GB" sz="1350">
                <a:solidFill>
                  <a:schemeClr val="bg2">
                    <a:lumMod val="60000"/>
                    <a:lumOff val="40000"/>
                  </a:schemeClr>
                </a:solidFill>
              </a:endParaRPr>
            </a:p>
          </p:txBody>
        </p:sp>
        <p:sp>
          <p:nvSpPr>
            <p:cNvPr id="64" name="Gleichschenkliges Dreieck 63">
              <a:hlinkClick r:id="" action="ppaction://hlinkshowjump?jump=previousslide"/>
              <a:extLst>
                <a:ext uri="{FF2B5EF4-FFF2-40B4-BE49-F238E27FC236}">
                  <a16:creationId xmlns:a16="http://schemas.microsoft.com/office/drawing/2014/main" id="{80407182-D252-4E35-86D5-2AF9351A4834}"/>
                </a:ext>
              </a:extLst>
            </p:cNvPr>
            <p:cNvSpPr/>
            <p:nvPr userDrawn="1"/>
          </p:nvSpPr>
          <p:spPr>
            <a:xfrm>
              <a:off x="7826044" y="4962532"/>
              <a:ext cx="75018" cy="45720"/>
            </a:xfrm>
            <a:custGeom>
              <a:avLst/>
              <a:gdLst>
                <a:gd name="connsiteX0" fmla="*/ 0 w 75018"/>
                <a:gd name="connsiteY0" fmla="*/ 46004 h 46004"/>
                <a:gd name="connsiteX1" fmla="*/ 37509 w 75018"/>
                <a:gd name="connsiteY1" fmla="*/ 0 h 46004"/>
                <a:gd name="connsiteX2" fmla="*/ 75018 w 75018"/>
                <a:gd name="connsiteY2" fmla="*/ 46004 h 46004"/>
                <a:gd name="connsiteX3" fmla="*/ 0 w 75018"/>
                <a:gd name="connsiteY3" fmla="*/ 46004 h 46004"/>
                <a:gd name="connsiteX0" fmla="*/ 0 w 75018"/>
                <a:gd name="connsiteY0" fmla="*/ 46004 h 212060"/>
                <a:gd name="connsiteX1" fmla="*/ 37509 w 75018"/>
                <a:gd name="connsiteY1" fmla="*/ 0 h 212060"/>
                <a:gd name="connsiteX2" fmla="*/ 75018 w 75018"/>
                <a:gd name="connsiteY2" fmla="*/ 46004 h 212060"/>
                <a:gd name="connsiteX3" fmla="*/ 5886 w 75018"/>
                <a:gd name="connsiteY3" fmla="*/ 212056 h 212060"/>
                <a:gd name="connsiteX4" fmla="*/ 0 w 75018"/>
                <a:gd name="connsiteY4" fmla="*/ 46004 h 212060"/>
                <a:gd name="connsiteX0" fmla="*/ 0 w 163986"/>
                <a:gd name="connsiteY0" fmla="*/ 46004 h 215242"/>
                <a:gd name="connsiteX1" fmla="*/ 37509 w 163986"/>
                <a:gd name="connsiteY1" fmla="*/ 0 h 215242"/>
                <a:gd name="connsiteX2" fmla="*/ 75018 w 163986"/>
                <a:gd name="connsiteY2" fmla="*/ 46004 h 215242"/>
                <a:gd name="connsiteX3" fmla="*/ 163049 w 163986"/>
                <a:gd name="connsiteY3" fmla="*/ 164431 h 215242"/>
                <a:gd name="connsiteX4" fmla="*/ 5886 w 163986"/>
                <a:gd name="connsiteY4" fmla="*/ 212056 h 215242"/>
                <a:gd name="connsiteX5" fmla="*/ 0 w 163986"/>
                <a:gd name="connsiteY5" fmla="*/ 46004 h 215242"/>
                <a:gd name="connsiteX0" fmla="*/ 5886 w 254489"/>
                <a:gd name="connsiteY0" fmla="*/ 212056 h 255871"/>
                <a:gd name="connsiteX1" fmla="*/ 0 w 254489"/>
                <a:gd name="connsiteY1" fmla="*/ 46004 h 255871"/>
                <a:gd name="connsiteX2" fmla="*/ 37509 w 254489"/>
                <a:gd name="connsiteY2" fmla="*/ 0 h 255871"/>
                <a:gd name="connsiteX3" fmla="*/ 75018 w 254489"/>
                <a:gd name="connsiteY3" fmla="*/ 46004 h 255871"/>
                <a:gd name="connsiteX4" fmla="*/ 254489 w 254489"/>
                <a:gd name="connsiteY4" fmla="*/ 255871 h 255871"/>
                <a:gd name="connsiteX0" fmla="*/ 5886 w 75018"/>
                <a:gd name="connsiteY0" fmla="*/ 212056 h 212056"/>
                <a:gd name="connsiteX1" fmla="*/ 0 w 75018"/>
                <a:gd name="connsiteY1" fmla="*/ 46004 h 212056"/>
                <a:gd name="connsiteX2" fmla="*/ 37509 w 75018"/>
                <a:gd name="connsiteY2" fmla="*/ 0 h 212056"/>
                <a:gd name="connsiteX3" fmla="*/ 75018 w 75018"/>
                <a:gd name="connsiteY3" fmla="*/ 46004 h 212056"/>
                <a:gd name="connsiteX0" fmla="*/ 0 w 75018"/>
                <a:gd name="connsiteY0" fmla="*/ 46004 h 46004"/>
                <a:gd name="connsiteX1" fmla="*/ 37509 w 75018"/>
                <a:gd name="connsiteY1" fmla="*/ 0 h 46004"/>
                <a:gd name="connsiteX2" fmla="*/ 75018 w 75018"/>
                <a:gd name="connsiteY2" fmla="*/ 46004 h 46004"/>
              </a:gdLst>
              <a:ahLst/>
              <a:cxnLst>
                <a:cxn ang="0">
                  <a:pos x="connsiteX0" y="connsiteY0"/>
                </a:cxn>
                <a:cxn ang="0">
                  <a:pos x="connsiteX1" y="connsiteY1"/>
                </a:cxn>
                <a:cxn ang="0">
                  <a:pos x="connsiteX2" y="connsiteY2"/>
                </a:cxn>
              </a:cxnLst>
              <a:rect l="l" t="t" r="r" b="b"/>
              <a:pathLst>
                <a:path w="75018" h="46004">
                  <a:moveTo>
                    <a:pt x="0" y="46004"/>
                  </a:moveTo>
                  <a:lnTo>
                    <a:pt x="37509" y="0"/>
                  </a:lnTo>
                  <a:lnTo>
                    <a:pt x="75018" y="46004"/>
                  </a:lnTo>
                </a:path>
              </a:pathLst>
            </a:custGeom>
            <a:noFill/>
            <a:ln w="6350" cap="sq">
              <a:solidFill>
                <a:schemeClr val="bg2">
                  <a:lumMod val="40000"/>
                  <a:lumOff val="60000"/>
                </a:schemeClr>
              </a:solidFill>
              <a:miter lim="800000"/>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lnSpc>
                  <a:spcPct val="90000"/>
                </a:lnSpc>
                <a:spcAft>
                  <a:spcPts val="600"/>
                </a:spcAft>
              </a:pPr>
              <a:endParaRPr lang="en-GB" sz="1350">
                <a:solidFill>
                  <a:schemeClr val="bg2">
                    <a:lumMod val="60000"/>
                    <a:lumOff val="40000"/>
                  </a:schemeClr>
                </a:solidFill>
              </a:endParaRPr>
            </a:p>
          </p:txBody>
        </p:sp>
        <p:sp>
          <p:nvSpPr>
            <p:cNvPr id="51" name="forward link">
              <a:hlinkClick r:id="" action="ppaction://hlinkshowjump?jump=firstslide"/>
              <a:extLst>
                <a:ext uri="{FF2B5EF4-FFF2-40B4-BE49-F238E27FC236}">
                  <a16:creationId xmlns:a16="http://schemas.microsoft.com/office/drawing/2014/main" id="{BFD310B7-85EE-423B-9A36-6EFACD1D8411}"/>
                </a:ext>
              </a:extLst>
            </p:cNvPr>
            <p:cNvSpPr/>
            <p:nvPr userDrawn="1"/>
          </p:nvSpPr>
          <p:spPr>
            <a:xfrm>
              <a:off x="7647552" y="4815311"/>
              <a:ext cx="432000" cy="294446"/>
            </a:xfrm>
            <a:prstGeom prst="rect">
              <a:avLst/>
            </a:prstGeom>
            <a:solidFill>
              <a:srgbClr val="FFFF00">
                <a:alpha val="0"/>
              </a:srgbClr>
            </a:solidFill>
            <a:ln w="25400" cap="flat" cmpd="sng" algn="ctr">
              <a:noFill/>
              <a:prstDash val="solid"/>
            </a:ln>
            <a:effectLst/>
          </p:spPr>
          <p:txBody>
            <a:bodyPr rot="0" spcFirstLastPara="0" vertOverflow="overflow" horzOverflow="overflow" vert="horz" wrap="square" lIns="108000" tIns="72000" rIns="108000" bIns="36000" numCol="1" spcCol="0" rtlCol="0" fromWordArt="0" anchor="b" anchorCtr="0" forceAA="0" compatLnSpc="1">
              <a:prstTxWarp prst="textNoShape">
                <a:avLst/>
              </a:prstTxWarp>
              <a:noAutofit/>
            </a:bodyPr>
            <a:lstStyle/>
            <a:p>
              <a:pPr marL="0" marR="0" lvl="0" indent="0" algn="ctr" defTabSz="914378" eaLnBrk="1" fontAlgn="auto" latinLnBrk="0" hangingPunct="1">
                <a:lnSpc>
                  <a:spcPct val="100000"/>
                </a:lnSpc>
                <a:spcBef>
                  <a:spcPts val="0"/>
                </a:spcBef>
                <a:spcAft>
                  <a:spcPts val="0"/>
                </a:spcAft>
                <a:buClrTx/>
                <a:buSzTx/>
                <a:buFontTx/>
                <a:buNone/>
                <a:tabLst/>
              </a:pPr>
              <a:r>
                <a:rPr kumimoji="0" lang="en-US" sz="375" b="0" i="0" u="none" strike="noStrike" kern="0" cap="none" spc="0" normalizeH="0" baseline="0" noProof="0">
                  <a:ln>
                    <a:noFill/>
                  </a:ln>
                  <a:solidFill>
                    <a:schemeClr val="bg2">
                      <a:lumMod val="60000"/>
                      <a:lumOff val="40000"/>
                    </a:schemeClr>
                  </a:solidFill>
                  <a:effectLst/>
                  <a:uLnTx/>
                  <a:uFillTx/>
                  <a:latin typeface="Arial Narrow" panose="020B0606020202030204" pitchFamily="34" charset="0"/>
                  <a:ea typeface="+mn-ea"/>
                  <a:cs typeface="+mn-cs"/>
                </a:rPr>
                <a:t>#1</a:t>
              </a:r>
            </a:p>
          </p:txBody>
        </p:sp>
        <p:sp>
          <p:nvSpPr>
            <p:cNvPr id="92" name="back link">
              <a:hlinkClick r:id="" action="ppaction://hlinkshowjump?jump=previousslide"/>
              <a:extLst>
                <a:ext uri="{FF2B5EF4-FFF2-40B4-BE49-F238E27FC236}">
                  <a16:creationId xmlns:a16="http://schemas.microsoft.com/office/drawing/2014/main" id="{F106314F-5A9F-4DB4-A224-009E1D55B0A4}"/>
                </a:ext>
              </a:extLst>
            </p:cNvPr>
            <p:cNvSpPr/>
            <p:nvPr userDrawn="1"/>
          </p:nvSpPr>
          <p:spPr>
            <a:xfrm>
              <a:off x="6146220" y="4815311"/>
              <a:ext cx="432000" cy="294446"/>
            </a:xfrm>
            <a:prstGeom prst="rect">
              <a:avLst/>
            </a:prstGeom>
            <a:solidFill>
              <a:srgbClr val="FFFF00">
                <a:alpha val="0"/>
              </a:srgbClr>
            </a:solidFill>
            <a:ln w="25400" cap="flat" cmpd="sng" algn="ctr">
              <a:noFill/>
              <a:prstDash val="solid"/>
            </a:ln>
            <a:effectLst/>
          </p:spPr>
          <p:txBody>
            <a:bodyPr rot="0" spcFirstLastPara="0" vertOverflow="overflow" horzOverflow="overflow" vert="horz" wrap="square" lIns="108000" tIns="72000" rIns="108000" bIns="36000" numCol="1" spcCol="0" rtlCol="0" fromWordArt="0" anchor="b" anchorCtr="0" forceAA="0" compatLnSpc="1">
              <a:prstTxWarp prst="textNoShape">
                <a:avLst/>
              </a:prstTxWarp>
              <a:noAutofit/>
            </a:bodyPr>
            <a:lstStyle/>
            <a:p>
              <a:pPr marL="0" marR="0" lvl="0" indent="0" algn="ctr" defTabSz="914378" eaLnBrk="1" fontAlgn="auto" latinLnBrk="0" hangingPunct="1">
                <a:lnSpc>
                  <a:spcPct val="100000"/>
                </a:lnSpc>
                <a:spcBef>
                  <a:spcPts val="0"/>
                </a:spcBef>
                <a:spcAft>
                  <a:spcPts val="0"/>
                </a:spcAft>
                <a:buClrTx/>
                <a:buSzTx/>
                <a:buFontTx/>
                <a:buNone/>
                <a:tabLst/>
              </a:pPr>
              <a:r>
                <a:rPr kumimoji="0" lang="en-US" sz="375" b="0" i="0" u="none" strike="noStrike" kern="0" cap="none" spc="0" normalizeH="0" baseline="0" noProof="0">
                  <a:ln>
                    <a:noFill/>
                  </a:ln>
                  <a:solidFill>
                    <a:schemeClr val="bg2">
                      <a:lumMod val="60000"/>
                      <a:lumOff val="40000"/>
                    </a:schemeClr>
                  </a:solidFill>
                  <a:effectLst/>
                  <a:uLnTx/>
                  <a:uFillTx/>
                  <a:latin typeface="Arial Narrow" panose="020B0606020202030204" pitchFamily="34" charset="0"/>
                  <a:ea typeface="+mn-ea"/>
                  <a:cs typeface="+mn-cs"/>
                </a:rPr>
                <a:t>previous</a:t>
              </a:r>
            </a:p>
          </p:txBody>
        </p:sp>
        <p:sp>
          <p:nvSpPr>
            <p:cNvPr id="93" name="forward link">
              <a:hlinkClick r:id="" action="ppaction://hlinkshowjump?jump=nextslide"/>
              <a:extLst>
                <a:ext uri="{FF2B5EF4-FFF2-40B4-BE49-F238E27FC236}">
                  <a16:creationId xmlns:a16="http://schemas.microsoft.com/office/drawing/2014/main" id="{2913B209-BFAE-4D06-B6CB-2E7ECC976731}"/>
                </a:ext>
              </a:extLst>
            </p:cNvPr>
            <p:cNvSpPr/>
            <p:nvPr userDrawn="1"/>
          </p:nvSpPr>
          <p:spPr>
            <a:xfrm>
              <a:off x="6768292" y="4815311"/>
              <a:ext cx="432000" cy="294446"/>
            </a:xfrm>
            <a:prstGeom prst="rect">
              <a:avLst/>
            </a:prstGeom>
            <a:solidFill>
              <a:srgbClr val="FFFF00">
                <a:alpha val="0"/>
              </a:srgbClr>
            </a:solidFill>
            <a:ln w="25400" cap="flat" cmpd="sng" algn="ctr">
              <a:noFill/>
              <a:prstDash val="solid"/>
            </a:ln>
            <a:effectLst/>
          </p:spPr>
          <p:txBody>
            <a:bodyPr rot="0" spcFirstLastPara="0" vertOverflow="overflow" horzOverflow="overflow" vert="horz" wrap="square" lIns="108000" tIns="72000" rIns="108000" bIns="36000" numCol="1" spcCol="0" rtlCol="0" fromWordArt="0" anchor="b" anchorCtr="0" forceAA="0" compatLnSpc="1">
              <a:prstTxWarp prst="textNoShape">
                <a:avLst/>
              </a:prstTxWarp>
              <a:noAutofit/>
            </a:bodyPr>
            <a:lstStyle/>
            <a:p>
              <a:pPr marL="0" marR="0" lvl="0" indent="0" algn="ctr" defTabSz="914378" eaLnBrk="1" fontAlgn="auto" latinLnBrk="0" hangingPunct="1">
                <a:lnSpc>
                  <a:spcPct val="100000"/>
                </a:lnSpc>
                <a:spcBef>
                  <a:spcPts val="0"/>
                </a:spcBef>
                <a:spcAft>
                  <a:spcPts val="0"/>
                </a:spcAft>
                <a:buClrTx/>
                <a:buSzTx/>
                <a:buFontTx/>
                <a:buNone/>
                <a:tabLst/>
              </a:pPr>
              <a:r>
                <a:rPr kumimoji="0" lang="en-US" sz="375" b="0" i="0" u="none" strike="noStrike" kern="0" cap="none" spc="0" normalizeH="0" baseline="0" noProof="0">
                  <a:ln>
                    <a:noFill/>
                  </a:ln>
                  <a:solidFill>
                    <a:schemeClr val="bg2">
                      <a:lumMod val="60000"/>
                      <a:lumOff val="40000"/>
                    </a:schemeClr>
                  </a:solidFill>
                  <a:effectLst/>
                  <a:uLnTx/>
                  <a:uFillTx/>
                  <a:latin typeface="Arial Narrow" panose="020B0606020202030204" pitchFamily="34" charset="0"/>
                  <a:ea typeface="+mn-ea"/>
                  <a:cs typeface="+mn-cs"/>
                </a:rPr>
                <a:t>next</a:t>
              </a:r>
            </a:p>
          </p:txBody>
        </p:sp>
        <p:sp>
          <p:nvSpPr>
            <p:cNvPr id="95" name="back link">
              <a:hlinkClick r:id="" action="ppaction://hlinkshowjump?jump=lastslideviewed"/>
              <a:extLst>
                <a:ext uri="{FF2B5EF4-FFF2-40B4-BE49-F238E27FC236}">
                  <a16:creationId xmlns:a16="http://schemas.microsoft.com/office/drawing/2014/main" id="{38006F4D-6483-45D8-B665-4ED9D924B9BC}"/>
                </a:ext>
              </a:extLst>
            </p:cNvPr>
            <p:cNvSpPr/>
            <p:nvPr userDrawn="1"/>
          </p:nvSpPr>
          <p:spPr>
            <a:xfrm>
              <a:off x="5522558" y="4815311"/>
              <a:ext cx="432000" cy="294446"/>
            </a:xfrm>
            <a:prstGeom prst="rect">
              <a:avLst/>
            </a:prstGeom>
            <a:solidFill>
              <a:srgbClr val="FFFF00">
                <a:alpha val="0"/>
              </a:srgbClr>
            </a:solidFill>
            <a:ln w="25400" cap="flat" cmpd="sng" algn="ctr">
              <a:noFill/>
              <a:prstDash val="solid"/>
            </a:ln>
            <a:effectLst/>
          </p:spPr>
          <p:txBody>
            <a:bodyPr rot="0" spcFirstLastPara="0" vertOverflow="overflow" horzOverflow="overflow" vert="horz" wrap="none" lIns="108000" tIns="72000" rIns="108000" bIns="36000" numCol="1" spcCol="0" rtlCol="0" fromWordArt="0" anchor="b" anchorCtr="0" forceAA="0" compatLnSpc="1">
              <a:prstTxWarp prst="textNoShape">
                <a:avLst/>
              </a:prstTxWarp>
              <a:noAutofit/>
            </a:bodyPr>
            <a:lstStyle/>
            <a:p>
              <a:pPr marR="0" lvl="0" indent="0" algn="ctr" defTabSz="914378" fontAlgn="auto">
                <a:lnSpc>
                  <a:spcPct val="100000"/>
                </a:lnSpc>
                <a:spcBef>
                  <a:spcPts val="0"/>
                </a:spcBef>
                <a:spcAft>
                  <a:spcPts val="0"/>
                </a:spcAft>
                <a:buClrTx/>
                <a:buSzTx/>
                <a:buFontTx/>
                <a:buNone/>
                <a:tabLst/>
              </a:pPr>
              <a:r>
                <a:rPr kumimoji="0" lang="en-US" sz="375" b="0" i="0" u="none" strike="noStrike" kern="0" cap="none" spc="0" normalizeH="0" baseline="0" noProof="0">
                  <a:ln>
                    <a:noFill/>
                  </a:ln>
                  <a:solidFill>
                    <a:schemeClr val="bg2">
                      <a:lumMod val="60000"/>
                      <a:lumOff val="40000"/>
                    </a:schemeClr>
                  </a:solidFill>
                  <a:effectLst/>
                  <a:uLnTx/>
                  <a:uFillTx/>
                  <a:latin typeface="Arial Narrow" panose="020B0606020202030204" pitchFamily="34" charset="0"/>
                </a:rPr>
                <a:t>last visited</a:t>
              </a:r>
            </a:p>
          </p:txBody>
        </p:sp>
        <p:sp>
          <p:nvSpPr>
            <p:cNvPr id="96" name="back link">
              <a:hlinkClick r:id="" action="ppaction://hlinkshowjump?jump=endshow"/>
              <a:extLst>
                <a:ext uri="{FF2B5EF4-FFF2-40B4-BE49-F238E27FC236}">
                  <a16:creationId xmlns:a16="http://schemas.microsoft.com/office/drawing/2014/main" id="{DC832C56-6916-49A1-89E7-896400DA3D4E}"/>
                </a:ext>
              </a:extLst>
            </p:cNvPr>
            <p:cNvSpPr/>
            <p:nvPr userDrawn="1"/>
          </p:nvSpPr>
          <p:spPr>
            <a:xfrm>
              <a:off x="3913115" y="4817301"/>
              <a:ext cx="1410722" cy="294447"/>
            </a:xfrm>
            <a:prstGeom prst="rect">
              <a:avLst/>
            </a:prstGeom>
            <a:solidFill>
              <a:srgbClr val="FFFF00">
                <a:alpha val="0"/>
              </a:srgbClr>
            </a:solidFill>
            <a:ln w="25400" cap="flat" cmpd="sng" algn="ctr">
              <a:noFill/>
              <a:prstDash val="solid"/>
            </a:ln>
            <a:effectLst/>
          </p:spPr>
          <p:txBody>
            <a:bodyPr rot="0" spcFirstLastPara="0" vertOverflow="overflow" horzOverflow="overflow" vert="horz" wrap="none" lIns="108000" tIns="72000" rIns="108000" bIns="0" numCol="1" spcCol="0" rtlCol="0" fromWordArt="0" anchor="b" anchorCtr="0" forceAA="0" compatLnSpc="1">
              <a:prstTxWarp prst="textNoShape">
                <a:avLst/>
              </a:prstTxWarp>
              <a:noAutofit/>
            </a:bodyPr>
            <a:lstStyle/>
            <a:p>
              <a:pPr marR="0" lvl="0" indent="0" algn="ctr" defTabSz="914378" fontAlgn="auto">
                <a:lnSpc>
                  <a:spcPct val="100000"/>
                </a:lnSpc>
                <a:spcBef>
                  <a:spcPts val="0"/>
                </a:spcBef>
                <a:spcAft>
                  <a:spcPts val="0"/>
                </a:spcAft>
                <a:buClrTx/>
                <a:buSzTx/>
                <a:buFontTx/>
                <a:buNone/>
                <a:tabLst/>
              </a:pPr>
              <a:r>
                <a:rPr kumimoji="0" lang="en-US" sz="375" b="0" i="0" u="none" strike="noStrike" kern="0" cap="none" spc="0" normalizeH="0" baseline="0" noProof="0">
                  <a:ln>
                    <a:noFill/>
                  </a:ln>
                  <a:solidFill>
                    <a:schemeClr val="bg2">
                      <a:lumMod val="60000"/>
                      <a:lumOff val="40000"/>
                    </a:schemeClr>
                  </a:solidFill>
                  <a:effectLst/>
                  <a:uLnTx/>
                  <a:uFillTx/>
                  <a:latin typeface="Arial Narrow" panose="020B0606020202030204" pitchFamily="34" charset="0"/>
                </a:rPr>
                <a:t>close</a:t>
              </a:r>
            </a:p>
          </p:txBody>
        </p:sp>
      </p:grpSp>
    </p:spTree>
    <p:extLst>
      <p:ext uri="{BB962C8B-B14F-4D97-AF65-F5344CB8AC3E}">
        <p14:creationId xmlns:p14="http://schemas.microsoft.com/office/powerpoint/2010/main" val="120225932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 id="2147483751" r:id="rId18"/>
    <p:sldLayoutId id="2147483732" r:id="rId19"/>
    <p:sldLayoutId id="2147483753" r:id="rId20"/>
    <p:sldLayoutId id="2147483754" r:id="rId21"/>
  </p:sldLayoutIdLst>
  <p:transition spd="slow">
    <p:fade/>
  </p:transition>
  <p:hf hdr="0" dt="0"/>
  <p:txStyles>
    <p:titleStyle>
      <a:lvl1pPr algn="l" defTabSz="457189" rtl="0" eaLnBrk="1" fontAlgn="base" hangingPunct="1">
        <a:spcBef>
          <a:spcPct val="0"/>
        </a:spcBef>
        <a:spcAft>
          <a:spcPct val="0"/>
        </a:spcAft>
        <a:defRPr sz="1800" b="0" kern="1200">
          <a:solidFill>
            <a:schemeClr val="tx1"/>
          </a:solidFill>
          <a:latin typeface="+mj-lt"/>
          <a:ea typeface="ヒラギノ角ゴ Pro W3" charset="0"/>
          <a:cs typeface="Arial"/>
        </a:defRPr>
      </a:lvl1pPr>
      <a:lvl2pPr algn="l" defTabSz="457189" rtl="0" eaLnBrk="1" fontAlgn="base" hangingPunct="1">
        <a:spcBef>
          <a:spcPct val="0"/>
        </a:spcBef>
        <a:spcAft>
          <a:spcPct val="0"/>
        </a:spcAft>
        <a:defRPr sz="4400" b="1">
          <a:solidFill>
            <a:schemeClr val="tx1"/>
          </a:solidFill>
          <a:latin typeface="Arial" charset="0"/>
          <a:ea typeface="ヒラギノ角ゴ Pro W3" charset="0"/>
          <a:cs typeface="Arial" pitchFamily="34" charset="0"/>
        </a:defRPr>
      </a:lvl2pPr>
      <a:lvl3pPr algn="l" defTabSz="457189" rtl="0" eaLnBrk="1" fontAlgn="base" hangingPunct="1">
        <a:spcBef>
          <a:spcPct val="0"/>
        </a:spcBef>
        <a:spcAft>
          <a:spcPct val="0"/>
        </a:spcAft>
        <a:defRPr sz="4400" b="1">
          <a:solidFill>
            <a:schemeClr val="tx1"/>
          </a:solidFill>
          <a:latin typeface="Arial" charset="0"/>
          <a:ea typeface="ヒラギノ角ゴ Pro W3" charset="0"/>
          <a:cs typeface="Arial" pitchFamily="34" charset="0"/>
        </a:defRPr>
      </a:lvl3pPr>
      <a:lvl4pPr algn="l" defTabSz="457189" rtl="0" eaLnBrk="1" fontAlgn="base" hangingPunct="1">
        <a:spcBef>
          <a:spcPct val="0"/>
        </a:spcBef>
        <a:spcAft>
          <a:spcPct val="0"/>
        </a:spcAft>
        <a:defRPr sz="4400" b="1">
          <a:solidFill>
            <a:schemeClr val="tx1"/>
          </a:solidFill>
          <a:latin typeface="Arial" charset="0"/>
          <a:ea typeface="ヒラギノ角ゴ Pro W3" charset="0"/>
          <a:cs typeface="Arial" pitchFamily="34" charset="0"/>
        </a:defRPr>
      </a:lvl4pPr>
      <a:lvl5pPr algn="l" defTabSz="457189" rtl="0" eaLnBrk="1" fontAlgn="base" hangingPunct="1">
        <a:spcBef>
          <a:spcPct val="0"/>
        </a:spcBef>
        <a:spcAft>
          <a:spcPct val="0"/>
        </a:spcAft>
        <a:defRPr sz="4400" b="1">
          <a:solidFill>
            <a:schemeClr val="tx1"/>
          </a:solidFill>
          <a:latin typeface="Arial" charset="0"/>
          <a:ea typeface="ヒラギノ角ゴ Pro W3" charset="0"/>
          <a:cs typeface="Arial" pitchFamily="34" charset="0"/>
        </a:defRPr>
      </a:lvl5pPr>
      <a:lvl6pPr marL="457189" algn="l" defTabSz="457189" rtl="0" eaLnBrk="1" fontAlgn="base" hangingPunct="1">
        <a:spcBef>
          <a:spcPct val="0"/>
        </a:spcBef>
        <a:spcAft>
          <a:spcPct val="0"/>
        </a:spcAft>
        <a:defRPr b="1">
          <a:solidFill>
            <a:schemeClr val="bg2"/>
          </a:solidFill>
          <a:latin typeface="Arial" charset="0"/>
          <a:ea typeface="ヒラギノ角ゴ Pro W3" charset="0"/>
        </a:defRPr>
      </a:lvl6pPr>
      <a:lvl7pPr marL="914378" algn="l" defTabSz="457189" rtl="0" eaLnBrk="1" fontAlgn="base" hangingPunct="1">
        <a:spcBef>
          <a:spcPct val="0"/>
        </a:spcBef>
        <a:spcAft>
          <a:spcPct val="0"/>
        </a:spcAft>
        <a:defRPr b="1">
          <a:solidFill>
            <a:schemeClr val="bg2"/>
          </a:solidFill>
          <a:latin typeface="Arial" charset="0"/>
          <a:ea typeface="ヒラギノ角ゴ Pro W3" charset="0"/>
        </a:defRPr>
      </a:lvl7pPr>
      <a:lvl8pPr marL="1371566" algn="l" defTabSz="457189" rtl="0" eaLnBrk="1" fontAlgn="base" hangingPunct="1">
        <a:spcBef>
          <a:spcPct val="0"/>
        </a:spcBef>
        <a:spcAft>
          <a:spcPct val="0"/>
        </a:spcAft>
        <a:defRPr b="1">
          <a:solidFill>
            <a:schemeClr val="bg2"/>
          </a:solidFill>
          <a:latin typeface="Arial" charset="0"/>
          <a:ea typeface="ヒラギノ角ゴ Pro W3" charset="0"/>
        </a:defRPr>
      </a:lvl8pPr>
      <a:lvl9pPr marL="1828754" algn="l" defTabSz="457189" rtl="0" eaLnBrk="1" fontAlgn="base" hangingPunct="1">
        <a:spcBef>
          <a:spcPct val="0"/>
        </a:spcBef>
        <a:spcAft>
          <a:spcPct val="0"/>
        </a:spcAft>
        <a:defRPr b="1">
          <a:solidFill>
            <a:schemeClr val="bg2"/>
          </a:solidFill>
          <a:latin typeface="Arial" charset="0"/>
          <a:ea typeface="ヒラギノ角ゴ Pro W3" charset="0"/>
        </a:defRPr>
      </a:lvl9pPr>
    </p:titleStyle>
    <p:bodyStyle>
      <a:lvl1pPr marL="179384" indent="-179384" algn="l" defTabSz="457189" rtl="0" eaLnBrk="1" fontAlgn="base" hangingPunct="1">
        <a:lnSpc>
          <a:spcPct val="90000"/>
        </a:lnSpc>
        <a:spcBef>
          <a:spcPct val="0"/>
        </a:spcBef>
        <a:spcAft>
          <a:spcPts val="600"/>
        </a:spcAft>
        <a:buClr>
          <a:schemeClr val="tx2"/>
        </a:buClr>
        <a:buSzPct val="100000"/>
        <a:buFont typeface="Wingdings" panose="05000000000000000000" pitchFamily="2" charset="2"/>
        <a:buChar char=""/>
        <a:defRPr sz="1800" kern="1200">
          <a:solidFill>
            <a:schemeClr val="tx1"/>
          </a:solidFill>
          <a:latin typeface="+mn-lt"/>
          <a:ea typeface="ヒラギノ角ゴ Pro W3" charset="0"/>
          <a:cs typeface="ヒラギノ角ゴ Pro W3" charset="0"/>
        </a:defRPr>
      </a:lvl1pPr>
      <a:lvl2pPr marL="458777" indent="-228594" algn="l" defTabSz="457189" rtl="0" eaLnBrk="1" fontAlgn="base" hangingPunct="1">
        <a:lnSpc>
          <a:spcPct val="90000"/>
        </a:lnSpc>
        <a:spcBef>
          <a:spcPct val="0"/>
        </a:spcBef>
        <a:spcAft>
          <a:spcPts val="600"/>
        </a:spcAft>
        <a:buClrTx/>
        <a:buFont typeface="Lucida Grande"/>
        <a:buChar char="-"/>
        <a:defRPr sz="1600" kern="1200">
          <a:solidFill>
            <a:schemeClr val="tx1"/>
          </a:solidFill>
          <a:latin typeface="+mn-lt"/>
          <a:ea typeface="ヒラギノ角ゴ Pro W3" charset="0"/>
          <a:cs typeface="ヒラギノ角ゴ Pro W3"/>
        </a:defRPr>
      </a:lvl2pPr>
      <a:lvl3pPr marL="630222" indent="-171446" algn="l" defTabSz="457189" rtl="0" eaLnBrk="1" fontAlgn="base" hangingPunct="1">
        <a:lnSpc>
          <a:spcPct val="90000"/>
        </a:lnSpc>
        <a:spcBef>
          <a:spcPct val="0"/>
        </a:spcBef>
        <a:spcAft>
          <a:spcPts val="600"/>
        </a:spcAft>
        <a:buClrTx/>
        <a:buFont typeface="Arial" charset="0"/>
        <a:buChar char="•"/>
        <a:defRPr sz="1600" kern="1200">
          <a:solidFill>
            <a:schemeClr val="tx1"/>
          </a:solidFill>
          <a:latin typeface="+mn-lt"/>
          <a:ea typeface="ヒラギノ角ゴ Pro W3" charset="0"/>
          <a:cs typeface="ヒラギノ角ゴ Pro W3"/>
        </a:defRPr>
      </a:lvl3pPr>
      <a:lvl4pPr marL="893741" indent="-209545" algn="l" defTabSz="457189" rtl="0" eaLnBrk="1" fontAlgn="base" hangingPunct="1">
        <a:lnSpc>
          <a:spcPct val="90000"/>
        </a:lnSpc>
        <a:spcBef>
          <a:spcPct val="0"/>
        </a:spcBef>
        <a:spcAft>
          <a:spcPts val="600"/>
        </a:spcAft>
        <a:buClrTx/>
        <a:buFont typeface="Lucida Grande"/>
        <a:buChar char="-"/>
        <a:defRPr sz="1400" kern="1200">
          <a:solidFill>
            <a:schemeClr val="tx1"/>
          </a:solidFill>
          <a:latin typeface="+mn-lt"/>
          <a:ea typeface="ヒラギノ角ゴ Pro W3" charset="0"/>
          <a:cs typeface="ヒラギノ角ゴ Pro W3"/>
        </a:defRPr>
      </a:lvl4pPr>
      <a:lvl5pPr marL="1073123" indent="-160334" algn="l" defTabSz="457189" rtl="0" eaLnBrk="1" fontAlgn="base" hangingPunct="1">
        <a:lnSpc>
          <a:spcPct val="90000"/>
        </a:lnSpc>
        <a:spcBef>
          <a:spcPct val="0"/>
        </a:spcBef>
        <a:spcAft>
          <a:spcPts val="600"/>
        </a:spcAft>
        <a:buClrTx/>
        <a:buFont typeface="Arial" charset="0"/>
        <a:buChar char="•"/>
        <a:defRPr sz="1400" kern="1200">
          <a:solidFill>
            <a:schemeClr val="tx1"/>
          </a:solidFill>
          <a:latin typeface="+mn-lt"/>
          <a:ea typeface="ヒラギノ角ゴ Pro W3" charset="0"/>
          <a:cs typeface="ヒラギノ角ゴ Pro W3"/>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8"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2"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63">
          <p15:clr>
            <a:srgbClr val="F26B43"/>
          </p15:clr>
        </p15:guide>
        <p15:guide id="2" pos="5488">
          <p15:clr>
            <a:srgbClr val="F26B43"/>
          </p15:clr>
        </p15:guide>
        <p15:guide id="3" orient="horz" pos="599">
          <p15:clr>
            <a:srgbClr val="F26B43"/>
          </p15:clr>
        </p15:guide>
        <p15:guide id="4" orient="horz" pos="2981">
          <p15:clr>
            <a:srgbClr val="F26B43"/>
          </p15:clr>
        </p15:guide>
        <p15:guide id="5" orient="horz" pos="3105">
          <p15:clr>
            <a:srgbClr val="F26B43"/>
          </p15:clr>
        </p15:guide>
        <p15:guide id="6" pos="27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9.xml"/><Relationship Id="rId6" Type="http://schemas.openxmlformats.org/officeDocument/2006/relationships/image" Target="../media/image3.jpeg"/><Relationship Id="rId5" Type="http://schemas.openxmlformats.org/officeDocument/2006/relationships/image" Target="../media/image2.jpe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3.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notesSlide" Target="../notesSlides/notesSlide5.xml"/><Relationship Id="rId16" Type="http://schemas.openxmlformats.org/officeDocument/2006/relationships/image" Target="../media/image16.png"/><Relationship Id="rId1" Type="http://schemas.openxmlformats.org/officeDocument/2006/relationships/slideLayout" Target="../slideLayouts/slideLayout19.xml"/><Relationship Id="rId6" Type="http://schemas.openxmlformats.org/officeDocument/2006/relationships/image" Target="../media/image7.png"/><Relationship Id="rId11" Type="http://schemas.openxmlformats.org/officeDocument/2006/relationships/image" Target="../media/image11.png"/><Relationship Id="rId5" Type="http://schemas.openxmlformats.org/officeDocument/2006/relationships/image" Target="../media/image6.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5.png"/><Relationship Id="rId9" Type="http://schemas.openxmlformats.org/officeDocument/2006/relationships/slide" Target="slide6.xml"/><Relationship Id="rId1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6.xml"/><Relationship Id="rId1" Type="http://schemas.openxmlformats.org/officeDocument/2006/relationships/slideLayout" Target="../slideLayouts/slideLayout19.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7.xml"/><Relationship Id="rId1" Type="http://schemas.openxmlformats.org/officeDocument/2006/relationships/slideLayout" Target="../slideLayouts/slideLayout19.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1.xml"/><Relationship Id="rId1" Type="http://schemas.openxmlformats.org/officeDocument/2006/relationships/slideLayout" Target="../slideLayouts/slideLayout19.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7DA7D6-FF4C-4745-8D5D-6F6EE3994F9F}"/>
              </a:ext>
            </a:extLst>
          </p:cNvPr>
          <p:cNvSpPr>
            <a:spLocks noGrp="1"/>
          </p:cNvSpPr>
          <p:nvPr>
            <p:ph type="title"/>
          </p:nvPr>
        </p:nvSpPr>
        <p:spPr/>
        <p:txBody>
          <a:bodyPr/>
          <a:lstStyle/>
          <a:p>
            <a:r>
              <a:rPr lang="de-DE" dirty="0"/>
              <a:t>Brand </a:t>
            </a:r>
            <a:r>
              <a:rPr lang="de-DE" dirty="0" err="1"/>
              <a:t>guidelines</a:t>
            </a:r>
            <a:endParaRPr lang="de-DE" dirty="0"/>
          </a:p>
        </p:txBody>
      </p:sp>
      <p:sp>
        <p:nvSpPr>
          <p:cNvPr id="4" name="Text Placeholder 3">
            <a:extLst>
              <a:ext uri="{FF2B5EF4-FFF2-40B4-BE49-F238E27FC236}">
                <a16:creationId xmlns:a16="http://schemas.microsoft.com/office/drawing/2014/main" id="{3347ABF8-4545-47F3-AEDD-DBC4E01BE7FD}"/>
              </a:ext>
            </a:extLst>
          </p:cNvPr>
          <p:cNvSpPr>
            <a:spLocks noGrp="1"/>
          </p:cNvSpPr>
          <p:nvPr>
            <p:ph type="body" sz="half" idx="2"/>
          </p:nvPr>
        </p:nvSpPr>
        <p:spPr/>
        <p:txBody>
          <a:bodyPr/>
          <a:lstStyle/>
          <a:p>
            <a:r>
              <a:rPr lang="en-GB" dirty="0"/>
              <a:t>Version 1.1, </a:t>
            </a:r>
            <a:r>
              <a:rPr lang="en-GB" dirty="0" err="1"/>
              <a:t>März</a:t>
            </a:r>
            <a:r>
              <a:rPr lang="en-GB" dirty="0"/>
              <a:t> 2021</a:t>
            </a:r>
          </a:p>
        </p:txBody>
      </p:sp>
    </p:spTree>
    <p:extLst>
      <p:ext uri="{BB962C8B-B14F-4D97-AF65-F5344CB8AC3E}">
        <p14:creationId xmlns:p14="http://schemas.microsoft.com/office/powerpoint/2010/main" val="2662092007"/>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A3347-4646-4533-AB3C-0805CFFFFB1D}"/>
              </a:ext>
            </a:extLst>
          </p:cNvPr>
          <p:cNvSpPr>
            <a:spLocks noGrp="1"/>
          </p:cNvSpPr>
          <p:nvPr>
            <p:ph type="title"/>
          </p:nvPr>
        </p:nvSpPr>
        <p:spPr/>
        <p:txBody>
          <a:bodyPr/>
          <a:lstStyle/>
          <a:p>
            <a:r>
              <a:rPr lang="en-US" dirty="0"/>
              <a:t>Identity</a:t>
            </a:r>
          </a:p>
        </p:txBody>
      </p:sp>
      <p:sp>
        <p:nvSpPr>
          <p:cNvPr id="28" name="Text Placeholder 27">
            <a:extLst>
              <a:ext uri="{FF2B5EF4-FFF2-40B4-BE49-F238E27FC236}">
                <a16:creationId xmlns:a16="http://schemas.microsoft.com/office/drawing/2014/main" id="{0C7E2C57-786A-4436-9978-78465F5B2AD1}"/>
              </a:ext>
            </a:extLst>
          </p:cNvPr>
          <p:cNvSpPr>
            <a:spLocks noGrp="1"/>
          </p:cNvSpPr>
          <p:nvPr>
            <p:ph type="body" sz="quarter" idx="14"/>
          </p:nvPr>
        </p:nvSpPr>
        <p:spPr/>
        <p:txBody>
          <a:bodyPr/>
          <a:lstStyle/>
          <a:p>
            <a:endParaRPr lang="en-US"/>
          </a:p>
        </p:txBody>
      </p:sp>
      <p:sp>
        <p:nvSpPr>
          <p:cNvPr id="29" name="Text Placeholder 28">
            <a:extLst>
              <a:ext uri="{FF2B5EF4-FFF2-40B4-BE49-F238E27FC236}">
                <a16:creationId xmlns:a16="http://schemas.microsoft.com/office/drawing/2014/main" id="{91DBB598-F677-470B-B552-ADBE902C66D0}"/>
              </a:ext>
            </a:extLst>
          </p:cNvPr>
          <p:cNvSpPr>
            <a:spLocks noGrp="1"/>
          </p:cNvSpPr>
          <p:nvPr>
            <p:ph type="body" sz="quarter" idx="15"/>
          </p:nvPr>
        </p:nvSpPr>
        <p:spPr/>
        <p:txBody>
          <a:bodyPr/>
          <a:lstStyle/>
          <a:p>
            <a:endParaRPr lang="en-US"/>
          </a:p>
        </p:txBody>
      </p:sp>
      <p:sp>
        <p:nvSpPr>
          <p:cNvPr id="10" name="Rechteck 32">
            <a:hlinkClick r:id="rId3" action="ppaction://hlinksldjump"/>
            <a:extLst>
              <a:ext uri="{FF2B5EF4-FFF2-40B4-BE49-F238E27FC236}">
                <a16:creationId xmlns:a16="http://schemas.microsoft.com/office/drawing/2014/main" id="{590D5D67-F771-4FA7-92A4-BDF4CB97414B}"/>
              </a:ext>
            </a:extLst>
          </p:cNvPr>
          <p:cNvSpPr/>
          <p:nvPr/>
        </p:nvSpPr>
        <p:spPr>
          <a:xfrm>
            <a:off x="72000" y="680950"/>
            <a:ext cx="792000" cy="216000"/>
          </a:xfrm>
          <a:prstGeom prst="rect">
            <a:avLst/>
          </a:prstGeom>
          <a:solidFill>
            <a:schemeClr val="tx2"/>
          </a:solidFill>
          <a:ln w="19050">
            <a:noFill/>
          </a:ln>
        </p:spPr>
        <p:txBody>
          <a:bodyPr wrap="none" lIns="36000" tIns="72000" bIns="72000" anchor="ctr">
            <a:noAutofit/>
          </a:bodyPr>
          <a:lstStyle/>
          <a:p>
            <a:pPr>
              <a:lnSpc>
                <a:spcPct val="90000"/>
              </a:lnSpc>
            </a:pPr>
            <a:r>
              <a:rPr lang="en-GB" sz="1000" dirty="0">
                <a:solidFill>
                  <a:schemeClr val="bg1"/>
                </a:solidFill>
              </a:rPr>
              <a:t>Identity</a:t>
            </a:r>
          </a:p>
        </p:txBody>
      </p:sp>
      <p:sp>
        <p:nvSpPr>
          <p:cNvPr id="12" name="TextBox 11">
            <a:extLst>
              <a:ext uri="{FF2B5EF4-FFF2-40B4-BE49-F238E27FC236}">
                <a16:creationId xmlns:a16="http://schemas.microsoft.com/office/drawing/2014/main" id="{5B580B58-0482-488F-AF1C-EE7C47241DA7}"/>
              </a:ext>
            </a:extLst>
          </p:cNvPr>
          <p:cNvSpPr txBox="1"/>
          <p:nvPr/>
        </p:nvSpPr>
        <p:spPr>
          <a:xfrm>
            <a:off x="4614861" y="1100750"/>
            <a:ext cx="3424238" cy="1160318"/>
          </a:xfrm>
          <a:prstGeom prst="rect">
            <a:avLst/>
          </a:prstGeom>
          <a:noFill/>
        </p:spPr>
        <p:txBody>
          <a:bodyPr wrap="square" rtlCol="0">
            <a:spAutoFit/>
          </a:bodyPr>
          <a:lstStyle/>
          <a:p>
            <a:pPr marL="171450" indent="-171450">
              <a:lnSpc>
                <a:spcPct val="90000"/>
              </a:lnSpc>
              <a:spcAft>
                <a:spcPts val="400"/>
              </a:spcAft>
              <a:buFont typeface="Arial" panose="020B0604020202020204" pitchFamily="34" charset="0"/>
              <a:buChar char="•"/>
            </a:pPr>
            <a:r>
              <a:rPr lang="de-DE" sz="1100" dirty="0"/>
              <a:t>Die Nase im Zukunftswind </a:t>
            </a:r>
            <a:br>
              <a:rPr lang="de-DE" sz="1100" dirty="0"/>
            </a:br>
            <a:r>
              <a:rPr lang="de-DE" sz="1100" dirty="0"/>
              <a:t>Dinge auf den Kopf stellen - neue Wege gehen (Innovativ)</a:t>
            </a:r>
          </a:p>
          <a:p>
            <a:pPr marL="171450" indent="-171450" algn="l">
              <a:lnSpc>
                <a:spcPct val="90000"/>
              </a:lnSpc>
              <a:spcAft>
                <a:spcPts val="400"/>
              </a:spcAft>
              <a:buFont typeface="Arial" panose="020B0604020202020204" pitchFamily="34" charset="0"/>
              <a:buChar char="•"/>
            </a:pPr>
            <a:r>
              <a:rPr lang="de-DE" sz="1100" dirty="0"/>
              <a:t>Partnerschaftlich auf Augenhöhe</a:t>
            </a:r>
          </a:p>
          <a:p>
            <a:pPr marL="171450" indent="-171450" algn="l">
              <a:lnSpc>
                <a:spcPct val="90000"/>
              </a:lnSpc>
              <a:spcAft>
                <a:spcPts val="400"/>
              </a:spcAft>
              <a:buFont typeface="Arial" panose="020B0604020202020204" pitchFamily="34" charset="0"/>
              <a:buChar char="•"/>
            </a:pPr>
            <a:r>
              <a:rPr lang="de-DE" sz="1100" dirty="0"/>
              <a:t>Lösungsorientiert: reflektierendes &amp; effizientes und bewegliches Arbeiten an Lösungen (Agil)</a:t>
            </a:r>
          </a:p>
          <a:p>
            <a:pPr marL="171450" indent="-171450" algn="l">
              <a:lnSpc>
                <a:spcPct val="90000"/>
              </a:lnSpc>
              <a:spcAft>
                <a:spcPts val="400"/>
              </a:spcAft>
              <a:buFont typeface="Arial" panose="020B0604020202020204" pitchFamily="34" charset="0"/>
              <a:buChar char="•"/>
            </a:pPr>
            <a:r>
              <a:rPr lang="de-DE" sz="1100" dirty="0"/>
              <a:t>Verantwortungsbewusst</a:t>
            </a:r>
          </a:p>
        </p:txBody>
      </p:sp>
      <p:sp>
        <p:nvSpPr>
          <p:cNvPr id="14" name="Abgerundetes Rechteck 82">
            <a:extLst>
              <a:ext uri="{FF2B5EF4-FFF2-40B4-BE49-F238E27FC236}">
                <a16:creationId xmlns:a16="http://schemas.microsoft.com/office/drawing/2014/main" id="{1B748DA6-DDD7-4F0A-8328-C4809090F8E7}"/>
              </a:ext>
            </a:extLst>
          </p:cNvPr>
          <p:cNvSpPr/>
          <p:nvPr/>
        </p:nvSpPr>
        <p:spPr>
          <a:xfrm>
            <a:off x="4615389" y="1080000"/>
            <a:ext cx="3168000" cy="10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p>
            <a:pPr defTabSz="457189"/>
            <a:r>
              <a:rPr lang="de-DE" sz="1000" dirty="0">
                <a:solidFill>
                  <a:schemeClr val="tx1"/>
                </a:solidFill>
              </a:rPr>
              <a:t>Unsere Werte</a:t>
            </a:r>
          </a:p>
        </p:txBody>
      </p:sp>
      <p:sp>
        <p:nvSpPr>
          <p:cNvPr id="16" name="Rectangle 15">
            <a:extLst>
              <a:ext uri="{FF2B5EF4-FFF2-40B4-BE49-F238E27FC236}">
                <a16:creationId xmlns:a16="http://schemas.microsoft.com/office/drawing/2014/main" id="{3067C2FC-1D9C-4B7C-83D2-32E52E638168}"/>
              </a:ext>
            </a:extLst>
          </p:cNvPr>
          <p:cNvSpPr/>
          <p:nvPr/>
        </p:nvSpPr>
        <p:spPr>
          <a:xfrm>
            <a:off x="1104900" y="3613150"/>
            <a:ext cx="8039100" cy="1241200"/>
          </a:xfrm>
          <a:prstGeom prst="rect">
            <a:avLst/>
          </a:prstGeom>
          <a:solidFill>
            <a:schemeClr val="bg1"/>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en-US" sz="10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9" name="Rectangle 18">
            <a:extLst>
              <a:ext uri="{FF2B5EF4-FFF2-40B4-BE49-F238E27FC236}">
                <a16:creationId xmlns:a16="http://schemas.microsoft.com/office/drawing/2014/main" id="{191B06E7-C54F-492F-A937-A32DBEDD0718}"/>
              </a:ext>
            </a:extLst>
          </p:cNvPr>
          <p:cNvSpPr/>
          <p:nvPr/>
        </p:nvSpPr>
        <p:spPr>
          <a:xfrm>
            <a:off x="4438648" y="2778124"/>
            <a:ext cx="4705351" cy="1738313"/>
          </a:xfrm>
          <a:prstGeom prst="rect">
            <a:avLst/>
          </a:prstGeom>
          <a:solidFill>
            <a:schemeClr val="bg2">
              <a:lumMod val="20000"/>
              <a:lumOff val="80000"/>
              <a:alpha val="50000"/>
            </a:schemeClr>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en-US" sz="10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7" name="TextBox 16">
            <a:extLst>
              <a:ext uri="{FF2B5EF4-FFF2-40B4-BE49-F238E27FC236}">
                <a16:creationId xmlns:a16="http://schemas.microsoft.com/office/drawing/2014/main" id="{D04AE698-E984-4355-8291-CA6DA5C9D794}"/>
              </a:ext>
            </a:extLst>
          </p:cNvPr>
          <p:cNvSpPr txBox="1"/>
          <p:nvPr/>
        </p:nvSpPr>
        <p:spPr>
          <a:xfrm>
            <a:off x="4524346" y="3190459"/>
            <a:ext cx="4187854" cy="1100301"/>
          </a:xfrm>
          <a:prstGeom prst="rect">
            <a:avLst/>
          </a:prstGeom>
          <a:noFill/>
        </p:spPr>
        <p:txBody>
          <a:bodyPr wrap="square" rtlCol="0">
            <a:spAutoFit/>
          </a:bodyPr>
          <a:lstStyle/>
          <a:p>
            <a:pPr>
              <a:lnSpc>
                <a:spcPct val="90000"/>
              </a:lnSpc>
              <a:spcAft>
                <a:spcPts val="300"/>
              </a:spcAft>
            </a:pPr>
            <a:r>
              <a:rPr lang="de-DE" sz="1200" b="1" dirty="0">
                <a:effectLst/>
                <a:ea typeface="Calibri" panose="020F0502020204030204" pitchFamily="34" charset="0"/>
              </a:rPr>
              <a:t>Ein komplett digitales Energieeffizienz-Management</a:t>
            </a:r>
            <a:br>
              <a:rPr lang="de-DE" sz="1200" dirty="0">
                <a:effectLst/>
                <a:ea typeface="Calibri" panose="020F0502020204030204" pitchFamily="34" charset="0"/>
              </a:rPr>
            </a:br>
            <a:r>
              <a:rPr lang="de-DE" sz="1200" dirty="0">
                <a:effectLst/>
                <a:ea typeface="Calibri" panose="020F0502020204030204" pitchFamily="34" charset="0"/>
              </a:rPr>
              <a:t>unter Einbeziehung aller relevanten Daten, Prozesse und Lösungsideen der beteiligten Partner, </a:t>
            </a:r>
            <a:br>
              <a:rPr lang="de-DE" sz="1200" dirty="0">
                <a:effectLst/>
                <a:ea typeface="Calibri" panose="020F0502020204030204" pitchFamily="34" charset="0"/>
              </a:rPr>
            </a:br>
            <a:r>
              <a:rPr lang="de-DE" sz="1200" dirty="0">
                <a:effectLst/>
                <a:ea typeface="Calibri" panose="020F0502020204030204" pitchFamily="34" charset="0"/>
              </a:rPr>
              <a:t>um so optimale Energie-Effizienz durch Künstliche Intelligenz zu realisieren.</a:t>
            </a:r>
            <a:endParaRPr lang="en-GB" sz="1200" dirty="0">
              <a:effectLst/>
              <a:ea typeface="Calibri" panose="020F0502020204030204" pitchFamily="34" charset="0"/>
            </a:endParaRPr>
          </a:p>
          <a:p>
            <a:pPr algn="l">
              <a:lnSpc>
                <a:spcPct val="90000"/>
              </a:lnSpc>
              <a:spcAft>
                <a:spcPts val="300"/>
              </a:spcAft>
            </a:pPr>
            <a:endParaRPr lang="de-DE" sz="1000" dirty="0">
              <a:solidFill>
                <a:sysClr val="windowText" lastClr="000000"/>
              </a:solidFill>
            </a:endParaRPr>
          </a:p>
        </p:txBody>
      </p:sp>
      <p:sp>
        <p:nvSpPr>
          <p:cNvPr id="18" name="Abgerundetes Rechteck 82">
            <a:extLst>
              <a:ext uri="{FF2B5EF4-FFF2-40B4-BE49-F238E27FC236}">
                <a16:creationId xmlns:a16="http://schemas.microsoft.com/office/drawing/2014/main" id="{A0DBF64A-7BD9-4B26-B3B7-682EF3F4009A}"/>
              </a:ext>
            </a:extLst>
          </p:cNvPr>
          <p:cNvSpPr/>
          <p:nvPr/>
        </p:nvSpPr>
        <p:spPr>
          <a:xfrm>
            <a:off x="4615389" y="3087159"/>
            <a:ext cx="1944000" cy="10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p>
            <a:pPr defTabSz="457189"/>
            <a:r>
              <a:rPr lang="de-DE" sz="1000" dirty="0">
                <a:solidFill>
                  <a:schemeClr val="tx1"/>
                </a:solidFill>
              </a:rPr>
              <a:t>Unsere Vision</a:t>
            </a:r>
          </a:p>
        </p:txBody>
      </p:sp>
      <p:cxnSp>
        <p:nvCxnSpPr>
          <p:cNvPr id="23" name="Straight Connector 22">
            <a:extLst>
              <a:ext uri="{FF2B5EF4-FFF2-40B4-BE49-F238E27FC236}">
                <a16:creationId xmlns:a16="http://schemas.microsoft.com/office/drawing/2014/main" id="{F3D885F6-0A5C-4A8A-BF9D-A0B085CC53D2}"/>
              </a:ext>
            </a:extLst>
          </p:cNvPr>
          <p:cNvCxnSpPr>
            <a:stCxn id="10" idx="3"/>
            <a:endCxn id="20" idx="1"/>
          </p:cNvCxnSpPr>
          <p:nvPr/>
        </p:nvCxnSpPr>
        <p:spPr>
          <a:xfrm>
            <a:off x="864000" y="788950"/>
            <a:ext cx="240900" cy="1581"/>
          </a:xfrm>
          <a:prstGeom prst="line">
            <a:avLst/>
          </a:prstGeom>
          <a:ln w="6350" cap="flat" cmpd="sng">
            <a:solidFill>
              <a:schemeClr val="bg2"/>
            </a:solidFill>
            <a:miter lim="800000"/>
          </a:ln>
          <a:effectLst/>
        </p:spPr>
        <p:style>
          <a:lnRef idx="2">
            <a:schemeClr val="accent1"/>
          </a:lnRef>
          <a:fillRef idx="0">
            <a:schemeClr val="accent1"/>
          </a:fillRef>
          <a:effectRef idx="1">
            <a:schemeClr val="accent1"/>
          </a:effectRef>
          <a:fontRef idx="minor">
            <a:schemeClr val="tx1"/>
          </a:fontRef>
        </p:style>
      </p:cxnSp>
      <p:sp>
        <p:nvSpPr>
          <p:cNvPr id="21" name="Rechteck 32">
            <a:hlinkClick r:id="rId3" action="ppaction://hlinksldjump"/>
            <a:extLst>
              <a:ext uri="{FF2B5EF4-FFF2-40B4-BE49-F238E27FC236}">
                <a16:creationId xmlns:a16="http://schemas.microsoft.com/office/drawing/2014/main" id="{0FB46FEF-F880-4507-9A2E-0DA663E3CC8F}"/>
              </a:ext>
            </a:extLst>
          </p:cNvPr>
          <p:cNvSpPr/>
          <p:nvPr/>
        </p:nvSpPr>
        <p:spPr>
          <a:xfrm>
            <a:off x="1104901" y="588952"/>
            <a:ext cx="3206750" cy="3927485"/>
          </a:xfrm>
          <a:prstGeom prst="rect">
            <a:avLst/>
          </a:prstGeom>
          <a:solidFill>
            <a:schemeClr val="bg1"/>
          </a:solidFill>
          <a:ln w="6350">
            <a:solidFill>
              <a:schemeClr val="bg2"/>
            </a:solidFill>
          </a:ln>
          <a:effectLst>
            <a:outerShdw blurRad="50800" dist="38100" dir="2700000" algn="tl" rotWithShape="0">
              <a:schemeClr val="bg2">
                <a:alpha val="40000"/>
              </a:schemeClr>
            </a:outerShdw>
          </a:effectLst>
        </p:spPr>
        <p:txBody>
          <a:bodyPr wrap="none" lIns="36000" tIns="72000" bIns="72000" anchor="ctr">
            <a:noAutofit/>
          </a:bodyPr>
          <a:lstStyle/>
          <a:p>
            <a:pPr>
              <a:lnSpc>
                <a:spcPct val="90000"/>
              </a:lnSpc>
            </a:pPr>
            <a:endParaRPr lang="en-GB" sz="1000" dirty="0">
              <a:solidFill>
                <a:schemeClr val="bg1"/>
              </a:solidFill>
            </a:endParaRPr>
          </a:p>
        </p:txBody>
      </p:sp>
      <p:sp>
        <p:nvSpPr>
          <p:cNvPr id="15" name="Abgerundetes Rechteck 82">
            <a:extLst>
              <a:ext uri="{FF2B5EF4-FFF2-40B4-BE49-F238E27FC236}">
                <a16:creationId xmlns:a16="http://schemas.microsoft.com/office/drawing/2014/main" id="{B1FA5E31-D6A3-47B7-A317-1EA55A9F496A}"/>
              </a:ext>
            </a:extLst>
          </p:cNvPr>
          <p:cNvSpPr/>
          <p:nvPr/>
        </p:nvSpPr>
        <p:spPr>
          <a:xfrm>
            <a:off x="1227774" y="876200"/>
            <a:ext cx="1944000" cy="10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p>
            <a:pPr defTabSz="457189"/>
            <a:r>
              <a:rPr lang="de-DE" sz="1000" dirty="0">
                <a:solidFill>
                  <a:schemeClr val="tx1"/>
                </a:solidFill>
              </a:rPr>
              <a:t>Open House </a:t>
            </a:r>
            <a:r>
              <a:rPr lang="de-DE" sz="1000" dirty="0" err="1">
                <a:solidFill>
                  <a:schemeClr val="tx1"/>
                </a:solidFill>
              </a:rPr>
              <a:t>of</a:t>
            </a:r>
            <a:r>
              <a:rPr lang="de-DE" sz="1000" dirty="0">
                <a:solidFill>
                  <a:schemeClr val="tx1"/>
                </a:solidFill>
              </a:rPr>
              <a:t> Energy in 100 Worten</a:t>
            </a:r>
          </a:p>
        </p:txBody>
      </p:sp>
      <p:sp>
        <p:nvSpPr>
          <p:cNvPr id="8" name="Rectangle 7">
            <a:extLst>
              <a:ext uri="{FF2B5EF4-FFF2-40B4-BE49-F238E27FC236}">
                <a16:creationId xmlns:a16="http://schemas.microsoft.com/office/drawing/2014/main" id="{45D13A8B-366F-4CE0-99C5-0EF724583DB6}"/>
              </a:ext>
            </a:extLst>
          </p:cNvPr>
          <p:cNvSpPr/>
          <p:nvPr/>
        </p:nvSpPr>
        <p:spPr>
          <a:xfrm>
            <a:off x="-4228505" y="3842334"/>
            <a:ext cx="3073239" cy="3415688"/>
          </a:xfrm>
          <a:prstGeom prst="rect">
            <a:avLst/>
          </a:prstGeom>
          <a:noFill/>
        </p:spPr>
        <p:txBody>
          <a:bodyPr wrap="square" lIns="72000" tIns="36000" rIns="72000" bIns="36000" rtlCol="0" anchor="t">
            <a:noAutofit/>
          </a:bodyPr>
          <a:lstStyle/>
          <a:p>
            <a:pPr>
              <a:lnSpc>
                <a:spcPct val="107000"/>
              </a:lnSpc>
              <a:spcAft>
                <a:spcPts val="800"/>
              </a:spcAft>
            </a:pPr>
            <a:r>
              <a:rPr lang="de-DE" sz="1050" dirty="0">
                <a:effectLst/>
                <a:ea typeface="Calibri" panose="020F0502020204030204" pitchFamily="34" charset="0"/>
                <a:cs typeface="Arial" panose="020B0604020202020204" pitchFamily="34" charset="0"/>
              </a:rPr>
              <a:t>Open House </a:t>
            </a:r>
            <a:r>
              <a:rPr lang="de-DE" sz="1050" dirty="0" err="1">
                <a:effectLst/>
                <a:ea typeface="Calibri" panose="020F0502020204030204" pitchFamily="34" charset="0"/>
                <a:cs typeface="Arial" panose="020B0604020202020204" pitchFamily="34" charset="0"/>
              </a:rPr>
              <a:t>of</a:t>
            </a:r>
            <a:r>
              <a:rPr lang="de-DE" sz="1050" dirty="0">
                <a:effectLst/>
                <a:ea typeface="Calibri" panose="020F0502020204030204" pitchFamily="34" charset="0"/>
                <a:cs typeface="Arial" panose="020B0604020202020204" pitchFamily="34" charset="0"/>
              </a:rPr>
              <a:t> Energy ist der </a:t>
            </a:r>
            <a:r>
              <a:rPr lang="de-DE" sz="1050" dirty="0" err="1">
                <a:effectLst/>
                <a:ea typeface="Calibri" panose="020F0502020204030204" pitchFamily="34" charset="0"/>
                <a:cs typeface="Arial" panose="020B0604020202020204" pitchFamily="34" charset="0"/>
              </a:rPr>
              <a:t>Full</a:t>
            </a:r>
            <a:r>
              <a:rPr lang="de-DE" sz="1050" dirty="0">
                <a:effectLst/>
                <a:ea typeface="Calibri" panose="020F0502020204030204" pitchFamily="34" charset="0"/>
                <a:cs typeface="Arial" panose="020B0604020202020204" pitchFamily="34" charset="0"/>
              </a:rPr>
              <a:t>-Service-Dienstleister für Industrie, Logistik und produzierendes Gewerbe, um Energieeffizienz durch den Einsatz hocheffizienter Technologien, nachhaltig zu steigern – garantiert! </a:t>
            </a:r>
          </a:p>
          <a:p>
            <a:pPr>
              <a:lnSpc>
                <a:spcPct val="107000"/>
              </a:lnSpc>
              <a:spcAft>
                <a:spcPts val="800"/>
              </a:spcAft>
            </a:pPr>
            <a:r>
              <a:rPr lang="de-DE" sz="1050" dirty="0">
                <a:effectLst/>
                <a:ea typeface="Calibri" panose="020F0502020204030204" pitchFamily="34" charset="0"/>
                <a:cs typeface="Arial" panose="020B0604020202020204" pitchFamily="34" charset="0"/>
              </a:rPr>
              <a:t>Zu unseren Leistungen gehören Bedarfsanalyse, Qualifikation der Konzepte, Engineering, Beschaffung und Finanzierung der Lösung, die fachgerechte Montage sowie alle damit verbundenen, weiterführenden Services. Energieeffizienz-</a:t>
            </a:r>
            <a:r>
              <a:rPr lang="de-DE" sz="1050" dirty="0" err="1">
                <a:effectLst/>
                <a:ea typeface="Calibri" panose="020F0502020204030204" pitchFamily="34" charset="0"/>
                <a:cs typeface="Arial" panose="020B0604020202020204" pitchFamily="34" charset="0"/>
              </a:rPr>
              <a:t>as</a:t>
            </a:r>
            <a:r>
              <a:rPr lang="de-DE" sz="1050" dirty="0">
                <a:effectLst/>
                <a:ea typeface="Calibri" panose="020F0502020204030204" pitchFamily="34" charset="0"/>
                <a:cs typeface="Arial" panose="020B0604020202020204" pitchFamily="34" charset="0"/>
              </a:rPr>
              <a:t>-a-Service garantiert eine maßgeschneiderte und effiziente Gesamtlösung – bis hin zur Finanzierung.</a:t>
            </a:r>
          </a:p>
          <a:p>
            <a:pPr>
              <a:lnSpc>
                <a:spcPct val="107000"/>
              </a:lnSpc>
              <a:spcAft>
                <a:spcPts val="800"/>
              </a:spcAft>
            </a:pPr>
            <a:r>
              <a:rPr lang="de-DE" sz="1050" dirty="0">
                <a:effectLst/>
                <a:ea typeface="Calibri" panose="020F0502020204030204" pitchFamily="34" charset="0"/>
                <a:cs typeface="Arial" panose="020B0604020202020204" pitchFamily="34" charset="0"/>
              </a:rPr>
              <a:t>Mit der Open House </a:t>
            </a:r>
            <a:r>
              <a:rPr lang="de-DE" sz="1050" dirty="0">
                <a:solidFill>
                  <a:schemeClr val="tx2"/>
                </a:solidFill>
                <a:effectLst/>
                <a:ea typeface="Calibri" panose="020F0502020204030204" pitchFamily="34" charset="0"/>
                <a:cs typeface="Arial" panose="020B0604020202020204" pitchFamily="34" charset="0"/>
              </a:rPr>
              <a:t>E³</a:t>
            </a:r>
            <a:r>
              <a:rPr lang="de-DE" sz="1050" dirty="0">
                <a:effectLst/>
                <a:ea typeface="Calibri" panose="020F0502020204030204" pitchFamily="34" charset="0"/>
                <a:cs typeface="Arial" panose="020B0604020202020204" pitchFamily="34" charset="0"/>
              </a:rPr>
              <a:t>ngine (Energy-Efficiency-Engine) präsentieren wir die erste digitale Plattform zum Management von Energie-Einspar-Ideen und deren Realisierung. Sie stellt eine automatisierte Qualifizierung von Einspar-Ideen sicher – und verbindet alle Player im Ökosystem, um die beste Lösung zu finden. </a:t>
            </a:r>
          </a:p>
        </p:txBody>
      </p:sp>
      <p:sp>
        <p:nvSpPr>
          <p:cNvPr id="20" name="Rechteck 32">
            <a:hlinkClick r:id="rId3" action="ppaction://hlinksldjump"/>
            <a:extLst>
              <a:ext uri="{FF2B5EF4-FFF2-40B4-BE49-F238E27FC236}">
                <a16:creationId xmlns:a16="http://schemas.microsoft.com/office/drawing/2014/main" id="{84583E61-811C-4EB7-8D4A-A38119696006}"/>
              </a:ext>
            </a:extLst>
          </p:cNvPr>
          <p:cNvSpPr/>
          <p:nvPr/>
        </p:nvSpPr>
        <p:spPr>
          <a:xfrm>
            <a:off x="1104900" y="680949"/>
            <a:ext cx="119063" cy="219163"/>
          </a:xfrm>
          <a:prstGeom prst="rect">
            <a:avLst/>
          </a:prstGeom>
          <a:solidFill>
            <a:schemeClr val="accent6">
              <a:alpha val="0"/>
            </a:schemeClr>
          </a:solidFill>
          <a:ln w="19050">
            <a:noFill/>
          </a:ln>
        </p:spPr>
        <p:txBody>
          <a:bodyPr wrap="none" lIns="36000" tIns="72000" bIns="72000" anchor="ctr">
            <a:noAutofit/>
          </a:bodyPr>
          <a:lstStyle/>
          <a:p>
            <a:pPr>
              <a:lnSpc>
                <a:spcPct val="90000"/>
              </a:lnSpc>
            </a:pPr>
            <a:endParaRPr lang="en-GB" sz="1000" dirty="0">
              <a:solidFill>
                <a:schemeClr val="bg1"/>
              </a:solidFill>
            </a:endParaRPr>
          </a:p>
        </p:txBody>
      </p:sp>
      <p:sp>
        <p:nvSpPr>
          <p:cNvPr id="25" name="TextBox 24">
            <a:extLst>
              <a:ext uri="{FF2B5EF4-FFF2-40B4-BE49-F238E27FC236}">
                <a16:creationId xmlns:a16="http://schemas.microsoft.com/office/drawing/2014/main" id="{0FB400BD-AD69-40B9-98A8-AA1EFB47EA05}"/>
              </a:ext>
            </a:extLst>
          </p:cNvPr>
          <p:cNvSpPr txBox="1"/>
          <p:nvPr/>
        </p:nvSpPr>
        <p:spPr>
          <a:xfrm>
            <a:off x="2028825" y="4425282"/>
            <a:ext cx="473206" cy="258532"/>
          </a:xfrm>
          <a:prstGeom prst="rect">
            <a:avLst/>
          </a:prstGeom>
          <a:solidFill>
            <a:srgbClr val="FFFF00"/>
          </a:solidFill>
        </p:spPr>
        <p:txBody>
          <a:bodyPr wrap="none" rtlCol="0">
            <a:spAutoFit/>
          </a:bodyPr>
          <a:lstStyle/>
          <a:p>
            <a:pPr algn="l">
              <a:lnSpc>
                <a:spcPct val="90000"/>
              </a:lnSpc>
            </a:pPr>
            <a:r>
              <a:rPr lang="en-US" sz="1200" i="1" dirty="0">
                <a:solidFill>
                  <a:srgbClr val="7030A0"/>
                </a:solidFill>
              </a:rPr>
              <a:t>WEB</a:t>
            </a:r>
          </a:p>
        </p:txBody>
      </p:sp>
      <p:sp>
        <p:nvSpPr>
          <p:cNvPr id="26" name="Rectangle 25">
            <a:extLst>
              <a:ext uri="{FF2B5EF4-FFF2-40B4-BE49-F238E27FC236}">
                <a16:creationId xmlns:a16="http://schemas.microsoft.com/office/drawing/2014/main" id="{F6674E1A-F004-46D4-AC51-4C9A6132E7AF}"/>
              </a:ext>
            </a:extLst>
          </p:cNvPr>
          <p:cNvSpPr/>
          <p:nvPr/>
        </p:nvSpPr>
        <p:spPr>
          <a:xfrm>
            <a:off x="-4234502" y="66299"/>
            <a:ext cx="3405187" cy="3415688"/>
          </a:xfrm>
          <a:prstGeom prst="rect">
            <a:avLst/>
          </a:prstGeom>
          <a:noFill/>
        </p:spPr>
        <p:txBody>
          <a:bodyPr wrap="square" lIns="72000" tIns="36000" rIns="72000" bIns="36000" rtlCol="0" anchor="t">
            <a:noAutofit/>
          </a:bodyPr>
          <a:lstStyle/>
          <a:p>
            <a:pPr rtl="0">
              <a:lnSpc>
                <a:spcPct val="90000"/>
              </a:lnSpc>
              <a:spcAft>
                <a:spcPts val="400"/>
              </a:spcAft>
            </a:pPr>
            <a:r>
              <a:rPr lang="de-DE" sz="1100" dirty="0">
                <a:solidFill>
                  <a:schemeClr val="bg2"/>
                </a:solidFill>
                <a:effectLst/>
              </a:rPr>
              <a:t>Open House </a:t>
            </a:r>
            <a:r>
              <a:rPr lang="de-DE" sz="1100" dirty="0" err="1">
                <a:solidFill>
                  <a:schemeClr val="bg2"/>
                </a:solidFill>
                <a:effectLst/>
              </a:rPr>
              <a:t>of</a:t>
            </a:r>
            <a:r>
              <a:rPr lang="de-DE" sz="1100" dirty="0">
                <a:solidFill>
                  <a:schemeClr val="bg2"/>
                </a:solidFill>
                <a:effectLst/>
              </a:rPr>
              <a:t> Energy ist der</a:t>
            </a:r>
            <a:r>
              <a:rPr lang="de-DE" sz="1100" dirty="0">
                <a:solidFill>
                  <a:schemeClr val="accent3"/>
                </a:solidFill>
                <a:effectLst/>
              </a:rPr>
              <a:t> </a:t>
            </a:r>
            <a:r>
              <a:rPr lang="de-DE" sz="1100" strike="sngStrike" dirty="0">
                <a:solidFill>
                  <a:schemeClr val="accent3"/>
                </a:solidFill>
                <a:effectLst/>
              </a:rPr>
              <a:t>innovative und zuverlässige </a:t>
            </a:r>
            <a:r>
              <a:rPr lang="de-DE" sz="1100" dirty="0">
                <a:solidFill>
                  <a:schemeClr val="bg2"/>
                </a:solidFill>
                <a:effectLst/>
              </a:rPr>
              <a:t>Partner für Industrie, Logistik und produzierendes Gewerbe, </a:t>
            </a:r>
            <a:br>
              <a:rPr lang="de-DE" sz="1100" dirty="0">
                <a:solidFill>
                  <a:schemeClr val="bg2"/>
                </a:solidFill>
                <a:effectLst/>
              </a:rPr>
            </a:br>
            <a:r>
              <a:rPr lang="de-DE" sz="1100" dirty="0">
                <a:solidFill>
                  <a:schemeClr val="bg2"/>
                </a:solidFill>
                <a:effectLst/>
              </a:rPr>
              <a:t>um </a:t>
            </a:r>
            <a:r>
              <a:rPr lang="de-DE" sz="1100" b="1" dirty="0">
                <a:solidFill>
                  <a:schemeClr val="bg2"/>
                </a:solidFill>
                <a:effectLst/>
              </a:rPr>
              <a:t>Energieverbräuche nachhaltig zu senken</a:t>
            </a:r>
            <a:r>
              <a:rPr lang="de-DE" sz="1100" dirty="0">
                <a:solidFill>
                  <a:schemeClr val="bg2"/>
                </a:solidFill>
                <a:effectLst/>
              </a:rPr>
              <a:t>. </a:t>
            </a:r>
          </a:p>
          <a:p>
            <a:pPr>
              <a:lnSpc>
                <a:spcPct val="90000"/>
              </a:lnSpc>
              <a:spcAft>
                <a:spcPts val="400"/>
              </a:spcAft>
            </a:pPr>
            <a:r>
              <a:rPr lang="de-DE" sz="1100" dirty="0">
                <a:solidFill>
                  <a:schemeClr val="bg2"/>
                </a:solidFill>
                <a:effectLst/>
              </a:rPr>
              <a:t>Als </a:t>
            </a:r>
            <a:r>
              <a:rPr lang="de-DE" sz="1100" b="1" dirty="0" err="1">
                <a:solidFill>
                  <a:schemeClr val="bg2"/>
                </a:solidFill>
                <a:effectLst/>
              </a:rPr>
              <a:t>Full</a:t>
            </a:r>
            <a:r>
              <a:rPr lang="de-DE" sz="1100" b="1" dirty="0">
                <a:solidFill>
                  <a:schemeClr val="bg2"/>
                </a:solidFill>
                <a:effectLst/>
              </a:rPr>
              <a:t>-Service-Dienstleister</a:t>
            </a:r>
            <a:r>
              <a:rPr lang="de-DE" sz="1100" dirty="0">
                <a:solidFill>
                  <a:schemeClr val="bg2"/>
                </a:solidFill>
                <a:effectLst/>
              </a:rPr>
              <a:t> für Energieeffizienz garantieren </a:t>
            </a:r>
            <a:r>
              <a:rPr lang="de-DE" sz="1100" dirty="0">
                <a:solidFill>
                  <a:schemeClr val="bg2"/>
                </a:solidFill>
              </a:rPr>
              <a:t>wir seit vielen Jahren, durch den Einsatz hocheffizienter Technologien, </a:t>
            </a:r>
            <a:r>
              <a:rPr lang="de-DE" sz="1100" dirty="0">
                <a:solidFill>
                  <a:schemeClr val="bg2"/>
                </a:solidFill>
                <a:effectLst/>
              </a:rPr>
              <a:t>Energiekosten spürbar einzusparen!</a:t>
            </a:r>
          </a:p>
          <a:p>
            <a:pPr rtl="0">
              <a:lnSpc>
                <a:spcPct val="90000"/>
              </a:lnSpc>
              <a:spcAft>
                <a:spcPts val="400"/>
              </a:spcAft>
            </a:pPr>
            <a:r>
              <a:rPr lang="de-DE" sz="1100" dirty="0">
                <a:solidFill>
                  <a:schemeClr val="bg2"/>
                </a:solidFill>
                <a:effectLst/>
              </a:rPr>
              <a:t>Zu unseren Leistungen gehören Bedarfsanalyse, Qualifikation der Konzepte, Engineering, Beschaffung und Finanzierung der Lösung, die fachgerechte Montage sowie alle damit verbundenen, weiterführenden Services. </a:t>
            </a:r>
          </a:p>
          <a:p>
            <a:pPr rtl="0">
              <a:lnSpc>
                <a:spcPct val="90000"/>
              </a:lnSpc>
              <a:spcAft>
                <a:spcPts val="400"/>
              </a:spcAft>
            </a:pPr>
            <a:r>
              <a:rPr lang="de-DE" sz="1100" dirty="0">
                <a:solidFill>
                  <a:schemeClr val="bg2"/>
                </a:solidFill>
                <a:effectLst/>
              </a:rPr>
              <a:t>Mit der </a:t>
            </a:r>
            <a:r>
              <a:rPr lang="de-DE" sz="1100" b="1" dirty="0">
                <a:solidFill>
                  <a:schemeClr val="bg2"/>
                </a:solidFill>
                <a:effectLst/>
              </a:rPr>
              <a:t>Open House </a:t>
            </a:r>
            <a:r>
              <a:rPr lang="de-DE" sz="1100" b="1" dirty="0">
                <a:solidFill>
                  <a:schemeClr val="accent6"/>
                </a:solidFill>
                <a:effectLst/>
              </a:rPr>
              <a:t>E</a:t>
            </a:r>
            <a:r>
              <a:rPr lang="de-DE" sz="1100" b="1" baseline="30000" dirty="0">
                <a:solidFill>
                  <a:schemeClr val="accent6"/>
                </a:solidFill>
                <a:effectLst/>
              </a:rPr>
              <a:t>³</a:t>
            </a:r>
            <a:r>
              <a:rPr lang="de-DE" sz="1100" b="1" dirty="0">
                <a:solidFill>
                  <a:schemeClr val="bg2"/>
                </a:solidFill>
              </a:rPr>
              <a:t>n</a:t>
            </a:r>
            <a:r>
              <a:rPr lang="de-DE" sz="1100" b="1" dirty="0">
                <a:solidFill>
                  <a:schemeClr val="bg2"/>
                </a:solidFill>
                <a:effectLst/>
              </a:rPr>
              <a:t>gine </a:t>
            </a:r>
            <a:r>
              <a:rPr lang="de-DE" sz="1100" dirty="0">
                <a:solidFill>
                  <a:schemeClr val="bg2"/>
                </a:solidFill>
                <a:effectLst/>
              </a:rPr>
              <a:t>(Energy-Efficiency-Engine) präsentieren wir die erste digitale Plattform zum Management von Energie-Einspar-Ideen und deren Realisierung. Sie stellt eine automatisierte Qualifizierung von Einspar-Ideen sicher – und verbindet alle Player im Ökosystem, um die beste </a:t>
            </a:r>
            <a:r>
              <a:rPr lang="de-DE" sz="1100" strike="sngStrike" dirty="0">
                <a:solidFill>
                  <a:schemeClr val="bg2"/>
                </a:solidFill>
                <a:effectLst/>
              </a:rPr>
              <a:t>bestmöglich passende</a:t>
            </a:r>
            <a:r>
              <a:rPr lang="de-DE" sz="1100" dirty="0">
                <a:solidFill>
                  <a:schemeClr val="bg2"/>
                </a:solidFill>
                <a:effectLst/>
              </a:rPr>
              <a:t> Lösung zu finden. </a:t>
            </a:r>
          </a:p>
          <a:p>
            <a:pPr rtl="0">
              <a:lnSpc>
                <a:spcPct val="90000"/>
              </a:lnSpc>
              <a:spcAft>
                <a:spcPts val="400"/>
              </a:spcAft>
            </a:pPr>
            <a:r>
              <a:rPr lang="de-DE" sz="1100" dirty="0">
                <a:solidFill>
                  <a:schemeClr val="bg2"/>
                </a:solidFill>
                <a:effectLst/>
              </a:rPr>
              <a:t>Im Energieeffizienz-</a:t>
            </a:r>
            <a:r>
              <a:rPr lang="de-DE" sz="1100" dirty="0" err="1">
                <a:solidFill>
                  <a:schemeClr val="bg2"/>
                </a:solidFill>
                <a:effectLst/>
              </a:rPr>
              <a:t>as</a:t>
            </a:r>
            <a:r>
              <a:rPr lang="de-DE" sz="1100" dirty="0">
                <a:solidFill>
                  <a:schemeClr val="bg2"/>
                </a:solidFill>
                <a:effectLst/>
              </a:rPr>
              <a:t>-a-Service-Model stellen wir die von Ihnen benötigten effizienten Technologielösungen maßgeschneidert bereit. </a:t>
            </a:r>
            <a:r>
              <a:rPr lang="de-DE" sz="1100" dirty="0">
                <a:solidFill>
                  <a:schemeClr val="accent3"/>
                </a:solidFill>
                <a:effectLst/>
              </a:rPr>
              <a:t>Ähnlich wie bei Cloud-Services mieten die Kunden die benötigte Leistung, ohne eigene Budgets zu belasten. </a:t>
            </a:r>
          </a:p>
          <a:p>
            <a:pPr rtl="0">
              <a:lnSpc>
                <a:spcPct val="90000"/>
              </a:lnSpc>
              <a:spcAft>
                <a:spcPts val="400"/>
              </a:spcAft>
            </a:pPr>
            <a:br>
              <a:rPr lang="de-DE" sz="1100" dirty="0">
                <a:solidFill>
                  <a:schemeClr val="bg2"/>
                </a:solidFill>
              </a:rPr>
            </a:br>
            <a:endParaRPr lang="de-DE" sz="1100" dirty="0">
              <a:solidFill>
                <a:schemeClr val="bg2"/>
              </a:solidFill>
            </a:endParaRPr>
          </a:p>
        </p:txBody>
      </p:sp>
      <p:sp>
        <p:nvSpPr>
          <p:cNvPr id="3" name="Oval 2">
            <a:extLst>
              <a:ext uri="{FF2B5EF4-FFF2-40B4-BE49-F238E27FC236}">
                <a16:creationId xmlns:a16="http://schemas.microsoft.com/office/drawing/2014/main" id="{1AADA1EB-A734-4225-8631-2EAE6726DBFF}"/>
              </a:ext>
            </a:extLst>
          </p:cNvPr>
          <p:cNvSpPr/>
          <p:nvPr/>
        </p:nvSpPr>
        <p:spPr>
          <a:xfrm>
            <a:off x="8638523" y="2549371"/>
            <a:ext cx="721376" cy="721376"/>
          </a:xfrm>
          <a:prstGeom prst="ellipse">
            <a:avLst/>
          </a:prstGeom>
          <a:solidFill>
            <a:srgbClr val="FFFF00"/>
          </a:solidFill>
        </p:spPr>
        <p:txBody>
          <a:bodyPr wrap="square" lIns="72000" tIns="36000" rIns="72000" bIns="36000" rtlCol="0" anchor="ctr">
            <a:noAutofit/>
          </a:bodyPr>
          <a:lstStyle/>
          <a:p>
            <a:pPr algn="l" defTabSz="307644" hangingPunct="0">
              <a:lnSpc>
                <a:spcPct val="90000"/>
              </a:lnSpc>
              <a:spcAft>
                <a:spcPts val="596"/>
              </a:spcAft>
              <a:buClr>
                <a:srgbClr val="E6513E"/>
              </a:buClr>
            </a:pPr>
            <a:r>
              <a:rPr lang="de-DE" sz="1000" dirty="0">
                <a:latin typeface="+mj-lt"/>
                <a:ea typeface="Nokia Pure Text" panose="020B0504040602060303" pitchFamily="34" charset="0"/>
                <a:cs typeface="Nokia Pure Text" panose="020B0504040602060303" pitchFamily="34" charset="0"/>
                <a:sym typeface="Helvetica Neue" charset="0"/>
              </a:rPr>
              <a:t>WEB</a:t>
            </a:r>
          </a:p>
        </p:txBody>
      </p:sp>
      <p:sp>
        <p:nvSpPr>
          <p:cNvPr id="4" name="Textfeld 3">
            <a:extLst>
              <a:ext uri="{FF2B5EF4-FFF2-40B4-BE49-F238E27FC236}">
                <a16:creationId xmlns:a16="http://schemas.microsoft.com/office/drawing/2014/main" id="{48A7C311-D82A-4D28-83DB-18AA4C8BC5BC}"/>
              </a:ext>
            </a:extLst>
          </p:cNvPr>
          <p:cNvSpPr txBox="1"/>
          <p:nvPr/>
        </p:nvSpPr>
        <p:spPr>
          <a:xfrm>
            <a:off x="1164431" y="1090800"/>
            <a:ext cx="3026706" cy="3414012"/>
          </a:xfrm>
          <a:prstGeom prst="rect">
            <a:avLst/>
          </a:prstGeom>
          <a:noFill/>
        </p:spPr>
        <p:txBody>
          <a:bodyPr wrap="square" rtlCol="0">
            <a:spAutoFit/>
          </a:bodyPr>
          <a:lstStyle/>
          <a:p>
            <a:pPr>
              <a:lnSpc>
                <a:spcPct val="107000"/>
              </a:lnSpc>
              <a:spcAft>
                <a:spcPts val="800"/>
              </a:spcAft>
            </a:pPr>
            <a:r>
              <a:rPr lang="de-DE" sz="1050" dirty="0">
                <a:effectLst/>
                <a:latin typeface="Calibri" panose="020F0502020204030204" pitchFamily="34" charset="0"/>
                <a:ea typeface="Calibri" panose="020F0502020204030204" pitchFamily="34" charset="0"/>
                <a:cs typeface="Arial" panose="020B0604020202020204" pitchFamily="34" charset="0"/>
              </a:rPr>
              <a:t>Open House </a:t>
            </a:r>
            <a:r>
              <a:rPr lang="de-DE" sz="1050" dirty="0" err="1">
                <a:effectLst/>
                <a:latin typeface="Calibri" panose="020F0502020204030204" pitchFamily="34" charset="0"/>
                <a:ea typeface="Calibri" panose="020F0502020204030204" pitchFamily="34" charset="0"/>
                <a:cs typeface="Arial" panose="020B0604020202020204" pitchFamily="34" charset="0"/>
              </a:rPr>
              <a:t>of</a:t>
            </a:r>
            <a:r>
              <a:rPr lang="de-DE" sz="1050" dirty="0">
                <a:effectLst/>
                <a:latin typeface="Calibri" panose="020F0502020204030204" pitchFamily="34" charset="0"/>
                <a:ea typeface="Calibri" panose="020F0502020204030204" pitchFamily="34" charset="0"/>
                <a:cs typeface="Arial" panose="020B0604020202020204" pitchFamily="34" charset="0"/>
              </a:rPr>
              <a:t> Energy ist innovativer Partner der Industrie zur Senkung von Energiekosten im Umfeld der Fertigung. Open House </a:t>
            </a:r>
            <a:r>
              <a:rPr lang="de-DE" sz="1050" dirty="0" err="1">
                <a:effectLst/>
                <a:latin typeface="Calibri" panose="020F0502020204030204" pitchFamily="34" charset="0"/>
                <a:ea typeface="Calibri" panose="020F0502020204030204" pitchFamily="34" charset="0"/>
                <a:cs typeface="Arial" panose="020B0604020202020204" pitchFamily="34" charset="0"/>
              </a:rPr>
              <a:t>of</a:t>
            </a:r>
            <a:r>
              <a:rPr lang="de-DE" sz="1050" dirty="0">
                <a:effectLst/>
                <a:latin typeface="Calibri" panose="020F0502020204030204" pitchFamily="34" charset="0"/>
                <a:ea typeface="Calibri" panose="020F0502020204030204" pitchFamily="34" charset="0"/>
                <a:cs typeface="Arial" panose="020B0604020202020204" pitchFamily="34" charset="0"/>
              </a:rPr>
              <a:t> Energy ist Lösungsanbieter für Energieeinsparung und spezialisiert in der Umrüstung von Bestandsanlagen und Technologien. Wir bieten Projektmanagement und Technologie-Kompetenz. Unsere Kunden erhalten eine Evaluierung neuer, adäquater Technologien, und profitieren von Energie Einsparungen in einem kontinuierlichen Prozess. </a:t>
            </a:r>
          </a:p>
          <a:p>
            <a:pPr>
              <a:lnSpc>
                <a:spcPct val="107000"/>
              </a:lnSpc>
              <a:spcAft>
                <a:spcPts val="800"/>
              </a:spcAft>
            </a:pPr>
            <a:r>
              <a:rPr lang="de-DE" sz="1050" dirty="0">
                <a:effectLst/>
                <a:latin typeface="Calibri" panose="020F0502020204030204" pitchFamily="34" charset="0"/>
                <a:ea typeface="Calibri" panose="020F0502020204030204" pitchFamily="34" charset="0"/>
                <a:cs typeface="Arial" panose="020B0604020202020204" pitchFamily="34" charset="0"/>
              </a:rPr>
              <a:t>Open House setzt auf die </a:t>
            </a:r>
            <a:r>
              <a:rPr lang="de-DE" sz="1050" b="1" dirty="0">
                <a:effectLst/>
                <a:latin typeface="Calibri" panose="020F0502020204030204" pitchFamily="34" charset="0"/>
                <a:ea typeface="Calibri" panose="020F0502020204030204" pitchFamily="34" charset="0"/>
                <a:cs typeface="Arial" panose="020B0604020202020204" pitchFamily="34" charset="0"/>
              </a:rPr>
              <a:t>Schwarmintelligenz</a:t>
            </a:r>
            <a:r>
              <a:rPr lang="de-DE" sz="1050" dirty="0">
                <a:effectLst/>
                <a:latin typeface="Calibri" panose="020F0502020204030204" pitchFamily="34" charset="0"/>
                <a:ea typeface="Calibri" panose="020F0502020204030204" pitchFamily="34" charset="0"/>
                <a:cs typeface="Arial" panose="020B0604020202020204" pitchFamily="34" charset="0"/>
              </a:rPr>
              <a:t> aller Player im Ökosystem und auf </a:t>
            </a:r>
            <a:r>
              <a:rPr lang="de-DE" sz="1050" b="1" dirty="0">
                <a:effectLst/>
                <a:latin typeface="Calibri" panose="020F0502020204030204" pitchFamily="34" charset="0"/>
                <a:ea typeface="Calibri" panose="020F0502020204030204" pitchFamily="34" charset="0"/>
                <a:cs typeface="Arial" panose="020B0604020202020204" pitchFamily="34" charset="0"/>
              </a:rPr>
              <a:t>Digitalisierung</a:t>
            </a:r>
            <a:r>
              <a:rPr lang="de-DE" sz="1050" dirty="0">
                <a:effectLst/>
                <a:latin typeface="Calibri" panose="020F0502020204030204" pitchFamily="34" charset="0"/>
                <a:ea typeface="Calibri" panose="020F0502020204030204" pitchFamily="34" charset="0"/>
                <a:cs typeface="Arial" panose="020B0604020202020204" pitchFamily="34" charset="0"/>
              </a:rPr>
              <a:t>, um Einsparungen schnell zu qualifizieren, zu bewerten und umzusetzen. </a:t>
            </a:r>
          </a:p>
          <a:p>
            <a:pPr>
              <a:lnSpc>
                <a:spcPct val="107000"/>
              </a:lnSpc>
              <a:spcAft>
                <a:spcPts val="800"/>
              </a:spcAft>
            </a:pPr>
            <a:endParaRPr lang="de-DE" sz="105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de-DE" sz="1050" dirty="0">
                <a:effectLst/>
                <a:latin typeface="Calibri" panose="020F0502020204030204" pitchFamily="34" charset="0"/>
                <a:ea typeface="Calibri" panose="020F0502020204030204" pitchFamily="34" charset="0"/>
                <a:cs typeface="Arial" panose="020B0604020202020204" pitchFamily="34" charset="0"/>
              </a:rPr>
              <a:t>Stand 11/2021 – abgestimmt </a:t>
            </a:r>
            <a:r>
              <a:rPr lang="de-DE" sz="1050" dirty="0" err="1">
                <a:effectLst/>
                <a:latin typeface="Calibri" panose="020F0502020204030204" pitchFamily="34" charset="0"/>
                <a:ea typeface="Calibri" panose="020F0502020204030204" pitchFamily="34" charset="0"/>
                <a:cs typeface="Arial" panose="020B0604020202020204" pitchFamily="34" charset="0"/>
              </a:rPr>
              <a:t>S.Dorfner</a:t>
            </a:r>
            <a:r>
              <a:rPr lang="de-DE" sz="1050" dirty="0">
                <a:effectLst/>
                <a:latin typeface="Calibri" panose="020F0502020204030204" pitchFamily="34" charset="0"/>
                <a:ea typeface="Calibri" panose="020F0502020204030204" pitchFamily="34" charset="0"/>
                <a:cs typeface="Arial" panose="020B0604020202020204" pitchFamily="34" charset="0"/>
              </a:rPr>
              <a:t> / </a:t>
            </a:r>
            <a:r>
              <a:rPr lang="de-DE" sz="1050" dirty="0" err="1">
                <a:effectLst/>
                <a:latin typeface="Calibri" panose="020F0502020204030204" pitchFamily="34" charset="0"/>
                <a:ea typeface="Calibri" panose="020F0502020204030204" pitchFamily="34" charset="0"/>
                <a:cs typeface="Arial" panose="020B0604020202020204" pitchFamily="34" charset="0"/>
              </a:rPr>
              <a:t>G.Uzer</a:t>
            </a:r>
            <a:endParaRPr lang="de-DE" sz="1050" dirty="0">
              <a:effectLst/>
              <a:latin typeface="Calibri" panose="020F0502020204030204" pitchFamily="34" charset="0"/>
              <a:ea typeface="Calibri" panose="020F0502020204030204" pitchFamily="34" charset="0"/>
              <a:cs typeface="Arial" panose="020B0604020202020204" pitchFamily="34" charset="0"/>
            </a:endParaRPr>
          </a:p>
          <a:p>
            <a:pPr algn="l">
              <a:lnSpc>
                <a:spcPct val="90000"/>
              </a:lnSpc>
              <a:spcAft>
                <a:spcPts val="400"/>
              </a:spcAft>
            </a:pPr>
            <a:endParaRPr lang="de-DE" sz="1050" dirty="0"/>
          </a:p>
        </p:txBody>
      </p:sp>
    </p:spTree>
    <p:extLst>
      <p:ext uri="{BB962C8B-B14F-4D97-AF65-F5344CB8AC3E}">
        <p14:creationId xmlns:p14="http://schemas.microsoft.com/office/powerpoint/2010/main" val="2055924579"/>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a16="http://schemas.microsoft.com/office/drawing/2014/main" id="{D8B9F4AF-10F9-4FDA-94F8-F5769C146B43}"/>
              </a:ext>
            </a:extLst>
          </p:cNvPr>
          <p:cNvGrpSpPr/>
          <p:nvPr/>
        </p:nvGrpSpPr>
        <p:grpSpPr>
          <a:xfrm>
            <a:off x="7222312" y="1164853"/>
            <a:ext cx="938490" cy="632685"/>
            <a:chOff x="8163072" y="1425461"/>
            <a:chExt cx="1251320" cy="843580"/>
          </a:xfrm>
        </p:grpSpPr>
        <p:sp>
          <p:nvSpPr>
            <p:cNvPr id="52" name="Rechteck 58">
              <a:extLst>
                <a:ext uri="{FF2B5EF4-FFF2-40B4-BE49-F238E27FC236}">
                  <a16:creationId xmlns:a16="http://schemas.microsoft.com/office/drawing/2014/main" id="{48A3FE71-241E-41E1-8E0E-9C0B29A493D7}"/>
                </a:ext>
              </a:extLst>
            </p:cNvPr>
            <p:cNvSpPr/>
            <p:nvPr/>
          </p:nvSpPr>
          <p:spPr>
            <a:xfrm>
              <a:off x="8163072" y="1425461"/>
              <a:ext cx="1251320" cy="843580"/>
            </a:xfrm>
            <a:prstGeom prst="rect">
              <a:avLst/>
            </a:prstGeom>
            <a:blipFill dpi="0" rotWithShape="1">
              <a:blip r:embed="rId3" cstate="screen">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a:stretch>
                <a:fillRect/>
              </a:stretch>
            </a:blipFill>
            <a:ln>
              <a:noFill/>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endParaRPr lang="en-US" sz="1800" dirty="0">
                <a:solidFill>
                  <a:srgbClr val="F0A51E"/>
                </a:solidFill>
              </a:endParaRPr>
            </a:p>
          </p:txBody>
        </p:sp>
        <p:grpSp>
          <p:nvGrpSpPr>
            <p:cNvPr id="54" name="Group 53">
              <a:extLst>
                <a:ext uri="{FF2B5EF4-FFF2-40B4-BE49-F238E27FC236}">
                  <a16:creationId xmlns:a16="http://schemas.microsoft.com/office/drawing/2014/main" id="{30946A93-4595-4E5D-8DC3-A953B1B10799}"/>
                </a:ext>
              </a:extLst>
            </p:cNvPr>
            <p:cNvGrpSpPr>
              <a:grpSpLocks noChangeAspect="1"/>
            </p:cNvGrpSpPr>
            <p:nvPr/>
          </p:nvGrpSpPr>
          <p:grpSpPr>
            <a:xfrm>
              <a:off x="8407452" y="1555846"/>
              <a:ext cx="851823" cy="568073"/>
              <a:chOff x="2947569" y="1486378"/>
              <a:chExt cx="1795881" cy="1197656"/>
            </a:xfrm>
            <a:solidFill>
              <a:schemeClr val="bg1"/>
            </a:solidFill>
          </p:grpSpPr>
          <p:sp>
            <p:nvSpPr>
              <p:cNvPr id="56" name="Freeform: Shape 55">
                <a:extLst>
                  <a:ext uri="{FF2B5EF4-FFF2-40B4-BE49-F238E27FC236}">
                    <a16:creationId xmlns:a16="http://schemas.microsoft.com/office/drawing/2014/main" id="{F45F2829-8153-4EEE-BE34-618853F3834A}"/>
                  </a:ext>
                </a:extLst>
              </p:cNvPr>
              <p:cNvSpPr/>
              <p:nvPr/>
            </p:nvSpPr>
            <p:spPr>
              <a:xfrm>
                <a:off x="3976213" y="1486378"/>
                <a:ext cx="767237" cy="767236"/>
              </a:xfrm>
              <a:custGeom>
                <a:avLst/>
                <a:gdLst>
                  <a:gd name="connsiteX0" fmla="*/ 153291 w 2650554"/>
                  <a:gd name="connsiteY0" fmla="*/ 707403 h 2650554"/>
                  <a:gd name="connsiteX1" fmla="*/ 153291 w 2650554"/>
                  <a:gd name="connsiteY1" fmla="*/ 1943152 h 2650554"/>
                  <a:gd name="connsiteX2" fmla="*/ 104147 w 2650554"/>
                  <a:gd name="connsiteY2" fmla="*/ 1841135 h 2650554"/>
                  <a:gd name="connsiteX3" fmla="*/ 0 w 2650554"/>
                  <a:gd name="connsiteY3" fmla="*/ 1325277 h 2650554"/>
                  <a:gd name="connsiteX4" fmla="*/ 104147 w 2650554"/>
                  <a:gd name="connsiteY4" fmla="*/ 809420 h 2650554"/>
                  <a:gd name="connsiteX5" fmla="*/ 1325277 w 2650554"/>
                  <a:gd name="connsiteY5" fmla="*/ 0 h 2650554"/>
                  <a:gd name="connsiteX6" fmla="*/ 2650554 w 2650554"/>
                  <a:gd name="connsiteY6" fmla="*/ 1325277 h 2650554"/>
                  <a:gd name="connsiteX7" fmla="*/ 1325277 w 2650554"/>
                  <a:gd name="connsiteY7" fmla="*/ 2650554 h 2650554"/>
                  <a:gd name="connsiteX8" fmla="*/ 302629 w 2650554"/>
                  <a:gd name="connsiteY8" fmla="*/ 2168276 h 2650554"/>
                  <a:gd name="connsiteX9" fmla="*/ 252590 w 2650554"/>
                  <a:gd name="connsiteY9" fmla="*/ 2101360 h 2650554"/>
                  <a:gd name="connsiteX10" fmla="*/ 363376 w 2650554"/>
                  <a:gd name="connsiteY10" fmla="*/ 2101360 h 2650554"/>
                  <a:gd name="connsiteX11" fmla="*/ 729428 w 2650554"/>
                  <a:gd name="connsiteY11" fmla="*/ 2101360 h 2650554"/>
                  <a:gd name="connsiteX12" fmla="*/ 729428 w 2650554"/>
                  <a:gd name="connsiteY12" fmla="*/ 1931019 h 2650554"/>
                  <a:gd name="connsiteX13" fmla="*/ 363376 w 2650554"/>
                  <a:gd name="connsiteY13" fmla="*/ 1931019 h 2650554"/>
                  <a:gd name="connsiteX14" fmla="*/ 363376 w 2650554"/>
                  <a:gd name="connsiteY14" fmla="*/ 1373934 h 2650554"/>
                  <a:gd name="connsiteX15" fmla="*/ 684601 w 2650554"/>
                  <a:gd name="connsiteY15" fmla="*/ 1373934 h 2650554"/>
                  <a:gd name="connsiteX16" fmla="*/ 684601 w 2650554"/>
                  <a:gd name="connsiteY16" fmla="*/ 1203593 h 2650554"/>
                  <a:gd name="connsiteX17" fmla="*/ 363376 w 2650554"/>
                  <a:gd name="connsiteY17" fmla="*/ 1203593 h 2650554"/>
                  <a:gd name="connsiteX18" fmla="*/ 363376 w 2650554"/>
                  <a:gd name="connsiteY18" fmla="*/ 679122 h 2650554"/>
                  <a:gd name="connsiteX19" fmla="*/ 729428 w 2650554"/>
                  <a:gd name="connsiteY19" fmla="*/ 679122 h 2650554"/>
                  <a:gd name="connsiteX20" fmla="*/ 729428 w 2650554"/>
                  <a:gd name="connsiteY20" fmla="*/ 508781 h 2650554"/>
                  <a:gd name="connsiteX21" fmla="*/ 363376 w 2650554"/>
                  <a:gd name="connsiteY21" fmla="*/ 508781 h 2650554"/>
                  <a:gd name="connsiteX22" fmla="*/ 282811 w 2650554"/>
                  <a:gd name="connsiteY22" fmla="*/ 508781 h 2650554"/>
                  <a:gd name="connsiteX23" fmla="*/ 302629 w 2650554"/>
                  <a:gd name="connsiteY23" fmla="*/ 482278 h 2650554"/>
                  <a:gd name="connsiteX24" fmla="*/ 1325277 w 2650554"/>
                  <a:gd name="connsiteY24" fmla="*/ 0 h 2650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650554" h="2650554">
                    <a:moveTo>
                      <a:pt x="153291" y="707403"/>
                    </a:moveTo>
                    <a:lnTo>
                      <a:pt x="153291" y="1943152"/>
                    </a:lnTo>
                    <a:lnTo>
                      <a:pt x="104147" y="1841135"/>
                    </a:lnTo>
                    <a:cubicBezTo>
                      <a:pt x="37084" y="1682581"/>
                      <a:pt x="0" y="1508260"/>
                      <a:pt x="0" y="1325277"/>
                    </a:cubicBezTo>
                    <a:cubicBezTo>
                      <a:pt x="0" y="1142295"/>
                      <a:pt x="37084" y="967973"/>
                      <a:pt x="104147" y="809420"/>
                    </a:cubicBezTo>
                    <a:close/>
                    <a:moveTo>
                      <a:pt x="1325277" y="0"/>
                    </a:moveTo>
                    <a:cubicBezTo>
                      <a:pt x="2057207" y="0"/>
                      <a:pt x="2650554" y="593347"/>
                      <a:pt x="2650554" y="1325277"/>
                    </a:cubicBezTo>
                    <a:cubicBezTo>
                      <a:pt x="2650554" y="2057207"/>
                      <a:pt x="2057207" y="2650554"/>
                      <a:pt x="1325277" y="2650554"/>
                    </a:cubicBezTo>
                    <a:cubicBezTo>
                      <a:pt x="913567" y="2650554"/>
                      <a:pt x="545705" y="2462815"/>
                      <a:pt x="302629" y="2168276"/>
                    </a:cubicBezTo>
                    <a:lnTo>
                      <a:pt x="252590" y="2101360"/>
                    </a:lnTo>
                    <a:lnTo>
                      <a:pt x="363376" y="2101360"/>
                    </a:lnTo>
                    <a:lnTo>
                      <a:pt x="729428" y="2101360"/>
                    </a:lnTo>
                    <a:lnTo>
                      <a:pt x="729428" y="1931019"/>
                    </a:lnTo>
                    <a:lnTo>
                      <a:pt x="363376" y="1931019"/>
                    </a:lnTo>
                    <a:lnTo>
                      <a:pt x="363376" y="1373934"/>
                    </a:lnTo>
                    <a:lnTo>
                      <a:pt x="684601" y="1373934"/>
                    </a:lnTo>
                    <a:lnTo>
                      <a:pt x="684601" y="1203593"/>
                    </a:lnTo>
                    <a:lnTo>
                      <a:pt x="363376" y="1203593"/>
                    </a:lnTo>
                    <a:lnTo>
                      <a:pt x="363376" y="679122"/>
                    </a:lnTo>
                    <a:lnTo>
                      <a:pt x="729428" y="679122"/>
                    </a:lnTo>
                    <a:lnTo>
                      <a:pt x="729428" y="508781"/>
                    </a:lnTo>
                    <a:lnTo>
                      <a:pt x="363376" y="508781"/>
                    </a:lnTo>
                    <a:lnTo>
                      <a:pt x="282811" y="508781"/>
                    </a:lnTo>
                    <a:lnTo>
                      <a:pt x="302629" y="482278"/>
                    </a:lnTo>
                    <a:cubicBezTo>
                      <a:pt x="545705" y="187739"/>
                      <a:pt x="913567" y="0"/>
                      <a:pt x="1325277" y="0"/>
                    </a:cubicBezTo>
                    <a:close/>
                  </a:path>
                </a:pathLst>
              </a:custGeom>
              <a:grp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60" name="Freeform: Shape 59">
                <a:extLst>
                  <a:ext uri="{FF2B5EF4-FFF2-40B4-BE49-F238E27FC236}">
                    <a16:creationId xmlns:a16="http://schemas.microsoft.com/office/drawing/2014/main" id="{F92CAFE4-CC93-4D24-BB62-20A227788B0F}"/>
                  </a:ext>
                </a:extLst>
              </p:cNvPr>
              <p:cNvSpPr/>
              <p:nvPr/>
            </p:nvSpPr>
            <p:spPr>
              <a:xfrm>
                <a:off x="2947569" y="1625897"/>
                <a:ext cx="1792582" cy="1058137"/>
              </a:xfrm>
              <a:custGeom>
                <a:avLst/>
                <a:gdLst>
                  <a:gd name="connsiteX0" fmla="*/ 1653463 w 1792582"/>
                  <a:gd name="connsiteY0" fmla="*/ 914845 h 1058137"/>
                  <a:gd name="connsiteX1" fmla="*/ 1638885 w 1792582"/>
                  <a:gd name="connsiteY1" fmla="*/ 954895 h 1058137"/>
                  <a:gd name="connsiteX2" fmla="*/ 1653463 w 1792582"/>
                  <a:gd name="connsiteY2" fmla="*/ 994945 h 1058137"/>
                  <a:gd name="connsiteX3" fmla="*/ 1668040 w 1792582"/>
                  <a:gd name="connsiteY3" fmla="*/ 954895 h 1058137"/>
                  <a:gd name="connsiteX4" fmla="*/ 1653463 w 1792582"/>
                  <a:gd name="connsiteY4" fmla="*/ 914845 h 1058137"/>
                  <a:gd name="connsiteX5" fmla="*/ 166428 w 1792582"/>
                  <a:gd name="connsiteY5" fmla="*/ 914707 h 1058137"/>
                  <a:gd name="connsiteX6" fmla="*/ 151851 w 1792582"/>
                  <a:gd name="connsiteY6" fmla="*/ 954758 h 1058137"/>
                  <a:gd name="connsiteX7" fmla="*/ 166428 w 1792582"/>
                  <a:gd name="connsiteY7" fmla="*/ 994808 h 1058137"/>
                  <a:gd name="connsiteX8" fmla="*/ 181005 w 1792582"/>
                  <a:gd name="connsiteY8" fmla="*/ 954758 h 1058137"/>
                  <a:gd name="connsiteX9" fmla="*/ 166428 w 1792582"/>
                  <a:gd name="connsiteY9" fmla="*/ 914707 h 1058137"/>
                  <a:gd name="connsiteX10" fmla="*/ 1484566 w 1792582"/>
                  <a:gd name="connsiteY10" fmla="*/ 912443 h 1058137"/>
                  <a:gd name="connsiteX11" fmla="*/ 1469642 w 1792582"/>
                  <a:gd name="connsiteY11" fmla="*/ 937376 h 1058137"/>
                  <a:gd name="connsiteX12" fmla="*/ 1469546 w 1792582"/>
                  <a:gd name="connsiteY12" fmla="*/ 942259 h 1058137"/>
                  <a:gd name="connsiteX13" fmla="*/ 1499391 w 1792582"/>
                  <a:gd name="connsiteY13" fmla="*/ 942259 h 1058137"/>
                  <a:gd name="connsiteX14" fmla="*/ 1499206 w 1792582"/>
                  <a:gd name="connsiteY14" fmla="*/ 937354 h 1058137"/>
                  <a:gd name="connsiteX15" fmla="*/ 1484566 w 1792582"/>
                  <a:gd name="connsiteY15" fmla="*/ 912443 h 1058137"/>
                  <a:gd name="connsiteX16" fmla="*/ 1070393 w 1792582"/>
                  <a:gd name="connsiteY16" fmla="*/ 912443 h 1058137"/>
                  <a:gd name="connsiteX17" fmla="*/ 1055156 w 1792582"/>
                  <a:gd name="connsiteY17" fmla="*/ 953247 h 1058137"/>
                  <a:gd name="connsiteX18" fmla="*/ 1070393 w 1792582"/>
                  <a:gd name="connsiteY18" fmla="*/ 994053 h 1058137"/>
                  <a:gd name="connsiteX19" fmla="*/ 1085631 w 1792582"/>
                  <a:gd name="connsiteY19" fmla="*/ 953247 h 1058137"/>
                  <a:gd name="connsiteX20" fmla="*/ 1070393 w 1792582"/>
                  <a:gd name="connsiteY20" fmla="*/ 912443 h 1058137"/>
                  <a:gd name="connsiteX21" fmla="*/ 915496 w 1792582"/>
                  <a:gd name="connsiteY21" fmla="*/ 912443 h 1058137"/>
                  <a:gd name="connsiteX22" fmla="*/ 900573 w 1792582"/>
                  <a:gd name="connsiteY22" fmla="*/ 937376 h 1058137"/>
                  <a:gd name="connsiteX23" fmla="*/ 900476 w 1792582"/>
                  <a:gd name="connsiteY23" fmla="*/ 942259 h 1058137"/>
                  <a:gd name="connsiteX24" fmla="*/ 930321 w 1792582"/>
                  <a:gd name="connsiteY24" fmla="*/ 942259 h 1058137"/>
                  <a:gd name="connsiteX25" fmla="*/ 930137 w 1792582"/>
                  <a:gd name="connsiteY25" fmla="*/ 937354 h 1058137"/>
                  <a:gd name="connsiteX26" fmla="*/ 915496 w 1792582"/>
                  <a:gd name="connsiteY26" fmla="*/ 912443 h 1058137"/>
                  <a:gd name="connsiteX27" fmla="*/ 637849 w 1792582"/>
                  <a:gd name="connsiteY27" fmla="*/ 912443 h 1058137"/>
                  <a:gd name="connsiteX28" fmla="*/ 622612 w 1792582"/>
                  <a:gd name="connsiteY28" fmla="*/ 953247 h 1058137"/>
                  <a:gd name="connsiteX29" fmla="*/ 637849 w 1792582"/>
                  <a:gd name="connsiteY29" fmla="*/ 994053 h 1058137"/>
                  <a:gd name="connsiteX30" fmla="*/ 653087 w 1792582"/>
                  <a:gd name="connsiteY30" fmla="*/ 953247 h 1058137"/>
                  <a:gd name="connsiteX31" fmla="*/ 637849 w 1792582"/>
                  <a:gd name="connsiteY31" fmla="*/ 912443 h 1058137"/>
                  <a:gd name="connsiteX32" fmla="*/ 263432 w 1792582"/>
                  <a:gd name="connsiteY32" fmla="*/ 912443 h 1058137"/>
                  <a:gd name="connsiteX33" fmla="*/ 248508 w 1792582"/>
                  <a:gd name="connsiteY33" fmla="*/ 937376 h 1058137"/>
                  <a:gd name="connsiteX34" fmla="*/ 248412 w 1792582"/>
                  <a:gd name="connsiteY34" fmla="*/ 942259 h 1058137"/>
                  <a:gd name="connsiteX35" fmla="*/ 278257 w 1792582"/>
                  <a:gd name="connsiteY35" fmla="*/ 942259 h 1058137"/>
                  <a:gd name="connsiteX36" fmla="*/ 278072 w 1792582"/>
                  <a:gd name="connsiteY36" fmla="*/ 937354 h 1058137"/>
                  <a:gd name="connsiteX37" fmla="*/ 263432 w 1792582"/>
                  <a:gd name="connsiteY37" fmla="*/ 912443 h 1058137"/>
                  <a:gd name="connsiteX38" fmla="*/ 1714910 w 1792582"/>
                  <a:gd name="connsiteY38" fmla="*/ 896590 h 1058137"/>
                  <a:gd name="connsiteX39" fmla="*/ 1734882 w 1792582"/>
                  <a:gd name="connsiteY39" fmla="*/ 896590 h 1058137"/>
                  <a:gd name="connsiteX40" fmla="*/ 1753333 w 1792582"/>
                  <a:gd name="connsiteY40" fmla="*/ 971008 h 1058137"/>
                  <a:gd name="connsiteX41" fmla="*/ 1772205 w 1792582"/>
                  <a:gd name="connsiteY41" fmla="*/ 896590 h 1058137"/>
                  <a:gd name="connsiteX42" fmla="*/ 1792177 w 1792582"/>
                  <a:gd name="connsiteY42" fmla="*/ 896590 h 1058137"/>
                  <a:gd name="connsiteX43" fmla="*/ 1746000 w 1792582"/>
                  <a:gd name="connsiteY43" fmla="*/ 1058137 h 1058137"/>
                  <a:gd name="connsiteX44" fmla="*/ 1726028 w 1792582"/>
                  <a:gd name="connsiteY44" fmla="*/ 1058137 h 1058137"/>
                  <a:gd name="connsiteX45" fmla="*/ 1742258 w 1792582"/>
                  <a:gd name="connsiteY45" fmla="*/ 998644 h 1058137"/>
                  <a:gd name="connsiteX46" fmla="*/ 1350499 w 1792582"/>
                  <a:gd name="connsiteY46" fmla="*/ 896590 h 1058137"/>
                  <a:gd name="connsiteX47" fmla="*/ 1370471 w 1792582"/>
                  <a:gd name="connsiteY47" fmla="*/ 896590 h 1058137"/>
                  <a:gd name="connsiteX48" fmla="*/ 1370471 w 1792582"/>
                  <a:gd name="connsiteY48" fmla="*/ 912636 h 1058137"/>
                  <a:gd name="connsiteX49" fmla="*/ 1392815 w 1792582"/>
                  <a:gd name="connsiteY49" fmla="*/ 896973 h 1058137"/>
                  <a:gd name="connsiteX50" fmla="*/ 1417110 w 1792582"/>
                  <a:gd name="connsiteY50" fmla="*/ 931246 h 1058137"/>
                  <a:gd name="connsiteX51" fmla="*/ 1417582 w 1792582"/>
                  <a:gd name="connsiteY51" fmla="*/ 1009192 h 1058137"/>
                  <a:gd name="connsiteX52" fmla="*/ 1397610 w 1792582"/>
                  <a:gd name="connsiteY52" fmla="*/ 1009192 h 1058137"/>
                  <a:gd name="connsiteX53" fmla="*/ 1397893 w 1792582"/>
                  <a:gd name="connsiteY53" fmla="*/ 936367 h 1058137"/>
                  <a:gd name="connsiteX54" fmla="*/ 1385541 w 1792582"/>
                  <a:gd name="connsiteY54" fmla="*/ 914392 h 1058137"/>
                  <a:gd name="connsiteX55" fmla="*/ 1370504 w 1792582"/>
                  <a:gd name="connsiteY55" fmla="*/ 934362 h 1058137"/>
                  <a:gd name="connsiteX56" fmla="*/ 1370390 w 1792582"/>
                  <a:gd name="connsiteY56" fmla="*/ 937613 h 1058137"/>
                  <a:gd name="connsiteX57" fmla="*/ 1370170 w 1792582"/>
                  <a:gd name="connsiteY57" fmla="*/ 937613 h 1058137"/>
                  <a:gd name="connsiteX58" fmla="*/ 1370170 w 1792582"/>
                  <a:gd name="connsiteY58" fmla="*/ 996661 h 1058137"/>
                  <a:gd name="connsiteX59" fmla="*/ 1370471 w 1792582"/>
                  <a:gd name="connsiteY59" fmla="*/ 996661 h 1058137"/>
                  <a:gd name="connsiteX60" fmla="*/ 1370471 w 1792582"/>
                  <a:gd name="connsiteY60" fmla="*/ 1009192 h 1058137"/>
                  <a:gd name="connsiteX61" fmla="*/ 1350499 w 1792582"/>
                  <a:gd name="connsiteY61" fmla="*/ 1009192 h 1058137"/>
                  <a:gd name="connsiteX62" fmla="*/ 703301 w 1792582"/>
                  <a:gd name="connsiteY62" fmla="*/ 896590 h 1058137"/>
                  <a:gd name="connsiteX63" fmla="*/ 723273 w 1792582"/>
                  <a:gd name="connsiteY63" fmla="*/ 896590 h 1058137"/>
                  <a:gd name="connsiteX64" fmla="*/ 723273 w 1792582"/>
                  <a:gd name="connsiteY64" fmla="*/ 935890 h 1058137"/>
                  <a:gd name="connsiteX65" fmla="*/ 723669 w 1792582"/>
                  <a:gd name="connsiteY65" fmla="*/ 935767 h 1058137"/>
                  <a:gd name="connsiteX66" fmla="*/ 723669 w 1792582"/>
                  <a:gd name="connsiteY66" fmla="*/ 977978 h 1058137"/>
                  <a:gd name="connsiteX67" fmla="*/ 723993 w 1792582"/>
                  <a:gd name="connsiteY67" fmla="*/ 977978 h 1058137"/>
                  <a:gd name="connsiteX68" fmla="*/ 724972 w 1792582"/>
                  <a:gd name="connsiteY68" fmla="*/ 985894 h 1058137"/>
                  <a:gd name="connsiteX69" fmla="*/ 736125 w 1792582"/>
                  <a:gd name="connsiteY69" fmla="*/ 994808 h 1058137"/>
                  <a:gd name="connsiteX70" fmla="*/ 747278 w 1792582"/>
                  <a:gd name="connsiteY70" fmla="*/ 985873 h 1058137"/>
                  <a:gd name="connsiteX71" fmla="*/ 748257 w 1792582"/>
                  <a:gd name="connsiteY71" fmla="*/ 977978 h 1058137"/>
                  <a:gd name="connsiteX72" fmla="*/ 748582 w 1792582"/>
                  <a:gd name="connsiteY72" fmla="*/ 977978 h 1058137"/>
                  <a:gd name="connsiteX73" fmla="*/ 748582 w 1792582"/>
                  <a:gd name="connsiteY73" fmla="*/ 917038 h 1058137"/>
                  <a:gd name="connsiteX74" fmla="*/ 748575 w 1792582"/>
                  <a:gd name="connsiteY74" fmla="*/ 917038 h 1058137"/>
                  <a:gd name="connsiteX75" fmla="*/ 748575 w 1792582"/>
                  <a:gd name="connsiteY75" fmla="*/ 896590 h 1058137"/>
                  <a:gd name="connsiteX76" fmla="*/ 768547 w 1792582"/>
                  <a:gd name="connsiteY76" fmla="*/ 896590 h 1058137"/>
                  <a:gd name="connsiteX77" fmla="*/ 768547 w 1792582"/>
                  <a:gd name="connsiteY77" fmla="*/ 975013 h 1058137"/>
                  <a:gd name="connsiteX78" fmla="*/ 768547 w 1792582"/>
                  <a:gd name="connsiteY78" fmla="*/ 975015 h 1058137"/>
                  <a:gd name="connsiteX79" fmla="*/ 768547 w 1792582"/>
                  <a:gd name="connsiteY79" fmla="*/ 975018 h 1058137"/>
                  <a:gd name="connsiteX80" fmla="*/ 768547 w 1792582"/>
                  <a:gd name="connsiteY80" fmla="*/ 976933 h 1058137"/>
                  <a:gd name="connsiteX81" fmla="*/ 768420 w 1792582"/>
                  <a:gd name="connsiteY81" fmla="*/ 976933 h 1058137"/>
                  <a:gd name="connsiteX82" fmla="*/ 767494 w 1792582"/>
                  <a:gd name="connsiteY82" fmla="*/ 990893 h 1058137"/>
                  <a:gd name="connsiteX83" fmla="*/ 735985 w 1792582"/>
                  <a:gd name="connsiteY83" fmla="*/ 1015821 h 1058137"/>
                  <a:gd name="connsiteX84" fmla="*/ 704476 w 1792582"/>
                  <a:gd name="connsiteY84" fmla="*/ 990904 h 1058137"/>
                  <a:gd name="connsiteX85" fmla="*/ 703550 w 1792582"/>
                  <a:gd name="connsiteY85" fmla="*/ 976933 h 1058137"/>
                  <a:gd name="connsiteX86" fmla="*/ 703301 w 1792582"/>
                  <a:gd name="connsiteY86" fmla="*/ 976933 h 1058137"/>
                  <a:gd name="connsiteX87" fmla="*/ 326701 w 1792582"/>
                  <a:gd name="connsiteY87" fmla="*/ 896590 h 1058137"/>
                  <a:gd name="connsiteX88" fmla="*/ 346672 w 1792582"/>
                  <a:gd name="connsiteY88" fmla="*/ 896590 h 1058137"/>
                  <a:gd name="connsiteX89" fmla="*/ 346672 w 1792582"/>
                  <a:gd name="connsiteY89" fmla="*/ 912636 h 1058137"/>
                  <a:gd name="connsiteX90" fmla="*/ 369017 w 1792582"/>
                  <a:gd name="connsiteY90" fmla="*/ 896973 h 1058137"/>
                  <a:gd name="connsiteX91" fmla="*/ 393311 w 1792582"/>
                  <a:gd name="connsiteY91" fmla="*/ 931246 h 1058137"/>
                  <a:gd name="connsiteX92" fmla="*/ 393784 w 1792582"/>
                  <a:gd name="connsiteY92" fmla="*/ 1009192 h 1058137"/>
                  <a:gd name="connsiteX93" fmla="*/ 373812 w 1792582"/>
                  <a:gd name="connsiteY93" fmla="*/ 1009192 h 1058137"/>
                  <a:gd name="connsiteX94" fmla="*/ 374095 w 1792582"/>
                  <a:gd name="connsiteY94" fmla="*/ 936367 h 1058137"/>
                  <a:gd name="connsiteX95" fmla="*/ 361743 w 1792582"/>
                  <a:gd name="connsiteY95" fmla="*/ 914392 h 1058137"/>
                  <a:gd name="connsiteX96" fmla="*/ 346705 w 1792582"/>
                  <a:gd name="connsiteY96" fmla="*/ 934362 h 1058137"/>
                  <a:gd name="connsiteX97" fmla="*/ 346592 w 1792582"/>
                  <a:gd name="connsiteY97" fmla="*/ 937613 h 1058137"/>
                  <a:gd name="connsiteX98" fmla="*/ 346372 w 1792582"/>
                  <a:gd name="connsiteY98" fmla="*/ 937613 h 1058137"/>
                  <a:gd name="connsiteX99" fmla="*/ 346372 w 1792582"/>
                  <a:gd name="connsiteY99" fmla="*/ 996661 h 1058137"/>
                  <a:gd name="connsiteX100" fmla="*/ 346672 w 1792582"/>
                  <a:gd name="connsiteY100" fmla="*/ 996661 h 1058137"/>
                  <a:gd name="connsiteX101" fmla="*/ 346672 w 1792582"/>
                  <a:gd name="connsiteY101" fmla="*/ 1009192 h 1058137"/>
                  <a:gd name="connsiteX102" fmla="*/ 326701 w 1792582"/>
                  <a:gd name="connsiteY102" fmla="*/ 1009192 h 1058137"/>
                  <a:gd name="connsiteX103" fmla="*/ 1645649 w 1792582"/>
                  <a:gd name="connsiteY103" fmla="*/ 896386 h 1058137"/>
                  <a:gd name="connsiteX104" fmla="*/ 1665951 w 1792582"/>
                  <a:gd name="connsiteY104" fmla="*/ 906430 h 1058137"/>
                  <a:gd name="connsiteX105" fmla="*/ 1667038 w 1792582"/>
                  <a:gd name="connsiteY105" fmla="*/ 908651 h 1058137"/>
                  <a:gd name="connsiteX106" fmla="*/ 1667038 w 1792582"/>
                  <a:gd name="connsiteY106" fmla="*/ 896728 h 1058137"/>
                  <a:gd name="connsiteX107" fmla="*/ 1687010 w 1792582"/>
                  <a:gd name="connsiteY107" fmla="*/ 896728 h 1058137"/>
                  <a:gd name="connsiteX108" fmla="*/ 1687010 w 1792582"/>
                  <a:gd name="connsiteY108" fmla="*/ 1006787 h 1058137"/>
                  <a:gd name="connsiteX109" fmla="*/ 1687010 w 1792582"/>
                  <a:gd name="connsiteY109" fmla="*/ 1006791 h 1058137"/>
                  <a:gd name="connsiteX110" fmla="*/ 1686300 w 1792582"/>
                  <a:gd name="connsiteY110" fmla="*/ 1021179 h 1058137"/>
                  <a:gd name="connsiteX111" fmla="*/ 1652581 w 1792582"/>
                  <a:gd name="connsiteY111" fmla="*/ 1057001 h 1058137"/>
                  <a:gd name="connsiteX112" fmla="*/ 1618862 w 1792582"/>
                  <a:gd name="connsiteY112" fmla="*/ 1021162 h 1058137"/>
                  <a:gd name="connsiteX113" fmla="*/ 1618816 w 1792582"/>
                  <a:gd name="connsiteY113" fmla="*/ 1020222 h 1058137"/>
                  <a:gd name="connsiteX114" fmla="*/ 1638139 w 1792582"/>
                  <a:gd name="connsiteY114" fmla="*/ 1020222 h 1058137"/>
                  <a:gd name="connsiteX115" fmla="*/ 1638891 w 1792582"/>
                  <a:gd name="connsiteY115" fmla="*/ 1025506 h 1058137"/>
                  <a:gd name="connsiteX116" fmla="*/ 1651560 w 1792582"/>
                  <a:gd name="connsiteY116" fmla="*/ 1039738 h 1058137"/>
                  <a:gd name="connsiteX117" fmla="*/ 1666731 w 1792582"/>
                  <a:gd name="connsiteY117" fmla="*/ 1012557 h 1058137"/>
                  <a:gd name="connsiteX118" fmla="*/ 1666892 w 1792582"/>
                  <a:gd name="connsiteY118" fmla="*/ 1006787 h 1058137"/>
                  <a:gd name="connsiteX119" fmla="*/ 1667038 w 1792582"/>
                  <a:gd name="connsiteY119" fmla="*/ 1006787 h 1058137"/>
                  <a:gd name="connsiteX120" fmla="*/ 1667038 w 1792582"/>
                  <a:gd name="connsiteY120" fmla="*/ 1000603 h 1058137"/>
                  <a:gd name="connsiteX121" fmla="*/ 1665481 w 1792582"/>
                  <a:gd name="connsiteY121" fmla="*/ 1003725 h 1058137"/>
                  <a:gd name="connsiteX122" fmla="*/ 1645649 w 1792582"/>
                  <a:gd name="connsiteY122" fmla="*/ 1013718 h 1058137"/>
                  <a:gd name="connsiteX123" fmla="*/ 1617463 w 1792582"/>
                  <a:gd name="connsiteY123" fmla="*/ 955052 h 1058137"/>
                  <a:gd name="connsiteX124" fmla="*/ 1645649 w 1792582"/>
                  <a:gd name="connsiteY124" fmla="*/ 896386 h 1058137"/>
                  <a:gd name="connsiteX125" fmla="*/ 1483922 w 1792582"/>
                  <a:gd name="connsiteY125" fmla="*/ 896249 h 1058137"/>
                  <a:gd name="connsiteX126" fmla="*/ 1517429 w 1792582"/>
                  <a:gd name="connsiteY126" fmla="*/ 932072 h 1058137"/>
                  <a:gd name="connsiteX127" fmla="*/ 1518040 w 1792582"/>
                  <a:gd name="connsiteY127" fmla="*/ 959244 h 1058137"/>
                  <a:gd name="connsiteX128" fmla="*/ 1469496 w 1792582"/>
                  <a:gd name="connsiteY128" fmla="*/ 959244 h 1058137"/>
                  <a:gd name="connsiteX129" fmla="*/ 1469772 w 1792582"/>
                  <a:gd name="connsiteY129" fmla="*/ 969136 h 1058137"/>
                  <a:gd name="connsiteX130" fmla="*/ 1484566 w 1792582"/>
                  <a:gd name="connsiteY130" fmla="*/ 994053 h 1058137"/>
                  <a:gd name="connsiteX131" fmla="*/ 1497612 w 1792582"/>
                  <a:gd name="connsiteY131" fmla="*/ 982086 h 1058137"/>
                  <a:gd name="connsiteX132" fmla="*/ 1498822 w 1792582"/>
                  <a:gd name="connsiteY132" fmla="*/ 973587 h 1058137"/>
                  <a:gd name="connsiteX133" fmla="*/ 1517846 w 1792582"/>
                  <a:gd name="connsiteY133" fmla="*/ 973587 h 1058137"/>
                  <a:gd name="connsiteX134" fmla="*/ 1517641 w 1792582"/>
                  <a:gd name="connsiteY134" fmla="*/ 977742 h 1058137"/>
                  <a:gd name="connsiteX135" fmla="*/ 1483922 w 1792582"/>
                  <a:gd name="connsiteY135" fmla="*/ 1013580 h 1058137"/>
                  <a:gd name="connsiteX136" fmla="*/ 1449076 w 1792582"/>
                  <a:gd name="connsiteY136" fmla="*/ 954914 h 1058137"/>
                  <a:gd name="connsiteX137" fmla="*/ 1483922 w 1792582"/>
                  <a:gd name="connsiteY137" fmla="*/ 896249 h 1058137"/>
                  <a:gd name="connsiteX138" fmla="*/ 1070504 w 1792582"/>
                  <a:gd name="connsiteY138" fmla="*/ 896249 h 1058137"/>
                  <a:gd name="connsiteX139" fmla="*/ 1105350 w 1792582"/>
                  <a:gd name="connsiteY139" fmla="*/ 954914 h 1058137"/>
                  <a:gd name="connsiteX140" fmla="*/ 1070504 w 1792582"/>
                  <a:gd name="connsiteY140" fmla="*/ 1013580 h 1058137"/>
                  <a:gd name="connsiteX141" fmla="*/ 1035658 w 1792582"/>
                  <a:gd name="connsiteY141" fmla="*/ 954914 h 1058137"/>
                  <a:gd name="connsiteX142" fmla="*/ 1070504 w 1792582"/>
                  <a:gd name="connsiteY142" fmla="*/ 896249 h 1058137"/>
                  <a:gd name="connsiteX143" fmla="*/ 914852 w 1792582"/>
                  <a:gd name="connsiteY143" fmla="*/ 896249 h 1058137"/>
                  <a:gd name="connsiteX144" fmla="*/ 948359 w 1792582"/>
                  <a:gd name="connsiteY144" fmla="*/ 932072 h 1058137"/>
                  <a:gd name="connsiteX145" fmla="*/ 948970 w 1792582"/>
                  <a:gd name="connsiteY145" fmla="*/ 959244 h 1058137"/>
                  <a:gd name="connsiteX146" fmla="*/ 900426 w 1792582"/>
                  <a:gd name="connsiteY146" fmla="*/ 959244 h 1058137"/>
                  <a:gd name="connsiteX147" fmla="*/ 900703 w 1792582"/>
                  <a:gd name="connsiteY147" fmla="*/ 969136 h 1058137"/>
                  <a:gd name="connsiteX148" fmla="*/ 915496 w 1792582"/>
                  <a:gd name="connsiteY148" fmla="*/ 994053 h 1058137"/>
                  <a:gd name="connsiteX149" fmla="*/ 928542 w 1792582"/>
                  <a:gd name="connsiteY149" fmla="*/ 982086 h 1058137"/>
                  <a:gd name="connsiteX150" fmla="*/ 929752 w 1792582"/>
                  <a:gd name="connsiteY150" fmla="*/ 973587 h 1058137"/>
                  <a:gd name="connsiteX151" fmla="*/ 948777 w 1792582"/>
                  <a:gd name="connsiteY151" fmla="*/ 973587 h 1058137"/>
                  <a:gd name="connsiteX152" fmla="*/ 948571 w 1792582"/>
                  <a:gd name="connsiteY152" fmla="*/ 977742 h 1058137"/>
                  <a:gd name="connsiteX153" fmla="*/ 914852 w 1792582"/>
                  <a:gd name="connsiteY153" fmla="*/ 1013580 h 1058137"/>
                  <a:gd name="connsiteX154" fmla="*/ 880006 w 1792582"/>
                  <a:gd name="connsiteY154" fmla="*/ 954914 h 1058137"/>
                  <a:gd name="connsiteX155" fmla="*/ 914852 w 1792582"/>
                  <a:gd name="connsiteY155" fmla="*/ 896249 h 1058137"/>
                  <a:gd name="connsiteX156" fmla="*/ 637960 w 1792582"/>
                  <a:gd name="connsiteY156" fmla="*/ 896249 h 1058137"/>
                  <a:gd name="connsiteX157" fmla="*/ 672806 w 1792582"/>
                  <a:gd name="connsiteY157" fmla="*/ 954914 h 1058137"/>
                  <a:gd name="connsiteX158" fmla="*/ 637960 w 1792582"/>
                  <a:gd name="connsiteY158" fmla="*/ 1013580 h 1058137"/>
                  <a:gd name="connsiteX159" fmla="*/ 603114 w 1792582"/>
                  <a:gd name="connsiteY159" fmla="*/ 954914 h 1058137"/>
                  <a:gd name="connsiteX160" fmla="*/ 637960 w 1792582"/>
                  <a:gd name="connsiteY160" fmla="*/ 896249 h 1058137"/>
                  <a:gd name="connsiteX161" fmla="*/ 262788 w 1792582"/>
                  <a:gd name="connsiteY161" fmla="*/ 896249 h 1058137"/>
                  <a:gd name="connsiteX162" fmla="*/ 296295 w 1792582"/>
                  <a:gd name="connsiteY162" fmla="*/ 932072 h 1058137"/>
                  <a:gd name="connsiteX163" fmla="*/ 296906 w 1792582"/>
                  <a:gd name="connsiteY163" fmla="*/ 959244 h 1058137"/>
                  <a:gd name="connsiteX164" fmla="*/ 248362 w 1792582"/>
                  <a:gd name="connsiteY164" fmla="*/ 959244 h 1058137"/>
                  <a:gd name="connsiteX165" fmla="*/ 248638 w 1792582"/>
                  <a:gd name="connsiteY165" fmla="*/ 969136 h 1058137"/>
                  <a:gd name="connsiteX166" fmla="*/ 263432 w 1792582"/>
                  <a:gd name="connsiteY166" fmla="*/ 994053 h 1058137"/>
                  <a:gd name="connsiteX167" fmla="*/ 276478 w 1792582"/>
                  <a:gd name="connsiteY167" fmla="*/ 982086 h 1058137"/>
                  <a:gd name="connsiteX168" fmla="*/ 277688 w 1792582"/>
                  <a:gd name="connsiteY168" fmla="*/ 973587 h 1058137"/>
                  <a:gd name="connsiteX169" fmla="*/ 296712 w 1792582"/>
                  <a:gd name="connsiteY169" fmla="*/ 973587 h 1058137"/>
                  <a:gd name="connsiteX170" fmla="*/ 296507 w 1792582"/>
                  <a:gd name="connsiteY170" fmla="*/ 977742 h 1058137"/>
                  <a:gd name="connsiteX171" fmla="*/ 262788 w 1792582"/>
                  <a:gd name="connsiteY171" fmla="*/ 1013580 h 1058137"/>
                  <a:gd name="connsiteX172" fmla="*/ 227942 w 1792582"/>
                  <a:gd name="connsiteY172" fmla="*/ 954914 h 1058137"/>
                  <a:gd name="connsiteX173" fmla="*/ 262788 w 1792582"/>
                  <a:gd name="connsiteY173" fmla="*/ 896249 h 1058137"/>
                  <a:gd name="connsiteX174" fmla="*/ 174241 w 1792582"/>
                  <a:gd name="connsiteY174" fmla="*/ 896248 h 1058137"/>
                  <a:gd name="connsiteX175" fmla="*/ 202427 w 1792582"/>
                  <a:gd name="connsiteY175" fmla="*/ 954914 h 1058137"/>
                  <a:gd name="connsiteX176" fmla="*/ 174241 w 1792582"/>
                  <a:gd name="connsiteY176" fmla="*/ 1013580 h 1058137"/>
                  <a:gd name="connsiteX177" fmla="*/ 159360 w 1792582"/>
                  <a:gd name="connsiteY177" fmla="*/ 1008995 h 1058137"/>
                  <a:gd name="connsiteX178" fmla="*/ 152852 w 1792582"/>
                  <a:gd name="connsiteY178" fmla="*/ 999395 h 1058137"/>
                  <a:gd name="connsiteX179" fmla="*/ 152852 w 1792582"/>
                  <a:gd name="connsiteY179" fmla="*/ 1056246 h 1058137"/>
                  <a:gd name="connsiteX180" fmla="*/ 132881 w 1792582"/>
                  <a:gd name="connsiteY180" fmla="*/ 1056246 h 1058137"/>
                  <a:gd name="connsiteX181" fmla="*/ 132881 w 1792582"/>
                  <a:gd name="connsiteY181" fmla="*/ 896590 h 1058137"/>
                  <a:gd name="connsiteX182" fmla="*/ 152852 w 1792582"/>
                  <a:gd name="connsiteY182" fmla="*/ 896590 h 1058137"/>
                  <a:gd name="connsiteX183" fmla="*/ 152852 w 1792582"/>
                  <a:gd name="connsiteY183" fmla="*/ 909865 h 1058137"/>
                  <a:gd name="connsiteX184" fmla="*/ 158909 w 1792582"/>
                  <a:gd name="connsiteY184" fmla="*/ 900882 h 1058137"/>
                  <a:gd name="connsiteX185" fmla="*/ 174241 w 1792582"/>
                  <a:gd name="connsiteY185" fmla="*/ 896248 h 1058137"/>
                  <a:gd name="connsiteX186" fmla="*/ 1592774 w 1792582"/>
                  <a:gd name="connsiteY186" fmla="*/ 892438 h 1058137"/>
                  <a:gd name="connsiteX187" fmla="*/ 1592774 w 1792582"/>
                  <a:gd name="connsiteY187" fmla="*/ 914707 h 1058137"/>
                  <a:gd name="connsiteX188" fmla="*/ 1572318 w 1792582"/>
                  <a:gd name="connsiteY188" fmla="*/ 924898 h 1058137"/>
                  <a:gd name="connsiteX189" fmla="*/ 1570506 w 1792582"/>
                  <a:gd name="connsiteY189" fmla="*/ 930363 h 1058137"/>
                  <a:gd name="connsiteX190" fmla="*/ 1570506 w 1792582"/>
                  <a:gd name="connsiteY190" fmla="*/ 1009192 h 1058137"/>
                  <a:gd name="connsiteX191" fmla="*/ 1550534 w 1792582"/>
                  <a:gd name="connsiteY191" fmla="*/ 1009192 h 1058137"/>
                  <a:gd name="connsiteX192" fmla="*/ 1550534 w 1792582"/>
                  <a:gd name="connsiteY192" fmla="*/ 896590 h 1058137"/>
                  <a:gd name="connsiteX193" fmla="*/ 1570506 w 1792582"/>
                  <a:gd name="connsiteY193" fmla="*/ 896590 h 1058137"/>
                  <a:gd name="connsiteX194" fmla="*/ 1570506 w 1792582"/>
                  <a:gd name="connsiteY194" fmla="*/ 906833 h 1058137"/>
                  <a:gd name="connsiteX195" fmla="*/ 1571627 w 1792582"/>
                  <a:gd name="connsiteY195" fmla="*/ 905336 h 1058137"/>
                  <a:gd name="connsiteX196" fmla="*/ 1592774 w 1792582"/>
                  <a:gd name="connsiteY196" fmla="*/ 892438 h 1058137"/>
                  <a:gd name="connsiteX197" fmla="*/ 824066 w 1792582"/>
                  <a:gd name="connsiteY197" fmla="*/ 891683 h 1058137"/>
                  <a:gd name="connsiteX198" fmla="*/ 846335 w 1792582"/>
                  <a:gd name="connsiteY198" fmla="*/ 897345 h 1058137"/>
                  <a:gd name="connsiteX199" fmla="*/ 846335 w 1792582"/>
                  <a:gd name="connsiteY199" fmla="*/ 916217 h 1058137"/>
                  <a:gd name="connsiteX200" fmla="*/ 815762 w 1792582"/>
                  <a:gd name="connsiteY200" fmla="*/ 924520 h 1058137"/>
                  <a:gd name="connsiteX201" fmla="*/ 832661 w 1792582"/>
                  <a:gd name="connsiteY201" fmla="*/ 947285 h 1058137"/>
                  <a:gd name="connsiteX202" fmla="*/ 854638 w 1792582"/>
                  <a:gd name="connsiteY202" fmla="*/ 979626 h 1058137"/>
                  <a:gd name="connsiteX203" fmla="*/ 824444 w 1792582"/>
                  <a:gd name="connsiteY203" fmla="*/ 1013595 h 1058137"/>
                  <a:gd name="connsiteX204" fmla="*/ 802175 w 1792582"/>
                  <a:gd name="connsiteY204" fmla="*/ 1007934 h 1058137"/>
                  <a:gd name="connsiteX205" fmla="*/ 802175 w 1792582"/>
                  <a:gd name="connsiteY205" fmla="*/ 987929 h 1058137"/>
                  <a:gd name="connsiteX206" fmla="*/ 822179 w 1792582"/>
                  <a:gd name="connsiteY206" fmla="*/ 994723 h 1058137"/>
                  <a:gd name="connsiteX207" fmla="*/ 836521 w 1792582"/>
                  <a:gd name="connsiteY207" fmla="*/ 979248 h 1058137"/>
                  <a:gd name="connsiteX208" fmla="*/ 816301 w 1792582"/>
                  <a:gd name="connsiteY208" fmla="*/ 954931 h 1058137"/>
                  <a:gd name="connsiteX209" fmla="*/ 796988 w 1792582"/>
                  <a:gd name="connsiteY209" fmla="*/ 925652 h 1058137"/>
                  <a:gd name="connsiteX210" fmla="*/ 824066 w 1792582"/>
                  <a:gd name="connsiteY210" fmla="*/ 891683 h 1058137"/>
                  <a:gd name="connsiteX211" fmla="*/ 56436 w 1792582"/>
                  <a:gd name="connsiteY211" fmla="*/ 860524 h 1058137"/>
                  <a:gd name="connsiteX212" fmla="*/ 35735 w 1792582"/>
                  <a:gd name="connsiteY212" fmla="*/ 926643 h 1058137"/>
                  <a:gd name="connsiteX213" fmla="*/ 56436 w 1792582"/>
                  <a:gd name="connsiteY213" fmla="*/ 992761 h 1058137"/>
                  <a:gd name="connsiteX214" fmla="*/ 77136 w 1792582"/>
                  <a:gd name="connsiteY214" fmla="*/ 926643 h 1058137"/>
                  <a:gd name="connsiteX215" fmla="*/ 56436 w 1792582"/>
                  <a:gd name="connsiteY215" fmla="*/ 860524 h 1058137"/>
                  <a:gd name="connsiteX216" fmla="*/ 56672 w 1792582"/>
                  <a:gd name="connsiteY216" fmla="*/ 839708 h 1058137"/>
                  <a:gd name="connsiteX217" fmla="*/ 100557 w 1792582"/>
                  <a:gd name="connsiteY217" fmla="*/ 926644 h 1058137"/>
                  <a:gd name="connsiteX218" fmla="*/ 56672 w 1792582"/>
                  <a:gd name="connsiteY218" fmla="*/ 1013580 h 1058137"/>
                  <a:gd name="connsiteX219" fmla="*/ 12787 w 1792582"/>
                  <a:gd name="connsiteY219" fmla="*/ 926644 h 1058137"/>
                  <a:gd name="connsiteX220" fmla="*/ 56672 w 1792582"/>
                  <a:gd name="connsiteY220" fmla="*/ 839708 h 1058137"/>
                  <a:gd name="connsiteX221" fmla="*/ 1261002 w 1792582"/>
                  <a:gd name="connsiteY221" fmla="*/ 839707 h 1058137"/>
                  <a:gd name="connsiteX222" fmla="*/ 1267808 w 1792582"/>
                  <a:gd name="connsiteY222" fmla="*/ 839707 h 1058137"/>
                  <a:gd name="connsiteX223" fmla="*/ 1282685 w 1792582"/>
                  <a:gd name="connsiteY223" fmla="*/ 839707 h 1058137"/>
                  <a:gd name="connsiteX224" fmla="*/ 1322930 w 1792582"/>
                  <a:gd name="connsiteY224" fmla="*/ 839707 h 1058137"/>
                  <a:gd name="connsiteX225" fmla="*/ 1322930 w 1792582"/>
                  <a:gd name="connsiteY225" fmla="*/ 858017 h 1058137"/>
                  <a:gd name="connsiteX226" fmla="*/ 1282685 w 1792582"/>
                  <a:gd name="connsiteY226" fmla="*/ 858017 h 1058137"/>
                  <a:gd name="connsiteX227" fmla="*/ 1282685 w 1792582"/>
                  <a:gd name="connsiteY227" fmla="*/ 914391 h 1058137"/>
                  <a:gd name="connsiteX228" fmla="*/ 1318112 w 1792582"/>
                  <a:gd name="connsiteY228" fmla="*/ 914391 h 1058137"/>
                  <a:gd name="connsiteX229" fmla="*/ 1318112 w 1792582"/>
                  <a:gd name="connsiteY229" fmla="*/ 932701 h 1058137"/>
                  <a:gd name="connsiteX230" fmla="*/ 1282685 w 1792582"/>
                  <a:gd name="connsiteY230" fmla="*/ 932701 h 1058137"/>
                  <a:gd name="connsiteX231" fmla="*/ 1282685 w 1792582"/>
                  <a:gd name="connsiteY231" fmla="*/ 992581 h 1058137"/>
                  <a:gd name="connsiteX232" fmla="*/ 1322930 w 1792582"/>
                  <a:gd name="connsiteY232" fmla="*/ 992581 h 1058137"/>
                  <a:gd name="connsiteX233" fmla="*/ 1322930 w 1792582"/>
                  <a:gd name="connsiteY233" fmla="*/ 1010891 h 1058137"/>
                  <a:gd name="connsiteX234" fmla="*/ 1282685 w 1792582"/>
                  <a:gd name="connsiteY234" fmla="*/ 1010891 h 1058137"/>
                  <a:gd name="connsiteX235" fmla="*/ 1267808 w 1792582"/>
                  <a:gd name="connsiteY235" fmla="*/ 1010891 h 1058137"/>
                  <a:gd name="connsiteX236" fmla="*/ 1261002 w 1792582"/>
                  <a:gd name="connsiteY236" fmla="*/ 1010891 h 1058137"/>
                  <a:gd name="connsiteX237" fmla="*/ 489126 w 1792582"/>
                  <a:gd name="connsiteY237" fmla="*/ 838658 h 1058137"/>
                  <a:gd name="connsiteX238" fmla="*/ 510809 w 1792582"/>
                  <a:gd name="connsiteY238" fmla="*/ 838658 h 1058137"/>
                  <a:gd name="connsiteX239" fmla="*/ 510809 w 1792582"/>
                  <a:gd name="connsiteY239" fmla="*/ 905619 h 1058137"/>
                  <a:gd name="connsiteX240" fmla="*/ 546246 w 1792582"/>
                  <a:gd name="connsiteY240" fmla="*/ 905619 h 1058137"/>
                  <a:gd name="connsiteX241" fmla="*/ 546246 w 1792582"/>
                  <a:gd name="connsiteY241" fmla="*/ 838658 h 1058137"/>
                  <a:gd name="connsiteX242" fmla="*/ 567930 w 1792582"/>
                  <a:gd name="connsiteY242" fmla="*/ 838658 h 1058137"/>
                  <a:gd name="connsiteX243" fmla="*/ 567930 w 1792582"/>
                  <a:gd name="connsiteY243" fmla="*/ 1009192 h 1058137"/>
                  <a:gd name="connsiteX244" fmla="*/ 546246 w 1792582"/>
                  <a:gd name="connsiteY244" fmla="*/ 1009192 h 1058137"/>
                  <a:gd name="connsiteX245" fmla="*/ 546246 w 1792582"/>
                  <a:gd name="connsiteY245" fmla="*/ 923859 h 1058137"/>
                  <a:gd name="connsiteX246" fmla="*/ 510809 w 1792582"/>
                  <a:gd name="connsiteY246" fmla="*/ 923859 h 1058137"/>
                  <a:gd name="connsiteX247" fmla="*/ 510809 w 1792582"/>
                  <a:gd name="connsiteY247" fmla="*/ 1009192 h 1058137"/>
                  <a:gd name="connsiteX248" fmla="*/ 489126 w 1792582"/>
                  <a:gd name="connsiteY248" fmla="*/ 1009192 h 1058137"/>
                  <a:gd name="connsiteX249" fmla="*/ 1162901 w 1792582"/>
                  <a:gd name="connsiteY249" fmla="*/ 821998 h 1058137"/>
                  <a:gd name="connsiteX250" fmla="*/ 1177725 w 1792582"/>
                  <a:gd name="connsiteY250" fmla="*/ 823498 h 1058137"/>
                  <a:gd name="connsiteX251" fmla="*/ 1177725 w 1792582"/>
                  <a:gd name="connsiteY251" fmla="*/ 843469 h 1058137"/>
                  <a:gd name="connsiteX252" fmla="*/ 1159420 w 1792582"/>
                  <a:gd name="connsiteY252" fmla="*/ 854141 h 1058137"/>
                  <a:gd name="connsiteX253" fmla="*/ 1159420 w 1792582"/>
                  <a:gd name="connsiteY253" fmla="*/ 895458 h 1058137"/>
                  <a:gd name="connsiteX254" fmla="*/ 1177725 w 1792582"/>
                  <a:gd name="connsiteY254" fmla="*/ 895458 h 1058137"/>
                  <a:gd name="connsiteX255" fmla="*/ 1177725 w 1792582"/>
                  <a:gd name="connsiteY255" fmla="*/ 912236 h 1058137"/>
                  <a:gd name="connsiteX256" fmla="*/ 1159420 w 1792582"/>
                  <a:gd name="connsiteY256" fmla="*/ 912236 h 1058137"/>
                  <a:gd name="connsiteX257" fmla="*/ 1159420 w 1792582"/>
                  <a:gd name="connsiteY257" fmla="*/ 1009192 h 1058137"/>
                  <a:gd name="connsiteX258" fmla="*/ 1139449 w 1792582"/>
                  <a:gd name="connsiteY258" fmla="*/ 1009192 h 1058137"/>
                  <a:gd name="connsiteX259" fmla="*/ 1139449 w 1792582"/>
                  <a:gd name="connsiteY259" fmla="*/ 912236 h 1058137"/>
                  <a:gd name="connsiteX260" fmla="*/ 1127527 w 1792582"/>
                  <a:gd name="connsiteY260" fmla="*/ 912236 h 1058137"/>
                  <a:gd name="connsiteX261" fmla="*/ 1127527 w 1792582"/>
                  <a:gd name="connsiteY261" fmla="*/ 895458 h 1058137"/>
                  <a:gd name="connsiteX262" fmla="*/ 1139449 w 1792582"/>
                  <a:gd name="connsiteY262" fmla="*/ 895458 h 1058137"/>
                  <a:gd name="connsiteX263" fmla="*/ 1139449 w 1792582"/>
                  <a:gd name="connsiteY263" fmla="*/ 844747 h 1058137"/>
                  <a:gd name="connsiteX264" fmla="*/ 1162901 w 1792582"/>
                  <a:gd name="connsiteY264" fmla="*/ 821998 h 1058137"/>
                  <a:gd name="connsiteX265" fmla="*/ 0 w 1792582"/>
                  <a:gd name="connsiteY265" fmla="*/ 698203 h 1058137"/>
                  <a:gd name="connsiteX266" fmla="*/ 1792582 w 1792582"/>
                  <a:gd name="connsiteY266" fmla="*/ 698203 h 1058137"/>
                  <a:gd name="connsiteX267" fmla="*/ 1792582 w 1792582"/>
                  <a:gd name="connsiteY267" fmla="*/ 703247 h 1058137"/>
                  <a:gd name="connsiteX268" fmla="*/ 1792582 w 1792582"/>
                  <a:gd name="connsiteY268" fmla="*/ 757745 h 1058137"/>
                  <a:gd name="connsiteX269" fmla="*/ 1792582 w 1792582"/>
                  <a:gd name="connsiteY269" fmla="*/ 777019 h 1058137"/>
                  <a:gd name="connsiteX270" fmla="*/ 0 w 1792582"/>
                  <a:gd name="connsiteY270" fmla="*/ 777019 h 1058137"/>
                  <a:gd name="connsiteX271" fmla="*/ 827858 w 1792582"/>
                  <a:gd name="connsiteY271" fmla="*/ 57086 h 1058137"/>
                  <a:gd name="connsiteX272" fmla="*/ 771089 w 1792582"/>
                  <a:gd name="connsiteY272" fmla="*/ 238408 h 1058137"/>
                  <a:gd name="connsiteX273" fmla="*/ 827858 w 1792582"/>
                  <a:gd name="connsiteY273" fmla="*/ 419730 h 1058137"/>
                  <a:gd name="connsiteX274" fmla="*/ 884626 w 1792582"/>
                  <a:gd name="connsiteY274" fmla="*/ 238408 h 1058137"/>
                  <a:gd name="connsiteX275" fmla="*/ 827858 w 1792582"/>
                  <a:gd name="connsiteY275" fmla="*/ 57086 h 1058137"/>
                  <a:gd name="connsiteX276" fmla="*/ 119700 w 1792582"/>
                  <a:gd name="connsiteY276" fmla="*/ 57086 h 1058137"/>
                  <a:gd name="connsiteX277" fmla="*/ 62931 w 1792582"/>
                  <a:gd name="connsiteY277" fmla="*/ 238408 h 1058137"/>
                  <a:gd name="connsiteX278" fmla="*/ 119700 w 1792582"/>
                  <a:gd name="connsiteY278" fmla="*/ 419730 h 1058137"/>
                  <a:gd name="connsiteX279" fmla="*/ 176468 w 1792582"/>
                  <a:gd name="connsiteY279" fmla="*/ 238408 h 1058137"/>
                  <a:gd name="connsiteX280" fmla="*/ 119700 w 1792582"/>
                  <a:gd name="connsiteY280" fmla="*/ 57086 h 1058137"/>
                  <a:gd name="connsiteX281" fmla="*/ 364615 w 1792582"/>
                  <a:gd name="connsiteY281" fmla="*/ 7754 h 1058137"/>
                  <a:gd name="connsiteX282" fmla="*/ 425426 w 1792582"/>
                  <a:gd name="connsiteY282" fmla="*/ 7754 h 1058137"/>
                  <a:gd name="connsiteX283" fmla="*/ 425426 w 1792582"/>
                  <a:gd name="connsiteY283" fmla="*/ 188764 h 1058137"/>
                  <a:gd name="connsiteX284" fmla="*/ 519025 w 1792582"/>
                  <a:gd name="connsiteY284" fmla="*/ 188764 h 1058137"/>
                  <a:gd name="connsiteX285" fmla="*/ 519025 w 1792582"/>
                  <a:gd name="connsiteY285" fmla="*/ 7754 h 1058137"/>
                  <a:gd name="connsiteX286" fmla="*/ 579836 w 1792582"/>
                  <a:gd name="connsiteY286" fmla="*/ 7754 h 1058137"/>
                  <a:gd name="connsiteX287" fmla="*/ 579836 w 1792582"/>
                  <a:gd name="connsiteY287" fmla="*/ 468746 h 1058137"/>
                  <a:gd name="connsiteX288" fmla="*/ 519025 w 1792582"/>
                  <a:gd name="connsiteY288" fmla="*/ 468746 h 1058137"/>
                  <a:gd name="connsiteX289" fmla="*/ 519025 w 1792582"/>
                  <a:gd name="connsiteY289" fmla="*/ 238072 h 1058137"/>
                  <a:gd name="connsiteX290" fmla="*/ 425426 w 1792582"/>
                  <a:gd name="connsiteY290" fmla="*/ 238072 h 1058137"/>
                  <a:gd name="connsiteX291" fmla="*/ 425426 w 1792582"/>
                  <a:gd name="connsiteY291" fmla="*/ 468746 h 1058137"/>
                  <a:gd name="connsiteX292" fmla="*/ 364615 w 1792582"/>
                  <a:gd name="connsiteY292" fmla="*/ 468746 h 1058137"/>
                  <a:gd name="connsiteX293" fmla="*/ 828506 w 1792582"/>
                  <a:gd name="connsiteY293" fmla="*/ 0 h 1058137"/>
                  <a:gd name="connsiteX294" fmla="*/ 948855 w 1792582"/>
                  <a:gd name="connsiteY294" fmla="*/ 238412 h 1058137"/>
                  <a:gd name="connsiteX295" fmla="*/ 828506 w 1792582"/>
                  <a:gd name="connsiteY295" fmla="*/ 476823 h 1058137"/>
                  <a:gd name="connsiteX296" fmla="*/ 708157 w 1792582"/>
                  <a:gd name="connsiteY296" fmla="*/ 238412 h 1058137"/>
                  <a:gd name="connsiteX297" fmla="*/ 828506 w 1792582"/>
                  <a:gd name="connsiteY297" fmla="*/ 0 h 1058137"/>
                  <a:gd name="connsiteX298" fmla="*/ 120349 w 1792582"/>
                  <a:gd name="connsiteY298" fmla="*/ 0 h 1058137"/>
                  <a:gd name="connsiteX299" fmla="*/ 240698 w 1792582"/>
                  <a:gd name="connsiteY299" fmla="*/ 238412 h 1058137"/>
                  <a:gd name="connsiteX300" fmla="*/ 120349 w 1792582"/>
                  <a:gd name="connsiteY300" fmla="*/ 476823 h 1058137"/>
                  <a:gd name="connsiteX301" fmla="*/ 0 w 1792582"/>
                  <a:gd name="connsiteY301" fmla="*/ 238412 h 1058137"/>
                  <a:gd name="connsiteX302" fmla="*/ 120349 w 1792582"/>
                  <a:gd name="connsiteY302" fmla="*/ 0 h 10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Lst>
                <a:rect l="l" t="t" r="r" b="b"/>
                <a:pathLst>
                  <a:path w="1792582" h="1058137">
                    <a:moveTo>
                      <a:pt x="1653463" y="914845"/>
                    </a:moveTo>
                    <a:cubicBezTo>
                      <a:pt x="1641327" y="914773"/>
                      <a:pt x="1638885" y="932776"/>
                      <a:pt x="1638885" y="954895"/>
                    </a:cubicBezTo>
                    <a:cubicBezTo>
                      <a:pt x="1638885" y="977014"/>
                      <a:pt x="1639618" y="994906"/>
                      <a:pt x="1653463" y="994945"/>
                    </a:cubicBezTo>
                    <a:cubicBezTo>
                      <a:pt x="1666640" y="994983"/>
                      <a:pt x="1668040" y="977014"/>
                      <a:pt x="1668040" y="954895"/>
                    </a:cubicBezTo>
                    <a:cubicBezTo>
                      <a:pt x="1668040" y="932776"/>
                      <a:pt x="1667526" y="914928"/>
                      <a:pt x="1653463" y="914845"/>
                    </a:cubicBezTo>
                    <a:close/>
                    <a:moveTo>
                      <a:pt x="166428" y="914707"/>
                    </a:moveTo>
                    <a:cubicBezTo>
                      <a:pt x="152365" y="914790"/>
                      <a:pt x="151851" y="932638"/>
                      <a:pt x="151851" y="954758"/>
                    </a:cubicBezTo>
                    <a:cubicBezTo>
                      <a:pt x="151851" y="976877"/>
                      <a:pt x="153251" y="994845"/>
                      <a:pt x="166428" y="994808"/>
                    </a:cubicBezTo>
                    <a:cubicBezTo>
                      <a:pt x="180272" y="994768"/>
                      <a:pt x="181005" y="976877"/>
                      <a:pt x="181005" y="954758"/>
                    </a:cubicBezTo>
                    <a:cubicBezTo>
                      <a:pt x="181005" y="932638"/>
                      <a:pt x="178563" y="914636"/>
                      <a:pt x="166428" y="914707"/>
                    </a:cubicBezTo>
                    <a:close/>
                    <a:moveTo>
                      <a:pt x="1484566" y="912443"/>
                    </a:moveTo>
                    <a:cubicBezTo>
                      <a:pt x="1473541" y="912506"/>
                      <a:pt x="1470482" y="922751"/>
                      <a:pt x="1469642" y="937376"/>
                    </a:cubicBezTo>
                    <a:lnTo>
                      <a:pt x="1469546" y="942259"/>
                    </a:lnTo>
                    <a:lnTo>
                      <a:pt x="1499391" y="942259"/>
                    </a:lnTo>
                    <a:cubicBezTo>
                      <a:pt x="1499329" y="940624"/>
                      <a:pt x="1499268" y="938989"/>
                      <a:pt x="1499206" y="937354"/>
                    </a:cubicBezTo>
                    <a:cubicBezTo>
                      <a:pt x="1497894" y="922692"/>
                      <a:pt x="1494080" y="912388"/>
                      <a:pt x="1484566" y="912443"/>
                    </a:cubicBezTo>
                    <a:close/>
                    <a:moveTo>
                      <a:pt x="1070393" y="912443"/>
                    </a:moveTo>
                    <a:cubicBezTo>
                      <a:pt x="1055693" y="912527"/>
                      <a:pt x="1055156" y="930712"/>
                      <a:pt x="1055156" y="953247"/>
                    </a:cubicBezTo>
                    <a:cubicBezTo>
                      <a:pt x="1055156" y="975784"/>
                      <a:pt x="1056619" y="994091"/>
                      <a:pt x="1070393" y="994053"/>
                    </a:cubicBezTo>
                    <a:cubicBezTo>
                      <a:pt x="1084865" y="994013"/>
                      <a:pt x="1085631" y="975784"/>
                      <a:pt x="1085631" y="953247"/>
                    </a:cubicBezTo>
                    <a:cubicBezTo>
                      <a:pt x="1085631" y="930712"/>
                      <a:pt x="1083078" y="912369"/>
                      <a:pt x="1070393" y="912443"/>
                    </a:cubicBezTo>
                    <a:close/>
                    <a:moveTo>
                      <a:pt x="915496" y="912443"/>
                    </a:moveTo>
                    <a:cubicBezTo>
                      <a:pt x="904471" y="912506"/>
                      <a:pt x="901413" y="922751"/>
                      <a:pt x="900573" y="937376"/>
                    </a:cubicBezTo>
                    <a:lnTo>
                      <a:pt x="900476" y="942259"/>
                    </a:lnTo>
                    <a:lnTo>
                      <a:pt x="930321" y="942259"/>
                    </a:lnTo>
                    <a:cubicBezTo>
                      <a:pt x="930260" y="940624"/>
                      <a:pt x="930198" y="938989"/>
                      <a:pt x="930137" y="937354"/>
                    </a:cubicBezTo>
                    <a:cubicBezTo>
                      <a:pt x="928824" y="922692"/>
                      <a:pt x="925010" y="912388"/>
                      <a:pt x="915496" y="912443"/>
                    </a:cubicBezTo>
                    <a:close/>
                    <a:moveTo>
                      <a:pt x="637849" y="912443"/>
                    </a:moveTo>
                    <a:cubicBezTo>
                      <a:pt x="623149" y="912527"/>
                      <a:pt x="622612" y="930712"/>
                      <a:pt x="622612" y="953247"/>
                    </a:cubicBezTo>
                    <a:cubicBezTo>
                      <a:pt x="622612" y="975784"/>
                      <a:pt x="624075" y="994091"/>
                      <a:pt x="637849" y="994053"/>
                    </a:cubicBezTo>
                    <a:cubicBezTo>
                      <a:pt x="652320" y="994013"/>
                      <a:pt x="653087" y="975784"/>
                      <a:pt x="653087" y="953247"/>
                    </a:cubicBezTo>
                    <a:cubicBezTo>
                      <a:pt x="653087" y="930712"/>
                      <a:pt x="650534" y="912369"/>
                      <a:pt x="637849" y="912443"/>
                    </a:cubicBezTo>
                    <a:close/>
                    <a:moveTo>
                      <a:pt x="263432" y="912443"/>
                    </a:moveTo>
                    <a:cubicBezTo>
                      <a:pt x="252407" y="912506"/>
                      <a:pt x="249348" y="922751"/>
                      <a:pt x="248508" y="937376"/>
                    </a:cubicBezTo>
                    <a:lnTo>
                      <a:pt x="248412" y="942259"/>
                    </a:lnTo>
                    <a:lnTo>
                      <a:pt x="278257" y="942259"/>
                    </a:lnTo>
                    <a:cubicBezTo>
                      <a:pt x="278195" y="940624"/>
                      <a:pt x="278134" y="938989"/>
                      <a:pt x="278072" y="937354"/>
                    </a:cubicBezTo>
                    <a:cubicBezTo>
                      <a:pt x="276760" y="922692"/>
                      <a:pt x="272946" y="912388"/>
                      <a:pt x="263432" y="912443"/>
                    </a:cubicBezTo>
                    <a:close/>
                    <a:moveTo>
                      <a:pt x="1714910" y="896590"/>
                    </a:moveTo>
                    <a:lnTo>
                      <a:pt x="1734882" y="896590"/>
                    </a:lnTo>
                    <a:lnTo>
                      <a:pt x="1753333" y="971008"/>
                    </a:lnTo>
                    <a:lnTo>
                      <a:pt x="1772205" y="896590"/>
                    </a:lnTo>
                    <a:lnTo>
                      <a:pt x="1792177" y="896590"/>
                    </a:lnTo>
                    <a:lnTo>
                      <a:pt x="1746000" y="1058137"/>
                    </a:lnTo>
                    <a:lnTo>
                      <a:pt x="1726028" y="1058137"/>
                    </a:lnTo>
                    <a:lnTo>
                      <a:pt x="1742258" y="998644"/>
                    </a:lnTo>
                    <a:close/>
                    <a:moveTo>
                      <a:pt x="1350499" y="896590"/>
                    </a:moveTo>
                    <a:lnTo>
                      <a:pt x="1370471" y="896590"/>
                    </a:lnTo>
                    <a:lnTo>
                      <a:pt x="1370471" y="912636"/>
                    </a:lnTo>
                    <a:cubicBezTo>
                      <a:pt x="1375276" y="905653"/>
                      <a:pt x="1376083" y="897276"/>
                      <a:pt x="1392815" y="896973"/>
                    </a:cubicBezTo>
                    <a:cubicBezTo>
                      <a:pt x="1414114" y="896587"/>
                      <a:pt x="1416732" y="911563"/>
                      <a:pt x="1417110" y="931246"/>
                    </a:cubicBezTo>
                    <a:lnTo>
                      <a:pt x="1417582" y="1009192"/>
                    </a:lnTo>
                    <a:lnTo>
                      <a:pt x="1397610" y="1009192"/>
                    </a:lnTo>
                    <a:cubicBezTo>
                      <a:pt x="1397705" y="984917"/>
                      <a:pt x="1397799" y="960642"/>
                      <a:pt x="1397893" y="936367"/>
                    </a:cubicBezTo>
                    <a:cubicBezTo>
                      <a:pt x="1397830" y="923883"/>
                      <a:pt x="1394269" y="913787"/>
                      <a:pt x="1385541" y="914392"/>
                    </a:cubicBezTo>
                    <a:cubicBezTo>
                      <a:pt x="1372667" y="915283"/>
                      <a:pt x="1371415" y="924422"/>
                      <a:pt x="1370504" y="934362"/>
                    </a:cubicBezTo>
                    <a:lnTo>
                      <a:pt x="1370390" y="937613"/>
                    </a:lnTo>
                    <a:lnTo>
                      <a:pt x="1370170" y="937613"/>
                    </a:lnTo>
                    <a:lnTo>
                      <a:pt x="1370170" y="996661"/>
                    </a:lnTo>
                    <a:lnTo>
                      <a:pt x="1370471" y="996661"/>
                    </a:lnTo>
                    <a:lnTo>
                      <a:pt x="1370471" y="1009192"/>
                    </a:lnTo>
                    <a:lnTo>
                      <a:pt x="1350499" y="1009192"/>
                    </a:lnTo>
                    <a:close/>
                    <a:moveTo>
                      <a:pt x="703301" y="896590"/>
                    </a:moveTo>
                    <a:lnTo>
                      <a:pt x="723273" y="896590"/>
                    </a:lnTo>
                    <a:lnTo>
                      <a:pt x="723273" y="935890"/>
                    </a:lnTo>
                    <a:lnTo>
                      <a:pt x="723669" y="935767"/>
                    </a:lnTo>
                    <a:lnTo>
                      <a:pt x="723669" y="977978"/>
                    </a:lnTo>
                    <a:lnTo>
                      <a:pt x="723993" y="977978"/>
                    </a:lnTo>
                    <a:lnTo>
                      <a:pt x="724972" y="985894"/>
                    </a:lnTo>
                    <a:cubicBezTo>
                      <a:pt x="726442" y="991412"/>
                      <a:pt x="729555" y="994822"/>
                      <a:pt x="736125" y="994808"/>
                    </a:cubicBezTo>
                    <a:cubicBezTo>
                      <a:pt x="742696" y="994793"/>
                      <a:pt x="745808" y="991383"/>
                      <a:pt x="747278" y="985873"/>
                    </a:cubicBezTo>
                    <a:lnTo>
                      <a:pt x="748257" y="977978"/>
                    </a:lnTo>
                    <a:lnTo>
                      <a:pt x="748582" y="977978"/>
                    </a:lnTo>
                    <a:lnTo>
                      <a:pt x="748582" y="917038"/>
                    </a:lnTo>
                    <a:lnTo>
                      <a:pt x="748575" y="917038"/>
                    </a:lnTo>
                    <a:lnTo>
                      <a:pt x="748575" y="896590"/>
                    </a:lnTo>
                    <a:lnTo>
                      <a:pt x="768547" y="896590"/>
                    </a:lnTo>
                    <a:lnTo>
                      <a:pt x="768547" y="975013"/>
                    </a:lnTo>
                    <a:lnTo>
                      <a:pt x="768547" y="975015"/>
                    </a:lnTo>
                    <a:lnTo>
                      <a:pt x="768547" y="975018"/>
                    </a:lnTo>
                    <a:lnTo>
                      <a:pt x="768547" y="976933"/>
                    </a:lnTo>
                    <a:lnTo>
                      <a:pt x="768420" y="976933"/>
                    </a:lnTo>
                    <a:lnTo>
                      <a:pt x="767494" y="990893"/>
                    </a:lnTo>
                    <a:cubicBezTo>
                      <a:pt x="765060" y="1005529"/>
                      <a:pt x="757504" y="1015790"/>
                      <a:pt x="735985" y="1015821"/>
                    </a:cubicBezTo>
                    <a:cubicBezTo>
                      <a:pt x="714467" y="1015852"/>
                      <a:pt x="706910" y="1005560"/>
                      <a:pt x="704476" y="990904"/>
                    </a:cubicBezTo>
                    <a:lnTo>
                      <a:pt x="703550" y="976933"/>
                    </a:lnTo>
                    <a:lnTo>
                      <a:pt x="703301" y="976933"/>
                    </a:lnTo>
                    <a:close/>
                    <a:moveTo>
                      <a:pt x="326701" y="896590"/>
                    </a:moveTo>
                    <a:lnTo>
                      <a:pt x="346672" y="896590"/>
                    </a:lnTo>
                    <a:lnTo>
                      <a:pt x="346672" y="912636"/>
                    </a:lnTo>
                    <a:cubicBezTo>
                      <a:pt x="351478" y="905653"/>
                      <a:pt x="352284" y="897276"/>
                      <a:pt x="369017" y="896973"/>
                    </a:cubicBezTo>
                    <a:cubicBezTo>
                      <a:pt x="390316" y="896587"/>
                      <a:pt x="392934" y="911563"/>
                      <a:pt x="393311" y="931246"/>
                    </a:cubicBezTo>
                    <a:lnTo>
                      <a:pt x="393784" y="1009192"/>
                    </a:lnTo>
                    <a:lnTo>
                      <a:pt x="373812" y="1009192"/>
                    </a:lnTo>
                    <a:cubicBezTo>
                      <a:pt x="373906" y="984917"/>
                      <a:pt x="374000" y="960642"/>
                      <a:pt x="374095" y="936367"/>
                    </a:cubicBezTo>
                    <a:cubicBezTo>
                      <a:pt x="374032" y="923883"/>
                      <a:pt x="370471" y="913787"/>
                      <a:pt x="361743" y="914392"/>
                    </a:cubicBezTo>
                    <a:cubicBezTo>
                      <a:pt x="348869" y="915283"/>
                      <a:pt x="347617" y="924422"/>
                      <a:pt x="346705" y="934362"/>
                    </a:cubicBezTo>
                    <a:lnTo>
                      <a:pt x="346592" y="937613"/>
                    </a:lnTo>
                    <a:lnTo>
                      <a:pt x="346372" y="937613"/>
                    </a:lnTo>
                    <a:lnTo>
                      <a:pt x="346372" y="996661"/>
                    </a:lnTo>
                    <a:lnTo>
                      <a:pt x="346672" y="996661"/>
                    </a:lnTo>
                    <a:lnTo>
                      <a:pt x="346672" y="1009192"/>
                    </a:lnTo>
                    <a:lnTo>
                      <a:pt x="326701" y="1009192"/>
                    </a:lnTo>
                    <a:close/>
                    <a:moveTo>
                      <a:pt x="1645649" y="896386"/>
                    </a:moveTo>
                    <a:cubicBezTo>
                      <a:pt x="1655363" y="896407"/>
                      <a:pt x="1661755" y="900106"/>
                      <a:pt x="1665951" y="906430"/>
                    </a:cubicBezTo>
                    <a:lnTo>
                      <a:pt x="1667038" y="908651"/>
                    </a:lnTo>
                    <a:lnTo>
                      <a:pt x="1667038" y="896728"/>
                    </a:lnTo>
                    <a:lnTo>
                      <a:pt x="1687010" y="896728"/>
                    </a:lnTo>
                    <a:lnTo>
                      <a:pt x="1687010" y="1006787"/>
                    </a:lnTo>
                    <a:cubicBezTo>
                      <a:pt x="1687010" y="1006789"/>
                      <a:pt x="1687010" y="1006789"/>
                      <a:pt x="1687010" y="1006791"/>
                    </a:cubicBezTo>
                    <a:lnTo>
                      <a:pt x="1686300" y="1021179"/>
                    </a:lnTo>
                    <a:cubicBezTo>
                      <a:pt x="1685960" y="1043003"/>
                      <a:pt x="1675608" y="1057051"/>
                      <a:pt x="1652581" y="1057001"/>
                    </a:cubicBezTo>
                    <a:cubicBezTo>
                      <a:pt x="1632195" y="1056956"/>
                      <a:pt x="1621466" y="1042204"/>
                      <a:pt x="1618862" y="1021162"/>
                    </a:cubicBezTo>
                    <a:cubicBezTo>
                      <a:pt x="1618847" y="1020849"/>
                      <a:pt x="1618831" y="1020535"/>
                      <a:pt x="1618816" y="1020222"/>
                    </a:cubicBezTo>
                    <a:lnTo>
                      <a:pt x="1638139" y="1020222"/>
                    </a:lnTo>
                    <a:lnTo>
                      <a:pt x="1638891" y="1025506"/>
                    </a:lnTo>
                    <a:cubicBezTo>
                      <a:pt x="1640137" y="1035905"/>
                      <a:pt x="1644324" y="1039346"/>
                      <a:pt x="1651560" y="1039738"/>
                    </a:cubicBezTo>
                    <a:cubicBezTo>
                      <a:pt x="1665644" y="1040501"/>
                      <a:pt x="1666806" y="1030608"/>
                      <a:pt x="1666731" y="1012557"/>
                    </a:cubicBezTo>
                    <a:lnTo>
                      <a:pt x="1666892" y="1006787"/>
                    </a:lnTo>
                    <a:lnTo>
                      <a:pt x="1667038" y="1006787"/>
                    </a:lnTo>
                    <a:lnTo>
                      <a:pt x="1667038" y="1000603"/>
                    </a:lnTo>
                    <a:lnTo>
                      <a:pt x="1665481" y="1003725"/>
                    </a:lnTo>
                    <a:cubicBezTo>
                      <a:pt x="1661254" y="1010052"/>
                      <a:pt x="1654962" y="1013740"/>
                      <a:pt x="1645649" y="1013718"/>
                    </a:cubicBezTo>
                    <a:cubicBezTo>
                      <a:pt x="1620813" y="1013659"/>
                      <a:pt x="1617463" y="987452"/>
                      <a:pt x="1617463" y="955052"/>
                    </a:cubicBezTo>
                    <a:cubicBezTo>
                      <a:pt x="1617463" y="922652"/>
                      <a:pt x="1622033" y="896335"/>
                      <a:pt x="1645649" y="896386"/>
                    </a:cubicBezTo>
                    <a:close/>
                    <a:moveTo>
                      <a:pt x="1483922" y="896249"/>
                    </a:moveTo>
                    <a:cubicBezTo>
                      <a:pt x="1505820" y="896210"/>
                      <a:pt x="1514472" y="911004"/>
                      <a:pt x="1517429" y="932072"/>
                    </a:cubicBezTo>
                    <a:cubicBezTo>
                      <a:pt x="1518765" y="939997"/>
                      <a:pt x="1518214" y="949432"/>
                      <a:pt x="1518040" y="959244"/>
                    </a:cubicBezTo>
                    <a:lnTo>
                      <a:pt x="1469496" y="959244"/>
                    </a:lnTo>
                    <a:lnTo>
                      <a:pt x="1469772" y="969136"/>
                    </a:lnTo>
                    <a:cubicBezTo>
                      <a:pt x="1470830" y="983791"/>
                      <a:pt x="1474235" y="994082"/>
                      <a:pt x="1484566" y="994053"/>
                    </a:cubicBezTo>
                    <a:cubicBezTo>
                      <a:pt x="1491802" y="994033"/>
                      <a:pt x="1495611" y="989466"/>
                      <a:pt x="1497612" y="982086"/>
                    </a:cubicBezTo>
                    <a:lnTo>
                      <a:pt x="1498822" y="973587"/>
                    </a:lnTo>
                    <a:lnTo>
                      <a:pt x="1517846" y="973587"/>
                    </a:lnTo>
                    <a:cubicBezTo>
                      <a:pt x="1517778" y="974972"/>
                      <a:pt x="1517709" y="976357"/>
                      <a:pt x="1517641" y="977742"/>
                    </a:cubicBezTo>
                    <a:cubicBezTo>
                      <a:pt x="1515037" y="998784"/>
                      <a:pt x="1506950" y="1013536"/>
                      <a:pt x="1483922" y="1013580"/>
                    </a:cubicBezTo>
                    <a:cubicBezTo>
                      <a:pt x="1453219" y="1013640"/>
                      <a:pt x="1449076" y="987315"/>
                      <a:pt x="1449076" y="954914"/>
                    </a:cubicBezTo>
                    <a:cubicBezTo>
                      <a:pt x="1449076" y="922514"/>
                      <a:pt x="1451898" y="896304"/>
                      <a:pt x="1483922" y="896249"/>
                    </a:cubicBezTo>
                    <a:close/>
                    <a:moveTo>
                      <a:pt x="1070504" y="896249"/>
                    </a:moveTo>
                    <a:cubicBezTo>
                      <a:pt x="1099701" y="896198"/>
                      <a:pt x="1105350" y="922514"/>
                      <a:pt x="1105350" y="954914"/>
                    </a:cubicBezTo>
                    <a:cubicBezTo>
                      <a:pt x="1105350" y="987315"/>
                      <a:pt x="1101208" y="1013521"/>
                      <a:pt x="1070504" y="1013580"/>
                    </a:cubicBezTo>
                    <a:cubicBezTo>
                      <a:pt x="1039801" y="1013640"/>
                      <a:pt x="1035658" y="987315"/>
                      <a:pt x="1035658" y="954914"/>
                    </a:cubicBezTo>
                    <a:cubicBezTo>
                      <a:pt x="1035658" y="922514"/>
                      <a:pt x="1038480" y="896304"/>
                      <a:pt x="1070504" y="896249"/>
                    </a:cubicBezTo>
                    <a:close/>
                    <a:moveTo>
                      <a:pt x="914852" y="896249"/>
                    </a:moveTo>
                    <a:cubicBezTo>
                      <a:pt x="936750" y="896210"/>
                      <a:pt x="945402" y="911004"/>
                      <a:pt x="948359" y="932072"/>
                    </a:cubicBezTo>
                    <a:cubicBezTo>
                      <a:pt x="949695" y="939997"/>
                      <a:pt x="949144" y="949432"/>
                      <a:pt x="948970" y="959244"/>
                    </a:cubicBezTo>
                    <a:lnTo>
                      <a:pt x="900426" y="959244"/>
                    </a:lnTo>
                    <a:lnTo>
                      <a:pt x="900703" y="969136"/>
                    </a:lnTo>
                    <a:cubicBezTo>
                      <a:pt x="901760" y="983791"/>
                      <a:pt x="905166" y="994082"/>
                      <a:pt x="915496" y="994053"/>
                    </a:cubicBezTo>
                    <a:cubicBezTo>
                      <a:pt x="922732" y="994033"/>
                      <a:pt x="926541" y="989466"/>
                      <a:pt x="928542" y="982086"/>
                    </a:cubicBezTo>
                    <a:lnTo>
                      <a:pt x="929752" y="973587"/>
                    </a:lnTo>
                    <a:lnTo>
                      <a:pt x="948777" y="973587"/>
                    </a:lnTo>
                    <a:cubicBezTo>
                      <a:pt x="948708" y="974972"/>
                      <a:pt x="948640" y="976357"/>
                      <a:pt x="948571" y="977742"/>
                    </a:cubicBezTo>
                    <a:cubicBezTo>
                      <a:pt x="945967" y="998784"/>
                      <a:pt x="937881" y="1013536"/>
                      <a:pt x="914852" y="1013580"/>
                    </a:cubicBezTo>
                    <a:cubicBezTo>
                      <a:pt x="884149" y="1013640"/>
                      <a:pt x="880006" y="987315"/>
                      <a:pt x="880006" y="954914"/>
                    </a:cubicBezTo>
                    <a:cubicBezTo>
                      <a:pt x="880006" y="922514"/>
                      <a:pt x="882828" y="896304"/>
                      <a:pt x="914852" y="896249"/>
                    </a:cubicBezTo>
                    <a:close/>
                    <a:moveTo>
                      <a:pt x="637960" y="896249"/>
                    </a:moveTo>
                    <a:cubicBezTo>
                      <a:pt x="667156" y="896198"/>
                      <a:pt x="672806" y="922514"/>
                      <a:pt x="672806" y="954914"/>
                    </a:cubicBezTo>
                    <a:cubicBezTo>
                      <a:pt x="672806" y="987315"/>
                      <a:pt x="668664" y="1013521"/>
                      <a:pt x="637960" y="1013580"/>
                    </a:cubicBezTo>
                    <a:cubicBezTo>
                      <a:pt x="607257" y="1013640"/>
                      <a:pt x="603114" y="987315"/>
                      <a:pt x="603114" y="954914"/>
                    </a:cubicBezTo>
                    <a:cubicBezTo>
                      <a:pt x="603114" y="922514"/>
                      <a:pt x="605936" y="896304"/>
                      <a:pt x="637960" y="896249"/>
                    </a:cubicBezTo>
                    <a:close/>
                    <a:moveTo>
                      <a:pt x="262788" y="896249"/>
                    </a:moveTo>
                    <a:cubicBezTo>
                      <a:pt x="284685" y="896210"/>
                      <a:pt x="293337" y="911004"/>
                      <a:pt x="296295" y="932072"/>
                    </a:cubicBezTo>
                    <a:cubicBezTo>
                      <a:pt x="297631" y="939997"/>
                      <a:pt x="297080" y="949432"/>
                      <a:pt x="296906" y="959244"/>
                    </a:cubicBezTo>
                    <a:lnTo>
                      <a:pt x="248362" y="959244"/>
                    </a:lnTo>
                    <a:lnTo>
                      <a:pt x="248638" y="969136"/>
                    </a:lnTo>
                    <a:cubicBezTo>
                      <a:pt x="249695" y="983791"/>
                      <a:pt x="253101" y="994082"/>
                      <a:pt x="263432" y="994053"/>
                    </a:cubicBezTo>
                    <a:cubicBezTo>
                      <a:pt x="270668" y="994033"/>
                      <a:pt x="274477" y="989466"/>
                      <a:pt x="276478" y="982086"/>
                    </a:cubicBezTo>
                    <a:lnTo>
                      <a:pt x="277688" y="973587"/>
                    </a:lnTo>
                    <a:lnTo>
                      <a:pt x="296712" y="973587"/>
                    </a:lnTo>
                    <a:cubicBezTo>
                      <a:pt x="296644" y="974972"/>
                      <a:pt x="296575" y="976357"/>
                      <a:pt x="296507" y="977742"/>
                    </a:cubicBezTo>
                    <a:cubicBezTo>
                      <a:pt x="293903" y="998784"/>
                      <a:pt x="285816" y="1013536"/>
                      <a:pt x="262788" y="1013580"/>
                    </a:cubicBezTo>
                    <a:cubicBezTo>
                      <a:pt x="232085" y="1013640"/>
                      <a:pt x="227942" y="987315"/>
                      <a:pt x="227942" y="954914"/>
                    </a:cubicBezTo>
                    <a:cubicBezTo>
                      <a:pt x="227942" y="922514"/>
                      <a:pt x="230764" y="896304"/>
                      <a:pt x="262788" y="896249"/>
                    </a:cubicBezTo>
                    <a:close/>
                    <a:moveTo>
                      <a:pt x="174241" y="896248"/>
                    </a:moveTo>
                    <a:cubicBezTo>
                      <a:pt x="197857" y="896197"/>
                      <a:pt x="202427" y="922514"/>
                      <a:pt x="202427" y="954914"/>
                    </a:cubicBezTo>
                    <a:cubicBezTo>
                      <a:pt x="202427" y="987315"/>
                      <a:pt x="199077" y="1013521"/>
                      <a:pt x="174241" y="1013580"/>
                    </a:cubicBezTo>
                    <a:cubicBezTo>
                      <a:pt x="168032" y="1013595"/>
                      <a:pt x="163166" y="1011961"/>
                      <a:pt x="159360" y="1008995"/>
                    </a:cubicBezTo>
                    <a:lnTo>
                      <a:pt x="152852" y="999395"/>
                    </a:lnTo>
                    <a:lnTo>
                      <a:pt x="152852" y="1056246"/>
                    </a:lnTo>
                    <a:lnTo>
                      <a:pt x="132881" y="1056246"/>
                    </a:lnTo>
                    <a:lnTo>
                      <a:pt x="132881" y="896590"/>
                    </a:lnTo>
                    <a:lnTo>
                      <a:pt x="152852" y="896590"/>
                    </a:lnTo>
                    <a:lnTo>
                      <a:pt x="152852" y="909865"/>
                    </a:lnTo>
                    <a:lnTo>
                      <a:pt x="158909" y="900882"/>
                    </a:lnTo>
                    <a:cubicBezTo>
                      <a:pt x="162766" y="897911"/>
                      <a:pt x="167765" y="896262"/>
                      <a:pt x="174241" y="896248"/>
                    </a:cubicBezTo>
                    <a:close/>
                    <a:moveTo>
                      <a:pt x="1592774" y="892438"/>
                    </a:moveTo>
                    <a:lnTo>
                      <a:pt x="1592774" y="914707"/>
                    </a:lnTo>
                    <a:cubicBezTo>
                      <a:pt x="1583514" y="909612"/>
                      <a:pt x="1577013" y="914282"/>
                      <a:pt x="1572318" y="924898"/>
                    </a:cubicBezTo>
                    <a:lnTo>
                      <a:pt x="1570506" y="930363"/>
                    </a:lnTo>
                    <a:lnTo>
                      <a:pt x="1570506" y="1009192"/>
                    </a:lnTo>
                    <a:lnTo>
                      <a:pt x="1550534" y="1009192"/>
                    </a:lnTo>
                    <a:lnTo>
                      <a:pt x="1550534" y="896590"/>
                    </a:lnTo>
                    <a:lnTo>
                      <a:pt x="1570506" y="896590"/>
                    </a:lnTo>
                    <a:lnTo>
                      <a:pt x="1570506" y="906833"/>
                    </a:lnTo>
                    <a:lnTo>
                      <a:pt x="1571627" y="905336"/>
                    </a:lnTo>
                    <a:cubicBezTo>
                      <a:pt x="1576659" y="898171"/>
                      <a:pt x="1581532" y="891589"/>
                      <a:pt x="1592774" y="892438"/>
                    </a:cubicBezTo>
                    <a:close/>
                    <a:moveTo>
                      <a:pt x="824066" y="891683"/>
                    </a:moveTo>
                    <a:cubicBezTo>
                      <a:pt x="833896" y="891238"/>
                      <a:pt x="841608" y="894228"/>
                      <a:pt x="846335" y="897345"/>
                    </a:cubicBezTo>
                    <a:lnTo>
                      <a:pt x="846335" y="916217"/>
                    </a:lnTo>
                    <a:cubicBezTo>
                      <a:pt x="831615" y="909171"/>
                      <a:pt x="816237" y="908789"/>
                      <a:pt x="815762" y="924520"/>
                    </a:cubicBezTo>
                    <a:cubicBezTo>
                      <a:pt x="816014" y="936598"/>
                      <a:pt x="828690" y="944111"/>
                      <a:pt x="832661" y="947285"/>
                    </a:cubicBezTo>
                    <a:cubicBezTo>
                      <a:pt x="836633" y="950459"/>
                      <a:pt x="854413" y="963697"/>
                      <a:pt x="854638" y="979626"/>
                    </a:cubicBezTo>
                    <a:cubicBezTo>
                      <a:pt x="854854" y="994907"/>
                      <a:pt x="843083" y="1013464"/>
                      <a:pt x="824444" y="1013595"/>
                    </a:cubicBezTo>
                    <a:cubicBezTo>
                      <a:pt x="818138" y="1013640"/>
                      <a:pt x="808465" y="1010953"/>
                      <a:pt x="802175" y="1007934"/>
                    </a:cubicBezTo>
                    <a:lnTo>
                      <a:pt x="802175" y="987929"/>
                    </a:lnTo>
                    <a:cubicBezTo>
                      <a:pt x="808151" y="992144"/>
                      <a:pt x="816277" y="994890"/>
                      <a:pt x="822179" y="994723"/>
                    </a:cubicBezTo>
                    <a:cubicBezTo>
                      <a:pt x="831112" y="994472"/>
                      <a:pt x="837501" y="985881"/>
                      <a:pt x="836521" y="979248"/>
                    </a:cubicBezTo>
                    <a:cubicBezTo>
                      <a:pt x="835542" y="972616"/>
                      <a:pt x="823602" y="961846"/>
                      <a:pt x="816301" y="954931"/>
                    </a:cubicBezTo>
                    <a:cubicBezTo>
                      <a:pt x="809000" y="948016"/>
                      <a:pt x="797597" y="936255"/>
                      <a:pt x="796988" y="925652"/>
                    </a:cubicBezTo>
                    <a:cubicBezTo>
                      <a:pt x="795789" y="904786"/>
                      <a:pt x="811690" y="892244"/>
                      <a:pt x="824066" y="891683"/>
                    </a:cubicBezTo>
                    <a:close/>
                    <a:moveTo>
                      <a:pt x="56436" y="860524"/>
                    </a:moveTo>
                    <a:cubicBezTo>
                      <a:pt x="36465" y="860661"/>
                      <a:pt x="35735" y="890126"/>
                      <a:pt x="35735" y="926643"/>
                    </a:cubicBezTo>
                    <a:cubicBezTo>
                      <a:pt x="35735" y="963159"/>
                      <a:pt x="37723" y="992824"/>
                      <a:pt x="56436" y="992761"/>
                    </a:cubicBezTo>
                    <a:cubicBezTo>
                      <a:pt x="76095" y="992696"/>
                      <a:pt x="77136" y="963159"/>
                      <a:pt x="77136" y="926643"/>
                    </a:cubicBezTo>
                    <a:cubicBezTo>
                      <a:pt x="77136" y="890126"/>
                      <a:pt x="73668" y="860406"/>
                      <a:pt x="56436" y="860524"/>
                    </a:cubicBezTo>
                    <a:close/>
                    <a:moveTo>
                      <a:pt x="56672" y="839708"/>
                    </a:moveTo>
                    <a:cubicBezTo>
                      <a:pt x="93442" y="839632"/>
                      <a:pt x="100557" y="878630"/>
                      <a:pt x="100557" y="926644"/>
                    </a:cubicBezTo>
                    <a:cubicBezTo>
                      <a:pt x="100557" y="974658"/>
                      <a:pt x="95341" y="1013492"/>
                      <a:pt x="56672" y="1013580"/>
                    </a:cubicBezTo>
                    <a:cubicBezTo>
                      <a:pt x="18004" y="1013668"/>
                      <a:pt x="12787" y="974658"/>
                      <a:pt x="12787" y="926644"/>
                    </a:cubicBezTo>
                    <a:cubicBezTo>
                      <a:pt x="12787" y="878630"/>
                      <a:pt x="16341" y="839790"/>
                      <a:pt x="56672" y="839708"/>
                    </a:cubicBezTo>
                    <a:close/>
                    <a:moveTo>
                      <a:pt x="1261002" y="839707"/>
                    </a:moveTo>
                    <a:lnTo>
                      <a:pt x="1267808" y="839707"/>
                    </a:lnTo>
                    <a:lnTo>
                      <a:pt x="1282685" y="839707"/>
                    </a:lnTo>
                    <a:lnTo>
                      <a:pt x="1322930" y="839707"/>
                    </a:lnTo>
                    <a:lnTo>
                      <a:pt x="1322930" y="858017"/>
                    </a:lnTo>
                    <a:lnTo>
                      <a:pt x="1282685" y="858017"/>
                    </a:lnTo>
                    <a:lnTo>
                      <a:pt x="1282685" y="914391"/>
                    </a:lnTo>
                    <a:lnTo>
                      <a:pt x="1318112" y="914391"/>
                    </a:lnTo>
                    <a:lnTo>
                      <a:pt x="1318112" y="932701"/>
                    </a:lnTo>
                    <a:lnTo>
                      <a:pt x="1282685" y="932701"/>
                    </a:lnTo>
                    <a:lnTo>
                      <a:pt x="1282685" y="992581"/>
                    </a:lnTo>
                    <a:lnTo>
                      <a:pt x="1322930" y="992581"/>
                    </a:lnTo>
                    <a:lnTo>
                      <a:pt x="1322930" y="1010891"/>
                    </a:lnTo>
                    <a:lnTo>
                      <a:pt x="1282685" y="1010891"/>
                    </a:lnTo>
                    <a:lnTo>
                      <a:pt x="1267808" y="1010891"/>
                    </a:lnTo>
                    <a:lnTo>
                      <a:pt x="1261002" y="1010891"/>
                    </a:lnTo>
                    <a:close/>
                    <a:moveTo>
                      <a:pt x="489126" y="838658"/>
                    </a:moveTo>
                    <a:lnTo>
                      <a:pt x="510809" y="838658"/>
                    </a:lnTo>
                    <a:lnTo>
                      <a:pt x="510809" y="905619"/>
                    </a:lnTo>
                    <a:lnTo>
                      <a:pt x="546246" y="905619"/>
                    </a:lnTo>
                    <a:lnTo>
                      <a:pt x="546246" y="838658"/>
                    </a:lnTo>
                    <a:lnTo>
                      <a:pt x="567930" y="838658"/>
                    </a:lnTo>
                    <a:lnTo>
                      <a:pt x="567930" y="1009192"/>
                    </a:lnTo>
                    <a:lnTo>
                      <a:pt x="546246" y="1009192"/>
                    </a:lnTo>
                    <a:lnTo>
                      <a:pt x="546246" y="923859"/>
                    </a:lnTo>
                    <a:lnTo>
                      <a:pt x="510809" y="923859"/>
                    </a:lnTo>
                    <a:lnTo>
                      <a:pt x="510809" y="1009192"/>
                    </a:lnTo>
                    <a:lnTo>
                      <a:pt x="489126" y="1009192"/>
                    </a:lnTo>
                    <a:close/>
                    <a:moveTo>
                      <a:pt x="1162901" y="821998"/>
                    </a:moveTo>
                    <a:cubicBezTo>
                      <a:pt x="1167454" y="821842"/>
                      <a:pt x="1172459" y="822375"/>
                      <a:pt x="1177725" y="823498"/>
                    </a:cubicBezTo>
                    <a:lnTo>
                      <a:pt x="1177725" y="843469"/>
                    </a:lnTo>
                    <a:cubicBezTo>
                      <a:pt x="1162565" y="837968"/>
                      <a:pt x="1159105" y="844922"/>
                      <a:pt x="1159420" y="854141"/>
                    </a:cubicBezTo>
                    <a:lnTo>
                      <a:pt x="1159420" y="895458"/>
                    </a:lnTo>
                    <a:lnTo>
                      <a:pt x="1177725" y="895458"/>
                    </a:lnTo>
                    <a:lnTo>
                      <a:pt x="1177725" y="912236"/>
                    </a:lnTo>
                    <a:lnTo>
                      <a:pt x="1159420" y="912236"/>
                    </a:lnTo>
                    <a:lnTo>
                      <a:pt x="1159420" y="1009192"/>
                    </a:lnTo>
                    <a:lnTo>
                      <a:pt x="1139449" y="1009192"/>
                    </a:lnTo>
                    <a:lnTo>
                      <a:pt x="1139449" y="912236"/>
                    </a:lnTo>
                    <a:lnTo>
                      <a:pt x="1127527" y="912236"/>
                    </a:lnTo>
                    <a:lnTo>
                      <a:pt x="1127527" y="895458"/>
                    </a:lnTo>
                    <a:lnTo>
                      <a:pt x="1139449" y="895458"/>
                    </a:lnTo>
                    <a:lnTo>
                      <a:pt x="1139449" y="844747"/>
                    </a:lnTo>
                    <a:cubicBezTo>
                      <a:pt x="1139676" y="829150"/>
                      <a:pt x="1149246" y="822469"/>
                      <a:pt x="1162901" y="821998"/>
                    </a:cubicBezTo>
                    <a:close/>
                    <a:moveTo>
                      <a:pt x="0" y="698203"/>
                    </a:moveTo>
                    <a:lnTo>
                      <a:pt x="1792582" y="698203"/>
                    </a:lnTo>
                    <a:lnTo>
                      <a:pt x="1792582" y="703247"/>
                    </a:lnTo>
                    <a:lnTo>
                      <a:pt x="1792582" y="757745"/>
                    </a:lnTo>
                    <a:lnTo>
                      <a:pt x="1792582" y="777019"/>
                    </a:lnTo>
                    <a:lnTo>
                      <a:pt x="0" y="777019"/>
                    </a:lnTo>
                    <a:close/>
                    <a:moveTo>
                      <a:pt x="827858" y="57086"/>
                    </a:moveTo>
                    <a:cubicBezTo>
                      <a:pt x="773091" y="57462"/>
                      <a:pt x="771089" y="138267"/>
                      <a:pt x="771089" y="238408"/>
                    </a:cubicBezTo>
                    <a:cubicBezTo>
                      <a:pt x="771089" y="338549"/>
                      <a:pt x="776541" y="419900"/>
                      <a:pt x="827858" y="419730"/>
                    </a:cubicBezTo>
                    <a:cubicBezTo>
                      <a:pt x="881771" y="419551"/>
                      <a:pt x="884626" y="338549"/>
                      <a:pt x="884626" y="238408"/>
                    </a:cubicBezTo>
                    <a:cubicBezTo>
                      <a:pt x="884626" y="138267"/>
                      <a:pt x="875116" y="56762"/>
                      <a:pt x="827858" y="57086"/>
                    </a:cubicBezTo>
                    <a:close/>
                    <a:moveTo>
                      <a:pt x="119700" y="57086"/>
                    </a:moveTo>
                    <a:cubicBezTo>
                      <a:pt x="64933" y="57462"/>
                      <a:pt x="62931" y="138267"/>
                      <a:pt x="62931" y="238408"/>
                    </a:cubicBezTo>
                    <a:cubicBezTo>
                      <a:pt x="62931" y="338549"/>
                      <a:pt x="68383" y="419900"/>
                      <a:pt x="119700" y="419730"/>
                    </a:cubicBezTo>
                    <a:cubicBezTo>
                      <a:pt x="173614" y="419551"/>
                      <a:pt x="176468" y="338549"/>
                      <a:pt x="176468" y="238408"/>
                    </a:cubicBezTo>
                    <a:cubicBezTo>
                      <a:pt x="176468" y="138267"/>
                      <a:pt x="166959" y="56762"/>
                      <a:pt x="119700" y="57086"/>
                    </a:cubicBezTo>
                    <a:close/>
                    <a:moveTo>
                      <a:pt x="364615" y="7754"/>
                    </a:moveTo>
                    <a:lnTo>
                      <a:pt x="425426" y="7754"/>
                    </a:lnTo>
                    <a:lnTo>
                      <a:pt x="425426" y="188764"/>
                    </a:lnTo>
                    <a:lnTo>
                      <a:pt x="519025" y="188764"/>
                    </a:lnTo>
                    <a:lnTo>
                      <a:pt x="519025" y="7754"/>
                    </a:lnTo>
                    <a:lnTo>
                      <a:pt x="579836" y="7754"/>
                    </a:lnTo>
                    <a:lnTo>
                      <a:pt x="579836" y="468746"/>
                    </a:lnTo>
                    <a:lnTo>
                      <a:pt x="519025" y="468746"/>
                    </a:lnTo>
                    <a:lnTo>
                      <a:pt x="519025" y="238072"/>
                    </a:lnTo>
                    <a:lnTo>
                      <a:pt x="425426" y="238072"/>
                    </a:lnTo>
                    <a:lnTo>
                      <a:pt x="425426" y="468746"/>
                    </a:lnTo>
                    <a:lnTo>
                      <a:pt x="364615" y="468746"/>
                    </a:lnTo>
                    <a:close/>
                    <a:moveTo>
                      <a:pt x="828506" y="0"/>
                    </a:moveTo>
                    <a:cubicBezTo>
                      <a:pt x="929343" y="-206"/>
                      <a:pt x="948855" y="106741"/>
                      <a:pt x="948855" y="238412"/>
                    </a:cubicBezTo>
                    <a:cubicBezTo>
                      <a:pt x="948855" y="370082"/>
                      <a:pt x="934550" y="476581"/>
                      <a:pt x="828506" y="476823"/>
                    </a:cubicBezTo>
                    <a:cubicBezTo>
                      <a:pt x="722465" y="477064"/>
                      <a:pt x="708157" y="370082"/>
                      <a:pt x="708157" y="238412"/>
                    </a:cubicBezTo>
                    <a:cubicBezTo>
                      <a:pt x="708157" y="106741"/>
                      <a:pt x="717903" y="227"/>
                      <a:pt x="828506" y="0"/>
                    </a:cubicBezTo>
                    <a:close/>
                    <a:moveTo>
                      <a:pt x="120349" y="0"/>
                    </a:moveTo>
                    <a:cubicBezTo>
                      <a:pt x="221186" y="-206"/>
                      <a:pt x="240698" y="106741"/>
                      <a:pt x="240698" y="238412"/>
                    </a:cubicBezTo>
                    <a:cubicBezTo>
                      <a:pt x="240698" y="370082"/>
                      <a:pt x="226393" y="476581"/>
                      <a:pt x="120349" y="476823"/>
                    </a:cubicBezTo>
                    <a:cubicBezTo>
                      <a:pt x="14308" y="477064"/>
                      <a:pt x="0" y="370082"/>
                      <a:pt x="0" y="238412"/>
                    </a:cubicBezTo>
                    <a:cubicBezTo>
                      <a:pt x="0" y="106741"/>
                      <a:pt x="9745" y="227"/>
                      <a:pt x="120349" y="0"/>
                    </a:cubicBezTo>
                    <a:close/>
                  </a:path>
                </a:pathLst>
              </a:custGeom>
              <a:grp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endParaRPr>
              </a:p>
            </p:txBody>
          </p:sp>
        </p:grpSp>
      </p:grpSp>
      <p:sp>
        <p:nvSpPr>
          <p:cNvPr id="136" name="Rechteck 92">
            <a:extLst>
              <a:ext uri="{FF2B5EF4-FFF2-40B4-BE49-F238E27FC236}">
                <a16:creationId xmlns:a16="http://schemas.microsoft.com/office/drawing/2014/main" id="{50761C98-7CB0-4316-99DD-C6AC0D6C18E8}"/>
              </a:ext>
            </a:extLst>
          </p:cNvPr>
          <p:cNvSpPr>
            <a:spLocks noChangeAspect="1"/>
          </p:cNvSpPr>
          <p:nvPr/>
        </p:nvSpPr>
        <p:spPr>
          <a:xfrm>
            <a:off x="1226555" y="1176174"/>
            <a:ext cx="279846" cy="1244870"/>
          </a:xfrm>
          <a:prstGeom prst="rect">
            <a:avLst/>
          </a:prstGeom>
          <a:pattFill prst="ltUpDiag">
            <a:fgClr>
              <a:schemeClr val="bg2">
                <a:lumMod val="20000"/>
                <a:lumOff val="80000"/>
              </a:schemeClr>
            </a:fgClr>
            <a:bgClr>
              <a:schemeClr val="bg1"/>
            </a:bgClr>
          </a:pattFill>
          <a:ln>
            <a:noFill/>
          </a:ln>
          <a:effectLst/>
        </p:spPr>
        <p:style>
          <a:lnRef idx="1">
            <a:schemeClr val="accent1"/>
          </a:lnRef>
          <a:fillRef idx="3">
            <a:schemeClr val="accent1"/>
          </a:fillRef>
          <a:effectRef idx="2">
            <a:schemeClr val="accent1"/>
          </a:effectRef>
          <a:fontRef idx="minor">
            <a:schemeClr val="lt1"/>
          </a:fontRef>
        </p:style>
        <p:txBody>
          <a:bodyPr tIns="90000" bIns="90000" rtlCol="0" anchor="ctr" anchorCtr="0"/>
          <a:lstStyle/>
          <a:p>
            <a:pPr algn="ctr" defTabSz="457189"/>
            <a:endParaRPr lang="en-US" sz="1800" dirty="0">
              <a:solidFill>
                <a:srgbClr val="9FA0A3"/>
              </a:solidFill>
            </a:endParaRPr>
          </a:p>
        </p:txBody>
      </p:sp>
      <p:sp>
        <p:nvSpPr>
          <p:cNvPr id="6" name="Titel 5"/>
          <p:cNvSpPr>
            <a:spLocks noGrp="1"/>
          </p:cNvSpPr>
          <p:nvPr>
            <p:ph type="title"/>
          </p:nvPr>
        </p:nvSpPr>
        <p:spPr/>
        <p:txBody>
          <a:bodyPr/>
          <a:lstStyle/>
          <a:p>
            <a:r>
              <a:rPr lang="de-DE" dirty="0"/>
              <a:t>Logo </a:t>
            </a:r>
            <a:endParaRPr lang="en-US" dirty="0"/>
          </a:p>
        </p:txBody>
      </p:sp>
      <p:sp>
        <p:nvSpPr>
          <p:cNvPr id="2" name="Textplatzhalter 1"/>
          <p:cNvSpPr>
            <a:spLocks noGrp="1"/>
          </p:cNvSpPr>
          <p:nvPr>
            <p:ph type="body" sz="quarter" idx="14"/>
          </p:nvPr>
        </p:nvSpPr>
        <p:spPr>
          <a:xfrm>
            <a:off x="1223963" y="3837602"/>
            <a:ext cx="5222056" cy="1028398"/>
          </a:xfrm>
        </p:spPr>
        <p:txBody>
          <a:bodyPr/>
          <a:lstStyle/>
          <a:p>
            <a:pPr lvl="0"/>
            <a:r>
              <a:rPr lang="de-DE" b="1" dirty="0"/>
              <a:t>Das Logo ist unsere Unterschrift, unser eindeutiges Erkennungszeichen – es </a:t>
            </a:r>
            <a:r>
              <a:rPr lang="de-DE" b="1" dirty="0" err="1"/>
              <a:t>läßt</a:t>
            </a:r>
            <a:r>
              <a:rPr lang="de-DE" b="1" dirty="0"/>
              <a:t> unsere Kommunikationspartner wissen, wer wir sind. </a:t>
            </a:r>
            <a:br>
              <a:rPr lang="de-DE" dirty="0"/>
            </a:br>
            <a:br>
              <a:rPr lang="de-DE" dirty="0"/>
            </a:br>
            <a:r>
              <a:rPr lang="de-DE" b="1" dirty="0"/>
              <a:t>Präferierte Farben </a:t>
            </a:r>
            <a:r>
              <a:rPr lang="de-DE" dirty="0"/>
              <a:t>– OHOE Grau &amp; Rot</a:t>
            </a:r>
            <a:br>
              <a:rPr lang="de-DE" dirty="0"/>
            </a:br>
            <a:r>
              <a:rPr lang="de-DE" dirty="0"/>
              <a:t>Wo und wann immer möglich, verwenden wir das Logo in der Standardversion – idealerweise auf einem weißen Hintergrund.</a:t>
            </a:r>
          </a:p>
          <a:p>
            <a:pPr lvl="0"/>
            <a:r>
              <a:rPr lang="de-DE" b="1" dirty="0"/>
              <a:t>Andere Hintergründe</a:t>
            </a:r>
            <a:br>
              <a:rPr lang="de-DE" dirty="0"/>
            </a:br>
            <a:r>
              <a:rPr lang="de-DE" dirty="0"/>
              <a:t>Falls wir das Logo auf anderen Farben oder auf fotografischen Hintergründen verwenden, haben wir die Auswahl aus einem rein schwarzen oder weißen Logo, ggf. mit dem Energiekreis in Rot. </a:t>
            </a:r>
          </a:p>
        </p:txBody>
      </p:sp>
      <p:sp>
        <p:nvSpPr>
          <p:cNvPr id="16" name="Text Placeholder 15">
            <a:extLst>
              <a:ext uri="{FF2B5EF4-FFF2-40B4-BE49-F238E27FC236}">
                <a16:creationId xmlns:a16="http://schemas.microsoft.com/office/drawing/2014/main" id="{104EC1C0-395E-4DE1-9934-6EAECD80912A}"/>
              </a:ext>
            </a:extLst>
          </p:cNvPr>
          <p:cNvSpPr>
            <a:spLocks noGrp="1"/>
          </p:cNvSpPr>
          <p:nvPr>
            <p:ph type="body" sz="quarter" idx="15"/>
          </p:nvPr>
        </p:nvSpPr>
        <p:spPr/>
        <p:txBody>
          <a:bodyPr/>
          <a:lstStyle/>
          <a:p>
            <a:r>
              <a:rPr lang="de-DE" dirty="0"/>
              <a:t>HINWEIS | Das Logo darf niemals verändert, variiert oder gestaucht werden. Das Logo muss auf jeden Fall immer freigestellt dargestellt werden.</a:t>
            </a:r>
          </a:p>
        </p:txBody>
      </p:sp>
      <p:sp>
        <p:nvSpPr>
          <p:cNvPr id="98" name="Rechteck 97"/>
          <p:cNvSpPr/>
          <p:nvPr/>
        </p:nvSpPr>
        <p:spPr>
          <a:xfrm>
            <a:off x="1223962" y="2634495"/>
            <a:ext cx="2200523" cy="723275"/>
          </a:xfrm>
          <a:prstGeom prst="rect">
            <a:avLst/>
          </a:prstGeom>
          <a:solidFill>
            <a:schemeClr val="bg1"/>
          </a:solidFill>
        </p:spPr>
        <p:txBody>
          <a:bodyPr wrap="square" lIns="0" anchor="t">
            <a:spAutoFit/>
          </a:bodyPr>
          <a:lstStyle/>
          <a:p>
            <a:pPr defTabSz="457189" fontAlgn="base">
              <a:lnSpc>
                <a:spcPct val="90000"/>
              </a:lnSpc>
              <a:spcBef>
                <a:spcPct val="0"/>
              </a:spcBef>
              <a:spcAft>
                <a:spcPts val="600"/>
              </a:spcAft>
            </a:pPr>
            <a:r>
              <a:rPr lang="de-DE" sz="1000" b="1" dirty="0">
                <a:solidFill>
                  <a:srgbClr val="333333"/>
                </a:solidFill>
              </a:rPr>
              <a:t>Minimaler Abstand zu anderen Elementen</a:t>
            </a:r>
            <a:r>
              <a:rPr lang="de-DE" sz="1000" dirty="0">
                <a:solidFill>
                  <a:srgbClr val="333333"/>
                </a:solidFill>
              </a:rPr>
              <a:t> </a:t>
            </a:r>
            <a:br>
              <a:rPr lang="de-DE" sz="1000" dirty="0">
                <a:solidFill>
                  <a:srgbClr val="333333"/>
                </a:solidFill>
              </a:rPr>
            </a:br>
            <a:r>
              <a:rPr lang="de-DE" sz="1000" dirty="0">
                <a:solidFill>
                  <a:srgbClr val="333333"/>
                </a:solidFill>
              </a:rPr>
              <a:t>Eine Höhe der Logo-Großbuchstaben</a:t>
            </a:r>
          </a:p>
          <a:p>
            <a:pPr defTabSz="457189" fontAlgn="base">
              <a:lnSpc>
                <a:spcPct val="90000"/>
              </a:lnSpc>
              <a:spcBef>
                <a:spcPct val="0"/>
              </a:spcBef>
              <a:spcAft>
                <a:spcPts val="600"/>
              </a:spcAft>
            </a:pPr>
            <a:r>
              <a:rPr lang="de-DE" sz="1000" dirty="0">
                <a:solidFill>
                  <a:schemeClr val="bg2"/>
                </a:solidFill>
              </a:rPr>
              <a:t>Minimale Logo-Höhe</a:t>
            </a:r>
            <a:br>
              <a:rPr lang="de-DE" sz="1000" dirty="0">
                <a:solidFill>
                  <a:srgbClr val="333333"/>
                </a:solidFill>
              </a:rPr>
            </a:br>
            <a:r>
              <a:rPr lang="de-DE" sz="1000" dirty="0">
                <a:solidFill>
                  <a:srgbClr val="333333"/>
                </a:solidFill>
              </a:rPr>
              <a:t>15mm</a:t>
            </a:r>
          </a:p>
        </p:txBody>
      </p:sp>
      <p:sp>
        <p:nvSpPr>
          <p:cNvPr id="91" name="Rechteck 90"/>
          <p:cNvSpPr>
            <a:spLocks noChangeAspect="1"/>
          </p:cNvSpPr>
          <p:nvPr/>
        </p:nvSpPr>
        <p:spPr>
          <a:xfrm>
            <a:off x="1240903" y="1446268"/>
            <a:ext cx="259847" cy="25824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tIns="90000" bIns="90000" rtlCol="0" anchor="ctr" anchorCtr="0"/>
          <a:lstStyle/>
          <a:p>
            <a:pPr algn="ctr" defTabSz="457189"/>
            <a:endParaRPr lang="en-US" sz="1800" dirty="0">
              <a:solidFill>
                <a:srgbClr val="9FA0A3"/>
              </a:solidFill>
            </a:endParaRPr>
          </a:p>
        </p:txBody>
      </p:sp>
      <p:sp>
        <p:nvSpPr>
          <p:cNvPr id="93" name="Rechteck 92"/>
          <p:cNvSpPr>
            <a:spLocks noChangeAspect="1"/>
          </p:cNvSpPr>
          <p:nvPr/>
        </p:nvSpPr>
        <p:spPr>
          <a:xfrm>
            <a:off x="2573112" y="1176174"/>
            <a:ext cx="259847" cy="1244870"/>
          </a:xfrm>
          <a:prstGeom prst="rect">
            <a:avLst/>
          </a:prstGeom>
          <a:pattFill prst="ltUpDiag">
            <a:fgClr>
              <a:schemeClr val="bg2">
                <a:lumMod val="20000"/>
                <a:lumOff val="80000"/>
              </a:schemeClr>
            </a:fgClr>
            <a:bgClr>
              <a:schemeClr val="bg1"/>
            </a:bgClr>
          </a:pattFill>
          <a:ln>
            <a:noFill/>
          </a:ln>
          <a:effectLst/>
        </p:spPr>
        <p:style>
          <a:lnRef idx="1">
            <a:schemeClr val="accent1"/>
          </a:lnRef>
          <a:fillRef idx="3">
            <a:schemeClr val="accent1"/>
          </a:fillRef>
          <a:effectRef idx="2">
            <a:schemeClr val="accent1"/>
          </a:effectRef>
          <a:fontRef idx="minor">
            <a:schemeClr val="lt1"/>
          </a:fontRef>
        </p:style>
        <p:txBody>
          <a:bodyPr tIns="90000" bIns="90000" rtlCol="0" anchor="ctr" anchorCtr="0"/>
          <a:lstStyle/>
          <a:p>
            <a:pPr algn="ctr" defTabSz="457189"/>
            <a:endParaRPr lang="en-US" sz="1800" dirty="0">
              <a:solidFill>
                <a:srgbClr val="9FA0A3"/>
              </a:solidFill>
            </a:endParaRPr>
          </a:p>
        </p:txBody>
      </p:sp>
      <p:sp>
        <p:nvSpPr>
          <p:cNvPr id="94" name="Rechteck 93"/>
          <p:cNvSpPr>
            <a:spLocks noChangeAspect="1"/>
          </p:cNvSpPr>
          <p:nvPr/>
        </p:nvSpPr>
        <p:spPr>
          <a:xfrm>
            <a:off x="1223964" y="1167393"/>
            <a:ext cx="1632153" cy="273591"/>
          </a:xfrm>
          <a:prstGeom prst="rect">
            <a:avLst/>
          </a:prstGeom>
          <a:pattFill prst="ltUpDiag">
            <a:fgClr>
              <a:schemeClr val="bg2">
                <a:lumMod val="20000"/>
                <a:lumOff val="80000"/>
              </a:schemeClr>
            </a:fgClr>
            <a:bgClr>
              <a:schemeClr val="bg1"/>
            </a:bgClr>
          </a:pattFill>
          <a:ln>
            <a:noFill/>
          </a:ln>
          <a:effectLst/>
        </p:spPr>
        <p:style>
          <a:lnRef idx="1">
            <a:schemeClr val="accent1"/>
          </a:lnRef>
          <a:fillRef idx="3">
            <a:schemeClr val="accent1"/>
          </a:fillRef>
          <a:effectRef idx="2">
            <a:schemeClr val="accent1"/>
          </a:effectRef>
          <a:fontRef idx="minor">
            <a:schemeClr val="lt1"/>
          </a:fontRef>
        </p:style>
        <p:txBody>
          <a:bodyPr tIns="90000" bIns="90000" rtlCol="0" anchor="ctr" anchorCtr="0"/>
          <a:lstStyle/>
          <a:p>
            <a:pPr algn="ctr" defTabSz="457189"/>
            <a:endParaRPr lang="en-US" sz="1800" dirty="0">
              <a:solidFill>
                <a:srgbClr val="9FA0A3"/>
              </a:solidFill>
            </a:endParaRPr>
          </a:p>
        </p:txBody>
      </p:sp>
      <p:sp>
        <p:nvSpPr>
          <p:cNvPr id="96" name="Rechteck 95"/>
          <p:cNvSpPr>
            <a:spLocks noChangeAspect="1"/>
          </p:cNvSpPr>
          <p:nvPr/>
        </p:nvSpPr>
        <p:spPr>
          <a:xfrm>
            <a:off x="1223965" y="2143115"/>
            <a:ext cx="1623862" cy="277924"/>
          </a:xfrm>
          <a:prstGeom prst="rect">
            <a:avLst/>
          </a:prstGeom>
          <a:pattFill prst="ltUpDiag">
            <a:fgClr>
              <a:schemeClr val="bg2">
                <a:lumMod val="20000"/>
                <a:lumOff val="80000"/>
              </a:schemeClr>
            </a:fgClr>
            <a:bgClr>
              <a:schemeClr val="bg1"/>
            </a:bgClr>
          </a:pattFill>
          <a:ln>
            <a:noFill/>
          </a:ln>
          <a:effectLst/>
        </p:spPr>
        <p:style>
          <a:lnRef idx="1">
            <a:schemeClr val="accent1"/>
          </a:lnRef>
          <a:fillRef idx="3">
            <a:schemeClr val="accent1"/>
          </a:fillRef>
          <a:effectRef idx="2">
            <a:schemeClr val="accent1"/>
          </a:effectRef>
          <a:fontRef idx="minor">
            <a:schemeClr val="lt1"/>
          </a:fontRef>
        </p:style>
        <p:txBody>
          <a:bodyPr tIns="90000" bIns="90000" rtlCol="0" anchor="ctr" anchorCtr="0"/>
          <a:lstStyle/>
          <a:p>
            <a:pPr algn="ctr" defTabSz="457189"/>
            <a:endParaRPr lang="en-US" sz="1800" dirty="0">
              <a:solidFill>
                <a:srgbClr val="9FA0A3"/>
              </a:solidFill>
            </a:endParaRPr>
          </a:p>
        </p:txBody>
      </p:sp>
      <p:sp>
        <p:nvSpPr>
          <p:cNvPr id="97" name="Rechteck 96"/>
          <p:cNvSpPr/>
          <p:nvPr/>
        </p:nvSpPr>
        <p:spPr>
          <a:xfrm>
            <a:off x="1228110" y="1168045"/>
            <a:ext cx="1623862" cy="1255500"/>
          </a:xfrm>
          <a:prstGeom prst="rect">
            <a:avLst/>
          </a:prstGeom>
          <a:noFill/>
          <a:ln w="6350">
            <a:solidFill>
              <a:schemeClr val="accent3"/>
            </a:solidFill>
            <a:prstDash val="dash"/>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endParaRPr lang="en-US" sz="1800" dirty="0">
              <a:solidFill>
                <a:srgbClr val="F0A51E"/>
              </a:solidFill>
            </a:endParaRPr>
          </a:p>
        </p:txBody>
      </p:sp>
      <p:grpSp>
        <p:nvGrpSpPr>
          <p:cNvPr id="99" name="Gruppieren 98"/>
          <p:cNvGrpSpPr/>
          <p:nvPr/>
        </p:nvGrpSpPr>
        <p:grpSpPr>
          <a:xfrm>
            <a:off x="1508941" y="1183821"/>
            <a:ext cx="1054205" cy="1229093"/>
            <a:chOff x="1064628" y="1133210"/>
            <a:chExt cx="1713741" cy="1008000"/>
          </a:xfrm>
        </p:grpSpPr>
        <p:cxnSp>
          <p:nvCxnSpPr>
            <p:cNvPr id="101" name="Gerade Verbindung 100"/>
            <p:cNvCxnSpPr/>
            <p:nvPr/>
          </p:nvCxnSpPr>
          <p:spPr>
            <a:xfrm rot="5400000" flipV="1">
              <a:off x="560628" y="1637210"/>
              <a:ext cx="1008000" cy="0"/>
            </a:xfrm>
            <a:prstGeom prst="line">
              <a:avLst/>
            </a:prstGeom>
            <a:ln w="9525" cap="rnd" cmpd="sng">
              <a:solidFill>
                <a:schemeClr val="accent3"/>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102" name="Gerade Verbindung 101"/>
            <p:cNvCxnSpPr/>
            <p:nvPr/>
          </p:nvCxnSpPr>
          <p:spPr>
            <a:xfrm rot="5400000" flipV="1">
              <a:off x="2274369" y="1637210"/>
              <a:ext cx="1008000" cy="0"/>
            </a:xfrm>
            <a:prstGeom prst="line">
              <a:avLst/>
            </a:prstGeom>
            <a:ln w="9525" cap="rnd" cmpd="sng">
              <a:solidFill>
                <a:schemeClr val="accent3"/>
              </a:solidFill>
              <a:prstDash val="sysDot"/>
            </a:ln>
            <a:effectLst/>
          </p:spPr>
          <p:style>
            <a:lnRef idx="2">
              <a:schemeClr val="accent1"/>
            </a:lnRef>
            <a:fillRef idx="0">
              <a:schemeClr val="accent1"/>
            </a:fillRef>
            <a:effectRef idx="1">
              <a:schemeClr val="accent1"/>
            </a:effectRef>
            <a:fontRef idx="minor">
              <a:schemeClr val="tx1"/>
            </a:fontRef>
          </p:style>
        </p:cxnSp>
      </p:grpSp>
      <p:grpSp>
        <p:nvGrpSpPr>
          <p:cNvPr id="4" name="Group 3">
            <a:extLst>
              <a:ext uri="{FF2B5EF4-FFF2-40B4-BE49-F238E27FC236}">
                <a16:creationId xmlns:a16="http://schemas.microsoft.com/office/drawing/2014/main" id="{95585418-AC0C-49C9-A5F1-3BCEC9874247}"/>
              </a:ext>
            </a:extLst>
          </p:cNvPr>
          <p:cNvGrpSpPr/>
          <p:nvPr/>
        </p:nvGrpSpPr>
        <p:grpSpPr>
          <a:xfrm>
            <a:off x="1223963" y="1442063"/>
            <a:ext cx="1608996" cy="696848"/>
            <a:chOff x="3750385" y="1519061"/>
            <a:chExt cx="2412000" cy="756540"/>
          </a:xfrm>
        </p:grpSpPr>
        <p:cxnSp>
          <p:nvCxnSpPr>
            <p:cNvPr id="103" name="Gerade Verbindung 102"/>
            <p:cNvCxnSpPr/>
            <p:nvPr/>
          </p:nvCxnSpPr>
          <p:spPr>
            <a:xfrm>
              <a:off x="3750385" y="1519061"/>
              <a:ext cx="2412000" cy="0"/>
            </a:xfrm>
            <a:prstGeom prst="line">
              <a:avLst/>
            </a:prstGeom>
            <a:ln w="9525" cap="rnd" cmpd="sng">
              <a:solidFill>
                <a:schemeClr val="accent3"/>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104" name="Gerade Verbindung 103"/>
            <p:cNvCxnSpPr/>
            <p:nvPr/>
          </p:nvCxnSpPr>
          <p:spPr>
            <a:xfrm>
              <a:off x="3750385" y="2275601"/>
              <a:ext cx="2412000" cy="0"/>
            </a:xfrm>
            <a:prstGeom prst="line">
              <a:avLst/>
            </a:prstGeom>
            <a:ln w="9525" cap="rnd" cmpd="sng">
              <a:solidFill>
                <a:schemeClr val="accent3"/>
              </a:solidFill>
              <a:prstDash val="sysDot"/>
            </a:ln>
            <a:effectLst/>
          </p:spPr>
          <p:style>
            <a:lnRef idx="2">
              <a:schemeClr val="accent1"/>
            </a:lnRef>
            <a:fillRef idx="0">
              <a:schemeClr val="accent1"/>
            </a:fillRef>
            <a:effectRef idx="1">
              <a:schemeClr val="accent1"/>
            </a:effectRef>
            <a:fontRef idx="minor">
              <a:schemeClr val="tx1"/>
            </a:fontRef>
          </p:style>
        </p:cxnSp>
      </p:grpSp>
      <p:sp>
        <p:nvSpPr>
          <p:cNvPr id="51" name="Abgerundetes Rechteck 82">
            <a:extLst>
              <a:ext uri="{FF2B5EF4-FFF2-40B4-BE49-F238E27FC236}">
                <a16:creationId xmlns:a16="http://schemas.microsoft.com/office/drawing/2014/main" id="{C248AC68-B34F-4296-A08E-566FA23D47C5}"/>
              </a:ext>
            </a:extLst>
          </p:cNvPr>
          <p:cNvSpPr/>
          <p:nvPr/>
        </p:nvSpPr>
        <p:spPr>
          <a:xfrm>
            <a:off x="1224000" y="1080000"/>
            <a:ext cx="1558500" cy="10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p>
            <a:pPr defTabSz="457189"/>
            <a:r>
              <a:rPr lang="de-DE" sz="1000" dirty="0">
                <a:solidFill>
                  <a:schemeClr val="tx1"/>
                </a:solidFill>
              </a:rPr>
              <a:t>Standard Version und Abstände</a:t>
            </a:r>
          </a:p>
        </p:txBody>
      </p:sp>
      <p:sp>
        <p:nvSpPr>
          <p:cNvPr id="57" name="Rechteck 56"/>
          <p:cNvSpPr/>
          <p:nvPr/>
        </p:nvSpPr>
        <p:spPr>
          <a:xfrm>
            <a:off x="4044829" y="2951518"/>
            <a:ext cx="938490" cy="632685"/>
          </a:xfrm>
          <a:prstGeom prst="rect">
            <a:avLst/>
          </a:prstGeom>
          <a:blipFill dpi="0" rotWithShape="1">
            <a:blip r:embed="rId5" cstate="screen">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a:stretch>
              <a:fillRect/>
            </a:stretch>
          </a:blipFill>
          <a:ln>
            <a:noFill/>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endParaRPr lang="en-US" sz="1800" dirty="0">
              <a:solidFill>
                <a:srgbClr val="F0A51E"/>
              </a:solidFill>
            </a:endParaRPr>
          </a:p>
        </p:txBody>
      </p:sp>
      <p:sp>
        <p:nvSpPr>
          <p:cNvPr id="11" name="Rechteck 10"/>
          <p:cNvSpPr/>
          <p:nvPr/>
        </p:nvSpPr>
        <p:spPr>
          <a:xfrm>
            <a:off x="8168032" y="1146924"/>
            <a:ext cx="975967" cy="646331"/>
          </a:xfrm>
          <a:prstGeom prst="rect">
            <a:avLst/>
          </a:prstGeom>
          <a:noFill/>
        </p:spPr>
        <p:txBody>
          <a:bodyPr wrap="square" lIns="72000" rtlCol="0">
            <a:spAutoFit/>
          </a:bodyPr>
          <a:lstStyle/>
          <a:p>
            <a:pPr defTabSz="457189" fontAlgn="base">
              <a:lnSpc>
                <a:spcPct val="90000"/>
              </a:lnSpc>
              <a:spcBef>
                <a:spcPct val="0"/>
              </a:spcBef>
              <a:spcAft>
                <a:spcPts val="600"/>
              </a:spcAft>
            </a:pPr>
            <a:r>
              <a:rPr lang="de-DE" sz="800" dirty="0">
                <a:solidFill>
                  <a:schemeClr val="bg2"/>
                </a:solidFill>
              </a:rPr>
              <a:t>Achtete bitte darauf, dass der Hintergrund nicht zu unruhig ist und das Logo immer klar erkennbar.</a:t>
            </a:r>
          </a:p>
        </p:txBody>
      </p:sp>
      <p:sp>
        <p:nvSpPr>
          <p:cNvPr id="53" name="Abgerundetes Rechteck 82">
            <a:extLst>
              <a:ext uri="{FF2B5EF4-FFF2-40B4-BE49-F238E27FC236}">
                <a16:creationId xmlns:a16="http://schemas.microsoft.com/office/drawing/2014/main" id="{64CFDDD8-A2D0-4D41-81D7-89DDFA354B1B}"/>
              </a:ext>
            </a:extLst>
          </p:cNvPr>
          <p:cNvSpPr/>
          <p:nvPr/>
        </p:nvSpPr>
        <p:spPr>
          <a:xfrm>
            <a:off x="4044829" y="1078864"/>
            <a:ext cx="4140000" cy="10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p>
            <a:pPr defTabSz="457189"/>
            <a:r>
              <a:rPr lang="de-DE" sz="1000" dirty="0">
                <a:solidFill>
                  <a:schemeClr val="tx1"/>
                </a:solidFill>
              </a:rPr>
              <a:t>Alternative Logo Versionen</a:t>
            </a:r>
          </a:p>
        </p:txBody>
      </p:sp>
      <p:sp>
        <p:nvSpPr>
          <p:cNvPr id="55" name="Rechteck 32">
            <a:hlinkClick r:id="" action="ppaction://noaction"/>
            <a:extLst>
              <a:ext uri="{FF2B5EF4-FFF2-40B4-BE49-F238E27FC236}">
                <a16:creationId xmlns:a16="http://schemas.microsoft.com/office/drawing/2014/main" id="{D88AA967-41BE-4951-9EA6-9CE5967AD4ED}"/>
              </a:ext>
            </a:extLst>
          </p:cNvPr>
          <p:cNvSpPr/>
          <p:nvPr/>
        </p:nvSpPr>
        <p:spPr>
          <a:xfrm>
            <a:off x="72000" y="954000"/>
            <a:ext cx="792000" cy="216000"/>
          </a:xfrm>
          <a:prstGeom prst="rect">
            <a:avLst/>
          </a:prstGeom>
          <a:solidFill>
            <a:schemeClr val="tx2"/>
          </a:solidFill>
          <a:ln w="19050">
            <a:noFill/>
          </a:ln>
        </p:spPr>
        <p:txBody>
          <a:bodyPr wrap="none" lIns="36000" tIns="72000" bIns="72000" anchor="ctr">
            <a:noAutofit/>
          </a:bodyPr>
          <a:lstStyle/>
          <a:p>
            <a:pPr>
              <a:lnSpc>
                <a:spcPct val="90000"/>
              </a:lnSpc>
            </a:pPr>
            <a:r>
              <a:rPr lang="en-GB" sz="1000" dirty="0">
                <a:solidFill>
                  <a:schemeClr val="bg1"/>
                </a:solidFill>
              </a:rPr>
              <a:t>Logo</a:t>
            </a:r>
          </a:p>
        </p:txBody>
      </p:sp>
      <p:grpSp>
        <p:nvGrpSpPr>
          <p:cNvPr id="89" name="Group 88">
            <a:extLst>
              <a:ext uri="{FF2B5EF4-FFF2-40B4-BE49-F238E27FC236}">
                <a16:creationId xmlns:a16="http://schemas.microsoft.com/office/drawing/2014/main" id="{5D99D4BD-26D7-4BBC-BAF5-174DEE14832E}"/>
              </a:ext>
            </a:extLst>
          </p:cNvPr>
          <p:cNvGrpSpPr>
            <a:grpSpLocks noChangeAspect="1"/>
          </p:cNvGrpSpPr>
          <p:nvPr/>
        </p:nvGrpSpPr>
        <p:grpSpPr>
          <a:xfrm>
            <a:off x="1515397" y="1440265"/>
            <a:ext cx="1050291" cy="700430"/>
            <a:chOff x="2947569" y="1486378"/>
            <a:chExt cx="1795881" cy="1197657"/>
          </a:xfrm>
        </p:grpSpPr>
        <p:sp>
          <p:nvSpPr>
            <p:cNvPr id="90" name="Freeform: Shape 89">
              <a:extLst>
                <a:ext uri="{FF2B5EF4-FFF2-40B4-BE49-F238E27FC236}">
                  <a16:creationId xmlns:a16="http://schemas.microsoft.com/office/drawing/2014/main" id="{52A1CF04-1050-4E9F-9C53-AF710AF5DCCC}"/>
                </a:ext>
              </a:extLst>
            </p:cNvPr>
            <p:cNvSpPr/>
            <p:nvPr/>
          </p:nvSpPr>
          <p:spPr>
            <a:xfrm>
              <a:off x="3976213" y="1486378"/>
              <a:ext cx="767237" cy="767236"/>
            </a:xfrm>
            <a:custGeom>
              <a:avLst/>
              <a:gdLst>
                <a:gd name="connsiteX0" fmla="*/ 153291 w 2650554"/>
                <a:gd name="connsiteY0" fmla="*/ 707403 h 2650554"/>
                <a:gd name="connsiteX1" fmla="*/ 153291 w 2650554"/>
                <a:gd name="connsiteY1" fmla="*/ 1943152 h 2650554"/>
                <a:gd name="connsiteX2" fmla="*/ 104147 w 2650554"/>
                <a:gd name="connsiteY2" fmla="*/ 1841135 h 2650554"/>
                <a:gd name="connsiteX3" fmla="*/ 0 w 2650554"/>
                <a:gd name="connsiteY3" fmla="*/ 1325277 h 2650554"/>
                <a:gd name="connsiteX4" fmla="*/ 104147 w 2650554"/>
                <a:gd name="connsiteY4" fmla="*/ 809420 h 2650554"/>
                <a:gd name="connsiteX5" fmla="*/ 1325277 w 2650554"/>
                <a:gd name="connsiteY5" fmla="*/ 0 h 2650554"/>
                <a:gd name="connsiteX6" fmla="*/ 2650554 w 2650554"/>
                <a:gd name="connsiteY6" fmla="*/ 1325277 h 2650554"/>
                <a:gd name="connsiteX7" fmla="*/ 1325277 w 2650554"/>
                <a:gd name="connsiteY7" fmla="*/ 2650554 h 2650554"/>
                <a:gd name="connsiteX8" fmla="*/ 302629 w 2650554"/>
                <a:gd name="connsiteY8" fmla="*/ 2168276 h 2650554"/>
                <a:gd name="connsiteX9" fmla="*/ 252590 w 2650554"/>
                <a:gd name="connsiteY9" fmla="*/ 2101360 h 2650554"/>
                <a:gd name="connsiteX10" fmla="*/ 363376 w 2650554"/>
                <a:gd name="connsiteY10" fmla="*/ 2101360 h 2650554"/>
                <a:gd name="connsiteX11" fmla="*/ 729428 w 2650554"/>
                <a:gd name="connsiteY11" fmla="*/ 2101360 h 2650554"/>
                <a:gd name="connsiteX12" fmla="*/ 729428 w 2650554"/>
                <a:gd name="connsiteY12" fmla="*/ 1931019 h 2650554"/>
                <a:gd name="connsiteX13" fmla="*/ 363376 w 2650554"/>
                <a:gd name="connsiteY13" fmla="*/ 1931019 h 2650554"/>
                <a:gd name="connsiteX14" fmla="*/ 363376 w 2650554"/>
                <a:gd name="connsiteY14" fmla="*/ 1373934 h 2650554"/>
                <a:gd name="connsiteX15" fmla="*/ 684601 w 2650554"/>
                <a:gd name="connsiteY15" fmla="*/ 1373934 h 2650554"/>
                <a:gd name="connsiteX16" fmla="*/ 684601 w 2650554"/>
                <a:gd name="connsiteY16" fmla="*/ 1203593 h 2650554"/>
                <a:gd name="connsiteX17" fmla="*/ 363376 w 2650554"/>
                <a:gd name="connsiteY17" fmla="*/ 1203593 h 2650554"/>
                <a:gd name="connsiteX18" fmla="*/ 363376 w 2650554"/>
                <a:gd name="connsiteY18" fmla="*/ 679122 h 2650554"/>
                <a:gd name="connsiteX19" fmla="*/ 729428 w 2650554"/>
                <a:gd name="connsiteY19" fmla="*/ 679122 h 2650554"/>
                <a:gd name="connsiteX20" fmla="*/ 729428 w 2650554"/>
                <a:gd name="connsiteY20" fmla="*/ 508781 h 2650554"/>
                <a:gd name="connsiteX21" fmla="*/ 363376 w 2650554"/>
                <a:gd name="connsiteY21" fmla="*/ 508781 h 2650554"/>
                <a:gd name="connsiteX22" fmla="*/ 282811 w 2650554"/>
                <a:gd name="connsiteY22" fmla="*/ 508781 h 2650554"/>
                <a:gd name="connsiteX23" fmla="*/ 302629 w 2650554"/>
                <a:gd name="connsiteY23" fmla="*/ 482278 h 2650554"/>
                <a:gd name="connsiteX24" fmla="*/ 1325277 w 2650554"/>
                <a:gd name="connsiteY24" fmla="*/ 0 h 2650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650554" h="2650554">
                  <a:moveTo>
                    <a:pt x="153291" y="707403"/>
                  </a:moveTo>
                  <a:lnTo>
                    <a:pt x="153291" y="1943152"/>
                  </a:lnTo>
                  <a:lnTo>
                    <a:pt x="104147" y="1841135"/>
                  </a:lnTo>
                  <a:cubicBezTo>
                    <a:pt x="37084" y="1682581"/>
                    <a:pt x="0" y="1508260"/>
                    <a:pt x="0" y="1325277"/>
                  </a:cubicBezTo>
                  <a:cubicBezTo>
                    <a:pt x="0" y="1142295"/>
                    <a:pt x="37084" y="967973"/>
                    <a:pt x="104147" y="809420"/>
                  </a:cubicBezTo>
                  <a:close/>
                  <a:moveTo>
                    <a:pt x="1325277" y="0"/>
                  </a:moveTo>
                  <a:cubicBezTo>
                    <a:pt x="2057207" y="0"/>
                    <a:pt x="2650554" y="593347"/>
                    <a:pt x="2650554" y="1325277"/>
                  </a:cubicBezTo>
                  <a:cubicBezTo>
                    <a:pt x="2650554" y="2057207"/>
                    <a:pt x="2057207" y="2650554"/>
                    <a:pt x="1325277" y="2650554"/>
                  </a:cubicBezTo>
                  <a:cubicBezTo>
                    <a:pt x="913567" y="2650554"/>
                    <a:pt x="545705" y="2462815"/>
                    <a:pt x="302629" y="2168276"/>
                  </a:cubicBezTo>
                  <a:lnTo>
                    <a:pt x="252590" y="2101360"/>
                  </a:lnTo>
                  <a:lnTo>
                    <a:pt x="363376" y="2101360"/>
                  </a:lnTo>
                  <a:lnTo>
                    <a:pt x="729428" y="2101360"/>
                  </a:lnTo>
                  <a:lnTo>
                    <a:pt x="729428" y="1931019"/>
                  </a:lnTo>
                  <a:lnTo>
                    <a:pt x="363376" y="1931019"/>
                  </a:lnTo>
                  <a:lnTo>
                    <a:pt x="363376" y="1373934"/>
                  </a:lnTo>
                  <a:lnTo>
                    <a:pt x="684601" y="1373934"/>
                  </a:lnTo>
                  <a:lnTo>
                    <a:pt x="684601" y="1203593"/>
                  </a:lnTo>
                  <a:lnTo>
                    <a:pt x="363376" y="1203593"/>
                  </a:lnTo>
                  <a:lnTo>
                    <a:pt x="363376" y="679122"/>
                  </a:lnTo>
                  <a:lnTo>
                    <a:pt x="729428" y="679122"/>
                  </a:lnTo>
                  <a:lnTo>
                    <a:pt x="729428" y="508781"/>
                  </a:lnTo>
                  <a:lnTo>
                    <a:pt x="363376" y="508781"/>
                  </a:lnTo>
                  <a:lnTo>
                    <a:pt x="282811" y="508781"/>
                  </a:lnTo>
                  <a:lnTo>
                    <a:pt x="302629" y="482278"/>
                  </a:lnTo>
                  <a:cubicBezTo>
                    <a:pt x="545705" y="187739"/>
                    <a:pt x="913567" y="0"/>
                    <a:pt x="1325277" y="0"/>
                  </a:cubicBezTo>
                  <a:close/>
                </a:path>
              </a:pathLst>
            </a:custGeom>
            <a:solidFill>
              <a:schemeClr val="tx2"/>
            </a:solid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20" name="Freeform: Shape 119">
              <a:extLst>
                <a:ext uri="{FF2B5EF4-FFF2-40B4-BE49-F238E27FC236}">
                  <a16:creationId xmlns:a16="http://schemas.microsoft.com/office/drawing/2014/main" id="{F6AFE8D4-C58D-49EE-BC76-F4ADC1CA5034}"/>
                </a:ext>
              </a:extLst>
            </p:cNvPr>
            <p:cNvSpPr/>
            <p:nvPr/>
          </p:nvSpPr>
          <p:spPr>
            <a:xfrm>
              <a:off x="2947569" y="1625897"/>
              <a:ext cx="1792583" cy="1058138"/>
            </a:xfrm>
            <a:custGeom>
              <a:avLst/>
              <a:gdLst>
                <a:gd name="connsiteX0" fmla="*/ 1653463 w 1792582"/>
                <a:gd name="connsiteY0" fmla="*/ 914845 h 1058137"/>
                <a:gd name="connsiteX1" fmla="*/ 1638885 w 1792582"/>
                <a:gd name="connsiteY1" fmla="*/ 954895 h 1058137"/>
                <a:gd name="connsiteX2" fmla="*/ 1653463 w 1792582"/>
                <a:gd name="connsiteY2" fmla="*/ 994945 h 1058137"/>
                <a:gd name="connsiteX3" fmla="*/ 1668040 w 1792582"/>
                <a:gd name="connsiteY3" fmla="*/ 954895 h 1058137"/>
                <a:gd name="connsiteX4" fmla="*/ 1653463 w 1792582"/>
                <a:gd name="connsiteY4" fmla="*/ 914845 h 1058137"/>
                <a:gd name="connsiteX5" fmla="*/ 166428 w 1792582"/>
                <a:gd name="connsiteY5" fmla="*/ 914707 h 1058137"/>
                <a:gd name="connsiteX6" fmla="*/ 151851 w 1792582"/>
                <a:gd name="connsiteY6" fmla="*/ 954758 h 1058137"/>
                <a:gd name="connsiteX7" fmla="*/ 166428 w 1792582"/>
                <a:gd name="connsiteY7" fmla="*/ 994808 h 1058137"/>
                <a:gd name="connsiteX8" fmla="*/ 181005 w 1792582"/>
                <a:gd name="connsiteY8" fmla="*/ 954758 h 1058137"/>
                <a:gd name="connsiteX9" fmla="*/ 166428 w 1792582"/>
                <a:gd name="connsiteY9" fmla="*/ 914707 h 1058137"/>
                <a:gd name="connsiteX10" fmla="*/ 1484566 w 1792582"/>
                <a:gd name="connsiteY10" fmla="*/ 912443 h 1058137"/>
                <a:gd name="connsiteX11" fmla="*/ 1469642 w 1792582"/>
                <a:gd name="connsiteY11" fmla="*/ 937376 h 1058137"/>
                <a:gd name="connsiteX12" fmla="*/ 1469546 w 1792582"/>
                <a:gd name="connsiteY12" fmla="*/ 942259 h 1058137"/>
                <a:gd name="connsiteX13" fmla="*/ 1499391 w 1792582"/>
                <a:gd name="connsiteY13" fmla="*/ 942259 h 1058137"/>
                <a:gd name="connsiteX14" fmla="*/ 1499206 w 1792582"/>
                <a:gd name="connsiteY14" fmla="*/ 937354 h 1058137"/>
                <a:gd name="connsiteX15" fmla="*/ 1484566 w 1792582"/>
                <a:gd name="connsiteY15" fmla="*/ 912443 h 1058137"/>
                <a:gd name="connsiteX16" fmla="*/ 1070393 w 1792582"/>
                <a:gd name="connsiteY16" fmla="*/ 912443 h 1058137"/>
                <a:gd name="connsiteX17" fmla="*/ 1055156 w 1792582"/>
                <a:gd name="connsiteY17" fmla="*/ 953247 h 1058137"/>
                <a:gd name="connsiteX18" fmla="*/ 1070393 w 1792582"/>
                <a:gd name="connsiteY18" fmla="*/ 994053 h 1058137"/>
                <a:gd name="connsiteX19" fmla="*/ 1085631 w 1792582"/>
                <a:gd name="connsiteY19" fmla="*/ 953247 h 1058137"/>
                <a:gd name="connsiteX20" fmla="*/ 1070393 w 1792582"/>
                <a:gd name="connsiteY20" fmla="*/ 912443 h 1058137"/>
                <a:gd name="connsiteX21" fmla="*/ 915496 w 1792582"/>
                <a:gd name="connsiteY21" fmla="*/ 912443 h 1058137"/>
                <a:gd name="connsiteX22" fmla="*/ 900573 w 1792582"/>
                <a:gd name="connsiteY22" fmla="*/ 937376 h 1058137"/>
                <a:gd name="connsiteX23" fmla="*/ 900476 w 1792582"/>
                <a:gd name="connsiteY23" fmla="*/ 942259 h 1058137"/>
                <a:gd name="connsiteX24" fmla="*/ 930321 w 1792582"/>
                <a:gd name="connsiteY24" fmla="*/ 942259 h 1058137"/>
                <a:gd name="connsiteX25" fmla="*/ 930137 w 1792582"/>
                <a:gd name="connsiteY25" fmla="*/ 937354 h 1058137"/>
                <a:gd name="connsiteX26" fmla="*/ 915496 w 1792582"/>
                <a:gd name="connsiteY26" fmla="*/ 912443 h 1058137"/>
                <a:gd name="connsiteX27" fmla="*/ 637849 w 1792582"/>
                <a:gd name="connsiteY27" fmla="*/ 912443 h 1058137"/>
                <a:gd name="connsiteX28" fmla="*/ 622612 w 1792582"/>
                <a:gd name="connsiteY28" fmla="*/ 953247 h 1058137"/>
                <a:gd name="connsiteX29" fmla="*/ 637849 w 1792582"/>
                <a:gd name="connsiteY29" fmla="*/ 994053 h 1058137"/>
                <a:gd name="connsiteX30" fmla="*/ 653087 w 1792582"/>
                <a:gd name="connsiteY30" fmla="*/ 953247 h 1058137"/>
                <a:gd name="connsiteX31" fmla="*/ 637849 w 1792582"/>
                <a:gd name="connsiteY31" fmla="*/ 912443 h 1058137"/>
                <a:gd name="connsiteX32" fmla="*/ 263432 w 1792582"/>
                <a:gd name="connsiteY32" fmla="*/ 912443 h 1058137"/>
                <a:gd name="connsiteX33" fmla="*/ 248508 w 1792582"/>
                <a:gd name="connsiteY33" fmla="*/ 937376 h 1058137"/>
                <a:gd name="connsiteX34" fmla="*/ 248412 w 1792582"/>
                <a:gd name="connsiteY34" fmla="*/ 942259 h 1058137"/>
                <a:gd name="connsiteX35" fmla="*/ 278257 w 1792582"/>
                <a:gd name="connsiteY35" fmla="*/ 942259 h 1058137"/>
                <a:gd name="connsiteX36" fmla="*/ 278072 w 1792582"/>
                <a:gd name="connsiteY36" fmla="*/ 937354 h 1058137"/>
                <a:gd name="connsiteX37" fmla="*/ 263432 w 1792582"/>
                <a:gd name="connsiteY37" fmla="*/ 912443 h 1058137"/>
                <a:gd name="connsiteX38" fmla="*/ 1714910 w 1792582"/>
                <a:gd name="connsiteY38" fmla="*/ 896590 h 1058137"/>
                <a:gd name="connsiteX39" fmla="*/ 1734882 w 1792582"/>
                <a:gd name="connsiteY39" fmla="*/ 896590 h 1058137"/>
                <a:gd name="connsiteX40" fmla="*/ 1753333 w 1792582"/>
                <a:gd name="connsiteY40" fmla="*/ 971008 h 1058137"/>
                <a:gd name="connsiteX41" fmla="*/ 1772205 w 1792582"/>
                <a:gd name="connsiteY41" fmla="*/ 896590 h 1058137"/>
                <a:gd name="connsiteX42" fmla="*/ 1792177 w 1792582"/>
                <a:gd name="connsiteY42" fmla="*/ 896590 h 1058137"/>
                <a:gd name="connsiteX43" fmla="*/ 1746000 w 1792582"/>
                <a:gd name="connsiteY43" fmla="*/ 1058137 h 1058137"/>
                <a:gd name="connsiteX44" fmla="*/ 1726028 w 1792582"/>
                <a:gd name="connsiteY44" fmla="*/ 1058137 h 1058137"/>
                <a:gd name="connsiteX45" fmla="*/ 1742258 w 1792582"/>
                <a:gd name="connsiteY45" fmla="*/ 998644 h 1058137"/>
                <a:gd name="connsiteX46" fmla="*/ 1350499 w 1792582"/>
                <a:gd name="connsiteY46" fmla="*/ 896590 h 1058137"/>
                <a:gd name="connsiteX47" fmla="*/ 1370471 w 1792582"/>
                <a:gd name="connsiteY47" fmla="*/ 896590 h 1058137"/>
                <a:gd name="connsiteX48" fmla="*/ 1370471 w 1792582"/>
                <a:gd name="connsiteY48" fmla="*/ 912636 h 1058137"/>
                <a:gd name="connsiteX49" fmla="*/ 1392815 w 1792582"/>
                <a:gd name="connsiteY49" fmla="*/ 896973 h 1058137"/>
                <a:gd name="connsiteX50" fmla="*/ 1417110 w 1792582"/>
                <a:gd name="connsiteY50" fmla="*/ 931246 h 1058137"/>
                <a:gd name="connsiteX51" fmla="*/ 1417582 w 1792582"/>
                <a:gd name="connsiteY51" fmla="*/ 1009192 h 1058137"/>
                <a:gd name="connsiteX52" fmla="*/ 1397610 w 1792582"/>
                <a:gd name="connsiteY52" fmla="*/ 1009192 h 1058137"/>
                <a:gd name="connsiteX53" fmla="*/ 1397893 w 1792582"/>
                <a:gd name="connsiteY53" fmla="*/ 936367 h 1058137"/>
                <a:gd name="connsiteX54" fmla="*/ 1385541 w 1792582"/>
                <a:gd name="connsiteY54" fmla="*/ 914392 h 1058137"/>
                <a:gd name="connsiteX55" fmla="*/ 1370504 w 1792582"/>
                <a:gd name="connsiteY55" fmla="*/ 934362 h 1058137"/>
                <a:gd name="connsiteX56" fmla="*/ 1370390 w 1792582"/>
                <a:gd name="connsiteY56" fmla="*/ 937613 h 1058137"/>
                <a:gd name="connsiteX57" fmla="*/ 1370170 w 1792582"/>
                <a:gd name="connsiteY57" fmla="*/ 937613 h 1058137"/>
                <a:gd name="connsiteX58" fmla="*/ 1370170 w 1792582"/>
                <a:gd name="connsiteY58" fmla="*/ 996661 h 1058137"/>
                <a:gd name="connsiteX59" fmla="*/ 1370471 w 1792582"/>
                <a:gd name="connsiteY59" fmla="*/ 996661 h 1058137"/>
                <a:gd name="connsiteX60" fmla="*/ 1370471 w 1792582"/>
                <a:gd name="connsiteY60" fmla="*/ 1009192 h 1058137"/>
                <a:gd name="connsiteX61" fmla="*/ 1350499 w 1792582"/>
                <a:gd name="connsiteY61" fmla="*/ 1009192 h 1058137"/>
                <a:gd name="connsiteX62" fmla="*/ 703301 w 1792582"/>
                <a:gd name="connsiteY62" fmla="*/ 896590 h 1058137"/>
                <a:gd name="connsiteX63" fmla="*/ 723273 w 1792582"/>
                <a:gd name="connsiteY63" fmla="*/ 896590 h 1058137"/>
                <a:gd name="connsiteX64" fmla="*/ 723273 w 1792582"/>
                <a:gd name="connsiteY64" fmla="*/ 935890 h 1058137"/>
                <a:gd name="connsiteX65" fmla="*/ 723669 w 1792582"/>
                <a:gd name="connsiteY65" fmla="*/ 935767 h 1058137"/>
                <a:gd name="connsiteX66" fmla="*/ 723669 w 1792582"/>
                <a:gd name="connsiteY66" fmla="*/ 977978 h 1058137"/>
                <a:gd name="connsiteX67" fmla="*/ 723993 w 1792582"/>
                <a:gd name="connsiteY67" fmla="*/ 977978 h 1058137"/>
                <a:gd name="connsiteX68" fmla="*/ 724972 w 1792582"/>
                <a:gd name="connsiteY68" fmla="*/ 985894 h 1058137"/>
                <a:gd name="connsiteX69" fmla="*/ 736125 w 1792582"/>
                <a:gd name="connsiteY69" fmla="*/ 994808 h 1058137"/>
                <a:gd name="connsiteX70" fmla="*/ 747278 w 1792582"/>
                <a:gd name="connsiteY70" fmla="*/ 985873 h 1058137"/>
                <a:gd name="connsiteX71" fmla="*/ 748257 w 1792582"/>
                <a:gd name="connsiteY71" fmla="*/ 977978 h 1058137"/>
                <a:gd name="connsiteX72" fmla="*/ 748582 w 1792582"/>
                <a:gd name="connsiteY72" fmla="*/ 977978 h 1058137"/>
                <a:gd name="connsiteX73" fmla="*/ 748582 w 1792582"/>
                <a:gd name="connsiteY73" fmla="*/ 917038 h 1058137"/>
                <a:gd name="connsiteX74" fmla="*/ 748575 w 1792582"/>
                <a:gd name="connsiteY74" fmla="*/ 917038 h 1058137"/>
                <a:gd name="connsiteX75" fmla="*/ 748575 w 1792582"/>
                <a:gd name="connsiteY75" fmla="*/ 896590 h 1058137"/>
                <a:gd name="connsiteX76" fmla="*/ 768547 w 1792582"/>
                <a:gd name="connsiteY76" fmla="*/ 896590 h 1058137"/>
                <a:gd name="connsiteX77" fmla="*/ 768547 w 1792582"/>
                <a:gd name="connsiteY77" fmla="*/ 975013 h 1058137"/>
                <a:gd name="connsiteX78" fmla="*/ 768547 w 1792582"/>
                <a:gd name="connsiteY78" fmla="*/ 975015 h 1058137"/>
                <a:gd name="connsiteX79" fmla="*/ 768547 w 1792582"/>
                <a:gd name="connsiteY79" fmla="*/ 975018 h 1058137"/>
                <a:gd name="connsiteX80" fmla="*/ 768547 w 1792582"/>
                <a:gd name="connsiteY80" fmla="*/ 976933 h 1058137"/>
                <a:gd name="connsiteX81" fmla="*/ 768420 w 1792582"/>
                <a:gd name="connsiteY81" fmla="*/ 976933 h 1058137"/>
                <a:gd name="connsiteX82" fmla="*/ 767494 w 1792582"/>
                <a:gd name="connsiteY82" fmla="*/ 990893 h 1058137"/>
                <a:gd name="connsiteX83" fmla="*/ 735985 w 1792582"/>
                <a:gd name="connsiteY83" fmla="*/ 1015821 h 1058137"/>
                <a:gd name="connsiteX84" fmla="*/ 704476 w 1792582"/>
                <a:gd name="connsiteY84" fmla="*/ 990904 h 1058137"/>
                <a:gd name="connsiteX85" fmla="*/ 703550 w 1792582"/>
                <a:gd name="connsiteY85" fmla="*/ 976933 h 1058137"/>
                <a:gd name="connsiteX86" fmla="*/ 703301 w 1792582"/>
                <a:gd name="connsiteY86" fmla="*/ 976933 h 1058137"/>
                <a:gd name="connsiteX87" fmla="*/ 326701 w 1792582"/>
                <a:gd name="connsiteY87" fmla="*/ 896590 h 1058137"/>
                <a:gd name="connsiteX88" fmla="*/ 346672 w 1792582"/>
                <a:gd name="connsiteY88" fmla="*/ 896590 h 1058137"/>
                <a:gd name="connsiteX89" fmla="*/ 346672 w 1792582"/>
                <a:gd name="connsiteY89" fmla="*/ 912636 h 1058137"/>
                <a:gd name="connsiteX90" fmla="*/ 369017 w 1792582"/>
                <a:gd name="connsiteY90" fmla="*/ 896973 h 1058137"/>
                <a:gd name="connsiteX91" fmla="*/ 393311 w 1792582"/>
                <a:gd name="connsiteY91" fmla="*/ 931246 h 1058137"/>
                <a:gd name="connsiteX92" fmla="*/ 393784 w 1792582"/>
                <a:gd name="connsiteY92" fmla="*/ 1009192 h 1058137"/>
                <a:gd name="connsiteX93" fmla="*/ 373812 w 1792582"/>
                <a:gd name="connsiteY93" fmla="*/ 1009192 h 1058137"/>
                <a:gd name="connsiteX94" fmla="*/ 374095 w 1792582"/>
                <a:gd name="connsiteY94" fmla="*/ 936367 h 1058137"/>
                <a:gd name="connsiteX95" fmla="*/ 361743 w 1792582"/>
                <a:gd name="connsiteY95" fmla="*/ 914392 h 1058137"/>
                <a:gd name="connsiteX96" fmla="*/ 346705 w 1792582"/>
                <a:gd name="connsiteY96" fmla="*/ 934362 h 1058137"/>
                <a:gd name="connsiteX97" fmla="*/ 346592 w 1792582"/>
                <a:gd name="connsiteY97" fmla="*/ 937613 h 1058137"/>
                <a:gd name="connsiteX98" fmla="*/ 346372 w 1792582"/>
                <a:gd name="connsiteY98" fmla="*/ 937613 h 1058137"/>
                <a:gd name="connsiteX99" fmla="*/ 346372 w 1792582"/>
                <a:gd name="connsiteY99" fmla="*/ 996661 h 1058137"/>
                <a:gd name="connsiteX100" fmla="*/ 346672 w 1792582"/>
                <a:gd name="connsiteY100" fmla="*/ 996661 h 1058137"/>
                <a:gd name="connsiteX101" fmla="*/ 346672 w 1792582"/>
                <a:gd name="connsiteY101" fmla="*/ 1009192 h 1058137"/>
                <a:gd name="connsiteX102" fmla="*/ 326701 w 1792582"/>
                <a:gd name="connsiteY102" fmla="*/ 1009192 h 1058137"/>
                <a:gd name="connsiteX103" fmla="*/ 1645649 w 1792582"/>
                <a:gd name="connsiteY103" fmla="*/ 896386 h 1058137"/>
                <a:gd name="connsiteX104" fmla="*/ 1665951 w 1792582"/>
                <a:gd name="connsiteY104" fmla="*/ 906430 h 1058137"/>
                <a:gd name="connsiteX105" fmla="*/ 1667038 w 1792582"/>
                <a:gd name="connsiteY105" fmla="*/ 908651 h 1058137"/>
                <a:gd name="connsiteX106" fmla="*/ 1667038 w 1792582"/>
                <a:gd name="connsiteY106" fmla="*/ 896728 h 1058137"/>
                <a:gd name="connsiteX107" fmla="*/ 1687010 w 1792582"/>
                <a:gd name="connsiteY107" fmla="*/ 896728 h 1058137"/>
                <a:gd name="connsiteX108" fmla="*/ 1687010 w 1792582"/>
                <a:gd name="connsiteY108" fmla="*/ 1006787 h 1058137"/>
                <a:gd name="connsiteX109" fmla="*/ 1687010 w 1792582"/>
                <a:gd name="connsiteY109" fmla="*/ 1006791 h 1058137"/>
                <a:gd name="connsiteX110" fmla="*/ 1686300 w 1792582"/>
                <a:gd name="connsiteY110" fmla="*/ 1021179 h 1058137"/>
                <a:gd name="connsiteX111" fmla="*/ 1652581 w 1792582"/>
                <a:gd name="connsiteY111" fmla="*/ 1057001 h 1058137"/>
                <a:gd name="connsiteX112" fmla="*/ 1618862 w 1792582"/>
                <a:gd name="connsiteY112" fmla="*/ 1021162 h 1058137"/>
                <a:gd name="connsiteX113" fmla="*/ 1618816 w 1792582"/>
                <a:gd name="connsiteY113" fmla="*/ 1020222 h 1058137"/>
                <a:gd name="connsiteX114" fmla="*/ 1638139 w 1792582"/>
                <a:gd name="connsiteY114" fmla="*/ 1020222 h 1058137"/>
                <a:gd name="connsiteX115" fmla="*/ 1638891 w 1792582"/>
                <a:gd name="connsiteY115" fmla="*/ 1025506 h 1058137"/>
                <a:gd name="connsiteX116" fmla="*/ 1651560 w 1792582"/>
                <a:gd name="connsiteY116" fmla="*/ 1039738 h 1058137"/>
                <a:gd name="connsiteX117" fmla="*/ 1666731 w 1792582"/>
                <a:gd name="connsiteY117" fmla="*/ 1012557 h 1058137"/>
                <a:gd name="connsiteX118" fmla="*/ 1666892 w 1792582"/>
                <a:gd name="connsiteY118" fmla="*/ 1006787 h 1058137"/>
                <a:gd name="connsiteX119" fmla="*/ 1667038 w 1792582"/>
                <a:gd name="connsiteY119" fmla="*/ 1006787 h 1058137"/>
                <a:gd name="connsiteX120" fmla="*/ 1667038 w 1792582"/>
                <a:gd name="connsiteY120" fmla="*/ 1000603 h 1058137"/>
                <a:gd name="connsiteX121" fmla="*/ 1665481 w 1792582"/>
                <a:gd name="connsiteY121" fmla="*/ 1003725 h 1058137"/>
                <a:gd name="connsiteX122" fmla="*/ 1645649 w 1792582"/>
                <a:gd name="connsiteY122" fmla="*/ 1013718 h 1058137"/>
                <a:gd name="connsiteX123" fmla="*/ 1617463 w 1792582"/>
                <a:gd name="connsiteY123" fmla="*/ 955052 h 1058137"/>
                <a:gd name="connsiteX124" fmla="*/ 1645649 w 1792582"/>
                <a:gd name="connsiteY124" fmla="*/ 896386 h 1058137"/>
                <a:gd name="connsiteX125" fmla="*/ 1483922 w 1792582"/>
                <a:gd name="connsiteY125" fmla="*/ 896249 h 1058137"/>
                <a:gd name="connsiteX126" fmla="*/ 1517429 w 1792582"/>
                <a:gd name="connsiteY126" fmla="*/ 932072 h 1058137"/>
                <a:gd name="connsiteX127" fmla="*/ 1518040 w 1792582"/>
                <a:gd name="connsiteY127" fmla="*/ 959244 h 1058137"/>
                <a:gd name="connsiteX128" fmla="*/ 1469496 w 1792582"/>
                <a:gd name="connsiteY128" fmla="*/ 959244 h 1058137"/>
                <a:gd name="connsiteX129" fmla="*/ 1469772 w 1792582"/>
                <a:gd name="connsiteY129" fmla="*/ 969136 h 1058137"/>
                <a:gd name="connsiteX130" fmla="*/ 1484566 w 1792582"/>
                <a:gd name="connsiteY130" fmla="*/ 994053 h 1058137"/>
                <a:gd name="connsiteX131" fmla="*/ 1497612 w 1792582"/>
                <a:gd name="connsiteY131" fmla="*/ 982086 h 1058137"/>
                <a:gd name="connsiteX132" fmla="*/ 1498822 w 1792582"/>
                <a:gd name="connsiteY132" fmla="*/ 973587 h 1058137"/>
                <a:gd name="connsiteX133" fmla="*/ 1517846 w 1792582"/>
                <a:gd name="connsiteY133" fmla="*/ 973587 h 1058137"/>
                <a:gd name="connsiteX134" fmla="*/ 1517641 w 1792582"/>
                <a:gd name="connsiteY134" fmla="*/ 977742 h 1058137"/>
                <a:gd name="connsiteX135" fmla="*/ 1483922 w 1792582"/>
                <a:gd name="connsiteY135" fmla="*/ 1013580 h 1058137"/>
                <a:gd name="connsiteX136" fmla="*/ 1449076 w 1792582"/>
                <a:gd name="connsiteY136" fmla="*/ 954914 h 1058137"/>
                <a:gd name="connsiteX137" fmla="*/ 1483922 w 1792582"/>
                <a:gd name="connsiteY137" fmla="*/ 896249 h 1058137"/>
                <a:gd name="connsiteX138" fmla="*/ 1070504 w 1792582"/>
                <a:gd name="connsiteY138" fmla="*/ 896249 h 1058137"/>
                <a:gd name="connsiteX139" fmla="*/ 1105350 w 1792582"/>
                <a:gd name="connsiteY139" fmla="*/ 954914 h 1058137"/>
                <a:gd name="connsiteX140" fmla="*/ 1070504 w 1792582"/>
                <a:gd name="connsiteY140" fmla="*/ 1013580 h 1058137"/>
                <a:gd name="connsiteX141" fmla="*/ 1035658 w 1792582"/>
                <a:gd name="connsiteY141" fmla="*/ 954914 h 1058137"/>
                <a:gd name="connsiteX142" fmla="*/ 1070504 w 1792582"/>
                <a:gd name="connsiteY142" fmla="*/ 896249 h 1058137"/>
                <a:gd name="connsiteX143" fmla="*/ 914852 w 1792582"/>
                <a:gd name="connsiteY143" fmla="*/ 896249 h 1058137"/>
                <a:gd name="connsiteX144" fmla="*/ 948359 w 1792582"/>
                <a:gd name="connsiteY144" fmla="*/ 932072 h 1058137"/>
                <a:gd name="connsiteX145" fmla="*/ 948970 w 1792582"/>
                <a:gd name="connsiteY145" fmla="*/ 959244 h 1058137"/>
                <a:gd name="connsiteX146" fmla="*/ 900426 w 1792582"/>
                <a:gd name="connsiteY146" fmla="*/ 959244 h 1058137"/>
                <a:gd name="connsiteX147" fmla="*/ 900703 w 1792582"/>
                <a:gd name="connsiteY147" fmla="*/ 969136 h 1058137"/>
                <a:gd name="connsiteX148" fmla="*/ 915496 w 1792582"/>
                <a:gd name="connsiteY148" fmla="*/ 994053 h 1058137"/>
                <a:gd name="connsiteX149" fmla="*/ 928542 w 1792582"/>
                <a:gd name="connsiteY149" fmla="*/ 982086 h 1058137"/>
                <a:gd name="connsiteX150" fmla="*/ 929752 w 1792582"/>
                <a:gd name="connsiteY150" fmla="*/ 973587 h 1058137"/>
                <a:gd name="connsiteX151" fmla="*/ 948777 w 1792582"/>
                <a:gd name="connsiteY151" fmla="*/ 973587 h 1058137"/>
                <a:gd name="connsiteX152" fmla="*/ 948571 w 1792582"/>
                <a:gd name="connsiteY152" fmla="*/ 977742 h 1058137"/>
                <a:gd name="connsiteX153" fmla="*/ 914852 w 1792582"/>
                <a:gd name="connsiteY153" fmla="*/ 1013580 h 1058137"/>
                <a:gd name="connsiteX154" fmla="*/ 880006 w 1792582"/>
                <a:gd name="connsiteY154" fmla="*/ 954914 h 1058137"/>
                <a:gd name="connsiteX155" fmla="*/ 914852 w 1792582"/>
                <a:gd name="connsiteY155" fmla="*/ 896249 h 1058137"/>
                <a:gd name="connsiteX156" fmla="*/ 637960 w 1792582"/>
                <a:gd name="connsiteY156" fmla="*/ 896249 h 1058137"/>
                <a:gd name="connsiteX157" fmla="*/ 672806 w 1792582"/>
                <a:gd name="connsiteY157" fmla="*/ 954914 h 1058137"/>
                <a:gd name="connsiteX158" fmla="*/ 637960 w 1792582"/>
                <a:gd name="connsiteY158" fmla="*/ 1013580 h 1058137"/>
                <a:gd name="connsiteX159" fmla="*/ 603114 w 1792582"/>
                <a:gd name="connsiteY159" fmla="*/ 954914 h 1058137"/>
                <a:gd name="connsiteX160" fmla="*/ 637960 w 1792582"/>
                <a:gd name="connsiteY160" fmla="*/ 896249 h 1058137"/>
                <a:gd name="connsiteX161" fmla="*/ 262788 w 1792582"/>
                <a:gd name="connsiteY161" fmla="*/ 896249 h 1058137"/>
                <a:gd name="connsiteX162" fmla="*/ 296295 w 1792582"/>
                <a:gd name="connsiteY162" fmla="*/ 932072 h 1058137"/>
                <a:gd name="connsiteX163" fmla="*/ 296906 w 1792582"/>
                <a:gd name="connsiteY163" fmla="*/ 959244 h 1058137"/>
                <a:gd name="connsiteX164" fmla="*/ 248362 w 1792582"/>
                <a:gd name="connsiteY164" fmla="*/ 959244 h 1058137"/>
                <a:gd name="connsiteX165" fmla="*/ 248638 w 1792582"/>
                <a:gd name="connsiteY165" fmla="*/ 969136 h 1058137"/>
                <a:gd name="connsiteX166" fmla="*/ 263432 w 1792582"/>
                <a:gd name="connsiteY166" fmla="*/ 994053 h 1058137"/>
                <a:gd name="connsiteX167" fmla="*/ 276478 w 1792582"/>
                <a:gd name="connsiteY167" fmla="*/ 982086 h 1058137"/>
                <a:gd name="connsiteX168" fmla="*/ 277688 w 1792582"/>
                <a:gd name="connsiteY168" fmla="*/ 973587 h 1058137"/>
                <a:gd name="connsiteX169" fmla="*/ 296712 w 1792582"/>
                <a:gd name="connsiteY169" fmla="*/ 973587 h 1058137"/>
                <a:gd name="connsiteX170" fmla="*/ 296507 w 1792582"/>
                <a:gd name="connsiteY170" fmla="*/ 977742 h 1058137"/>
                <a:gd name="connsiteX171" fmla="*/ 262788 w 1792582"/>
                <a:gd name="connsiteY171" fmla="*/ 1013580 h 1058137"/>
                <a:gd name="connsiteX172" fmla="*/ 227942 w 1792582"/>
                <a:gd name="connsiteY172" fmla="*/ 954914 h 1058137"/>
                <a:gd name="connsiteX173" fmla="*/ 262788 w 1792582"/>
                <a:gd name="connsiteY173" fmla="*/ 896249 h 1058137"/>
                <a:gd name="connsiteX174" fmla="*/ 174241 w 1792582"/>
                <a:gd name="connsiteY174" fmla="*/ 896248 h 1058137"/>
                <a:gd name="connsiteX175" fmla="*/ 202427 w 1792582"/>
                <a:gd name="connsiteY175" fmla="*/ 954914 h 1058137"/>
                <a:gd name="connsiteX176" fmla="*/ 174241 w 1792582"/>
                <a:gd name="connsiteY176" fmla="*/ 1013580 h 1058137"/>
                <a:gd name="connsiteX177" fmla="*/ 159360 w 1792582"/>
                <a:gd name="connsiteY177" fmla="*/ 1008995 h 1058137"/>
                <a:gd name="connsiteX178" fmla="*/ 152852 w 1792582"/>
                <a:gd name="connsiteY178" fmla="*/ 999395 h 1058137"/>
                <a:gd name="connsiteX179" fmla="*/ 152852 w 1792582"/>
                <a:gd name="connsiteY179" fmla="*/ 1056246 h 1058137"/>
                <a:gd name="connsiteX180" fmla="*/ 132881 w 1792582"/>
                <a:gd name="connsiteY180" fmla="*/ 1056246 h 1058137"/>
                <a:gd name="connsiteX181" fmla="*/ 132881 w 1792582"/>
                <a:gd name="connsiteY181" fmla="*/ 896590 h 1058137"/>
                <a:gd name="connsiteX182" fmla="*/ 152852 w 1792582"/>
                <a:gd name="connsiteY182" fmla="*/ 896590 h 1058137"/>
                <a:gd name="connsiteX183" fmla="*/ 152852 w 1792582"/>
                <a:gd name="connsiteY183" fmla="*/ 909865 h 1058137"/>
                <a:gd name="connsiteX184" fmla="*/ 158909 w 1792582"/>
                <a:gd name="connsiteY184" fmla="*/ 900882 h 1058137"/>
                <a:gd name="connsiteX185" fmla="*/ 174241 w 1792582"/>
                <a:gd name="connsiteY185" fmla="*/ 896248 h 1058137"/>
                <a:gd name="connsiteX186" fmla="*/ 1592774 w 1792582"/>
                <a:gd name="connsiteY186" fmla="*/ 892438 h 1058137"/>
                <a:gd name="connsiteX187" fmla="*/ 1592774 w 1792582"/>
                <a:gd name="connsiteY187" fmla="*/ 914707 h 1058137"/>
                <a:gd name="connsiteX188" fmla="*/ 1572318 w 1792582"/>
                <a:gd name="connsiteY188" fmla="*/ 924898 h 1058137"/>
                <a:gd name="connsiteX189" fmla="*/ 1570506 w 1792582"/>
                <a:gd name="connsiteY189" fmla="*/ 930363 h 1058137"/>
                <a:gd name="connsiteX190" fmla="*/ 1570506 w 1792582"/>
                <a:gd name="connsiteY190" fmla="*/ 1009192 h 1058137"/>
                <a:gd name="connsiteX191" fmla="*/ 1550534 w 1792582"/>
                <a:gd name="connsiteY191" fmla="*/ 1009192 h 1058137"/>
                <a:gd name="connsiteX192" fmla="*/ 1550534 w 1792582"/>
                <a:gd name="connsiteY192" fmla="*/ 896590 h 1058137"/>
                <a:gd name="connsiteX193" fmla="*/ 1570506 w 1792582"/>
                <a:gd name="connsiteY193" fmla="*/ 896590 h 1058137"/>
                <a:gd name="connsiteX194" fmla="*/ 1570506 w 1792582"/>
                <a:gd name="connsiteY194" fmla="*/ 906833 h 1058137"/>
                <a:gd name="connsiteX195" fmla="*/ 1571627 w 1792582"/>
                <a:gd name="connsiteY195" fmla="*/ 905336 h 1058137"/>
                <a:gd name="connsiteX196" fmla="*/ 1592774 w 1792582"/>
                <a:gd name="connsiteY196" fmla="*/ 892438 h 1058137"/>
                <a:gd name="connsiteX197" fmla="*/ 824066 w 1792582"/>
                <a:gd name="connsiteY197" fmla="*/ 891683 h 1058137"/>
                <a:gd name="connsiteX198" fmla="*/ 846335 w 1792582"/>
                <a:gd name="connsiteY198" fmla="*/ 897345 h 1058137"/>
                <a:gd name="connsiteX199" fmla="*/ 846335 w 1792582"/>
                <a:gd name="connsiteY199" fmla="*/ 916217 h 1058137"/>
                <a:gd name="connsiteX200" fmla="*/ 815762 w 1792582"/>
                <a:gd name="connsiteY200" fmla="*/ 924520 h 1058137"/>
                <a:gd name="connsiteX201" fmla="*/ 832661 w 1792582"/>
                <a:gd name="connsiteY201" fmla="*/ 947285 h 1058137"/>
                <a:gd name="connsiteX202" fmla="*/ 854638 w 1792582"/>
                <a:gd name="connsiteY202" fmla="*/ 979626 h 1058137"/>
                <a:gd name="connsiteX203" fmla="*/ 824444 w 1792582"/>
                <a:gd name="connsiteY203" fmla="*/ 1013595 h 1058137"/>
                <a:gd name="connsiteX204" fmla="*/ 802175 w 1792582"/>
                <a:gd name="connsiteY204" fmla="*/ 1007934 h 1058137"/>
                <a:gd name="connsiteX205" fmla="*/ 802175 w 1792582"/>
                <a:gd name="connsiteY205" fmla="*/ 987929 h 1058137"/>
                <a:gd name="connsiteX206" fmla="*/ 822179 w 1792582"/>
                <a:gd name="connsiteY206" fmla="*/ 994723 h 1058137"/>
                <a:gd name="connsiteX207" fmla="*/ 836521 w 1792582"/>
                <a:gd name="connsiteY207" fmla="*/ 979248 h 1058137"/>
                <a:gd name="connsiteX208" fmla="*/ 816301 w 1792582"/>
                <a:gd name="connsiteY208" fmla="*/ 954931 h 1058137"/>
                <a:gd name="connsiteX209" fmla="*/ 796988 w 1792582"/>
                <a:gd name="connsiteY209" fmla="*/ 925652 h 1058137"/>
                <a:gd name="connsiteX210" fmla="*/ 824066 w 1792582"/>
                <a:gd name="connsiteY210" fmla="*/ 891683 h 1058137"/>
                <a:gd name="connsiteX211" fmla="*/ 56436 w 1792582"/>
                <a:gd name="connsiteY211" fmla="*/ 860524 h 1058137"/>
                <a:gd name="connsiteX212" fmla="*/ 35735 w 1792582"/>
                <a:gd name="connsiteY212" fmla="*/ 926643 h 1058137"/>
                <a:gd name="connsiteX213" fmla="*/ 56436 w 1792582"/>
                <a:gd name="connsiteY213" fmla="*/ 992761 h 1058137"/>
                <a:gd name="connsiteX214" fmla="*/ 77136 w 1792582"/>
                <a:gd name="connsiteY214" fmla="*/ 926643 h 1058137"/>
                <a:gd name="connsiteX215" fmla="*/ 56436 w 1792582"/>
                <a:gd name="connsiteY215" fmla="*/ 860524 h 1058137"/>
                <a:gd name="connsiteX216" fmla="*/ 56672 w 1792582"/>
                <a:gd name="connsiteY216" fmla="*/ 839708 h 1058137"/>
                <a:gd name="connsiteX217" fmla="*/ 100557 w 1792582"/>
                <a:gd name="connsiteY217" fmla="*/ 926644 h 1058137"/>
                <a:gd name="connsiteX218" fmla="*/ 56672 w 1792582"/>
                <a:gd name="connsiteY218" fmla="*/ 1013580 h 1058137"/>
                <a:gd name="connsiteX219" fmla="*/ 12787 w 1792582"/>
                <a:gd name="connsiteY219" fmla="*/ 926644 h 1058137"/>
                <a:gd name="connsiteX220" fmla="*/ 56672 w 1792582"/>
                <a:gd name="connsiteY220" fmla="*/ 839708 h 1058137"/>
                <a:gd name="connsiteX221" fmla="*/ 1261002 w 1792582"/>
                <a:gd name="connsiteY221" fmla="*/ 839707 h 1058137"/>
                <a:gd name="connsiteX222" fmla="*/ 1267808 w 1792582"/>
                <a:gd name="connsiteY222" fmla="*/ 839707 h 1058137"/>
                <a:gd name="connsiteX223" fmla="*/ 1282685 w 1792582"/>
                <a:gd name="connsiteY223" fmla="*/ 839707 h 1058137"/>
                <a:gd name="connsiteX224" fmla="*/ 1322930 w 1792582"/>
                <a:gd name="connsiteY224" fmla="*/ 839707 h 1058137"/>
                <a:gd name="connsiteX225" fmla="*/ 1322930 w 1792582"/>
                <a:gd name="connsiteY225" fmla="*/ 858017 h 1058137"/>
                <a:gd name="connsiteX226" fmla="*/ 1282685 w 1792582"/>
                <a:gd name="connsiteY226" fmla="*/ 858017 h 1058137"/>
                <a:gd name="connsiteX227" fmla="*/ 1282685 w 1792582"/>
                <a:gd name="connsiteY227" fmla="*/ 914391 h 1058137"/>
                <a:gd name="connsiteX228" fmla="*/ 1318112 w 1792582"/>
                <a:gd name="connsiteY228" fmla="*/ 914391 h 1058137"/>
                <a:gd name="connsiteX229" fmla="*/ 1318112 w 1792582"/>
                <a:gd name="connsiteY229" fmla="*/ 932701 h 1058137"/>
                <a:gd name="connsiteX230" fmla="*/ 1282685 w 1792582"/>
                <a:gd name="connsiteY230" fmla="*/ 932701 h 1058137"/>
                <a:gd name="connsiteX231" fmla="*/ 1282685 w 1792582"/>
                <a:gd name="connsiteY231" fmla="*/ 992581 h 1058137"/>
                <a:gd name="connsiteX232" fmla="*/ 1322930 w 1792582"/>
                <a:gd name="connsiteY232" fmla="*/ 992581 h 1058137"/>
                <a:gd name="connsiteX233" fmla="*/ 1322930 w 1792582"/>
                <a:gd name="connsiteY233" fmla="*/ 1010891 h 1058137"/>
                <a:gd name="connsiteX234" fmla="*/ 1282685 w 1792582"/>
                <a:gd name="connsiteY234" fmla="*/ 1010891 h 1058137"/>
                <a:gd name="connsiteX235" fmla="*/ 1267808 w 1792582"/>
                <a:gd name="connsiteY235" fmla="*/ 1010891 h 1058137"/>
                <a:gd name="connsiteX236" fmla="*/ 1261002 w 1792582"/>
                <a:gd name="connsiteY236" fmla="*/ 1010891 h 1058137"/>
                <a:gd name="connsiteX237" fmla="*/ 489126 w 1792582"/>
                <a:gd name="connsiteY237" fmla="*/ 838658 h 1058137"/>
                <a:gd name="connsiteX238" fmla="*/ 510809 w 1792582"/>
                <a:gd name="connsiteY238" fmla="*/ 838658 h 1058137"/>
                <a:gd name="connsiteX239" fmla="*/ 510809 w 1792582"/>
                <a:gd name="connsiteY239" fmla="*/ 905619 h 1058137"/>
                <a:gd name="connsiteX240" fmla="*/ 546246 w 1792582"/>
                <a:gd name="connsiteY240" fmla="*/ 905619 h 1058137"/>
                <a:gd name="connsiteX241" fmla="*/ 546246 w 1792582"/>
                <a:gd name="connsiteY241" fmla="*/ 838658 h 1058137"/>
                <a:gd name="connsiteX242" fmla="*/ 567930 w 1792582"/>
                <a:gd name="connsiteY242" fmla="*/ 838658 h 1058137"/>
                <a:gd name="connsiteX243" fmla="*/ 567930 w 1792582"/>
                <a:gd name="connsiteY243" fmla="*/ 1009192 h 1058137"/>
                <a:gd name="connsiteX244" fmla="*/ 546246 w 1792582"/>
                <a:gd name="connsiteY244" fmla="*/ 1009192 h 1058137"/>
                <a:gd name="connsiteX245" fmla="*/ 546246 w 1792582"/>
                <a:gd name="connsiteY245" fmla="*/ 923859 h 1058137"/>
                <a:gd name="connsiteX246" fmla="*/ 510809 w 1792582"/>
                <a:gd name="connsiteY246" fmla="*/ 923859 h 1058137"/>
                <a:gd name="connsiteX247" fmla="*/ 510809 w 1792582"/>
                <a:gd name="connsiteY247" fmla="*/ 1009192 h 1058137"/>
                <a:gd name="connsiteX248" fmla="*/ 489126 w 1792582"/>
                <a:gd name="connsiteY248" fmla="*/ 1009192 h 1058137"/>
                <a:gd name="connsiteX249" fmla="*/ 1162901 w 1792582"/>
                <a:gd name="connsiteY249" fmla="*/ 821998 h 1058137"/>
                <a:gd name="connsiteX250" fmla="*/ 1177725 w 1792582"/>
                <a:gd name="connsiteY250" fmla="*/ 823498 h 1058137"/>
                <a:gd name="connsiteX251" fmla="*/ 1177725 w 1792582"/>
                <a:gd name="connsiteY251" fmla="*/ 843469 h 1058137"/>
                <a:gd name="connsiteX252" fmla="*/ 1159420 w 1792582"/>
                <a:gd name="connsiteY252" fmla="*/ 854141 h 1058137"/>
                <a:gd name="connsiteX253" fmla="*/ 1159420 w 1792582"/>
                <a:gd name="connsiteY253" fmla="*/ 895458 h 1058137"/>
                <a:gd name="connsiteX254" fmla="*/ 1177725 w 1792582"/>
                <a:gd name="connsiteY254" fmla="*/ 895458 h 1058137"/>
                <a:gd name="connsiteX255" fmla="*/ 1177725 w 1792582"/>
                <a:gd name="connsiteY255" fmla="*/ 912236 h 1058137"/>
                <a:gd name="connsiteX256" fmla="*/ 1159420 w 1792582"/>
                <a:gd name="connsiteY256" fmla="*/ 912236 h 1058137"/>
                <a:gd name="connsiteX257" fmla="*/ 1159420 w 1792582"/>
                <a:gd name="connsiteY257" fmla="*/ 1009192 h 1058137"/>
                <a:gd name="connsiteX258" fmla="*/ 1139449 w 1792582"/>
                <a:gd name="connsiteY258" fmla="*/ 1009192 h 1058137"/>
                <a:gd name="connsiteX259" fmla="*/ 1139449 w 1792582"/>
                <a:gd name="connsiteY259" fmla="*/ 912236 h 1058137"/>
                <a:gd name="connsiteX260" fmla="*/ 1127527 w 1792582"/>
                <a:gd name="connsiteY260" fmla="*/ 912236 h 1058137"/>
                <a:gd name="connsiteX261" fmla="*/ 1127527 w 1792582"/>
                <a:gd name="connsiteY261" fmla="*/ 895458 h 1058137"/>
                <a:gd name="connsiteX262" fmla="*/ 1139449 w 1792582"/>
                <a:gd name="connsiteY262" fmla="*/ 895458 h 1058137"/>
                <a:gd name="connsiteX263" fmla="*/ 1139449 w 1792582"/>
                <a:gd name="connsiteY263" fmla="*/ 844747 h 1058137"/>
                <a:gd name="connsiteX264" fmla="*/ 1162901 w 1792582"/>
                <a:gd name="connsiteY264" fmla="*/ 821998 h 1058137"/>
                <a:gd name="connsiteX265" fmla="*/ 0 w 1792582"/>
                <a:gd name="connsiteY265" fmla="*/ 698203 h 1058137"/>
                <a:gd name="connsiteX266" fmla="*/ 1792582 w 1792582"/>
                <a:gd name="connsiteY266" fmla="*/ 698203 h 1058137"/>
                <a:gd name="connsiteX267" fmla="*/ 1792582 w 1792582"/>
                <a:gd name="connsiteY267" fmla="*/ 703247 h 1058137"/>
                <a:gd name="connsiteX268" fmla="*/ 1792582 w 1792582"/>
                <a:gd name="connsiteY268" fmla="*/ 757745 h 1058137"/>
                <a:gd name="connsiteX269" fmla="*/ 1792582 w 1792582"/>
                <a:gd name="connsiteY269" fmla="*/ 777019 h 1058137"/>
                <a:gd name="connsiteX270" fmla="*/ 0 w 1792582"/>
                <a:gd name="connsiteY270" fmla="*/ 777019 h 1058137"/>
                <a:gd name="connsiteX271" fmla="*/ 827858 w 1792582"/>
                <a:gd name="connsiteY271" fmla="*/ 57086 h 1058137"/>
                <a:gd name="connsiteX272" fmla="*/ 771089 w 1792582"/>
                <a:gd name="connsiteY272" fmla="*/ 238408 h 1058137"/>
                <a:gd name="connsiteX273" fmla="*/ 827858 w 1792582"/>
                <a:gd name="connsiteY273" fmla="*/ 419730 h 1058137"/>
                <a:gd name="connsiteX274" fmla="*/ 884626 w 1792582"/>
                <a:gd name="connsiteY274" fmla="*/ 238408 h 1058137"/>
                <a:gd name="connsiteX275" fmla="*/ 827858 w 1792582"/>
                <a:gd name="connsiteY275" fmla="*/ 57086 h 1058137"/>
                <a:gd name="connsiteX276" fmla="*/ 119700 w 1792582"/>
                <a:gd name="connsiteY276" fmla="*/ 57086 h 1058137"/>
                <a:gd name="connsiteX277" fmla="*/ 62931 w 1792582"/>
                <a:gd name="connsiteY277" fmla="*/ 238408 h 1058137"/>
                <a:gd name="connsiteX278" fmla="*/ 119700 w 1792582"/>
                <a:gd name="connsiteY278" fmla="*/ 419730 h 1058137"/>
                <a:gd name="connsiteX279" fmla="*/ 176468 w 1792582"/>
                <a:gd name="connsiteY279" fmla="*/ 238408 h 1058137"/>
                <a:gd name="connsiteX280" fmla="*/ 119700 w 1792582"/>
                <a:gd name="connsiteY280" fmla="*/ 57086 h 1058137"/>
                <a:gd name="connsiteX281" fmla="*/ 364615 w 1792582"/>
                <a:gd name="connsiteY281" fmla="*/ 7754 h 1058137"/>
                <a:gd name="connsiteX282" fmla="*/ 425426 w 1792582"/>
                <a:gd name="connsiteY282" fmla="*/ 7754 h 1058137"/>
                <a:gd name="connsiteX283" fmla="*/ 425426 w 1792582"/>
                <a:gd name="connsiteY283" fmla="*/ 188764 h 1058137"/>
                <a:gd name="connsiteX284" fmla="*/ 519025 w 1792582"/>
                <a:gd name="connsiteY284" fmla="*/ 188764 h 1058137"/>
                <a:gd name="connsiteX285" fmla="*/ 519025 w 1792582"/>
                <a:gd name="connsiteY285" fmla="*/ 7754 h 1058137"/>
                <a:gd name="connsiteX286" fmla="*/ 579836 w 1792582"/>
                <a:gd name="connsiteY286" fmla="*/ 7754 h 1058137"/>
                <a:gd name="connsiteX287" fmla="*/ 579836 w 1792582"/>
                <a:gd name="connsiteY287" fmla="*/ 468746 h 1058137"/>
                <a:gd name="connsiteX288" fmla="*/ 519025 w 1792582"/>
                <a:gd name="connsiteY288" fmla="*/ 468746 h 1058137"/>
                <a:gd name="connsiteX289" fmla="*/ 519025 w 1792582"/>
                <a:gd name="connsiteY289" fmla="*/ 238072 h 1058137"/>
                <a:gd name="connsiteX290" fmla="*/ 425426 w 1792582"/>
                <a:gd name="connsiteY290" fmla="*/ 238072 h 1058137"/>
                <a:gd name="connsiteX291" fmla="*/ 425426 w 1792582"/>
                <a:gd name="connsiteY291" fmla="*/ 468746 h 1058137"/>
                <a:gd name="connsiteX292" fmla="*/ 364615 w 1792582"/>
                <a:gd name="connsiteY292" fmla="*/ 468746 h 1058137"/>
                <a:gd name="connsiteX293" fmla="*/ 828506 w 1792582"/>
                <a:gd name="connsiteY293" fmla="*/ 0 h 1058137"/>
                <a:gd name="connsiteX294" fmla="*/ 948855 w 1792582"/>
                <a:gd name="connsiteY294" fmla="*/ 238412 h 1058137"/>
                <a:gd name="connsiteX295" fmla="*/ 828506 w 1792582"/>
                <a:gd name="connsiteY295" fmla="*/ 476823 h 1058137"/>
                <a:gd name="connsiteX296" fmla="*/ 708157 w 1792582"/>
                <a:gd name="connsiteY296" fmla="*/ 238412 h 1058137"/>
                <a:gd name="connsiteX297" fmla="*/ 828506 w 1792582"/>
                <a:gd name="connsiteY297" fmla="*/ 0 h 1058137"/>
                <a:gd name="connsiteX298" fmla="*/ 120349 w 1792582"/>
                <a:gd name="connsiteY298" fmla="*/ 0 h 1058137"/>
                <a:gd name="connsiteX299" fmla="*/ 240698 w 1792582"/>
                <a:gd name="connsiteY299" fmla="*/ 238412 h 1058137"/>
                <a:gd name="connsiteX300" fmla="*/ 120349 w 1792582"/>
                <a:gd name="connsiteY300" fmla="*/ 476823 h 1058137"/>
                <a:gd name="connsiteX301" fmla="*/ 0 w 1792582"/>
                <a:gd name="connsiteY301" fmla="*/ 238412 h 1058137"/>
                <a:gd name="connsiteX302" fmla="*/ 120349 w 1792582"/>
                <a:gd name="connsiteY302" fmla="*/ 0 h 10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Lst>
              <a:rect l="l" t="t" r="r" b="b"/>
              <a:pathLst>
                <a:path w="1792582" h="1058137">
                  <a:moveTo>
                    <a:pt x="1653463" y="914845"/>
                  </a:moveTo>
                  <a:cubicBezTo>
                    <a:pt x="1641327" y="914773"/>
                    <a:pt x="1638885" y="932776"/>
                    <a:pt x="1638885" y="954895"/>
                  </a:cubicBezTo>
                  <a:cubicBezTo>
                    <a:pt x="1638885" y="977014"/>
                    <a:pt x="1639618" y="994906"/>
                    <a:pt x="1653463" y="994945"/>
                  </a:cubicBezTo>
                  <a:cubicBezTo>
                    <a:pt x="1666640" y="994983"/>
                    <a:pt x="1668040" y="977014"/>
                    <a:pt x="1668040" y="954895"/>
                  </a:cubicBezTo>
                  <a:cubicBezTo>
                    <a:pt x="1668040" y="932776"/>
                    <a:pt x="1667526" y="914928"/>
                    <a:pt x="1653463" y="914845"/>
                  </a:cubicBezTo>
                  <a:close/>
                  <a:moveTo>
                    <a:pt x="166428" y="914707"/>
                  </a:moveTo>
                  <a:cubicBezTo>
                    <a:pt x="152365" y="914790"/>
                    <a:pt x="151851" y="932638"/>
                    <a:pt x="151851" y="954758"/>
                  </a:cubicBezTo>
                  <a:cubicBezTo>
                    <a:pt x="151851" y="976877"/>
                    <a:pt x="153251" y="994845"/>
                    <a:pt x="166428" y="994808"/>
                  </a:cubicBezTo>
                  <a:cubicBezTo>
                    <a:pt x="180272" y="994768"/>
                    <a:pt x="181005" y="976877"/>
                    <a:pt x="181005" y="954758"/>
                  </a:cubicBezTo>
                  <a:cubicBezTo>
                    <a:pt x="181005" y="932638"/>
                    <a:pt x="178563" y="914636"/>
                    <a:pt x="166428" y="914707"/>
                  </a:cubicBezTo>
                  <a:close/>
                  <a:moveTo>
                    <a:pt x="1484566" y="912443"/>
                  </a:moveTo>
                  <a:cubicBezTo>
                    <a:pt x="1473541" y="912506"/>
                    <a:pt x="1470482" y="922751"/>
                    <a:pt x="1469642" y="937376"/>
                  </a:cubicBezTo>
                  <a:lnTo>
                    <a:pt x="1469546" y="942259"/>
                  </a:lnTo>
                  <a:lnTo>
                    <a:pt x="1499391" y="942259"/>
                  </a:lnTo>
                  <a:cubicBezTo>
                    <a:pt x="1499329" y="940624"/>
                    <a:pt x="1499268" y="938989"/>
                    <a:pt x="1499206" y="937354"/>
                  </a:cubicBezTo>
                  <a:cubicBezTo>
                    <a:pt x="1497894" y="922692"/>
                    <a:pt x="1494080" y="912388"/>
                    <a:pt x="1484566" y="912443"/>
                  </a:cubicBezTo>
                  <a:close/>
                  <a:moveTo>
                    <a:pt x="1070393" y="912443"/>
                  </a:moveTo>
                  <a:cubicBezTo>
                    <a:pt x="1055693" y="912527"/>
                    <a:pt x="1055156" y="930712"/>
                    <a:pt x="1055156" y="953247"/>
                  </a:cubicBezTo>
                  <a:cubicBezTo>
                    <a:pt x="1055156" y="975784"/>
                    <a:pt x="1056619" y="994091"/>
                    <a:pt x="1070393" y="994053"/>
                  </a:cubicBezTo>
                  <a:cubicBezTo>
                    <a:pt x="1084865" y="994013"/>
                    <a:pt x="1085631" y="975784"/>
                    <a:pt x="1085631" y="953247"/>
                  </a:cubicBezTo>
                  <a:cubicBezTo>
                    <a:pt x="1085631" y="930712"/>
                    <a:pt x="1083078" y="912369"/>
                    <a:pt x="1070393" y="912443"/>
                  </a:cubicBezTo>
                  <a:close/>
                  <a:moveTo>
                    <a:pt x="915496" y="912443"/>
                  </a:moveTo>
                  <a:cubicBezTo>
                    <a:pt x="904471" y="912506"/>
                    <a:pt x="901413" y="922751"/>
                    <a:pt x="900573" y="937376"/>
                  </a:cubicBezTo>
                  <a:lnTo>
                    <a:pt x="900476" y="942259"/>
                  </a:lnTo>
                  <a:lnTo>
                    <a:pt x="930321" y="942259"/>
                  </a:lnTo>
                  <a:cubicBezTo>
                    <a:pt x="930260" y="940624"/>
                    <a:pt x="930198" y="938989"/>
                    <a:pt x="930137" y="937354"/>
                  </a:cubicBezTo>
                  <a:cubicBezTo>
                    <a:pt x="928824" y="922692"/>
                    <a:pt x="925010" y="912388"/>
                    <a:pt x="915496" y="912443"/>
                  </a:cubicBezTo>
                  <a:close/>
                  <a:moveTo>
                    <a:pt x="637849" y="912443"/>
                  </a:moveTo>
                  <a:cubicBezTo>
                    <a:pt x="623149" y="912527"/>
                    <a:pt x="622612" y="930712"/>
                    <a:pt x="622612" y="953247"/>
                  </a:cubicBezTo>
                  <a:cubicBezTo>
                    <a:pt x="622612" y="975784"/>
                    <a:pt x="624075" y="994091"/>
                    <a:pt x="637849" y="994053"/>
                  </a:cubicBezTo>
                  <a:cubicBezTo>
                    <a:pt x="652320" y="994013"/>
                    <a:pt x="653087" y="975784"/>
                    <a:pt x="653087" y="953247"/>
                  </a:cubicBezTo>
                  <a:cubicBezTo>
                    <a:pt x="653087" y="930712"/>
                    <a:pt x="650534" y="912369"/>
                    <a:pt x="637849" y="912443"/>
                  </a:cubicBezTo>
                  <a:close/>
                  <a:moveTo>
                    <a:pt x="263432" y="912443"/>
                  </a:moveTo>
                  <a:cubicBezTo>
                    <a:pt x="252407" y="912506"/>
                    <a:pt x="249348" y="922751"/>
                    <a:pt x="248508" y="937376"/>
                  </a:cubicBezTo>
                  <a:lnTo>
                    <a:pt x="248412" y="942259"/>
                  </a:lnTo>
                  <a:lnTo>
                    <a:pt x="278257" y="942259"/>
                  </a:lnTo>
                  <a:cubicBezTo>
                    <a:pt x="278195" y="940624"/>
                    <a:pt x="278134" y="938989"/>
                    <a:pt x="278072" y="937354"/>
                  </a:cubicBezTo>
                  <a:cubicBezTo>
                    <a:pt x="276760" y="922692"/>
                    <a:pt x="272946" y="912388"/>
                    <a:pt x="263432" y="912443"/>
                  </a:cubicBezTo>
                  <a:close/>
                  <a:moveTo>
                    <a:pt x="1714910" y="896590"/>
                  </a:moveTo>
                  <a:lnTo>
                    <a:pt x="1734882" y="896590"/>
                  </a:lnTo>
                  <a:lnTo>
                    <a:pt x="1753333" y="971008"/>
                  </a:lnTo>
                  <a:lnTo>
                    <a:pt x="1772205" y="896590"/>
                  </a:lnTo>
                  <a:lnTo>
                    <a:pt x="1792177" y="896590"/>
                  </a:lnTo>
                  <a:lnTo>
                    <a:pt x="1746000" y="1058137"/>
                  </a:lnTo>
                  <a:lnTo>
                    <a:pt x="1726028" y="1058137"/>
                  </a:lnTo>
                  <a:lnTo>
                    <a:pt x="1742258" y="998644"/>
                  </a:lnTo>
                  <a:close/>
                  <a:moveTo>
                    <a:pt x="1350499" y="896590"/>
                  </a:moveTo>
                  <a:lnTo>
                    <a:pt x="1370471" y="896590"/>
                  </a:lnTo>
                  <a:lnTo>
                    <a:pt x="1370471" y="912636"/>
                  </a:lnTo>
                  <a:cubicBezTo>
                    <a:pt x="1375276" y="905653"/>
                    <a:pt x="1376083" y="897276"/>
                    <a:pt x="1392815" y="896973"/>
                  </a:cubicBezTo>
                  <a:cubicBezTo>
                    <a:pt x="1414114" y="896587"/>
                    <a:pt x="1416732" y="911563"/>
                    <a:pt x="1417110" y="931246"/>
                  </a:cubicBezTo>
                  <a:lnTo>
                    <a:pt x="1417582" y="1009192"/>
                  </a:lnTo>
                  <a:lnTo>
                    <a:pt x="1397610" y="1009192"/>
                  </a:lnTo>
                  <a:cubicBezTo>
                    <a:pt x="1397705" y="984917"/>
                    <a:pt x="1397799" y="960642"/>
                    <a:pt x="1397893" y="936367"/>
                  </a:cubicBezTo>
                  <a:cubicBezTo>
                    <a:pt x="1397830" y="923883"/>
                    <a:pt x="1394269" y="913787"/>
                    <a:pt x="1385541" y="914392"/>
                  </a:cubicBezTo>
                  <a:cubicBezTo>
                    <a:pt x="1372667" y="915283"/>
                    <a:pt x="1371415" y="924422"/>
                    <a:pt x="1370504" y="934362"/>
                  </a:cubicBezTo>
                  <a:lnTo>
                    <a:pt x="1370390" y="937613"/>
                  </a:lnTo>
                  <a:lnTo>
                    <a:pt x="1370170" y="937613"/>
                  </a:lnTo>
                  <a:lnTo>
                    <a:pt x="1370170" y="996661"/>
                  </a:lnTo>
                  <a:lnTo>
                    <a:pt x="1370471" y="996661"/>
                  </a:lnTo>
                  <a:lnTo>
                    <a:pt x="1370471" y="1009192"/>
                  </a:lnTo>
                  <a:lnTo>
                    <a:pt x="1350499" y="1009192"/>
                  </a:lnTo>
                  <a:close/>
                  <a:moveTo>
                    <a:pt x="703301" y="896590"/>
                  </a:moveTo>
                  <a:lnTo>
                    <a:pt x="723273" y="896590"/>
                  </a:lnTo>
                  <a:lnTo>
                    <a:pt x="723273" y="935890"/>
                  </a:lnTo>
                  <a:lnTo>
                    <a:pt x="723669" y="935767"/>
                  </a:lnTo>
                  <a:lnTo>
                    <a:pt x="723669" y="977978"/>
                  </a:lnTo>
                  <a:lnTo>
                    <a:pt x="723993" y="977978"/>
                  </a:lnTo>
                  <a:lnTo>
                    <a:pt x="724972" y="985894"/>
                  </a:lnTo>
                  <a:cubicBezTo>
                    <a:pt x="726442" y="991412"/>
                    <a:pt x="729555" y="994822"/>
                    <a:pt x="736125" y="994808"/>
                  </a:cubicBezTo>
                  <a:cubicBezTo>
                    <a:pt x="742696" y="994793"/>
                    <a:pt x="745808" y="991383"/>
                    <a:pt x="747278" y="985873"/>
                  </a:cubicBezTo>
                  <a:lnTo>
                    <a:pt x="748257" y="977978"/>
                  </a:lnTo>
                  <a:lnTo>
                    <a:pt x="748582" y="977978"/>
                  </a:lnTo>
                  <a:lnTo>
                    <a:pt x="748582" y="917038"/>
                  </a:lnTo>
                  <a:lnTo>
                    <a:pt x="748575" y="917038"/>
                  </a:lnTo>
                  <a:lnTo>
                    <a:pt x="748575" y="896590"/>
                  </a:lnTo>
                  <a:lnTo>
                    <a:pt x="768547" y="896590"/>
                  </a:lnTo>
                  <a:lnTo>
                    <a:pt x="768547" y="975013"/>
                  </a:lnTo>
                  <a:lnTo>
                    <a:pt x="768547" y="975015"/>
                  </a:lnTo>
                  <a:lnTo>
                    <a:pt x="768547" y="975018"/>
                  </a:lnTo>
                  <a:lnTo>
                    <a:pt x="768547" y="976933"/>
                  </a:lnTo>
                  <a:lnTo>
                    <a:pt x="768420" y="976933"/>
                  </a:lnTo>
                  <a:lnTo>
                    <a:pt x="767494" y="990893"/>
                  </a:lnTo>
                  <a:cubicBezTo>
                    <a:pt x="765060" y="1005529"/>
                    <a:pt x="757504" y="1015790"/>
                    <a:pt x="735985" y="1015821"/>
                  </a:cubicBezTo>
                  <a:cubicBezTo>
                    <a:pt x="714467" y="1015852"/>
                    <a:pt x="706910" y="1005560"/>
                    <a:pt x="704476" y="990904"/>
                  </a:cubicBezTo>
                  <a:lnTo>
                    <a:pt x="703550" y="976933"/>
                  </a:lnTo>
                  <a:lnTo>
                    <a:pt x="703301" y="976933"/>
                  </a:lnTo>
                  <a:close/>
                  <a:moveTo>
                    <a:pt x="326701" y="896590"/>
                  </a:moveTo>
                  <a:lnTo>
                    <a:pt x="346672" y="896590"/>
                  </a:lnTo>
                  <a:lnTo>
                    <a:pt x="346672" y="912636"/>
                  </a:lnTo>
                  <a:cubicBezTo>
                    <a:pt x="351478" y="905653"/>
                    <a:pt x="352284" y="897276"/>
                    <a:pt x="369017" y="896973"/>
                  </a:cubicBezTo>
                  <a:cubicBezTo>
                    <a:pt x="390316" y="896587"/>
                    <a:pt x="392934" y="911563"/>
                    <a:pt x="393311" y="931246"/>
                  </a:cubicBezTo>
                  <a:lnTo>
                    <a:pt x="393784" y="1009192"/>
                  </a:lnTo>
                  <a:lnTo>
                    <a:pt x="373812" y="1009192"/>
                  </a:lnTo>
                  <a:cubicBezTo>
                    <a:pt x="373906" y="984917"/>
                    <a:pt x="374000" y="960642"/>
                    <a:pt x="374095" y="936367"/>
                  </a:cubicBezTo>
                  <a:cubicBezTo>
                    <a:pt x="374032" y="923883"/>
                    <a:pt x="370471" y="913787"/>
                    <a:pt x="361743" y="914392"/>
                  </a:cubicBezTo>
                  <a:cubicBezTo>
                    <a:pt x="348869" y="915283"/>
                    <a:pt x="347617" y="924422"/>
                    <a:pt x="346705" y="934362"/>
                  </a:cubicBezTo>
                  <a:lnTo>
                    <a:pt x="346592" y="937613"/>
                  </a:lnTo>
                  <a:lnTo>
                    <a:pt x="346372" y="937613"/>
                  </a:lnTo>
                  <a:lnTo>
                    <a:pt x="346372" y="996661"/>
                  </a:lnTo>
                  <a:lnTo>
                    <a:pt x="346672" y="996661"/>
                  </a:lnTo>
                  <a:lnTo>
                    <a:pt x="346672" y="1009192"/>
                  </a:lnTo>
                  <a:lnTo>
                    <a:pt x="326701" y="1009192"/>
                  </a:lnTo>
                  <a:close/>
                  <a:moveTo>
                    <a:pt x="1645649" y="896386"/>
                  </a:moveTo>
                  <a:cubicBezTo>
                    <a:pt x="1655363" y="896407"/>
                    <a:pt x="1661755" y="900106"/>
                    <a:pt x="1665951" y="906430"/>
                  </a:cubicBezTo>
                  <a:lnTo>
                    <a:pt x="1667038" y="908651"/>
                  </a:lnTo>
                  <a:lnTo>
                    <a:pt x="1667038" y="896728"/>
                  </a:lnTo>
                  <a:lnTo>
                    <a:pt x="1687010" y="896728"/>
                  </a:lnTo>
                  <a:lnTo>
                    <a:pt x="1687010" y="1006787"/>
                  </a:lnTo>
                  <a:cubicBezTo>
                    <a:pt x="1687010" y="1006789"/>
                    <a:pt x="1687010" y="1006789"/>
                    <a:pt x="1687010" y="1006791"/>
                  </a:cubicBezTo>
                  <a:lnTo>
                    <a:pt x="1686300" y="1021179"/>
                  </a:lnTo>
                  <a:cubicBezTo>
                    <a:pt x="1685960" y="1043003"/>
                    <a:pt x="1675608" y="1057051"/>
                    <a:pt x="1652581" y="1057001"/>
                  </a:cubicBezTo>
                  <a:cubicBezTo>
                    <a:pt x="1632195" y="1056956"/>
                    <a:pt x="1621466" y="1042204"/>
                    <a:pt x="1618862" y="1021162"/>
                  </a:cubicBezTo>
                  <a:cubicBezTo>
                    <a:pt x="1618847" y="1020849"/>
                    <a:pt x="1618831" y="1020535"/>
                    <a:pt x="1618816" y="1020222"/>
                  </a:cubicBezTo>
                  <a:lnTo>
                    <a:pt x="1638139" y="1020222"/>
                  </a:lnTo>
                  <a:lnTo>
                    <a:pt x="1638891" y="1025506"/>
                  </a:lnTo>
                  <a:cubicBezTo>
                    <a:pt x="1640137" y="1035905"/>
                    <a:pt x="1644324" y="1039346"/>
                    <a:pt x="1651560" y="1039738"/>
                  </a:cubicBezTo>
                  <a:cubicBezTo>
                    <a:pt x="1665644" y="1040501"/>
                    <a:pt x="1666806" y="1030608"/>
                    <a:pt x="1666731" y="1012557"/>
                  </a:cubicBezTo>
                  <a:lnTo>
                    <a:pt x="1666892" y="1006787"/>
                  </a:lnTo>
                  <a:lnTo>
                    <a:pt x="1667038" y="1006787"/>
                  </a:lnTo>
                  <a:lnTo>
                    <a:pt x="1667038" y="1000603"/>
                  </a:lnTo>
                  <a:lnTo>
                    <a:pt x="1665481" y="1003725"/>
                  </a:lnTo>
                  <a:cubicBezTo>
                    <a:pt x="1661254" y="1010052"/>
                    <a:pt x="1654962" y="1013740"/>
                    <a:pt x="1645649" y="1013718"/>
                  </a:cubicBezTo>
                  <a:cubicBezTo>
                    <a:pt x="1620813" y="1013659"/>
                    <a:pt x="1617463" y="987452"/>
                    <a:pt x="1617463" y="955052"/>
                  </a:cubicBezTo>
                  <a:cubicBezTo>
                    <a:pt x="1617463" y="922652"/>
                    <a:pt x="1622033" y="896335"/>
                    <a:pt x="1645649" y="896386"/>
                  </a:cubicBezTo>
                  <a:close/>
                  <a:moveTo>
                    <a:pt x="1483922" y="896249"/>
                  </a:moveTo>
                  <a:cubicBezTo>
                    <a:pt x="1505820" y="896210"/>
                    <a:pt x="1514472" y="911004"/>
                    <a:pt x="1517429" y="932072"/>
                  </a:cubicBezTo>
                  <a:cubicBezTo>
                    <a:pt x="1518765" y="939997"/>
                    <a:pt x="1518214" y="949432"/>
                    <a:pt x="1518040" y="959244"/>
                  </a:cubicBezTo>
                  <a:lnTo>
                    <a:pt x="1469496" y="959244"/>
                  </a:lnTo>
                  <a:lnTo>
                    <a:pt x="1469772" y="969136"/>
                  </a:lnTo>
                  <a:cubicBezTo>
                    <a:pt x="1470830" y="983791"/>
                    <a:pt x="1474235" y="994082"/>
                    <a:pt x="1484566" y="994053"/>
                  </a:cubicBezTo>
                  <a:cubicBezTo>
                    <a:pt x="1491802" y="994033"/>
                    <a:pt x="1495611" y="989466"/>
                    <a:pt x="1497612" y="982086"/>
                  </a:cubicBezTo>
                  <a:lnTo>
                    <a:pt x="1498822" y="973587"/>
                  </a:lnTo>
                  <a:lnTo>
                    <a:pt x="1517846" y="973587"/>
                  </a:lnTo>
                  <a:cubicBezTo>
                    <a:pt x="1517778" y="974972"/>
                    <a:pt x="1517709" y="976357"/>
                    <a:pt x="1517641" y="977742"/>
                  </a:cubicBezTo>
                  <a:cubicBezTo>
                    <a:pt x="1515037" y="998784"/>
                    <a:pt x="1506950" y="1013536"/>
                    <a:pt x="1483922" y="1013580"/>
                  </a:cubicBezTo>
                  <a:cubicBezTo>
                    <a:pt x="1453219" y="1013640"/>
                    <a:pt x="1449076" y="987315"/>
                    <a:pt x="1449076" y="954914"/>
                  </a:cubicBezTo>
                  <a:cubicBezTo>
                    <a:pt x="1449076" y="922514"/>
                    <a:pt x="1451898" y="896304"/>
                    <a:pt x="1483922" y="896249"/>
                  </a:cubicBezTo>
                  <a:close/>
                  <a:moveTo>
                    <a:pt x="1070504" y="896249"/>
                  </a:moveTo>
                  <a:cubicBezTo>
                    <a:pt x="1099701" y="896198"/>
                    <a:pt x="1105350" y="922514"/>
                    <a:pt x="1105350" y="954914"/>
                  </a:cubicBezTo>
                  <a:cubicBezTo>
                    <a:pt x="1105350" y="987315"/>
                    <a:pt x="1101208" y="1013521"/>
                    <a:pt x="1070504" y="1013580"/>
                  </a:cubicBezTo>
                  <a:cubicBezTo>
                    <a:pt x="1039801" y="1013640"/>
                    <a:pt x="1035658" y="987315"/>
                    <a:pt x="1035658" y="954914"/>
                  </a:cubicBezTo>
                  <a:cubicBezTo>
                    <a:pt x="1035658" y="922514"/>
                    <a:pt x="1038480" y="896304"/>
                    <a:pt x="1070504" y="896249"/>
                  </a:cubicBezTo>
                  <a:close/>
                  <a:moveTo>
                    <a:pt x="914852" y="896249"/>
                  </a:moveTo>
                  <a:cubicBezTo>
                    <a:pt x="936750" y="896210"/>
                    <a:pt x="945402" y="911004"/>
                    <a:pt x="948359" y="932072"/>
                  </a:cubicBezTo>
                  <a:cubicBezTo>
                    <a:pt x="949695" y="939997"/>
                    <a:pt x="949144" y="949432"/>
                    <a:pt x="948970" y="959244"/>
                  </a:cubicBezTo>
                  <a:lnTo>
                    <a:pt x="900426" y="959244"/>
                  </a:lnTo>
                  <a:lnTo>
                    <a:pt x="900703" y="969136"/>
                  </a:lnTo>
                  <a:cubicBezTo>
                    <a:pt x="901760" y="983791"/>
                    <a:pt x="905166" y="994082"/>
                    <a:pt x="915496" y="994053"/>
                  </a:cubicBezTo>
                  <a:cubicBezTo>
                    <a:pt x="922732" y="994033"/>
                    <a:pt x="926541" y="989466"/>
                    <a:pt x="928542" y="982086"/>
                  </a:cubicBezTo>
                  <a:lnTo>
                    <a:pt x="929752" y="973587"/>
                  </a:lnTo>
                  <a:lnTo>
                    <a:pt x="948777" y="973587"/>
                  </a:lnTo>
                  <a:cubicBezTo>
                    <a:pt x="948708" y="974972"/>
                    <a:pt x="948640" y="976357"/>
                    <a:pt x="948571" y="977742"/>
                  </a:cubicBezTo>
                  <a:cubicBezTo>
                    <a:pt x="945967" y="998784"/>
                    <a:pt x="937881" y="1013536"/>
                    <a:pt x="914852" y="1013580"/>
                  </a:cubicBezTo>
                  <a:cubicBezTo>
                    <a:pt x="884149" y="1013640"/>
                    <a:pt x="880006" y="987315"/>
                    <a:pt x="880006" y="954914"/>
                  </a:cubicBezTo>
                  <a:cubicBezTo>
                    <a:pt x="880006" y="922514"/>
                    <a:pt x="882828" y="896304"/>
                    <a:pt x="914852" y="896249"/>
                  </a:cubicBezTo>
                  <a:close/>
                  <a:moveTo>
                    <a:pt x="637960" y="896249"/>
                  </a:moveTo>
                  <a:cubicBezTo>
                    <a:pt x="667156" y="896198"/>
                    <a:pt x="672806" y="922514"/>
                    <a:pt x="672806" y="954914"/>
                  </a:cubicBezTo>
                  <a:cubicBezTo>
                    <a:pt x="672806" y="987315"/>
                    <a:pt x="668664" y="1013521"/>
                    <a:pt x="637960" y="1013580"/>
                  </a:cubicBezTo>
                  <a:cubicBezTo>
                    <a:pt x="607257" y="1013640"/>
                    <a:pt x="603114" y="987315"/>
                    <a:pt x="603114" y="954914"/>
                  </a:cubicBezTo>
                  <a:cubicBezTo>
                    <a:pt x="603114" y="922514"/>
                    <a:pt x="605936" y="896304"/>
                    <a:pt x="637960" y="896249"/>
                  </a:cubicBezTo>
                  <a:close/>
                  <a:moveTo>
                    <a:pt x="262788" y="896249"/>
                  </a:moveTo>
                  <a:cubicBezTo>
                    <a:pt x="284685" y="896210"/>
                    <a:pt x="293337" y="911004"/>
                    <a:pt x="296295" y="932072"/>
                  </a:cubicBezTo>
                  <a:cubicBezTo>
                    <a:pt x="297631" y="939997"/>
                    <a:pt x="297080" y="949432"/>
                    <a:pt x="296906" y="959244"/>
                  </a:cubicBezTo>
                  <a:lnTo>
                    <a:pt x="248362" y="959244"/>
                  </a:lnTo>
                  <a:lnTo>
                    <a:pt x="248638" y="969136"/>
                  </a:lnTo>
                  <a:cubicBezTo>
                    <a:pt x="249695" y="983791"/>
                    <a:pt x="253101" y="994082"/>
                    <a:pt x="263432" y="994053"/>
                  </a:cubicBezTo>
                  <a:cubicBezTo>
                    <a:pt x="270668" y="994033"/>
                    <a:pt x="274477" y="989466"/>
                    <a:pt x="276478" y="982086"/>
                  </a:cubicBezTo>
                  <a:lnTo>
                    <a:pt x="277688" y="973587"/>
                  </a:lnTo>
                  <a:lnTo>
                    <a:pt x="296712" y="973587"/>
                  </a:lnTo>
                  <a:cubicBezTo>
                    <a:pt x="296644" y="974972"/>
                    <a:pt x="296575" y="976357"/>
                    <a:pt x="296507" y="977742"/>
                  </a:cubicBezTo>
                  <a:cubicBezTo>
                    <a:pt x="293903" y="998784"/>
                    <a:pt x="285816" y="1013536"/>
                    <a:pt x="262788" y="1013580"/>
                  </a:cubicBezTo>
                  <a:cubicBezTo>
                    <a:pt x="232085" y="1013640"/>
                    <a:pt x="227942" y="987315"/>
                    <a:pt x="227942" y="954914"/>
                  </a:cubicBezTo>
                  <a:cubicBezTo>
                    <a:pt x="227942" y="922514"/>
                    <a:pt x="230764" y="896304"/>
                    <a:pt x="262788" y="896249"/>
                  </a:cubicBezTo>
                  <a:close/>
                  <a:moveTo>
                    <a:pt x="174241" y="896248"/>
                  </a:moveTo>
                  <a:cubicBezTo>
                    <a:pt x="197857" y="896197"/>
                    <a:pt x="202427" y="922514"/>
                    <a:pt x="202427" y="954914"/>
                  </a:cubicBezTo>
                  <a:cubicBezTo>
                    <a:pt x="202427" y="987315"/>
                    <a:pt x="199077" y="1013521"/>
                    <a:pt x="174241" y="1013580"/>
                  </a:cubicBezTo>
                  <a:cubicBezTo>
                    <a:pt x="168032" y="1013595"/>
                    <a:pt x="163166" y="1011961"/>
                    <a:pt x="159360" y="1008995"/>
                  </a:cubicBezTo>
                  <a:lnTo>
                    <a:pt x="152852" y="999395"/>
                  </a:lnTo>
                  <a:lnTo>
                    <a:pt x="152852" y="1056246"/>
                  </a:lnTo>
                  <a:lnTo>
                    <a:pt x="132881" y="1056246"/>
                  </a:lnTo>
                  <a:lnTo>
                    <a:pt x="132881" y="896590"/>
                  </a:lnTo>
                  <a:lnTo>
                    <a:pt x="152852" y="896590"/>
                  </a:lnTo>
                  <a:lnTo>
                    <a:pt x="152852" y="909865"/>
                  </a:lnTo>
                  <a:lnTo>
                    <a:pt x="158909" y="900882"/>
                  </a:lnTo>
                  <a:cubicBezTo>
                    <a:pt x="162766" y="897911"/>
                    <a:pt x="167765" y="896262"/>
                    <a:pt x="174241" y="896248"/>
                  </a:cubicBezTo>
                  <a:close/>
                  <a:moveTo>
                    <a:pt x="1592774" y="892438"/>
                  </a:moveTo>
                  <a:lnTo>
                    <a:pt x="1592774" y="914707"/>
                  </a:lnTo>
                  <a:cubicBezTo>
                    <a:pt x="1583514" y="909612"/>
                    <a:pt x="1577013" y="914282"/>
                    <a:pt x="1572318" y="924898"/>
                  </a:cubicBezTo>
                  <a:lnTo>
                    <a:pt x="1570506" y="930363"/>
                  </a:lnTo>
                  <a:lnTo>
                    <a:pt x="1570506" y="1009192"/>
                  </a:lnTo>
                  <a:lnTo>
                    <a:pt x="1550534" y="1009192"/>
                  </a:lnTo>
                  <a:lnTo>
                    <a:pt x="1550534" y="896590"/>
                  </a:lnTo>
                  <a:lnTo>
                    <a:pt x="1570506" y="896590"/>
                  </a:lnTo>
                  <a:lnTo>
                    <a:pt x="1570506" y="906833"/>
                  </a:lnTo>
                  <a:lnTo>
                    <a:pt x="1571627" y="905336"/>
                  </a:lnTo>
                  <a:cubicBezTo>
                    <a:pt x="1576659" y="898171"/>
                    <a:pt x="1581532" y="891589"/>
                    <a:pt x="1592774" y="892438"/>
                  </a:cubicBezTo>
                  <a:close/>
                  <a:moveTo>
                    <a:pt x="824066" y="891683"/>
                  </a:moveTo>
                  <a:cubicBezTo>
                    <a:pt x="833896" y="891238"/>
                    <a:pt x="841608" y="894228"/>
                    <a:pt x="846335" y="897345"/>
                  </a:cubicBezTo>
                  <a:lnTo>
                    <a:pt x="846335" y="916217"/>
                  </a:lnTo>
                  <a:cubicBezTo>
                    <a:pt x="831615" y="909171"/>
                    <a:pt x="816237" y="908789"/>
                    <a:pt x="815762" y="924520"/>
                  </a:cubicBezTo>
                  <a:cubicBezTo>
                    <a:pt x="816014" y="936598"/>
                    <a:pt x="828690" y="944111"/>
                    <a:pt x="832661" y="947285"/>
                  </a:cubicBezTo>
                  <a:cubicBezTo>
                    <a:pt x="836633" y="950459"/>
                    <a:pt x="854413" y="963697"/>
                    <a:pt x="854638" y="979626"/>
                  </a:cubicBezTo>
                  <a:cubicBezTo>
                    <a:pt x="854854" y="994907"/>
                    <a:pt x="843083" y="1013464"/>
                    <a:pt x="824444" y="1013595"/>
                  </a:cubicBezTo>
                  <a:cubicBezTo>
                    <a:pt x="818138" y="1013640"/>
                    <a:pt x="808465" y="1010953"/>
                    <a:pt x="802175" y="1007934"/>
                  </a:cubicBezTo>
                  <a:lnTo>
                    <a:pt x="802175" y="987929"/>
                  </a:lnTo>
                  <a:cubicBezTo>
                    <a:pt x="808151" y="992144"/>
                    <a:pt x="816277" y="994890"/>
                    <a:pt x="822179" y="994723"/>
                  </a:cubicBezTo>
                  <a:cubicBezTo>
                    <a:pt x="831112" y="994472"/>
                    <a:pt x="837501" y="985881"/>
                    <a:pt x="836521" y="979248"/>
                  </a:cubicBezTo>
                  <a:cubicBezTo>
                    <a:pt x="835542" y="972616"/>
                    <a:pt x="823602" y="961846"/>
                    <a:pt x="816301" y="954931"/>
                  </a:cubicBezTo>
                  <a:cubicBezTo>
                    <a:pt x="809000" y="948016"/>
                    <a:pt x="797597" y="936255"/>
                    <a:pt x="796988" y="925652"/>
                  </a:cubicBezTo>
                  <a:cubicBezTo>
                    <a:pt x="795789" y="904786"/>
                    <a:pt x="811690" y="892244"/>
                    <a:pt x="824066" y="891683"/>
                  </a:cubicBezTo>
                  <a:close/>
                  <a:moveTo>
                    <a:pt x="56436" y="860524"/>
                  </a:moveTo>
                  <a:cubicBezTo>
                    <a:pt x="36465" y="860661"/>
                    <a:pt x="35735" y="890126"/>
                    <a:pt x="35735" y="926643"/>
                  </a:cubicBezTo>
                  <a:cubicBezTo>
                    <a:pt x="35735" y="963159"/>
                    <a:pt x="37723" y="992824"/>
                    <a:pt x="56436" y="992761"/>
                  </a:cubicBezTo>
                  <a:cubicBezTo>
                    <a:pt x="76095" y="992696"/>
                    <a:pt x="77136" y="963159"/>
                    <a:pt x="77136" y="926643"/>
                  </a:cubicBezTo>
                  <a:cubicBezTo>
                    <a:pt x="77136" y="890126"/>
                    <a:pt x="73668" y="860406"/>
                    <a:pt x="56436" y="860524"/>
                  </a:cubicBezTo>
                  <a:close/>
                  <a:moveTo>
                    <a:pt x="56672" y="839708"/>
                  </a:moveTo>
                  <a:cubicBezTo>
                    <a:pt x="93442" y="839632"/>
                    <a:pt x="100557" y="878630"/>
                    <a:pt x="100557" y="926644"/>
                  </a:cubicBezTo>
                  <a:cubicBezTo>
                    <a:pt x="100557" y="974658"/>
                    <a:pt x="95341" y="1013492"/>
                    <a:pt x="56672" y="1013580"/>
                  </a:cubicBezTo>
                  <a:cubicBezTo>
                    <a:pt x="18004" y="1013668"/>
                    <a:pt x="12787" y="974658"/>
                    <a:pt x="12787" y="926644"/>
                  </a:cubicBezTo>
                  <a:cubicBezTo>
                    <a:pt x="12787" y="878630"/>
                    <a:pt x="16341" y="839790"/>
                    <a:pt x="56672" y="839708"/>
                  </a:cubicBezTo>
                  <a:close/>
                  <a:moveTo>
                    <a:pt x="1261002" y="839707"/>
                  </a:moveTo>
                  <a:lnTo>
                    <a:pt x="1267808" y="839707"/>
                  </a:lnTo>
                  <a:lnTo>
                    <a:pt x="1282685" y="839707"/>
                  </a:lnTo>
                  <a:lnTo>
                    <a:pt x="1322930" y="839707"/>
                  </a:lnTo>
                  <a:lnTo>
                    <a:pt x="1322930" y="858017"/>
                  </a:lnTo>
                  <a:lnTo>
                    <a:pt x="1282685" y="858017"/>
                  </a:lnTo>
                  <a:lnTo>
                    <a:pt x="1282685" y="914391"/>
                  </a:lnTo>
                  <a:lnTo>
                    <a:pt x="1318112" y="914391"/>
                  </a:lnTo>
                  <a:lnTo>
                    <a:pt x="1318112" y="932701"/>
                  </a:lnTo>
                  <a:lnTo>
                    <a:pt x="1282685" y="932701"/>
                  </a:lnTo>
                  <a:lnTo>
                    <a:pt x="1282685" y="992581"/>
                  </a:lnTo>
                  <a:lnTo>
                    <a:pt x="1322930" y="992581"/>
                  </a:lnTo>
                  <a:lnTo>
                    <a:pt x="1322930" y="1010891"/>
                  </a:lnTo>
                  <a:lnTo>
                    <a:pt x="1282685" y="1010891"/>
                  </a:lnTo>
                  <a:lnTo>
                    <a:pt x="1267808" y="1010891"/>
                  </a:lnTo>
                  <a:lnTo>
                    <a:pt x="1261002" y="1010891"/>
                  </a:lnTo>
                  <a:close/>
                  <a:moveTo>
                    <a:pt x="489126" y="838658"/>
                  </a:moveTo>
                  <a:lnTo>
                    <a:pt x="510809" y="838658"/>
                  </a:lnTo>
                  <a:lnTo>
                    <a:pt x="510809" y="905619"/>
                  </a:lnTo>
                  <a:lnTo>
                    <a:pt x="546246" y="905619"/>
                  </a:lnTo>
                  <a:lnTo>
                    <a:pt x="546246" y="838658"/>
                  </a:lnTo>
                  <a:lnTo>
                    <a:pt x="567930" y="838658"/>
                  </a:lnTo>
                  <a:lnTo>
                    <a:pt x="567930" y="1009192"/>
                  </a:lnTo>
                  <a:lnTo>
                    <a:pt x="546246" y="1009192"/>
                  </a:lnTo>
                  <a:lnTo>
                    <a:pt x="546246" y="923859"/>
                  </a:lnTo>
                  <a:lnTo>
                    <a:pt x="510809" y="923859"/>
                  </a:lnTo>
                  <a:lnTo>
                    <a:pt x="510809" y="1009192"/>
                  </a:lnTo>
                  <a:lnTo>
                    <a:pt x="489126" y="1009192"/>
                  </a:lnTo>
                  <a:close/>
                  <a:moveTo>
                    <a:pt x="1162901" y="821998"/>
                  </a:moveTo>
                  <a:cubicBezTo>
                    <a:pt x="1167454" y="821842"/>
                    <a:pt x="1172459" y="822375"/>
                    <a:pt x="1177725" y="823498"/>
                  </a:cubicBezTo>
                  <a:lnTo>
                    <a:pt x="1177725" y="843469"/>
                  </a:lnTo>
                  <a:cubicBezTo>
                    <a:pt x="1162565" y="837968"/>
                    <a:pt x="1159105" y="844922"/>
                    <a:pt x="1159420" y="854141"/>
                  </a:cubicBezTo>
                  <a:lnTo>
                    <a:pt x="1159420" y="895458"/>
                  </a:lnTo>
                  <a:lnTo>
                    <a:pt x="1177725" y="895458"/>
                  </a:lnTo>
                  <a:lnTo>
                    <a:pt x="1177725" y="912236"/>
                  </a:lnTo>
                  <a:lnTo>
                    <a:pt x="1159420" y="912236"/>
                  </a:lnTo>
                  <a:lnTo>
                    <a:pt x="1159420" y="1009192"/>
                  </a:lnTo>
                  <a:lnTo>
                    <a:pt x="1139449" y="1009192"/>
                  </a:lnTo>
                  <a:lnTo>
                    <a:pt x="1139449" y="912236"/>
                  </a:lnTo>
                  <a:lnTo>
                    <a:pt x="1127527" y="912236"/>
                  </a:lnTo>
                  <a:lnTo>
                    <a:pt x="1127527" y="895458"/>
                  </a:lnTo>
                  <a:lnTo>
                    <a:pt x="1139449" y="895458"/>
                  </a:lnTo>
                  <a:lnTo>
                    <a:pt x="1139449" y="844747"/>
                  </a:lnTo>
                  <a:cubicBezTo>
                    <a:pt x="1139676" y="829150"/>
                    <a:pt x="1149246" y="822469"/>
                    <a:pt x="1162901" y="821998"/>
                  </a:cubicBezTo>
                  <a:close/>
                  <a:moveTo>
                    <a:pt x="0" y="698203"/>
                  </a:moveTo>
                  <a:lnTo>
                    <a:pt x="1792582" y="698203"/>
                  </a:lnTo>
                  <a:lnTo>
                    <a:pt x="1792582" y="703247"/>
                  </a:lnTo>
                  <a:lnTo>
                    <a:pt x="1792582" y="757745"/>
                  </a:lnTo>
                  <a:lnTo>
                    <a:pt x="1792582" y="777019"/>
                  </a:lnTo>
                  <a:lnTo>
                    <a:pt x="0" y="777019"/>
                  </a:lnTo>
                  <a:close/>
                  <a:moveTo>
                    <a:pt x="827858" y="57086"/>
                  </a:moveTo>
                  <a:cubicBezTo>
                    <a:pt x="773091" y="57462"/>
                    <a:pt x="771089" y="138267"/>
                    <a:pt x="771089" y="238408"/>
                  </a:cubicBezTo>
                  <a:cubicBezTo>
                    <a:pt x="771089" y="338549"/>
                    <a:pt x="776541" y="419900"/>
                    <a:pt x="827858" y="419730"/>
                  </a:cubicBezTo>
                  <a:cubicBezTo>
                    <a:pt x="881771" y="419551"/>
                    <a:pt x="884626" y="338549"/>
                    <a:pt x="884626" y="238408"/>
                  </a:cubicBezTo>
                  <a:cubicBezTo>
                    <a:pt x="884626" y="138267"/>
                    <a:pt x="875116" y="56762"/>
                    <a:pt x="827858" y="57086"/>
                  </a:cubicBezTo>
                  <a:close/>
                  <a:moveTo>
                    <a:pt x="119700" y="57086"/>
                  </a:moveTo>
                  <a:cubicBezTo>
                    <a:pt x="64933" y="57462"/>
                    <a:pt x="62931" y="138267"/>
                    <a:pt x="62931" y="238408"/>
                  </a:cubicBezTo>
                  <a:cubicBezTo>
                    <a:pt x="62931" y="338549"/>
                    <a:pt x="68383" y="419900"/>
                    <a:pt x="119700" y="419730"/>
                  </a:cubicBezTo>
                  <a:cubicBezTo>
                    <a:pt x="173614" y="419551"/>
                    <a:pt x="176468" y="338549"/>
                    <a:pt x="176468" y="238408"/>
                  </a:cubicBezTo>
                  <a:cubicBezTo>
                    <a:pt x="176468" y="138267"/>
                    <a:pt x="166959" y="56762"/>
                    <a:pt x="119700" y="57086"/>
                  </a:cubicBezTo>
                  <a:close/>
                  <a:moveTo>
                    <a:pt x="364615" y="7754"/>
                  </a:moveTo>
                  <a:lnTo>
                    <a:pt x="425426" y="7754"/>
                  </a:lnTo>
                  <a:lnTo>
                    <a:pt x="425426" y="188764"/>
                  </a:lnTo>
                  <a:lnTo>
                    <a:pt x="519025" y="188764"/>
                  </a:lnTo>
                  <a:lnTo>
                    <a:pt x="519025" y="7754"/>
                  </a:lnTo>
                  <a:lnTo>
                    <a:pt x="579836" y="7754"/>
                  </a:lnTo>
                  <a:lnTo>
                    <a:pt x="579836" y="468746"/>
                  </a:lnTo>
                  <a:lnTo>
                    <a:pt x="519025" y="468746"/>
                  </a:lnTo>
                  <a:lnTo>
                    <a:pt x="519025" y="238072"/>
                  </a:lnTo>
                  <a:lnTo>
                    <a:pt x="425426" y="238072"/>
                  </a:lnTo>
                  <a:lnTo>
                    <a:pt x="425426" y="468746"/>
                  </a:lnTo>
                  <a:lnTo>
                    <a:pt x="364615" y="468746"/>
                  </a:lnTo>
                  <a:close/>
                  <a:moveTo>
                    <a:pt x="828506" y="0"/>
                  </a:moveTo>
                  <a:cubicBezTo>
                    <a:pt x="929343" y="-206"/>
                    <a:pt x="948855" y="106741"/>
                    <a:pt x="948855" y="238412"/>
                  </a:cubicBezTo>
                  <a:cubicBezTo>
                    <a:pt x="948855" y="370082"/>
                    <a:pt x="934550" y="476581"/>
                    <a:pt x="828506" y="476823"/>
                  </a:cubicBezTo>
                  <a:cubicBezTo>
                    <a:pt x="722465" y="477064"/>
                    <a:pt x="708157" y="370082"/>
                    <a:pt x="708157" y="238412"/>
                  </a:cubicBezTo>
                  <a:cubicBezTo>
                    <a:pt x="708157" y="106741"/>
                    <a:pt x="717903" y="227"/>
                    <a:pt x="828506" y="0"/>
                  </a:cubicBezTo>
                  <a:close/>
                  <a:moveTo>
                    <a:pt x="120349" y="0"/>
                  </a:moveTo>
                  <a:cubicBezTo>
                    <a:pt x="221186" y="-206"/>
                    <a:pt x="240698" y="106741"/>
                    <a:pt x="240698" y="238412"/>
                  </a:cubicBezTo>
                  <a:cubicBezTo>
                    <a:pt x="240698" y="370082"/>
                    <a:pt x="226393" y="476581"/>
                    <a:pt x="120349" y="476823"/>
                  </a:cubicBezTo>
                  <a:cubicBezTo>
                    <a:pt x="14308" y="477064"/>
                    <a:pt x="0" y="370082"/>
                    <a:pt x="0" y="238412"/>
                  </a:cubicBezTo>
                  <a:cubicBezTo>
                    <a:pt x="0" y="106741"/>
                    <a:pt x="9745" y="227"/>
                    <a:pt x="120349" y="0"/>
                  </a:cubicBezTo>
                  <a:close/>
                </a:path>
              </a:pathLst>
            </a:custGeom>
            <a:solidFill>
              <a:schemeClr val="bg2"/>
            </a:solid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endParaRPr>
            </a:p>
          </p:txBody>
        </p:sp>
      </p:grpSp>
      <p:sp>
        <p:nvSpPr>
          <p:cNvPr id="135" name="Freeform: Shape 134">
            <a:extLst>
              <a:ext uri="{FF2B5EF4-FFF2-40B4-BE49-F238E27FC236}">
                <a16:creationId xmlns:a16="http://schemas.microsoft.com/office/drawing/2014/main" id="{BAE19C83-69A6-4A48-964C-CDB76CFE0B79}"/>
              </a:ext>
            </a:extLst>
          </p:cNvPr>
          <p:cNvSpPr/>
          <p:nvPr/>
        </p:nvSpPr>
        <p:spPr>
          <a:xfrm>
            <a:off x="1298143" y="1168045"/>
            <a:ext cx="140768" cy="278862"/>
          </a:xfrm>
          <a:custGeom>
            <a:avLst/>
            <a:gdLst>
              <a:gd name="connsiteX0" fmla="*/ 93340 w 187691"/>
              <a:gd name="connsiteY0" fmla="*/ 44514 h 371816"/>
              <a:gd name="connsiteX1" fmla="*/ 49072 w 187691"/>
              <a:gd name="connsiteY1" fmla="*/ 185905 h 371816"/>
              <a:gd name="connsiteX2" fmla="*/ 93340 w 187691"/>
              <a:gd name="connsiteY2" fmla="*/ 327296 h 371816"/>
              <a:gd name="connsiteX3" fmla="*/ 137606 w 187691"/>
              <a:gd name="connsiteY3" fmla="*/ 185905 h 371816"/>
              <a:gd name="connsiteX4" fmla="*/ 93340 w 187691"/>
              <a:gd name="connsiteY4" fmla="*/ 44514 h 371816"/>
              <a:gd name="connsiteX5" fmla="*/ 93846 w 187691"/>
              <a:gd name="connsiteY5" fmla="*/ 0 h 371816"/>
              <a:gd name="connsiteX6" fmla="*/ 187691 w 187691"/>
              <a:gd name="connsiteY6" fmla="*/ 185908 h 371816"/>
              <a:gd name="connsiteX7" fmla="*/ 93846 w 187691"/>
              <a:gd name="connsiteY7" fmla="*/ 371816 h 371816"/>
              <a:gd name="connsiteX8" fmla="*/ 0 w 187691"/>
              <a:gd name="connsiteY8" fmla="*/ 185908 h 371816"/>
              <a:gd name="connsiteX9" fmla="*/ 93846 w 187691"/>
              <a:gd name="connsiteY9" fmla="*/ 0 h 37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691" h="371816">
                <a:moveTo>
                  <a:pt x="93340" y="44514"/>
                </a:moveTo>
                <a:cubicBezTo>
                  <a:pt x="50633" y="44808"/>
                  <a:pt x="49072" y="107818"/>
                  <a:pt x="49072" y="185905"/>
                </a:cubicBezTo>
                <a:cubicBezTo>
                  <a:pt x="49072" y="263993"/>
                  <a:pt x="53324" y="327429"/>
                  <a:pt x="93340" y="327296"/>
                </a:cubicBezTo>
                <a:cubicBezTo>
                  <a:pt x="135381" y="327157"/>
                  <a:pt x="137606" y="263993"/>
                  <a:pt x="137606" y="185905"/>
                </a:cubicBezTo>
                <a:cubicBezTo>
                  <a:pt x="137606" y="107818"/>
                  <a:pt x="130191" y="44262"/>
                  <a:pt x="93340" y="44514"/>
                </a:cubicBezTo>
                <a:close/>
                <a:moveTo>
                  <a:pt x="93846" y="0"/>
                </a:moveTo>
                <a:cubicBezTo>
                  <a:pt x="172476" y="-161"/>
                  <a:pt x="187691" y="83234"/>
                  <a:pt x="187691" y="185908"/>
                </a:cubicBezTo>
                <a:cubicBezTo>
                  <a:pt x="187691" y="288582"/>
                  <a:pt x="176536" y="371627"/>
                  <a:pt x="93846" y="371816"/>
                </a:cubicBezTo>
                <a:cubicBezTo>
                  <a:pt x="11157" y="372004"/>
                  <a:pt x="0" y="288582"/>
                  <a:pt x="0" y="185908"/>
                </a:cubicBezTo>
                <a:cubicBezTo>
                  <a:pt x="0" y="83234"/>
                  <a:pt x="7599" y="177"/>
                  <a:pt x="93846" y="0"/>
                </a:cubicBezTo>
                <a:close/>
              </a:path>
            </a:pathLst>
          </a:custGeom>
          <a:solidFill>
            <a:schemeClr val="tx1">
              <a:lumMod val="75000"/>
              <a:lumOff val="25000"/>
            </a:schemeClr>
          </a:solid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endParaRPr>
          </a:p>
        </p:txBody>
      </p:sp>
      <p:sp>
        <p:nvSpPr>
          <p:cNvPr id="137" name="Freeform: Shape 136">
            <a:extLst>
              <a:ext uri="{FF2B5EF4-FFF2-40B4-BE49-F238E27FC236}">
                <a16:creationId xmlns:a16="http://schemas.microsoft.com/office/drawing/2014/main" id="{2786F97D-971A-4029-9599-7A56C88691B9}"/>
              </a:ext>
            </a:extLst>
          </p:cNvPr>
          <p:cNvSpPr/>
          <p:nvPr/>
        </p:nvSpPr>
        <p:spPr>
          <a:xfrm rot="16200000">
            <a:off x="1298143" y="2142560"/>
            <a:ext cx="140768" cy="278862"/>
          </a:xfrm>
          <a:custGeom>
            <a:avLst/>
            <a:gdLst>
              <a:gd name="connsiteX0" fmla="*/ 93340 w 187691"/>
              <a:gd name="connsiteY0" fmla="*/ 44514 h 371816"/>
              <a:gd name="connsiteX1" fmla="*/ 49072 w 187691"/>
              <a:gd name="connsiteY1" fmla="*/ 185905 h 371816"/>
              <a:gd name="connsiteX2" fmla="*/ 93340 w 187691"/>
              <a:gd name="connsiteY2" fmla="*/ 327296 h 371816"/>
              <a:gd name="connsiteX3" fmla="*/ 137606 w 187691"/>
              <a:gd name="connsiteY3" fmla="*/ 185905 h 371816"/>
              <a:gd name="connsiteX4" fmla="*/ 93340 w 187691"/>
              <a:gd name="connsiteY4" fmla="*/ 44514 h 371816"/>
              <a:gd name="connsiteX5" fmla="*/ 93846 w 187691"/>
              <a:gd name="connsiteY5" fmla="*/ 0 h 371816"/>
              <a:gd name="connsiteX6" fmla="*/ 187691 w 187691"/>
              <a:gd name="connsiteY6" fmla="*/ 185908 h 371816"/>
              <a:gd name="connsiteX7" fmla="*/ 93846 w 187691"/>
              <a:gd name="connsiteY7" fmla="*/ 371816 h 371816"/>
              <a:gd name="connsiteX8" fmla="*/ 0 w 187691"/>
              <a:gd name="connsiteY8" fmla="*/ 185908 h 371816"/>
              <a:gd name="connsiteX9" fmla="*/ 93846 w 187691"/>
              <a:gd name="connsiteY9" fmla="*/ 0 h 37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691" h="371816">
                <a:moveTo>
                  <a:pt x="93340" y="44514"/>
                </a:moveTo>
                <a:cubicBezTo>
                  <a:pt x="50633" y="44808"/>
                  <a:pt x="49072" y="107818"/>
                  <a:pt x="49072" y="185905"/>
                </a:cubicBezTo>
                <a:cubicBezTo>
                  <a:pt x="49072" y="263993"/>
                  <a:pt x="53324" y="327429"/>
                  <a:pt x="93340" y="327296"/>
                </a:cubicBezTo>
                <a:cubicBezTo>
                  <a:pt x="135381" y="327157"/>
                  <a:pt x="137606" y="263993"/>
                  <a:pt x="137606" y="185905"/>
                </a:cubicBezTo>
                <a:cubicBezTo>
                  <a:pt x="137606" y="107818"/>
                  <a:pt x="130191" y="44262"/>
                  <a:pt x="93340" y="44514"/>
                </a:cubicBezTo>
                <a:close/>
                <a:moveTo>
                  <a:pt x="93846" y="0"/>
                </a:moveTo>
                <a:cubicBezTo>
                  <a:pt x="172476" y="-161"/>
                  <a:pt x="187691" y="83234"/>
                  <a:pt x="187691" y="185908"/>
                </a:cubicBezTo>
                <a:cubicBezTo>
                  <a:pt x="187691" y="288582"/>
                  <a:pt x="176536" y="371627"/>
                  <a:pt x="93846" y="371816"/>
                </a:cubicBezTo>
                <a:cubicBezTo>
                  <a:pt x="11157" y="372004"/>
                  <a:pt x="0" y="288582"/>
                  <a:pt x="0" y="185908"/>
                </a:cubicBezTo>
                <a:cubicBezTo>
                  <a:pt x="0" y="83234"/>
                  <a:pt x="7599" y="177"/>
                  <a:pt x="93846" y="0"/>
                </a:cubicBezTo>
                <a:close/>
              </a:path>
            </a:pathLst>
          </a:custGeom>
          <a:solidFill>
            <a:schemeClr val="tx1">
              <a:lumMod val="75000"/>
              <a:lumOff val="25000"/>
            </a:schemeClr>
          </a:solid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endParaRPr>
          </a:p>
        </p:txBody>
      </p:sp>
      <p:sp>
        <p:nvSpPr>
          <p:cNvPr id="138" name="Freeform: Shape 137">
            <a:extLst>
              <a:ext uri="{FF2B5EF4-FFF2-40B4-BE49-F238E27FC236}">
                <a16:creationId xmlns:a16="http://schemas.microsoft.com/office/drawing/2014/main" id="{17FD124A-B01B-469A-9D97-4B4C7F79E883}"/>
              </a:ext>
            </a:extLst>
          </p:cNvPr>
          <p:cNvSpPr/>
          <p:nvPr/>
        </p:nvSpPr>
        <p:spPr>
          <a:xfrm rot="16200000">
            <a:off x="2638585" y="1168045"/>
            <a:ext cx="140768" cy="278862"/>
          </a:xfrm>
          <a:custGeom>
            <a:avLst/>
            <a:gdLst>
              <a:gd name="connsiteX0" fmla="*/ 93340 w 187691"/>
              <a:gd name="connsiteY0" fmla="*/ 44514 h 371816"/>
              <a:gd name="connsiteX1" fmla="*/ 49072 w 187691"/>
              <a:gd name="connsiteY1" fmla="*/ 185905 h 371816"/>
              <a:gd name="connsiteX2" fmla="*/ 93340 w 187691"/>
              <a:gd name="connsiteY2" fmla="*/ 327296 h 371816"/>
              <a:gd name="connsiteX3" fmla="*/ 137606 w 187691"/>
              <a:gd name="connsiteY3" fmla="*/ 185905 h 371816"/>
              <a:gd name="connsiteX4" fmla="*/ 93340 w 187691"/>
              <a:gd name="connsiteY4" fmla="*/ 44514 h 371816"/>
              <a:gd name="connsiteX5" fmla="*/ 93846 w 187691"/>
              <a:gd name="connsiteY5" fmla="*/ 0 h 371816"/>
              <a:gd name="connsiteX6" fmla="*/ 187691 w 187691"/>
              <a:gd name="connsiteY6" fmla="*/ 185908 h 371816"/>
              <a:gd name="connsiteX7" fmla="*/ 93846 w 187691"/>
              <a:gd name="connsiteY7" fmla="*/ 371816 h 371816"/>
              <a:gd name="connsiteX8" fmla="*/ 0 w 187691"/>
              <a:gd name="connsiteY8" fmla="*/ 185908 h 371816"/>
              <a:gd name="connsiteX9" fmla="*/ 93846 w 187691"/>
              <a:gd name="connsiteY9" fmla="*/ 0 h 37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691" h="371816">
                <a:moveTo>
                  <a:pt x="93340" y="44514"/>
                </a:moveTo>
                <a:cubicBezTo>
                  <a:pt x="50633" y="44808"/>
                  <a:pt x="49072" y="107818"/>
                  <a:pt x="49072" y="185905"/>
                </a:cubicBezTo>
                <a:cubicBezTo>
                  <a:pt x="49072" y="263993"/>
                  <a:pt x="53324" y="327429"/>
                  <a:pt x="93340" y="327296"/>
                </a:cubicBezTo>
                <a:cubicBezTo>
                  <a:pt x="135381" y="327157"/>
                  <a:pt x="137606" y="263993"/>
                  <a:pt x="137606" y="185905"/>
                </a:cubicBezTo>
                <a:cubicBezTo>
                  <a:pt x="137606" y="107818"/>
                  <a:pt x="130191" y="44262"/>
                  <a:pt x="93340" y="44514"/>
                </a:cubicBezTo>
                <a:close/>
                <a:moveTo>
                  <a:pt x="93846" y="0"/>
                </a:moveTo>
                <a:cubicBezTo>
                  <a:pt x="172476" y="-161"/>
                  <a:pt x="187691" y="83234"/>
                  <a:pt x="187691" y="185908"/>
                </a:cubicBezTo>
                <a:cubicBezTo>
                  <a:pt x="187691" y="288582"/>
                  <a:pt x="176536" y="371627"/>
                  <a:pt x="93846" y="371816"/>
                </a:cubicBezTo>
                <a:cubicBezTo>
                  <a:pt x="11157" y="372004"/>
                  <a:pt x="0" y="288582"/>
                  <a:pt x="0" y="185908"/>
                </a:cubicBezTo>
                <a:cubicBezTo>
                  <a:pt x="0" y="83234"/>
                  <a:pt x="7599" y="177"/>
                  <a:pt x="93846" y="0"/>
                </a:cubicBezTo>
                <a:close/>
              </a:path>
            </a:pathLst>
          </a:custGeom>
          <a:solidFill>
            <a:schemeClr val="tx1">
              <a:lumMod val="75000"/>
              <a:lumOff val="25000"/>
            </a:schemeClr>
          </a:solid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endParaRPr>
          </a:p>
        </p:txBody>
      </p:sp>
      <p:sp>
        <p:nvSpPr>
          <p:cNvPr id="139" name="Freeform: Shape 138">
            <a:extLst>
              <a:ext uri="{FF2B5EF4-FFF2-40B4-BE49-F238E27FC236}">
                <a16:creationId xmlns:a16="http://schemas.microsoft.com/office/drawing/2014/main" id="{AF58D902-4ECB-4265-9C88-14D27FF7CCE6}"/>
              </a:ext>
            </a:extLst>
          </p:cNvPr>
          <p:cNvSpPr/>
          <p:nvPr/>
        </p:nvSpPr>
        <p:spPr>
          <a:xfrm>
            <a:off x="2638585" y="2142835"/>
            <a:ext cx="140768" cy="278862"/>
          </a:xfrm>
          <a:custGeom>
            <a:avLst/>
            <a:gdLst>
              <a:gd name="connsiteX0" fmla="*/ 93340 w 187691"/>
              <a:gd name="connsiteY0" fmla="*/ 44514 h 371816"/>
              <a:gd name="connsiteX1" fmla="*/ 49072 w 187691"/>
              <a:gd name="connsiteY1" fmla="*/ 185905 h 371816"/>
              <a:gd name="connsiteX2" fmla="*/ 93340 w 187691"/>
              <a:gd name="connsiteY2" fmla="*/ 327296 h 371816"/>
              <a:gd name="connsiteX3" fmla="*/ 137606 w 187691"/>
              <a:gd name="connsiteY3" fmla="*/ 185905 h 371816"/>
              <a:gd name="connsiteX4" fmla="*/ 93340 w 187691"/>
              <a:gd name="connsiteY4" fmla="*/ 44514 h 371816"/>
              <a:gd name="connsiteX5" fmla="*/ 93846 w 187691"/>
              <a:gd name="connsiteY5" fmla="*/ 0 h 371816"/>
              <a:gd name="connsiteX6" fmla="*/ 187691 w 187691"/>
              <a:gd name="connsiteY6" fmla="*/ 185908 h 371816"/>
              <a:gd name="connsiteX7" fmla="*/ 93846 w 187691"/>
              <a:gd name="connsiteY7" fmla="*/ 371816 h 371816"/>
              <a:gd name="connsiteX8" fmla="*/ 0 w 187691"/>
              <a:gd name="connsiteY8" fmla="*/ 185908 h 371816"/>
              <a:gd name="connsiteX9" fmla="*/ 93846 w 187691"/>
              <a:gd name="connsiteY9" fmla="*/ 0 h 37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691" h="371816">
                <a:moveTo>
                  <a:pt x="93340" y="44514"/>
                </a:moveTo>
                <a:cubicBezTo>
                  <a:pt x="50633" y="44808"/>
                  <a:pt x="49072" y="107818"/>
                  <a:pt x="49072" y="185905"/>
                </a:cubicBezTo>
                <a:cubicBezTo>
                  <a:pt x="49072" y="263993"/>
                  <a:pt x="53324" y="327429"/>
                  <a:pt x="93340" y="327296"/>
                </a:cubicBezTo>
                <a:cubicBezTo>
                  <a:pt x="135381" y="327157"/>
                  <a:pt x="137606" y="263993"/>
                  <a:pt x="137606" y="185905"/>
                </a:cubicBezTo>
                <a:cubicBezTo>
                  <a:pt x="137606" y="107818"/>
                  <a:pt x="130191" y="44262"/>
                  <a:pt x="93340" y="44514"/>
                </a:cubicBezTo>
                <a:close/>
                <a:moveTo>
                  <a:pt x="93846" y="0"/>
                </a:moveTo>
                <a:cubicBezTo>
                  <a:pt x="172476" y="-161"/>
                  <a:pt x="187691" y="83234"/>
                  <a:pt x="187691" y="185908"/>
                </a:cubicBezTo>
                <a:cubicBezTo>
                  <a:pt x="187691" y="288582"/>
                  <a:pt x="176536" y="371627"/>
                  <a:pt x="93846" y="371816"/>
                </a:cubicBezTo>
                <a:cubicBezTo>
                  <a:pt x="11157" y="372004"/>
                  <a:pt x="0" y="288582"/>
                  <a:pt x="0" y="185908"/>
                </a:cubicBezTo>
                <a:cubicBezTo>
                  <a:pt x="0" y="83234"/>
                  <a:pt x="7599" y="177"/>
                  <a:pt x="93846" y="0"/>
                </a:cubicBezTo>
                <a:close/>
              </a:path>
            </a:pathLst>
          </a:custGeom>
          <a:solidFill>
            <a:schemeClr val="tx1">
              <a:lumMod val="75000"/>
              <a:lumOff val="25000"/>
            </a:schemeClr>
          </a:solid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endParaRPr>
          </a:p>
        </p:txBody>
      </p:sp>
      <p:grpSp>
        <p:nvGrpSpPr>
          <p:cNvPr id="14" name="Group 13">
            <a:extLst>
              <a:ext uri="{FF2B5EF4-FFF2-40B4-BE49-F238E27FC236}">
                <a16:creationId xmlns:a16="http://schemas.microsoft.com/office/drawing/2014/main" id="{E9D108E4-F0CF-49F6-81D5-14EE49A9C04E}"/>
              </a:ext>
            </a:extLst>
          </p:cNvPr>
          <p:cNvGrpSpPr/>
          <p:nvPr/>
        </p:nvGrpSpPr>
        <p:grpSpPr>
          <a:xfrm>
            <a:off x="4038443" y="1164853"/>
            <a:ext cx="938490" cy="632685"/>
            <a:chOff x="6614647" y="1425461"/>
            <a:chExt cx="1251320" cy="843580"/>
          </a:xfrm>
        </p:grpSpPr>
        <p:sp>
          <p:nvSpPr>
            <p:cNvPr id="58" name="Rechteck 57"/>
            <p:cNvSpPr/>
            <p:nvPr/>
          </p:nvSpPr>
          <p:spPr>
            <a:xfrm>
              <a:off x="6614647" y="1425461"/>
              <a:ext cx="1251320" cy="84358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endParaRPr lang="en-US" sz="1800" dirty="0">
                <a:solidFill>
                  <a:srgbClr val="F0A51E"/>
                </a:solidFill>
              </a:endParaRPr>
            </a:p>
          </p:txBody>
        </p:sp>
        <p:grpSp>
          <p:nvGrpSpPr>
            <p:cNvPr id="140" name="Group 139">
              <a:extLst>
                <a:ext uri="{FF2B5EF4-FFF2-40B4-BE49-F238E27FC236}">
                  <a16:creationId xmlns:a16="http://schemas.microsoft.com/office/drawing/2014/main" id="{3061E5B3-1E2D-42EB-A039-76478C323D49}"/>
                </a:ext>
              </a:extLst>
            </p:cNvPr>
            <p:cNvGrpSpPr>
              <a:grpSpLocks noChangeAspect="1"/>
            </p:cNvGrpSpPr>
            <p:nvPr/>
          </p:nvGrpSpPr>
          <p:grpSpPr>
            <a:xfrm>
              <a:off x="6814395" y="1555846"/>
              <a:ext cx="851823" cy="568073"/>
              <a:chOff x="2947569" y="1486378"/>
              <a:chExt cx="1795881" cy="1197656"/>
            </a:xfrm>
            <a:solidFill>
              <a:schemeClr val="bg1"/>
            </a:solidFill>
          </p:grpSpPr>
          <p:sp>
            <p:nvSpPr>
              <p:cNvPr id="141" name="Freeform: Shape 140">
                <a:extLst>
                  <a:ext uri="{FF2B5EF4-FFF2-40B4-BE49-F238E27FC236}">
                    <a16:creationId xmlns:a16="http://schemas.microsoft.com/office/drawing/2014/main" id="{B938F304-815A-4A4E-BF00-8F79B95E65FB}"/>
                  </a:ext>
                </a:extLst>
              </p:cNvPr>
              <p:cNvSpPr/>
              <p:nvPr/>
            </p:nvSpPr>
            <p:spPr>
              <a:xfrm>
                <a:off x="3976213" y="1486378"/>
                <a:ext cx="767237" cy="767236"/>
              </a:xfrm>
              <a:custGeom>
                <a:avLst/>
                <a:gdLst>
                  <a:gd name="connsiteX0" fmla="*/ 153291 w 2650554"/>
                  <a:gd name="connsiteY0" fmla="*/ 707403 h 2650554"/>
                  <a:gd name="connsiteX1" fmla="*/ 153291 w 2650554"/>
                  <a:gd name="connsiteY1" fmla="*/ 1943152 h 2650554"/>
                  <a:gd name="connsiteX2" fmla="*/ 104147 w 2650554"/>
                  <a:gd name="connsiteY2" fmla="*/ 1841135 h 2650554"/>
                  <a:gd name="connsiteX3" fmla="*/ 0 w 2650554"/>
                  <a:gd name="connsiteY3" fmla="*/ 1325277 h 2650554"/>
                  <a:gd name="connsiteX4" fmla="*/ 104147 w 2650554"/>
                  <a:gd name="connsiteY4" fmla="*/ 809420 h 2650554"/>
                  <a:gd name="connsiteX5" fmla="*/ 1325277 w 2650554"/>
                  <a:gd name="connsiteY5" fmla="*/ 0 h 2650554"/>
                  <a:gd name="connsiteX6" fmla="*/ 2650554 w 2650554"/>
                  <a:gd name="connsiteY6" fmla="*/ 1325277 h 2650554"/>
                  <a:gd name="connsiteX7" fmla="*/ 1325277 w 2650554"/>
                  <a:gd name="connsiteY7" fmla="*/ 2650554 h 2650554"/>
                  <a:gd name="connsiteX8" fmla="*/ 302629 w 2650554"/>
                  <a:gd name="connsiteY8" fmla="*/ 2168276 h 2650554"/>
                  <a:gd name="connsiteX9" fmla="*/ 252590 w 2650554"/>
                  <a:gd name="connsiteY9" fmla="*/ 2101360 h 2650554"/>
                  <a:gd name="connsiteX10" fmla="*/ 363376 w 2650554"/>
                  <a:gd name="connsiteY10" fmla="*/ 2101360 h 2650554"/>
                  <a:gd name="connsiteX11" fmla="*/ 729428 w 2650554"/>
                  <a:gd name="connsiteY11" fmla="*/ 2101360 h 2650554"/>
                  <a:gd name="connsiteX12" fmla="*/ 729428 w 2650554"/>
                  <a:gd name="connsiteY12" fmla="*/ 1931019 h 2650554"/>
                  <a:gd name="connsiteX13" fmla="*/ 363376 w 2650554"/>
                  <a:gd name="connsiteY13" fmla="*/ 1931019 h 2650554"/>
                  <a:gd name="connsiteX14" fmla="*/ 363376 w 2650554"/>
                  <a:gd name="connsiteY14" fmla="*/ 1373934 h 2650554"/>
                  <a:gd name="connsiteX15" fmla="*/ 684601 w 2650554"/>
                  <a:gd name="connsiteY15" fmla="*/ 1373934 h 2650554"/>
                  <a:gd name="connsiteX16" fmla="*/ 684601 w 2650554"/>
                  <a:gd name="connsiteY16" fmla="*/ 1203593 h 2650554"/>
                  <a:gd name="connsiteX17" fmla="*/ 363376 w 2650554"/>
                  <a:gd name="connsiteY17" fmla="*/ 1203593 h 2650554"/>
                  <a:gd name="connsiteX18" fmla="*/ 363376 w 2650554"/>
                  <a:gd name="connsiteY18" fmla="*/ 679122 h 2650554"/>
                  <a:gd name="connsiteX19" fmla="*/ 729428 w 2650554"/>
                  <a:gd name="connsiteY19" fmla="*/ 679122 h 2650554"/>
                  <a:gd name="connsiteX20" fmla="*/ 729428 w 2650554"/>
                  <a:gd name="connsiteY20" fmla="*/ 508781 h 2650554"/>
                  <a:gd name="connsiteX21" fmla="*/ 363376 w 2650554"/>
                  <a:gd name="connsiteY21" fmla="*/ 508781 h 2650554"/>
                  <a:gd name="connsiteX22" fmla="*/ 282811 w 2650554"/>
                  <a:gd name="connsiteY22" fmla="*/ 508781 h 2650554"/>
                  <a:gd name="connsiteX23" fmla="*/ 302629 w 2650554"/>
                  <a:gd name="connsiteY23" fmla="*/ 482278 h 2650554"/>
                  <a:gd name="connsiteX24" fmla="*/ 1325277 w 2650554"/>
                  <a:gd name="connsiteY24" fmla="*/ 0 h 2650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650554" h="2650554">
                    <a:moveTo>
                      <a:pt x="153291" y="707403"/>
                    </a:moveTo>
                    <a:lnTo>
                      <a:pt x="153291" y="1943152"/>
                    </a:lnTo>
                    <a:lnTo>
                      <a:pt x="104147" y="1841135"/>
                    </a:lnTo>
                    <a:cubicBezTo>
                      <a:pt x="37084" y="1682581"/>
                      <a:pt x="0" y="1508260"/>
                      <a:pt x="0" y="1325277"/>
                    </a:cubicBezTo>
                    <a:cubicBezTo>
                      <a:pt x="0" y="1142295"/>
                      <a:pt x="37084" y="967973"/>
                      <a:pt x="104147" y="809420"/>
                    </a:cubicBezTo>
                    <a:close/>
                    <a:moveTo>
                      <a:pt x="1325277" y="0"/>
                    </a:moveTo>
                    <a:cubicBezTo>
                      <a:pt x="2057207" y="0"/>
                      <a:pt x="2650554" y="593347"/>
                      <a:pt x="2650554" y="1325277"/>
                    </a:cubicBezTo>
                    <a:cubicBezTo>
                      <a:pt x="2650554" y="2057207"/>
                      <a:pt x="2057207" y="2650554"/>
                      <a:pt x="1325277" y="2650554"/>
                    </a:cubicBezTo>
                    <a:cubicBezTo>
                      <a:pt x="913567" y="2650554"/>
                      <a:pt x="545705" y="2462815"/>
                      <a:pt x="302629" y="2168276"/>
                    </a:cubicBezTo>
                    <a:lnTo>
                      <a:pt x="252590" y="2101360"/>
                    </a:lnTo>
                    <a:lnTo>
                      <a:pt x="363376" y="2101360"/>
                    </a:lnTo>
                    <a:lnTo>
                      <a:pt x="729428" y="2101360"/>
                    </a:lnTo>
                    <a:lnTo>
                      <a:pt x="729428" y="1931019"/>
                    </a:lnTo>
                    <a:lnTo>
                      <a:pt x="363376" y="1931019"/>
                    </a:lnTo>
                    <a:lnTo>
                      <a:pt x="363376" y="1373934"/>
                    </a:lnTo>
                    <a:lnTo>
                      <a:pt x="684601" y="1373934"/>
                    </a:lnTo>
                    <a:lnTo>
                      <a:pt x="684601" y="1203593"/>
                    </a:lnTo>
                    <a:lnTo>
                      <a:pt x="363376" y="1203593"/>
                    </a:lnTo>
                    <a:lnTo>
                      <a:pt x="363376" y="679122"/>
                    </a:lnTo>
                    <a:lnTo>
                      <a:pt x="729428" y="679122"/>
                    </a:lnTo>
                    <a:lnTo>
                      <a:pt x="729428" y="508781"/>
                    </a:lnTo>
                    <a:lnTo>
                      <a:pt x="363376" y="508781"/>
                    </a:lnTo>
                    <a:lnTo>
                      <a:pt x="282811" y="508781"/>
                    </a:lnTo>
                    <a:lnTo>
                      <a:pt x="302629" y="482278"/>
                    </a:lnTo>
                    <a:cubicBezTo>
                      <a:pt x="545705" y="187739"/>
                      <a:pt x="913567" y="0"/>
                      <a:pt x="1325277" y="0"/>
                    </a:cubicBezTo>
                    <a:close/>
                  </a:path>
                </a:pathLst>
              </a:custGeom>
              <a:solidFill>
                <a:schemeClr val="tx2"/>
              </a:solid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42" name="Freeform: Shape 141">
                <a:extLst>
                  <a:ext uri="{FF2B5EF4-FFF2-40B4-BE49-F238E27FC236}">
                    <a16:creationId xmlns:a16="http://schemas.microsoft.com/office/drawing/2014/main" id="{C85EA188-5142-48A6-8CD6-9C5A6969C786}"/>
                  </a:ext>
                </a:extLst>
              </p:cNvPr>
              <p:cNvSpPr/>
              <p:nvPr/>
            </p:nvSpPr>
            <p:spPr>
              <a:xfrm>
                <a:off x="2947569" y="1625897"/>
                <a:ext cx="1792582" cy="1058137"/>
              </a:xfrm>
              <a:custGeom>
                <a:avLst/>
                <a:gdLst>
                  <a:gd name="connsiteX0" fmla="*/ 1653463 w 1792582"/>
                  <a:gd name="connsiteY0" fmla="*/ 914845 h 1058137"/>
                  <a:gd name="connsiteX1" fmla="*/ 1638885 w 1792582"/>
                  <a:gd name="connsiteY1" fmla="*/ 954895 h 1058137"/>
                  <a:gd name="connsiteX2" fmla="*/ 1653463 w 1792582"/>
                  <a:gd name="connsiteY2" fmla="*/ 994945 h 1058137"/>
                  <a:gd name="connsiteX3" fmla="*/ 1668040 w 1792582"/>
                  <a:gd name="connsiteY3" fmla="*/ 954895 h 1058137"/>
                  <a:gd name="connsiteX4" fmla="*/ 1653463 w 1792582"/>
                  <a:gd name="connsiteY4" fmla="*/ 914845 h 1058137"/>
                  <a:gd name="connsiteX5" fmla="*/ 166428 w 1792582"/>
                  <a:gd name="connsiteY5" fmla="*/ 914707 h 1058137"/>
                  <a:gd name="connsiteX6" fmla="*/ 151851 w 1792582"/>
                  <a:gd name="connsiteY6" fmla="*/ 954758 h 1058137"/>
                  <a:gd name="connsiteX7" fmla="*/ 166428 w 1792582"/>
                  <a:gd name="connsiteY7" fmla="*/ 994808 h 1058137"/>
                  <a:gd name="connsiteX8" fmla="*/ 181005 w 1792582"/>
                  <a:gd name="connsiteY8" fmla="*/ 954758 h 1058137"/>
                  <a:gd name="connsiteX9" fmla="*/ 166428 w 1792582"/>
                  <a:gd name="connsiteY9" fmla="*/ 914707 h 1058137"/>
                  <a:gd name="connsiteX10" fmla="*/ 1484566 w 1792582"/>
                  <a:gd name="connsiteY10" fmla="*/ 912443 h 1058137"/>
                  <a:gd name="connsiteX11" fmla="*/ 1469642 w 1792582"/>
                  <a:gd name="connsiteY11" fmla="*/ 937376 h 1058137"/>
                  <a:gd name="connsiteX12" fmla="*/ 1469546 w 1792582"/>
                  <a:gd name="connsiteY12" fmla="*/ 942259 h 1058137"/>
                  <a:gd name="connsiteX13" fmla="*/ 1499391 w 1792582"/>
                  <a:gd name="connsiteY13" fmla="*/ 942259 h 1058137"/>
                  <a:gd name="connsiteX14" fmla="*/ 1499206 w 1792582"/>
                  <a:gd name="connsiteY14" fmla="*/ 937354 h 1058137"/>
                  <a:gd name="connsiteX15" fmla="*/ 1484566 w 1792582"/>
                  <a:gd name="connsiteY15" fmla="*/ 912443 h 1058137"/>
                  <a:gd name="connsiteX16" fmla="*/ 1070393 w 1792582"/>
                  <a:gd name="connsiteY16" fmla="*/ 912443 h 1058137"/>
                  <a:gd name="connsiteX17" fmla="*/ 1055156 w 1792582"/>
                  <a:gd name="connsiteY17" fmla="*/ 953247 h 1058137"/>
                  <a:gd name="connsiteX18" fmla="*/ 1070393 w 1792582"/>
                  <a:gd name="connsiteY18" fmla="*/ 994053 h 1058137"/>
                  <a:gd name="connsiteX19" fmla="*/ 1085631 w 1792582"/>
                  <a:gd name="connsiteY19" fmla="*/ 953247 h 1058137"/>
                  <a:gd name="connsiteX20" fmla="*/ 1070393 w 1792582"/>
                  <a:gd name="connsiteY20" fmla="*/ 912443 h 1058137"/>
                  <a:gd name="connsiteX21" fmla="*/ 915496 w 1792582"/>
                  <a:gd name="connsiteY21" fmla="*/ 912443 h 1058137"/>
                  <a:gd name="connsiteX22" fmla="*/ 900573 w 1792582"/>
                  <a:gd name="connsiteY22" fmla="*/ 937376 h 1058137"/>
                  <a:gd name="connsiteX23" fmla="*/ 900476 w 1792582"/>
                  <a:gd name="connsiteY23" fmla="*/ 942259 h 1058137"/>
                  <a:gd name="connsiteX24" fmla="*/ 930321 w 1792582"/>
                  <a:gd name="connsiteY24" fmla="*/ 942259 h 1058137"/>
                  <a:gd name="connsiteX25" fmla="*/ 930137 w 1792582"/>
                  <a:gd name="connsiteY25" fmla="*/ 937354 h 1058137"/>
                  <a:gd name="connsiteX26" fmla="*/ 915496 w 1792582"/>
                  <a:gd name="connsiteY26" fmla="*/ 912443 h 1058137"/>
                  <a:gd name="connsiteX27" fmla="*/ 637849 w 1792582"/>
                  <a:gd name="connsiteY27" fmla="*/ 912443 h 1058137"/>
                  <a:gd name="connsiteX28" fmla="*/ 622612 w 1792582"/>
                  <a:gd name="connsiteY28" fmla="*/ 953247 h 1058137"/>
                  <a:gd name="connsiteX29" fmla="*/ 637849 w 1792582"/>
                  <a:gd name="connsiteY29" fmla="*/ 994053 h 1058137"/>
                  <a:gd name="connsiteX30" fmla="*/ 653087 w 1792582"/>
                  <a:gd name="connsiteY30" fmla="*/ 953247 h 1058137"/>
                  <a:gd name="connsiteX31" fmla="*/ 637849 w 1792582"/>
                  <a:gd name="connsiteY31" fmla="*/ 912443 h 1058137"/>
                  <a:gd name="connsiteX32" fmla="*/ 263432 w 1792582"/>
                  <a:gd name="connsiteY32" fmla="*/ 912443 h 1058137"/>
                  <a:gd name="connsiteX33" fmla="*/ 248508 w 1792582"/>
                  <a:gd name="connsiteY33" fmla="*/ 937376 h 1058137"/>
                  <a:gd name="connsiteX34" fmla="*/ 248412 w 1792582"/>
                  <a:gd name="connsiteY34" fmla="*/ 942259 h 1058137"/>
                  <a:gd name="connsiteX35" fmla="*/ 278257 w 1792582"/>
                  <a:gd name="connsiteY35" fmla="*/ 942259 h 1058137"/>
                  <a:gd name="connsiteX36" fmla="*/ 278072 w 1792582"/>
                  <a:gd name="connsiteY36" fmla="*/ 937354 h 1058137"/>
                  <a:gd name="connsiteX37" fmla="*/ 263432 w 1792582"/>
                  <a:gd name="connsiteY37" fmla="*/ 912443 h 1058137"/>
                  <a:gd name="connsiteX38" fmla="*/ 1714910 w 1792582"/>
                  <a:gd name="connsiteY38" fmla="*/ 896590 h 1058137"/>
                  <a:gd name="connsiteX39" fmla="*/ 1734882 w 1792582"/>
                  <a:gd name="connsiteY39" fmla="*/ 896590 h 1058137"/>
                  <a:gd name="connsiteX40" fmla="*/ 1753333 w 1792582"/>
                  <a:gd name="connsiteY40" fmla="*/ 971008 h 1058137"/>
                  <a:gd name="connsiteX41" fmla="*/ 1772205 w 1792582"/>
                  <a:gd name="connsiteY41" fmla="*/ 896590 h 1058137"/>
                  <a:gd name="connsiteX42" fmla="*/ 1792177 w 1792582"/>
                  <a:gd name="connsiteY42" fmla="*/ 896590 h 1058137"/>
                  <a:gd name="connsiteX43" fmla="*/ 1746000 w 1792582"/>
                  <a:gd name="connsiteY43" fmla="*/ 1058137 h 1058137"/>
                  <a:gd name="connsiteX44" fmla="*/ 1726028 w 1792582"/>
                  <a:gd name="connsiteY44" fmla="*/ 1058137 h 1058137"/>
                  <a:gd name="connsiteX45" fmla="*/ 1742258 w 1792582"/>
                  <a:gd name="connsiteY45" fmla="*/ 998644 h 1058137"/>
                  <a:gd name="connsiteX46" fmla="*/ 1350499 w 1792582"/>
                  <a:gd name="connsiteY46" fmla="*/ 896590 h 1058137"/>
                  <a:gd name="connsiteX47" fmla="*/ 1370471 w 1792582"/>
                  <a:gd name="connsiteY47" fmla="*/ 896590 h 1058137"/>
                  <a:gd name="connsiteX48" fmla="*/ 1370471 w 1792582"/>
                  <a:gd name="connsiteY48" fmla="*/ 912636 h 1058137"/>
                  <a:gd name="connsiteX49" fmla="*/ 1392815 w 1792582"/>
                  <a:gd name="connsiteY49" fmla="*/ 896973 h 1058137"/>
                  <a:gd name="connsiteX50" fmla="*/ 1417110 w 1792582"/>
                  <a:gd name="connsiteY50" fmla="*/ 931246 h 1058137"/>
                  <a:gd name="connsiteX51" fmla="*/ 1417582 w 1792582"/>
                  <a:gd name="connsiteY51" fmla="*/ 1009192 h 1058137"/>
                  <a:gd name="connsiteX52" fmla="*/ 1397610 w 1792582"/>
                  <a:gd name="connsiteY52" fmla="*/ 1009192 h 1058137"/>
                  <a:gd name="connsiteX53" fmla="*/ 1397893 w 1792582"/>
                  <a:gd name="connsiteY53" fmla="*/ 936367 h 1058137"/>
                  <a:gd name="connsiteX54" fmla="*/ 1385541 w 1792582"/>
                  <a:gd name="connsiteY54" fmla="*/ 914392 h 1058137"/>
                  <a:gd name="connsiteX55" fmla="*/ 1370504 w 1792582"/>
                  <a:gd name="connsiteY55" fmla="*/ 934362 h 1058137"/>
                  <a:gd name="connsiteX56" fmla="*/ 1370390 w 1792582"/>
                  <a:gd name="connsiteY56" fmla="*/ 937613 h 1058137"/>
                  <a:gd name="connsiteX57" fmla="*/ 1370170 w 1792582"/>
                  <a:gd name="connsiteY57" fmla="*/ 937613 h 1058137"/>
                  <a:gd name="connsiteX58" fmla="*/ 1370170 w 1792582"/>
                  <a:gd name="connsiteY58" fmla="*/ 996661 h 1058137"/>
                  <a:gd name="connsiteX59" fmla="*/ 1370471 w 1792582"/>
                  <a:gd name="connsiteY59" fmla="*/ 996661 h 1058137"/>
                  <a:gd name="connsiteX60" fmla="*/ 1370471 w 1792582"/>
                  <a:gd name="connsiteY60" fmla="*/ 1009192 h 1058137"/>
                  <a:gd name="connsiteX61" fmla="*/ 1350499 w 1792582"/>
                  <a:gd name="connsiteY61" fmla="*/ 1009192 h 1058137"/>
                  <a:gd name="connsiteX62" fmla="*/ 703301 w 1792582"/>
                  <a:gd name="connsiteY62" fmla="*/ 896590 h 1058137"/>
                  <a:gd name="connsiteX63" fmla="*/ 723273 w 1792582"/>
                  <a:gd name="connsiteY63" fmla="*/ 896590 h 1058137"/>
                  <a:gd name="connsiteX64" fmla="*/ 723273 w 1792582"/>
                  <a:gd name="connsiteY64" fmla="*/ 935890 h 1058137"/>
                  <a:gd name="connsiteX65" fmla="*/ 723669 w 1792582"/>
                  <a:gd name="connsiteY65" fmla="*/ 935767 h 1058137"/>
                  <a:gd name="connsiteX66" fmla="*/ 723669 w 1792582"/>
                  <a:gd name="connsiteY66" fmla="*/ 977978 h 1058137"/>
                  <a:gd name="connsiteX67" fmla="*/ 723993 w 1792582"/>
                  <a:gd name="connsiteY67" fmla="*/ 977978 h 1058137"/>
                  <a:gd name="connsiteX68" fmla="*/ 724972 w 1792582"/>
                  <a:gd name="connsiteY68" fmla="*/ 985894 h 1058137"/>
                  <a:gd name="connsiteX69" fmla="*/ 736125 w 1792582"/>
                  <a:gd name="connsiteY69" fmla="*/ 994808 h 1058137"/>
                  <a:gd name="connsiteX70" fmla="*/ 747278 w 1792582"/>
                  <a:gd name="connsiteY70" fmla="*/ 985873 h 1058137"/>
                  <a:gd name="connsiteX71" fmla="*/ 748257 w 1792582"/>
                  <a:gd name="connsiteY71" fmla="*/ 977978 h 1058137"/>
                  <a:gd name="connsiteX72" fmla="*/ 748582 w 1792582"/>
                  <a:gd name="connsiteY72" fmla="*/ 977978 h 1058137"/>
                  <a:gd name="connsiteX73" fmla="*/ 748582 w 1792582"/>
                  <a:gd name="connsiteY73" fmla="*/ 917038 h 1058137"/>
                  <a:gd name="connsiteX74" fmla="*/ 748575 w 1792582"/>
                  <a:gd name="connsiteY74" fmla="*/ 917038 h 1058137"/>
                  <a:gd name="connsiteX75" fmla="*/ 748575 w 1792582"/>
                  <a:gd name="connsiteY75" fmla="*/ 896590 h 1058137"/>
                  <a:gd name="connsiteX76" fmla="*/ 768547 w 1792582"/>
                  <a:gd name="connsiteY76" fmla="*/ 896590 h 1058137"/>
                  <a:gd name="connsiteX77" fmla="*/ 768547 w 1792582"/>
                  <a:gd name="connsiteY77" fmla="*/ 975013 h 1058137"/>
                  <a:gd name="connsiteX78" fmla="*/ 768547 w 1792582"/>
                  <a:gd name="connsiteY78" fmla="*/ 975015 h 1058137"/>
                  <a:gd name="connsiteX79" fmla="*/ 768547 w 1792582"/>
                  <a:gd name="connsiteY79" fmla="*/ 975018 h 1058137"/>
                  <a:gd name="connsiteX80" fmla="*/ 768547 w 1792582"/>
                  <a:gd name="connsiteY80" fmla="*/ 976933 h 1058137"/>
                  <a:gd name="connsiteX81" fmla="*/ 768420 w 1792582"/>
                  <a:gd name="connsiteY81" fmla="*/ 976933 h 1058137"/>
                  <a:gd name="connsiteX82" fmla="*/ 767494 w 1792582"/>
                  <a:gd name="connsiteY82" fmla="*/ 990893 h 1058137"/>
                  <a:gd name="connsiteX83" fmla="*/ 735985 w 1792582"/>
                  <a:gd name="connsiteY83" fmla="*/ 1015821 h 1058137"/>
                  <a:gd name="connsiteX84" fmla="*/ 704476 w 1792582"/>
                  <a:gd name="connsiteY84" fmla="*/ 990904 h 1058137"/>
                  <a:gd name="connsiteX85" fmla="*/ 703550 w 1792582"/>
                  <a:gd name="connsiteY85" fmla="*/ 976933 h 1058137"/>
                  <a:gd name="connsiteX86" fmla="*/ 703301 w 1792582"/>
                  <a:gd name="connsiteY86" fmla="*/ 976933 h 1058137"/>
                  <a:gd name="connsiteX87" fmla="*/ 326701 w 1792582"/>
                  <a:gd name="connsiteY87" fmla="*/ 896590 h 1058137"/>
                  <a:gd name="connsiteX88" fmla="*/ 346672 w 1792582"/>
                  <a:gd name="connsiteY88" fmla="*/ 896590 h 1058137"/>
                  <a:gd name="connsiteX89" fmla="*/ 346672 w 1792582"/>
                  <a:gd name="connsiteY89" fmla="*/ 912636 h 1058137"/>
                  <a:gd name="connsiteX90" fmla="*/ 369017 w 1792582"/>
                  <a:gd name="connsiteY90" fmla="*/ 896973 h 1058137"/>
                  <a:gd name="connsiteX91" fmla="*/ 393311 w 1792582"/>
                  <a:gd name="connsiteY91" fmla="*/ 931246 h 1058137"/>
                  <a:gd name="connsiteX92" fmla="*/ 393784 w 1792582"/>
                  <a:gd name="connsiteY92" fmla="*/ 1009192 h 1058137"/>
                  <a:gd name="connsiteX93" fmla="*/ 373812 w 1792582"/>
                  <a:gd name="connsiteY93" fmla="*/ 1009192 h 1058137"/>
                  <a:gd name="connsiteX94" fmla="*/ 374095 w 1792582"/>
                  <a:gd name="connsiteY94" fmla="*/ 936367 h 1058137"/>
                  <a:gd name="connsiteX95" fmla="*/ 361743 w 1792582"/>
                  <a:gd name="connsiteY95" fmla="*/ 914392 h 1058137"/>
                  <a:gd name="connsiteX96" fmla="*/ 346705 w 1792582"/>
                  <a:gd name="connsiteY96" fmla="*/ 934362 h 1058137"/>
                  <a:gd name="connsiteX97" fmla="*/ 346592 w 1792582"/>
                  <a:gd name="connsiteY97" fmla="*/ 937613 h 1058137"/>
                  <a:gd name="connsiteX98" fmla="*/ 346372 w 1792582"/>
                  <a:gd name="connsiteY98" fmla="*/ 937613 h 1058137"/>
                  <a:gd name="connsiteX99" fmla="*/ 346372 w 1792582"/>
                  <a:gd name="connsiteY99" fmla="*/ 996661 h 1058137"/>
                  <a:gd name="connsiteX100" fmla="*/ 346672 w 1792582"/>
                  <a:gd name="connsiteY100" fmla="*/ 996661 h 1058137"/>
                  <a:gd name="connsiteX101" fmla="*/ 346672 w 1792582"/>
                  <a:gd name="connsiteY101" fmla="*/ 1009192 h 1058137"/>
                  <a:gd name="connsiteX102" fmla="*/ 326701 w 1792582"/>
                  <a:gd name="connsiteY102" fmla="*/ 1009192 h 1058137"/>
                  <a:gd name="connsiteX103" fmla="*/ 1645649 w 1792582"/>
                  <a:gd name="connsiteY103" fmla="*/ 896386 h 1058137"/>
                  <a:gd name="connsiteX104" fmla="*/ 1665951 w 1792582"/>
                  <a:gd name="connsiteY104" fmla="*/ 906430 h 1058137"/>
                  <a:gd name="connsiteX105" fmla="*/ 1667038 w 1792582"/>
                  <a:gd name="connsiteY105" fmla="*/ 908651 h 1058137"/>
                  <a:gd name="connsiteX106" fmla="*/ 1667038 w 1792582"/>
                  <a:gd name="connsiteY106" fmla="*/ 896728 h 1058137"/>
                  <a:gd name="connsiteX107" fmla="*/ 1687010 w 1792582"/>
                  <a:gd name="connsiteY107" fmla="*/ 896728 h 1058137"/>
                  <a:gd name="connsiteX108" fmla="*/ 1687010 w 1792582"/>
                  <a:gd name="connsiteY108" fmla="*/ 1006787 h 1058137"/>
                  <a:gd name="connsiteX109" fmla="*/ 1687010 w 1792582"/>
                  <a:gd name="connsiteY109" fmla="*/ 1006791 h 1058137"/>
                  <a:gd name="connsiteX110" fmla="*/ 1686300 w 1792582"/>
                  <a:gd name="connsiteY110" fmla="*/ 1021179 h 1058137"/>
                  <a:gd name="connsiteX111" fmla="*/ 1652581 w 1792582"/>
                  <a:gd name="connsiteY111" fmla="*/ 1057001 h 1058137"/>
                  <a:gd name="connsiteX112" fmla="*/ 1618862 w 1792582"/>
                  <a:gd name="connsiteY112" fmla="*/ 1021162 h 1058137"/>
                  <a:gd name="connsiteX113" fmla="*/ 1618816 w 1792582"/>
                  <a:gd name="connsiteY113" fmla="*/ 1020222 h 1058137"/>
                  <a:gd name="connsiteX114" fmla="*/ 1638139 w 1792582"/>
                  <a:gd name="connsiteY114" fmla="*/ 1020222 h 1058137"/>
                  <a:gd name="connsiteX115" fmla="*/ 1638891 w 1792582"/>
                  <a:gd name="connsiteY115" fmla="*/ 1025506 h 1058137"/>
                  <a:gd name="connsiteX116" fmla="*/ 1651560 w 1792582"/>
                  <a:gd name="connsiteY116" fmla="*/ 1039738 h 1058137"/>
                  <a:gd name="connsiteX117" fmla="*/ 1666731 w 1792582"/>
                  <a:gd name="connsiteY117" fmla="*/ 1012557 h 1058137"/>
                  <a:gd name="connsiteX118" fmla="*/ 1666892 w 1792582"/>
                  <a:gd name="connsiteY118" fmla="*/ 1006787 h 1058137"/>
                  <a:gd name="connsiteX119" fmla="*/ 1667038 w 1792582"/>
                  <a:gd name="connsiteY119" fmla="*/ 1006787 h 1058137"/>
                  <a:gd name="connsiteX120" fmla="*/ 1667038 w 1792582"/>
                  <a:gd name="connsiteY120" fmla="*/ 1000603 h 1058137"/>
                  <a:gd name="connsiteX121" fmla="*/ 1665481 w 1792582"/>
                  <a:gd name="connsiteY121" fmla="*/ 1003725 h 1058137"/>
                  <a:gd name="connsiteX122" fmla="*/ 1645649 w 1792582"/>
                  <a:gd name="connsiteY122" fmla="*/ 1013718 h 1058137"/>
                  <a:gd name="connsiteX123" fmla="*/ 1617463 w 1792582"/>
                  <a:gd name="connsiteY123" fmla="*/ 955052 h 1058137"/>
                  <a:gd name="connsiteX124" fmla="*/ 1645649 w 1792582"/>
                  <a:gd name="connsiteY124" fmla="*/ 896386 h 1058137"/>
                  <a:gd name="connsiteX125" fmla="*/ 1483922 w 1792582"/>
                  <a:gd name="connsiteY125" fmla="*/ 896249 h 1058137"/>
                  <a:gd name="connsiteX126" fmla="*/ 1517429 w 1792582"/>
                  <a:gd name="connsiteY126" fmla="*/ 932072 h 1058137"/>
                  <a:gd name="connsiteX127" fmla="*/ 1518040 w 1792582"/>
                  <a:gd name="connsiteY127" fmla="*/ 959244 h 1058137"/>
                  <a:gd name="connsiteX128" fmla="*/ 1469496 w 1792582"/>
                  <a:gd name="connsiteY128" fmla="*/ 959244 h 1058137"/>
                  <a:gd name="connsiteX129" fmla="*/ 1469772 w 1792582"/>
                  <a:gd name="connsiteY129" fmla="*/ 969136 h 1058137"/>
                  <a:gd name="connsiteX130" fmla="*/ 1484566 w 1792582"/>
                  <a:gd name="connsiteY130" fmla="*/ 994053 h 1058137"/>
                  <a:gd name="connsiteX131" fmla="*/ 1497612 w 1792582"/>
                  <a:gd name="connsiteY131" fmla="*/ 982086 h 1058137"/>
                  <a:gd name="connsiteX132" fmla="*/ 1498822 w 1792582"/>
                  <a:gd name="connsiteY132" fmla="*/ 973587 h 1058137"/>
                  <a:gd name="connsiteX133" fmla="*/ 1517846 w 1792582"/>
                  <a:gd name="connsiteY133" fmla="*/ 973587 h 1058137"/>
                  <a:gd name="connsiteX134" fmla="*/ 1517641 w 1792582"/>
                  <a:gd name="connsiteY134" fmla="*/ 977742 h 1058137"/>
                  <a:gd name="connsiteX135" fmla="*/ 1483922 w 1792582"/>
                  <a:gd name="connsiteY135" fmla="*/ 1013580 h 1058137"/>
                  <a:gd name="connsiteX136" fmla="*/ 1449076 w 1792582"/>
                  <a:gd name="connsiteY136" fmla="*/ 954914 h 1058137"/>
                  <a:gd name="connsiteX137" fmla="*/ 1483922 w 1792582"/>
                  <a:gd name="connsiteY137" fmla="*/ 896249 h 1058137"/>
                  <a:gd name="connsiteX138" fmla="*/ 1070504 w 1792582"/>
                  <a:gd name="connsiteY138" fmla="*/ 896249 h 1058137"/>
                  <a:gd name="connsiteX139" fmla="*/ 1105350 w 1792582"/>
                  <a:gd name="connsiteY139" fmla="*/ 954914 h 1058137"/>
                  <a:gd name="connsiteX140" fmla="*/ 1070504 w 1792582"/>
                  <a:gd name="connsiteY140" fmla="*/ 1013580 h 1058137"/>
                  <a:gd name="connsiteX141" fmla="*/ 1035658 w 1792582"/>
                  <a:gd name="connsiteY141" fmla="*/ 954914 h 1058137"/>
                  <a:gd name="connsiteX142" fmla="*/ 1070504 w 1792582"/>
                  <a:gd name="connsiteY142" fmla="*/ 896249 h 1058137"/>
                  <a:gd name="connsiteX143" fmla="*/ 914852 w 1792582"/>
                  <a:gd name="connsiteY143" fmla="*/ 896249 h 1058137"/>
                  <a:gd name="connsiteX144" fmla="*/ 948359 w 1792582"/>
                  <a:gd name="connsiteY144" fmla="*/ 932072 h 1058137"/>
                  <a:gd name="connsiteX145" fmla="*/ 948970 w 1792582"/>
                  <a:gd name="connsiteY145" fmla="*/ 959244 h 1058137"/>
                  <a:gd name="connsiteX146" fmla="*/ 900426 w 1792582"/>
                  <a:gd name="connsiteY146" fmla="*/ 959244 h 1058137"/>
                  <a:gd name="connsiteX147" fmla="*/ 900703 w 1792582"/>
                  <a:gd name="connsiteY147" fmla="*/ 969136 h 1058137"/>
                  <a:gd name="connsiteX148" fmla="*/ 915496 w 1792582"/>
                  <a:gd name="connsiteY148" fmla="*/ 994053 h 1058137"/>
                  <a:gd name="connsiteX149" fmla="*/ 928542 w 1792582"/>
                  <a:gd name="connsiteY149" fmla="*/ 982086 h 1058137"/>
                  <a:gd name="connsiteX150" fmla="*/ 929752 w 1792582"/>
                  <a:gd name="connsiteY150" fmla="*/ 973587 h 1058137"/>
                  <a:gd name="connsiteX151" fmla="*/ 948777 w 1792582"/>
                  <a:gd name="connsiteY151" fmla="*/ 973587 h 1058137"/>
                  <a:gd name="connsiteX152" fmla="*/ 948571 w 1792582"/>
                  <a:gd name="connsiteY152" fmla="*/ 977742 h 1058137"/>
                  <a:gd name="connsiteX153" fmla="*/ 914852 w 1792582"/>
                  <a:gd name="connsiteY153" fmla="*/ 1013580 h 1058137"/>
                  <a:gd name="connsiteX154" fmla="*/ 880006 w 1792582"/>
                  <a:gd name="connsiteY154" fmla="*/ 954914 h 1058137"/>
                  <a:gd name="connsiteX155" fmla="*/ 914852 w 1792582"/>
                  <a:gd name="connsiteY155" fmla="*/ 896249 h 1058137"/>
                  <a:gd name="connsiteX156" fmla="*/ 637960 w 1792582"/>
                  <a:gd name="connsiteY156" fmla="*/ 896249 h 1058137"/>
                  <a:gd name="connsiteX157" fmla="*/ 672806 w 1792582"/>
                  <a:gd name="connsiteY157" fmla="*/ 954914 h 1058137"/>
                  <a:gd name="connsiteX158" fmla="*/ 637960 w 1792582"/>
                  <a:gd name="connsiteY158" fmla="*/ 1013580 h 1058137"/>
                  <a:gd name="connsiteX159" fmla="*/ 603114 w 1792582"/>
                  <a:gd name="connsiteY159" fmla="*/ 954914 h 1058137"/>
                  <a:gd name="connsiteX160" fmla="*/ 637960 w 1792582"/>
                  <a:gd name="connsiteY160" fmla="*/ 896249 h 1058137"/>
                  <a:gd name="connsiteX161" fmla="*/ 262788 w 1792582"/>
                  <a:gd name="connsiteY161" fmla="*/ 896249 h 1058137"/>
                  <a:gd name="connsiteX162" fmla="*/ 296295 w 1792582"/>
                  <a:gd name="connsiteY162" fmla="*/ 932072 h 1058137"/>
                  <a:gd name="connsiteX163" fmla="*/ 296906 w 1792582"/>
                  <a:gd name="connsiteY163" fmla="*/ 959244 h 1058137"/>
                  <a:gd name="connsiteX164" fmla="*/ 248362 w 1792582"/>
                  <a:gd name="connsiteY164" fmla="*/ 959244 h 1058137"/>
                  <a:gd name="connsiteX165" fmla="*/ 248638 w 1792582"/>
                  <a:gd name="connsiteY165" fmla="*/ 969136 h 1058137"/>
                  <a:gd name="connsiteX166" fmla="*/ 263432 w 1792582"/>
                  <a:gd name="connsiteY166" fmla="*/ 994053 h 1058137"/>
                  <a:gd name="connsiteX167" fmla="*/ 276478 w 1792582"/>
                  <a:gd name="connsiteY167" fmla="*/ 982086 h 1058137"/>
                  <a:gd name="connsiteX168" fmla="*/ 277688 w 1792582"/>
                  <a:gd name="connsiteY168" fmla="*/ 973587 h 1058137"/>
                  <a:gd name="connsiteX169" fmla="*/ 296712 w 1792582"/>
                  <a:gd name="connsiteY169" fmla="*/ 973587 h 1058137"/>
                  <a:gd name="connsiteX170" fmla="*/ 296507 w 1792582"/>
                  <a:gd name="connsiteY170" fmla="*/ 977742 h 1058137"/>
                  <a:gd name="connsiteX171" fmla="*/ 262788 w 1792582"/>
                  <a:gd name="connsiteY171" fmla="*/ 1013580 h 1058137"/>
                  <a:gd name="connsiteX172" fmla="*/ 227942 w 1792582"/>
                  <a:gd name="connsiteY172" fmla="*/ 954914 h 1058137"/>
                  <a:gd name="connsiteX173" fmla="*/ 262788 w 1792582"/>
                  <a:gd name="connsiteY173" fmla="*/ 896249 h 1058137"/>
                  <a:gd name="connsiteX174" fmla="*/ 174241 w 1792582"/>
                  <a:gd name="connsiteY174" fmla="*/ 896248 h 1058137"/>
                  <a:gd name="connsiteX175" fmla="*/ 202427 w 1792582"/>
                  <a:gd name="connsiteY175" fmla="*/ 954914 h 1058137"/>
                  <a:gd name="connsiteX176" fmla="*/ 174241 w 1792582"/>
                  <a:gd name="connsiteY176" fmla="*/ 1013580 h 1058137"/>
                  <a:gd name="connsiteX177" fmla="*/ 159360 w 1792582"/>
                  <a:gd name="connsiteY177" fmla="*/ 1008995 h 1058137"/>
                  <a:gd name="connsiteX178" fmla="*/ 152852 w 1792582"/>
                  <a:gd name="connsiteY178" fmla="*/ 999395 h 1058137"/>
                  <a:gd name="connsiteX179" fmla="*/ 152852 w 1792582"/>
                  <a:gd name="connsiteY179" fmla="*/ 1056246 h 1058137"/>
                  <a:gd name="connsiteX180" fmla="*/ 132881 w 1792582"/>
                  <a:gd name="connsiteY180" fmla="*/ 1056246 h 1058137"/>
                  <a:gd name="connsiteX181" fmla="*/ 132881 w 1792582"/>
                  <a:gd name="connsiteY181" fmla="*/ 896590 h 1058137"/>
                  <a:gd name="connsiteX182" fmla="*/ 152852 w 1792582"/>
                  <a:gd name="connsiteY182" fmla="*/ 896590 h 1058137"/>
                  <a:gd name="connsiteX183" fmla="*/ 152852 w 1792582"/>
                  <a:gd name="connsiteY183" fmla="*/ 909865 h 1058137"/>
                  <a:gd name="connsiteX184" fmla="*/ 158909 w 1792582"/>
                  <a:gd name="connsiteY184" fmla="*/ 900882 h 1058137"/>
                  <a:gd name="connsiteX185" fmla="*/ 174241 w 1792582"/>
                  <a:gd name="connsiteY185" fmla="*/ 896248 h 1058137"/>
                  <a:gd name="connsiteX186" fmla="*/ 1592774 w 1792582"/>
                  <a:gd name="connsiteY186" fmla="*/ 892438 h 1058137"/>
                  <a:gd name="connsiteX187" fmla="*/ 1592774 w 1792582"/>
                  <a:gd name="connsiteY187" fmla="*/ 914707 h 1058137"/>
                  <a:gd name="connsiteX188" fmla="*/ 1572318 w 1792582"/>
                  <a:gd name="connsiteY188" fmla="*/ 924898 h 1058137"/>
                  <a:gd name="connsiteX189" fmla="*/ 1570506 w 1792582"/>
                  <a:gd name="connsiteY189" fmla="*/ 930363 h 1058137"/>
                  <a:gd name="connsiteX190" fmla="*/ 1570506 w 1792582"/>
                  <a:gd name="connsiteY190" fmla="*/ 1009192 h 1058137"/>
                  <a:gd name="connsiteX191" fmla="*/ 1550534 w 1792582"/>
                  <a:gd name="connsiteY191" fmla="*/ 1009192 h 1058137"/>
                  <a:gd name="connsiteX192" fmla="*/ 1550534 w 1792582"/>
                  <a:gd name="connsiteY192" fmla="*/ 896590 h 1058137"/>
                  <a:gd name="connsiteX193" fmla="*/ 1570506 w 1792582"/>
                  <a:gd name="connsiteY193" fmla="*/ 896590 h 1058137"/>
                  <a:gd name="connsiteX194" fmla="*/ 1570506 w 1792582"/>
                  <a:gd name="connsiteY194" fmla="*/ 906833 h 1058137"/>
                  <a:gd name="connsiteX195" fmla="*/ 1571627 w 1792582"/>
                  <a:gd name="connsiteY195" fmla="*/ 905336 h 1058137"/>
                  <a:gd name="connsiteX196" fmla="*/ 1592774 w 1792582"/>
                  <a:gd name="connsiteY196" fmla="*/ 892438 h 1058137"/>
                  <a:gd name="connsiteX197" fmla="*/ 824066 w 1792582"/>
                  <a:gd name="connsiteY197" fmla="*/ 891683 h 1058137"/>
                  <a:gd name="connsiteX198" fmla="*/ 846335 w 1792582"/>
                  <a:gd name="connsiteY198" fmla="*/ 897345 h 1058137"/>
                  <a:gd name="connsiteX199" fmla="*/ 846335 w 1792582"/>
                  <a:gd name="connsiteY199" fmla="*/ 916217 h 1058137"/>
                  <a:gd name="connsiteX200" fmla="*/ 815762 w 1792582"/>
                  <a:gd name="connsiteY200" fmla="*/ 924520 h 1058137"/>
                  <a:gd name="connsiteX201" fmla="*/ 832661 w 1792582"/>
                  <a:gd name="connsiteY201" fmla="*/ 947285 h 1058137"/>
                  <a:gd name="connsiteX202" fmla="*/ 854638 w 1792582"/>
                  <a:gd name="connsiteY202" fmla="*/ 979626 h 1058137"/>
                  <a:gd name="connsiteX203" fmla="*/ 824444 w 1792582"/>
                  <a:gd name="connsiteY203" fmla="*/ 1013595 h 1058137"/>
                  <a:gd name="connsiteX204" fmla="*/ 802175 w 1792582"/>
                  <a:gd name="connsiteY204" fmla="*/ 1007934 h 1058137"/>
                  <a:gd name="connsiteX205" fmla="*/ 802175 w 1792582"/>
                  <a:gd name="connsiteY205" fmla="*/ 987929 h 1058137"/>
                  <a:gd name="connsiteX206" fmla="*/ 822179 w 1792582"/>
                  <a:gd name="connsiteY206" fmla="*/ 994723 h 1058137"/>
                  <a:gd name="connsiteX207" fmla="*/ 836521 w 1792582"/>
                  <a:gd name="connsiteY207" fmla="*/ 979248 h 1058137"/>
                  <a:gd name="connsiteX208" fmla="*/ 816301 w 1792582"/>
                  <a:gd name="connsiteY208" fmla="*/ 954931 h 1058137"/>
                  <a:gd name="connsiteX209" fmla="*/ 796988 w 1792582"/>
                  <a:gd name="connsiteY209" fmla="*/ 925652 h 1058137"/>
                  <a:gd name="connsiteX210" fmla="*/ 824066 w 1792582"/>
                  <a:gd name="connsiteY210" fmla="*/ 891683 h 1058137"/>
                  <a:gd name="connsiteX211" fmla="*/ 56436 w 1792582"/>
                  <a:gd name="connsiteY211" fmla="*/ 860524 h 1058137"/>
                  <a:gd name="connsiteX212" fmla="*/ 35735 w 1792582"/>
                  <a:gd name="connsiteY212" fmla="*/ 926643 h 1058137"/>
                  <a:gd name="connsiteX213" fmla="*/ 56436 w 1792582"/>
                  <a:gd name="connsiteY213" fmla="*/ 992761 h 1058137"/>
                  <a:gd name="connsiteX214" fmla="*/ 77136 w 1792582"/>
                  <a:gd name="connsiteY214" fmla="*/ 926643 h 1058137"/>
                  <a:gd name="connsiteX215" fmla="*/ 56436 w 1792582"/>
                  <a:gd name="connsiteY215" fmla="*/ 860524 h 1058137"/>
                  <a:gd name="connsiteX216" fmla="*/ 56672 w 1792582"/>
                  <a:gd name="connsiteY216" fmla="*/ 839708 h 1058137"/>
                  <a:gd name="connsiteX217" fmla="*/ 100557 w 1792582"/>
                  <a:gd name="connsiteY217" fmla="*/ 926644 h 1058137"/>
                  <a:gd name="connsiteX218" fmla="*/ 56672 w 1792582"/>
                  <a:gd name="connsiteY218" fmla="*/ 1013580 h 1058137"/>
                  <a:gd name="connsiteX219" fmla="*/ 12787 w 1792582"/>
                  <a:gd name="connsiteY219" fmla="*/ 926644 h 1058137"/>
                  <a:gd name="connsiteX220" fmla="*/ 56672 w 1792582"/>
                  <a:gd name="connsiteY220" fmla="*/ 839708 h 1058137"/>
                  <a:gd name="connsiteX221" fmla="*/ 1261002 w 1792582"/>
                  <a:gd name="connsiteY221" fmla="*/ 839707 h 1058137"/>
                  <a:gd name="connsiteX222" fmla="*/ 1267808 w 1792582"/>
                  <a:gd name="connsiteY222" fmla="*/ 839707 h 1058137"/>
                  <a:gd name="connsiteX223" fmla="*/ 1282685 w 1792582"/>
                  <a:gd name="connsiteY223" fmla="*/ 839707 h 1058137"/>
                  <a:gd name="connsiteX224" fmla="*/ 1322930 w 1792582"/>
                  <a:gd name="connsiteY224" fmla="*/ 839707 h 1058137"/>
                  <a:gd name="connsiteX225" fmla="*/ 1322930 w 1792582"/>
                  <a:gd name="connsiteY225" fmla="*/ 858017 h 1058137"/>
                  <a:gd name="connsiteX226" fmla="*/ 1282685 w 1792582"/>
                  <a:gd name="connsiteY226" fmla="*/ 858017 h 1058137"/>
                  <a:gd name="connsiteX227" fmla="*/ 1282685 w 1792582"/>
                  <a:gd name="connsiteY227" fmla="*/ 914391 h 1058137"/>
                  <a:gd name="connsiteX228" fmla="*/ 1318112 w 1792582"/>
                  <a:gd name="connsiteY228" fmla="*/ 914391 h 1058137"/>
                  <a:gd name="connsiteX229" fmla="*/ 1318112 w 1792582"/>
                  <a:gd name="connsiteY229" fmla="*/ 932701 h 1058137"/>
                  <a:gd name="connsiteX230" fmla="*/ 1282685 w 1792582"/>
                  <a:gd name="connsiteY230" fmla="*/ 932701 h 1058137"/>
                  <a:gd name="connsiteX231" fmla="*/ 1282685 w 1792582"/>
                  <a:gd name="connsiteY231" fmla="*/ 992581 h 1058137"/>
                  <a:gd name="connsiteX232" fmla="*/ 1322930 w 1792582"/>
                  <a:gd name="connsiteY232" fmla="*/ 992581 h 1058137"/>
                  <a:gd name="connsiteX233" fmla="*/ 1322930 w 1792582"/>
                  <a:gd name="connsiteY233" fmla="*/ 1010891 h 1058137"/>
                  <a:gd name="connsiteX234" fmla="*/ 1282685 w 1792582"/>
                  <a:gd name="connsiteY234" fmla="*/ 1010891 h 1058137"/>
                  <a:gd name="connsiteX235" fmla="*/ 1267808 w 1792582"/>
                  <a:gd name="connsiteY235" fmla="*/ 1010891 h 1058137"/>
                  <a:gd name="connsiteX236" fmla="*/ 1261002 w 1792582"/>
                  <a:gd name="connsiteY236" fmla="*/ 1010891 h 1058137"/>
                  <a:gd name="connsiteX237" fmla="*/ 489126 w 1792582"/>
                  <a:gd name="connsiteY237" fmla="*/ 838658 h 1058137"/>
                  <a:gd name="connsiteX238" fmla="*/ 510809 w 1792582"/>
                  <a:gd name="connsiteY238" fmla="*/ 838658 h 1058137"/>
                  <a:gd name="connsiteX239" fmla="*/ 510809 w 1792582"/>
                  <a:gd name="connsiteY239" fmla="*/ 905619 h 1058137"/>
                  <a:gd name="connsiteX240" fmla="*/ 546246 w 1792582"/>
                  <a:gd name="connsiteY240" fmla="*/ 905619 h 1058137"/>
                  <a:gd name="connsiteX241" fmla="*/ 546246 w 1792582"/>
                  <a:gd name="connsiteY241" fmla="*/ 838658 h 1058137"/>
                  <a:gd name="connsiteX242" fmla="*/ 567930 w 1792582"/>
                  <a:gd name="connsiteY242" fmla="*/ 838658 h 1058137"/>
                  <a:gd name="connsiteX243" fmla="*/ 567930 w 1792582"/>
                  <a:gd name="connsiteY243" fmla="*/ 1009192 h 1058137"/>
                  <a:gd name="connsiteX244" fmla="*/ 546246 w 1792582"/>
                  <a:gd name="connsiteY244" fmla="*/ 1009192 h 1058137"/>
                  <a:gd name="connsiteX245" fmla="*/ 546246 w 1792582"/>
                  <a:gd name="connsiteY245" fmla="*/ 923859 h 1058137"/>
                  <a:gd name="connsiteX246" fmla="*/ 510809 w 1792582"/>
                  <a:gd name="connsiteY246" fmla="*/ 923859 h 1058137"/>
                  <a:gd name="connsiteX247" fmla="*/ 510809 w 1792582"/>
                  <a:gd name="connsiteY247" fmla="*/ 1009192 h 1058137"/>
                  <a:gd name="connsiteX248" fmla="*/ 489126 w 1792582"/>
                  <a:gd name="connsiteY248" fmla="*/ 1009192 h 1058137"/>
                  <a:gd name="connsiteX249" fmla="*/ 1162901 w 1792582"/>
                  <a:gd name="connsiteY249" fmla="*/ 821998 h 1058137"/>
                  <a:gd name="connsiteX250" fmla="*/ 1177725 w 1792582"/>
                  <a:gd name="connsiteY250" fmla="*/ 823498 h 1058137"/>
                  <a:gd name="connsiteX251" fmla="*/ 1177725 w 1792582"/>
                  <a:gd name="connsiteY251" fmla="*/ 843469 h 1058137"/>
                  <a:gd name="connsiteX252" fmla="*/ 1159420 w 1792582"/>
                  <a:gd name="connsiteY252" fmla="*/ 854141 h 1058137"/>
                  <a:gd name="connsiteX253" fmla="*/ 1159420 w 1792582"/>
                  <a:gd name="connsiteY253" fmla="*/ 895458 h 1058137"/>
                  <a:gd name="connsiteX254" fmla="*/ 1177725 w 1792582"/>
                  <a:gd name="connsiteY254" fmla="*/ 895458 h 1058137"/>
                  <a:gd name="connsiteX255" fmla="*/ 1177725 w 1792582"/>
                  <a:gd name="connsiteY255" fmla="*/ 912236 h 1058137"/>
                  <a:gd name="connsiteX256" fmla="*/ 1159420 w 1792582"/>
                  <a:gd name="connsiteY256" fmla="*/ 912236 h 1058137"/>
                  <a:gd name="connsiteX257" fmla="*/ 1159420 w 1792582"/>
                  <a:gd name="connsiteY257" fmla="*/ 1009192 h 1058137"/>
                  <a:gd name="connsiteX258" fmla="*/ 1139449 w 1792582"/>
                  <a:gd name="connsiteY258" fmla="*/ 1009192 h 1058137"/>
                  <a:gd name="connsiteX259" fmla="*/ 1139449 w 1792582"/>
                  <a:gd name="connsiteY259" fmla="*/ 912236 h 1058137"/>
                  <a:gd name="connsiteX260" fmla="*/ 1127527 w 1792582"/>
                  <a:gd name="connsiteY260" fmla="*/ 912236 h 1058137"/>
                  <a:gd name="connsiteX261" fmla="*/ 1127527 w 1792582"/>
                  <a:gd name="connsiteY261" fmla="*/ 895458 h 1058137"/>
                  <a:gd name="connsiteX262" fmla="*/ 1139449 w 1792582"/>
                  <a:gd name="connsiteY262" fmla="*/ 895458 h 1058137"/>
                  <a:gd name="connsiteX263" fmla="*/ 1139449 w 1792582"/>
                  <a:gd name="connsiteY263" fmla="*/ 844747 h 1058137"/>
                  <a:gd name="connsiteX264" fmla="*/ 1162901 w 1792582"/>
                  <a:gd name="connsiteY264" fmla="*/ 821998 h 1058137"/>
                  <a:gd name="connsiteX265" fmla="*/ 0 w 1792582"/>
                  <a:gd name="connsiteY265" fmla="*/ 698203 h 1058137"/>
                  <a:gd name="connsiteX266" fmla="*/ 1792582 w 1792582"/>
                  <a:gd name="connsiteY266" fmla="*/ 698203 h 1058137"/>
                  <a:gd name="connsiteX267" fmla="*/ 1792582 w 1792582"/>
                  <a:gd name="connsiteY267" fmla="*/ 703247 h 1058137"/>
                  <a:gd name="connsiteX268" fmla="*/ 1792582 w 1792582"/>
                  <a:gd name="connsiteY268" fmla="*/ 757745 h 1058137"/>
                  <a:gd name="connsiteX269" fmla="*/ 1792582 w 1792582"/>
                  <a:gd name="connsiteY269" fmla="*/ 777019 h 1058137"/>
                  <a:gd name="connsiteX270" fmla="*/ 0 w 1792582"/>
                  <a:gd name="connsiteY270" fmla="*/ 777019 h 1058137"/>
                  <a:gd name="connsiteX271" fmla="*/ 827858 w 1792582"/>
                  <a:gd name="connsiteY271" fmla="*/ 57086 h 1058137"/>
                  <a:gd name="connsiteX272" fmla="*/ 771089 w 1792582"/>
                  <a:gd name="connsiteY272" fmla="*/ 238408 h 1058137"/>
                  <a:gd name="connsiteX273" fmla="*/ 827858 w 1792582"/>
                  <a:gd name="connsiteY273" fmla="*/ 419730 h 1058137"/>
                  <a:gd name="connsiteX274" fmla="*/ 884626 w 1792582"/>
                  <a:gd name="connsiteY274" fmla="*/ 238408 h 1058137"/>
                  <a:gd name="connsiteX275" fmla="*/ 827858 w 1792582"/>
                  <a:gd name="connsiteY275" fmla="*/ 57086 h 1058137"/>
                  <a:gd name="connsiteX276" fmla="*/ 119700 w 1792582"/>
                  <a:gd name="connsiteY276" fmla="*/ 57086 h 1058137"/>
                  <a:gd name="connsiteX277" fmla="*/ 62931 w 1792582"/>
                  <a:gd name="connsiteY277" fmla="*/ 238408 h 1058137"/>
                  <a:gd name="connsiteX278" fmla="*/ 119700 w 1792582"/>
                  <a:gd name="connsiteY278" fmla="*/ 419730 h 1058137"/>
                  <a:gd name="connsiteX279" fmla="*/ 176468 w 1792582"/>
                  <a:gd name="connsiteY279" fmla="*/ 238408 h 1058137"/>
                  <a:gd name="connsiteX280" fmla="*/ 119700 w 1792582"/>
                  <a:gd name="connsiteY280" fmla="*/ 57086 h 1058137"/>
                  <a:gd name="connsiteX281" fmla="*/ 364615 w 1792582"/>
                  <a:gd name="connsiteY281" fmla="*/ 7754 h 1058137"/>
                  <a:gd name="connsiteX282" fmla="*/ 425426 w 1792582"/>
                  <a:gd name="connsiteY282" fmla="*/ 7754 h 1058137"/>
                  <a:gd name="connsiteX283" fmla="*/ 425426 w 1792582"/>
                  <a:gd name="connsiteY283" fmla="*/ 188764 h 1058137"/>
                  <a:gd name="connsiteX284" fmla="*/ 519025 w 1792582"/>
                  <a:gd name="connsiteY284" fmla="*/ 188764 h 1058137"/>
                  <a:gd name="connsiteX285" fmla="*/ 519025 w 1792582"/>
                  <a:gd name="connsiteY285" fmla="*/ 7754 h 1058137"/>
                  <a:gd name="connsiteX286" fmla="*/ 579836 w 1792582"/>
                  <a:gd name="connsiteY286" fmla="*/ 7754 h 1058137"/>
                  <a:gd name="connsiteX287" fmla="*/ 579836 w 1792582"/>
                  <a:gd name="connsiteY287" fmla="*/ 468746 h 1058137"/>
                  <a:gd name="connsiteX288" fmla="*/ 519025 w 1792582"/>
                  <a:gd name="connsiteY288" fmla="*/ 468746 h 1058137"/>
                  <a:gd name="connsiteX289" fmla="*/ 519025 w 1792582"/>
                  <a:gd name="connsiteY289" fmla="*/ 238072 h 1058137"/>
                  <a:gd name="connsiteX290" fmla="*/ 425426 w 1792582"/>
                  <a:gd name="connsiteY290" fmla="*/ 238072 h 1058137"/>
                  <a:gd name="connsiteX291" fmla="*/ 425426 w 1792582"/>
                  <a:gd name="connsiteY291" fmla="*/ 468746 h 1058137"/>
                  <a:gd name="connsiteX292" fmla="*/ 364615 w 1792582"/>
                  <a:gd name="connsiteY292" fmla="*/ 468746 h 1058137"/>
                  <a:gd name="connsiteX293" fmla="*/ 828506 w 1792582"/>
                  <a:gd name="connsiteY293" fmla="*/ 0 h 1058137"/>
                  <a:gd name="connsiteX294" fmla="*/ 948855 w 1792582"/>
                  <a:gd name="connsiteY294" fmla="*/ 238412 h 1058137"/>
                  <a:gd name="connsiteX295" fmla="*/ 828506 w 1792582"/>
                  <a:gd name="connsiteY295" fmla="*/ 476823 h 1058137"/>
                  <a:gd name="connsiteX296" fmla="*/ 708157 w 1792582"/>
                  <a:gd name="connsiteY296" fmla="*/ 238412 h 1058137"/>
                  <a:gd name="connsiteX297" fmla="*/ 828506 w 1792582"/>
                  <a:gd name="connsiteY297" fmla="*/ 0 h 1058137"/>
                  <a:gd name="connsiteX298" fmla="*/ 120349 w 1792582"/>
                  <a:gd name="connsiteY298" fmla="*/ 0 h 1058137"/>
                  <a:gd name="connsiteX299" fmla="*/ 240698 w 1792582"/>
                  <a:gd name="connsiteY299" fmla="*/ 238412 h 1058137"/>
                  <a:gd name="connsiteX300" fmla="*/ 120349 w 1792582"/>
                  <a:gd name="connsiteY300" fmla="*/ 476823 h 1058137"/>
                  <a:gd name="connsiteX301" fmla="*/ 0 w 1792582"/>
                  <a:gd name="connsiteY301" fmla="*/ 238412 h 1058137"/>
                  <a:gd name="connsiteX302" fmla="*/ 120349 w 1792582"/>
                  <a:gd name="connsiteY302" fmla="*/ 0 h 10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Lst>
                <a:rect l="l" t="t" r="r" b="b"/>
                <a:pathLst>
                  <a:path w="1792582" h="1058137">
                    <a:moveTo>
                      <a:pt x="1653463" y="914845"/>
                    </a:moveTo>
                    <a:cubicBezTo>
                      <a:pt x="1641327" y="914773"/>
                      <a:pt x="1638885" y="932776"/>
                      <a:pt x="1638885" y="954895"/>
                    </a:cubicBezTo>
                    <a:cubicBezTo>
                      <a:pt x="1638885" y="977014"/>
                      <a:pt x="1639618" y="994906"/>
                      <a:pt x="1653463" y="994945"/>
                    </a:cubicBezTo>
                    <a:cubicBezTo>
                      <a:pt x="1666640" y="994983"/>
                      <a:pt x="1668040" y="977014"/>
                      <a:pt x="1668040" y="954895"/>
                    </a:cubicBezTo>
                    <a:cubicBezTo>
                      <a:pt x="1668040" y="932776"/>
                      <a:pt x="1667526" y="914928"/>
                      <a:pt x="1653463" y="914845"/>
                    </a:cubicBezTo>
                    <a:close/>
                    <a:moveTo>
                      <a:pt x="166428" y="914707"/>
                    </a:moveTo>
                    <a:cubicBezTo>
                      <a:pt x="152365" y="914790"/>
                      <a:pt x="151851" y="932638"/>
                      <a:pt x="151851" y="954758"/>
                    </a:cubicBezTo>
                    <a:cubicBezTo>
                      <a:pt x="151851" y="976877"/>
                      <a:pt x="153251" y="994845"/>
                      <a:pt x="166428" y="994808"/>
                    </a:cubicBezTo>
                    <a:cubicBezTo>
                      <a:pt x="180272" y="994768"/>
                      <a:pt x="181005" y="976877"/>
                      <a:pt x="181005" y="954758"/>
                    </a:cubicBezTo>
                    <a:cubicBezTo>
                      <a:pt x="181005" y="932638"/>
                      <a:pt x="178563" y="914636"/>
                      <a:pt x="166428" y="914707"/>
                    </a:cubicBezTo>
                    <a:close/>
                    <a:moveTo>
                      <a:pt x="1484566" y="912443"/>
                    </a:moveTo>
                    <a:cubicBezTo>
                      <a:pt x="1473541" y="912506"/>
                      <a:pt x="1470482" y="922751"/>
                      <a:pt x="1469642" y="937376"/>
                    </a:cubicBezTo>
                    <a:lnTo>
                      <a:pt x="1469546" y="942259"/>
                    </a:lnTo>
                    <a:lnTo>
                      <a:pt x="1499391" y="942259"/>
                    </a:lnTo>
                    <a:cubicBezTo>
                      <a:pt x="1499329" y="940624"/>
                      <a:pt x="1499268" y="938989"/>
                      <a:pt x="1499206" y="937354"/>
                    </a:cubicBezTo>
                    <a:cubicBezTo>
                      <a:pt x="1497894" y="922692"/>
                      <a:pt x="1494080" y="912388"/>
                      <a:pt x="1484566" y="912443"/>
                    </a:cubicBezTo>
                    <a:close/>
                    <a:moveTo>
                      <a:pt x="1070393" y="912443"/>
                    </a:moveTo>
                    <a:cubicBezTo>
                      <a:pt x="1055693" y="912527"/>
                      <a:pt x="1055156" y="930712"/>
                      <a:pt x="1055156" y="953247"/>
                    </a:cubicBezTo>
                    <a:cubicBezTo>
                      <a:pt x="1055156" y="975784"/>
                      <a:pt x="1056619" y="994091"/>
                      <a:pt x="1070393" y="994053"/>
                    </a:cubicBezTo>
                    <a:cubicBezTo>
                      <a:pt x="1084865" y="994013"/>
                      <a:pt x="1085631" y="975784"/>
                      <a:pt x="1085631" y="953247"/>
                    </a:cubicBezTo>
                    <a:cubicBezTo>
                      <a:pt x="1085631" y="930712"/>
                      <a:pt x="1083078" y="912369"/>
                      <a:pt x="1070393" y="912443"/>
                    </a:cubicBezTo>
                    <a:close/>
                    <a:moveTo>
                      <a:pt x="915496" y="912443"/>
                    </a:moveTo>
                    <a:cubicBezTo>
                      <a:pt x="904471" y="912506"/>
                      <a:pt x="901413" y="922751"/>
                      <a:pt x="900573" y="937376"/>
                    </a:cubicBezTo>
                    <a:lnTo>
                      <a:pt x="900476" y="942259"/>
                    </a:lnTo>
                    <a:lnTo>
                      <a:pt x="930321" y="942259"/>
                    </a:lnTo>
                    <a:cubicBezTo>
                      <a:pt x="930260" y="940624"/>
                      <a:pt x="930198" y="938989"/>
                      <a:pt x="930137" y="937354"/>
                    </a:cubicBezTo>
                    <a:cubicBezTo>
                      <a:pt x="928824" y="922692"/>
                      <a:pt x="925010" y="912388"/>
                      <a:pt x="915496" y="912443"/>
                    </a:cubicBezTo>
                    <a:close/>
                    <a:moveTo>
                      <a:pt x="637849" y="912443"/>
                    </a:moveTo>
                    <a:cubicBezTo>
                      <a:pt x="623149" y="912527"/>
                      <a:pt x="622612" y="930712"/>
                      <a:pt x="622612" y="953247"/>
                    </a:cubicBezTo>
                    <a:cubicBezTo>
                      <a:pt x="622612" y="975784"/>
                      <a:pt x="624075" y="994091"/>
                      <a:pt x="637849" y="994053"/>
                    </a:cubicBezTo>
                    <a:cubicBezTo>
                      <a:pt x="652320" y="994013"/>
                      <a:pt x="653087" y="975784"/>
                      <a:pt x="653087" y="953247"/>
                    </a:cubicBezTo>
                    <a:cubicBezTo>
                      <a:pt x="653087" y="930712"/>
                      <a:pt x="650534" y="912369"/>
                      <a:pt x="637849" y="912443"/>
                    </a:cubicBezTo>
                    <a:close/>
                    <a:moveTo>
                      <a:pt x="263432" y="912443"/>
                    </a:moveTo>
                    <a:cubicBezTo>
                      <a:pt x="252407" y="912506"/>
                      <a:pt x="249348" y="922751"/>
                      <a:pt x="248508" y="937376"/>
                    </a:cubicBezTo>
                    <a:lnTo>
                      <a:pt x="248412" y="942259"/>
                    </a:lnTo>
                    <a:lnTo>
                      <a:pt x="278257" y="942259"/>
                    </a:lnTo>
                    <a:cubicBezTo>
                      <a:pt x="278195" y="940624"/>
                      <a:pt x="278134" y="938989"/>
                      <a:pt x="278072" y="937354"/>
                    </a:cubicBezTo>
                    <a:cubicBezTo>
                      <a:pt x="276760" y="922692"/>
                      <a:pt x="272946" y="912388"/>
                      <a:pt x="263432" y="912443"/>
                    </a:cubicBezTo>
                    <a:close/>
                    <a:moveTo>
                      <a:pt x="1714910" y="896590"/>
                    </a:moveTo>
                    <a:lnTo>
                      <a:pt x="1734882" y="896590"/>
                    </a:lnTo>
                    <a:lnTo>
                      <a:pt x="1753333" y="971008"/>
                    </a:lnTo>
                    <a:lnTo>
                      <a:pt x="1772205" y="896590"/>
                    </a:lnTo>
                    <a:lnTo>
                      <a:pt x="1792177" y="896590"/>
                    </a:lnTo>
                    <a:lnTo>
                      <a:pt x="1746000" y="1058137"/>
                    </a:lnTo>
                    <a:lnTo>
                      <a:pt x="1726028" y="1058137"/>
                    </a:lnTo>
                    <a:lnTo>
                      <a:pt x="1742258" y="998644"/>
                    </a:lnTo>
                    <a:close/>
                    <a:moveTo>
                      <a:pt x="1350499" y="896590"/>
                    </a:moveTo>
                    <a:lnTo>
                      <a:pt x="1370471" y="896590"/>
                    </a:lnTo>
                    <a:lnTo>
                      <a:pt x="1370471" y="912636"/>
                    </a:lnTo>
                    <a:cubicBezTo>
                      <a:pt x="1375276" y="905653"/>
                      <a:pt x="1376083" y="897276"/>
                      <a:pt x="1392815" y="896973"/>
                    </a:cubicBezTo>
                    <a:cubicBezTo>
                      <a:pt x="1414114" y="896587"/>
                      <a:pt x="1416732" y="911563"/>
                      <a:pt x="1417110" y="931246"/>
                    </a:cubicBezTo>
                    <a:lnTo>
                      <a:pt x="1417582" y="1009192"/>
                    </a:lnTo>
                    <a:lnTo>
                      <a:pt x="1397610" y="1009192"/>
                    </a:lnTo>
                    <a:cubicBezTo>
                      <a:pt x="1397705" y="984917"/>
                      <a:pt x="1397799" y="960642"/>
                      <a:pt x="1397893" y="936367"/>
                    </a:cubicBezTo>
                    <a:cubicBezTo>
                      <a:pt x="1397830" y="923883"/>
                      <a:pt x="1394269" y="913787"/>
                      <a:pt x="1385541" y="914392"/>
                    </a:cubicBezTo>
                    <a:cubicBezTo>
                      <a:pt x="1372667" y="915283"/>
                      <a:pt x="1371415" y="924422"/>
                      <a:pt x="1370504" y="934362"/>
                    </a:cubicBezTo>
                    <a:lnTo>
                      <a:pt x="1370390" y="937613"/>
                    </a:lnTo>
                    <a:lnTo>
                      <a:pt x="1370170" y="937613"/>
                    </a:lnTo>
                    <a:lnTo>
                      <a:pt x="1370170" y="996661"/>
                    </a:lnTo>
                    <a:lnTo>
                      <a:pt x="1370471" y="996661"/>
                    </a:lnTo>
                    <a:lnTo>
                      <a:pt x="1370471" y="1009192"/>
                    </a:lnTo>
                    <a:lnTo>
                      <a:pt x="1350499" y="1009192"/>
                    </a:lnTo>
                    <a:close/>
                    <a:moveTo>
                      <a:pt x="703301" y="896590"/>
                    </a:moveTo>
                    <a:lnTo>
                      <a:pt x="723273" y="896590"/>
                    </a:lnTo>
                    <a:lnTo>
                      <a:pt x="723273" y="935890"/>
                    </a:lnTo>
                    <a:lnTo>
                      <a:pt x="723669" y="935767"/>
                    </a:lnTo>
                    <a:lnTo>
                      <a:pt x="723669" y="977978"/>
                    </a:lnTo>
                    <a:lnTo>
                      <a:pt x="723993" y="977978"/>
                    </a:lnTo>
                    <a:lnTo>
                      <a:pt x="724972" y="985894"/>
                    </a:lnTo>
                    <a:cubicBezTo>
                      <a:pt x="726442" y="991412"/>
                      <a:pt x="729555" y="994822"/>
                      <a:pt x="736125" y="994808"/>
                    </a:cubicBezTo>
                    <a:cubicBezTo>
                      <a:pt x="742696" y="994793"/>
                      <a:pt x="745808" y="991383"/>
                      <a:pt x="747278" y="985873"/>
                    </a:cubicBezTo>
                    <a:lnTo>
                      <a:pt x="748257" y="977978"/>
                    </a:lnTo>
                    <a:lnTo>
                      <a:pt x="748582" y="977978"/>
                    </a:lnTo>
                    <a:lnTo>
                      <a:pt x="748582" y="917038"/>
                    </a:lnTo>
                    <a:lnTo>
                      <a:pt x="748575" y="917038"/>
                    </a:lnTo>
                    <a:lnTo>
                      <a:pt x="748575" y="896590"/>
                    </a:lnTo>
                    <a:lnTo>
                      <a:pt x="768547" y="896590"/>
                    </a:lnTo>
                    <a:lnTo>
                      <a:pt x="768547" y="975013"/>
                    </a:lnTo>
                    <a:lnTo>
                      <a:pt x="768547" y="975015"/>
                    </a:lnTo>
                    <a:lnTo>
                      <a:pt x="768547" y="975018"/>
                    </a:lnTo>
                    <a:lnTo>
                      <a:pt x="768547" y="976933"/>
                    </a:lnTo>
                    <a:lnTo>
                      <a:pt x="768420" y="976933"/>
                    </a:lnTo>
                    <a:lnTo>
                      <a:pt x="767494" y="990893"/>
                    </a:lnTo>
                    <a:cubicBezTo>
                      <a:pt x="765060" y="1005529"/>
                      <a:pt x="757504" y="1015790"/>
                      <a:pt x="735985" y="1015821"/>
                    </a:cubicBezTo>
                    <a:cubicBezTo>
                      <a:pt x="714467" y="1015852"/>
                      <a:pt x="706910" y="1005560"/>
                      <a:pt x="704476" y="990904"/>
                    </a:cubicBezTo>
                    <a:lnTo>
                      <a:pt x="703550" y="976933"/>
                    </a:lnTo>
                    <a:lnTo>
                      <a:pt x="703301" y="976933"/>
                    </a:lnTo>
                    <a:close/>
                    <a:moveTo>
                      <a:pt x="326701" y="896590"/>
                    </a:moveTo>
                    <a:lnTo>
                      <a:pt x="346672" y="896590"/>
                    </a:lnTo>
                    <a:lnTo>
                      <a:pt x="346672" y="912636"/>
                    </a:lnTo>
                    <a:cubicBezTo>
                      <a:pt x="351478" y="905653"/>
                      <a:pt x="352284" y="897276"/>
                      <a:pt x="369017" y="896973"/>
                    </a:cubicBezTo>
                    <a:cubicBezTo>
                      <a:pt x="390316" y="896587"/>
                      <a:pt x="392934" y="911563"/>
                      <a:pt x="393311" y="931246"/>
                    </a:cubicBezTo>
                    <a:lnTo>
                      <a:pt x="393784" y="1009192"/>
                    </a:lnTo>
                    <a:lnTo>
                      <a:pt x="373812" y="1009192"/>
                    </a:lnTo>
                    <a:cubicBezTo>
                      <a:pt x="373906" y="984917"/>
                      <a:pt x="374000" y="960642"/>
                      <a:pt x="374095" y="936367"/>
                    </a:cubicBezTo>
                    <a:cubicBezTo>
                      <a:pt x="374032" y="923883"/>
                      <a:pt x="370471" y="913787"/>
                      <a:pt x="361743" y="914392"/>
                    </a:cubicBezTo>
                    <a:cubicBezTo>
                      <a:pt x="348869" y="915283"/>
                      <a:pt x="347617" y="924422"/>
                      <a:pt x="346705" y="934362"/>
                    </a:cubicBezTo>
                    <a:lnTo>
                      <a:pt x="346592" y="937613"/>
                    </a:lnTo>
                    <a:lnTo>
                      <a:pt x="346372" y="937613"/>
                    </a:lnTo>
                    <a:lnTo>
                      <a:pt x="346372" y="996661"/>
                    </a:lnTo>
                    <a:lnTo>
                      <a:pt x="346672" y="996661"/>
                    </a:lnTo>
                    <a:lnTo>
                      <a:pt x="346672" y="1009192"/>
                    </a:lnTo>
                    <a:lnTo>
                      <a:pt x="326701" y="1009192"/>
                    </a:lnTo>
                    <a:close/>
                    <a:moveTo>
                      <a:pt x="1645649" y="896386"/>
                    </a:moveTo>
                    <a:cubicBezTo>
                      <a:pt x="1655363" y="896407"/>
                      <a:pt x="1661755" y="900106"/>
                      <a:pt x="1665951" y="906430"/>
                    </a:cubicBezTo>
                    <a:lnTo>
                      <a:pt x="1667038" y="908651"/>
                    </a:lnTo>
                    <a:lnTo>
                      <a:pt x="1667038" y="896728"/>
                    </a:lnTo>
                    <a:lnTo>
                      <a:pt x="1687010" y="896728"/>
                    </a:lnTo>
                    <a:lnTo>
                      <a:pt x="1687010" y="1006787"/>
                    </a:lnTo>
                    <a:cubicBezTo>
                      <a:pt x="1687010" y="1006789"/>
                      <a:pt x="1687010" y="1006789"/>
                      <a:pt x="1687010" y="1006791"/>
                    </a:cubicBezTo>
                    <a:lnTo>
                      <a:pt x="1686300" y="1021179"/>
                    </a:lnTo>
                    <a:cubicBezTo>
                      <a:pt x="1685960" y="1043003"/>
                      <a:pt x="1675608" y="1057051"/>
                      <a:pt x="1652581" y="1057001"/>
                    </a:cubicBezTo>
                    <a:cubicBezTo>
                      <a:pt x="1632195" y="1056956"/>
                      <a:pt x="1621466" y="1042204"/>
                      <a:pt x="1618862" y="1021162"/>
                    </a:cubicBezTo>
                    <a:cubicBezTo>
                      <a:pt x="1618847" y="1020849"/>
                      <a:pt x="1618831" y="1020535"/>
                      <a:pt x="1618816" y="1020222"/>
                    </a:cubicBezTo>
                    <a:lnTo>
                      <a:pt x="1638139" y="1020222"/>
                    </a:lnTo>
                    <a:lnTo>
                      <a:pt x="1638891" y="1025506"/>
                    </a:lnTo>
                    <a:cubicBezTo>
                      <a:pt x="1640137" y="1035905"/>
                      <a:pt x="1644324" y="1039346"/>
                      <a:pt x="1651560" y="1039738"/>
                    </a:cubicBezTo>
                    <a:cubicBezTo>
                      <a:pt x="1665644" y="1040501"/>
                      <a:pt x="1666806" y="1030608"/>
                      <a:pt x="1666731" y="1012557"/>
                    </a:cubicBezTo>
                    <a:lnTo>
                      <a:pt x="1666892" y="1006787"/>
                    </a:lnTo>
                    <a:lnTo>
                      <a:pt x="1667038" y="1006787"/>
                    </a:lnTo>
                    <a:lnTo>
                      <a:pt x="1667038" y="1000603"/>
                    </a:lnTo>
                    <a:lnTo>
                      <a:pt x="1665481" y="1003725"/>
                    </a:lnTo>
                    <a:cubicBezTo>
                      <a:pt x="1661254" y="1010052"/>
                      <a:pt x="1654962" y="1013740"/>
                      <a:pt x="1645649" y="1013718"/>
                    </a:cubicBezTo>
                    <a:cubicBezTo>
                      <a:pt x="1620813" y="1013659"/>
                      <a:pt x="1617463" y="987452"/>
                      <a:pt x="1617463" y="955052"/>
                    </a:cubicBezTo>
                    <a:cubicBezTo>
                      <a:pt x="1617463" y="922652"/>
                      <a:pt x="1622033" y="896335"/>
                      <a:pt x="1645649" y="896386"/>
                    </a:cubicBezTo>
                    <a:close/>
                    <a:moveTo>
                      <a:pt x="1483922" y="896249"/>
                    </a:moveTo>
                    <a:cubicBezTo>
                      <a:pt x="1505820" y="896210"/>
                      <a:pt x="1514472" y="911004"/>
                      <a:pt x="1517429" y="932072"/>
                    </a:cubicBezTo>
                    <a:cubicBezTo>
                      <a:pt x="1518765" y="939997"/>
                      <a:pt x="1518214" y="949432"/>
                      <a:pt x="1518040" y="959244"/>
                    </a:cubicBezTo>
                    <a:lnTo>
                      <a:pt x="1469496" y="959244"/>
                    </a:lnTo>
                    <a:lnTo>
                      <a:pt x="1469772" y="969136"/>
                    </a:lnTo>
                    <a:cubicBezTo>
                      <a:pt x="1470830" y="983791"/>
                      <a:pt x="1474235" y="994082"/>
                      <a:pt x="1484566" y="994053"/>
                    </a:cubicBezTo>
                    <a:cubicBezTo>
                      <a:pt x="1491802" y="994033"/>
                      <a:pt x="1495611" y="989466"/>
                      <a:pt x="1497612" y="982086"/>
                    </a:cubicBezTo>
                    <a:lnTo>
                      <a:pt x="1498822" y="973587"/>
                    </a:lnTo>
                    <a:lnTo>
                      <a:pt x="1517846" y="973587"/>
                    </a:lnTo>
                    <a:cubicBezTo>
                      <a:pt x="1517778" y="974972"/>
                      <a:pt x="1517709" y="976357"/>
                      <a:pt x="1517641" y="977742"/>
                    </a:cubicBezTo>
                    <a:cubicBezTo>
                      <a:pt x="1515037" y="998784"/>
                      <a:pt x="1506950" y="1013536"/>
                      <a:pt x="1483922" y="1013580"/>
                    </a:cubicBezTo>
                    <a:cubicBezTo>
                      <a:pt x="1453219" y="1013640"/>
                      <a:pt x="1449076" y="987315"/>
                      <a:pt x="1449076" y="954914"/>
                    </a:cubicBezTo>
                    <a:cubicBezTo>
                      <a:pt x="1449076" y="922514"/>
                      <a:pt x="1451898" y="896304"/>
                      <a:pt x="1483922" y="896249"/>
                    </a:cubicBezTo>
                    <a:close/>
                    <a:moveTo>
                      <a:pt x="1070504" y="896249"/>
                    </a:moveTo>
                    <a:cubicBezTo>
                      <a:pt x="1099701" y="896198"/>
                      <a:pt x="1105350" y="922514"/>
                      <a:pt x="1105350" y="954914"/>
                    </a:cubicBezTo>
                    <a:cubicBezTo>
                      <a:pt x="1105350" y="987315"/>
                      <a:pt x="1101208" y="1013521"/>
                      <a:pt x="1070504" y="1013580"/>
                    </a:cubicBezTo>
                    <a:cubicBezTo>
                      <a:pt x="1039801" y="1013640"/>
                      <a:pt x="1035658" y="987315"/>
                      <a:pt x="1035658" y="954914"/>
                    </a:cubicBezTo>
                    <a:cubicBezTo>
                      <a:pt x="1035658" y="922514"/>
                      <a:pt x="1038480" y="896304"/>
                      <a:pt x="1070504" y="896249"/>
                    </a:cubicBezTo>
                    <a:close/>
                    <a:moveTo>
                      <a:pt x="914852" y="896249"/>
                    </a:moveTo>
                    <a:cubicBezTo>
                      <a:pt x="936750" y="896210"/>
                      <a:pt x="945402" y="911004"/>
                      <a:pt x="948359" y="932072"/>
                    </a:cubicBezTo>
                    <a:cubicBezTo>
                      <a:pt x="949695" y="939997"/>
                      <a:pt x="949144" y="949432"/>
                      <a:pt x="948970" y="959244"/>
                    </a:cubicBezTo>
                    <a:lnTo>
                      <a:pt x="900426" y="959244"/>
                    </a:lnTo>
                    <a:lnTo>
                      <a:pt x="900703" y="969136"/>
                    </a:lnTo>
                    <a:cubicBezTo>
                      <a:pt x="901760" y="983791"/>
                      <a:pt x="905166" y="994082"/>
                      <a:pt x="915496" y="994053"/>
                    </a:cubicBezTo>
                    <a:cubicBezTo>
                      <a:pt x="922732" y="994033"/>
                      <a:pt x="926541" y="989466"/>
                      <a:pt x="928542" y="982086"/>
                    </a:cubicBezTo>
                    <a:lnTo>
                      <a:pt x="929752" y="973587"/>
                    </a:lnTo>
                    <a:lnTo>
                      <a:pt x="948777" y="973587"/>
                    </a:lnTo>
                    <a:cubicBezTo>
                      <a:pt x="948708" y="974972"/>
                      <a:pt x="948640" y="976357"/>
                      <a:pt x="948571" y="977742"/>
                    </a:cubicBezTo>
                    <a:cubicBezTo>
                      <a:pt x="945967" y="998784"/>
                      <a:pt x="937881" y="1013536"/>
                      <a:pt x="914852" y="1013580"/>
                    </a:cubicBezTo>
                    <a:cubicBezTo>
                      <a:pt x="884149" y="1013640"/>
                      <a:pt x="880006" y="987315"/>
                      <a:pt x="880006" y="954914"/>
                    </a:cubicBezTo>
                    <a:cubicBezTo>
                      <a:pt x="880006" y="922514"/>
                      <a:pt x="882828" y="896304"/>
                      <a:pt x="914852" y="896249"/>
                    </a:cubicBezTo>
                    <a:close/>
                    <a:moveTo>
                      <a:pt x="637960" y="896249"/>
                    </a:moveTo>
                    <a:cubicBezTo>
                      <a:pt x="667156" y="896198"/>
                      <a:pt x="672806" y="922514"/>
                      <a:pt x="672806" y="954914"/>
                    </a:cubicBezTo>
                    <a:cubicBezTo>
                      <a:pt x="672806" y="987315"/>
                      <a:pt x="668664" y="1013521"/>
                      <a:pt x="637960" y="1013580"/>
                    </a:cubicBezTo>
                    <a:cubicBezTo>
                      <a:pt x="607257" y="1013640"/>
                      <a:pt x="603114" y="987315"/>
                      <a:pt x="603114" y="954914"/>
                    </a:cubicBezTo>
                    <a:cubicBezTo>
                      <a:pt x="603114" y="922514"/>
                      <a:pt x="605936" y="896304"/>
                      <a:pt x="637960" y="896249"/>
                    </a:cubicBezTo>
                    <a:close/>
                    <a:moveTo>
                      <a:pt x="262788" y="896249"/>
                    </a:moveTo>
                    <a:cubicBezTo>
                      <a:pt x="284685" y="896210"/>
                      <a:pt x="293337" y="911004"/>
                      <a:pt x="296295" y="932072"/>
                    </a:cubicBezTo>
                    <a:cubicBezTo>
                      <a:pt x="297631" y="939997"/>
                      <a:pt x="297080" y="949432"/>
                      <a:pt x="296906" y="959244"/>
                    </a:cubicBezTo>
                    <a:lnTo>
                      <a:pt x="248362" y="959244"/>
                    </a:lnTo>
                    <a:lnTo>
                      <a:pt x="248638" y="969136"/>
                    </a:lnTo>
                    <a:cubicBezTo>
                      <a:pt x="249695" y="983791"/>
                      <a:pt x="253101" y="994082"/>
                      <a:pt x="263432" y="994053"/>
                    </a:cubicBezTo>
                    <a:cubicBezTo>
                      <a:pt x="270668" y="994033"/>
                      <a:pt x="274477" y="989466"/>
                      <a:pt x="276478" y="982086"/>
                    </a:cubicBezTo>
                    <a:lnTo>
                      <a:pt x="277688" y="973587"/>
                    </a:lnTo>
                    <a:lnTo>
                      <a:pt x="296712" y="973587"/>
                    </a:lnTo>
                    <a:cubicBezTo>
                      <a:pt x="296644" y="974972"/>
                      <a:pt x="296575" y="976357"/>
                      <a:pt x="296507" y="977742"/>
                    </a:cubicBezTo>
                    <a:cubicBezTo>
                      <a:pt x="293903" y="998784"/>
                      <a:pt x="285816" y="1013536"/>
                      <a:pt x="262788" y="1013580"/>
                    </a:cubicBezTo>
                    <a:cubicBezTo>
                      <a:pt x="232085" y="1013640"/>
                      <a:pt x="227942" y="987315"/>
                      <a:pt x="227942" y="954914"/>
                    </a:cubicBezTo>
                    <a:cubicBezTo>
                      <a:pt x="227942" y="922514"/>
                      <a:pt x="230764" y="896304"/>
                      <a:pt x="262788" y="896249"/>
                    </a:cubicBezTo>
                    <a:close/>
                    <a:moveTo>
                      <a:pt x="174241" y="896248"/>
                    </a:moveTo>
                    <a:cubicBezTo>
                      <a:pt x="197857" y="896197"/>
                      <a:pt x="202427" y="922514"/>
                      <a:pt x="202427" y="954914"/>
                    </a:cubicBezTo>
                    <a:cubicBezTo>
                      <a:pt x="202427" y="987315"/>
                      <a:pt x="199077" y="1013521"/>
                      <a:pt x="174241" y="1013580"/>
                    </a:cubicBezTo>
                    <a:cubicBezTo>
                      <a:pt x="168032" y="1013595"/>
                      <a:pt x="163166" y="1011961"/>
                      <a:pt x="159360" y="1008995"/>
                    </a:cubicBezTo>
                    <a:lnTo>
                      <a:pt x="152852" y="999395"/>
                    </a:lnTo>
                    <a:lnTo>
                      <a:pt x="152852" y="1056246"/>
                    </a:lnTo>
                    <a:lnTo>
                      <a:pt x="132881" y="1056246"/>
                    </a:lnTo>
                    <a:lnTo>
                      <a:pt x="132881" y="896590"/>
                    </a:lnTo>
                    <a:lnTo>
                      <a:pt x="152852" y="896590"/>
                    </a:lnTo>
                    <a:lnTo>
                      <a:pt x="152852" y="909865"/>
                    </a:lnTo>
                    <a:lnTo>
                      <a:pt x="158909" y="900882"/>
                    </a:lnTo>
                    <a:cubicBezTo>
                      <a:pt x="162766" y="897911"/>
                      <a:pt x="167765" y="896262"/>
                      <a:pt x="174241" y="896248"/>
                    </a:cubicBezTo>
                    <a:close/>
                    <a:moveTo>
                      <a:pt x="1592774" y="892438"/>
                    </a:moveTo>
                    <a:lnTo>
                      <a:pt x="1592774" y="914707"/>
                    </a:lnTo>
                    <a:cubicBezTo>
                      <a:pt x="1583514" y="909612"/>
                      <a:pt x="1577013" y="914282"/>
                      <a:pt x="1572318" y="924898"/>
                    </a:cubicBezTo>
                    <a:lnTo>
                      <a:pt x="1570506" y="930363"/>
                    </a:lnTo>
                    <a:lnTo>
                      <a:pt x="1570506" y="1009192"/>
                    </a:lnTo>
                    <a:lnTo>
                      <a:pt x="1550534" y="1009192"/>
                    </a:lnTo>
                    <a:lnTo>
                      <a:pt x="1550534" y="896590"/>
                    </a:lnTo>
                    <a:lnTo>
                      <a:pt x="1570506" y="896590"/>
                    </a:lnTo>
                    <a:lnTo>
                      <a:pt x="1570506" y="906833"/>
                    </a:lnTo>
                    <a:lnTo>
                      <a:pt x="1571627" y="905336"/>
                    </a:lnTo>
                    <a:cubicBezTo>
                      <a:pt x="1576659" y="898171"/>
                      <a:pt x="1581532" y="891589"/>
                      <a:pt x="1592774" y="892438"/>
                    </a:cubicBezTo>
                    <a:close/>
                    <a:moveTo>
                      <a:pt x="824066" y="891683"/>
                    </a:moveTo>
                    <a:cubicBezTo>
                      <a:pt x="833896" y="891238"/>
                      <a:pt x="841608" y="894228"/>
                      <a:pt x="846335" y="897345"/>
                    </a:cubicBezTo>
                    <a:lnTo>
                      <a:pt x="846335" y="916217"/>
                    </a:lnTo>
                    <a:cubicBezTo>
                      <a:pt x="831615" y="909171"/>
                      <a:pt x="816237" y="908789"/>
                      <a:pt x="815762" y="924520"/>
                    </a:cubicBezTo>
                    <a:cubicBezTo>
                      <a:pt x="816014" y="936598"/>
                      <a:pt x="828690" y="944111"/>
                      <a:pt x="832661" y="947285"/>
                    </a:cubicBezTo>
                    <a:cubicBezTo>
                      <a:pt x="836633" y="950459"/>
                      <a:pt x="854413" y="963697"/>
                      <a:pt x="854638" y="979626"/>
                    </a:cubicBezTo>
                    <a:cubicBezTo>
                      <a:pt x="854854" y="994907"/>
                      <a:pt x="843083" y="1013464"/>
                      <a:pt x="824444" y="1013595"/>
                    </a:cubicBezTo>
                    <a:cubicBezTo>
                      <a:pt x="818138" y="1013640"/>
                      <a:pt x="808465" y="1010953"/>
                      <a:pt x="802175" y="1007934"/>
                    </a:cubicBezTo>
                    <a:lnTo>
                      <a:pt x="802175" y="987929"/>
                    </a:lnTo>
                    <a:cubicBezTo>
                      <a:pt x="808151" y="992144"/>
                      <a:pt x="816277" y="994890"/>
                      <a:pt x="822179" y="994723"/>
                    </a:cubicBezTo>
                    <a:cubicBezTo>
                      <a:pt x="831112" y="994472"/>
                      <a:pt x="837501" y="985881"/>
                      <a:pt x="836521" y="979248"/>
                    </a:cubicBezTo>
                    <a:cubicBezTo>
                      <a:pt x="835542" y="972616"/>
                      <a:pt x="823602" y="961846"/>
                      <a:pt x="816301" y="954931"/>
                    </a:cubicBezTo>
                    <a:cubicBezTo>
                      <a:pt x="809000" y="948016"/>
                      <a:pt x="797597" y="936255"/>
                      <a:pt x="796988" y="925652"/>
                    </a:cubicBezTo>
                    <a:cubicBezTo>
                      <a:pt x="795789" y="904786"/>
                      <a:pt x="811690" y="892244"/>
                      <a:pt x="824066" y="891683"/>
                    </a:cubicBezTo>
                    <a:close/>
                    <a:moveTo>
                      <a:pt x="56436" y="860524"/>
                    </a:moveTo>
                    <a:cubicBezTo>
                      <a:pt x="36465" y="860661"/>
                      <a:pt x="35735" y="890126"/>
                      <a:pt x="35735" y="926643"/>
                    </a:cubicBezTo>
                    <a:cubicBezTo>
                      <a:pt x="35735" y="963159"/>
                      <a:pt x="37723" y="992824"/>
                      <a:pt x="56436" y="992761"/>
                    </a:cubicBezTo>
                    <a:cubicBezTo>
                      <a:pt x="76095" y="992696"/>
                      <a:pt x="77136" y="963159"/>
                      <a:pt x="77136" y="926643"/>
                    </a:cubicBezTo>
                    <a:cubicBezTo>
                      <a:pt x="77136" y="890126"/>
                      <a:pt x="73668" y="860406"/>
                      <a:pt x="56436" y="860524"/>
                    </a:cubicBezTo>
                    <a:close/>
                    <a:moveTo>
                      <a:pt x="56672" y="839708"/>
                    </a:moveTo>
                    <a:cubicBezTo>
                      <a:pt x="93442" y="839632"/>
                      <a:pt x="100557" y="878630"/>
                      <a:pt x="100557" y="926644"/>
                    </a:cubicBezTo>
                    <a:cubicBezTo>
                      <a:pt x="100557" y="974658"/>
                      <a:pt x="95341" y="1013492"/>
                      <a:pt x="56672" y="1013580"/>
                    </a:cubicBezTo>
                    <a:cubicBezTo>
                      <a:pt x="18004" y="1013668"/>
                      <a:pt x="12787" y="974658"/>
                      <a:pt x="12787" y="926644"/>
                    </a:cubicBezTo>
                    <a:cubicBezTo>
                      <a:pt x="12787" y="878630"/>
                      <a:pt x="16341" y="839790"/>
                      <a:pt x="56672" y="839708"/>
                    </a:cubicBezTo>
                    <a:close/>
                    <a:moveTo>
                      <a:pt x="1261002" y="839707"/>
                    </a:moveTo>
                    <a:lnTo>
                      <a:pt x="1267808" y="839707"/>
                    </a:lnTo>
                    <a:lnTo>
                      <a:pt x="1282685" y="839707"/>
                    </a:lnTo>
                    <a:lnTo>
                      <a:pt x="1322930" y="839707"/>
                    </a:lnTo>
                    <a:lnTo>
                      <a:pt x="1322930" y="858017"/>
                    </a:lnTo>
                    <a:lnTo>
                      <a:pt x="1282685" y="858017"/>
                    </a:lnTo>
                    <a:lnTo>
                      <a:pt x="1282685" y="914391"/>
                    </a:lnTo>
                    <a:lnTo>
                      <a:pt x="1318112" y="914391"/>
                    </a:lnTo>
                    <a:lnTo>
                      <a:pt x="1318112" y="932701"/>
                    </a:lnTo>
                    <a:lnTo>
                      <a:pt x="1282685" y="932701"/>
                    </a:lnTo>
                    <a:lnTo>
                      <a:pt x="1282685" y="992581"/>
                    </a:lnTo>
                    <a:lnTo>
                      <a:pt x="1322930" y="992581"/>
                    </a:lnTo>
                    <a:lnTo>
                      <a:pt x="1322930" y="1010891"/>
                    </a:lnTo>
                    <a:lnTo>
                      <a:pt x="1282685" y="1010891"/>
                    </a:lnTo>
                    <a:lnTo>
                      <a:pt x="1267808" y="1010891"/>
                    </a:lnTo>
                    <a:lnTo>
                      <a:pt x="1261002" y="1010891"/>
                    </a:lnTo>
                    <a:close/>
                    <a:moveTo>
                      <a:pt x="489126" y="838658"/>
                    </a:moveTo>
                    <a:lnTo>
                      <a:pt x="510809" y="838658"/>
                    </a:lnTo>
                    <a:lnTo>
                      <a:pt x="510809" y="905619"/>
                    </a:lnTo>
                    <a:lnTo>
                      <a:pt x="546246" y="905619"/>
                    </a:lnTo>
                    <a:lnTo>
                      <a:pt x="546246" y="838658"/>
                    </a:lnTo>
                    <a:lnTo>
                      <a:pt x="567930" y="838658"/>
                    </a:lnTo>
                    <a:lnTo>
                      <a:pt x="567930" y="1009192"/>
                    </a:lnTo>
                    <a:lnTo>
                      <a:pt x="546246" y="1009192"/>
                    </a:lnTo>
                    <a:lnTo>
                      <a:pt x="546246" y="923859"/>
                    </a:lnTo>
                    <a:lnTo>
                      <a:pt x="510809" y="923859"/>
                    </a:lnTo>
                    <a:lnTo>
                      <a:pt x="510809" y="1009192"/>
                    </a:lnTo>
                    <a:lnTo>
                      <a:pt x="489126" y="1009192"/>
                    </a:lnTo>
                    <a:close/>
                    <a:moveTo>
                      <a:pt x="1162901" y="821998"/>
                    </a:moveTo>
                    <a:cubicBezTo>
                      <a:pt x="1167454" y="821842"/>
                      <a:pt x="1172459" y="822375"/>
                      <a:pt x="1177725" y="823498"/>
                    </a:cubicBezTo>
                    <a:lnTo>
                      <a:pt x="1177725" y="843469"/>
                    </a:lnTo>
                    <a:cubicBezTo>
                      <a:pt x="1162565" y="837968"/>
                      <a:pt x="1159105" y="844922"/>
                      <a:pt x="1159420" y="854141"/>
                    </a:cubicBezTo>
                    <a:lnTo>
                      <a:pt x="1159420" y="895458"/>
                    </a:lnTo>
                    <a:lnTo>
                      <a:pt x="1177725" y="895458"/>
                    </a:lnTo>
                    <a:lnTo>
                      <a:pt x="1177725" y="912236"/>
                    </a:lnTo>
                    <a:lnTo>
                      <a:pt x="1159420" y="912236"/>
                    </a:lnTo>
                    <a:lnTo>
                      <a:pt x="1159420" y="1009192"/>
                    </a:lnTo>
                    <a:lnTo>
                      <a:pt x="1139449" y="1009192"/>
                    </a:lnTo>
                    <a:lnTo>
                      <a:pt x="1139449" y="912236"/>
                    </a:lnTo>
                    <a:lnTo>
                      <a:pt x="1127527" y="912236"/>
                    </a:lnTo>
                    <a:lnTo>
                      <a:pt x="1127527" y="895458"/>
                    </a:lnTo>
                    <a:lnTo>
                      <a:pt x="1139449" y="895458"/>
                    </a:lnTo>
                    <a:lnTo>
                      <a:pt x="1139449" y="844747"/>
                    </a:lnTo>
                    <a:cubicBezTo>
                      <a:pt x="1139676" y="829150"/>
                      <a:pt x="1149246" y="822469"/>
                      <a:pt x="1162901" y="821998"/>
                    </a:cubicBezTo>
                    <a:close/>
                    <a:moveTo>
                      <a:pt x="0" y="698203"/>
                    </a:moveTo>
                    <a:lnTo>
                      <a:pt x="1792582" y="698203"/>
                    </a:lnTo>
                    <a:lnTo>
                      <a:pt x="1792582" y="703247"/>
                    </a:lnTo>
                    <a:lnTo>
                      <a:pt x="1792582" y="757745"/>
                    </a:lnTo>
                    <a:lnTo>
                      <a:pt x="1792582" y="777019"/>
                    </a:lnTo>
                    <a:lnTo>
                      <a:pt x="0" y="777019"/>
                    </a:lnTo>
                    <a:close/>
                    <a:moveTo>
                      <a:pt x="827858" y="57086"/>
                    </a:moveTo>
                    <a:cubicBezTo>
                      <a:pt x="773091" y="57462"/>
                      <a:pt x="771089" y="138267"/>
                      <a:pt x="771089" y="238408"/>
                    </a:cubicBezTo>
                    <a:cubicBezTo>
                      <a:pt x="771089" y="338549"/>
                      <a:pt x="776541" y="419900"/>
                      <a:pt x="827858" y="419730"/>
                    </a:cubicBezTo>
                    <a:cubicBezTo>
                      <a:pt x="881771" y="419551"/>
                      <a:pt x="884626" y="338549"/>
                      <a:pt x="884626" y="238408"/>
                    </a:cubicBezTo>
                    <a:cubicBezTo>
                      <a:pt x="884626" y="138267"/>
                      <a:pt x="875116" y="56762"/>
                      <a:pt x="827858" y="57086"/>
                    </a:cubicBezTo>
                    <a:close/>
                    <a:moveTo>
                      <a:pt x="119700" y="57086"/>
                    </a:moveTo>
                    <a:cubicBezTo>
                      <a:pt x="64933" y="57462"/>
                      <a:pt x="62931" y="138267"/>
                      <a:pt x="62931" y="238408"/>
                    </a:cubicBezTo>
                    <a:cubicBezTo>
                      <a:pt x="62931" y="338549"/>
                      <a:pt x="68383" y="419900"/>
                      <a:pt x="119700" y="419730"/>
                    </a:cubicBezTo>
                    <a:cubicBezTo>
                      <a:pt x="173614" y="419551"/>
                      <a:pt x="176468" y="338549"/>
                      <a:pt x="176468" y="238408"/>
                    </a:cubicBezTo>
                    <a:cubicBezTo>
                      <a:pt x="176468" y="138267"/>
                      <a:pt x="166959" y="56762"/>
                      <a:pt x="119700" y="57086"/>
                    </a:cubicBezTo>
                    <a:close/>
                    <a:moveTo>
                      <a:pt x="364615" y="7754"/>
                    </a:moveTo>
                    <a:lnTo>
                      <a:pt x="425426" y="7754"/>
                    </a:lnTo>
                    <a:lnTo>
                      <a:pt x="425426" y="188764"/>
                    </a:lnTo>
                    <a:lnTo>
                      <a:pt x="519025" y="188764"/>
                    </a:lnTo>
                    <a:lnTo>
                      <a:pt x="519025" y="7754"/>
                    </a:lnTo>
                    <a:lnTo>
                      <a:pt x="579836" y="7754"/>
                    </a:lnTo>
                    <a:lnTo>
                      <a:pt x="579836" y="468746"/>
                    </a:lnTo>
                    <a:lnTo>
                      <a:pt x="519025" y="468746"/>
                    </a:lnTo>
                    <a:lnTo>
                      <a:pt x="519025" y="238072"/>
                    </a:lnTo>
                    <a:lnTo>
                      <a:pt x="425426" y="238072"/>
                    </a:lnTo>
                    <a:lnTo>
                      <a:pt x="425426" y="468746"/>
                    </a:lnTo>
                    <a:lnTo>
                      <a:pt x="364615" y="468746"/>
                    </a:lnTo>
                    <a:close/>
                    <a:moveTo>
                      <a:pt x="828506" y="0"/>
                    </a:moveTo>
                    <a:cubicBezTo>
                      <a:pt x="929343" y="-206"/>
                      <a:pt x="948855" y="106741"/>
                      <a:pt x="948855" y="238412"/>
                    </a:cubicBezTo>
                    <a:cubicBezTo>
                      <a:pt x="948855" y="370082"/>
                      <a:pt x="934550" y="476581"/>
                      <a:pt x="828506" y="476823"/>
                    </a:cubicBezTo>
                    <a:cubicBezTo>
                      <a:pt x="722465" y="477064"/>
                      <a:pt x="708157" y="370082"/>
                      <a:pt x="708157" y="238412"/>
                    </a:cubicBezTo>
                    <a:cubicBezTo>
                      <a:pt x="708157" y="106741"/>
                      <a:pt x="717903" y="227"/>
                      <a:pt x="828506" y="0"/>
                    </a:cubicBezTo>
                    <a:close/>
                    <a:moveTo>
                      <a:pt x="120349" y="0"/>
                    </a:moveTo>
                    <a:cubicBezTo>
                      <a:pt x="221186" y="-206"/>
                      <a:pt x="240698" y="106741"/>
                      <a:pt x="240698" y="238412"/>
                    </a:cubicBezTo>
                    <a:cubicBezTo>
                      <a:pt x="240698" y="370082"/>
                      <a:pt x="226393" y="476581"/>
                      <a:pt x="120349" y="476823"/>
                    </a:cubicBezTo>
                    <a:cubicBezTo>
                      <a:pt x="14308" y="477064"/>
                      <a:pt x="0" y="370082"/>
                      <a:pt x="0" y="238412"/>
                    </a:cubicBezTo>
                    <a:cubicBezTo>
                      <a:pt x="0" y="106741"/>
                      <a:pt x="9745" y="227"/>
                      <a:pt x="120349" y="0"/>
                    </a:cubicBezTo>
                    <a:close/>
                  </a:path>
                </a:pathLst>
              </a:custGeom>
              <a:grp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endParaRPr>
              </a:p>
            </p:txBody>
          </p:sp>
        </p:grpSp>
      </p:grpSp>
      <p:grpSp>
        <p:nvGrpSpPr>
          <p:cNvPr id="15" name="Group 14">
            <a:extLst>
              <a:ext uri="{FF2B5EF4-FFF2-40B4-BE49-F238E27FC236}">
                <a16:creationId xmlns:a16="http://schemas.microsoft.com/office/drawing/2014/main" id="{75D743B6-00ED-4639-9D5E-01B68A38267D}"/>
              </a:ext>
            </a:extLst>
          </p:cNvPr>
          <p:cNvGrpSpPr/>
          <p:nvPr/>
        </p:nvGrpSpPr>
        <p:grpSpPr>
          <a:xfrm>
            <a:off x="6166339" y="1164853"/>
            <a:ext cx="938490" cy="632685"/>
            <a:chOff x="8163072" y="1425461"/>
            <a:chExt cx="1251320" cy="843580"/>
          </a:xfrm>
        </p:grpSpPr>
        <p:sp>
          <p:nvSpPr>
            <p:cNvPr id="59" name="Rechteck 58"/>
            <p:cNvSpPr/>
            <p:nvPr/>
          </p:nvSpPr>
          <p:spPr>
            <a:xfrm>
              <a:off x="8163072" y="1425461"/>
              <a:ext cx="1251320" cy="843580"/>
            </a:xfrm>
            <a:prstGeom prst="rect">
              <a:avLst/>
            </a:prstGeom>
            <a:blipFill dpi="0" rotWithShape="1">
              <a:blip r:embed="rId6" cstate="screen">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rcRect/>
              <a:stretch>
                <a:fillRect/>
              </a:stretch>
            </a:blipFill>
            <a:ln>
              <a:noFill/>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endParaRPr lang="en-US" sz="1800" dirty="0">
                <a:solidFill>
                  <a:srgbClr val="F0A51E"/>
                </a:solidFill>
              </a:endParaRPr>
            </a:p>
          </p:txBody>
        </p:sp>
        <p:grpSp>
          <p:nvGrpSpPr>
            <p:cNvPr id="143" name="Group 142">
              <a:extLst>
                <a:ext uri="{FF2B5EF4-FFF2-40B4-BE49-F238E27FC236}">
                  <a16:creationId xmlns:a16="http://schemas.microsoft.com/office/drawing/2014/main" id="{537EB4CA-9F7E-42B7-9C5D-1F8F30A3DDC4}"/>
                </a:ext>
              </a:extLst>
            </p:cNvPr>
            <p:cNvGrpSpPr>
              <a:grpSpLocks noChangeAspect="1"/>
            </p:cNvGrpSpPr>
            <p:nvPr/>
          </p:nvGrpSpPr>
          <p:grpSpPr>
            <a:xfrm>
              <a:off x="8407452" y="1555846"/>
              <a:ext cx="851823" cy="568073"/>
              <a:chOff x="2947569" y="1486378"/>
              <a:chExt cx="1795881" cy="1197656"/>
            </a:xfrm>
            <a:solidFill>
              <a:schemeClr val="bg1"/>
            </a:solidFill>
          </p:grpSpPr>
          <p:sp>
            <p:nvSpPr>
              <p:cNvPr id="144" name="Freeform: Shape 143">
                <a:extLst>
                  <a:ext uri="{FF2B5EF4-FFF2-40B4-BE49-F238E27FC236}">
                    <a16:creationId xmlns:a16="http://schemas.microsoft.com/office/drawing/2014/main" id="{450B22CC-A32D-4310-8234-F271265E449B}"/>
                  </a:ext>
                </a:extLst>
              </p:cNvPr>
              <p:cNvSpPr/>
              <p:nvPr/>
            </p:nvSpPr>
            <p:spPr>
              <a:xfrm>
                <a:off x="3976213" y="1486378"/>
                <a:ext cx="767237" cy="767236"/>
              </a:xfrm>
              <a:custGeom>
                <a:avLst/>
                <a:gdLst>
                  <a:gd name="connsiteX0" fmla="*/ 153291 w 2650554"/>
                  <a:gd name="connsiteY0" fmla="*/ 707403 h 2650554"/>
                  <a:gd name="connsiteX1" fmla="*/ 153291 w 2650554"/>
                  <a:gd name="connsiteY1" fmla="*/ 1943152 h 2650554"/>
                  <a:gd name="connsiteX2" fmla="*/ 104147 w 2650554"/>
                  <a:gd name="connsiteY2" fmla="*/ 1841135 h 2650554"/>
                  <a:gd name="connsiteX3" fmla="*/ 0 w 2650554"/>
                  <a:gd name="connsiteY3" fmla="*/ 1325277 h 2650554"/>
                  <a:gd name="connsiteX4" fmla="*/ 104147 w 2650554"/>
                  <a:gd name="connsiteY4" fmla="*/ 809420 h 2650554"/>
                  <a:gd name="connsiteX5" fmla="*/ 1325277 w 2650554"/>
                  <a:gd name="connsiteY5" fmla="*/ 0 h 2650554"/>
                  <a:gd name="connsiteX6" fmla="*/ 2650554 w 2650554"/>
                  <a:gd name="connsiteY6" fmla="*/ 1325277 h 2650554"/>
                  <a:gd name="connsiteX7" fmla="*/ 1325277 w 2650554"/>
                  <a:gd name="connsiteY7" fmla="*/ 2650554 h 2650554"/>
                  <a:gd name="connsiteX8" fmla="*/ 302629 w 2650554"/>
                  <a:gd name="connsiteY8" fmla="*/ 2168276 h 2650554"/>
                  <a:gd name="connsiteX9" fmla="*/ 252590 w 2650554"/>
                  <a:gd name="connsiteY9" fmla="*/ 2101360 h 2650554"/>
                  <a:gd name="connsiteX10" fmla="*/ 363376 w 2650554"/>
                  <a:gd name="connsiteY10" fmla="*/ 2101360 h 2650554"/>
                  <a:gd name="connsiteX11" fmla="*/ 729428 w 2650554"/>
                  <a:gd name="connsiteY11" fmla="*/ 2101360 h 2650554"/>
                  <a:gd name="connsiteX12" fmla="*/ 729428 w 2650554"/>
                  <a:gd name="connsiteY12" fmla="*/ 1931019 h 2650554"/>
                  <a:gd name="connsiteX13" fmla="*/ 363376 w 2650554"/>
                  <a:gd name="connsiteY13" fmla="*/ 1931019 h 2650554"/>
                  <a:gd name="connsiteX14" fmla="*/ 363376 w 2650554"/>
                  <a:gd name="connsiteY14" fmla="*/ 1373934 h 2650554"/>
                  <a:gd name="connsiteX15" fmla="*/ 684601 w 2650554"/>
                  <a:gd name="connsiteY15" fmla="*/ 1373934 h 2650554"/>
                  <a:gd name="connsiteX16" fmla="*/ 684601 w 2650554"/>
                  <a:gd name="connsiteY16" fmla="*/ 1203593 h 2650554"/>
                  <a:gd name="connsiteX17" fmla="*/ 363376 w 2650554"/>
                  <a:gd name="connsiteY17" fmla="*/ 1203593 h 2650554"/>
                  <a:gd name="connsiteX18" fmla="*/ 363376 w 2650554"/>
                  <a:gd name="connsiteY18" fmla="*/ 679122 h 2650554"/>
                  <a:gd name="connsiteX19" fmla="*/ 729428 w 2650554"/>
                  <a:gd name="connsiteY19" fmla="*/ 679122 h 2650554"/>
                  <a:gd name="connsiteX20" fmla="*/ 729428 w 2650554"/>
                  <a:gd name="connsiteY20" fmla="*/ 508781 h 2650554"/>
                  <a:gd name="connsiteX21" fmla="*/ 363376 w 2650554"/>
                  <a:gd name="connsiteY21" fmla="*/ 508781 h 2650554"/>
                  <a:gd name="connsiteX22" fmla="*/ 282811 w 2650554"/>
                  <a:gd name="connsiteY22" fmla="*/ 508781 h 2650554"/>
                  <a:gd name="connsiteX23" fmla="*/ 302629 w 2650554"/>
                  <a:gd name="connsiteY23" fmla="*/ 482278 h 2650554"/>
                  <a:gd name="connsiteX24" fmla="*/ 1325277 w 2650554"/>
                  <a:gd name="connsiteY24" fmla="*/ 0 h 2650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650554" h="2650554">
                    <a:moveTo>
                      <a:pt x="153291" y="707403"/>
                    </a:moveTo>
                    <a:lnTo>
                      <a:pt x="153291" y="1943152"/>
                    </a:lnTo>
                    <a:lnTo>
                      <a:pt x="104147" y="1841135"/>
                    </a:lnTo>
                    <a:cubicBezTo>
                      <a:pt x="37084" y="1682581"/>
                      <a:pt x="0" y="1508260"/>
                      <a:pt x="0" y="1325277"/>
                    </a:cubicBezTo>
                    <a:cubicBezTo>
                      <a:pt x="0" y="1142295"/>
                      <a:pt x="37084" y="967973"/>
                      <a:pt x="104147" y="809420"/>
                    </a:cubicBezTo>
                    <a:close/>
                    <a:moveTo>
                      <a:pt x="1325277" y="0"/>
                    </a:moveTo>
                    <a:cubicBezTo>
                      <a:pt x="2057207" y="0"/>
                      <a:pt x="2650554" y="593347"/>
                      <a:pt x="2650554" y="1325277"/>
                    </a:cubicBezTo>
                    <a:cubicBezTo>
                      <a:pt x="2650554" y="2057207"/>
                      <a:pt x="2057207" y="2650554"/>
                      <a:pt x="1325277" y="2650554"/>
                    </a:cubicBezTo>
                    <a:cubicBezTo>
                      <a:pt x="913567" y="2650554"/>
                      <a:pt x="545705" y="2462815"/>
                      <a:pt x="302629" y="2168276"/>
                    </a:cubicBezTo>
                    <a:lnTo>
                      <a:pt x="252590" y="2101360"/>
                    </a:lnTo>
                    <a:lnTo>
                      <a:pt x="363376" y="2101360"/>
                    </a:lnTo>
                    <a:lnTo>
                      <a:pt x="729428" y="2101360"/>
                    </a:lnTo>
                    <a:lnTo>
                      <a:pt x="729428" y="1931019"/>
                    </a:lnTo>
                    <a:lnTo>
                      <a:pt x="363376" y="1931019"/>
                    </a:lnTo>
                    <a:lnTo>
                      <a:pt x="363376" y="1373934"/>
                    </a:lnTo>
                    <a:lnTo>
                      <a:pt x="684601" y="1373934"/>
                    </a:lnTo>
                    <a:lnTo>
                      <a:pt x="684601" y="1203593"/>
                    </a:lnTo>
                    <a:lnTo>
                      <a:pt x="363376" y="1203593"/>
                    </a:lnTo>
                    <a:lnTo>
                      <a:pt x="363376" y="679122"/>
                    </a:lnTo>
                    <a:lnTo>
                      <a:pt x="729428" y="679122"/>
                    </a:lnTo>
                    <a:lnTo>
                      <a:pt x="729428" y="508781"/>
                    </a:lnTo>
                    <a:lnTo>
                      <a:pt x="363376" y="508781"/>
                    </a:lnTo>
                    <a:lnTo>
                      <a:pt x="282811" y="508781"/>
                    </a:lnTo>
                    <a:lnTo>
                      <a:pt x="302629" y="482278"/>
                    </a:lnTo>
                    <a:cubicBezTo>
                      <a:pt x="545705" y="187739"/>
                      <a:pt x="913567" y="0"/>
                      <a:pt x="1325277" y="0"/>
                    </a:cubicBezTo>
                    <a:close/>
                  </a:path>
                </a:pathLst>
              </a:custGeom>
              <a:solidFill>
                <a:schemeClr val="tx2"/>
              </a:solid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45" name="Freeform: Shape 144">
                <a:extLst>
                  <a:ext uri="{FF2B5EF4-FFF2-40B4-BE49-F238E27FC236}">
                    <a16:creationId xmlns:a16="http://schemas.microsoft.com/office/drawing/2014/main" id="{E2734609-C993-408F-8FC9-7328EAA231CD}"/>
                  </a:ext>
                </a:extLst>
              </p:cNvPr>
              <p:cNvSpPr/>
              <p:nvPr/>
            </p:nvSpPr>
            <p:spPr>
              <a:xfrm>
                <a:off x="2947569" y="1625897"/>
                <a:ext cx="1792582" cy="1058137"/>
              </a:xfrm>
              <a:custGeom>
                <a:avLst/>
                <a:gdLst>
                  <a:gd name="connsiteX0" fmla="*/ 1653463 w 1792582"/>
                  <a:gd name="connsiteY0" fmla="*/ 914845 h 1058137"/>
                  <a:gd name="connsiteX1" fmla="*/ 1638885 w 1792582"/>
                  <a:gd name="connsiteY1" fmla="*/ 954895 h 1058137"/>
                  <a:gd name="connsiteX2" fmla="*/ 1653463 w 1792582"/>
                  <a:gd name="connsiteY2" fmla="*/ 994945 h 1058137"/>
                  <a:gd name="connsiteX3" fmla="*/ 1668040 w 1792582"/>
                  <a:gd name="connsiteY3" fmla="*/ 954895 h 1058137"/>
                  <a:gd name="connsiteX4" fmla="*/ 1653463 w 1792582"/>
                  <a:gd name="connsiteY4" fmla="*/ 914845 h 1058137"/>
                  <a:gd name="connsiteX5" fmla="*/ 166428 w 1792582"/>
                  <a:gd name="connsiteY5" fmla="*/ 914707 h 1058137"/>
                  <a:gd name="connsiteX6" fmla="*/ 151851 w 1792582"/>
                  <a:gd name="connsiteY6" fmla="*/ 954758 h 1058137"/>
                  <a:gd name="connsiteX7" fmla="*/ 166428 w 1792582"/>
                  <a:gd name="connsiteY7" fmla="*/ 994808 h 1058137"/>
                  <a:gd name="connsiteX8" fmla="*/ 181005 w 1792582"/>
                  <a:gd name="connsiteY8" fmla="*/ 954758 h 1058137"/>
                  <a:gd name="connsiteX9" fmla="*/ 166428 w 1792582"/>
                  <a:gd name="connsiteY9" fmla="*/ 914707 h 1058137"/>
                  <a:gd name="connsiteX10" fmla="*/ 1484566 w 1792582"/>
                  <a:gd name="connsiteY10" fmla="*/ 912443 h 1058137"/>
                  <a:gd name="connsiteX11" fmla="*/ 1469642 w 1792582"/>
                  <a:gd name="connsiteY11" fmla="*/ 937376 h 1058137"/>
                  <a:gd name="connsiteX12" fmla="*/ 1469546 w 1792582"/>
                  <a:gd name="connsiteY12" fmla="*/ 942259 h 1058137"/>
                  <a:gd name="connsiteX13" fmla="*/ 1499391 w 1792582"/>
                  <a:gd name="connsiteY13" fmla="*/ 942259 h 1058137"/>
                  <a:gd name="connsiteX14" fmla="*/ 1499206 w 1792582"/>
                  <a:gd name="connsiteY14" fmla="*/ 937354 h 1058137"/>
                  <a:gd name="connsiteX15" fmla="*/ 1484566 w 1792582"/>
                  <a:gd name="connsiteY15" fmla="*/ 912443 h 1058137"/>
                  <a:gd name="connsiteX16" fmla="*/ 1070393 w 1792582"/>
                  <a:gd name="connsiteY16" fmla="*/ 912443 h 1058137"/>
                  <a:gd name="connsiteX17" fmla="*/ 1055156 w 1792582"/>
                  <a:gd name="connsiteY17" fmla="*/ 953247 h 1058137"/>
                  <a:gd name="connsiteX18" fmla="*/ 1070393 w 1792582"/>
                  <a:gd name="connsiteY18" fmla="*/ 994053 h 1058137"/>
                  <a:gd name="connsiteX19" fmla="*/ 1085631 w 1792582"/>
                  <a:gd name="connsiteY19" fmla="*/ 953247 h 1058137"/>
                  <a:gd name="connsiteX20" fmla="*/ 1070393 w 1792582"/>
                  <a:gd name="connsiteY20" fmla="*/ 912443 h 1058137"/>
                  <a:gd name="connsiteX21" fmla="*/ 915496 w 1792582"/>
                  <a:gd name="connsiteY21" fmla="*/ 912443 h 1058137"/>
                  <a:gd name="connsiteX22" fmla="*/ 900573 w 1792582"/>
                  <a:gd name="connsiteY22" fmla="*/ 937376 h 1058137"/>
                  <a:gd name="connsiteX23" fmla="*/ 900476 w 1792582"/>
                  <a:gd name="connsiteY23" fmla="*/ 942259 h 1058137"/>
                  <a:gd name="connsiteX24" fmla="*/ 930321 w 1792582"/>
                  <a:gd name="connsiteY24" fmla="*/ 942259 h 1058137"/>
                  <a:gd name="connsiteX25" fmla="*/ 930137 w 1792582"/>
                  <a:gd name="connsiteY25" fmla="*/ 937354 h 1058137"/>
                  <a:gd name="connsiteX26" fmla="*/ 915496 w 1792582"/>
                  <a:gd name="connsiteY26" fmla="*/ 912443 h 1058137"/>
                  <a:gd name="connsiteX27" fmla="*/ 637849 w 1792582"/>
                  <a:gd name="connsiteY27" fmla="*/ 912443 h 1058137"/>
                  <a:gd name="connsiteX28" fmla="*/ 622612 w 1792582"/>
                  <a:gd name="connsiteY28" fmla="*/ 953247 h 1058137"/>
                  <a:gd name="connsiteX29" fmla="*/ 637849 w 1792582"/>
                  <a:gd name="connsiteY29" fmla="*/ 994053 h 1058137"/>
                  <a:gd name="connsiteX30" fmla="*/ 653087 w 1792582"/>
                  <a:gd name="connsiteY30" fmla="*/ 953247 h 1058137"/>
                  <a:gd name="connsiteX31" fmla="*/ 637849 w 1792582"/>
                  <a:gd name="connsiteY31" fmla="*/ 912443 h 1058137"/>
                  <a:gd name="connsiteX32" fmla="*/ 263432 w 1792582"/>
                  <a:gd name="connsiteY32" fmla="*/ 912443 h 1058137"/>
                  <a:gd name="connsiteX33" fmla="*/ 248508 w 1792582"/>
                  <a:gd name="connsiteY33" fmla="*/ 937376 h 1058137"/>
                  <a:gd name="connsiteX34" fmla="*/ 248412 w 1792582"/>
                  <a:gd name="connsiteY34" fmla="*/ 942259 h 1058137"/>
                  <a:gd name="connsiteX35" fmla="*/ 278257 w 1792582"/>
                  <a:gd name="connsiteY35" fmla="*/ 942259 h 1058137"/>
                  <a:gd name="connsiteX36" fmla="*/ 278072 w 1792582"/>
                  <a:gd name="connsiteY36" fmla="*/ 937354 h 1058137"/>
                  <a:gd name="connsiteX37" fmla="*/ 263432 w 1792582"/>
                  <a:gd name="connsiteY37" fmla="*/ 912443 h 1058137"/>
                  <a:gd name="connsiteX38" fmla="*/ 1714910 w 1792582"/>
                  <a:gd name="connsiteY38" fmla="*/ 896590 h 1058137"/>
                  <a:gd name="connsiteX39" fmla="*/ 1734882 w 1792582"/>
                  <a:gd name="connsiteY39" fmla="*/ 896590 h 1058137"/>
                  <a:gd name="connsiteX40" fmla="*/ 1753333 w 1792582"/>
                  <a:gd name="connsiteY40" fmla="*/ 971008 h 1058137"/>
                  <a:gd name="connsiteX41" fmla="*/ 1772205 w 1792582"/>
                  <a:gd name="connsiteY41" fmla="*/ 896590 h 1058137"/>
                  <a:gd name="connsiteX42" fmla="*/ 1792177 w 1792582"/>
                  <a:gd name="connsiteY42" fmla="*/ 896590 h 1058137"/>
                  <a:gd name="connsiteX43" fmla="*/ 1746000 w 1792582"/>
                  <a:gd name="connsiteY43" fmla="*/ 1058137 h 1058137"/>
                  <a:gd name="connsiteX44" fmla="*/ 1726028 w 1792582"/>
                  <a:gd name="connsiteY44" fmla="*/ 1058137 h 1058137"/>
                  <a:gd name="connsiteX45" fmla="*/ 1742258 w 1792582"/>
                  <a:gd name="connsiteY45" fmla="*/ 998644 h 1058137"/>
                  <a:gd name="connsiteX46" fmla="*/ 1350499 w 1792582"/>
                  <a:gd name="connsiteY46" fmla="*/ 896590 h 1058137"/>
                  <a:gd name="connsiteX47" fmla="*/ 1370471 w 1792582"/>
                  <a:gd name="connsiteY47" fmla="*/ 896590 h 1058137"/>
                  <a:gd name="connsiteX48" fmla="*/ 1370471 w 1792582"/>
                  <a:gd name="connsiteY48" fmla="*/ 912636 h 1058137"/>
                  <a:gd name="connsiteX49" fmla="*/ 1392815 w 1792582"/>
                  <a:gd name="connsiteY49" fmla="*/ 896973 h 1058137"/>
                  <a:gd name="connsiteX50" fmla="*/ 1417110 w 1792582"/>
                  <a:gd name="connsiteY50" fmla="*/ 931246 h 1058137"/>
                  <a:gd name="connsiteX51" fmla="*/ 1417582 w 1792582"/>
                  <a:gd name="connsiteY51" fmla="*/ 1009192 h 1058137"/>
                  <a:gd name="connsiteX52" fmla="*/ 1397610 w 1792582"/>
                  <a:gd name="connsiteY52" fmla="*/ 1009192 h 1058137"/>
                  <a:gd name="connsiteX53" fmla="*/ 1397893 w 1792582"/>
                  <a:gd name="connsiteY53" fmla="*/ 936367 h 1058137"/>
                  <a:gd name="connsiteX54" fmla="*/ 1385541 w 1792582"/>
                  <a:gd name="connsiteY54" fmla="*/ 914392 h 1058137"/>
                  <a:gd name="connsiteX55" fmla="*/ 1370504 w 1792582"/>
                  <a:gd name="connsiteY55" fmla="*/ 934362 h 1058137"/>
                  <a:gd name="connsiteX56" fmla="*/ 1370390 w 1792582"/>
                  <a:gd name="connsiteY56" fmla="*/ 937613 h 1058137"/>
                  <a:gd name="connsiteX57" fmla="*/ 1370170 w 1792582"/>
                  <a:gd name="connsiteY57" fmla="*/ 937613 h 1058137"/>
                  <a:gd name="connsiteX58" fmla="*/ 1370170 w 1792582"/>
                  <a:gd name="connsiteY58" fmla="*/ 996661 h 1058137"/>
                  <a:gd name="connsiteX59" fmla="*/ 1370471 w 1792582"/>
                  <a:gd name="connsiteY59" fmla="*/ 996661 h 1058137"/>
                  <a:gd name="connsiteX60" fmla="*/ 1370471 w 1792582"/>
                  <a:gd name="connsiteY60" fmla="*/ 1009192 h 1058137"/>
                  <a:gd name="connsiteX61" fmla="*/ 1350499 w 1792582"/>
                  <a:gd name="connsiteY61" fmla="*/ 1009192 h 1058137"/>
                  <a:gd name="connsiteX62" fmla="*/ 703301 w 1792582"/>
                  <a:gd name="connsiteY62" fmla="*/ 896590 h 1058137"/>
                  <a:gd name="connsiteX63" fmla="*/ 723273 w 1792582"/>
                  <a:gd name="connsiteY63" fmla="*/ 896590 h 1058137"/>
                  <a:gd name="connsiteX64" fmla="*/ 723273 w 1792582"/>
                  <a:gd name="connsiteY64" fmla="*/ 935890 h 1058137"/>
                  <a:gd name="connsiteX65" fmla="*/ 723669 w 1792582"/>
                  <a:gd name="connsiteY65" fmla="*/ 935767 h 1058137"/>
                  <a:gd name="connsiteX66" fmla="*/ 723669 w 1792582"/>
                  <a:gd name="connsiteY66" fmla="*/ 977978 h 1058137"/>
                  <a:gd name="connsiteX67" fmla="*/ 723993 w 1792582"/>
                  <a:gd name="connsiteY67" fmla="*/ 977978 h 1058137"/>
                  <a:gd name="connsiteX68" fmla="*/ 724972 w 1792582"/>
                  <a:gd name="connsiteY68" fmla="*/ 985894 h 1058137"/>
                  <a:gd name="connsiteX69" fmla="*/ 736125 w 1792582"/>
                  <a:gd name="connsiteY69" fmla="*/ 994808 h 1058137"/>
                  <a:gd name="connsiteX70" fmla="*/ 747278 w 1792582"/>
                  <a:gd name="connsiteY70" fmla="*/ 985873 h 1058137"/>
                  <a:gd name="connsiteX71" fmla="*/ 748257 w 1792582"/>
                  <a:gd name="connsiteY71" fmla="*/ 977978 h 1058137"/>
                  <a:gd name="connsiteX72" fmla="*/ 748582 w 1792582"/>
                  <a:gd name="connsiteY72" fmla="*/ 977978 h 1058137"/>
                  <a:gd name="connsiteX73" fmla="*/ 748582 w 1792582"/>
                  <a:gd name="connsiteY73" fmla="*/ 917038 h 1058137"/>
                  <a:gd name="connsiteX74" fmla="*/ 748575 w 1792582"/>
                  <a:gd name="connsiteY74" fmla="*/ 917038 h 1058137"/>
                  <a:gd name="connsiteX75" fmla="*/ 748575 w 1792582"/>
                  <a:gd name="connsiteY75" fmla="*/ 896590 h 1058137"/>
                  <a:gd name="connsiteX76" fmla="*/ 768547 w 1792582"/>
                  <a:gd name="connsiteY76" fmla="*/ 896590 h 1058137"/>
                  <a:gd name="connsiteX77" fmla="*/ 768547 w 1792582"/>
                  <a:gd name="connsiteY77" fmla="*/ 975013 h 1058137"/>
                  <a:gd name="connsiteX78" fmla="*/ 768547 w 1792582"/>
                  <a:gd name="connsiteY78" fmla="*/ 975015 h 1058137"/>
                  <a:gd name="connsiteX79" fmla="*/ 768547 w 1792582"/>
                  <a:gd name="connsiteY79" fmla="*/ 975018 h 1058137"/>
                  <a:gd name="connsiteX80" fmla="*/ 768547 w 1792582"/>
                  <a:gd name="connsiteY80" fmla="*/ 976933 h 1058137"/>
                  <a:gd name="connsiteX81" fmla="*/ 768420 w 1792582"/>
                  <a:gd name="connsiteY81" fmla="*/ 976933 h 1058137"/>
                  <a:gd name="connsiteX82" fmla="*/ 767494 w 1792582"/>
                  <a:gd name="connsiteY82" fmla="*/ 990893 h 1058137"/>
                  <a:gd name="connsiteX83" fmla="*/ 735985 w 1792582"/>
                  <a:gd name="connsiteY83" fmla="*/ 1015821 h 1058137"/>
                  <a:gd name="connsiteX84" fmla="*/ 704476 w 1792582"/>
                  <a:gd name="connsiteY84" fmla="*/ 990904 h 1058137"/>
                  <a:gd name="connsiteX85" fmla="*/ 703550 w 1792582"/>
                  <a:gd name="connsiteY85" fmla="*/ 976933 h 1058137"/>
                  <a:gd name="connsiteX86" fmla="*/ 703301 w 1792582"/>
                  <a:gd name="connsiteY86" fmla="*/ 976933 h 1058137"/>
                  <a:gd name="connsiteX87" fmla="*/ 326701 w 1792582"/>
                  <a:gd name="connsiteY87" fmla="*/ 896590 h 1058137"/>
                  <a:gd name="connsiteX88" fmla="*/ 346672 w 1792582"/>
                  <a:gd name="connsiteY88" fmla="*/ 896590 h 1058137"/>
                  <a:gd name="connsiteX89" fmla="*/ 346672 w 1792582"/>
                  <a:gd name="connsiteY89" fmla="*/ 912636 h 1058137"/>
                  <a:gd name="connsiteX90" fmla="*/ 369017 w 1792582"/>
                  <a:gd name="connsiteY90" fmla="*/ 896973 h 1058137"/>
                  <a:gd name="connsiteX91" fmla="*/ 393311 w 1792582"/>
                  <a:gd name="connsiteY91" fmla="*/ 931246 h 1058137"/>
                  <a:gd name="connsiteX92" fmla="*/ 393784 w 1792582"/>
                  <a:gd name="connsiteY92" fmla="*/ 1009192 h 1058137"/>
                  <a:gd name="connsiteX93" fmla="*/ 373812 w 1792582"/>
                  <a:gd name="connsiteY93" fmla="*/ 1009192 h 1058137"/>
                  <a:gd name="connsiteX94" fmla="*/ 374095 w 1792582"/>
                  <a:gd name="connsiteY94" fmla="*/ 936367 h 1058137"/>
                  <a:gd name="connsiteX95" fmla="*/ 361743 w 1792582"/>
                  <a:gd name="connsiteY95" fmla="*/ 914392 h 1058137"/>
                  <a:gd name="connsiteX96" fmla="*/ 346705 w 1792582"/>
                  <a:gd name="connsiteY96" fmla="*/ 934362 h 1058137"/>
                  <a:gd name="connsiteX97" fmla="*/ 346592 w 1792582"/>
                  <a:gd name="connsiteY97" fmla="*/ 937613 h 1058137"/>
                  <a:gd name="connsiteX98" fmla="*/ 346372 w 1792582"/>
                  <a:gd name="connsiteY98" fmla="*/ 937613 h 1058137"/>
                  <a:gd name="connsiteX99" fmla="*/ 346372 w 1792582"/>
                  <a:gd name="connsiteY99" fmla="*/ 996661 h 1058137"/>
                  <a:gd name="connsiteX100" fmla="*/ 346672 w 1792582"/>
                  <a:gd name="connsiteY100" fmla="*/ 996661 h 1058137"/>
                  <a:gd name="connsiteX101" fmla="*/ 346672 w 1792582"/>
                  <a:gd name="connsiteY101" fmla="*/ 1009192 h 1058137"/>
                  <a:gd name="connsiteX102" fmla="*/ 326701 w 1792582"/>
                  <a:gd name="connsiteY102" fmla="*/ 1009192 h 1058137"/>
                  <a:gd name="connsiteX103" fmla="*/ 1645649 w 1792582"/>
                  <a:gd name="connsiteY103" fmla="*/ 896386 h 1058137"/>
                  <a:gd name="connsiteX104" fmla="*/ 1665951 w 1792582"/>
                  <a:gd name="connsiteY104" fmla="*/ 906430 h 1058137"/>
                  <a:gd name="connsiteX105" fmla="*/ 1667038 w 1792582"/>
                  <a:gd name="connsiteY105" fmla="*/ 908651 h 1058137"/>
                  <a:gd name="connsiteX106" fmla="*/ 1667038 w 1792582"/>
                  <a:gd name="connsiteY106" fmla="*/ 896728 h 1058137"/>
                  <a:gd name="connsiteX107" fmla="*/ 1687010 w 1792582"/>
                  <a:gd name="connsiteY107" fmla="*/ 896728 h 1058137"/>
                  <a:gd name="connsiteX108" fmla="*/ 1687010 w 1792582"/>
                  <a:gd name="connsiteY108" fmla="*/ 1006787 h 1058137"/>
                  <a:gd name="connsiteX109" fmla="*/ 1687010 w 1792582"/>
                  <a:gd name="connsiteY109" fmla="*/ 1006791 h 1058137"/>
                  <a:gd name="connsiteX110" fmla="*/ 1686300 w 1792582"/>
                  <a:gd name="connsiteY110" fmla="*/ 1021179 h 1058137"/>
                  <a:gd name="connsiteX111" fmla="*/ 1652581 w 1792582"/>
                  <a:gd name="connsiteY111" fmla="*/ 1057001 h 1058137"/>
                  <a:gd name="connsiteX112" fmla="*/ 1618862 w 1792582"/>
                  <a:gd name="connsiteY112" fmla="*/ 1021162 h 1058137"/>
                  <a:gd name="connsiteX113" fmla="*/ 1618816 w 1792582"/>
                  <a:gd name="connsiteY113" fmla="*/ 1020222 h 1058137"/>
                  <a:gd name="connsiteX114" fmla="*/ 1638139 w 1792582"/>
                  <a:gd name="connsiteY114" fmla="*/ 1020222 h 1058137"/>
                  <a:gd name="connsiteX115" fmla="*/ 1638891 w 1792582"/>
                  <a:gd name="connsiteY115" fmla="*/ 1025506 h 1058137"/>
                  <a:gd name="connsiteX116" fmla="*/ 1651560 w 1792582"/>
                  <a:gd name="connsiteY116" fmla="*/ 1039738 h 1058137"/>
                  <a:gd name="connsiteX117" fmla="*/ 1666731 w 1792582"/>
                  <a:gd name="connsiteY117" fmla="*/ 1012557 h 1058137"/>
                  <a:gd name="connsiteX118" fmla="*/ 1666892 w 1792582"/>
                  <a:gd name="connsiteY118" fmla="*/ 1006787 h 1058137"/>
                  <a:gd name="connsiteX119" fmla="*/ 1667038 w 1792582"/>
                  <a:gd name="connsiteY119" fmla="*/ 1006787 h 1058137"/>
                  <a:gd name="connsiteX120" fmla="*/ 1667038 w 1792582"/>
                  <a:gd name="connsiteY120" fmla="*/ 1000603 h 1058137"/>
                  <a:gd name="connsiteX121" fmla="*/ 1665481 w 1792582"/>
                  <a:gd name="connsiteY121" fmla="*/ 1003725 h 1058137"/>
                  <a:gd name="connsiteX122" fmla="*/ 1645649 w 1792582"/>
                  <a:gd name="connsiteY122" fmla="*/ 1013718 h 1058137"/>
                  <a:gd name="connsiteX123" fmla="*/ 1617463 w 1792582"/>
                  <a:gd name="connsiteY123" fmla="*/ 955052 h 1058137"/>
                  <a:gd name="connsiteX124" fmla="*/ 1645649 w 1792582"/>
                  <a:gd name="connsiteY124" fmla="*/ 896386 h 1058137"/>
                  <a:gd name="connsiteX125" fmla="*/ 1483922 w 1792582"/>
                  <a:gd name="connsiteY125" fmla="*/ 896249 h 1058137"/>
                  <a:gd name="connsiteX126" fmla="*/ 1517429 w 1792582"/>
                  <a:gd name="connsiteY126" fmla="*/ 932072 h 1058137"/>
                  <a:gd name="connsiteX127" fmla="*/ 1518040 w 1792582"/>
                  <a:gd name="connsiteY127" fmla="*/ 959244 h 1058137"/>
                  <a:gd name="connsiteX128" fmla="*/ 1469496 w 1792582"/>
                  <a:gd name="connsiteY128" fmla="*/ 959244 h 1058137"/>
                  <a:gd name="connsiteX129" fmla="*/ 1469772 w 1792582"/>
                  <a:gd name="connsiteY129" fmla="*/ 969136 h 1058137"/>
                  <a:gd name="connsiteX130" fmla="*/ 1484566 w 1792582"/>
                  <a:gd name="connsiteY130" fmla="*/ 994053 h 1058137"/>
                  <a:gd name="connsiteX131" fmla="*/ 1497612 w 1792582"/>
                  <a:gd name="connsiteY131" fmla="*/ 982086 h 1058137"/>
                  <a:gd name="connsiteX132" fmla="*/ 1498822 w 1792582"/>
                  <a:gd name="connsiteY132" fmla="*/ 973587 h 1058137"/>
                  <a:gd name="connsiteX133" fmla="*/ 1517846 w 1792582"/>
                  <a:gd name="connsiteY133" fmla="*/ 973587 h 1058137"/>
                  <a:gd name="connsiteX134" fmla="*/ 1517641 w 1792582"/>
                  <a:gd name="connsiteY134" fmla="*/ 977742 h 1058137"/>
                  <a:gd name="connsiteX135" fmla="*/ 1483922 w 1792582"/>
                  <a:gd name="connsiteY135" fmla="*/ 1013580 h 1058137"/>
                  <a:gd name="connsiteX136" fmla="*/ 1449076 w 1792582"/>
                  <a:gd name="connsiteY136" fmla="*/ 954914 h 1058137"/>
                  <a:gd name="connsiteX137" fmla="*/ 1483922 w 1792582"/>
                  <a:gd name="connsiteY137" fmla="*/ 896249 h 1058137"/>
                  <a:gd name="connsiteX138" fmla="*/ 1070504 w 1792582"/>
                  <a:gd name="connsiteY138" fmla="*/ 896249 h 1058137"/>
                  <a:gd name="connsiteX139" fmla="*/ 1105350 w 1792582"/>
                  <a:gd name="connsiteY139" fmla="*/ 954914 h 1058137"/>
                  <a:gd name="connsiteX140" fmla="*/ 1070504 w 1792582"/>
                  <a:gd name="connsiteY140" fmla="*/ 1013580 h 1058137"/>
                  <a:gd name="connsiteX141" fmla="*/ 1035658 w 1792582"/>
                  <a:gd name="connsiteY141" fmla="*/ 954914 h 1058137"/>
                  <a:gd name="connsiteX142" fmla="*/ 1070504 w 1792582"/>
                  <a:gd name="connsiteY142" fmla="*/ 896249 h 1058137"/>
                  <a:gd name="connsiteX143" fmla="*/ 914852 w 1792582"/>
                  <a:gd name="connsiteY143" fmla="*/ 896249 h 1058137"/>
                  <a:gd name="connsiteX144" fmla="*/ 948359 w 1792582"/>
                  <a:gd name="connsiteY144" fmla="*/ 932072 h 1058137"/>
                  <a:gd name="connsiteX145" fmla="*/ 948970 w 1792582"/>
                  <a:gd name="connsiteY145" fmla="*/ 959244 h 1058137"/>
                  <a:gd name="connsiteX146" fmla="*/ 900426 w 1792582"/>
                  <a:gd name="connsiteY146" fmla="*/ 959244 h 1058137"/>
                  <a:gd name="connsiteX147" fmla="*/ 900703 w 1792582"/>
                  <a:gd name="connsiteY147" fmla="*/ 969136 h 1058137"/>
                  <a:gd name="connsiteX148" fmla="*/ 915496 w 1792582"/>
                  <a:gd name="connsiteY148" fmla="*/ 994053 h 1058137"/>
                  <a:gd name="connsiteX149" fmla="*/ 928542 w 1792582"/>
                  <a:gd name="connsiteY149" fmla="*/ 982086 h 1058137"/>
                  <a:gd name="connsiteX150" fmla="*/ 929752 w 1792582"/>
                  <a:gd name="connsiteY150" fmla="*/ 973587 h 1058137"/>
                  <a:gd name="connsiteX151" fmla="*/ 948777 w 1792582"/>
                  <a:gd name="connsiteY151" fmla="*/ 973587 h 1058137"/>
                  <a:gd name="connsiteX152" fmla="*/ 948571 w 1792582"/>
                  <a:gd name="connsiteY152" fmla="*/ 977742 h 1058137"/>
                  <a:gd name="connsiteX153" fmla="*/ 914852 w 1792582"/>
                  <a:gd name="connsiteY153" fmla="*/ 1013580 h 1058137"/>
                  <a:gd name="connsiteX154" fmla="*/ 880006 w 1792582"/>
                  <a:gd name="connsiteY154" fmla="*/ 954914 h 1058137"/>
                  <a:gd name="connsiteX155" fmla="*/ 914852 w 1792582"/>
                  <a:gd name="connsiteY155" fmla="*/ 896249 h 1058137"/>
                  <a:gd name="connsiteX156" fmla="*/ 637960 w 1792582"/>
                  <a:gd name="connsiteY156" fmla="*/ 896249 h 1058137"/>
                  <a:gd name="connsiteX157" fmla="*/ 672806 w 1792582"/>
                  <a:gd name="connsiteY157" fmla="*/ 954914 h 1058137"/>
                  <a:gd name="connsiteX158" fmla="*/ 637960 w 1792582"/>
                  <a:gd name="connsiteY158" fmla="*/ 1013580 h 1058137"/>
                  <a:gd name="connsiteX159" fmla="*/ 603114 w 1792582"/>
                  <a:gd name="connsiteY159" fmla="*/ 954914 h 1058137"/>
                  <a:gd name="connsiteX160" fmla="*/ 637960 w 1792582"/>
                  <a:gd name="connsiteY160" fmla="*/ 896249 h 1058137"/>
                  <a:gd name="connsiteX161" fmla="*/ 262788 w 1792582"/>
                  <a:gd name="connsiteY161" fmla="*/ 896249 h 1058137"/>
                  <a:gd name="connsiteX162" fmla="*/ 296295 w 1792582"/>
                  <a:gd name="connsiteY162" fmla="*/ 932072 h 1058137"/>
                  <a:gd name="connsiteX163" fmla="*/ 296906 w 1792582"/>
                  <a:gd name="connsiteY163" fmla="*/ 959244 h 1058137"/>
                  <a:gd name="connsiteX164" fmla="*/ 248362 w 1792582"/>
                  <a:gd name="connsiteY164" fmla="*/ 959244 h 1058137"/>
                  <a:gd name="connsiteX165" fmla="*/ 248638 w 1792582"/>
                  <a:gd name="connsiteY165" fmla="*/ 969136 h 1058137"/>
                  <a:gd name="connsiteX166" fmla="*/ 263432 w 1792582"/>
                  <a:gd name="connsiteY166" fmla="*/ 994053 h 1058137"/>
                  <a:gd name="connsiteX167" fmla="*/ 276478 w 1792582"/>
                  <a:gd name="connsiteY167" fmla="*/ 982086 h 1058137"/>
                  <a:gd name="connsiteX168" fmla="*/ 277688 w 1792582"/>
                  <a:gd name="connsiteY168" fmla="*/ 973587 h 1058137"/>
                  <a:gd name="connsiteX169" fmla="*/ 296712 w 1792582"/>
                  <a:gd name="connsiteY169" fmla="*/ 973587 h 1058137"/>
                  <a:gd name="connsiteX170" fmla="*/ 296507 w 1792582"/>
                  <a:gd name="connsiteY170" fmla="*/ 977742 h 1058137"/>
                  <a:gd name="connsiteX171" fmla="*/ 262788 w 1792582"/>
                  <a:gd name="connsiteY171" fmla="*/ 1013580 h 1058137"/>
                  <a:gd name="connsiteX172" fmla="*/ 227942 w 1792582"/>
                  <a:gd name="connsiteY172" fmla="*/ 954914 h 1058137"/>
                  <a:gd name="connsiteX173" fmla="*/ 262788 w 1792582"/>
                  <a:gd name="connsiteY173" fmla="*/ 896249 h 1058137"/>
                  <a:gd name="connsiteX174" fmla="*/ 174241 w 1792582"/>
                  <a:gd name="connsiteY174" fmla="*/ 896248 h 1058137"/>
                  <a:gd name="connsiteX175" fmla="*/ 202427 w 1792582"/>
                  <a:gd name="connsiteY175" fmla="*/ 954914 h 1058137"/>
                  <a:gd name="connsiteX176" fmla="*/ 174241 w 1792582"/>
                  <a:gd name="connsiteY176" fmla="*/ 1013580 h 1058137"/>
                  <a:gd name="connsiteX177" fmla="*/ 159360 w 1792582"/>
                  <a:gd name="connsiteY177" fmla="*/ 1008995 h 1058137"/>
                  <a:gd name="connsiteX178" fmla="*/ 152852 w 1792582"/>
                  <a:gd name="connsiteY178" fmla="*/ 999395 h 1058137"/>
                  <a:gd name="connsiteX179" fmla="*/ 152852 w 1792582"/>
                  <a:gd name="connsiteY179" fmla="*/ 1056246 h 1058137"/>
                  <a:gd name="connsiteX180" fmla="*/ 132881 w 1792582"/>
                  <a:gd name="connsiteY180" fmla="*/ 1056246 h 1058137"/>
                  <a:gd name="connsiteX181" fmla="*/ 132881 w 1792582"/>
                  <a:gd name="connsiteY181" fmla="*/ 896590 h 1058137"/>
                  <a:gd name="connsiteX182" fmla="*/ 152852 w 1792582"/>
                  <a:gd name="connsiteY182" fmla="*/ 896590 h 1058137"/>
                  <a:gd name="connsiteX183" fmla="*/ 152852 w 1792582"/>
                  <a:gd name="connsiteY183" fmla="*/ 909865 h 1058137"/>
                  <a:gd name="connsiteX184" fmla="*/ 158909 w 1792582"/>
                  <a:gd name="connsiteY184" fmla="*/ 900882 h 1058137"/>
                  <a:gd name="connsiteX185" fmla="*/ 174241 w 1792582"/>
                  <a:gd name="connsiteY185" fmla="*/ 896248 h 1058137"/>
                  <a:gd name="connsiteX186" fmla="*/ 1592774 w 1792582"/>
                  <a:gd name="connsiteY186" fmla="*/ 892438 h 1058137"/>
                  <a:gd name="connsiteX187" fmla="*/ 1592774 w 1792582"/>
                  <a:gd name="connsiteY187" fmla="*/ 914707 h 1058137"/>
                  <a:gd name="connsiteX188" fmla="*/ 1572318 w 1792582"/>
                  <a:gd name="connsiteY188" fmla="*/ 924898 h 1058137"/>
                  <a:gd name="connsiteX189" fmla="*/ 1570506 w 1792582"/>
                  <a:gd name="connsiteY189" fmla="*/ 930363 h 1058137"/>
                  <a:gd name="connsiteX190" fmla="*/ 1570506 w 1792582"/>
                  <a:gd name="connsiteY190" fmla="*/ 1009192 h 1058137"/>
                  <a:gd name="connsiteX191" fmla="*/ 1550534 w 1792582"/>
                  <a:gd name="connsiteY191" fmla="*/ 1009192 h 1058137"/>
                  <a:gd name="connsiteX192" fmla="*/ 1550534 w 1792582"/>
                  <a:gd name="connsiteY192" fmla="*/ 896590 h 1058137"/>
                  <a:gd name="connsiteX193" fmla="*/ 1570506 w 1792582"/>
                  <a:gd name="connsiteY193" fmla="*/ 896590 h 1058137"/>
                  <a:gd name="connsiteX194" fmla="*/ 1570506 w 1792582"/>
                  <a:gd name="connsiteY194" fmla="*/ 906833 h 1058137"/>
                  <a:gd name="connsiteX195" fmla="*/ 1571627 w 1792582"/>
                  <a:gd name="connsiteY195" fmla="*/ 905336 h 1058137"/>
                  <a:gd name="connsiteX196" fmla="*/ 1592774 w 1792582"/>
                  <a:gd name="connsiteY196" fmla="*/ 892438 h 1058137"/>
                  <a:gd name="connsiteX197" fmla="*/ 824066 w 1792582"/>
                  <a:gd name="connsiteY197" fmla="*/ 891683 h 1058137"/>
                  <a:gd name="connsiteX198" fmla="*/ 846335 w 1792582"/>
                  <a:gd name="connsiteY198" fmla="*/ 897345 h 1058137"/>
                  <a:gd name="connsiteX199" fmla="*/ 846335 w 1792582"/>
                  <a:gd name="connsiteY199" fmla="*/ 916217 h 1058137"/>
                  <a:gd name="connsiteX200" fmla="*/ 815762 w 1792582"/>
                  <a:gd name="connsiteY200" fmla="*/ 924520 h 1058137"/>
                  <a:gd name="connsiteX201" fmla="*/ 832661 w 1792582"/>
                  <a:gd name="connsiteY201" fmla="*/ 947285 h 1058137"/>
                  <a:gd name="connsiteX202" fmla="*/ 854638 w 1792582"/>
                  <a:gd name="connsiteY202" fmla="*/ 979626 h 1058137"/>
                  <a:gd name="connsiteX203" fmla="*/ 824444 w 1792582"/>
                  <a:gd name="connsiteY203" fmla="*/ 1013595 h 1058137"/>
                  <a:gd name="connsiteX204" fmla="*/ 802175 w 1792582"/>
                  <a:gd name="connsiteY204" fmla="*/ 1007934 h 1058137"/>
                  <a:gd name="connsiteX205" fmla="*/ 802175 w 1792582"/>
                  <a:gd name="connsiteY205" fmla="*/ 987929 h 1058137"/>
                  <a:gd name="connsiteX206" fmla="*/ 822179 w 1792582"/>
                  <a:gd name="connsiteY206" fmla="*/ 994723 h 1058137"/>
                  <a:gd name="connsiteX207" fmla="*/ 836521 w 1792582"/>
                  <a:gd name="connsiteY207" fmla="*/ 979248 h 1058137"/>
                  <a:gd name="connsiteX208" fmla="*/ 816301 w 1792582"/>
                  <a:gd name="connsiteY208" fmla="*/ 954931 h 1058137"/>
                  <a:gd name="connsiteX209" fmla="*/ 796988 w 1792582"/>
                  <a:gd name="connsiteY209" fmla="*/ 925652 h 1058137"/>
                  <a:gd name="connsiteX210" fmla="*/ 824066 w 1792582"/>
                  <a:gd name="connsiteY210" fmla="*/ 891683 h 1058137"/>
                  <a:gd name="connsiteX211" fmla="*/ 56436 w 1792582"/>
                  <a:gd name="connsiteY211" fmla="*/ 860524 h 1058137"/>
                  <a:gd name="connsiteX212" fmla="*/ 35735 w 1792582"/>
                  <a:gd name="connsiteY212" fmla="*/ 926643 h 1058137"/>
                  <a:gd name="connsiteX213" fmla="*/ 56436 w 1792582"/>
                  <a:gd name="connsiteY213" fmla="*/ 992761 h 1058137"/>
                  <a:gd name="connsiteX214" fmla="*/ 77136 w 1792582"/>
                  <a:gd name="connsiteY214" fmla="*/ 926643 h 1058137"/>
                  <a:gd name="connsiteX215" fmla="*/ 56436 w 1792582"/>
                  <a:gd name="connsiteY215" fmla="*/ 860524 h 1058137"/>
                  <a:gd name="connsiteX216" fmla="*/ 56672 w 1792582"/>
                  <a:gd name="connsiteY216" fmla="*/ 839708 h 1058137"/>
                  <a:gd name="connsiteX217" fmla="*/ 100557 w 1792582"/>
                  <a:gd name="connsiteY217" fmla="*/ 926644 h 1058137"/>
                  <a:gd name="connsiteX218" fmla="*/ 56672 w 1792582"/>
                  <a:gd name="connsiteY218" fmla="*/ 1013580 h 1058137"/>
                  <a:gd name="connsiteX219" fmla="*/ 12787 w 1792582"/>
                  <a:gd name="connsiteY219" fmla="*/ 926644 h 1058137"/>
                  <a:gd name="connsiteX220" fmla="*/ 56672 w 1792582"/>
                  <a:gd name="connsiteY220" fmla="*/ 839708 h 1058137"/>
                  <a:gd name="connsiteX221" fmla="*/ 1261002 w 1792582"/>
                  <a:gd name="connsiteY221" fmla="*/ 839707 h 1058137"/>
                  <a:gd name="connsiteX222" fmla="*/ 1267808 w 1792582"/>
                  <a:gd name="connsiteY222" fmla="*/ 839707 h 1058137"/>
                  <a:gd name="connsiteX223" fmla="*/ 1282685 w 1792582"/>
                  <a:gd name="connsiteY223" fmla="*/ 839707 h 1058137"/>
                  <a:gd name="connsiteX224" fmla="*/ 1322930 w 1792582"/>
                  <a:gd name="connsiteY224" fmla="*/ 839707 h 1058137"/>
                  <a:gd name="connsiteX225" fmla="*/ 1322930 w 1792582"/>
                  <a:gd name="connsiteY225" fmla="*/ 858017 h 1058137"/>
                  <a:gd name="connsiteX226" fmla="*/ 1282685 w 1792582"/>
                  <a:gd name="connsiteY226" fmla="*/ 858017 h 1058137"/>
                  <a:gd name="connsiteX227" fmla="*/ 1282685 w 1792582"/>
                  <a:gd name="connsiteY227" fmla="*/ 914391 h 1058137"/>
                  <a:gd name="connsiteX228" fmla="*/ 1318112 w 1792582"/>
                  <a:gd name="connsiteY228" fmla="*/ 914391 h 1058137"/>
                  <a:gd name="connsiteX229" fmla="*/ 1318112 w 1792582"/>
                  <a:gd name="connsiteY229" fmla="*/ 932701 h 1058137"/>
                  <a:gd name="connsiteX230" fmla="*/ 1282685 w 1792582"/>
                  <a:gd name="connsiteY230" fmla="*/ 932701 h 1058137"/>
                  <a:gd name="connsiteX231" fmla="*/ 1282685 w 1792582"/>
                  <a:gd name="connsiteY231" fmla="*/ 992581 h 1058137"/>
                  <a:gd name="connsiteX232" fmla="*/ 1322930 w 1792582"/>
                  <a:gd name="connsiteY232" fmla="*/ 992581 h 1058137"/>
                  <a:gd name="connsiteX233" fmla="*/ 1322930 w 1792582"/>
                  <a:gd name="connsiteY233" fmla="*/ 1010891 h 1058137"/>
                  <a:gd name="connsiteX234" fmla="*/ 1282685 w 1792582"/>
                  <a:gd name="connsiteY234" fmla="*/ 1010891 h 1058137"/>
                  <a:gd name="connsiteX235" fmla="*/ 1267808 w 1792582"/>
                  <a:gd name="connsiteY235" fmla="*/ 1010891 h 1058137"/>
                  <a:gd name="connsiteX236" fmla="*/ 1261002 w 1792582"/>
                  <a:gd name="connsiteY236" fmla="*/ 1010891 h 1058137"/>
                  <a:gd name="connsiteX237" fmla="*/ 489126 w 1792582"/>
                  <a:gd name="connsiteY237" fmla="*/ 838658 h 1058137"/>
                  <a:gd name="connsiteX238" fmla="*/ 510809 w 1792582"/>
                  <a:gd name="connsiteY238" fmla="*/ 838658 h 1058137"/>
                  <a:gd name="connsiteX239" fmla="*/ 510809 w 1792582"/>
                  <a:gd name="connsiteY239" fmla="*/ 905619 h 1058137"/>
                  <a:gd name="connsiteX240" fmla="*/ 546246 w 1792582"/>
                  <a:gd name="connsiteY240" fmla="*/ 905619 h 1058137"/>
                  <a:gd name="connsiteX241" fmla="*/ 546246 w 1792582"/>
                  <a:gd name="connsiteY241" fmla="*/ 838658 h 1058137"/>
                  <a:gd name="connsiteX242" fmla="*/ 567930 w 1792582"/>
                  <a:gd name="connsiteY242" fmla="*/ 838658 h 1058137"/>
                  <a:gd name="connsiteX243" fmla="*/ 567930 w 1792582"/>
                  <a:gd name="connsiteY243" fmla="*/ 1009192 h 1058137"/>
                  <a:gd name="connsiteX244" fmla="*/ 546246 w 1792582"/>
                  <a:gd name="connsiteY244" fmla="*/ 1009192 h 1058137"/>
                  <a:gd name="connsiteX245" fmla="*/ 546246 w 1792582"/>
                  <a:gd name="connsiteY245" fmla="*/ 923859 h 1058137"/>
                  <a:gd name="connsiteX246" fmla="*/ 510809 w 1792582"/>
                  <a:gd name="connsiteY246" fmla="*/ 923859 h 1058137"/>
                  <a:gd name="connsiteX247" fmla="*/ 510809 w 1792582"/>
                  <a:gd name="connsiteY247" fmla="*/ 1009192 h 1058137"/>
                  <a:gd name="connsiteX248" fmla="*/ 489126 w 1792582"/>
                  <a:gd name="connsiteY248" fmla="*/ 1009192 h 1058137"/>
                  <a:gd name="connsiteX249" fmla="*/ 1162901 w 1792582"/>
                  <a:gd name="connsiteY249" fmla="*/ 821998 h 1058137"/>
                  <a:gd name="connsiteX250" fmla="*/ 1177725 w 1792582"/>
                  <a:gd name="connsiteY250" fmla="*/ 823498 h 1058137"/>
                  <a:gd name="connsiteX251" fmla="*/ 1177725 w 1792582"/>
                  <a:gd name="connsiteY251" fmla="*/ 843469 h 1058137"/>
                  <a:gd name="connsiteX252" fmla="*/ 1159420 w 1792582"/>
                  <a:gd name="connsiteY252" fmla="*/ 854141 h 1058137"/>
                  <a:gd name="connsiteX253" fmla="*/ 1159420 w 1792582"/>
                  <a:gd name="connsiteY253" fmla="*/ 895458 h 1058137"/>
                  <a:gd name="connsiteX254" fmla="*/ 1177725 w 1792582"/>
                  <a:gd name="connsiteY254" fmla="*/ 895458 h 1058137"/>
                  <a:gd name="connsiteX255" fmla="*/ 1177725 w 1792582"/>
                  <a:gd name="connsiteY255" fmla="*/ 912236 h 1058137"/>
                  <a:gd name="connsiteX256" fmla="*/ 1159420 w 1792582"/>
                  <a:gd name="connsiteY256" fmla="*/ 912236 h 1058137"/>
                  <a:gd name="connsiteX257" fmla="*/ 1159420 w 1792582"/>
                  <a:gd name="connsiteY257" fmla="*/ 1009192 h 1058137"/>
                  <a:gd name="connsiteX258" fmla="*/ 1139449 w 1792582"/>
                  <a:gd name="connsiteY258" fmla="*/ 1009192 h 1058137"/>
                  <a:gd name="connsiteX259" fmla="*/ 1139449 w 1792582"/>
                  <a:gd name="connsiteY259" fmla="*/ 912236 h 1058137"/>
                  <a:gd name="connsiteX260" fmla="*/ 1127527 w 1792582"/>
                  <a:gd name="connsiteY260" fmla="*/ 912236 h 1058137"/>
                  <a:gd name="connsiteX261" fmla="*/ 1127527 w 1792582"/>
                  <a:gd name="connsiteY261" fmla="*/ 895458 h 1058137"/>
                  <a:gd name="connsiteX262" fmla="*/ 1139449 w 1792582"/>
                  <a:gd name="connsiteY262" fmla="*/ 895458 h 1058137"/>
                  <a:gd name="connsiteX263" fmla="*/ 1139449 w 1792582"/>
                  <a:gd name="connsiteY263" fmla="*/ 844747 h 1058137"/>
                  <a:gd name="connsiteX264" fmla="*/ 1162901 w 1792582"/>
                  <a:gd name="connsiteY264" fmla="*/ 821998 h 1058137"/>
                  <a:gd name="connsiteX265" fmla="*/ 0 w 1792582"/>
                  <a:gd name="connsiteY265" fmla="*/ 698203 h 1058137"/>
                  <a:gd name="connsiteX266" fmla="*/ 1792582 w 1792582"/>
                  <a:gd name="connsiteY266" fmla="*/ 698203 h 1058137"/>
                  <a:gd name="connsiteX267" fmla="*/ 1792582 w 1792582"/>
                  <a:gd name="connsiteY267" fmla="*/ 703247 h 1058137"/>
                  <a:gd name="connsiteX268" fmla="*/ 1792582 w 1792582"/>
                  <a:gd name="connsiteY268" fmla="*/ 757745 h 1058137"/>
                  <a:gd name="connsiteX269" fmla="*/ 1792582 w 1792582"/>
                  <a:gd name="connsiteY269" fmla="*/ 777019 h 1058137"/>
                  <a:gd name="connsiteX270" fmla="*/ 0 w 1792582"/>
                  <a:gd name="connsiteY270" fmla="*/ 777019 h 1058137"/>
                  <a:gd name="connsiteX271" fmla="*/ 827858 w 1792582"/>
                  <a:gd name="connsiteY271" fmla="*/ 57086 h 1058137"/>
                  <a:gd name="connsiteX272" fmla="*/ 771089 w 1792582"/>
                  <a:gd name="connsiteY272" fmla="*/ 238408 h 1058137"/>
                  <a:gd name="connsiteX273" fmla="*/ 827858 w 1792582"/>
                  <a:gd name="connsiteY273" fmla="*/ 419730 h 1058137"/>
                  <a:gd name="connsiteX274" fmla="*/ 884626 w 1792582"/>
                  <a:gd name="connsiteY274" fmla="*/ 238408 h 1058137"/>
                  <a:gd name="connsiteX275" fmla="*/ 827858 w 1792582"/>
                  <a:gd name="connsiteY275" fmla="*/ 57086 h 1058137"/>
                  <a:gd name="connsiteX276" fmla="*/ 119700 w 1792582"/>
                  <a:gd name="connsiteY276" fmla="*/ 57086 h 1058137"/>
                  <a:gd name="connsiteX277" fmla="*/ 62931 w 1792582"/>
                  <a:gd name="connsiteY277" fmla="*/ 238408 h 1058137"/>
                  <a:gd name="connsiteX278" fmla="*/ 119700 w 1792582"/>
                  <a:gd name="connsiteY278" fmla="*/ 419730 h 1058137"/>
                  <a:gd name="connsiteX279" fmla="*/ 176468 w 1792582"/>
                  <a:gd name="connsiteY279" fmla="*/ 238408 h 1058137"/>
                  <a:gd name="connsiteX280" fmla="*/ 119700 w 1792582"/>
                  <a:gd name="connsiteY280" fmla="*/ 57086 h 1058137"/>
                  <a:gd name="connsiteX281" fmla="*/ 364615 w 1792582"/>
                  <a:gd name="connsiteY281" fmla="*/ 7754 h 1058137"/>
                  <a:gd name="connsiteX282" fmla="*/ 425426 w 1792582"/>
                  <a:gd name="connsiteY282" fmla="*/ 7754 h 1058137"/>
                  <a:gd name="connsiteX283" fmla="*/ 425426 w 1792582"/>
                  <a:gd name="connsiteY283" fmla="*/ 188764 h 1058137"/>
                  <a:gd name="connsiteX284" fmla="*/ 519025 w 1792582"/>
                  <a:gd name="connsiteY284" fmla="*/ 188764 h 1058137"/>
                  <a:gd name="connsiteX285" fmla="*/ 519025 w 1792582"/>
                  <a:gd name="connsiteY285" fmla="*/ 7754 h 1058137"/>
                  <a:gd name="connsiteX286" fmla="*/ 579836 w 1792582"/>
                  <a:gd name="connsiteY286" fmla="*/ 7754 h 1058137"/>
                  <a:gd name="connsiteX287" fmla="*/ 579836 w 1792582"/>
                  <a:gd name="connsiteY287" fmla="*/ 468746 h 1058137"/>
                  <a:gd name="connsiteX288" fmla="*/ 519025 w 1792582"/>
                  <a:gd name="connsiteY288" fmla="*/ 468746 h 1058137"/>
                  <a:gd name="connsiteX289" fmla="*/ 519025 w 1792582"/>
                  <a:gd name="connsiteY289" fmla="*/ 238072 h 1058137"/>
                  <a:gd name="connsiteX290" fmla="*/ 425426 w 1792582"/>
                  <a:gd name="connsiteY290" fmla="*/ 238072 h 1058137"/>
                  <a:gd name="connsiteX291" fmla="*/ 425426 w 1792582"/>
                  <a:gd name="connsiteY291" fmla="*/ 468746 h 1058137"/>
                  <a:gd name="connsiteX292" fmla="*/ 364615 w 1792582"/>
                  <a:gd name="connsiteY292" fmla="*/ 468746 h 1058137"/>
                  <a:gd name="connsiteX293" fmla="*/ 828506 w 1792582"/>
                  <a:gd name="connsiteY293" fmla="*/ 0 h 1058137"/>
                  <a:gd name="connsiteX294" fmla="*/ 948855 w 1792582"/>
                  <a:gd name="connsiteY294" fmla="*/ 238412 h 1058137"/>
                  <a:gd name="connsiteX295" fmla="*/ 828506 w 1792582"/>
                  <a:gd name="connsiteY295" fmla="*/ 476823 h 1058137"/>
                  <a:gd name="connsiteX296" fmla="*/ 708157 w 1792582"/>
                  <a:gd name="connsiteY296" fmla="*/ 238412 h 1058137"/>
                  <a:gd name="connsiteX297" fmla="*/ 828506 w 1792582"/>
                  <a:gd name="connsiteY297" fmla="*/ 0 h 1058137"/>
                  <a:gd name="connsiteX298" fmla="*/ 120349 w 1792582"/>
                  <a:gd name="connsiteY298" fmla="*/ 0 h 1058137"/>
                  <a:gd name="connsiteX299" fmla="*/ 240698 w 1792582"/>
                  <a:gd name="connsiteY299" fmla="*/ 238412 h 1058137"/>
                  <a:gd name="connsiteX300" fmla="*/ 120349 w 1792582"/>
                  <a:gd name="connsiteY300" fmla="*/ 476823 h 1058137"/>
                  <a:gd name="connsiteX301" fmla="*/ 0 w 1792582"/>
                  <a:gd name="connsiteY301" fmla="*/ 238412 h 1058137"/>
                  <a:gd name="connsiteX302" fmla="*/ 120349 w 1792582"/>
                  <a:gd name="connsiteY302" fmla="*/ 0 h 10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Lst>
                <a:rect l="l" t="t" r="r" b="b"/>
                <a:pathLst>
                  <a:path w="1792582" h="1058137">
                    <a:moveTo>
                      <a:pt x="1653463" y="914845"/>
                    </a:moveTo>
                    <a:cubicBezTo>
                      <a:pt x="1641327" y="914773"/>
                      <a:pt x="1638885" y="932776"/>
                      <a:pt x="1638885" y="954895"/>
                    </a:cubicBezTo>
                    <a:cubicBezTo>
                      <a:pt x="1638885" y="977014"/>
                      <a:pt x="1639618" y="994906"/>
                      <a:pt x="1653463" y="994945"/>
                    </a:cubicBezTo>
                    <a:cubicBezTo>
                      <a:pt x="1666640" y="994983"/>
                      <a:pt x="1668040" y="977014"/>
                      <a:pt x="1668040" y="954895"/>
                    </a:cubicBezTo>
                    <a:cubicBezTo>
                      <a:pt x="1668040" y="932776"/>
                      <a:pt x="1667526" y="914928"/>
                      <a:pt x="1653463" y="914845"/>
                    </a:cubicBezTo>
                    <a:close/>
                    <a:moveTo>
                      <a:pt x="166428" y="914707"/>
                    </a:moveTo>
                    <a:cubicBezTo>
                      <a:pt x="152365" y="914790"/>
                      <a:pt x="151851" y="932638"/>
                      <a:pt x="151851" y="954758"/>
                    </a:cubicBezTo>
                    <a:cubicBezTo>
                      <a:pt x="151851" y="976877"/>
                      <a:pt x="153251" y="994845"/>
                      <a:pt x="166428" y="994808"/>
                    </a:cubicBezTo>
                    <a:cubicBezTo>
                      <a:pt x="180272" y="994768"/>
                      <a:pt x="181005" y="976877"/>
                      <a:pt x="181005" y="954758"/>
                    </a:cubicBezTo>
                    <a:cubicBezTo>
                      <a:pt x="181005" y="932638"/>
                      <a:pt x="178563" y="914636"/>
                      <a:pt x="166428" y="914707"/>
                    </a:cubicBezTo>
                    <a:close/>
                    <a:moveTo>
                      <a:pt x="1484566" y="912443"/>
                    </a:moveTo>
                    <a:cubicBezTo>
                      <a:pt x="1473541" y="912506"/>
                      <a:pt x="1470482" y="922751"/>
                      <a:pt x="1469642" y="937376"/>
                    </a:cubicBezTo>
                    <a:lnTo>
                      <a:pt x="1469546" y="942259"/>
                    </a:lnTo>
                    <a:lnTo>
                      <a:pt x="1499391" y="942259"/>
                    </a:lnTo>
                    <a:cubicBezTo>
                      <a:pt x="1499329" y="940624"/>
                      <a:pt x="1499268" y="938989"/>
                      <a:pt x="1499206" y="937354"/>
                    </a:cubicBezTo>
                    <a:cubicBezTo>
                      <a:pt x="1497894" y="922692"/>
                      <a:pt x="1494080" y="912388"/>
                      <a:pt x="1484566" y="912443"/>
                    </a:cubicBezTo>
                    <a:close/>
                    <a:moveTo>
                      <a:pt x="1070393" y="912443"/>
                    </a:moveTo>
                    <a:cubicBezTo>
                      <a:pt x="1055693" y="912527"/>
                      <a:pt x="1055156" y="930712"/>
                      <a:pt x="1055156" y="953247"/>
                    </a:cubicBezTo>
                    <a:cubicBezTo>
                      <a:pt x="1055156" y="975784"/>
                      <a:pt x="1056619" y="994091"/>
                      <a:pt x="1070393" y="994053"/>
                    </a:cubicBezTo>
                    <a:cubicBezTo>
                      <a:pt x="1084865" y="994013"/>
                      <a:pt x="1085631" y="975784"/>
                      <a:pt x="1085631" y="953247"/>
                    </a:cubicBezTo>
                    <a:cubicBezTo>
                      <a:pt x="1085631" y="930712"/>
                      <a:pt x="1083078" y="912369"/>
                      <a:pt x="1070393" y="912443"/>
                    </a:cubicBezTo>
                    <a:close/>
                    <a:moveTo>
                      <a:pt x="915496" y="912443"/>
                    </a:moveTo>
                    <a:cubicBezTo>
                      <a:pt x="904471" y="912506"/>
                      <a:pt x="901413" y="922751"/>
                      <a:pt x="900573" y="937376"/>
                    </a:cubicBezTo>
                    <a:lnTo>
                      <a:pt x="900476" y="942259"/>
                    </a:lnTo>
                    <a:lnTo>
                      <a:pt x="930321" y="942259"/>
                    </a:lnTo>
                    <a:cubicBezTo>
                      <a:pt x="930260" y="940624"/>
                      <a:pt x="930198" y="938989"/>
                      <a:pt x="930137" y="937354"/>
                    </a:cubicBezTo>
                    <a:cubicBezTo>
                      <a:pt x="928824" y="922692"/>
                      <a:pt x="925010" y="912388"/>
                      <a:pt x="915496" y="912443"/>
                    </a:cubicBezTo>
                    <a:close/>
                    <a:moveTo>
                      <a:pt x="637849" y="912443"/>
                    </a:moveTo>
                    <a:cubicBezTo>
                      <a:pt x="623149" y="912527"/>
                      <a:pt x="622612" y="930712"/>
                      <a:pt x="622612" y="953247"/>
                    </a:cubicBezTo>
                    <a:cubicBezTo>
                      <a:pt x="622612" y="975784"/>
                      <a:pt x="624075" y="994091"/>
                      <a:pt x="637849" y="994053"/>
                    </a:cubicBezTo>
                    <a:cubicBezTo>
                      <a:pt x="652320" y="994013"/>
                      <a:pt x="653087" y="975784"/>
                      <a:pt x="653087" y="953247"/>
                    </a:cubicBezTo>
                    <a:cubicBezTo>
                      <a:pt x="653087" y="930712"/>
                      <a:pt x="650534" y="912369"/>
                      <a:pt x="637849" y="912443"/>
                    </a:cubicBezTo>
                    <a:close/>
                    <a:moveTo>
                      <a:pt x="263432" y="912443"/>
                    </a:moveTo>
                    <a:cubicBezTo>
                      <a:pt x="252407" y="912506"/>
                      <a:pt x="249348" y="922751"/>
                      <a:pt x="248508" y="937376"/>
                    </a:cubicBezTo>
                    <a:lnTo>
                      <a:pt x="248412" y="942259"/>
                    </a:lnTo>
                    <a:lnTo>
                      <a:pt x="278257" y="942259"/>
                    </a:lnTo>
                    <a:cubicBezTo>
                      <a:pt x="278195" y="940624"/>
                      <a:pt x="278134" y="938989"/>
                      <a:pt x="278072" y="937354"/>
                    </a:cubicBezTo>
                    <a:cubicBezTo>
                      <a:pt x="276760" y="922692"/>
                      <a:pt x="272946" y="912388"/>
                      <a:pt x="263432" y="912443"/>
                    </a:cubicBezTo>
                    <a:close/>
                    <a:moveTo>
                      <a:pt x="1714910" y="896590"/>
                    </a:moveTo>
                    <a:lnTo>
                      <a:pt x="1734882" y="896590"/>
                    </a:lnTo>
                    <a:lnTo>
                      <a:pt x="1753333" y="971008"/>
                    </a:lnTo>
                    <a:lnTo>
                      <a:pt x="1772205" y="896590"/>
                    </a:lnTo>
                    <a:lnTo>
                      <a:pt x="1792177" y="896590"/>
                    </a:lnTo>
                    <a:lnTo>
                      <a:pt x="1746000" y="1058137"/>
                    </a:lnTo>
                    <a:lnTo>
                      <a:pt x="1726028" y="1058137"/>
                    </a:lnTo>
                    <a:lnTo>
                      <a:pt x="1742258" y="998644"/>
                    </a:lnTo>
                    <a:close/>
                    <a:moveTo>
                      <a:pt x="1350499" y="896590"/>
                    </a:moveTo>
                    <a:lnTo>
                      <a:pt x="1370471" y="896590"/>
                    </a:lnTo>
                    <a:lnTo>
                      <a:pt x="1370471" y="912636"/>
                    </a:lnTo>
                    <a:cubicBezTo>
                      <a:pt x="1375276" y="905653"/>
                      <a:pt x="1376083" y="897276"/>
                      <a:pt x="1392815" y="896973"/>
                    </a:cubicBezTo>
                    <a:cubicBezTo>
                      <a:pt x="1414114" y="896587"/>
                      <a:pt x="1416732" y="911563"/>
                      <a:pt x="1417110" y="931246"/>
                    </a:cubicBezTo>
                    <a:lnTo>
                      <a:pt x="1417582" y="1009192"/>
                    </a:lnTo>
                    <a:lnTo>
                      <a:pt x="1397610" y="1009192"/>
                    </a:lnTo>
                    <a:cubicBezTo>
                      <a:pt x="1397705" y="984917"/>
                      <a:pt x="1397799" y="960642"/>
                      <a:pt x="1397893" y="936367"/>
                    </a:cubicBezTo>
                    <a:cubicBezTo>
                      <a:pt x="1397830" y="923883"/>
                      <a:pt x="1394269" y="913787"/>
                      <a:pt x="1385541" y="914392"/>
                    </a:cubicBezTo>
                    <a:cubicBezTo>
                      <a:pt x="1372667" y="915283"/>
                      <a:pt x="1371415" y="924422"/>
                      <a:pt x="1370504" y="934362"/>
                    </a:cubicBezTo>
                    <a:lnTo>
                      <a:pt x="1370390" y="937613"/>
                    </a:lnTo>
                    <a:lnTo>
                      <a:pt x="1370170" y="937613"/>
                    </a:lnTo>
                    <a:lnTo>
                      <a:pt x="1370170" y="996661"/>
                    </a:lnTo>
                    <a:lnTo>
                      <a:pt x="1370471" y="996661"/>
                    </a:lnTo>
                    <a:lnTo>
                      <a:pt x="1370471" y="1009192"/>
                    </a:lnTo>
                    <a:lnTo>
                      <a:pt x="1350499" y="1009192"/>
                    </a:lnTo>
                    <a:close/>
                    <a:moveTo>
                      <a:pt x="703301" y="896590"/>
                    </a:moveTo>
                    <a:lnTo>
                      <a:pt x="723273" y="896590"/>
                    </a:lnTo>
                    <a:lnTo>
                      <a:pt x="723273" y="935890"/>
                    </a:lnTo>
                    <a:lnTo>
                      <a:pt x="723669" y="935767"/>
                    </a:lnTo>
                    <a:lnTo>
                      <a:pt x="723669" y="977978"/>
                    </a:lnTo>
                    <a:lnTo>
                      <a:pt x="723993" y="977978"/>
                    </a:lnTo>
                    <a:lnTo>
                      <a:pt x="724972" y="985894"/>
                    </a:lnTo>
                    <a:cubicBezTo>
                      <a:pt x="726442" y="991412"/>
                      <a:pt x="729555" y="994822"/>
                      <a:pt x="736125" y="994808"/>
                    </a:cubicBezTo>
                    <a:cubicBezTo>
                      <a:pt x="742696" y="994793"/>
                      <a:pt x="745808" y="991383"/>
                      <a:pt x="747278" y="985873"/>
                    </a:cubicBezTo>
                    <a:lnTo>
                      <a:pt x="748257" y="977978"/>
                    </a:lnTo>
                    <a:lnTo>
                      <a:pt x="748582" y="977978"/>
                    </a:lnTo>
                    <a:lnTo>
                      <a:pt x="748582" y="917038"/>
                    </a:lnTo>
                    <a:lnTo>
                      <a:pt x="748575" y="917038"/>
                    </a:lnTo>
                    <a:lnTo>
                      <a:pt x="748575" y="896590"/>
                    </a:lnTo>
                    <a:lnTo>
                      <a:pt x="768547" y="896590"/>
                    </a:lnTo>
                    <a:lnTo>
                      <a:pt x="768547" y="975013"/>
                    </a:lnTo>
                    <a:lnTo>
                      <a:pt x="768547" y="975015"/>
                    </a:lnTo>
                    <a:lnTo>
                      <a:pt x="768547" y="975018"/>
                    </a:lnTo>
                    <a:lnTo>
                      <a:pt x="768547" y="976933"/>
                    </a:lnTo>
                    <a:lnTo>
                      <a:pt x="768420" y="976933"/>
                    </a:lnTo>
                    <a:lnTo>
                      <a:pt x="767494" y="990893"/>
                    </a:lnTo>
                    <a:cubicBezTo>
                      <a:pt x="765060" y="1005529"/>
                      <a:pt x="757504" y="1015790"/>
                      <a:pt x="735985" y="1015821"/>
                    </a:cubicBezTo>
                    <a:cubicBezTo>
                      <a:pt x="714467" y="1015852"/>
                      <a:pt x="706910" y="1005560"/>
                      <a:pt x="704476" y="990904"/>
                    </a:cubicBezTo>
                    <a:lnTo>
                      <a:pt x="703550" y="976933"/>
                    </a:lnTo>
                    <a:lnTo>
                      <a:pt x="703301" y="976933"/>
                    </a:lnTo>
                    <a:close/>
                    <a:moveTo>
                      <a:pt x="326701" y="896590"/>
                    </a:moveTo>
                    <a:lnTo>
                      <a:pt x="346672" y="896590"/>
                    </a:lnTo>
                    <a:lnTo>
                      <a:pt x="346672" y="912636"/>
                    </a:lnTo>
                    <a:cubicBezTo>
                      <a:pt x="351478" y="905653"/>
                      <a:pt x="352284" y="897276"/>
                      <a:pt x="369017" y="896973"/>
                    </a:cubicBezTo>
                    <a:cubicBezTo>
                      <a:pt x="390316" y="896587"/>
                      <a:pt x="392934" y="911563"/>
                      <a:pt x="393311" y="931246"/>
                    </a:cubicBezTo>
                    <a:lnTo>
                      <a:pt x="393784" y="1009192"/>
                    </a:lnTo>
                    <a:lnTo>
                      <a:pt x="373812" y="1009192"/>
                    </a:lnTo>
                    <a:cubicBezTo>
                      <a:pt x="373906" y="984917"/>
                      <a:pt x="374000" y="960642"/>
                      <a:pt x="374095" y="936367"/>
                    </a:cubicBezTo>
                    <a:cubicBezTo>
                      <a:pt x="374032" y="923883"/>
                      <a:pt x="370471" y="913787"/>
                      <a:pt x="361743" y="914392"/>
                    </a:cubicBezTo>
                    <a:cubicBezTo>
                      <a:pt x="348869" y="915283"/>
                      <a:pt x="347617" y="924422"/>
                      <a:pt x="346705" y="934362"/>
                    </a:cubicBezTo>
                    <a:lnTo>
                      <a:pt x="346592" y="937613"/>
                    </a:lnTo>
                    <a:lnTo>
                      <a:pt x="346372" y="937613"/>
                    </a:lnTo>
                    <a:lnTo>
                      <a:pt x="346372" y="996661"/>
                    </a:lnTo>
                    <a:lnTo>
                      <a:pt x="346672" y="996661"/>
                    </a:lnTo>
                    <a:lnTo>
                      <a:pt x="346672" y="1009192"/>
                    </a:lnTo>
                    <a:lnTo>
                      <a:pt x="326701" y="1009192"/>
                    </a:lnTo>
                    <a:close/>
                    <a:moveTo>
                      <a:pt x="1645649" y="896386"/>
                    </a:moveTo>
                    <a:cubicBezTo>
                      <a:pt x="1655363" y="896407"/>
                      <a:pt x="1661755" y="900106"/>
                      <a:pt x="1665951" y="906430"/>
                    </a:cubicBezTo>
                    <a:lnTo>
                      <a:pt x="1667038" y="908651"/>
                    </a:lnTo>
                    <a:lnTo>
                      <a:pt x="1667038" y="896728"/>
                    </a:lnTo>
                    <a:lnTo>
                      <a:pt x="1687010" y="896728"/>
                    </a:lnTo>
                    <a:lnTo>
                      <a:pt x="1687010" y="1006787"/>
                    </a:lnTo>
                    <a:cubicBezTo>
                      <a:pt x="1687010" y="1006789"/>
                      <a:pt x="1687010" y="1006789"/>
                      <a:pt x="1687010" y="1006791"/>
                    </a:cubicBezTo>
                    <a:lnTo>
                      <a:pt x="1686300" y="1021179"/>
                    </a:lnTo>
                    <a:cubicBezTo>
                      <a:pt x="1685960" y="1043003"/>
                      <a:pt x="1675608" y="1057051"/>
                      <a:pt x="1652581" y="1057001"/>
                    </a:cubicBezTo>
                    <a:cubicBezTo>
                      <a:pt x="1632195" y="1056956"/>
                      <a:pt x="1621466" y="1042204"/>
                      <a:pt x="1618862" y="1021162"/>
                    </a:cubicBezTo>
                    <a:cubicBezTo>
                      <a:pt x="1618847" y="1020849"/>
                      <a:pt x="1618831" y="1020535"/>
                      <a:pt x="1618816" y="1020222"/>
                    </a:cubicBezTo>
                    <a:lnTo>
                      <a:pt x="1638139" y="1020222"/>
                    </a:lnTo>
                    <a:lnTo>
                      <a:pt x="1638891" y="1025506"/>
                    </a:lnTo>
                    <a:cubicBezTo>
                      <a:pt x="1640137" y="1035905"/>
                      <a:pt x="1644324" y="1039346"/>
                      <a:pt x="1651560" y="1039738"/>
                    </a:cubicBezTo>
                    <a:cubicBezTo>
                      <a:pt x="1665644" y="1040501"/>
                      <a:pt x="1666806" y="1030608"/>
                      <a:pt x="1666731" y="1012557"/>
                    </a:cubicBezTo>
                    <a:lnTo>
                      <a:pt x="1666892" y="1006787"/>
                    </a:lnTo>
                    <a:lnTo>
                      <a:pt x="1667038" y="1006787"/>
                    </a:lnTo>
                    <a:lnTo>
                      <a:pt x="1667038" y="1000603"/>
                    </a:lnTo>
                    <a:lnTo>
                      <a:pt x="1665481" y="1003725"/>
                    </a:lnTo>
                    <a:cubicBezTo>
                      <a:pt x="1661254" y="1010052"/>
                      <a:pt x="1654962" y="1013740"/>
                      <a:pt x="1645649" y="1013718"/>
                    </a:cubicBezTo>
                    <a:cubicBezTo>
                      <a:pt x="1620813" y="1013659"/>
                      <a:pt x="1617463" y="987452"/>
                      <a:pt x="1617463" y="955052"/>
                    </a:cubicBezTo>
                    <a:cubicBezTo>
                      <a:pt x="1617463" y="922652"/>
                      <a:pt x="1622033" y="896335"/>
                      <a:pt x="1645649" y="896386"/>
                    </a:cubicBezTo>
                    <a:close/>
                    <a:moveTo>
                      <a:pt x="1483922" y="896249"/>
                    </a:moveTo>
                    <a:cubicBezTo>
                      <a:pt x="1505820" y="896210"/>
                      <a:pt x="1514472" y="911004"/>
                      <a:pt x="1517429" y="932072"/>
                    </a:cubicBezTo>
                    <a:cubicBezTo>
                      <a:pt x="1518765" y="939997"/>
                      <a:pt x="1518214" y="949432"/>
                      <a:pt x="1518040" y="959244"/>
                    </a:cubicBezTo>
                    <a:lnTo>
                      <a:pt x="1469496" y="959244"/>
                    </a:lnTo>
                    <a:lnTo>
                      <a:pt x="1469772" y="969136"/>
                    </a:lnTo>
                    <a:cubicBezTo>
                      <a:pt x="1470830" y="983791"/>
                      <a:pt x="1474235" y="994082"/>
                      <a:pt x="1484566" y="994053"/>
                    </a:cubicBezTo>
                    <a:cubicBezTo>
                      <a:pt x="1491802" y="994033"/>
                      <a:pt x="1495611" y="989466"/>
                      <a:pt x="1497612" y="982086"/>
                    </a:cubicBezTo>
                    <a:lnTo>
                      <a:pt x="1498822" y="973587"/>
                    </a:lnTo>
                    <a:lnTo>
                      <a:pt x="1517846" y="973587"/>
                    </a:lnTo>
                    <a:cubicBezTo>
                      <a:pt x="1517778" y="974972"/>
                      <a:pt x="1517709" y="976357"/>
                      <a:pt x="1517641" y="977742"/>
                    </a:cubicBezTo>
                    <a:cubicBezTo>
                      <a:pt x="1515037" y="998784"/>
                      <a:pt x="1506950" y="1013536"/>
                      <a:pt x="1483922" y="1013580"/>
                    </a:cubicBezTo>
                    <a:cubicBezTo>
                      <a:pt x="1453219" y="1013640"/>
                      <a:pt x="1449076" y="987315"/>
                      <a:pt x="1449076" y="954914"/>
                    </a:cubicBezTo>
                    <a:cubicBezTo>
                      <a:pt x="1449076" y="922514"/>
                      <a:pt x="1451898" y="896304"/>
                      <a:pt x="1483922" y="896249"/>
                    </a:cubicBezTo>
                    <a:close/>
                    <a:moveTo>
                      <a:pt x="1070504" y="896249"/>
                    </a:moveTo>
                    <a:cubicBezTo>
                      <a:pt x="1099701" y="896198"/>
                      <a:pt x="1105350" y="922514"/>
                      <a:pt x="1105350" y="954914"/>
                    </a:cubicBezTo>
                    <a:cubicBezTo>
                      <a:pt x="1105350" y="987315"/>
                      <a:pt x="1101208" y="1013521"/>
                      <a:pt x="1070504" y="1013580"/>
                    </a:cubicBezTo>
                    <a:cubicBezTo>
                      <a:pt x="1039801" y="1013640"/>
                      <a:pt x="1035658" y="987315"/>
                      <a:pt x="1035658" y="954914"/>
                    </a:cubicBezTo>
                    <a:cubicBezTo>
                      <a:pt x="1035658" y="922514"/>
                      <a:pt x="1038480" y="896304"/>
                      <a:pt x="1070504" y="896249"/>
                    </a:cubicBezTo>
                    <a:close/>
                    <a:moveTo>
                      <a:pt x="914852" y="896249"/>
                    </a:moveTo>
                    <a:cubicBezTo>
                      <a:pt x="936750" y="896210"/>
                      <a:pt x="945402" y="911004"/>
                      <a:pt x="948359" y="932072"/>
                    </a:cubicBezTo>
                    <a:cubicBezTo>
                      <a:pt x="949695" y="939997"/>
                      <a:pt x="949144" y="949432"/>
                      <a:pt x="948970" y="959244"/>
                    </a:cubicBezTo>
                    <a:lnTo>
                      <a:pt x="900426" y="959244"/>
                    </a:lnTo>
                    <a:lnTo>
                      <a:pt x="900703" y="969136"/>
                    </a:lnTo>
                    <a:cubicBezTo>
                      <a:pt x="901760" y="983791"/>
                      <a:pt x="905166" y="994082"/>
                      <a:pt x="915496" y="994053"/>
                    </a:cubicBezTo>
                    <a:cubicBezTo>
                      <a:pt x="922732" y="994033"/>
                      <a:pt x="926541" y="989466"/>
                      <a:pt x="928542" y="982086"/>
                    </a:cubicBezTo>
                    <a:lnTo>
                      <a:pt x="929752" y="973587"/>
                    </a:lnTo>
                    <a:lnTo>
                      <a:pt x="948777" y="973587"/>
                    </a:lnTo>
                    <a:cubicBezTo>
                      <a:pt x="948708" y="974972"/>
                      <a:pt x="948640" y="976357"/>
                      <a:pt x="948571" y="977742"/>
                    </a:cubicBezTo>
                    <a:cubicBezTo>
                      <a:pt x="945967" y="998784"/>
                      <a:pt x="937881" y="1013536"/>
                      <a:pt x="914852" y="1013580"/>
                    </a:cubicBezTo>
                    <a:cubicBezTo>
                      <a:pt x="884149" y="1013640"/>
                      <a:pt x="880006" y="987315"/>
                      <a:pt x="880006" y="954914"/>
                    </a:cubicBezTo>
                    <a:cubicBezTo>
                      <a:pt x="880006" y="922514"/>
                      <a:pt x="882828" y="896304"/>
                      <a:pt x="914852" y="896249"/>
                    </a:cubicBezTo>
                    <a:close/>
                    <a:moveTo>
                      <a:pt x="637960" y="896249"/>
                    </a:moveTo>
                    <a:cubicBezTo>
                      <a:pt x="667156" y="896198"/>
                      <a:pt x="672806" y="922514"/>
                      <a:pt x="672806" y="954914"/>
                    </a:cubicBezTo>
                    <a:cubicBezTo>
                      <a:pt x="672806" y="987315"/>
                      <a:pt x="668664" y="1013521"/>
                      <a:pt x="637960" y="1013580"/>
                    </a:cubicBezTo>
                    <a:cubicBezTo>
                      <a:pt x="607257" y="1013640"/>
                      <a:pt x="603114" y="987315"/>
                      <a:pt x="603114" y="954914"/>
                    </a:cubicBezTo>
                    <a:cubicBezTo>
                      <a:pt x="603114" y="922514"/>
                      <a:pt x="605936" y="896304"/>
                      <a:pt x="637960" y="896249"/>
                    </a:cubicBezTo>
                    <a:close/>
                    <a:moveTo>
                      <a:pt x="262788" y="896249"/>
                    </a:moveTo>
                    <a:cubicBezTo>
                      <a:pt x="284685" y="896210"/>
                      <a:pt x="293337" y="911004"/>
                      <a:pt x="296295" y="932072"/>
                    </a:cubicBezTo>
                    <a:cubicBezTo>
                      <a:pt x="297631" y="939997"/>
                      <a:pt x="297080" y="949432"/>
                      <a:pt x="296906" y="959244"/>
                    </a:cubicBezTo>
                    <a:lnTo>
                      <a:pt x="248362" y="959244"/>
                    </a:lnTo>
                    <a:lnTo>
                      <a:pt x="248638" y="969136"/>
                    </a:lnTo>
                    <a:cubicBezTo>
                      <a:pt x="249695" y="983791"/>
                      <a:pt x="253101" y="994082"/>
                      <a:pt x="263432" y="994053"/>
                    </a:cubicBezTo>
                    <a:cubicBezTo>
                      <a:pt x="270668" y="994033"/>
                      <a:pt x="274477" y="989466"/>
                      <a:pt x="276478" y="982086"/>
                    </a:cubicBezTo>
                    <a:lnTo>
                      <a:pt x="277688" y="973587"/>
                    </a:lnTo>
                    <a:lnTo>
                      <a:pt x="296712" y="973587"/>
                    </a:lnTo>
                    <a:cubicBezTo>
                      <a:pt x="296644" y="974972"/>
                      <a:pt x="296575" y="976357"/>
                      <a:pt x="296507" y="977742"/>
                    </a:cubicBezTo>
                    <a:cubicBezTo>
                      <a:pt x="293903" y="998784"/>
                      <a:pt x="285816" y="1013536"/>
                      <a:pt x="262788" y="1013580"/>
                    </a:cubicBezTo>
                    <a:cubicBezTo>
                      <a:pt x="232085" y="1013640"/>
                      <a:pt x="227942" y="987315"/>
                      <a:pt x="227942" y="954914"/>
                    </a:cubicBezTo>
                    <a:cubicBezTo>
                      <a:pt x="227942" y="922514"/>
                      <a:pt x="230764" y="896304"/>
                      <a:pt x="262788" y="896249"/>
                    </a:cubicBezTo>
                    <a:close/>
                    <a:moveTo>
                      <a:pt x="174241" y="896248"/>
                    </a:moveTo>
                    <a:cubicBezTo>
                      <a:pt x="197857" y="896197"/>
                      <a:pt x="202427" y="922514"/>
                      <a:pt x="202427" y="954914"/>
                    </a:cubicBezTo>
                    <a:cubicBezTo>
                      <a:pt x="202427" y="987315"/>
                      <a:pt x="199077" y="1013521"/>
                      <a:pt x="174241" y="1013580"/>
                    </a:cubicBezTo>
                    <a:cubicBezTo>
                      <a:pt x="168032" y="1013595"/>
                      <a:pt x="163166" y="1011961"/>
                      <a:pt x="159360" y="1008995"/>
                    </a:cubicBezTo>
                    <a:lnTo>
                      <a:pt x="152852" y="999395"/>
                    </a:lnTo>
                    <a:lnTo>
                      <a:pt x="152852" y="1056246"/>
                    </a:lnTo>
                    <a:lnTo>
                      <a:pt x="132881" y="1056246"/>
                    </a:lnTo>
                    <a:lnTo>
                      <a:pt x="132881" y="896590"/>
                    </a:lnTo>
                    <a:lnTo>
                      <a:pt x="152852" y="896590"/>
                    </a:lnTo>
                    <a:lnTo>
                      <a:pt x="152852" y="909865"/>
                    </a:lnTo>
                    <a:lnTo>
                      <a:pt x="158909" y="900882"/>
                    </a:lnTo>
                    <a:cubicBezTo>
                      <a:pt x="162766" y="897911"/>
                      <a:pt x="167765" y="896262"/>
                      <a:pt x="174241" y="896248"/>
                    </a:cubicBezTo>
                    <a:close/>
                    <a:moveTo>
                      <a:pt x="1592774" y="892438"/>
                    </a:moveTo>
                    <a:lnTo>
                      <a:pt x="1592774" y="914707"/>
                    </a:lnTo>
                    <a:cubicBezTo>
                      <a:pt x="1583514" y="909612"/>
                      <a:pt x="1577013" y="914282"/>
                      <a:pt x="1572318" y="924898"/>
                    </a:cubicBezTo>
                    <a:lnTo>
                      <a:pt x="1570506" y="930363"/>
                    </a:lnTo>
                    <a:lnTo>
                      <a:pt x="1570506" y="1009192"/>
                    </a:lnTo>
                    <a:lnTo>
                      <a:pt x="1550534" y="1009192"/>
                    </a:lnTo>
                    <a:lnTo>
                      <a:pt x="1550534" y="896590"/>
                    </a:lnTo>
                    <a:lnTo>
                      <a:pt x="1570506" y="896590"/>
                    </a:lnTo>
                    <a:lnTo>
                      <a:pt x="1570506" y="906833"/>
                    </a:lnTo>
                    <a:lnTo>
                      <a:pt x="1571627" y="905336"/>
                    </a:lnTo>
                    <a:cubicBezTo>
                      <a:pt x="1576659" y="898171"/>
                      <a:pt x="1581532" y="891589"/>
                      <a:pt x="1592774" y="892438"/>
                    </a:cubicBezTo>
                    <a:close/>
                    <a:moveTo>
                      <a:pt x="824066" y="891683"/>
                    </a:moveTo>
                    <a:cubicBezTo>
                      <a:pt x="833896" y="891238"/>
                      <a:pt x="841608" y="894228"/>
                      <a:pt x="846335" y="897345"/>
                    </a:cubicBezTo>
                    <a:lnTo>
                      <a:pt x="846335" y="916217"/>
                    </a:lnTo>
                    <a:cubicBezTo>
                      <a:pt x="831615" y="909171"/>
                      <a:pt x="816237" y="908789"/>
                      <a:pt x="815762" y="924520"/>
                    </a:cubicBezTo>
                    <a:cubicBezTo>
                      <a:pt x="816014" y="936598"/>
                      <a:pt x="828690" y="944111"/>
                      <a:pt x="832661" y="947285"/>
                    </a:cubicBezTo>
                    <a:cubicBezTo>
                      <a:pt x="836633" y="950459"/>
                      <a:pt x="854413" y="963697"/>
                      <a:pt x="854638" y="979626"/>
                    </a:cubicBezTo>
                    <a:cubicBezTo>
                      <a:pt x="854854" y="994907"/>
                      <a:pt x="843083" y="1013464"/>
                      <a:pt x="824444" y="1013595"/>
                    </a:cubicBezTo>
                    <a:cubicBezTo>
                      <a:pt x="818138" y="1013640"/>
                      <a:pt x="808465" y="1010953"/>
                      <a:pt x="802175" y="1007934"/>
                    </a:cubicBezTo>
                    <a:lnTo>
                      <a:pt x="802175" y="987929"/>
                    </a:lnTo>
                    <a:cubicBezTo>
                      <a:pt x="808151" y="992144"/>
                      <a:pt x="816277" y="994890"/>
                      <a:pt x="822179" y="994723"/>
                    </a:cubicBezTo>
                    <a:cubicBezTo>
                      <a:pt x="831112" y="994472"/>
                      <a:pt x="837501" y="985881"/>
                      <a:pt x="836521" y="979248"/>
                    </a:cubicBezTo>
                    <a:cubicBezTo>
                      <a:pt x="835542" y="972616"/>
                      <a:pt x="823602" y="961846"/>
                      <a:pt x="816301" y="954931"/>
                    </a:cubicBezTo>
                    <a:cubicBezTo>
                      <a:pt x="809000" y="948016"/>
                      <a:pt x="797597" y="936255"/>
                      <a:pt x="796988" y="925652"/>
                    </a:cubicBezTo>
                    <a:cubicBezTo>
                      <a:pt x="795789" y="904786"/>
                      <a:pt x="811690" y="892244"/>
                      <a:pt x="824066" y="891683"/>
                    </a:cubicBezTo>
                    <a:close/>
                    <a:moveTo>
                      <a:pt x="56436" y="860524"/>
                    </a:moveTo>
                    <a:cubicBezTo>
                      <a:pt x="36465" y="860661"/>
                      <a:pt x="35735" y="890126"/>
                      <a:pt x="35735" y="926643"/>
                    </a:cubicBezTo>
                    <a:cubicBezTo>
                      <a:pt x="35735" y="963159"/>
                      <a:pt x="37723" y="992824"/>
                      <a:pt x="56436" y="992761"/>
                    </a:cubicBezTo>
                    <a:cubicBezTo>
                      <a:pt x="76095" y="992696"/>
                      <a:pt x="77136" y="963159"/>
                      <a:pt x="77136" y="926643"/>
                    </a:cubicBezTo>
                    <a:cubicBezTo>
                      <a:pt x="77136" y="890126"/>
                      <a:pt x="73668" y="860406"/>
                      <a:pt x="56436" y="860524"/>
                    </a:cubicBezTo>
                    <a:close/>
                    <a:moveTo>
                      <a:pt x="56672" y="839708"/>
                    </a:moveTo>
                    <a:cubicBezTo>
                      <a:pt x="93442" y="839632"/>
                      <a:pt x="100557" y="878630"/>
                      <a:pt x="100557" y="926644"/>
                    </a:cubicBezTo>
                    <a:cubicBezTo>
                      <a:pt x="100557" y="974658"/>
                      <a:pt x="95341" y="1013492"/>
                      <a:pt x="56672" y="1013580"/>
                    </a:cubicBezTo>
                    <a:cubicBezTo>
                      <a:pt x="18004" y="1013668"/>
                      <a:pt x="12787" y="974658"/>
                      <a:pt x="12787" y="926644"/>
                    </a:cubicBezTo>
                    <a:cubicBezTo>
                      <a:pt x="12787" y="878630"/>
                      <a:pt x="16341" y="839790"/>
                      <a:pt x="56672" y="839708"/>
                    </a:cubicBezTo>
                    <a:close/>
                    <a:moveTo>
                      <a:pt x="1261002" y="839707"/>
                    </a:moveTo>
                    <a:lnTo>
                      <a:pt x="1267808" y="839707"/>
                    </a:lnTo>
                    <a:lnTo>
                      <a:pt x="1282685" y="839707"/>
                    </a:lnTo>
                    <a:lnTo>
                      <a:pt x="1322930" y="839707"/>
                    </a:lnTo>
                    <a:lnTo>
                      <a:pt x="1322930" y="858017"/>
                    </a:lnTo>
                    <a:lnTo>
                      <a:pt x="1282685" y="858017"/>
                    </a:lnTo>
                    <a:lnTo>
                      <a:pt x="1282685" y="914391"/>
                    </a:lnTo>
                    <a:lnTo>
                      <a:pt x="1318112" y="914391"/>
                    </a:lnTo>
                    <a:lnTo>
                      <a:pt x="1318112" y="932701"/>
                    </a:lnTo>
                    <a:lnTo>
                      <a:pt x="1282685" y="932701"/>
                    </a:lnTo>
                    <a:lnTo>
                      <a:pt x="1282685" y="992581"/>
                    </a:lnTo>
                    <a:lnTo>
                      <a:pt x="1322930" y="992581"/>
                    </a:lnTo>
                    <a:lnTo>
                      <a:pt x="1322930" y="1010891"/>
                    </a:lnTo>
                    <a:lnTo>
                      <a:pt x="1282685" y="1010891"/>
                    </a:lnTo>
                    <a:lnTo>
                      <a:pt x="1267808" y="1010891"/>
                    </a:lnTo>
                    <a:lnTo>
                      <a:pt x="1261002" y="1010891"/>
                    </a:lnTo>
                    <a:close/>
                    <a:moveTo>
                      <a:pt x="489126" y="838658"/>
                    </a:moveTo>
                    <a:lnTo>
                      <a:pt x="510809" y="838658"/>
                    </a:lnTo>
                    <a:lnTo>
                      <a:pt x="510809" y="905619"/>
                    </a:lnTo>
                    <a:lnTo>
                      <a:pt x="546246" y="905619"/>
                    </a:lnTo>
                    <a:lnTo>
                      <a:pt x="546246" y="838658"/>
                    </a:lnTo>
                    <a:lnTo>
                      <a:pt x="567930" y="838658"/>
                    </a:lnTo>
                    <a:lnTo>
                      <a:pt x="567930" y="1009192"/>
                    </a:lnTo>
                    <a:lnTo>
                      <a:pt x="546246" y="1009192"/>
                    </a:lnTo>
                    <a:lnTo>
                      <a:pt x="546246" y="923859"/>
                    </a:lnTo>
                    <a:lnTo>
                      <a:pt x="510809" y="923859"/>
                    </a:lnTo>
                    <a:lnTo>
                      <a:pt x="510809" y="1009192"/>
                    </a:lnTo>
                    <a:lnTo>
                      <a:pt x="489126" y="1009192"/>
                    </a:lnTo>
                    <a:close/>
                    <a:moveTo>
                      <a:pt x="1162901" y="821998"/>
                    </a:moveTo>
                    <a:cubicBezTo>
                      <a:pt x="1167454" y="821842"/>
                      <a:pt x="1172459" y="822375"/>
                      <a:pt x="1177725" y="823498"/>
                    </a:cubicBezTo>
                    <a:lnTo>
                      <a:pt x="1177725" y="843469"/>
                    </a:lnTo>
                    <a:cubicBezTo>
                      <a:pt x="1162565" y="837968"/>
                      <a:pt x="1159105" y="844922"/>
                      <a:pt x="1159420" y="854141"/>
                    </a:cubicBezTo>
                    <a:lnTo>
                      <a:pt x="1159420" y="895458"/>
                    </a:lnTo>
                    <a:lnTo>
                      <a:pt x="1177725" y="895458"/>
                    </a:lnTo>
                    <a:lnTo>
                      <a:pt x="1177725" y="912236"/>
                    </a:lnTo>
                    <a:lnTo>
                      <a:pt x="1159420" y="912236"/>
                    </a:lnTo>
                    <a:lnTo>
                      <a:pt x="1159420" y="1009192"/>
                    </a:lnTo>
                    <a:lnTo>
                      <a:pt x="1139449" y="1009192"/>
                    </a:lnTo>
                    <a:lnTo>
                      <a:pt x="1139449" y="912236"/>
                    </a:lnTo>
                    <a:lnTo>
                      <a:pt x="1127527" y="912236"/>
                    </a:lnTo>
                    <a:lnTo>
                      <a:pt x="1127527" y="895458"/>
                    </a:lnTo>
                    <a:lnTo>
                      <a:pt x="1139449" y="895458"/>
                    </a:lnTo>
                    <a:lnTo>
                      <a:pt x="1139449" y="844747"/>
                    </a:lnTo>
                    <a:cubicBezTo>
                      <a:pt x="1139676" y="829150"/>
                      <a:pt x="1149246" y="822469"/>
                      <a:pt x="1162901" y="821998"/>
                    </a:cubicBezTo>
                    <a:close/>
                    <a:moveTo>
                      <a:pt x="0" y="698203"/>
                    </a:moveTo>
                    <a:lnTo>
                      <a:pt x="1792582" y="698203"/>
                    </a:lnTo>
                    <a:lnTo>
                      <a:pt x="1792582" y="703247"/>
                    </a:lnTo>
                    <a:lnTo>
                      <a:pt x="1792582" y="757745"/>
                    </a:lnTo>
                    <a:lnTo>
                      <a:pt x="1792582" y="777019"/>
                    </a:lnTo>
                    <a:lnTo>
                      <a:pt x="0" y="777019"/>
                    </a:lnTo>
                    <a:close/>
                    <a:moveTo>
                      <a:pt x="827858" y="57086"/>
                    </a:moveTo>
                    <a:cubicBezTo>
                      <a:pt x="773091" y="57462"/>
                      <a:pt x="771089" y="138267"/>
                      <a:pt x="771089" y="238408"/>
                    </a:cubicBezTo>
                    <a:cubicBezTo>
                      <a:pt x="771089" y="338549"/>
                      <a:pt x="776541" y="419900"/>
                      <a:pt x="827858" y="419730"/>
                    </a:cubicBezTo>
                    <a:cubicBezTo>
                      <a:pt x="881771" y="419551"/>
                      <a:pt x="884626" y="338549"/>
                      <a:pt x="884626" y="238408"/>
                    </a:cubicBezTo>
                    <a:cubicBezTo>
                      <a:pt x="884626" y="138267"/>
                      <a:pt x="875116" y="56762"/>
                      <a:pt x="827858" y="57086"/>
                    </a:cubicBezTo>
                    <a:close/>
                    <a:moveTo>
                      <a:pt x="119700" y="57086"/>
                    </a:moveTo>
                    <a:cubicBezTo>
                      <a:pt x="64933" y="57462"/>
                      <a:pt x="62931" y="138267"/>
                      <a:pt x="62931" y="238408"/>
                    </a:cubicBezTo>
                    <a:cubicBezTo>
                      <a:pt x="62931" y="338549"/>
                      <a:pt x="68383" y="419900"/>
                      <a:pt x="119700" y="419730"/>
                    </a:cubicBezTo>
                    <a:cubicBezTo>
                      <a:pt x="173614" y="419551"/>
                      <a:pt x="176468" y="338549"/>
                      <a:pt x="176468" y="238408"/>
                    </a:cubicBezTo>
                    <a:cubicBezTo>
                      <a:pt x="176468" y="138267"/>
                      <a:pt x="166959" y="56762"/>
                      <a:pt x="119700" y="57086"/>
                    </a:cubicBezTo>
                    <a:close/>
                    <a:moveTo>
                      <a:pt x="364615" y="7754"/>
                    </a:moveTo>
                    <a:lnTo>
                      <a:pt x="425426" y="7754"/>
                    </a:lnTo>
                    <a:lnTo>
                      <a:pt x="425426" y="188764"/>
                    </a:lnTo>
                    <a:lnTo>
                      <a:pt x="519025" y="188764"/>
                    </a:lnTo>
                    <a:lnTo>
                      <a:pt x="519025" y="7754"/>
                    </a:lnTo>
                    <a:lnTo>
                      <a:pt x="579836" y="7754"/>
                    </a:lnTo>
                    <a:lnTo>
                      <a:pt x="579836" y="468746"/>
                    </a:lnTo>
                    <a:lnTo>
                      <a:pt x="519025" y="468746"/>
                    </a:lnTo>
                    <a:lnTo>
                      <a:pt x="519025" y="238072"/>
                    </a:lnTo>
                    <a:lnTo>
                      <a:pt x="425426" y="238072"/>
                    </a:lnTo>
                    <a:lnTo>
                      <a:pt x="425426" y="468746"/>
                    </a:lnTo>
                    <a:lnTo>
                      <a:pt x="364615" y="468746"/>
                    </a:lnTo>
                    <a:close/>
                    <a:moveTo>
                      <a:pt x="828506" y="0"/>
                    </a:moveTo>
                    <a:cubicBezTo>
                      <a:pt x="929343" y="-206"/>
                      <a:pt x="948855" y="106741"/>
                      <a:pt x="948855" y="238412"/>
                    </a:cubicBezTo>
                    <a:cubicBezTo>
                      <a:pt x="948855" y="370082"/>
                      <a:pt x="934550" y="476581"/>
                      <a:pt x="828506" y="476823"/>
                    </a:cubicBezTo>
                    <a:cubicBezTo>
                      <a:pt x="722465" y="477064"/>
                      <a:pt x="708157" y="370082"/>
                      <a:pt x="708157" y="238412"/>
                    </a:cubicBezTo>
                    <a:cubicBezTo>
                      <a:pt x="708157" y="106741"/>
                      <a:pt x="717903" y="227"/>
                      <a:pt x="828506" y="0"/>
                    </a:cubicBezTo>
                    <a:close/>
                    <a:moveTo>
                      <a:pt x="120349" y="0"/>
                    </a:moveTo>
                    <a:cubicBezTo>
                      <a:pt x="221186" y="-206"/>
                      <a:pt x="240698" y="106741"/>
                      <a:pt x="240698" y="238412"/>
                    </a:cubicBezTo>
                    <a:cubicBezTo>
                      <a:pt x="240698" y="370082"/>
                      <a:pt x="226393" y="476581"/>
                      <a:pt x="120349" y="476823"/>
                    </a:cubicBezTo>
                    <a:cubicBezTo>
                      <a:pt x="14308" y="477064"/>
                      <a:pt x="0" y="370082"/>
                      <a:pt x="0" y="238412"/>
                    </a:cubicBezTo>
                    <a:cubicBezTo>
                      <a:pt x="0" y="106741"/>
                      <a:pt x="9745" y="227"/>
                      <a:pt x="120349" y="0"/>
                    </a:cubicBezTo>
                    <a:close/>
                  </a:path>
                </a:pathLst>
              </a:custGeom>
              <a:grp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endParaRPr>
              </a:p>
            </p:txBody>
          </p:sp>
        </p:grpSp>
      </p:grpSp>
      <p:grpSp>
        <p:nvGrpSpPr>
          <p:cNvPr id="146" name="Group 145">
            <a:extLst>
              <a:ext uri="{FF2B5EF4-FFF2-40B4-BE49-F238E27FC236}">
                <a16:creationId xmlns:a16="http://schemas.microsoft.com/office/drawing/2014/main" id="{75585CD6-023D-463C-B660-E8331387D6F1}"/>
              </a:ext>
            </a:extLst>
          </p:cNvPr>
          <p:cNvGrpSpPr>
            <a:grpSpLocks noChangeAspect="1"/>
          </p:cNvGrpSpPr>
          <p:nvPr/>
        </p:nvGrpSpPr>
        <p:grpSpPr>
          <a:xfrm>
            <a:off x="4208031" y="3049307"/>
            <a:ext cx="638867" cy="426055"/>
            <a:chOff x="2947569" y="1486378"/>
            <a:chExt cx="1795881" cy="1197656"/>
          </a:xfrm>
          <a:solidFill>
            <a:schemeClr val="bg1"/>
          </a:solidFill>
        </p:grpSpPr>
        <p:sp>
          <p:nvSpPr>
            <p:cNvPr id="147" name="Freeform: Shape 146">
              <a:extLst>
                <a:ext uri="{FF2B5EF4-FFF2-40B4-BE49-F238E27FC236}">
                  <a16:creationId xmlns:a16="http://schemas.microsoft.com/office/drawing/2014/main" id="{62A328C6-3BFB-45E2-B2B8-D25210E4B405}"/>
                </a:ext>
              </a:extLst>
            </p:cNvPr>
            <p:cNvSpPr/>
            <p:nvPr/>
          </p:nvSpPr>
          <p:spPr>
            <a:xfrm>
              <a:off x="3976213" y="1486378"/>
              <a:ext cx="767237" cy="767236"/>
            </a:xfrm>
            <a:custGeom>
              <a:avLst/>
              <a:gdLst>
                <a:gd name="connsiteX0" fmla="*/ 153291 w 2650554"/>
                <a:gd name="connsiteY0" fmla="*/ 707403 h 2650554"/>
                <a:gd name="connsiteX1" fmla="*/ 153291 w 2650554"/>
                <a:gd name="connsiteY1" fmla="*/ 1943152 h 2650554"/>
                <a:gd name="connsiteX2" fmla="*/ 104147 w 2650554"/>
                <a:gd name="connsiteY2" fmla="*/ 1841135 h 2650554"/>
                <a:gd name="connsiteX3" fmla="*/ 0 w 2650554"/>
                <a:gd name="connsiteY3" fmla="*/ 1325277 h 2650554"/>
                <a:gd name="connsiteX4" fmla="*/ 104147 w 2650554"/>
                <a:gd name="connsiteY4" fmla="*/ 809420 h 2650554"/>
                <a:gd name="connsiteX5" fmla="*/ 1325277 w 2650554"/>
                <a:gd name="connsiteY5" fmla="*/ 0 h 2650554"/>
                <a:gd name="connsiteX6" fmla="*/ 2650554 w 2650554"/>
                <a:gd name="connsiteY6" fmla="*/ 1325277 h 2650554"/>
                <a:gd name="connsiteX7" fmla="*/ 1325277 w 2650554"/>
                <a:gd name="connsiteY7" fmla="*/ 2650554 h 2650554"/>
                <a:gd name="connsiteX8" fmla="*/ 302629 w 2650554"/>
                <a:gd name="connsiteY8" fmla="*/ 2168276 h 2650554"/>
                <a:gd name="connsiteX9" fmla="*/ 252590 w 2650554"/>
                <a:gd name="connsiteY9" fmla="*/ 2101360 h 2650554"/>
                <a:gd name="connsiteX10" fmla="*/ 363376 w 2650554"/>
                <a:gd name="connsiteY10" fmla="*/ 2101360 h 2650554"/>
                <a:gd name="connsiteX11" fmla="*/ 729428 w 2650554"/>
                <a:gd name="connsiteY11" fmla="*/ 2101360 h 2650554"/>
                <a:gd name="connsiteX12" fmla="*/ 729428 w 2650554"/>
                <a:gd name="connsiteY12" fmla="*/ 1931019 h 2650554"/>
                <a:gd name="connsiteX13" fmla="*/ 363376 w 2650554"/>
                <a:gd name="connsiteY13" fmla="*/ 1931019 h 2650554"/>
                <a:gd name="connsiteX14" fmla="*/ 363376 w 2650554"/>
                <a:gd name="connsiteY14" fmla="*/ 1373934 h 2650554"/>
                <a:gd name="connsiteX15" fmla="*/ 684601 w 2650554"/>
                <a:gd name="connsiteY15" fmla="*/ 1373934 h 2650554"/>
                <a:gd name="connsiteX16" fmla="*/ 684601 w 2650554"/>
                <a:gd name="connsiteY16" fmla="*/ 1203593 h 2650554"/>
                <a:gd name="connsiteX17" fmla="*/ 363376 w 2650554"/>
                <a:gd name="connsiteY17" fmla="*/ 1203593 h 2650554"/>
                <a:gd name="connsiteX18" fmla="*/ 363376 w 2650554"/>
                <a:gd name="connsiteY18" fmla="*/ 679122 h 2650554"/>
                <a:gd name="connsiteX19" fmla="*/ 729428 w 2650554"/>
                <a:gd name="connsiteY19" fmla="*/ 679122 h 2650554"/>
                <a:gd name="connsiteX20" fmla="*/ 729428 w 2650554"/>
                <a:gd name="connsiteY20" fmla="*/ 508781 h 2650554"/>
                <a:gd name="connsiteX21" fmla="*/ 363376 w 2650554"/>
                <a:gd name="connsiteY21" fmla="*/ 508781 h 2650554"/>
                <a:gd name="connsiteX22" fmla="*/ 282811 w 2650554"/>
                <a:gd name="connsiteY22" fmla="*/ 508781 h 2650554"/>
                <a:gd name="connsiteX23" fmla="*/ 302629 w 2650554"/>
                <a:gd name="connsiteY23" fmla="*/ 482278 h 2650554"/>
                <a:gd name="connsiteX24" fmla="*/ 1325277 w 2650554"/>
                <a:gd name="connsiteY24" fmla="*/ 0 h 2650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650554" h="2650554">
                  <a:moveTo>
                    <a:pt x="153291" y="707403"/>
                  </a:moveTo>
                  <a:lnTo>
                    <a:pt x="153291" y="1943152"/>
                  </a:lnTo>
                  <a:lnTo>
                    <a:pt x="104147" y="1841135"/>
                  </a:lnTo>
                  <a:cubicBezTo>
                    <a:pt x="37084" y="1682581"/>
                    <a:pt x="0" y="1508260"/>
                    <a:pt x="0" y="1325277"/>
                  </a:cubicBezTo>
                  <a:cubicBezTo>
                    <a:pt x="0" y="1142295"/>
                    <a:pt x="37084" y="967973"/>
                    <a:pt x="104147" y="809420"/>
                  </a:cubicBezTo>
                  <a:close/>
                  <a:moveTo>
                    <a:pt x="1325277" y="0"/>
                  </a:moveTo>
                  <a:cubicBezTo>
                    <a:pt x="2057207" y="0"/>
                    <a:pt x="2650554" y="593347"/>
                    <a:pt x="2650554" y="1325277"/>
                  </a:cubicBezTo>
                  <a:cubicBezTo>
                    <a:pt x="2650554" y="2057207"/>
                    <a:pt x="2057207" y="2650554"/>
                    <a:pt x="1325277" y="2650554"/>
                  </a:cubicBezTo>
                  <a:cubicBezTo>
                    <a:pt x="913567" y="2650554"/>
                    <a:pt x="545705" y="2462815"/>
                    <a:pt x="302629" y="2168276"/>
                  </a:cubicBezTo>
                  <a:lnTo>
                    <a:pt x="252590" y="2101360"/>
                  </a:lnTo>
                  <a:lnTo>
                    <a:pt x="363376" y="2101360"/>
                  </a:lnTo>
                  <a:lnTo>
                    <a:pt x="729428" y="2101360"/>
                  </a:lnTo>
                  <a:lnTo>
                    <a:pt x="729428" y="1931019"/>
                  </a:lnTo>
                  <a:lnTo>
                    <a:pt x="363376" y="1931019"/>
                  </a:lnTo>
                  <a:lnTo>
                    <a:pt x="363376" y="1373934"/>
                  </a:lnTo>
                  <a:lnTo>
                    <a:pt x="684601" y="1373934"/>
                  </a:lnTo>
                  <a:lnTo>
                    <a:pt x="684601" y="1203593"/>
                  </a:lnTo>
                  <a:lnTo>
                    <a:pt x="363376" y="1203593"/>
                  </a:lnTo>
                  <a:lnTo>
                    <a:pt x="363376" y="679122"/>
                  </a:lnTo>
                  <a:lnTo>
                    <a:pt x="729428" y="679122"/>
                  </a:lnTo>
                  <a:lnTo>
                    <a:pt x="729428" y="508781"/>
                  </a:lnTo>
                  <a:lnTo>
                    <a:pt x="363376" y="508781"/>
                  </a:lnTo>
                  <a:lnTo>
                    <a:pt x="282811" y="508781"/>
                  </a:lnTo>
                  <a:lnTo>
                    <a:pt x="302629" y="482278"/>
                  </a:lnTo>
                  <a:cubicBezTo>
                    <a:pt x="545705" y="187739"/>
                    <a:pt x="913567" y="0"/>
                    <a:pt x="1325277" y="0"/>
                  </a:cubicBezTo>
                  <a:close/>
                </a:path>
              </a:pathLst>
            </a:custGeom>
            <a:grp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48" name="Freeform: Shape 147">
              <a:extLst>
                <a:ext uri="{FF2B5EF4-FFF2-40B4-BE49-F238E27FC236}">
                  <a16:creationId xmlns:a16="http://schemas.microsoft.com/office/drawing/2014/main" id="{951CF27A-8A4E-4DAB-B2E5-ECB0E344AD33}"/>
                </a:ext>
              </a:extLst>
            </p:cNvPr>
            <p:cNvSpPr/>
            <p:nvPr/>
          </p:nvSpPr>
          <p:spPr>
            <a:xfrm>
              <a:off x="2947569" y="1625897"/>
              <a:ext cx="1792582" cy="1058137"/>
            </a:xfrm>
            <a:custGeom>
              <a:avLst/>
              <a:gdLst>
                <a:gd name="connsiteX0" fmla="*/ 1653463 w 1792582"/>
                <a:gd name="connsiteY0" fmla="*/ 914845 h 1058137"/>
                <a:gd name="connsiteX1" fmla="*/ 1638885 w 1792582"/>
                <a:gd name="connsiteY1" fmla="*/ 954895 h 1058137"/>
                <a:gd name="connsiteX2" fmla="*/ 1653463 w 1792582"/>
                <a:gd name="connsiteY2" fmla="*/ 994945 h 1058137"/>
                <a:gd name="connsiteX3" fmla="*/ 1668040 w 1792582"/>
                <a:gd name="connsiteY3" fmla="*/ 954895 h 1058137"/>
                <a:gd name="connsiteX4" fmla="*/ 1653463 w 1792582"/>
                <a:gd name="connsiteY4" fmla="*/ 914845 h 1058137"/>
                <a:gd name="connsiteX5" fmla="*/ 166428 w 1792582"/>
                <a:gd name="connsiteY5" fmla="*/ 914707 h 1058137"/>
                <a:gd name="connsiteX6" fmla="*/ 151851 w 1792582"/>
                <a:gd name="connsiteY6" fmla="*/ 954758 h 1058137"/>
                <a:gd name="connsiteX7" fmla="*/ 166428 w 1792582"/>
                <a:gd name="connsiteY7" fmla="*/ 994808 h 1058137"/>
                <a:gd name="connsiteX8" fmla="*/ 181005 w 1792582"/>
                <a:gd name="connsiteY8" fmla="*/ 954758 h 1058137"/>
                <a:gd name="connsiteX9" fmla="*/ 166428 w 1792582"/>
                <a:gd name="connsiteY9" fmla="*/ 914707 h 1058137"/>
                <a:gd name="connsiteX10" fmla="*/ 1484566 w 1792582"/>
                <a:gd name="connsiteY10" fmla="*/ 912443 h 1058137"/>
                <a:gd name="connsiteX11" fmla="*/ 1469642 w 1792582"/>
                <a:gd name="connsiteY11" fmla="*/ 937376 h 1058137"/>
                <a:gd name="connsiteX12" fmla="*/ 1469546 w 1792582"/>
                <a:gd name="connsiteY12" fmla="*/ 942259 h 1058137"/>
                <a:gd name="connsiteX13" fmla="*/ 1499391 w 1792582"/>
                <a:gd name="connsiteY13" fmla="*/ 942259 h 1058137"/>
                <a:gd name="connsiteX14" fmla="*/ 1499206 w 1792582"/>
                <a:gd name="connsiteY14" fmla="*/ 937354 h 1058137"/>
                <a:gd name="connsiteX15" fmla="*/ 1484566 w 1792582"/>
                <a:gd name="connsiteY15" fmla="*/ 912443 h 1058137"/>
                <a:gd name="connsiteX16" fmla="*/ 1070393 w 1792582"/>
                <a:gd name="connsiteY16" fmla="*/ 912443 h 1058137"/>
                <a:gd name="connsiteX17" fmla="*/ 1055156 w 1792582"/>
                <a:gd name="connsiteY17" fmla="*/ 953247 h 1058137"/>
                <a:gd name="connsiteX18" fmla="*/ 1070393 w 1792582"/>
                <a:gd name="connsiteY18" fmla="*/ 994053 h 1058137"/>
                <a:gd name="connsiteX19" fmla="*/ 1085631 w 1792582"/>
                <a:gd name="connsiteY19" fmla="*/ 953247 h 1058137"/>
                <a:gd name="connsiteX20" fmla="*/ 1070393 w 1792582"/>
                <a:gd name="connsiteY20" fmla="*/ 912443 h 1058137"/>
                <a:gd name="connsiteX21" fmla="*/ 915496 w 1792582"/>
                <a:gd name="connsiteY21" fmla="*/ 912443 h 1058137"/>
                <a:gd name="connsiteX22" fmla="*/ 900573 w 1792582"/>
                <a:gd name="connsiteY22" fmla="*/ 937376 h 1058137"/>
                <a:gd name="connsiteX23" fmla="*/ 900476 w 1792582"/>
                <a:gd name="connsiteY23" fmla="*/ 942259 h 1058137"/>
                <a:gd name="connsiteX24" fmla="*/ 930321 w 1792582"/>
                <a:gd name="connsiteY24" fmla="*/ 942259 h 1058137"/>
                <a:gd name="connsiteX25" fmla="*/ 930137 w 1792582"/>
                <a:gd name="connsiteY25" fmla="*/ 937354 h 1058137"/>
                <a:gd name="connsiteX26" fmla="*/ 915496 w 1792582"/>
                <a:gd name="connsiteY26" fmla="*/ 912443 h 1058137"/>
                <a:gd name="connsiteX27" fmla="*/ 637849 w 1792582"/>
                <a:gd name="connsiteY27" fmla="*/ 912443 h 1058137"/>
                <a:gd name="connsiteX28" fmla="*/ 622612 w 1792582"/>
                <a:gd name="connsiteY28" fmla="*/ 953247 h 1058137"/>
                <a:gd name="connsiteX29" fmla="*/ 637849 w 1792582"/>
                <a:gd name="connsiteY29" fmla="*/ 994053 h 1058137"/>
                <a:gd name="connsiteX30" fmla="*/ 653087 w 1792582"/>
                <a:gd name="connsiteY30" fmla="*/ 953247 h 1058137"/>
                <a:gd name="connsiteX31" fmla="*/ 637849 w 1792582"/>
                <a:gd name="connsiteY31" fmla="*/ 912443 h 1058137"/>
                <a:gd name="connsiteX32" fmla="*/ 263432 w 1792582"/>
                <a:gd name="connsiteY32" fmla="*/ 912443 h 1058137"/>
                <a:gd name="connsiteX33" fmla="*/ 248508 w 1792582"/>
                <a:gd name="connsiteY33" fmla="*/ 937376 h 1058137"/>
                <a:gd name="connsiteX34" fmla="*/ 248412 w 1792582"/>
                <a:gd name="connsiteY34" fmla="*/ 942259 h 1058137"/>
                <a:gd name="connsiteX35" fmla="*/ 278257 w 1792582"/>
                <a:gd name="connsiteY35" fmla="*/ 942259 h 1058137"/>
                <a:gd name="connsiteX36" fmla="*/ 278072 w 1792582"/>
                <a:gd name="connsiteY36" fmla="*/ 937354 h 1058137"/>
                <a:gd name="connsiteX37" fmla="*/ 263432 w 1792582"/>
                <a:gd name="connsiteY37" fmla="*/ 912443 h 1058137"/>
                <a:gd name="connsiteX38" fmla="*/ 1714910 w 1792582"/>
                <a:gd name="connsiteY38" fmla="*/ 896590 h 1058137"/>
                <a:gd name="connsiteX39" fmla="*/ 1734882 w 1792582"/>
                <a:gd name="connsiteY39" fmla="*/ 896590 h 1058137"/>
                <a:gd name="connsiteX40" fmla="*/ 1753333 w 1792582"/>
                <a:gd name="connsiteY40" fmla="*/ 971008 h 1058137"/>
                <a:gd name="connsiteX41" fmla="*/ 1772205 w 1792582"/>
                <a:gd name="connsiteY41" fmla="*/ 896590 h 1058137"/>
                <a:gd name="connsiteX42" fmla="*/ 1792177 w 1792582"/>
                <a:gd name="connsiteY42" fmla="*/ 896590 h 1058137"/>
                <a:gd name="connsiteX43" fmla="*/ 1746000 w 1792582"/>
                <a:gd name="connsiteY43" fmla="*/ 1058137 h 1058137"/>
                <a:gd name="connsiteX44" fmla="*/ 1726028 w 1792582"/>
                <a:gd name="connsiteY44" fmla="*/ 1058137 h 1058137"/>
                <a:gd name="connsiteX45" fmla="*/ 1742258 w 1792582"/>
                <a:gd name="connsiteY45" fmla="*/ 998644 h 1058137"/>
                <a:gd name="connsiteX46" fmla="*/ 1350499 w 1792582"/>
                <a:gd name="connsiteY46" fmla="*/ 896590 h 1058137"/>
                <a:gd name="connsiteX47" fmla="*/ 1370471 w 1792582"/>
                <a:gd name="connsiteY47" fmla="*/ 896590 h 1058137"/>
                <a:gd name="connsiteX48" fmla="*/ 1370471 w 1792582"/>
                <a:gd name="connsiteY48" fmla="*/ 912636 h 1058137"/>
                <a:gd name="connsiteX49" fmla="*/ 1392815 w 1792582"/>
                <a:gd name="connsiteY49" fmla="*/ 896973 h 1058137"/>
                <a:gd name="connsiteX50" fmla="*/ 1417110 w 1792582"/>
                <a:gd name="connsiteY50" fmla="*/ 931246 h 1058137"/>
                <a:gd name="connsiteX51" fmla="*/ 1417582 w 1792582"/>
                <a:gd name="connsiteY51" fmla="*/ 1009192 h 1058137"/>
                <a:gd name="connsiteX52" fmla="*/ 1397610 w 1792582"/>
                <a:gd name="connsiteY52" fmla="*/ 1009192 h 1058137"/>
                <a:gd name="connsiteX53" fmla="*/ 1397893 w 1792582"/>
                <a:gd name="connsiteY53" fmla="*/ 936367 h 1058137"/>
                <a:gd name="connsiteX54" fmla="*/ 1385541 w 1792582"/>
                <a:gd name="connsiteY54" fmla="*/ 914392 h 1058137"/>
                <a:gd name="connsiteX55" fmla="*/ 1370504 w 1792582"/>
                <a:gd name="connsiteY55" fmla="*/ 934362 h 1058137"/>
                <a:gd name="connsiteX56" fmla="*/ 1370390 w 1792582"/>
                <a:gd name="connsiteY56" fmla="*/ 937613 h 1058137"/>
                <a:gd name="connsiteX57" fmla="*/ 1370170 w 1792582"/>
                <a:gd name="connsiteY57" fmla="*/ 937613 h 1058137"/>
                <a:gd name="connsiteX58" fmla="*/ 1370170 w 1792582"/>
                <a:gd name="connsiteY58" fmla="*/ 996661 h 1058137"/>
                <a:gd name="connsiteX59" fmla="*/ 1370471 w 1792582"/>
                <a:gd name="connsiteY59" fmla="*/ 996661 h 1058137"/>
                <a:gd name="connsiteX60" fmla="*/ 1370471 w 1792582"/>
                <a:gd name="connsiteY60" fmla="*/ 1009192 h 1058137"/>
                <a:gd name="connsiteX61" fmla="*/ 1350499 w 1792582"/>
                <a:gd name="connsiteY61" fmla="*/ 1009192 h 1058137"/>
                <a:gd name="connsiteX62" fmla="*/ 703301 w 1792582"/>
                <a:gd name="connsiteY62" fmla="*/ 896590 h 1058137"/>
                <a:gd name="connsiteX63" fmla="*/ 723273 w 1792582"/>
                <a:gd name="connsiteY63" fmla="*/ 896590 h 1058137"/>
                <a:gd name="connsiteX64" fmla="*/ 723273 w 1792582"/>
                <a:gd name="connsiteY64" fmla="*/ 935890 h 1058137"/>
                <a:gd name="connsiteX65" fmla="*/ 723669 w 1792582"/>
                <a:gd name="connsiteY65" fmla="*/ 935767 h 1058137"/>
                <a:gd name="connsiteX66" fmla="*/ 723669 w 1792582"/>
                <a:gd name="connsiteY66" fmla="*/ 977978 h 1058137"/>
                <a:gd name="connsiteX67" fmla="*/ 723993 w 1792582"/>
                <a:gd name="connsiteY67" fmla="*/ 977978 h 1058137"/>
                <a:gd name="connsiteX68" fmla="*/ 724972 w 1792582"/>
                <a:gd name="connsiteY68" fmla="*/ 985894 h 1058137"/>
                <a:gd name="connsiteX69" fmla="*/ 736125 w 1792582"/>
                <a:gd name="connsiteY69" fmla="*/ 994808 h 1058137"/>
                <a:gd name="connsiteX70" fmla="*/ 747278 w 1792582"/>
                <a:gd name="connsiteY70" fmla="*/ 985873 h 1058137"/>
                <a:gd name="connsiteX71" fmla="*/ 748257 w 1792582"/>
                <a:gd name="connsiteY71" fmla="*/ 977978 h 1058137"/>
                <a:gd name="connsiteX72" fmla="*/ 748582 w 1792582"/>
                <a:gd name="connsiteY72" fmla="*/ 977978 h 1058137"/>
                <a:gd name="connsiteX73" fmla="*/ 748582 w 1792582"/>
                <a:gd name="connsiteY73" fmla="*/ 917038 h 1058137"/>
                <a:gd name="connsiteX74" fmla="*/ 748575 w 1792582"/>
                <a:gd name="connsiteY74" fmla="*/ 917038 h 1058137"/>
                <a:gd name="connsiteX75" fmla="*/ 748575 w 1792582"/>
                <a:gd name="connsiteY75" fmla="*/ 896590 h 1058137"/>
                <a:gd name="connsiteX76" fmla="*/ 768547 w 1792582"/>
                <a:gd name="connsiteY76" fmla="*/ 896590 h 1058137"/>
                <a:gd name="connsiteX77" fmla="*/ 768547 w 1792582"/>
                <a:gd name="connsiteY77" fmla="*/ 975013 h 1058137"/>
                <a:gd name="connsiteX78" fmla="*/ 768547 w 1792582"/>
                <a:gd name="connsiteY78" fmla="*/ 975015 h 1058137"/>
                <a:gd name="connsiteX79" fmla="*/ 768547 w 1792582"/>
                <a:gd name="connsiteY79" fmla="*/ 975018 h 1058137"/>
                <a:gd name="connsiteX80" fmla="*/ 768547 w 1792582"/>
                <a:gd name="connsiteY80" fmla="*/ 976933 h 1058137"/>
                <a:gd name="connsiteX81" fmla="*/ 768420 w 1792582"/>
                <a:gd name="connsiteY81" fmla="*/ 976933 h 1058137"/>
                <a:gd name="connsiteX82" fmla="*/ 767494 w 1792582"/>
                <a:gd name="connsiteY82" fmla="*/ 990893 h 1058137"/>
                <a:gd name="connsiteX83" fmla="*/ 735985 w 1792582"/>
                <a:gd name="connsiteY83" fmla="*/ 1015821 h 1058137"/>
                <a:gd name="connsiteX84" fmla="*/ 704476 w 1792582"/>
                <a:gd name="connsiteY84" fmla="*/ 990904 h 1058137"/>
                <a:gd name="connsiteX85" fmla="*/ 703550 w 1792582"/>
                <a:gd name="connsiteY85" fmla="*/ 976933 h 1058137"/>
                <a:gd name="connsiteX86" fmla="*/ 703301 w 1792582"/>
                <a:gd name="connsiteY86" fmla="*/ 976933 h 1058137"/>
                <a:gd name="connsiteX87" fmla="*/ 326701 w 1792582"/>
                <a:gd name="connsiteY87" fmla="*/ 896590 h 1058137"/>
                <a:gd name="connsiteX88" fmla="*/ 346672 w 1792582"/>
                <a:gd name="connsiteY88" fmla="*/ 896590 h 1058137"/>
                <a:gd name="connsiteX89" fmla="*/ 346672 w 1792582"/>
                <a:gd name="connsiteY89" fmla="*/ 912636 h 1058137"/>
                <a:gd name="connsiteX90" fmla="*/ 369017 w 1792582"/>
                <a:gd name="connsiteY90" fmla="*/ 896973 h 1058137"/>
                <a:gd name="connsiteX91" fmla="*/ 393311 w 1792582"/>
                <a:gd name="connsiteY91" fmla="*/ 931246 h 1058137"/>
                <a:gd name="connsiteX92" fmla="*/ 393784 w 1792582"/>
                <a:gd name="connsiteY92" fmla="*/ 1009192 h 1058137"/>
                <a:gd name="connsiteX93" fmla="*/ 373812 w 1792582"/>
                <a:gd name="connsiteY93" fmla="*/ 1009192 h 1058137"/>
                <a:gd name="connsiteX94" fmla="*/ 374095 w 1792582"/>
                <a:gd name="connsiteY94" fmla="*/ 936367 h 1058137"/>
                <a:gd name="connsiteX95" fmla="*/ 361743 w 1792582"/>
                <a:gd name="connsiteY95" fmla="*/ 914392 h 1058137"/>
                <a:gd name="connsiteX96" fmla="*/ 346705 w 1792582"/>
                <a:gd name="connsiteY96" fmla="*/ 934362 h 1058137"/>
                <a:gd name="connsiteX97" fmla="*/ 346592 w 1792582"/>
                <a:gd name="connsiteY97" fmla="*/ 937613 h 1058137"/>
                <a:gd name="connsiteX98" fmla="*/ 346372 w 1792582"/>
                <a:gd name="connsiteY98" fmla="*/ 937613 h 1058137"/>
                <a:gd name="connsiteX99" fmla="*/ 346372 w 1792582"/>
                <a:gd name="connsiteY99" fmla="*/ 996661 h 1058137"/>
                <a:gd name="connsiteX100" fmla="*/ 346672 w 1792582"/>
                <a:gd name="connsiteY100" fmla="*/ 996661 h 1058137"/>
                <a:gd name="connsiteX101" fmla="*/ 346672 w 1792582"/>
                <a:gd name="connsiteY101" fmla="*/ 1009192 h 1058137"/>
                <a:gd name="connsiteX102" fmla="*/ 326701 w 1792582"/>
                <a:gd name="connsiteY102" fmla="*/ 1009192 h 1058137"/>
                <a:gd name="connsiteX103" fmla="*/ 1645649 w 1792582"/>
                <a:gd name="connsiteY103" fmla="*/ 896386 h 1058137"/>
                <a:gd name="connsiteX104" fmla="*/ 1665951 w 1792582"/>
                <a:gd name="connsiteY104" fmla="*/ 906430 h 1058137"/>
                <a:gd name="connsiteX105" fmla="*/ 1667038 w 1792582"/>
                <a:gd name="connsiteY105" fmla="*/ 908651 h 1058137"/>
                <a:gd name="connsiteX106" fmla="*/ 1667038 w 1792582"/>
                <a:gd name="connsiteY106" fmla="*/ 896728 h 1058137"/>
                <a:gd name="connsiteX107" fmla="*/ 1687010 w 1792582"/>
                <a:gd name="connsiteY107" fmla="*/ 896728 h 1058137"/>
                <a:gd name="connsiteX108" fmla="*/ 1687010 w 1792582"/>
                <a:gd name="connsiteY108" fmla="*/ 1006787 h 1058137"/>
                <a:gd name="connsiteX109" fmla="*/ 1687010 w 1792582"/>
                <a:gd name="connsiteY109" fmla="*/ 1006791 h 1058137"/>
                <a:gd name="connsiteX110" fmla="*/ 1686300 w 1792582"/>
                <a:gd name="connsiteY110" fmla="*/ 1021179 h 1058137"/>
                <a:gd name="connsiteX111" fmla="*/ 1652581 w 1792582"/>
                <a:gd name="connsiteY111" fmla="*/ 1057001 h 1058137"/>
                <a:gd name="connsiteX112" fmla="*/ 1618862 w 1792582"/>
                <a:gd name="connsiteY112" fmla="*/ 1021162 h 1058137"/>
                <a:gd name="connsiteX113" fmla="*/ 1618816 w 1792582"/>
                <a:gd name="connsiteY113" fmla="*/ 1020222 h 1058137"/>
                <a:gd name="connsiteX114" fmla="*/ 1638139 w 1792582"/>
                <a:gd name="connsiteY114" fmla="*/ 1020222 h 1058137"/>
                <a:gd name="connsiteX115" fmla="*/ 1638891 w 1792582"/>
                <a:gd name="connsiteY115" fmla="*/ 1025506 h 1058137"/>
                <a:gd name="connsiteX116" fmla="*/ 1651560 w 1792582"/>
                <a:gd name="connsiteY116" fmla="*/ 1039738 h 1058137"/>
                <a:gd name="connsiteX117" fmla="*/ 1666731 w 1792582"/>
                <a:gd name="connsiteY117" fmla="*/ 1012557 h 1058137"/>
                <a:gd name="connsiteX118" fmla="*/ 1666892 w 1792582"/>
                <a:gd name="connsiteY118" fmla="*/ 1006787 h 1058137"/>
                <a:gd name="connsiteX119" fmla="*/ 1667038 w 1792582"/>
                <a:gd name="connsiteY119" fmla="*/ 1006787 h 1058137"/>
                <a:gd name="connsiteX120" fmla="*/ 1667038 w 1792582"/>
                <a:gd name="connsiteY120" fmla="*/ 1000603 h 1058137"/>
                <a:gd name="connsiteX121" fmla="*/ 1665481 w 1792582"/>
                <a:gd name="connsiteY121" fmla="*/ 1003725 h 1058137"/>
                <a:gd name="connsiteX122" fmla="*/ 1645649 w 1792582"/>
                <a:gd name="connsiteY122" fmla="*/ 1013718 h 1058137"/>
                <a:gd name="connsiteX123" fmla="*/ 1617463 w 1792582"/>
                <a:gd name="connsiteY123" fmla="*/ 955052 h 1058137"/>
                <a:gd name="connsiteX124" fmla="*/ 1645649 w 1792582"/>
                <a:gd name="connsiteY124" fmla="*/ 896386 h 1058137"/>
                <a:gd name="connsiteX125" fmla="*/ 1483922 w 1792582"/>
                <a:gd name="connsiteY125" fmla="*/ 896249 h 1058137"/>
                <a:gd name="connsiteX126" fmla="*/ 1517429 w 1792582"/>
                <a:gd name="connsiteY126" fmla="*/ 932072 h 1058137"/>
                <a:gd name="connsiteX127" fmla="*/ 1518040 w 1792582"/>
                <a:gd name="connsiteY127" fmla="*/ 959244 h 1058137"/>
                <a:gd name="connsiteX128" fmla="*/ 1469496 w 1792582"/>
                <a:gd name="connsiteY128" fmla="*/ 959244 h 1058137"/>
                <a:gd name="connsiteX129" fmla="*/ 1469772 w 1792582"/>
                <a:gd name="connsiteY129" fmla="*/ 969136 h 1058137"/>
                <a:gd name="connsiteX130" fmla="*/ 1484566 w 1792582"/>
                <a:gd name="connsiteY130" fmla="*/ 994053 h 1058137"/>
                <a:gd name="connsiteX131" fmla="*/ 1497612 w 1792582"/>
                <a:gd name="connsiteY131" fmla="*/ 982086 h 1058137"/>
                <a:gd name="connsiteX132" fmla="*/ 1498822 w 1792582"/>
                <a:gd name="connsiteY132" fmla="*/ 973587 h 1058137"/>
                <a:gd name="connsiteX133" fmla="*/ 1517846 w 1792582"/>
                <a:gd name="connsiteY133" fmla="*/ 973587 h 1058137"/>
                <a:gd name="connsiteX134" fmla="*/ 1517641 w 1792582"/>
                <a:gd name="connsiteY134" fmla="*/ 977742 h 1058137"/>
                <a:gd name="connsiteX135" fmla="*/ 1483922 w 1792582"/>
                <a:gd name="connsiteY135" fmla="*/ 1013580 h 1058137"/>
                <a:gd name="connsiteX136" fmla="*/ 1449076 w 1792582"/>
                <a:gd name="connsiteY136" fmla="*/ 954914 h 1058137"/>
                <a:gd name="connsiteX137" fmla="*/ 1483922 w 1792582"/>
                <a:gd name="connsiteY137" fmla="*/ 896249 h 1058137"/>
                <a:gd name="connsiteX138" fmla="*/ 1070504 w 1792582"/>
                <a:gd name="connsiteY138" fmla="*/ 896249 h 1058137"/>
                <a:gd name="connsiteX139" fmla="*/ 1105350 w 1792582"/>
                <a:gd name="connsiteY139" fmla="*/ 954914 h 1058137"/>
                <a:gd name="connsiteX140" fmla="*/ 1070504 w 1792582"/>
                <a:gd name="connsiteY140" fmla="*/ 1013580 h 1058137"/>
                <a:gd name="connsiteX141" fmla="*/ 1035658 w 1792582"/>
                <a:gd name="connsiteY141" fmla="*/ 954914 h 1058137"/>
                <a:gd name="connsiteX142" fmla="*/ 1070504 w 1792582"/>
                <a:gd name="connsiteY142" fmla="*/ 896249 h 1058137"/>
                <a:gd name="connsiteX143" fmla="*/ 914852 w 1792582"/>
                <a:gd name="connsiteY143" fmla="*/ 896249 h 1058137"/>
                <a:gd name="connsiteX144" fmla="*/ 948359 w 1792582"/>
                <a:gd name="connsiteY144" fmla="*/ 932072 h 1058137"/>
                <a:gd name="connsiteX145" fmla="*/ 948970 w 1792582"/>
                <a:gd name="connsiteY145" fmla="*/ 959244 h 1058137"/>
                <a:gd name="connsiteX146" fmla="*/ 900426 w 1792582"/>
                <a:gd name="connsiteY146" fmla="*/ 959244 h 1058137"/>
                <a:gd name="connsiteX147" fmla="*/ 900703 w 1792582"/>
                <a:gd name="connsiteY147" fmla="*/ 969136 h 1058137"/>
                <a:gd name="connsiteX148" fmla="*/ 915496 w 1792582"/>
                <a:gd name="connsiteY148" fmla="*/ 994053 h 1058137"/>
                <a:gd name="connsiteX149" fmla="*/ 928542 w 1792582"/>
                <a:gd name="connsiteY149" fmla="*/ 982086 h 1058137"/>
                <a:gd name="connsiteX150" fmla="*/ 929752 w 1792582"/>
                <a:gd name="connsiteY150" fmla="*/ 973587 h 1058137"/>
                <a:gd name="connsiteX151" fmla="*/ 948777 w 1792582"/>
                <a:gd name="connsiteY151" fmla="*/ 973587 h 1058137"/>
                <a:gd name="connsiteX152" fmla="*/ 948571 w 1792582"/>
                <a:gd name="connsiteY152" fmla="*/ 977742 h 1058137"/>
                <a:gd name="connsiteX153" fmla="*/ 914852 w 1792582"/>
                <a:gd name="connsiteY153" fmla="*/ 1013580 h 1058137"/>
                <a:gd name="connsiteX154" fmla="*/ 880006 w 1792582"/>
                <a:gd name="connsiteY154" fmla="*/ 954914 h 1058137"/>
                <a:gd name="connsiteX155" fmla="*/ 914852 w 1792582"/>
                <a:gd name="connsiteY155" fmla="*/ 896249 h 1058137"/>
                <a:gd name="connsiteX156" fmla="*/ 637960 w 1792582"/>
                <a:gd name="connsiteY156" fmla="*/ 896249 h 1058137"/>
                <a:gd name="connsiteX157" fmla="*/ 672806 w 1792582"/>
                <a:gd name="connsiteY157" fmla="*/ 954914 h 1058137"/>
                <a:gd name="connsiteX158" fmla="*/ 637960 w 1792582"/>
                <a:gd name="connsiteY158" fmla="*/ 1013580 h 1058137"/>
                <a:gd name="connsiteX159" fmla="*/ 603114 w 1792582"/>
                <a:gd name="connsiteY159" fmla="*/ 954914 h 1058137"/>
                <a:gd name="connsiteX160" fmla="*/ 637960 w 1792582"/>
                <a:gd name="connsiteY160" fmla="*/ 896249 h 1058137"/>
                <a:gd name="connsiteX161" fmla="*/ 262788 w 1792582"/>
                <a:gd name="connsiteY161" fmla="*/ 896249 h 1058137"/>
                <a:gd name="connsiteX162" fmla="*/ 296295 w 1792582"/>
                <a:gd name="connsiteY162" fmla="*/ 932072 h 1058137"/>
                <a:gd name="connsiteX163" fmla="*/ 296906 w 1792582"/>
                <a:gd name="connsiteY163" fmla="*/ 959244 h 1058137"/>
                <a:gd name="connsiteX164" fmla="*/ 248362 w 1792582"/>
                <a:gd name="connsiteY164" fmla="*/ 959244 h 1058137"/>
                <a:gd name="connsiteX165" fmla="*/ 248638 w 1792582"/>
                <a:gd name="connsiteY165" fmla="*/ 969136 h 1058137"/>
                <a:gd name="connsiteX166" fmla="*/ 263432 w 1792582"/>
                <a:gd name="connsiteY166" fmla="*/ 994053 h 1058137"/>
                <a:gd name="connsiteX167" fmla="*/ 276478 w 1792582"/>
                <a:gd name="connsiteY167" fmla="*/ 982086 h 1058137"/>
                <a:gd name="connsiteX168" fmla="*/ 277688 w 1792582"/>
                <a:gd name="connsiteY168" fmla="*/ 973587 h 1058137"/>
                <a:gd name="connsiteX169" fmla="*/ 296712 w 1792582"/>
                <a:gd name="connsiteY169" fmla="*/ 973587 h 1058137"/>
                <a:gd name="connsiteX170" fmla="*/ 296507 w 1792582"/>
                <a:gd name="connsiteY170" fmla="*/ 977742 h 1058137"/>
                <a:gd name="connsiteX171" fmla="*/ 262788 w 1792582"/>
                <a:gd name="connsiteY171" fmla="*/ 1013580 h 1058137"/>
                <a:gd name="connsiteX172" fmla="*/ 227942 w 1792582"/>
                <a:gd name="connsiteY172" fmla="*/ 954914 h 1058137"/>
                <a:gd name="connsiteX173" fmla="*/ 262788 w 1792582"/>
                <a:gd name="connsiteY173" fmla="*/ 896249 h 1058137"/>
                <a:gd name="connsiteX174" fmla="*/ 174241 w 1792582"/>
                <a:gd name="connsiteY174" fmla="*/ 896248 h 1058137"/>
                <a:gd name="connsiteX175" fmla="*/ 202427 w 1792582"/>
                <a:gd name="connsiteY175" fmla="*/ 954914 h 1058137"/>
                <a:gd name="connsiteX176" fmla="*/ 174241 w 1792582"/>
                <a:gd name="connsiteY176" fmla="*/ 1013580 h 1058137"/>
                <a:gd name="connsiteX177" fmla="*/ 159360 w 1792582"/>
                <a:gd name="connsiteY177" fmla="*/ 1008995 h 1058137"/>
                <a:gd name="connsiteX178" fmla="*/ 152852 w 1792582"/>
                <a:gd name="connsiteY178" fmla="*/ 999395 h 1058137"/>
                <a:gd name="connsiteX179" fmla="*/ 152852 w 1792582"/>
                <a:gd name="connsiteY179" fmla="*/ 1056246 h 1058137"/>
                <a:gd name="connsiteX180" fmla="*/ 132881 w 1792582"/>
                <a:gd name="connsiteY180" fmla="*/ 1056246 h 1058137"/>
                <a:gd name="connsiteX181" fmla="*/ 132881 w 1792582"/>
                <a:gd name="connsiteY181" fmla="*/ 896590 h 1058137"/>
                <a:gd name="connsiteX182" fmla="*/ 152852 w 1792582"/>
                <a:gd name="connsiteY182" fmla="*/ 896590 h 1058137"/>
                <a:gd name="connsiteX183" fmla="*/ 152852 w 1792582"/>
                <a:gd name="connsiteY183" fmla="*/ 909865 h 1058137"/>
                <a:gd name="connsiteX184" fmla="*/ 158909 w 1792582"/>
                <a:gd name="connsiteY184" fmla="*/ 900882 h 1058137"/>
                <a:gd name="connsiteX185" fmla="*/ 174241 w 1792582"/>
                <a:gd name="connsiteY185" fmla="*/ 896248 h 1058137"/>
                <a:gd name="connsiteX186" fmla="*/ 1592774 w 1792582"/>
                <a:gd name="connsiteY186" fmla="*/ 892438 h 1058137"/>
                <a:gd name="connsiteX187" fmla="*/ 1592774 w 1792582"/>
                <a:gd name="connsiteY187" fmla="*/ 914707 h 1058137"/>
                <a:gd name="connsiteX188" fmla="*/ 1572318 w 1792582"/>
                <a:gd name="connsiteY188" fmla="*/ 924898 h 1058137"/>
                <a:gd name="connsiteX189" fmla="*/ 1570506 w 1792582"/>
                <a:gd name="connsiteY189" fmla="*/ 930363 h 1058137"/>
                <a:gd name="connsiteX190" fmla="*/ 1570506 w 1792582"/>
                <a:gd name="connsiteY190" fmla="*/ 1009192 h 1058137"/>
                <a:gd name="connsiteX191" fmla="*/ 1550534 w 1792582"/>
                <a:gd name="connsiteY191" fmla="*/ 1009192 h 1058137"/>
                <a:gd name="connsiteX192" fmla="*/ 1550534 w 1792582"/>
                <a:gd name="connsiteY192" fmla="*/ 896590 h 1058137"/>
                <a:gd name="connsiteX193" fmla="*/ 1570506 w 1792582"/>
                <a:gd name="connsiteY193" fmla="*/ 896590 h 1058137"/>
                <a:gd name="connsiteX194" fmla="*/ 1570506 w 1792582"/>
                <a:gd name="connsiteY194" fmla="*/ 906833 h 1058137"/>
                <a:gd name="connsiteX195" fmla="*/ 1571627 w 1792582"/>
                <a:gd name="connsiteY195" fmla="*/ 905336 h 1058137"/>
                <a:gd name="connsiteX196" fmla="*/ 1592774 w 1792582"/>
                <a:gd name="connsiteY196" fmla="*/ 892438 h 1058137"/>
                <a:gd name="connsiteX197" fmla="*/ 824066 w 1792582"/>
                <a:gd name="connsiteY197" fmla="*/ 891683 h 1058137"/>
                <a:gd name="connsiteX198" fmla="*/ 846335 w 1792582"/>
                <a:gd name="connsiteY198" fmla="*/ 897345 h 1058137"/>
                <a:gd name="connsiteX199" fmla="*/ 846335 w 1792582"/>
                <a:gd name="connsiteY199" fmla="*/ 916217 h 1058137"/>
                <a:gd name="connsiteX200" fmla="*/ 815762 w 1792582"/>
                <a:gd name="connsiteY200" fmla="*/ 924520 h 1058137"/>
                <a:gd name="connsiteX201" fmla="*/ 832661 w 1792582"/>
                <a:gd name="connsiteY201" fmla="*/ 947285 h 1058137"/>
                <a:gd name="connsiteX202" fmla="*/ 854638 w 1792582"/>
                <a:gd name="connsiteY202" fmla="*/ 979626 h 1058137"/>
                <a:gd name="connsiteX203" fmla="*/ 824444 w 1792582"/>
                <a:gd name="connsiteY203" fmla="*/ 1013595 h 1058137"/>
                <a:gd name="connsiteX204" fmla="*/ 802175 w 1792582"/>
                <a:gd name="connsiteY204" fmla="*/ 1007934 h 1058137"/>
                <a:gd name="connsiteX205" fmla="*/ 802175 w 1792582"/>
                <a:gd name="connsiteY205" fmla="*/ 987929 h 1058137"/>
                <a:gd name="connsiteX206" fmla="*/ 822179 w 1792582"/>
                <a:gd name="connsiteY206" fmla="*/ 994723 h 1058137"/>
                <a:gd name="connsiteX207" fmla="*/ 836521 w 1792582"/>
                <a:gd name="connsiteY207" fmla="*/ 979248 h 1058137"/>
                <a:gd name="connsiteX208" fmla="*/ 816301 w 1792582"/>
                <a:gd name="connsiteY208" fmla="*/ 954931 h 1058137"/>
                <a:gd name="connsiteX209" fmla="*/ 796988 w 1792582"/>
                <a:gd name="connsiteY209" fmla="*/ 925652 h 1058137"/>
                <a:gd name="connsiteX210" fmla="*/ 824066 w 1792582"/>
                <a:gd name="connsiteY210" fmla="*/ 891683 h 1058137"/>
                <a:gd name="connsiteX211" fmla="*/ 56436 w 1792582"/>
                <a:gd name="connsiteY211" fmla="*/ 860524 h 1058137"/>
                <a:gd name="connsiteX212" fmla="*/ 35735 w 1792582"/>
                <a:gd name="connsiteY212" fmla="*/ 926643 h 1058137"/>
                <a:gd name="connsiteX213" fmla="*/ 56436 w 1792582"/>
                <a:gd name="connsiteY213" fmla="*/ 992761 h 1058137"/>
                <a:gd name="connsiteX214" fmla="*/ 77136 w 1792582"/>
                <a:gd name="connsiteY214" fmla="*/ 926643 h 1058137"/>
                <a:gd name="connsiteX215" fmla="*/ 56436 w 1792582"/>
                <a:gd name="connsiteY215" fmla="*/ 860524 h 1058137"/>
                <a:gd name="connsiteX216" fmla="*/ 56672 w 1792582"/>
                <a:gd name="connsiteY216" fmla="*/ 839708 h 1058137"/>
                <a:gd name="connsiteX217" fmla="*/ 100557 w 1792582"/>
                <a:gd name="connsiteY217" fmla="*/ 926644 h 1058137"/>
                <a:gd name="connsiteX218" fmla="*/ 56672 w 1792582"/>
                <a:gd name="connsiteY218" fmla="*/ 1013580 h 1058137"/>
                <a:gd name="connsiteX219" fmla="*/ 12787 w 1792582"/>
                <a:gd name="connsiteY219" fmla="*/ 926644 h 1058137"/>
                <a:gd name="connsiteX220" fmla="*/ 56672 w 1792582"/>
                <a:gd name="connsiteY220" fmla="*/ 839708 h 1058137"/>
                <a:gd name="connsiteX221" fmla="*/ 1261002 w 1792582"/>
                <a:gd name="connsiteY221" fmla="*/ 839707 h 1058137"/>
                <a:gd name="connsiteX222" fmla="*/ 1267808 w 1792582"/>
                <a:gd name="connsiteY222" fmla="*/ 839707 h 1058137"/>
                <a:gd name="connsiteX223" fmla="*/ 1282685 w 1792582"/>
                <a:gd name="connsiteY223" fmla="*/ 839707 h 1058137"/>
                <a:gd name="connsiteX224" fmla="*/ 1322930 w 1792582"/>
                <a:gd name="connsiteY224" fmla="*/ 839707 h 1058137"/>
                <a:gd name="connsiteX225" fmla="*/ 1322930 w 1792582"/>
                <a:gd name="connsiteY225" fmla="*/ 858017 h 1058137"/>
                <a:gd name="connsiteX226" fmla="*/ 1282685 w 1792582"/>
                <a:gd name="connsiteY226" fmla="*/ 858017 h 1058137"/>
                <a:gd name="connsiteX227" fmla="*/ 1282685 w 1792582"/>
                <a:gd name="connsiteY227" fmla="*/ 914391 h 1058137"/>
                <a:gd name="connsiteX228" fmla="*/ 1318112 w 1792582"/>
                <a:gd name="connsiteY228" fmla="*/ 914391 h 1058137"/>
                <a:gd name="connsiteX229" fmla="*/ 1318112 w 1792582"/>
                <a:gd name="connsiteY229" fmla="*/ 932701 h 1058137"/>
                <a:gd name="connsiteX230" fmla="*/ 1282685 w 1792582"/>
                <a:gd name="connsiteY230" fmla="*/ 932701 h 1058137"/>
                <a:gd name="connsiteX231" fmla="*/ 1282685 w 1792582"/>
                <a:gd name="connsiteY231" fmla="*/ 992581 h 1058137"/>
                <a:gd name="connsiteX232" fmla="*/ 1322930 w 1792582"/>
                <a:gd name="connsiteY232" fmla="*/ 992581 h 1058137"/>
                <a:gd name="connsiteX233" fmla="*/ 1322930 w 1792582"/>
                <a:gd name="connsiteY233" fmla="*/ 1010891 h 1058137"/>
                <a:gd name="connsiteX234" fmla="*/ 1282685 w 1792582"/>
                <a:gd name="connsiteY234" fmla="*/ 1010891 h 1058137"/>
                <a:gd name="connsiteX235" fmla="*/ 1267808 w 1792582"/>
                <a:gd name="connsiteY235" fmla="*/ 1010891 h 1058137"/>
                <a:gd name="connsiteX236" fmla="*/ 1261002 w 1792582"/>
                <a:gd name="connsiteY236" fmla="*/ 1010891 h 1058137"/>
                <a:gd name="connsiteX237" fmla="*/ 489126 w 1792582"/>
                <a:gd name="connsiteY237" fmla="*/ 838658 h 1058137"/>
                <a:gd name="connsiteX238" fmla="*/ 510809 w 1792582"/>
                <a:gd name="connsiteY238" fmla="*/ 838658 h 1058137"/>
                <a:gd name="connsiteX239" fmla="*/ 510809 w 1792582"/>
                <a:gd name="connsiteY239" fmla="*/ 905619 h 1058137"/>
                <a:gd name="connsiteX240" fmla="*/ 546246 w 1792582"/>
                <a:gd name="connsiteY240" fmla="*/ 905619 h 1058137"/>
                <a:gd name="connsiteX241" fmla="*/ 546246 w 1792582"/>
                <a:gd name="connsiteY241" fmla="*/ 838658 h 1058137"/>
                <a:gd name="connsiteX242" fmla="*/ 567930 w 1792582"/>
                <a:gd name="connsiteY242" fmla="*/ 838658 h 1058137"/>
                <a:gd name="connsiteX243" fmla="*/ 567930 w 1792582"/>
                <a:gd name="connsiteY243" fmla="*/ 1009192 h 1058137"/>
                <a:gd name="connsiteX244" fmla="*/ 546246 w 1792582"/>
                <a:gd name="connsiteY244" fmla="*/ 1009192 h 1058137"/>
                <a:gd name="connsiteX245" fmla="*/ 546246 w 1792582"/>
                <a:gd name="connsiteY245" fmla="*/ 923859 h 1058137"/>
                <a:gd name="connsiteX246" fmla="*/ 510809 w 1792582"/>
                <a:gd name="connsiteY246" fmla="*/ 923859 h 1058137"/>
                <a:gd name="connsiteX247" fmla="*/ 510809 w 1792582"/>
                <a:gd name="connsiteY247" fmla="*/ 1009192 h 1058137"/>
                <a:gd name="connsiteX248" fmla="*/ 489126 w 1792582"/>
                <a:gd name="connsiteY248" fmla="*/ 1009192 h 1058137"/>
                <a:gd name="connsiteX249" fmla="*/ 1162901 w 1792582"/>
                <a:gd name="connsiteY249" fmla="*/ 821998 h 1058137"/>
                <a:gd name="connsiteX250" fmla="*/ 1177725 w 1792582"/>
                <a:gd name="connsiteY250" fmla="*/ 823498 h 1058137"/>
                <a:gd name="connsiteX251" fmla="*/ 1177725 w 1792582"/>
                <a:gd name="connsiteY251" fmla="*/ 843469 h 1058137"/>
                <a:gd name="connsiteX252" fmla="*/ 1159420 w 1792582"/>
                <a:gd name="connsiteY252" fmla="*/ 854141 h 1058137"/>
                <a:gd name="connsiteX253" fmla="*/ 1159420 w 1792582"/>
                <a:gd name="connsiteY253" fmla="*/ 895458 h 1058137"/>
                <a:gd name="connsiteX254" fmla="*/ 1177725 w 1792582"/>
                <a:gd name="connsiteY254" fmla="*/ 895458 h 1058137"/>
                <a:gd name="connsiteX255" fmla="*/ 1177725 w 1792582"/>
                <a:gd name="connsiteY255" fmla="*/ 912236 h 1058137"/>
                <a:gd name="connsiteX256" fmla="*/ 1159420 w 1792582"/>
                <a:gd name="connsiteY256" fmla="*/ 912236 h 1058137"/>
                <a:gd name="connsiteX257" fmla="*/ 1159420 w 1792582"/>
                <a:gd name="connsiteY257" fmla="*/ 1009192 h 1058137"/>
                <a:gd name="connsiteX258" fmla="*/ 1139449 w 1792582"/>
                <a:gd name="connsiteY258" fmla="*/ 1009192 h 1058137"/>
                <a:gd name="connsiteX259" fmla="*/ 1139449 w 1792582"/>
                <a:gd name="connsiteY259" fmla="*/ 912236 h 1058137"/>
                <a:gd name="connsiteX260" fmla="*/ 1127527 w 1792582"/>
                <a:gd name="connsiteY260" fmla="*/ 912236 h 1058137"/>
                <a:gd name="connsiteX261" fmla="*/ 1127527 w 1792582"/>
                <a:gd name="connsiteY261" fmla="*/ 895458 h 1058137"/>
                <a:gd name="connsiteX262" fmla="*/ 1139449 w 1792582"/>
                <a:gd name="connsiteY262" fmla="*/ 895458 h 1058137"/>
                <a:gd name="connsiteX263" fmla="*/ 1139449 w 1792582"/>
                <a:gd name="connsiteY263" fmla="*/ 844747 h 1058137"/>
                <a:gd name="connsiteX264" fmla="*/ 1162901 w 1792582"/>
                <a:gd name="connsiteY264" fmla="*/ 821998 h 1058137"/>
                <a:gd name="connsiteX265" fmla="*/ 0 w 1792582"/>
                <a:gd name="connsiteY265" fmla="*/ 698203 h 1058137"/>
                <a:gd name="connsiteX266" fmla="*/ 1792582 w 1792582"/>
                <a:gd name="connsiteY266" fmla="*/ 698203 h 1058137"/>
                <a:gd name="connsiteX267" fmla="*/ 1792582 w 1792582"/>
                <a:gd name="connsiteY267" fmla="*/ 703247 h 1058137"/>
                <a:gd name="connsiteX268" fmla="*/ 1792582 w 1792582"/>
                <a:gd name="connsiteY268" fmla="*/ 757745 h 1058137"/>
                <a:gd name="connsiteX269" fmla="*/ 1792582 w 1792582"/>
                <a:gd name="connsiteY269" fmla="*/ 777019 h 1058137"/>
                <a:gd name="connsiteX270" fmla="*/ 0 w 1792582"/>
                <a:gd name="connsiteY270" fmla="*/ 777019 h 1058137"/>
                <a:gd name="connsiteX271" fmla="*/ 827858 w 1792582"/>
                <a:gd name="connsiteY271" fmla="*/ 57086 h 1058137"/>
                <a:gd name="connsiteX272" fmla="*/ 771089 w 1792582"/>
                <a:gd name="connsiteY272" fmla="*/ 238408 h 1058137"/>
                <a:gd name="connsiteX273" fmla="*/ 827858 w 1792582"/>
                <a:gd name="connsiteY273" fmla="*/ 419730 h 1058137"/>
                <a:gd name="connsiteX274" fmla="*/ 884626 w 1792582"/>
                <a:gd name="connsiteY274" fmla="*/ 238408 h 1058137"/>
                <a:gd name="connsiteX275" fmla="*/ 827858 w 1792582"/>
                <a:gd name="connsiteY275" fmla="*/ 57086 h 1058137"/>
                <a:gd name="connsiteX276" fmla="*/ 119700 w 1792582"/>
                <a:gd name="connsiteY276" fmla="*/ 57086 h 1058137"/>
                <a:gd name="connsiteX277" fmla="*/ 62931 w 1792582"/>
                <a:gd name="connsiteY277" fmla="*/ 238408 h 1058137"/>
                <a:gd name="connsiteX278" fmla="*/ 119700 w 1792582"/>
                <a:gd name="connsiteY278" fmla="*/ 419730 h 1058137"/>
                <a:gd name="connsiteX279" fmla="*/ 176468 w 1792582"/>
                <a:gd name="connsiteY279" fmla="*/ 238408 h 1058137"/>
                <a:gd name="connsiteX280" fmla="*/ 119700 w 1792582"/>
                <a:gd name="connsiteY280" fmla="*/ 57086 h 1058137"/>
                <a:gd name="connsiteX281" fmla="*/ 364615 w 1792582"/>
                <a:gd name="connsiteY281" fmla="*/ 7754 h 1058137"/>
                <a:gd name="connsiteX282" fmla="*/ 425426 w 1792582"/>
                <a:gd name="connsiteY282" fmla="*/ 7754 h 1058137"/>
                <a:gd name="connsiteX283" fmla="*/ 425426 w 1792582"/>
                <a:gd name="connsiteY283" fmla="*/ 188764 h 1058137"/>
                <a:gd name="connsiteX284" fmla="*/ 519025 w 1792582"/>
                <a:gd name="connsiteY284" fmla="*/ 188764 h 1058137"/>
                <a:gd name="connsiteX285" fmla="*/ 519025 w 1792582"/>
                <a:gd name="connsiteY285" fmla="*/ 7754 h 1058137"/>
                <a:gd name="connsiteX286" fmla="*/ 579836 w 1792582"/>
                <a:gd name="connsiteY286" fmla="*/ 7754 h 1058137"/>
                <a:gd name="connsiteX287" fmla="*/ 579836 w 1792582"/>
                <a:gd name="connsiteY287" fmla="*/ 468746 h 1058137"/>
                <a:gd name="connsiteX288" fmla="*/ 519025 w 1792582"/>
                <a:gd name="connsiteY288" fmla="*/ 468746 h 1058137"/>
                <a:gd name="connsiteX289" fmla="*/ 519025 w 1792582"/>
                <a:gd name="connsiteY289" fmla="*/ 238072 h 1058137"/>
                <a:gd name="connsiteX290" fmla="*/ 425426 w 1792582"/>
                <a:gd name="connsiteY290" fmla="*/ 238072 h 1058137"/>
                <a:gd name="connsiteX291" fmla="*/ 425426 w 1792582"/>
                <a:gd name="connsiteY291" fmla="*/ 468746 h 1058137"/>
                <a:gd name="connsiteX292" fmla="*/ 364615 w 1792582"/>
                <a:gd name="connsiteY292" fmla="*/ 468746 h 1058137"/>
                <a:gd name="connsiteX293" fmla="*/ 828506 w 1792582"/>
                <a:gd name="connsiteY293" fmla="*/ 0 h 1058137"/>
                <a:gd name="connsiteX294" fmla="*/ 948855 w 1792582"/>
                <a:gd name="connsiteY294" fmla="*/ 238412 h 1058137"/>
                <a:gd name="connsiteX295" fmla="*/ 828506 w 1792582"/>
                <a:gd name="connsiteY295" fmla="*/ 476823 h 1058137"/>
                <a:gd name="connsiteX296" fmla="*/ 708157 w 1792582"/>
                <a:gd name="connsiteY296" fmla="*/ 238412 h 1058137"/>
                <a:gd name="connsiteX297" fmla="*/ 828506 w 1792582"/>
                <a:gd name="connsiteY297" fmla="*/ 0 h 1058137"/>
                <a:gd name="connsiteX298" fmla="*/ 120349 w 1792582"/>
                <a:gd name="connsiteY298" fmla="*/ 0 h 1058137"/>
                <a:gd name="connsiteX299" fmla="*/ 240698 w 1792582"/>
                <a:gd name="connsiteY299" fmla="*/ 238412 h 1058137"/>
                <a:gd name="connsiteX300" fmla="*/ 120349 w 1792582"/>
                <a:gd name="connsiteY300" fmla="*/ 476823 h 1058137"/>
                <a:gd name="connsiteX301" fmla="*/ 0 w 1792582"/>
                <a:gd name="connsiteY301" fmla="*/ 238412 h 1058137"/>
                <a:gd name="connsiteX302" fmla="*/ 120349 w 1792582"/>
                <a:gd name="connsiteY302" fmla="*/ 0 h 10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Lst>
              <a:rect l="l" t="t" r="r" b="b"/>
              <a:pathLst>
                <a:path w="1792582" h="1058137">
                  <a:moveTo>
                    <a:pt x="1653463" y="914845"/>
                  </a:moveTo>
                  <a:cubicBezTo>
                    <a:pt x="1641327" y="914773"/>
                    <a:pt x="1638885" y="932776"/>
                    <a:pt x="1638885" y="954895"/>
                  </a:cubicBezTo>
                  <a:cubicBezTo>
                    <a:pt x="1638885" y="977014"/>
                    <a:pt x="1639618" y="994906"/>
                    <a:pt x="1653463" y="994945"/>
                  </a:cubicBezTo>
                  <a:cubicBezTo>
                    <a:pt x="1666640" y="994983"/>
                    <a:pt x="1668040" y="977014"/>
                    <a:pt x="1668040" y="954895"/>
                  </a:cubicBezTo>
                  <a:cubicBezTo>
                    <a:pt x="1668040" y="932776"/>
                    <a:pt x="1667526" y="914928"/>
                    <a:pt x="1653463" y="914845"/>
                  </a:cubicBezTo>
                  <a:close/>
                  <a:moveTo>
                    <a:pt x="166428" y="914707"/>
                  </a:moveTo>
                  <a:cubicBezTo>
                    <a:pt x="152365" y="914790"/>
                    <a:pt x="151851" y="932638"/>
                    <a:pt x="151851" y="954758"/>
                  </a:cubicBezTo>
                  <a:cubicBezTo>
                    <a:pt x="151851" y="976877"/>
                    <a:pt x="153251" y="994845"/>
                    <a:pt x="166428" y="994808"/>
                  </a:cubicBezTo>
                  <a:cubicBezTo>
                    <a:pt x="180272" y="994768"/>
                    <a:pt x="181005" y="976877"/>
                    <a:pt x="181005" y="954758"/>
                  </a:cubicBezTo>
                  <a:cubicBezTo>
                    <a:pt x="181005" y="932638"/>
                    <a:pt x="178563" y="914636"/>
                    <a:pt x="166428" y="914707"/>
                  </a:cubicBezTo>
                  <a:close/>
                  <a:moveTo>
                    <a:pt x="1484566" y="912443"/>
                  </a:moveTo>
                  <a:cubicBezTo>
                    <a:pt x="1473541" y="912506"/>
                    <a:pt x="1470482" y="922751"/>
                    <a:pt x="1469642" y="937376"/>
                  </a:cubicBezTo>
                  <a:lnTo>
                    <a:pt x="1469546" y="942259"/>
                  </a:lnTo>
                  <a:lnTo>
                    <a:pt x="1499391" y="942259"/>
                  </a:lnTo>
                  <a:cubicBezTo>
                    <a:pt x="1499329" y="940624"/>
                    <a:pt x="1499268" y="938989"/>
                    <a:pt x="1499206" y="937354"/>
                  </a:cubicBezTo>
                  <a:cubicBezTo>
                    <a:pt x="1497894" y="922692"/>
                    <a:pt x="1494080" y="912388"/>
                    <a:pt x="1484566" y="912443"/>
                  </a:cubicBezTo>
                  <a:close/>
                  <a:moveTo>
                    <a:pt x="1070393" y="912443"/>
                  </a:moveTo>
                  <a:cubicBezTo>
                    <a:pt x="1055693" y="912527"/>
                    <a:pt x="1055156" y="930712"/>
                    <a:pt x="1055156" y="953247"/>
                  </a:cubicBezTo>
                  <a:cubicBezTo>
                    <a:pt x="1055156" y="975784"/>
                    <a:pt x="1056619" y="994091"/>
                    <a:pt x="1070393" y="994053"/>
                  </a:cubicBezTo>
                  <a:cubicBezTo>
                    <a:pt x="1084865" y="994013"/>
                    <a:pt x="1085631" y="975784"/>
                    <a:pt x="1085631" y="953247"/>
                  </a:cubicBezTo>
                  <a:cubicBezTo>
                    <a:pt x="1085631" y="930712"/>
                    <a:pt x="1083078" y="912369"/>
                    <a:pt x="1070393" y="912443"/>
                  </a:cubicBezTo>
                  <a:close/>
                  <a:moveTo>
                    <a:pt x="915496" y="912443"/>
                  </a:moveTo>
                  <a:cubicBezTo>
                    <a:pt x="904471" y="912506"/>
                    <a:pt x="901413" y="922751"/>
                    <a:pt x="900573" y="937376"/>
                  </a:cubicBezTo>
                  <a:lnTo>
                    <a:pt x="900476" y="942259"/>
                  </a:lnTo>
                  <a:lnTo>
                    <a:pt x="930321" y="942259"/>
                  </a:lnTo>
                  <a:cubicBezTo>
                    <a:pt x="930260" y="940624"/>
                    <a:pt x="930198" y="938989"/>
                    <a:pt x="930137" y="937354"/>
                  </a:cubicBezTo>
                  <a:cubicBezTo>
                    <a:pt x="928824" y="922692"/>
                    <a:pt x="925010" y="912388"/>
                    <a:pt x="915496" y="912443"/>
                  </a:cubicBezTo>
                  <a:close/>
                  <a:moveTo>
                    <a:pt x="637849" y="912443"/>
                  </a:moveTo>
                  <a:cubicBezTo>
                    <a:pt x="623149" y="912527"/>
                    <a:pt x="622612" y="930712"/>
                    <a:pt x="622612" y="953247"/>
                  </a:cubicBezTo>
                  <a:cubicBezTo>
                    <a:pt x="622612" y="975784"/>
                    <a:pt x="624075" y="994091"/>
                    <a:pt x="637849" y="994053"/>
                  </a:cubicBezTo>
                  <a:cubicBezTo>
                    <a:pt x="652320" y="994013"/>
                    <a:pt x="653087" y="975784"/>
                    <a:pt x="653087" y="953247"/>
                  </a:cubicBezTo>
                  <a:cubicBezTo>
                    <a:pt x="653087" y="930712"/>
                    <a:pt x="650534" y="912369"/>
                    <a:pt x="637849" y="912443"/>
                  </a:cubicBezTo>
                  <a:close/>
                  <a:moveTo>
                    <a:pt x="263432" y="912443"/>
                  </a:moveTo>
                  <a:cubicBezTo>
                    <a:pt x="252407" y="912506"/>
                    <a:pt x="249348" y="922751"/>
                    <a:pt x="248508" y="937376"/>
                  </a:cubicBezTo>
                  <a:lnTo>
                    <a:pt x="248412" y="942259"/>
                  </a:lnTo>
                  <a:lnTo>
                    <a:pt x="278257" y="942259"/>
                  </a:lnTo>
                  <a:cubicBezTo>
                    <a:pt x="278195" y="940624"/>
                    <a:pt x="278134" y="938989"/>
                    <a:pt x="278072" y="937354"/>
                  </a:cubicBezTo>
                  <a:cubicBezTo>
                    <a:pt x="276760" y="922692"/>
                    <a:pt x="272946" y="912388"/>
                    <a:pt x="263432" y="912443"/>
                  </a:cubicBezTo>
                  <a:close/>
                  <a:moveTo>
                    <a:pt x="1714910" y="896590"/>
                  </a:moveTo>
                  <a:lnTo>
                    <a:pt x="1734882" y="896590"/>
                  </a:lnTo>
                  <a:lnTo>
                    <a:pt x="1753333" y="971008"/>
                  </a:lnTo>
                  <a:lnTo>
                    <a:pt x="1772205" y="896590"/>
                  </a:lnTo>
                  <a:lnTo>
                    <a:pt x="1792177" y="896590"/>
                  </a:lnTo>
                  <a:lnTo>
                    <a:pt x="1746000" y="1058137"/>
                  </a:lnTo>
                  <a:lnTo>
                    <a:pt x="1726028" y="1058137"/>
                  </a:lnTo>
                  <a:lnTo>
                    <a:pt x="1742258" y="998644"/>
                  </a:lnTo>
                  <a:close/>
                  <a:moveTo>
                    <a:pt x="1350499" y="896590"/>
                  </a:moveTo>
                  <a:lnTo>
                    <a:pt x="1370471" y="896590"/>
                  </a:lnTo>
                  <a:lnTo>
                    <a:pt x="1370471" y="912636"/>
                  </a:lnTo>
                  <a:cubicBezTo>
                    <a:pt x="1375276" y="905653"/>
                    <a:pt x="1376083" y="897276"/>
                    <a:pt x="1392815" y="896973"/>
                  </a:cubicBezTo>
                  <a:cubicBezTo>
                    <a:pt x="1414114" y="896587"/>
                    <a:pt x="1416732" y="911563"/>
                    <a:pt x="1417110" y="931246"/>
                  </a:cubicBezTo>
                  <a:lnTo>
                    <a:pt x="1417582" y="1009192"/>
                  </a:lnTo>
                  <a:lnTo>
                    <a:pt x="1397610" y="1009192"/>
                  </a:lnTo>
                  <a:cubicBezTo>
                    <a:pt x="1397705" y="984917"/>
                    <a:pt x="1397799" y="960642"/>
                    <a:pt x="1397893" y="936367"/>
                  </a:cubicBezTo>
                  <a:cubicBezTo>
                    <a:pt x="1397830" y="923883"/>
                    <a:pt x="1394269" y="913787"/>
                    <a:pt x="1385541" y="914392"/>
                  </a:cubicBezTo>
                  <a:cubicBezTo>
                    <a:pt x="1372667" y="915283"/>
                    <a:pt x="1371415" y="924422"/>
                    <a:pt x="1370504" y="934362"/>
                  </a:cubicBezTo>
                  <a:lnTo>
                    <a:pt x="1370390" y="937613"/>
                  </a:lnTo>
                  <a:lnTo>
                    <a:pt x="1370170" y="937613"/>
                  </a:lnTo>
                  <a:lnTo>
                    <a:pt x="1370170" y="996661"/>
                  </a:lnTo>
                  <a:lnTo>
                    <a:pt x="1370471" y="996661"/>
                  </a:lnTo>
                  <a:lnTo>
                    <a:pt x="1370471" y="1009192"/>
                  </a:lnTo>
                  <a:lnTo>
                    <a:pt x="1350499" y="1009192"/>
                  </a:lnTo>
                  <a:close/>
                  <a:moveTo>
                    <a:pt x="703301" y="896590"/>
                  </a:moveTo>
                  <a:lnTo>
                    <a:pt x="723273" y="896590"/>
                  </a:lnTo>
                  <a:lnTo>
                    <a:pt x="723273" y="935890"/>
                  </a:lnTo>
                  <a:lnTo>
                    <a:pt x="723669" y="935767"/>
                  </a:lnTo>
                  <a:lnTo>
                    <a:pt x="723669" y="977978"/>
                  </a:lnTo>
                  <a:lnTo>
                    <a:pt x="723993" y="977978"/>
                  </a:lnTo>
                  <a:lnTo>
                    <a:pt x="724972" y="985894"/>
                  </a:lnTo>
                  <a:cubicBezTo>
                    <a:pt x="726442" y="991412"/>
                    <a:pt x="729555" y="994822"/>
                    <a:pt x="736125" y="994808"/>
                  </a:cubicBezTo>
                  <a:cubicBezTo>
                    <a:pt x="742696" y="994793"/>
                    <a:pt x="745808" y="991383"/>
                    <a:pt x="747278" y="985873"/>
                  </a:cubicBezTo>
                  <a:lnTo>
                    <a:pt x="748257" y="977978"/>
                  </a:lnTo>
                  <a:lnTo>
                    <a:pt x="748582" y="977978"/>
                  </a:lnTo>
                  <a:lnTo>
                    <a:pt x="748582" y="917038"/>
                  </a:lnTo>
                  <a:lnTo>
                    <a:pt x="748575" y="917038"/>
                  </a:lnTo>
                  <a:lnTo>
                    <a:pt x="748575" y="896590"/>
                  </a:lnTo>
                  <a:lnTo>
                    <a:pt x="768547" y="896590"/>
                  </a:lnTo>
                  <a:lnTo>
                    <a:pt x="768547" y="975013"/>
                  </a:lnTo>
                  <a:lnTo>
                    <a:pt x="768547" y="975015"/>
                  </a:lnTo>
                  <a:lnTo>
                    <a:pt x="768547" y="975018"/>
                  </a:lnTo>
                  <a:lnTo>
                    <a:pt x="768547" y="976933"/>
                  </a:lnTo>
                  <a:lnTo>
                    <a:pt x="768420" y="976933"/>
                  </a:lnTo>
                  <a:lnTo>
                    <a:pt x="767494" y="990893"/>
                  </a:lnTo>
                  <a:cubicBezTo>
                    <a:pt x="765060" y="1005529"/>
                    <a:pt x="757504" y="1015790"/>
                    <a:pt x="735985" y="1015821"/>
                  </a:cubicBezTo>
                  <a:cubicBezTo>
                    <a:pt x="714467" y="1015852"/>
                    <a:pt x="706910" y="1005560"/>
                    <a:pt x="704476" y="990904"/>
                  </a:cubicBezTo>
                  <a:lnTo>
                    <a:pt x="703550" y="976933"/>
                  </a:lnTo>
                  <a:lnTo>
                    <a:pt x="703301" y="976933"/>
                  </a:lnTo>
                  <a:close/>
                  <a:moveTo>
                    <a:pt x="326701" y="896590"/>
                  </a:moveTo>
                  <a:lnTo>
                    <a:pt x="346672" y="896590"/>
                  </a:lnTo>
                  <a:lnTo>
                    <a:pt x="346672" y="912636"/>
                  </a:lnTo>
                  <a:cubicBezTo>
                    <a:pt x="351478" y="905653"/>
                    <a:pt x="352284" y="897276"/>
                    <a:pt x="369017" y="896973"/>
                  </a:cubicBezTo>
                  <a:cubicBezTo>
                    <a:pt x="390316" y="896587"/>
                    <a:pt x="392934" y="911563"/>
                    <a:pt x="393311" y="931246"/>
                  </a:cubicBezTo>
                  <a:lnTo>
                    <a:pt x="393784" y="1009192"/>
                  </a:lnTo>
                  <a:lnTo>
                    <a:pt x="373812" y="1009192"/>
                  </a:lnTo>
                  <a:cubicBezTo>
                    <a:pt x="373906" y="984917"/>
                    <a:pt x="374000" y="960642"/>
                    <a:pt x="374095" y="936367"/>
                  </a:cubicBezTo>
                  <a:cubicBezTo>
                    <a:pt x="374032" y="923883"/>
                    <a:pt x="370471" y="913787"/>
                    <a:pt x="361743" y="914392"/>
                  </a:cubicBezTo>
                  <a:cubicBezTo>
                    <a:pt x="348869" y="915283"/>
                    <a:pt x="347617" y="924422"/>
                    <a:pt x="346705" y="934362"/>
                  </a:cubicBezTo>
                  <a:lnTo>
                    <a:pt x="346592" y="937613"/>
                  </a:lnTo>
                  <a:lnTo>
                    <a:pt x="346372" y="937613"/>
                  </a:lnTo>
                  <a:lnTo>
                    <a:pt x="346372" y="996661"/>
                  </a:lnTo>
                  <a:lnTo>
                    <a:pt x="346672" y="996661"/>
                  </a:lnTo>
                  <a:lnTo>
                    <a:pt x="346672" y="1009192"/>
                  </a:lnTo>
                  <a:lnTo>
                    <a:pt x="326701" y="1009192"/>
                  </a:lnTo>
                  <a:close/>
                  <a:moveTo>
                    <a:pt x="1645649" y="896386"/>
                  </a:moveTo>
                  <a:cubicBezTo>
                    <a:pt x="1655363" y="896407"/>
                    <a:pt x="1661755" y="900106"/>
                    <a:pt x="1665951" y="906430"/>
                  </a:cubicBezTo>
                  <a:lnTo>
                    <a:pt x="1667038" y="908651"/>
                  </a:lnTo>
                  <a:lnTo>
                    <a:pt x="1667038" y="896728"/>
                  </a:lnTo>
                  <a:lnTo>
                    <a:pt x="1687010" y="896728"/>
                  </a:lnTo>
                  <a:lnTo>
                    <a:pt x="1687010" y="1006787"/>
                  </a:lnTo>
                  <a:cubicBezTo>
                    <a:pt x="1687010" y="1006789"/>
                    <a:pt x="1687010" y="1006789"/>
                    <a:pt x="1687010" y="1006791"/>
                  </a:cubicBezTo>
                  <a:lnTo>
                    <a:pt x="1686300" y="1021179"/>
                  </a:lnTo>
                  <a:cubicBezTo>
                    <a:pt x="1685960" y="1043003"/>
                    <a:pt x="1675608" y="1057051"/>
                    <a:pt x="1652581" y="1057001"/>
                  </a:cubicBezTo>
                  <a:cubicBezTo>
                    <a:pt x="1632195" y="1056956"/>
                    <a:pt x="1621466" y="1042204"/>
                    <a:pt x="1618862" y="1021162"/>
                  </a:cubicBezTo>
                  <a:cubicBezTo>
                    <a:pt x="1618847" y="1020849"/>
                    <a:pt x="1618831" y="1020535"/>
                    <a:pt x="1618816" y="1020222"/>
                  </a:cubicBezTo>
                  <a:lnTo>
                    <a:pt x="1638139" y="1020222"/>
                  </a:lnTo>
                  <a:lnTo>
                    <a:pt x="1638891" y="1025506"/>
                  </a:lnTo>
                  <a:cubicBezTo>
                    <a:pt x="1640137" y="1035905"/>
                    <a:pt x="1644324" y="1039346"/>
                    <a:pt x="1651560" y="1039738"/>
                  </a:cubicBezTo>
                  <a:cubicBezTo>
                    <a:pt x="1665644" y="1040501"/>
                    <a:pt x="1666806" y="1030608"/>
                    <a:pt x="1666731" y="1012557"/>
                  </a:cubicBezTo>
                  <a:lnTo>
                    <a:pt x="1666892" y="1006787"/>
                  </a:lnTo>
                  <a:lnTo>
                    <a:pt x="1667038" y="1006787"/>
                  </a:lnTo>
                  <a:lnTo>
                    <a:pt x="1667038" y="1000603"/>
                  </a:lnTo>
                  <a:lnTo>
                    <a:pt x="1665481" y="1003725"/>
                  </a:lnTo>
                  <a:cubicBezTo>
                    <a:pt x="1661254" y="1010052"/>
                    <a:pt x="1654962" y="1013740"/>
                    <a:pt x="1645649" y="1013718"/>
                  </a:cubicBezTo>
                  <a:cubicBezTo>
                    <a:pt x="1620813" y="1013659"/>
                    <a:pt x="1617463" y="987452"/>
                    <a:pt x="1617463" y="955052"/>
                  </a:cubicBezTo>
                  <a:cubicBezTo>
                    <a:pt x="1617463" y="922652"/>
                    <a:pt x="1622033" y="896335"/>
                    <a:pt x="1645649" y="896386"/>
                  </a:cubicBezTo>
                  <a:close/>
                  <a:moveTo>
                    <a:pt x="1483922" y="896249"/>
                  </a:moveTo>
                  <a:cubicBezTo>
                    <a:pt x="1505820" y="896210"/>
                    <a:pt x="1514472" y="911004"/>
                    <a:pt x="1517429" y="932072"/>
                  </a:cubicBezTo>
                  <a:cubicBezTo>
                    <a:pt x="1518765" y="939997"/>
                    <a:pt x="1518214" y="949432"/>
                    <a:pt x="1518040" y="959244"/>
                  </a:cubicBezTo>
                  <a:lnTo>
                    <a:pt x="1469496" y="959244"/>
                  </a:lnTo>
                  <a:lnTo>
                    <a:pt x="1469772" y="969136"/>
                  </a:lnTo>
                  <a:cubicBezTo>
                    <a:pt x="1470830" y="983791"/>
                    <a:pt x="1474235" y="994082"/>
                    <a:pt x="1484566" y="994053"/>
                  </a:cubicBezTo>
                  <a:cubicBezTo>
                    <a:pt x="1491802" y="994033"/>
                    <a:pt x="1495611" y="989466"/>
                    <a:pt x="1497612" y="982086"/>
                  </a:cubicBezTo>
                  <a:lnTo>
                    <a:pt x="1498822" y="973587"/>
                  </a:lnTo>
                  <a:lnTo>
                    <a:pt x="1517846" y="973587"/>
                  </a:lnTo>
                  <a:cubicBezTo>
                    <a:pt x="1517778" y="974972"/>
                    <a:pt x="1517709" y="976357"/>
                    <a:pt x="1517641" y="977742"/>
                  </a:cubicBezTo>
                  <a:cubicBezTo>
                    <a:pt x="1515037" y="998784"/>
                    <a:pt x="1506950" y="1013536"/>
                    <a:pt x="1483922" y="1013580"/>
                  </a:cubicBezTo>
                  <a:cubicBezTo>
                    <a:pt x="1453219" y="1013640"/>
                    <a:pt x="1449076" y="987315"/>
                    <a:pt x="1449076" y="954914"/>
                  </a:cubicBezTo>
                  <a:cubicBezTo>
                    <a:pt x="1449076" y="922514"/>
                    <a:pt x="1451898" y="896304"/>
                    <a:pt x="1483922" y="896249"/>
                  </a:cubicBezTo>
                  <a:close/>
                  <a:moveTo>
                    <a:pt x="1070504" y="896249"/>
                  </a:moveTo>
                  <a:cubicBezTo>
                    <a:pt x="1099701" y="896198"/>
                    <a:pt x="1105350" y="922514"/>
                    <a:pt x="1105350" y="954914"/>
                  </a:cubicBezTo>
                  <a:cubicBezTo>
                    <a:pt x="1105350" y="987315"/>
                    <a:pt x="1101208" y="1013521"/>
                    <a:pt x="1070504" y="1013580"/>
                  </a:cubicBezTo>
                  <a:cubicBezTo>
                    <a:pt x="1039801" y="1013640"/>
                    <a:pt x="1035658" y="987315"/>
                    <a:pt x="1035658" y="954914"/>
                  </a:cubicBezTo>
                  <a:cubicBezTo>
                    <a:pt x="1035658" y="922514"/>
                    <a:pt x="1038480" y="896304"/>
                    <a:pt x="1070504" y="896249"/>
                  </a:cubicBezTo>
                  <a:close/>
                  <a:moveTo>
                    <a:pt x="914852" y="896249"/>
                  </a:moveTo>
                  <a:cubicBezTo>
                    <a:pt x="936750" y="896210"/>
                    <a:pt x="945402" y="911004"/>
                    <a:pt x="948359" y="932072"/>
                  </a:cubicBezTo>
                  <a:cubicBezTo>
                    <a:pt x="949695" y="939997"/>
                    <a:pt x="949144" y="949432"/>
                    <a:pt x="948970" y="959244"/>
                  </a:cubicBezTo>
                  <a:lnTo>
                    <a:pt x="900426" y="959244"/>
                  </a:lnTo>
                  <a:lnTo>
                    <a:pt x="900703" y="969136"/>
                  </a:lnTo>
                  <a:cubicBezTo>
                    <a:pt x="901760" y="983791"/>
                    <a:pt x="905166" y="994082"/>
                    <a:pt x="915496" y="994053"/>
                  </a:cubicBezTo>
                  <a:cubicBezTo>
                    <a:pt x="922732" y="994033"/>
                    <a:pt x="926541" y="989466"/>
                    <a:pt x="928542" y="982086"/>
                  </a:cubicBezTo>
                  <a:lnTo>
                    <a:pt x="929752" y="973587"/>
                  </a:lnTo>
                  <a:lnTo>
                    <a:pt x="948777" y="973587"/>
                  </a:lnTo>
                  <a:cubicBezTo>
                    <a:pt x="948708" y="974972"/>
                    <a:pt x="948640" y="976357"/>
                    <a:pt x="948571" y="977742"/>
                  </a:cubicBezTo>
                  <a:cubicBezTo>
                    <a:pt x="945967" y="998784"/>
                    <a:pt x="937881" y="1013536"/>
                    <a:pt x="914852" y="1013580"/>
                  </a:cubicBezTo>
                  <a:cubicBezTo>
                    <a:pt x="884149" y="1013640"/>
                    <a:pt x="880006" y="987315"/>
                    <a:pt x="880006" y="954914"/>
                  </a:cubicBezTo>
                  <a:cubicBezTo>
                    <a:pt x="880006" y="922514"/>
                    <a:pt x="882828" y="896304"/>
                    <a:pt x="914852" y="896249"/>
                  </a:cubicBezTo>
                  <a:close/>
                  <a:moveTo>
                    <a:pt x="637960" y="896249"/>
                  </a:moveTo>
                  <a:cubicBezTo>
                    <a:pt x="667156" y="896198"/>
                    <a:pt x="672806" y="922514"/>
                    <a:pt x="672806" y="954914"/>
                  </a:cubicBezTo>
                  <a:cubicBezTo>
                    <a:pt x="672806" y="987315"/>
                    <a:pt x="668664" y="1013521"/>
                    <a:pt x="637960" y="1013580"/>
                  </a:cubicBezTo>
                  <a:cubicBezTo>
                    <a:pt x="607257" y="1013640"/>
                    <a:pt x="603114" y="987315"/>
                    <a:pt x="603114" y="954914"/>
                  </a:cubicBezTo>
                  <a:cubicBezTo>
                    <a:pt x="603114" y="922514"/>
                    <a:pt x="605936" y="896304"/>
                    <a:pt x="637960" y="896249"/>
                  </a:cubicBezTo>
                  <a:close/>
                  <a:moveTo>
                    <a:pt x="262788" y="896249"/>
                  </a:moveTo>
                  <a:cubicBezTo>
                    <a:pt x="284685" y="896210"/>
                    <a:pt x="293337" y="911004"/>
                    <a:pt x="296295" y="932072"/>
                  </a:cubicBezTo>
                  <a:cubicBezTo>
                    <a:pt x="297631" y="939997"/>
                    <a:pt x="297080" y="949432"/>
                    <a:pt x="296906" y="959244"/>
                  </a:cubicBezTo>
                  <a:lnTo>
                    <a:pt x="248362" y="959244"/>
                  </a:lnTo>
                  <a:lnTo>
                    <a:pt x="248638" y="969136"/>
                  </a:lnTo>
                  <a:cubicBezTo>
                    <a:pt x="249695" y="983791"/>
                    <a:pt x="253101" y="994082"/>
                    <a:pt x="263432" y="994053"/>
                  </a:cubicBezTo>
                  <a:cubicBezTo>
                    <a:pt x="270668" y="994033"/>
                    <a:pt x="274477" y="989466"/>
                    <a:pt x="276478" y="982086"/>
                  </a:cubicBezTo>
                  <a:lnTo>
                    <a:pt x="277688" y="973587"/>
                  </a:lnTo>
                  <a:lnTo>
                    <a:pt x="296712" y="973587"/>
                  </a:lnTo>
                  <a:cubicBezTo>
                    <a:pt x="296644" y="974972"/>
                    <a:pt x="296575" y="976357"/>
                    <a:pt x="296507" y="977742"/>
                  </a:cubicBezTo>
                  <a:cubicBezTo>
                    <a:pt x="293903" y="998784"/>
                    <a:pt x="285816" y="1013536"/>
                    <a:pt x="262788" y="1013580"/>
                  </a:cubicBezTo>
                  <a:cubicBezTo>
                    <a:pt x="232085" y="1013640"/>
                    <a:pt x="227942" y="987315"/>
                    <a:pt x="227942" y="954914"/>
                  </a:cubicBezTo>
                  <a:cubicBezTo>
                    <a:pt x="227942" y="922514"/>
                    <a:pt x="230764" y="896304"/>
                    <a:pt x="262788" y="896249"/>
                  </a:cubicBezTo>
                  <a:close/>
                  <a:moveTo>
                    <a:pt x="174241" y="896248"/>
                  </a:moveTo>
                  <a:cubicBezTo>
                    <a:pt x="197857" y="896197"/>
                    <a:pt x="202427" y="922514"/>
                    <a:pt x="202427" y="954914"/>
                  </a:cubicBezTo>
                  <a:cubicBezTo>
                    <a:pt x="202427" y="987315"/>
                    <a:pt x="199077" y="1013521"/>
                    <a:pt x="174241" y="1013580"/>
                  </a:cubicBezTo>
                  <a:cubicBezTo>
                    <a:pt x="168032" y="1013595"/>
                    <a:pt x="163166" y="1011961"/>
                    <a:pt x="159360" y="1008995"/>
                  </a:cubicBezTo>
                  <a:lnTo>
                    <a:pt x="152852" y="999395"/>
                  </a:lnTo>
                  <a:lnTo>
                    <a:pt x="152852" y="1056246"/>
                  </a:lnTo>
                  <a:lnTo>
                    <a:pt x="132881" y="1056246"/>
                  </a:lnTo>
                  <a:lnTo>
                    <a:pt x="132881" y="896590"/>
                  </a:lnTo>
                  <a:lnTo>
                    <a:pt x="152852" y="896590"/>
                  </a:lnTo>
                  <a:lnTo>
                    <a:pt x="152852" y="909865"/>
                  </a:lnTo>
                  <a:lnTo>
                    <a:pt x="158909" y="900882"/>
                  </a:lnTo>
                  <a:cubicBezTo>
                    <a:pt x="162766" y="897911"/>
                    <a:pt x="167765" y="896262"/>
                    <a:pt x="174241" y="896248"/>
                  </a:cubicBezTo>
                  <a:close/>
                  <a:moveTo>
                    <a:pt x="1592774" y="892438"/>
                  </a:moveTo>
                  <a:lnTo>
                    <a:pt x="1592774" y="914707"/>
                  </a:lnTo>
                  <a:cubicBezTo>
                    <a:pt x="1583514" y="909612"/>
                    <a:pt x="1577013" y="914282"/>
                    <a:pt x="1572318" y="924898"/>
                  </a:cubicBezTo>
                  <a:lnTo>
                    <a:pt x="1570506" y="930363"/>
                  </a:lnTo>
                  <a:lnTo>
                    <a:pt x="1570506" y="1009192"/>
                  </a:lnTo>
                  <a:lnTo>
                    <a:pt x="1550534" y="1009192"/>
                  </a:lnTo>
                  <a:lnTo>
                    <a:pt x="1550534" y="896590"/>
                  </a:lnTo>
                  <a:lnTo>
                    <a:pt x="1570506" y="896590"/>
                  </a:lnTo>
                  <a:lnTo>
                    <a:pt x="1570506" y="906833"/>
                  </a:lnTo>
                  <a:lnTo>
                    <a:pt x="1571627" y="905336"/>
                  </a:lnTo>
                  <a:cubicBezTo>
                    <a:pt x="1576659" y="898171"/>
                    <a:pt x="1581532" y="891589"/>
                    <a:pt x="1592774" y="892438"/>
                  </a:cubicBezTo>
                  <a:close/>
                  <a:moveTo>
                    <a:pt x="824066" y="891683"/>
                  </a:moveTo>
                  <a:cubicBezTo>
                    <a:pt x="833896" y="891238"/>
                    <a:pt x="841608" y="894228"/>
                    <a:pt x="846335" y="897345"/>
                  </a:cubicBezTo>
                  <a:lnTo>
                    <a:pt x="846335" y="916217"/>
                  </a:lnTo>
                  <a:cubicBezTo>
                    <a:pt x="831615" y="909171"/>
                    <a:pt x="816237" y="908789"/>
                    <a:pt x="815762" y="924520"/>
                  </a:cubicBezTo>
                  <a:cubicBezTo>
                    <a:pt x="816014" y="936598"/>
                    <a:pt x="828690" y="944111"/>
                    <a:pt x="832661" y="947285"/>
                  </a:cubicBezTo>
                  <a:cubicBezTo>
                    <a:pt x="836633" y="950459"/>
                    <a:pt x="854413" y="963697"/>
                    <a:pt x="854638" y="979626"/>
                  </a:cubicBezTo>
                  <a:cubicBezTo>
                    <a:pt x="854854" y="994907"/>
                    <a:pt x="843083" y="1013464"/>
                    <a:pt x="824444" y="1013595"/>
                  </a:cubicBezTo>
                  <a:cubicBezTo>
                    <a:pt x="818138" y="1013640"/>
                    <a:pt x="808465" y="1010953"/>
                    <a:pt x="802175" y="1007934"/>
                  </a:cubicBezTo>
                  <a:lnTo>
                    <a:pt x="802175" y="987929"/>
                  </a:lnTo>
                  <a:cubicBezTo>
                    <a:pt x="808151" y="992144"/>
                    <a:pt x="816277" y="994890"/>
                    <a:pt x="822179" y="994723"/>
                  </a:cubicBezTo>
                  <a:cubicBezTo>
                    <a:pt x="831112" y="994472"/>
                    <a:pt x="837501" y="985881"/>
                    <a:pt x="836521" y="979248"/>
                  </a:cubicBezTo>
                  <a:cubicBezTo>
                    <a:pt x="835542" y="972616"/>
                    <a:pt x="823602" y="961846"/>
                    <a:pt x="816301" y="954931"/>
                  </a:cubicBezTo>
                  <a:cubicBezTo>
                    <a:pt x="809000" y="948016"/>
                    <a:pt x="797597" y="936255"/>
                    <a:pt x="796988" y="925652"/>
                  </a:cubicBezTo>
                  <a:cubicBezTo>
                    <a:pt x="795789" y="904786"/>
                    <a:pt x="811690" y="892244"/>
                    <a:pt x="824066" y="891683"/>
                  </a:cubicBezTo>
                  <a:close/>
                  <a:moveTo>
                    <a:pt x="56436" y="860524"/>
                  </a:moveTo>
                  <a:cubicBezTo>
                    <a:pt x="36465" y="860661"/>
                    <a:pt x="35735" y="890126"/>
                    <a:pt x="35735" y="926643"/>
                  </a:cubicBezTo>
                  <a:cubicBezTo>
                    <a:pt x="35735" y="963159"/>
                    <a:pt x="37723" y="992824"/>
                    <a:pt x="56436" y="992761"/>
                  </a:cubicBezTo>
                  <a:cubicBezTo>
                    <a:pt x="76095" y="992696"/>
                    <a:pt x="77136" y="963159"/>
                    <a:pt x="77136" y="926643"/>
                  </a:cubicBezTo>
                  <a:cubicBezTo>
                    <a:pt x="77136" y="890126"/>
                    <a:pt x="73668" y="860406"/>
                    <a:pt x="56436" y="860524"/>
                  </a:cubicBezTo>
                  <a:close/>
                  <a:moveTo>
                    <a:pt x="56672" y="839708"/>
                  </a:moveTo>
                  <a:cubicBezTo>
                    <a:pt x="93442" y="839632"/>
                    <a:pt x="100557" y="878630"/>
                    <a:pt x="100557" y="926644"/>
                  </a:cubicBezTo>
                  <a:cubicBezTo>
                    <a:pt x="100557" y="974658"/>
                    <a:pt x="95341" y="1013492"/>
                    <a:pt x="56672" y="1013580"/>
                  </a:cubicBezTo>
                  <a:cubicBezTo>
                    <a:pt x="18004" y="1013668"/>
                    <a:pt x="12787" y="974658"/>
                    <a:pt x="12787" y="926644"/>
                  </a:cubicBezTo>
                  <a:cubicBezTo>
                    <a:pt x="12787" y="878630"/>
                    <a:pt x="16341" y="839790"/>
                    <a:pt x="56672" y="839708"/>
                  </a:cubicBezTo>
                  <a:close/>
                  <a:moveTo>
                    <a:pt x="1261002" y="839707"/>
                  </a:moveTo>
                  <a:lnTo>
                    <a:pt x="1267808" y="839707"/>
                  </a:lnTo>
                  <a:lnTo>
                    <a:pt x="1282685" y="839707"/>
                  </a:lnTo>
                  <a:lnTo>
                    <a:pt x="1322930" y="839707"/>
                  </a:lnTo>
                  <a:lnTo>
                    <a:pt x="1322930" y="858017"/>
                  </a:lnTo>
                  <a:lnTo>
                    <a:pt x="1282685" y="858017"/>
                  </a:lnTo>
                  <a:lnTo>
                    <a:pt x="1282685" y="914391"/>
                  </a:lnTo>
                  <a:lnTo>
                    <a:pt x="1318112" y="914391"/>
                  </a:lnTo>
                  <a:lnTo>
                    <a:pt x="1318112" y="932701"/>
                  </a:lnTo>
                  <a:lnTo>
                    <a:pt x="1282685" y="932701"/>
                  </a:lnTo>
                  <a:lnTo>
                    <a:pt x="1282685" y="992581"/>
                  </a:lnTo>
                  <a:lnTo>
                    <a:pt x="1322930" y="992581"/>
                  </a:lnTo>
                  <a:lnTo>
                    <a:pt x="1322930" y="1010891"/>
                  </a:lnTo>
                  <a:lnTo>
                    <a:pt x="1282685" y="1010891"/>
                  </a:lnTo>
                  <a:lnTo>
                    <a:pt x="1267808" y="1010891"/>
                  </a:lnTo>
                  <a:lnTo>
                    <a:pt x="1261002" y="1010891"/>
                  </a:lnTo>
                  <a:close/>
                  <a:moveTo>
                    <a:pt x="489126" y="838658"/>
                  </a:moveTo>
                  <a:lnTo>
                    <a:pt x="510809" y="838658"/>
                  </a:lnTo>
                  <a:lnTo>
                    <a:pt x="510809" y="905619"/>
                  </a:lnTo>
                  <a:lnTo>
                    <a:pt x="546246" y="905619"/>
                  </a:lnTo>
                  <a:lnTo>
                    <a:pt x="546246" y="838658"/>
                  </a:lnTo>
                  <a:lnTo>
                    <a:pt x="567930" y="838658"/>
                  </a:lnTo>
                  <a:lnTo>
                    <a:pt x="567930" y="1009192"/>
                  </a:lnTo>
                  <a:lnTo>
                    <a:pt x="546246" y="1009192"/>
                  </a:lnTo>
                  <a:lnTo>
                    <a:pt x="546246" y="923859"/>
                  </a:lnTo>
                  <a:lnTo>
                    <a:pt x="510809" y="923859"/>
                  </a:lnTo>
                  <a:lnTo>
                    <a:pt x="510809" y="1009192"/>
                  </a:lnTo>
                  <a:lnTo>
                    <a:pt x="489126" y="1009192"/>
                  </a:lnTo>
                  <a:close/>
                  <a:moveTo>
                    <a:pt x="1162901" y="821998"/>
                  </a:moveTo>
                  <a:cubicBezTo>
                    <a:pt x="1167454" y="821842"/>
                    <a:pt x="1172459" y="822375"/>
                    <a:pt x="1177725" y="823498"/>
                  </a:cubicBezTo>
                  <a:lnTo>
                    <a:pt x="1177725" y="843469"/>
                  </a:lnTo>
                  <a:cubicBezTo>
                    <a:pt x="1162565" y="837968"/>
                    <a:pt x="1159105" y="844922"/>
                    <a:pt x="1159420" y="854141"/>
                  </a:cubicBezTo>
                  <a:lnTo>
                    <a:pt x="1159420" y="895458"/>
                  </a:lnTo>
                  <a:lnTo>
                    <a:pt x="1177725" y="895458"/>
                  </a:lnTo>
                  <a:lnTo>
                    <a:pt x="1177725" y="912236"/>
                  </a:lnTo>
                  <a:lnTo>
                    <a:pt x="1159420" y="912236"/>
                  </a:lnTo>
                  <a:lnTo>
                    <a:pt x="1159420" y="1009192"/>
                  </a:lnTo>
                  <a:lnTo>
                    <a:pt x="1139449" y="1009192"/>
                  </a:lnTo>
                  <a:lnTo>
                    <a:pt x="1139449" y="912236"/>
                  </a:lnTo>
                  <a:lnTo>
                    <a:pt x="1127527" y="912236"/>
                  </a:lnTo>
                  <a:lnTo>
                    <a:pt x="1127527" y="895458"/>
                  </a:lnTo>
                  <a:lnTo>
                    <a:pt x="1139449" y="895458"/>
                  </a:lnTo>
                  <a:lnTo>
                    <a:pt x="1139449" y="844747"/>
                  </a:lnTo>
                  <a:cubicBezTo>
                    <a:pt x="1139676" y="829150"/>
                    <a:pt x="1149246" y="822469"/>
                    <a:pt x="1162901" y="821998"/>
                  </a:cubicBezTo>
                  <a:close/>
                  <a:moveTo>
                    <a:pt x="0" y="698203"/>
                  </a:moveTo>
                  <a:lnTo>
                    <a:pt x="1792582" y="698203"/>
                  </a:lnTo>
                  <a:lnTo>
                    <a:pt x="1792582" y="703247"/>
                  </a:lnTo>
                  <a:lnTo>
                    <a:pt x="1792582" y="757745"/>
                  </a:lnTo>
                  <a:lnTo>
                    <a:pt x="1792582" y="777019"/>
                  </a:lnTo>
                  <a:lnTo>
                    <a:pt x="0" y="777019"/>
                  </a:lnTo>
                  <a:close/>
                  <a:moveTo>
                    <a:pt x="827858" y="57086"/>
                  </a:moveTo>
                  <a:cubicBezTo>
                    <a:pt x="773091" y="57462"/>
                    <a:pt x="771089" y="138267"/>
                    <a:pt x="771089" y="238408"/>
                  </a:cubicBezTo>
                  <a:cubicBezTo>
                    <a:pt x="771089" y="338549"/>
                    <a:pt x="776541" y="419900"/>
                    <a:pt x="827858" y="419730"/>
                  </a:cubicBezTo>
                  <a:cubicBezTo>
                    <a:pt x="881771" y="419551"/>
                    <a:pt x="884626" y="338549"/>
                    <a:pt x="884626" y="238408"/>
                  </a:cubicBezTo>
                  <a:cubicBezTo>
                    <a:pt x="884626" y="138267"/>
                    <a:pt x="875116" y="56762"/>
                    <a:pt x="827858" y="57086"/>
                  </a:cubicBezTo>
                  <a:close/>
                  <a:moveTo>
                    <a:pt x="119700" y="57086"/>
                  </a:moveTo>
                  <a:cubicBezTo>
                    <a:pt x="64933" y="57462"/>
                    <a:pt x="62931" y="138267"/>
                    <a:pt x="62931" y="238408"/>
                  </a:cubicBezTo>
                  <a:cubicBezTo>
                    <a:pt x="62931" y="338549"/>
                    <a:pt x="68383" y="419900"/>
                    <a:pt x="119700" y="419730"/>
                  </a:cubicBezTo>
                  <a:cubicBezTo>
                    <a:pt x="173614" y="419551"/>
                    <a:pt x="176468" y="338549"/>
                    <a:pt x="176468" y="238408"/>
                  </a:cubicBezTo>
                  <a:cubicBezTo>
                    <a:pt x="176468" y="138267"/>
                    <a:pt x="166959" y="56762"/>
                    <a:pt x="119700" y="57086"/>
                  </a:cubicBezTo>
                  <a:close/>
                  <a:moveTo>
                    <a:pt x="364615" y="7754"/>
                  </a:moveTo>
                  <a:lnTo>
                    <a:pt x="425426" y="7754"/>
                  </a:lnTo>
                  <a:lnTo>
                    <a:pt x="425426" y="188764"/>
                  </a:lnTo>
                  <a:lnTo>
                    <a:pt x="519025" y="188764"/>
                  </a:lnTo>
                  <a:lnTo>
                    <a:pt x="519025" y="7754"/>
                  </a:lnTo>
                  <a:lnTo>
                    <a:pt x="579836" y="7754"/>
                  </a:lnTo>
                  <a:lnTo>
                    <a:pt x="579836" y="468746"/>
                  </a:lnTo>
                  <a:lnTo>
                    <a:pt x="519025" y="468746"/>
                  </a:lnTo>
                  <a:lnTo>
                    <a:pt x="519025" y="238072"/>
                  </a:lnTo>
                  <a:lnTo>
                    <a:pt x="425426" y="238072"/>
                  </a:lnTo>
                  <a:lnTo>
                    <a:pt x="425426" y="468746"/>
                  </a:lnTo>
                  <a:lnTo>
                    <a:pt x="364615" y="468746"/>
                  </a:lnTo>
                  <a:close/>
                  <a:moveTo>
                    <a:pt x="828506" y="0"/>
                  </a:moveTo>
                  <a:cubicBezTo>
                    <a:pt x="929343" y="-206"/>
                    <a:pt x="948855" y="106741"/>
                    <a:pt x="948855" y="238412"/>
                  </a:cubicBezTo>
                  <a:cubicBezTo>
                    <a:pt x="948855" y="370082"/>
                    <a:pt x="934550" y="476581"/>
                    <a:pt x="828506" y="476823"/>
                  </a:cubicBezTo>
                  <a:cubicBezTo>
                    <a:pt x="722465" y="477064"/>
                    <a:pt x="708157" y="370082"/>
                    <a:pt x="708157" y="238412"/>
                  </a:cubicBezTo>
                  <a:cubicBezTo>
                    <a:pt x="708157" y="106741"/>
                    <a:pt x="717903" y="227"/>
                    <a:pt x="828506" y="0"/>
                  </a:cubicBezTo>
                  <a:close/>
                  <a:moveTo>
                    <a:pt x="120349" y="0"/>
                  </a:moveTo>
                  <a:cubicBezTo>
                    <a:pt x="221186" y="-206"/>
                    <a:pt x="240698" y="106741"/>
                    <a:pt x="240698" y="238412"/>
                  </a:cubicBezTo>
                  <a:cubicBezTo>
                    <a:pt x="240698" y="370082"/>
                    <a:pt x="226393" y="476581"/>
                    <a:pt x="120349" y="476823"/>
                  </a:cubicBezTo>
                  <a:cubicBezTo>
                    <a:pt x="14308" y="477064"/>
                    <a:pt x="0" y="370082"/>
                    <a:pt x="0" y="238412"/>
                  </a:cubicBezTo>
                  <a:cubicBezTo>
                    <a:pt x="0" y="106741"/>
                    <a:pt x="9745" y="227"/>
                    <a:pt x="120349" y="0"/>
                  </a:cubicBezTo>
                  <a:close/>
                </a:path>
              </a:pathLst>
            </a:custGeom>
            <a:grp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endParaRPr>
            </a:p>
          </p:txBody>
        </p:sp>
      </p:grpSp>
      <p:sp>
        <p:nvSpPr>
          <p:cNvPr id="12" name="TextBox 11">
            <a:extLst>
              <a:ext uri="{FF2B5EF4-FFF2-40B4-BE49-F238E27FC236}">
                <a16:creationId xmlns:a16="http://schemas.microsoft.com/office/drawing/2014/main" id="{F41E8B6B-F5DF-451C-8739-C55C5AAA8C73}"/>
              </a:ext>
            </a:extLst>
          </p:cNvPr>
          <p:cNvSpPr txBox="1"/>
          <p:nvPr/>
        </p:nvSpPr>
        <p:spPr>
          <a:xfrm>
            <a:off x="4322971" y="3098940"/>
            <a:ext cx="394660" cy="507831"/>
          </a:xfrm>
          <a:prstGeom prst="rect">
            <a:avLst/>
          </a:prstGeom>
          <a:noFill/>
          <a:effectLst>
            <a:outerShdw blurRad="50800" dist="38100" dir="2700000" algn="tl" rotWithShape="0">
              <a:prstClr val="black">
                <a:alpha val="40000"/>
              </a:prstClr>
            </a:outerShdw>
          </a:effectLst>
        </p:spPr>
        <p:txBody>
          <a:bodyPr wrap="none" rtlCol="0">
            <a:spAutoFit/>
          </a:bodyPr>
          <a:lstStyle/>
          <a:p>
            <a:pPr>
              <a:lnSpc>
                <a:spcPct val="90000"/>
              </a:lnSpc>
              <a:spcAft>
                <a:spcPts val="450"/>
              </a:spcAft>
            </a:pPr>
            <a:r>
              <a:rPr lang="de-DE" sz="3000" dirty="0">
                <a:solidFill>
                  <a:srgbClr val="FF0000"/>
                </a:solidFill>
              </a:rPr>
              <a:t>X</a:t>
            </a:r>
          </a:p>
        </p:txBody>
      </p:sp>
      <p:sp>
        <p:nvSpPr>
          <p:cNvPr id="61" name="Abgerundetes Rechteck 82">
            <a:extLst>
              <a:ext uri="{FF2B5EF4-FFF2-40B4-BE49-F238E27FC236}">
                <a16:creationId xmlns:a16="http://schemas.microsoft.com/office/drawing/2014/main" id="{32070657-E700-484A-BABA-D6C43B15A5B3}"/>
              </a:ext>
            </a:extLst>
          </p:cNvPr>
          <p:cNvSpPr/>
          <p:nvPr/>
        </p:nvSpPr>
        <p:spPr>
          <a:xfrm>
            <a:off x="4044829" y="2902260"/>
            <a:ext cx="3708000" cy="10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p>
            <a:pPr defTabSz="457189"/>
            <a:r>
              <a:rPr lang="en-US" sz="1000" dirty="0">
                <a:solidFill>
                  <a:schemeClr val="tx1"/>
                </a:solidFill>
              </a:rPr>
              <a:t>Don’ts</a:t>
            </a:r>
          </a:p>
        </p:txBody>
      </p:sp>
      <p:grpSp>
        <p:nvGrpSpPr>
          <p:cNvPr id="66" name="Group 65">
            <a:extLst>
              <a:ext uri="{FF2B5EF4-FFF2-40B4-BE49-F238E27FC236}">
                <a16:creationId xmlns:a16="http://schemas.microsoft.com/office/drawing/2014/main" id="{2C548E54-2E98-4CB0-BF2A-0FEDCDC0669B}"/>
              </a:ext>
            </a:extLst>
          </p:cNvPr>
          <p:cNvGrpSpPr>
            <a:grpSpLocks noChangeAspect="1"/>
          </p:cNvGrpSpPr>
          <p:nvPr/>
        </p:nvGrpSpPr>
        <p:grpSpPr>
          <a:xfrm>
            <a:off x="7056951" y="3098940"/>
            <a:ext cx="637693" cy="376422"/>
            <a:chOff x="2947569" y="1625898"/>
            <a:chExt cx="1792581" cy="1058136"/>
          </a:xfrm>
          <a:solidFill>
            <a:schemeClr val="bg2"/>
          </a:solidFill>
        </p:grpSpPr>
        <p:sp>
          <p:nvSpPr>
            <p:cNvPr id="67" name="Oval 66">
              <a:extLst>
                <a:ext uri="{FF2B5EF4-FFF2-40B4-BE49-F238E27FC236}">
                  <a16:creationId xmlns:a16="http://schemas.microsoft.com/office/drawing/2014/main" id="{15F93C27-C268-401B-A616-BB4BBD419AE9}"/>
                </a:ext>
              </a:extLst>
            </p:cNvPr>
            <p:cNvSpPr/>
            <p:nvPr/>
          </p:nvSpPr>
          <p:spPr>
            <a:xfrm>
              <a:off x="4265292" y="1632569"/>
              <a:ext cx="474858" cy="474857"/>
            </a:xfrm>
            <a:prstGeom prst="ellipse">
              <a:avLst/>
            </a:prstGeom>
            <a:grp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68" name="Freeform: Shape 67">
              <a:extLst>
                <a:ext uri="{FF2B5EF4-FFF2-40B4-BE49-F238E27FC236}">
                  <a16:creationId xmlns:a16="http://schemas.microsoft.com/office/drawing/2014/main" id="{7D3D6C43-5BF9-4B90-BE2C-D7DCF1F5C8EE}"/>
                </a:ext>
              </a:extLst>
            </p:cNvPr>
            <p:cNvSpPr/>
            <p:nvPr/>
          </p:nvSpPr>
          <p:spPr>
            <a:xfrm>
              <a:off x="2947569" y="1625898"/>
              <a:ext cx="1792581" cy="1058136"/>
            </a:xfrm>
            <a:custGeom>
              <a:avLst/>
              <a:gdLst>
                <a:gd name="connsiteX0" fmla="*/ 1653463 w 1792582"/>
                <a:gd name="connsiteY0" fmla="*/ 914845 h 1058137"/>
                <a:gd name="connsiteX1" fmla="*/ 1638885 w 1792582"/>
                <a:gd name="connsiteY1" fmla="*/ 954895 h 1058137"/>
                <a:gd name="connsiteX2" fmla="*/ 1653463 w 1792582"/>
                <a:gd name="connsiteY2" fmla="*/ 994945 h 1058137"/>
                <a:gd name="connsiteX3" fmla="*/ 1668040 w 1792582"/>
                <a:gd name="connsiteY3" fmla="*/ 954895 h 1058137"/>
                <a:gd name="connsiteX4" fmla="*/ 1653463 w 1792582"/>
                <a:gd name="connsiteY4" fmla="*/ 914845 h 1058137"/>
                <a:gd name="connsiteX5" fmla="*/ 166428 w 1792582"/>
                <a:gd name="connsiteY5" fmla="*/ 914707 h 1058137"/>
                <a:gd name="connsiteX6" fmla="*/ 151851 w 1792582"/>
                <a:gd name="connsiteY6" fmla="*/ 954758 h 1058137"/>
                <a:gd name="connsiteX7" fmla="*/ 166428 w 1792582"/>
                <a:gd name="connsiteY7" fmla="*/ 994808 h 1058137"/>
                <a:gd name="connsiteX8" fmla="*/ 181005 w 1792582"/>
                <a:gd name="connsiteY8" fmla="*/ 954758 h 1058137"/>
                <a:gd name="connsiteX9" fmla="*/ 166428 w 1792582"/>
                <a:gd name="connsiteY9" fmla="*/ 914707 h 1058137"/>
                <a:gd name="connsiteX10" fmla="*/ 1484566 w 1792582"/>
                <a:gd name="connsiteY10" fmla="*/ 912443 h 1058137"/>
                <a:gd name="connsiteX11" fmla="*/ 1469642 w 1792582"/>
                <a:gd name="connsiteY11" fmla="*/ 937376 h 1058137"/>
                <a:gd name="connsiteX12" fmla="*/ 1469546 w 1792582"/>
                <a:gd name="connsiteY12" fmla="*/ 942259 h 1058137"/>
                <a:gd name="connsiteX13" fmla="*/ 1499391 w 1792582"/>
                <a:gd name="connsiteY13" fmla="*/ 942259 h 1058137"/>
                <a:gd name="connsiteX14" fmla="*/ 1499206 w 1792582"/>
                <a:gd name="connsiteY14" fmla="*/ 937354 h 1058137"/>
                <a:gd name="connsiteX15" fmla="*/ 1484566 w 1792582"/>
                <a:gd name="connsiteY15" fmla="*/ 912443 h 1058137"/>
                <a:gd name="connsiteX16" fmla="*/ 1070393 w 1792582"/>
                <a:gd name="connsiteY16" fmla="*/ 912443 h 1058137"/>
                <a:gd name="connsiteX17" fmla="*/ 1055156 w 1792582"/>
                <a:gd name="connsiteY17" fmla="*/ 953247 h 1058137"/>
                <a:gd name="connsiteX18" fmla="*/ 1070393 w 1792582"/>
                <a:gd name="connsiteY18" fmla="*/ 994053 h 1058137"/>
                <a:gd name="connsiteX19" fmla="*/ 1085631 w 1792582"/>
                <a:gd name="connsiteY19" fmla="*/ 953247 h 1058137"/>
                <a:gd name="connsiteX20" fmla="*/ 1070393 w 1792582"/>
                <a:gd name="connsiteY20" fmla="*/ 912443 h 1058137"/>
                <a:gd name="connsiteX21" fmla="*/ 915496 w 1792582"/>
                <a:gd name="connsiteY21" fmla="*/ 912443 h 1058137"/>
                <a:gd name="connsiteX22" fmla="*/ 900573 w 1792582"/>
                <a:gd name="connsiteY22" fmla="*/ 937376 h 1058137"/>
                <a:gd name="connsiteX23" fmla="*/ 900476 w 1792582"/>
                <a:gd name="connsiteY23" fmla="*/ 942259 h 1058137"/>
                <a:gd name="connsiteX24" fmla="*/ 930321 w 1792582"/>
                <a:gd name="connsiteY24" fmla="*/ 942259 h 1058137"/>
                <a:gd name="connsiteX25" fmla="*/ 930137 w 1792582"/>
                <a:gd name="connsiteY25" fmla="*/ 937354 h 1058137"/>
                <a:gd name="connsiteX26" fmla="*/ 915496 w 1792582"/>
                <a:gd name="connsiteY26" fmla="*/ 912443 h 1058137"/>
                <a:gd name="connsiteX27" fmla="*/ 637849 w 1792582"/>
                <a:gd name="connsiteY27" fmla="*/ 912443 h 1058137"/>
                <a:gd name="connsiteX28" fmla="*/ 622612 w 1792582"/>
                <a:gd name="connsiteY28" fmla="*/ 953247 h 1058137"/>
                <a:gd name="connsiteX29" fmla="*/ 637849 w 1792582"/>
                <a:gd name="connsiteY29" fmla="*/ 994053 h 1058137"/>
                <a:gd name="connsiteX30" fmla="*/ 653087 w 1792582"/>
                <a:gd name="connsiteY30" fmla="*/ 953247 h 1058137"/>
                <a:gd name="connsiteX31" fmla="*/ 637849 w 1792582"/>
                <a:gd name="connsiteY31" fmla="*/ 912443 h 1058137"/>
                <a:gd name="connsiteX32" fmla="*/ 263432 w 1792582"/>
                <a:gd name="connsiteY32" fmla="*/ 912443 h 1058137"/>
                <a:gd name="connsiteX33" fmla="*/ 248508 w 1792582"/>
                <a:gd name="connsiteY33" fmla="*/ 937376 h 1058137"/>
                <a:gd name="connsiteX34" fmla="*/ 248412 w 1792582"/>
                <a:gd name="connsiteY34" fmla="*/ 942259 h 1058137"/>
                <a:gd name="connsiteX35" fmla="*/ 278257 w 1792582"/>
                <a:gd name="connsiteY35" fmla="*/ 942259 h 1058137"/>
                <a:gd name="connsiteX36" fmla="*/ 278072 w 1792582"/>
                <a:gd name="connsiteY36" fmla="*/ 937354 h 1058137"/>
                <a:gd name="connsiteX37" fmla="*/ 263432 w 1792582"/>
                <a:gd name="connsiteY37" fmla="*/ 912443 h 1058137"/>
                <a:gd name="connsiteX38" fmla="*/ 1714910 w 1792582"/>
                <a:gd name="connsiteY38" fmla="*/ 896590 h 1058137"/>
                <a:gd name="connsiteX39" fmla="*/ 1734882 w 1792582"/>
                <a:gd name="connsiteY39" fmla="*/ 896590 h 1058137"/>
                <a:gd name="connsiteX40" fmla="*/ 1753333 w 1792582"/>
                <a:gd name="connsiteY40" fmla="*/ 971008 h 1058137"/>
                <a:gd name="connsiteX41" fmla="*/ 1772205 w 1792582"/>
                <a:gd name="connsiteY41" fmla="*/ 896590 h 1058137"/>
                <a:gd name="connsiteX42" fmla="*/ 1792177 w 1792582"/>
                <a:gd name="connsiteY42" fmla="*/ 896590 h 1058137"/>
                <a:gd name="connsiteX43" fmla="*/ 1746000 w 1792582"/>
                <a:gd name="connsiteY43" fmla="*/ 1058137 h 1058137"/>
                <a:gd name="connsiteX44" fmla="*/ 1726028 w 1792582"/>
                <a:gd name="connsiteY44" fmla="*/ 1058137 h 1058137"/>
                <a:gd name="connsiteX45" fmla="*/ 1742258 w 1792582"/>
                <a:gd name="connsiteY45" fmla="*/ 998644 h 1058137"/>
                <a:gd name="connsiteX46" fmla="*/ 1350499 w 1792582"/>
                <a:gd name="connsiteY46" fmla="*/ 896590 h 1058137"/>
                <a:gd name="connsiteX47" fmla="*/ 1370471 w 1792582"/>
                <a:gd name="connsiteY47" fmla="*/ 896590 h 1058137"/>
                <a:gd name="connsiteX48" fmla="*/ 1370471 w 1792582"/>
                <a:gd name="connsiteY48" fmla="*/ 912636 h 1058137"/>
                <a:gd name="connsiteX49" fmla="*/ 1392815 w 1792582"/>
                <a:gd name="connsiteY49" fmla="*/ 896973 h 1058137"/>
                <a:gd name="connsiteX50" fmla="*/ 1417110 w 1792582"/>
                <a:gd name="connsiteY50" fmla="*/ 931246 h 1058137"/>
                <a:gd name="connsiteX51" fmla="*/ 1417582 w 1792582"/>
                <a:gd name="connsiteY51" fmla="*/ 1009192 h 1058137"/>
                <a:gd name="connsiteX52" fmla="*/ 1397610 w 1792582"/>
                <a:gd name="connsiteY52" fmla="*/ 1009192 h 1058137"/>
                <a:gd name="connsiteX53" fmla="*/ 1397893 w 1792582"/>
                <a:gd name="connsiteY53" fmla="*/ 936367 h 1058137"/>
                <a:gd name="connsiteX54" fmla="*/ 1385541 w 1792582"/>
                <a:gd name="connsiteY54" fmla="*/ 914392 h 1058137"/>
                <a:gd name="connsiteX55" fmla="*/ 1370504 w 1792582"/>
                <a:gd name="connsiteY55" fmla="*/ 934362 h 1058137"/>
                <a:gd name="connsiteX56" fmla="*/ 1370390 w 1792582"/>
                <a:gd name="connsiteY56" fmla="*/ 937613 h 1058137"/>
                <a:gd name="connsiteX57" fmla="*/ 1370170 w 1792582"/>
                <a:gd name="connsiteY57" fmla="*/ 937613 h 1058137"/>
                <a:gd name="connsiteX58" fmla="*/ 1370170 w 1792582"/>
                <a:gd name="connsiteY58" fmla="*/ 996661 h 1058137"/>
                <a:gd name="connsiteX59" fmla="*/ 1370471 w 1792582"/>
                <a:gd name="connsiteY59" fmla="*/ 996661 h 1058137"/>
                <a:gd name="connsiteX60" fmla="*/ 1370471 w 1792582"/>
                <a:gd name="connsiteY60" fmla="*/ 1009192 h 1058137"/>
                <a:gd name="connsiteX61" fmla="*/ 1350499 w 1792582"/>
                <a:gd name="connsiteY61" fmla="*/ 1009192 h 1058137"/>
                <a:gd name="connsiteX62" fmla="*/ 703301 w 1792582"/>
                <a:gd name="connsiteY62" fmla="*/ 896590 h 1058137"/>
                <a:gd name="connsiteX63" fmla="*/ 723273 w 1792582"/>
                <a:gd name="connsiteY63" fmla="*/ 896590 h 1058137"/>
                <a:gd name="connsiteX64" fmla="*/ 723273 w 1792582"/>
                <a:gd name="connsiteY64" fmla="*/ 935890 h 1058137"/>
                <a:gd name="connsiteX65" fmla="*/ 723669 w 1792582"/>
                <a:gd name="connsiteY65" fmla="*/ 935767 h 1058137"/>
                <a:gd name="connsiteX66" fmla="*/ 723669 w 1792582"/>
                <a:gd name="connsiteY66" fmla="*/ 977978 h 1058137"/>
                <a:gd name="connsiteX67" fmla="*/ 723993 w 1792582"/>
                <a:gd name="connsiteY67" fmla="*/ 977978 h 1058137"/>
                <a:gd name="connsiteX68" fmla="*/ 724972 w 1792582"/>
                <a:gd name="connsiteY68" fmla="*/ 985894 h 1058137"/>
                <a:gd name="connsiteX69" fmla="*/ 736125 w 1792582"/>
                <a:gd name="connsiteY69" fmla="*/ 994808 h 1058137"/>
                <a:gd name="connsiteX70" fmla="*/ 747278 w 1792582"/>
                <a:gd name="connsiteY70" fmla="*/ 985873 h 1058137"/>
                <a:gd name="connsiteX71" fmla="*/ 748257 w 1792582"/>
                <a:gd name="connsiteY71" fmla="*/ 977978 h 1058137"/>
                <a:gd name="connsiteX72" fmla="*/ 748582 w 1792582"/>
                <a:gd name="connsiteY72" fmla="*/ 977978 h 1058137"/>
                <a:gd name="connsiteX73" fmla="*/ 748582 w 1792582"/>
                <a:gd name="connsiteY73" fmla="*/ 917038 h 1058137"/>
                <a:gd name="connsiteX74" fmla="*/ 748575 w 1792582"/>
                <a:gd name="connsiteY74" fmla="*/ 917038 h 1058137"/>
                <a:gd name="connsiteX75" fmla="*/ 748575 w 1792582"/>
                <a:gd name="connsiteY75" fmla="*/ 896590 h 1058137"/>
                <a:gd name="connsiteX76" fmla="*/ 768547 w 1792582"/>
                <a:gd name="connsiteY76" fmla="*/ 896590 h 1058137"/>
                <a:gd name="connsiteX77" fmla="*/ 768547 w 1792582"/>
                <a:gd name="connsiteY77" fmla="*/ 975013 h 1058137"/>
                <a:gd name="connsiteX78" fmla="*/ 768547 w 1792582"/>
                <a:gd name="connsiteY78" fmla="*/ 975015 h 1058137"/>
                <a:gd name="connsiteX79" fmla="*/ 768547 w 1792582"/>
                <a:gd name="connsiteY79" fmla="*/ 975018 h 1058137"/>
                <a:gd name="connsiteX80" fmla="*/ 768547 w 1792582"/>
                <a:gd name="connsiteY80" fmla="*/ 976933 h 1058137"/>
                <a:gd name="connsiteX81" fmla="*/ 768420 w 1792582"/>
                <a:gd name="connsiteY81" fmla="*/ 976933 h 1058137"/>
                <a:gd name="connsiteX82" fmla="*/ 767494 w 1792582"/>
                <a:gd name="connsiteY82" fmla="*/ 990893 h 1058137"/>
                <a:gd name="connsiteX83" fmla="*/ 735985 w 1792582"/>
                <a:gd name="connsiteY83" fmla="*/ 1015821 h 1058137"/>
                <a:gd name="connsiteX84" fmla="*/ 704476 w 1792582"/>
                <a:gd name="connsiteY84" fmla="*/ 990904 h 1058137"/>
                <a:gd name="connsiteX85" fmla="*/ 703550 w 1792582"/>
                <a:gd name="connsiteY85" fmla="*/ 976933 h 1058137"/>
                <a:gd name="connsiteX86" fmla="*/ 703301 w 1792582"/>
                <a:gd name="connsiteY86" fmla="*/ 976933 h 1058137"/>
                <a:gd name="connsiteX87" fmla="*/ 326701 w 1792582"/>
                <a:gd name="connsiteY87" fmla="*/ 896590 h 1058137"/>
                <a:gd name="connsiteX88" fmla="*/ 346672 w 1792582"/>
                <a:gd name="connsiteY88" fmla="*/ 896590 h 1058137"/>
                <a:gd name="connsiteX89" fmla="*/ 346672 w 1792582"/>
                <a:gd name="connsiteY89" fmla="*/ 912636 h 1058137"/>
                <a:gd name="connsiteX90" fmla="*/ 369017 w 1792582"/>
                <a:gd name="connsiteY90" fmla="*/ 896973 h 1058137"/>
                <a:gd name="connsiteX91" fmla="*/ 393311 w 1792582"/>
                <a:gd name="connsiteY91" fmla="*/ 931246 h 1058137"/>
                <a:gd name="connsiteX92" fmla="*/ 393784 w 1792582"/>
                <a:gd name="connsiteY92" fmla="*/ 1009192 h 1058137"/>
                <a:gd name="connsiteX93" fmla="*/ 373812 w 1792582"/>
                <a:gd name="connsiteY93" fmla="*/ 1009192 h 1058137"/>
                <a:gd name="connsiteX94" fmla="*/ 374095 w 1792582"/>
                <a:gd name="connsiteY94" fmla="*/ 936367 h 1058137"/>
                <a:gd name="connsiteX95" fmla="*/ 361743 w 1792582"/>
                <a:gd name="connsiteY95" fmla="*/ 914392 h 1058137"/>
                <a:gd name="connsiteX96" fmla="*/ 346705 w 1792582"/>
                <a:gd name="connsiteY96" fmla="*/ 934362 h 1058137"/>
                <a:gd name="connsiteX97" fmla="*/ 346592 w 1792582"/>
                <a:gd name="connsiteY97" fmla="*/ 937613 h 1058137"/>
                <a:gd name="connsiteX98" fmla="*/ 346372 w 1792582"/>
                <a:gd name="connsiteY98" fmla="*/ 937613 h 1058137"/>
                <a:gd name="connsiteX99" fmla="*/ 346372 w 1792582"/>
                <a:gd name="connsiteY99" fmla="*/ 996661 h 1058137"/>
                <a:gd name="connsiteX100" fmla="*/ 346672 w 1792582"/>
                <a:gd name="connsiteY100" fmla="*/ 996661 h 1058137"/>
                <a:gd name="connsiteX101" fmla="*/ 346672 w 1792582"/>
                <a:gd name="connsiteY101" fmla="*/ 1009192 h 1058137"/>
                <a:gd name="connsiteX102" fmla="*/ 326701 w 1792582"/>
                <a:gd name="connsiteY102" fmla="*/ 1009192 h 1058137"/>
                <a:gd name="connsiteX103" fmla="*/ 1645649 w 1792582"/>
                <a:gd name="connsiteY103" fmla="*/ 896386 h 1058137"/>
                <a:gd name="connsiteX104" fmla="*/ 1665951 w 1792582"/>
                <a:gd name="connsiteY104" fmla="*/ 906430 h 1058137"/>
                <a:gd name="connsiteX105" fmla="*/ 1667038 w 1792582"/>
                <a:gd name="connsiteY105" fmla="*/ 908651 h 1058137"/>
                <a:gd name="connsiteX106" fmla="*/ 1667038 w 1792582"/>
                <a:gd name="connsiteY106" fmla="*/ 896728 h 1058137"/>
                <a:gd name="connsiteX107" fmla="*/ 1687010 w 1792582"/>
                <a:gd name="connsiteY107" fmla="*/ 896728 h 1058137"/>
                <a:gd name="connsiteX108" fmla="*/ 1687010 w 1792582"/>
                <a:gd name="connsiteY108" fmla="*/ 1006787 h 1058137"/>
                <a:gd name="connsiteX109" fmla="*/ 1687010 w 1792582"/>
                <a:gd name="connsiteY109" fmla="*/ 1006791 h 1058137"/>
                <a:gd name="connsiteX110" fmla="*/ 1686300 w 1792582"/>
                <a:gd name="connsiteY110" fmla="*/ 1021179 h 1058137"/>
                <a:gd name="connsiteX111" fmla="*/ 1652581 w 1792582"/>
                <a:gd name="connsiteY111" fmla="*/ 1057001 h 1058137"/>
                <a:gd name="connsiteX112" fmla="*/ 1618862 w 1792582"/>
                <a:gd name="connsiteY112" fmla="*/ 1021162 h 1058137"/>
                <a:gd name="connsiteX113" fmla="*/ 1618816 w 1792582"/>
                <a:gd name="connsiteY113" fmla="*/ 1020222 h 1058137"/>
                <a:gd name="connsiteX114" fmla="*/ 1638139 w 1792582"/>
                <a:gd name="connsiteY114" fmla="*/ 1020222 h 1058137"/>
                <a:gd name="connsiteX115" fmla="*/ 1638891 w 1792582"/>
                <a:gd name="connsiteY115" fmla="*/ 1025506 h 1058137"/>
                <a:gd name="connsiteX116" fmla="*/ 1651560 w 1792582"/>
                <a:gd name="connsiteY116" fmla="*/ 1039738 h 1058137"/>
                <a:gd name="connsiteX117" fmla="*/ 1666731 w 1792582"/>
                <a:gd name="connsiteY117" fmla="*/ 1012557 h 1058137"/>
                <a:gd name="connsiteX118" fmla="*/ 1666892 w 1792582"/>
                <a:gd name="connsiteY118" fmla="*/ 1006787 h 1058137"/>
                <a:gd name="connsiteX119" fmla="*/ 1667038 w 1792582"/>
                <a:gd name="connsiteY119" fmla="*/ 1006787 h 1058137"/>
                <a:gd name="connsiteX120" fmla="*/ 1667038 w 1792582"/>
                <a:gd name="connsiteY120" fmla="*/ 1000603 h 1058137"/>
                <a:gd name="connsiteX121" fmla="*/ 1665481 w 1792582"/>
                <a:gd name="connsiteY121" fmla="*/ 1003725 h 1058137"/>
                <a:gd name="connsiteX122" fmla="*/ 1645649 w 1792582"/>
                <a:gd name="connsiteY122" fmla="*/ 1013718 h 1058137"/>
                <a:gd name="connsiteX123" fmla="*/ 1617463 w 1792582"/>
                <a:gd name="connsiteY123" fmla="*/ 955052 h 1058137"/>
                <a:gd name="connsiteX124" fmla="*/ 1645649 w 1792582"/>
                <a:gd name="connsiteY124" fmla="*/ 896386 h 1058137"/>
                <a:gd name="connsiteX125" fmla="*/ 1483922 w 1792582"/>
                <a:gd name="connsiteY125" fmla="*/ 896249 h 1058137"/>
                <a:gd name="connsiteX126" fmla="*/ 1517429 w 1792582"/>
                <a:gd name="connsiteY126" fmla="*/ 932072 h 1058137"/>
                <a:gd name="connsiteX127" fmla="*/ 1518040 w 1792582"/>
                <a:gd name="connsiteY127" fmla="*/ 959244 h 1058137"/>
                <a:gd name="connsiteX128" fmla="*/ 1469496 w 1792582"/>
                <a:gd name="connsiteY128" fmla="*/ 959244 h 1058137"/>
                <a:gd name="connsiteX129" fmla="*/ 1469772 w 1792582"/>
                <a:gd name="connsiteY129" fmla="*/ 969136 h 1058137"/>
                <a:gd name="connsiteX130" fmla="*/ 1484566 w 1792582"/>
                <a:gd name="connsiteY130" fmla="*/ 994053 h 1058137"/>
                <a:gd name="connsiteX131" fmla="*/ 1497612 w 1792582"/>
                <a:gd name="connsiteY131" fmla="*/ 982086 h 1058137"/>
                <a:gd name="connsiteX132" fmla="*/ 1498822 w 1792582"/>
                <a:gd name="connsiteY132" fmla="*/ 973587 h 1058137"/>
                <a:gd name="connsiteX133" fmla="*/ 1517846 w 1792582"/>
                <a:gd name="connsiteY133" fmla="*/ 973587 h 1058137"/>
                <a:gd name="connsiteX134" fmla="*/ 1517641 w 1792582"/>
                <a:gd name="connsiteY134" fmla="*/ 977742 h 1058137"/>
                <a:gd name="connsiteX135" fmla="*/ 1483922 w 1792582"/>
                <a:gd name="connsiteY135" fmla="*/ 1013580 h 1058137"/>
                <a:gd name="connsiteX136" fmla="*/ 1449076 w 1792582"/>
                <a:gd name="connsiteY136" fmla="*/ 954914 h 1058137"/>
                <a:gd name="connsiteX137" fmla="*/ 1483922 w 1792582"/>
                <a:gd name="connsiteY137" fmla="*/ 896249 h 1058137"/>
                <a:gd name="connsiteX138" fmla="*/ 1070504 w 1792582"/>
                <a:gd name="connsiteY138" fmla="*/ 896249 h 1058137"/>
                <a:gd name="connsiteX139" fmla="*/ 1105350 w 1792582"/>
                <a:gd name="connsiteY139" fmla="*/ 954914 h 1058137"/>
                <a:gd name="connsiteX140" fmla="*/ 1070504 w 1792582"/>
                <a:gd name="connsiteY140" fmla="*/ 1013580 h 1058137"/>
                <a:gd name="connsiteX141" fmla="*/ 1035658 w 1792582"/>
                <a:gd name="connsiteY141" fmla="*/ 954914 h 1058137"/>
                <a:gd name="connsiteX142" fmla="*/ 1070504 w 1792582"/>
                <a:gd name="connsiteY142" fmla="*/ 896249 h 1058137"/>
                <a:gd name="connsiteX143" fmla="*/ 914852 w 1792582"/>
                <a:gd name="connsiteY143" fmla="*/ 896249 h 1058137"/>
                <a:gd name="connsiteX144" fmla="*/ 948359 w 1792582"/>
                <a:gd name="connsiteY144" fmla="*/ 932072 h 1058137"/>
                <a:gd name="connsiteX145" fmla="*/ 948970 w 1792582"/>
                <a:gd name="connsiteY145" fmla="*/ 959244 h 1058137"/>
                <a:gd name="connsiteX146" fmla="*/ 900426 w 1792582"/>
                <a:gd name="connsiteY146" fmla="*/ 959244 h 1058137"/>
                <a:gd name="connsiteX147" fmla="*/ 900703 w 1792582"/>
                <a:gd name="connsiteY147" fmla="*/ 969136 h 1058137"/>
                <a:gd name="connsiteX148" fmla="*/ 915496 w 1792582"/>
                <a:gd name="connsiteY148" fmla="*/ 994053 h 1058137"/>
                <a:gd name="connsiteX149" fmla="*/ 928542 w 1792582"/>
                <a:gd name="connsiteY149" fmla="*/ 982086 h 1058137"/>
                <a:gd name="connsiteX150" fmla="*/ 929752 w 1792582"/>
                <a:gd name="connsiteY150" fmla="*/ 973587 h 1058137"/>
                <a:gd name="connsiteX151" fmla="*/ 948777 w 1792582"/>
                <a:gd name="connsiteY151" fmla="*/ 973587 h 1058137"/>
                <a:gd name="connsiteX152" fmla="*/ 948571 w 1792582"/>
                <a:gd name="connsiteY152" fmla="*/ 977742 h 1058137"/>
                <a:gd name="connsiteX153" fmla="*/ 914852 w 1792582"/>
                <a:gd name="connsiteY153" fmla="*/ 1013580 h 1058137"/>
                <a:gd name="connsiteX154" fmla="*/ 880006 w 1792582"/>
                <a:gd name="connsiteY154" fmla="*/ 954914 h 1058137"/>
                <a:gd name="connsiteX155" fmla="*/ 914852 w 1792582"/>
                <a:gd name="connsiteY155" fmla="*/ 896249 h 1058137"/>
                <a:gd name="connsiteX156" fmla="*/ 637960 w 1792582"/>
                <a:gd name="connsiteY156" fmla="*/ 896249 h 1058137"/>
                <a:gd name="connsiteX157" fmla="*/ 672806 w 1792582"/>
                <a:gd name="connsiteY157" fmla="*/ 954914 h 1058137"/>
                <a:gd name="connsiteX158" fmla="*/ 637960 w 1792582"/>
                <a:gd name="connsiteY158" fmla="*/ 1013580 h 1058137"/>
                <a:gd name="connsiteX159" fmla="*/ 603114 w 1792582"/>
                <a:gd name="connsiteY159" fmla="*/ 954914 h 1058137"/>
                <a:gd name="connsiteX160" fmla="*/ 637960 w 1792582"/>
                <a:gd name="connsiteY160" fmla="*/ 896249 h 1058137"/>
                <a:gd name="connsiteX161" fmla="*/ 262788 w 1792582"/>
                <a:gd name="connsiteY161" fmla="*/ 896249 h 1058137"/>
                <a:gd name="connsiteX162" fmla="*/ 296295 w 1792582"/>
                <a:gd name="connsiteY162" fmla="*/ 932072 h 1058137"/>
                <a:gd name="connsiteX163" fmla="*/ 296906 w 1792582"/>
                <a:gd name="connsiteY163" fmla="*/ 959244 h 1058137"/>
                <a:gd name="connsiteX164" fmla="*/ 248362 w 1792582"/>
                <a:gd name="connsiteY164" fmla="*/ 959244 h 1058137"/>
                <a:gd name="connsiteX165" fmla="*/ 248638 w 1792582"/>
                <a:gd name="connsiteY165" fmla="*/ 969136 h 1058137"/>
                <a:gd name="connsiteX166" fmla="*/ 263432 w 1792582"/>
                <a:gd name="connsiteY166" fmla="*/ 994053 h 1058137"/>
                <a:gd name="connsiteX167" fmla="*/ 276478 w 1792582"/>
                <a:gd name="connsiteY167" fmla="*/ 982086 h 1058137"/>
                <a:gd name="connsiteX168" fmla="*/ 277688 w 1792582"/>
                <a:gd name="connsiteY168" fmla="*/ 973587 h 1058137"/>
                <a:gd name="connsiteX169" fmla="*/ 296712 w 1792582"/>
                <a:gd name="connsiteY169" fmla="*/ 973587 h 1058137"/>
                <a:gd name="connsiteX170" fmla="*/ 296507 w 1792582"/>
                <a:gd name="connsiteY170" fmla="*/ 977742 h 1058137"/>
                <a:gd name="connsiteX171" fmla="*/ 262788 w 1792582"/>
                <a:gd name="connsiteY171" fmla="*/ 1013580 h 1058137"/>
                <a:gd name="connsiteX172" fmla="*/ 227942 w 1792582"/>
                <a:gd name="connsiteY172" fmla="*/ 954914 h 1058137"/>
                <a:gd name="connsiteX173" fmla="*/ 262788 w 1792582"/>
                <a:gd name="connsiteY173" fmla="*/ 896249 h 1058137"/>
                <a:gd name="connsiteX174" fmla="*/ 174241 w 1792582"/>
                <a:gd name="connsiteY174" fmla="*/ 896248 h 1058137"/>
                <a:gd name="connsiteX175" fmla="*/ 202427 w 1792582"/>
                <a:gd name="connsiteY175" fmla="*/ 954914 h 1058137"/>
                <a:gd name="connsiteX176" fmla="*/ 174241 w 1792582"/>
                <a:gd name="connsiteY176" fmla="*/ 1013580 h 1058137"/>
                <a:gd name="connsiteX177" fmla="*/ 159360 w 1792582"/>
                <a:gd name="connsiteY177" fmla="*/ 1008995 h 1058137"/>
                <a:gd name="connsiteX178" fmla="*/ 152852 w 1792582"/>
                <a:gd name="connsiteY178" fmla="*/ 999395 h 1058137"/>
                <a:gd name="connsiteX179" fmla="*/ 152852 w 1792582"/>
                <a:gd name="connsiteY179" fmla="*/ 1056246 h 1058137"/>
                <a:gd name="connsiteX180" fmla="*/ 132881 w 1792582"/>
                <a:gd name="connsiteY180" fmla="*/ 1056246 h 1058137"/>
                <a:gd name="connsiteX181" fmla="*/ 132881 w 1792582"/>
                <a:gd name="connsiteY181" fmla="*/ 896590 h 1058137"/>
                <a:gd name="connsiteX182" fmla="*/ 152852 w 1792582"/>
                <a:gd name="connsiteY182" fmla="*/ 896590 h 1058137"/>
                <a:gd name="connsiteX183" fmla="*/ 152852 w 1792582"/>
                <a:gd name="connsiteY183" fmla="*/ 909865 h 1058137"/>
                <a:gd name="connsiteX184" fmla="*/ 158909 w 1792582"/>
                <a:gd name="connsiteY184" fmla="*/ 900882 h 1058137"/>
                <a:gd name="connsiteX185" fmla="*/ 174241 w 1792582"/>
                <a:gd name="connsiteY185" fmla="*/ 896248 h 1058137"/>
                <a:gd name="connsiteX186" fmla="*/ 1592774 w 1792582"/>
                <a:gd name="connsiteY186" fmla="*/ 892438 h 1058137"/>
                <a:gd name="connsiteX187" fmla="*/ 1592774 w 1792582"/>
                <a:gd name="connsiteY187" fmla="*/ 914707 h 1058137"/>
                <a:gd name="connsiteX188" fmla="*/ 1572318 w 1792582"/>
                <a:gd name="connsiteY188" fmla="*/ 924898 h 1058137"/>
                <a:gd name="connsiteX189" fmla="*/ 1570506 w 1792582"/>
                <a:gd name="connsiteY189" fmla="*/ 930363 h 1058137"/>
                <a:gd name="connsiteX190" fmla="*/ 1570506 w 1792582"/>
                <a:gd name="connsiteY190" fmla="*/ 1009192 h 1058137"/>
                <a:gd name="connsiteX191" fmla="*/ 1550534 w 1792582"/>
                <a:gd name="connsiteY191" fmla="*/ 1009192 h 1058137"/>
                <a:gd name="connsiteX192" fmla="*/ 1550534 w 1792582"/>
                <a:gd name="connsiteY192" fmla="*/ 896590 h 1058137"/>
                <a:gd name="connsiteX193" fmla="*/ 1570506 w 1792582"/>
                <a:gd name="connsiteY193" fmla="*/ 896590 h 1058137"/>
                <a:gd name="connsiteX194" fmla="*/ 1570506 w 1792582"/>
                <a:gd name="connsiteY194" fmla="*/ 906833 h 1058137"/>
                <a:gd name="connsiteX195" fmla="*/ 1571627 w 1792582"/>
                <a:gd name="connsiteY195" fmla="*/ 905336 h 1058137"/>
                <a:gd name="connsiteX196" fmla="*/ 1592774 w 1792582"/>
                <a:gd name="connsiteY196" fmla="*/ 892438 h 1058137"/>
                <a:gd name="connsiteX197" fmla="*/ 824066 w 1792582"/>
                <a:gd name="connsiteY197" fmla="*/ 891683 h 1058137"/>
                <a:gd name="connsiteX198" fmla="*/ 846335 w 1792582"/>
                <a:gd name="connsiteY198" fmla="*/ 897345 h 1058137"/>
                <a:gd name="connsiteX199" fmla="*/ 846335 w 1792582"/>
                <a:gd name="connsiteY199" fmla="*/ 916217 h 1058137"/>
                <a:gd name="connsiteX200" fmla="*/ 815762 w 1792582"/>
                <a:gd name="connsiteY200" fmla="*/ 924520 h 1058137"/>
                <a:gd name="connsiteX201" fmla="*/ 832661 w 1792582"/>
                <a:gd name="connsiteY201" fmla="*/ 947285 h 1058137"/>
                <a:gd name="connsiteX202" fmla="*/ 854638 w 1792582"/>
                <a:gd name="connsiteY202" fmla="*/ 979626 h 1058137"/>
                <a:gd name="connsiteX203" fmla="*/ 824444 w 1792582"/>
                <a:gd name="connsiteY203" fmla="*/ 1013595 h 1058137"/>
                <a:gd name="connsiteX204" fmla="*/ 802175 w 1792582"/>
                <a:gd name="connsiteY204" fmla="*/ 1007934 h 1058137"/>
                <a:gd name="connsiteX205" fmla="*/ 802175 w 1792582"/>
                <a:gd name="connsiteY205" fmla="*/ 987929 h 1058137"/>
                <a:gd name="connsiteX206" fmla="*/ 822179 w 1792582"/>
                <a:gd name="connsiteY206" fmla="*/ 994723 h 1058137"/>
                <a:gd name="connsiteX207" fmla="*/ 836521 w 1792582"/>
                <a:gd name="connsiteY207" fmla="*/ 979248 h 1058137"/>
                <a:gd name="connsiteX208" fmla="*/ 816301 w 1792582"/>
                <a:gd name="connsiteY208" fmla="*/ 954931 h 1058137"/>
                <a:gd name="connsiteX209" fmla="*/ 796988 w 1792582"/>
                <a:gd name="connsiteY209" fmla="*/ 925652 h 1058137"/>
                <a:gd name="connsiteX210" fmla="*/ 824066 w 1792582"/>
                <a:gd name="connsiteY210" fmla="*/ 891683 h 1058137"/>
                <a:gd name="connsiteX211" fmla="*/ 56436 w 1792582"/>
                <a:gd name="connsiteY211" fmla="*/ 860524 h 1058137"/>
                <a:gd name="connsiteX212" fmla="*/ 35735 w 1792582"/>
                <a:gd name="connsiteY212" fmla="*/ 926643 h 1058137"/>
                <a:gd name="connsiteX213" fmla="*/ 56436 w 1792582"/>
                <a:gd name="connsiteY213" fmla="*/ 992761 h 1058137"/>
                <a:gd name="connsiteX214" fmla="*/ 77136 w 1792582"/>
                <a:gd name="connsiteY214" fmla="*/ 926643 h 1058137"/>
                <a:gd name="connsiteX215" fmla="*/ 56436 w 1792582"/>
                <a:gd name="connsiteY215" fmla="*/ 860524 h 1058137"/>
                <a:gd name="connsiteX216" fmla="*/ 56672 w 1792582"/>
                <a:gd name="connsiteY216" fmla="*/ 839708 h 1058137"/>
                <a:gd name="connsiteX217" fmla="*/ 100557 w 1792582"/>
                <a:gd name="connsiteY217" fmla="*/ 926644 h 1058137"/>
                <a:gd name="connsiteX218" fmla="*/ 56672 w 1792582"/>
                <a:gd name="connsiteY218" fmla="*/ 1013580 h 1058137"/>
                <a:gd name="connsiteX219" fmla="*/ 12787 w 1792582"/>
                <a:gd name="connsiteY219" fmla="*/ 926644 h 1058137"/>
                <a:gd name="connsiteX220" fmla="*/ 56672 w 1792582"/>
                <a:gd name="connsiteY220" fmla="*/ 839708 h 1058137"/>
                <a:gd name="connsiteX221" fmla="*/ 1261002 w 1792582"/>
                <a:gd name="connsiteY221" fmla="*/ 839707 h 1058137"/>
                <a:gd name="connsiteX222" fmla="*/ 1267808 w 1792582"/>
                <a:gd name="connsiteY222" fmla="*/ 839707 h 1058137"/>
                <a:gd name="connsiteX223" fmla="*/ 1282685 w 1792582"/>
                <a:gd name="connsiteY223" fmla="*/ 839707 h 1058137"/>
                <a:gd name="connsiteX224" fmla="*/ 1322930 w 1792582"/>
                <a:gd name="connsiteY224" fmla="*/ 839707 h 1058137"/>
                <a:gd name="connsiteX225" fmla="*/ 1322930 w 1792582"/>
                <a:gd name="connsiteY225" fmla="*/ 858017 h 1058137"/>
                <a:gd name="connsiteX226" fmla="*/ 1282685 w 1792582"/>
                <a:gd name="connsiteY226" fmla="*/ 858017 h 1058137"/>
                <a:gd name="connsiteX227" fmla="*/ 1282685 w 1792582"/>
                <a:gd name="connsiteY227" fmla="*/ 914391 h 1058137"/>
                <a:gd name="connsiteX228" fmla="*/ 1318112 w 1792582"/>
                <a:gd name="connsiteY228" fmla="*/ 914391 h 1058137"/>
                <a:gd name="connsiteX229" fmla="*/ 1318112 w 1792582"/>
                <a:gd name="connsiteY229" fmla="*/ 932701 h 1058137"/>
                <a:gd name="connsiteX230" fmla="*/ 1282685 w 1792582"/>
                <a:gd name="connsiteY230" fmla="*/ 932701 h 1058137"/>
                <a:gd name="connsiteX231" fmla="*/ 1282685 w 1792582"/>
                <a:gd name="connsiteY231" fmla="*/ 992581 h 1058137"/>
                <a:gd name="connsiteX232" fmla="*/ 1322930 w 1792582"/>
                <a:gd name="connsiteY232" fmla="*/ 992581 h 1058137"/>
                <a:gd name="connsiteX233" fmla="*/ 1322930 w 1792582"/>
                <a:gd name="connsiteY233" fmla="*/ 1010891 h 1058137"/>
                <a:gd name="connsiteX234" fmla="*/ 1282685 w 1792582"/>
                <a:gd name="connsiteY234" fmla="*/ 1010891 h 1058137"/>
                <a:gd name="connsiteX235" fmla="*/ 1267808 w 1792582"/>
                <a:gd name="connsiteY235" fmla="*/ 1010891 h 1058137"/>
                <a:gd name="connsiteX236" fmla="*/ 1261002 w 1792582"/>
                <a:gd name="connsiteY236" fmla="*/ 1010891 h 1058137"/>
                <a:gd name="connsiteX237" fmla="*/ 489126 w 1792582"/>
                <a:gd name="connsiteY237" fmla="*/ 838658 h 1058137"/>
                <a:gd name="connsiteX238" fmla="*/ 510809 w 1792582"/>
                <a:gd name="connsiteY238" fmla="*/ 838658 h 1058137"/>
                <a:gd name="connsiteX239" fmla="*/ 510809 w 1792582"/>
                <a:gd name="connsiteY239" fmla="*/ 905619 h 1058137"/>
                <a:gd name="connsiteX240" fmla="*/ 546246 w 1792582"/>
                <a:gd name="connsiteY240" fmla="*/ 905619 h 1058137"/>
                <a:gd name="connsiteX241" fmla="*/ 546246 w 1792582"/>
                <a:gd name="connsiteY241" fmla="*/ 838658 h 1058137"/>
                <a:gd name="connsiteX242" fmla="*/ 567930 w 1792582"/>
                <a:gd name="connsiteY242" fmla="*/ 838658 h 1058137"/>
                <a:gd name="connsiteX243" fmla="*/ 567930 w 1792582"/>
                <a:gd name="connsiteY243" fmla="*/ 1009192 h 1058137"/>
                <a:gd name="connsiteX244" fmla="*/ 546246 w 1792582"/>
                <a:gd name="connsiteY244" fmla="*/ 1009192 h 1058137"/>
                <a:gd name="connsiteX245" fmla="*/ 546246 w 1792582"/>
                <a:gd name="connsiteY245" fmla="*/ 923859 h 1058137"/>
                <a:gd name="connsiteX246" fmla="*/ 510809 w 1792582"/>
                <a:gd name="connsiteY246" fmla="*/ 923859 h 1058137"/>
                <a:gd name="connsiteX247" fmla="*/ 510809 w 1792582"/>
                <a:gd name="connsiteY247" fmla="*/ 1009192 h 1058137"/>
                <a:gd name="connsiteX248" fmla="*/ 489126 w 1792582"/>
                <a:gd name="connsiteY248" fmla="*/ 1009192 h 1058137"/>
                <a:gd name="connsiteX249" fmla="*/ 1162901 w 1792582"/>
                <a:gd name="connsiteY249" fmla="*/ 821998 h 1058137"/>
                <a:gd name="connsiteX250" fmla="*/ 1177725 w 1792582"/>
                <a:gd name="connsiteY250" fmla="*/ 823498 h 1058137"/>
                <a:gd name="connsiteX251" fmla="*/ 1177725 w 1792582"/>
                <a:gd name="connsiteY251" fmla="*/ 843469 h 1058137"/>
                <a:gd name="connsiteX252" fmla="*/ 1159420 w 1792582"/>
                <a:gd name="connsiteY252" fmla="*/ 854141 h 1058137"/>
                <a:gd name="connsiteX253" fmla="*/ 1159420 w 1792582"/>
                <a:gd name="connsiteY253" fmla="*/ 895458 h 1058137"/>
                <a:gd name="connsiteX254" fmla="*/ 1177725 w 1792582"/>
                <a:gd name="connsiteY254" fmla="*/ 895458 h 1058137"/>
                <a:gd name="connsiteX255" fmla="*/ 1177725 w 1792582"/>
                <a:gd name="connsiteY255" fmla="*/ 912236 h 1058137"/>
                <a:gd name="connsiteX256" fmla="*/ 1159420 w 1792582"/>
                <a:gd name="connsiteY256" fmla="*/ 912236 h 1058137"/>
                <a:gd name="connsiteX257" fmla="*/ 1159420 w 1792582"/>
                <a:gd name="connsiteY257" fmla="*/ 1009192 h 1058137"/>
                <a:gd name="connsiteX258" fmla="*/ 1139449 w 1792582"/>
                <a:gd name="connsiteY258" fmla="*/ 1009192 h 1058137"/>
                <a:gd name="connsiteX259" fmla="*/ 1139449 w 1792582"/>
                <a:gd name="connsiteY259" fmla="*/ 912236 h 1058137"/>
                <a:gd name="connsiteX260" fmla="*/ 1127527 w 1792582"/>
                <a:gd name="connsiteY260" fmla="*/ 912236 h 1058137"/>
                <a:gd name="connsiteX261" fmla="*/ 1127527 w 1792582"/>
                <a:gd name="connsiteY261" fmla="*/ 895458 h 1058137"/>
                <a:gd name="connsiteX262" fmla="*/ 1139449 w 1792582"/>
                <a:gd name="connsiteY262" fmla="*/ 895458 h 1058137"/>
                <a:gd name="connsiteX263" fmla="*/ 1139449 w 1792582"/>
                <a:gd name="connsiteY263" fmla="*/ 844747 h 1058137"/>
                <a:gd name="connsiteX264" fmla="*/ 1162901 w 1792582"/>
                <a:gd name="connsiteY264" fmla="*/ 821998 h 1058137"/>
                <a:gd name="connsiteX265" fmla="*/ 0 w 1792582"/>
                <a:gd name="connsiteY265" fmla="*/ 698203 h 1058137"/>
                <a:gd name="connsiteX266" fmla="*/ 1792582 w 1792582"/>
                <a:gd name="connsiteY266" fmla="*/ 698203 h 1058137"/>
                <a:gd name="connsiteX267" fmla="*/ 1792582 w 1792582"/>
                <a:gd name="connsiteY267" fmla="*/ 703247 h 1058137"/>
                <a:gd name="connsiteX268" fmla="*/ 1792582 w 1792582"/>
                <a:gd name="connsiteY268" fmla="*/ 757745 h 1058137"/>
                <a:gd name="connsiteX269" fmla="*/ 1792582 w 1792582"/>
                <a:gd name="connsiteY269" fmla="*/ 777019 h 1058137"/>
                <a:gd name="connsiteX270" fmla="*/ 0 w 1792582"/>
                <a:gd name="connsiteY270" fmla="*/ 777019 h 1058137"/>
                <a:gd name="connsiteX271" fmla="*/ 827858 w 1792582"/>
                <a:gd name="connsiteY271" fmla="*/ 57086 h 1058137"/>
                <a:gd name="connsiteX272" fmla="*/ 771089 w 1792582"/>
                <a:gd name="connsiteY272" fmla="*/ 238408 h 1058137"/>
                <a:gd name="connsiteX273" fmla="*/ 827858 w 1792582"/>
                <a:gd name="connsiteY273" fmla="*/ 419730 h 1058137"/>
                <a:gd name="connsiteX274" fmla="*/ 884626 w 1792582"/>
                <a:gd name="connsiteY274" fmla="*/ 238408 h 1058137"/>
                <a:gd name="connsiteX275" fmla="*/ 827858 w 1792582"/>
                <a:gd name="connsiteY275" fmla="*/ 57086 h 1058137"/>
                <a:gd name="connsiteX276" fmla="*/ 119700 w 1792582"/>
                <a:gd name="connsiteY276" fmla="*/ 57086 h 1058137"/>
                <a:gd name="connsiteX277" fmla="*/ 62931 w 1792582"/>
                <a:gd name="connsiteY277" fmla="*/ 238408 h 1058137"/>
                <a:gd name="connsiteX278" fmla="*/ 119700 w 1792582"/>
                <a:gd name="connsiteY278" fmla="*/ 419730 h 1058137"/>
                <a:gd name="connsiteX279" fmla="*/ 176468 w 1792582"/>
                <a:gd name="connsiteY279" fmla="*/ 238408 h 1058137"/>
                <a:gd name="connsiteX280" fmla="*/ 119700 w 1792582"/>
                <a:gd name="connsiteY280" fmla="*/ 57086 h 1058137"/>
                <a:gd name="connsiteX281" fmla="*/ 364615 w 1792582"/>
                <a:gd name="connsiteY281" fmla="*/ 7754 h 1058137"/>
                <a:gd name="connsiteX282" fmla="*/ 425426 w 1792582"/>
                <a:gd name="connsiteY282" fmla="*/ 7754 h 1058137"/>
                <a:gd name="connsiteX283" fmla="*/ 425426 w 1792582"/>
                <a:gd name="connsiteY283" fmla="*/ 188764 h 1058137"/>
                <a:gd name="connsiteX284" fmla="*/ 519025 w 1792582"/>
                <a:gd name="connsiteY284" fmla="*/ 188764 h 1058137"/>
                <a:gd name="connsiteX285" fmla="*/ 519025 w 1792582"/>
                <a:gd name="connsiteY285" fmla="*/ 7754 h 1058137"/>
                <a:gd name="connsiteX286" fmla="*/ 579836 w 1792582"/>
                <a:gd name="connsiteY286" fmla="*/ 7754 h 1058137"/>
                <a:gd name="connsiteX287" fmla="*/ 579836 w 1792582"/>
                <a:gd name="connsiteY287" fmla="*/ 468746 h 1058137"/>
                <a:gd name="connsiteX288" fmla="*/ 519025 w 1792582"/>
                <a:gd name="connsiteY288" fmla="*/ 468746 h 1058137"/>
                <a:gd name="connsiteX289" fmla="*/ 519025 w 1792582"/>
                <a:gd name="connsiteY289" fmla="*/ 238072 h 1058137"/>
                <a:gd name="connsiteX290" fmla="*/ 425426 w 1792582"/>
                <a:gd name="connsiteY290" fmla="*/ 238072 h 1058137"/>
                <a:gd name="connsiteX291" fmla="*/ 425426 w 1792582"/>
                <a:gd name="connsiteY291" fmla="*/ 468746 h 1058137"/>
                <a:gd name="connsiteX292" fmla="*/ 364615 w 1792582"/>
                <a:gd name="connsiteY292" fmla="*/ 468746 h 1058137"/>
                <a:gd name="connsiteX293" fmla="*/ 828506 w 1792582"/>
                <a:gd name="connsiteY293" fmla="*/ 0 h 1058137"/>
                <a:gd name="connsiteX294" fmla="*/ 948855 w 1792582"/>
                <a:gd name="connsiteY294" fmla="*/ 238412 h 1058137"/>
                <a:gd name="connsiteX295" fmla="*/ 828506 w 1792582"/>
                <a:gd name="connsiteY295" fmla="*/ 476823 h 1058137"/>
                <a:gd name="connsiteX296" fmla="*/ 708157 w 1792582"/>
                <a:gd name="connsiteY296" fmla="*/ 238412 h 1058137"/>
                <a:gd name="connsiteX297" fmla="*/ 828506 w 1792582"/>
                <a:gd name="connsiteY297" fmla="*/ 0 h 1058137"/>
                <a:gd name="connsiteX298" fmla="*/ 120349 w 1792582"/>
                <a:gd name="connsiteY298" fmla="*/ 0 h 1058137"/>
                <a:gd name="connsiteX299" fmla="*/ 240698 w 1792582"/>
                <a:gd name="connsiteY299" fmla="*/ 238412 h 1058137"/>
                <a:gd name="connsiteX300" fmla="*/ 120349 w 1792582"/>
                <a:gd name="connsiteY300" fmla="*/ 476823 h 1058137"/>
                <a:gd name="connsiteX301" fmla="*/ 0 w 1792582"/>
                <a:gd name="connsiteY301" fmla="*/ 238412 h 1058137"/>
                <a:gd name="connsiteX302" fmla="*/ 120349 w 1792582"/>
                <a:gd name="connsiteY302" fmla="*/ 0 h 10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Lst>
              <a:rect l="l" t="t" r="r" b="b"/>
              <a:pathLst>
                <a:path w="1792582" h="1058137">
                  <a:moveTo>
                    <a:pt x="1653463" y="914845"/>
                  </a:moveTo>
                  <a:cubicBezTo>
                    <a:pt x="1641327" y="914773"/>
                    <a:pt x="1638885" y="932776"/>
                    <a:pt x="1638885" y="954895"/>
                  </a:cubicBezTo>
                  <a:cubicBezTo>
                    <a:pt x="1638885" y="977014"/>
                    <a:pt x="1639618" y="994906"/>
                    <a:pt x="1653463" y="994945"/>
                  </a:cubicBezTo>
                  <a:cubicBezTo>
                    <a:pt x="1666640" y="994983"/>
                    <a:pt x="1668040" y="977014"/>
                    <a:pt x="1668040" y="954895"/>
                  </a:cubicBezTo>
                  <a:cubicBezTo>
                    <a:pt x="1668040" y="932776"/>
                    <a:pt x="1667526" y="914928"/>
                    <a:pt x="1653463" y="914845"/>
                  </a:cubicBezTo>
                  <a:close/>
                  <a:moveTo>
                    <a:pt x="166428" y="914707"/>
                  </a:moveTo>
                  <a:cubicBezTo>
                    <a:pt x="152365" y="914790"/>
                    <a:pt x="151851" y="932638"/>
                    <a:pt x="151851" y="954758"/>
                  </a:cubicBezTo>
                  <a:cubicBezTo>
                    <a:pt x="151851" y="976877"/>
                    <a:pt x="153251" y="994845"/>
                    <a:pt x="166428" y="994808"/>
                  </a:cubicBezTo>
                  <a:cubicBezTo>
                    <a:pt x="180272" y="994768"/>
                    <a:pt x="181005" y="976877"/>
                    <a:pt x="181005" y="954758"/>
                  </a:cubicBezTo>
                  <a:cubicBezTo>
                    <a:pt x="181005" y="932638"/>
                    <a:pt x="178563" y="914636"/>
                    <a:pt x="166428" y="914707"/>
                  </a:cubicBezTo>
                  <a:close/>
                  <a:moveTo>
                    <a:pt x="1484566" y="912443"/>
                  </a:moveTo>
                  <a:cubicBezTo>
                    <a:pt x="1473541" y="912506"/>
                    <a:pt x="1470482" y="922751"/>
                    <a:pt x="1469642" y="937376"/>
                  </a:cubicBezTo>
                  <a:lnTo>
                    <a:pt x="1469546" y="942259"/>
                  </a:lnTo>
                  <a:lnTo>
                    <a:pt x="1499391" y="942259"/>
                  </a:lnTo>
                  <a:cubicBezTo>
                    <a:pt x="1499329" y="940624"/>
                    <a:pt x="1499268" y="938989"/>
                    <a:pt x="1499206" y="937354"/>
                  </a:cubicBezTo>
                  <a:cubicBezTo>
                    <a:pt x="1497894" y="922692"/>
                    <a:pt x="1494080" y="912388"/>
                    <a:pt x="1484566" y="912443"/>
                  </a:cubicBezTo>
                  <a:close/>
                  <a:moveTo>
                    <a:pt x="1070393" y="912443"/>
                  </a:moveTo>
                  <a:cubicBezTo>
                    <a:pt x="1055693" y="912527"/>
                    <a:pt x="1055156" y="930712"/>
                    <a:pt x="1055156" y="953247"/>
                  </a:cubicBezTo>
                  <a:cubicBezTo>
                    <a:pt x="1055156" y="975784"/>
                    <a:pt x="1056619" y="994091"/>
                    <a:pt x="1070393" y="994053"/>
                  </a:cubicBezTo>
                  <a:cubicBezTo>
                    <a:pt x="1084865" y="994013"/>
                    <a:pt x="1085631" y="975784"/>
                    <a:pt x="1085631" y="953247"/>
                  </a:cubicBezTo>
                  <a:cubicBezTo>
                    <a:pt x="1085631" y="930712"/>
                    <a:pt x="1083078" y="912369"/>
                    <a:pt x="1070393" y="912443"/>
                  </a:cubicBezTo>
                  <a:close/>
                  <a:moveTo>
                    <a:pt x="915496" y="912443"/>
                  </a:moveTo>
                  <a:cubicBezTo>
                    <a:pt x="904471" y="912506"/>
                    <a:pt x="901413" y="922751"/>
                    <a:pt x="900573" y="937376"/>
                  </a:cubicBezTo>
                  <a:lnTo>
                    <a:pt x="900476" y="942259"/>
                  </a:lnTo>
                  <a:lnTo>
                    <a:pt x="930321" y="942259"/>
                  </a:lnTo>
                  <a:cubicBezTo>
                    <a:pt x="930260" y="940624"/>
                    <a:pt x="930198" y="938989"/>
                    <a:pt x="930137" y="937354"/>
                  </a:cubicBezTo>
                  <a:cubicBezTo>
                    <a:pt x="928824" y="922692"/>
                    <a:pt x="925010" y="912388"/>
                    <a:pt x="915496" y="912443"/>
                  </a:cubicBezTo>
                  <a:close/>
                  <a:moveTo>
                    <a:pt x="637849" y="912443"/>
                  </a:moveTo>
                  <a:cubicBezTo>
                    <a:pt x="623149" y="912527"/>
                    <a:pt x="622612" y="930712"/>
                    <a:pt x="622612" y="953247"/>
                  </a:cubicBezTo>
                  <a:cubicBezTo>
                    <a:pt x="622612" y="975784"/>
                    <a:pt x="624075" y="994091"/>
                    <a:pt x="637849" y="994053"/>
                  </a:cubicBezTo>
                  <a:cubicBezTo>
                    <a:pt x="652320" y="994013"/>
                    <a:pt x="653087" y="975784"/>
                    <a:pt x="653087" y="953247"/>
                  </a:cubicBezTo>
                  <a:cubicBezTo>
                    <a:pt x="653087" y="930712"/>
                    <a:pt x="650534" y="912369"/>
                    <a:pt x="637849" y="912443"/>
                  </a:cubicBezTo>
                  <a:close/>
                  <a:moveTo>
                    <a:pt x="263432" y="912443"/>
                  </a:moveTo>
                  <a:cubicBezTo>
                    <a:pt x="252407" y="912506"/>
                    <a:pt x="249348" y="922751"/>
                    <a:pt x="248508" y="937376"/>
                  </a:cubicBezTo>
                  <a:lnTo>
                    <a:pt x="248412" y="942259"/>
                  </a:lnTo>
                  <a:lnTo>
                    <a:pt x="278257" y="942259"/>
                  </a:lnTo>
                  <a:cubicBezTo>
                    <a:pt x="278195" y="940624"/>
                    <a:pt x="278134" y="938989"/>
                    <a:pt x="278072" y="937354"/>
                  </a:cubicBezTo>
                  <a:cubicBezTo>
                    <a:pt x="276760" y="922692"/>
                    <a:pt x="272946" y="912388"/>
                    <a:pt x="263432" y="912443"/>
                  </a:cubicBezTo>
                  <a:close/>
                  <a:moveTo>
                    <a:pt x="1714910" y="896590"/>
                  </a:moveTo>
                  <a:lnTo>
                    <a:pt x="1734882" y="896590"/>
                  </a:lnTo>
                  <a:lnTo>
                    <a:pt x="1753333" y="971008"/>
                  </a:lnTo>
                  <a:lnTo>
                    <a:pt x="1772205" y="896590"/>
                  </a:lnTo>
                  <a:lnTo>
                    <a:pt x="1792177" y="896590"/>
                  </a:lnTo>
                  <a:lnTo>
                    <a:pt x="1746000" y="1058137"/>
                  </a:lnTo>
                  <a:lnTo>
                    <a:pt x="1726028" y="1058137"/>
                  </a:lnTo>
                  <a:lnTo>
                    <a:pt x="1742258" y="998644"/>
                  </a:lnTo>
                  <a:close/>
                  <a:moveTo>
                    <a:pt x="1350499" y="896590"/>
                  </a:moveTo>
                  <a:lnTo>
                    <a:pt x="1370471" y="896590"/>
                  </a:lnTo>
                  <a:lnTo>
                    <a:pt x="1370471" y="912636"/>
                  </a:lnTo>
                  <a:cubicBezTo>
                    <a:pt x="1375276" y="905653"/>
                    <a:pt x="1376083" y="897276"/>
                    <a:pt x="1392815" y="896973"/>
                  </a:cubicBezTo>
                  <a:cubicBezTo>
                    <a:pt x="1414114" y="896587"/>
                    <a:pt x="1416732" y="911563"/>
                    <a:pt x="1417110" y="931246"/>
                  </a:cubicBezTo>
                  <a:lnTo>
                    <a:pt x="1417582" y="1009192"/>
                  </a:lnTo>
                  <a:lnTo>
                    <a:pt x="1397610" y="1009192"/>
                  </a:lnTo>
                  <a:cubicBezTo>
                    <a:pt x="1397705" y="984917"/>
                    <a:pt x="1397799" y="960642"/>
                    <a:pt x="1397893" y="936367"/>
                  </a:cubicBezTo>
                  <a:cubicBezTo>
                    <a:pt x="1397830" y="923883"/>
                    <a:pt x="1394269" y="913787"/>
                    <a:pt x="1385541" y="914392"/>
                  </a:cubicBezTo>
                  <a:cubicBezTo>
                    <a:pt x="1372667" y="915283"/>
                    <a:pt x="1371415" y="924422"/>
                    <a:pt x="1370504" y="934362"/>
                  </a:cubicBezTo>
                  <a:lnTo>
                    <a:pt x="1370390" y="937613"/>
                  </a:lnTo>
                  <a:lnTo>
                    <a:pt x="1370170" y="937613"/>
                  </a:lnTo>
                  <a:lnTo>
                    <a:pt x="1370170" y="996661"/>
                  </a:lnTo>
                  <a:lnTo>
                    <a:pt x="1370471" y="996661"/>
                  </a:lnTo>
                  <a:lnTo>
                    <a:pt x="1370471" y="1009192"/>
                  </a:lnTo>
                  <a:lnTo>
                    <a:pt x="1350499" y="1009192"/>
                  </a:lnTo>
                  <a:close/>
                  <a:moveTo>
                    <a:pt x="703301" y="896590"/>
                  </a:moveTo>
                  <a:lnTo>
                    <a:pt x="723273" y="896590"/>
                  </a:lnTo>
                  <a:lnTo>
                    <a:pt x="723273" y="935890"/>
                  </a:lnTo>
                  <a:lnTo>
                    <a:pt x="723669" y="935767"/>
                  </a:lnTo>
                  <a:lnTo>
                    <a:pt x="723669" y="977978"/>
                  </a:lnTo>
                  <a:lnTo>
                    <a:pt x="723993" y="977978"/>
                  </a:lnTo>
                  <a:lnTo>
                    <a:pt x="724972" y="985894"/>
                  </a:lnTo>
                  <a:cubicBezTo>
                    <a:pt x="726442" y="991412"/>
                    <a:pt x="729555" y="994822"/>
                    <a:pt x="736125" y="994808"/>
                  </a:cubicBezTo>
                  <a:cubicBezTo>
                    <a:pt x="742696" y="994793"/>
                    <a:pt x="745808" y="991383"/>
                    <a:pt x="747278" y="985873"/>
                  </a:cubicBezTo>
                  <a:lnTo>
                    <a:pt x="748257" y="977978"/>
                  </a:lnTo>
                  <a:lnTo>
                    <a:pt x="748582" y="977978"/>
                  </a:lnTo>
                  <a:lnTo>
                    <a:pt x="748582" y="917038"/>
                  </a:lnTo>
                  <a:lnTo>
                    <a:pt x="748575" y="917038"/>
                  </a:lnTo>
                  <a:lnTo>
                    <a:pt x="748575" y="896590"/>
                  </a:lnTo>
                  <a:lnTo>
                    <a:pt x="768547" y="896590"/>
                  </a:lnTo>
                  <a:lnTo>
                    <a:pt x="768547" y="975013"/>
                  </a:lnTo>
                  <a:lnTo>
                    <a:pt x="768547" y="975015"/>
                  </a:lnTo>
                  <a:lnTo>
                    <a:pt x="768547" y="975018"/>
                  </a:lnTo>
                  <a:lnTo>
                    <a:pt x="768547" y="976933"/>
                  </a:lnTo>
                  <a:lnTo>
                    <a:pt x="768420" y="976933"/>
                  </a:lnTo>
                  <a:lnTo>
                    <a:pt x="767494" y="990893"/>
                  </a:lnTo>
                  <a:cubicBezTo>
                    <a:pt x="765060" y="1005529"/>
                    <a:pt x="757504" y="1015790"/>
                    <a:pt x="735985" y="1015821"/>
                  </a:cubicBezTo>
                  <a:cubicBezTo>
                    <a:pt x="714467" y="1015852"/>
                    <a:pt x="706910" y="1005560"/>
                    <a:pt x="704476" y="990904"/>
                  </a:cubicBezTo>
                  <a:lnTo>
                    <a:pt x="703550" y="976933"/>
                  </a:lnTo>
                  <a:lnTo>
                    <a:pt x="703301" y="976933"/>
                  </a:lnTo>
                  <a:close/>
                  <a:moveTo>
                    <a:pt x="326701" y="896590"/>
                  </a:moveTo>
                  <a:lnTo>
                    <a:pt x="346672" y="896590"/>
                  </a:lnTo>
                  <a:lnTo>
                    <a:pt x="346672" y="912636"/>
                  </a:lnTo>
                  <a:cubicBezTo>
                    <a:pt x="351478" y="905653"/>
                    <a:pt x="352284" y="897276"/>
                    <a:pt x="369017" y="896973"/>
                  </a:cubicBezTo>
                  <a:cubicBezTo>
                    <a:pt x="390316" y="896587"/>
                    <a:pt x="392934" y="911563"/>
                    <a:pt x="393311" y="931246"/>
                  </a:cubicBezTo>
                  <a:lnTo>
                    <a:pt x="393784" y="1009192"/>
                  </a:lnTo>
                  <a:lnTo>
                    <a:pt x="373812" y="1009192"/>
                  </a:lnTo>
                  <a:cubicBezTo>
                    <a:pt x="373906" y="984917"/>
                    <a:pt x="374000" y="960642"/>
                    <a:pt x="374095" y="936367"/>
                  </a:cubicBezTo>
                  <a:cubicBezTo>
                    <a:pt x="374032" y="923883"/>
                    <a:pt x="370471" y="913787"/>
                    <a:pt x="361743" y="914392"/>
                  </a:cubicBezTo>
                  <a:cubicBezTo>
                    <a:pt x="348869" y="915283"/>
                    <a:pt x="347617" y="924422"/>
                    <a:pt x="346705" y="934362"/>
                  </a:cubicBezTo>
                  <a:lnTo>
                    <a:pt x="346592" y="937613"/>
                  </a:lnTo>
                  <a:lnTo>
                    <a:pt x="346372" y="937613"/>
                  </a:lnTo>
                  <a:lnTo>
                    <a:pt x="346372" y="996661"/>
                  </a:lnTo>
                  <a:lnTo>
                    <a:pt x="346672" y="996661"/>
                  </a:lnTo>
                  <a:lnTo>
                    <a:pt x="346672" y="1009192"/>
                  </a:lnTo>
                  <a:lnTo>
                    <a:pt x="326701" y="1009192"/>
                  </a:lnTo>
                  <a:close/>
                  <a:moveTo>
                    <a:pt x="1645649" y="896386"/>
                  </a:moveTo>
                  <a:cubicBezTo>
                    <a:pt x="1655363" y="896407"/>
                    <a:pt x="1661755" y="900106"/>
                    <a:pt x="1665951" y="906430"/>
                  </a:cubicBezTo>
                  <a:lnTo>
                    <a:pt x="1667038" y="908651"/>
                  </a:lnTo>
                  <a:lnTo>
                    <a:pt x="1667038" y="896728"/>
                  </a:lnTo>
                  <a:lnTo>
                    <a:pt x="1687010" y="896728"/>
                  </a:lnTo>
                  <a:lnTo>
                    <a:pt x="1687010" y="1006787"/>
                  </a:lnTo>
                  <a:cubicBezTo>
                    <a:pt x="1687010" y="1006789"/>
                    <a:pt x="1687010" y="1006789"/>
                    <a:pt x="1687010" y="1006791"/>
                  </a:cubicBezTo>
                  <a:lnTo>
                    <a:pt x="1686300" y="1021179"/>
                  </a:lnTo>
                  <a:cubicBezTo>
                    <a:pt x="1685960" y="1043003"/>
                    <a:pt x="1675608" y="1057051"/>
                    <a:pt x="1652581" y="1057001"/>
                  </a:cubicBezTo>
                  <a:cubicBezTo>
                    <a:pt x="1632195" y="1056956"/>
                    <a:pt x="1621466" y="1042204"/>
                    <a:pt x="1618862" y="1021162"/>
                  </a:cubicBezTo>
                  <a:cubicBezTo>
                    <a:pt x="1618847" y="1020849"/>
                    <a:pt x="1618831" y="1020535"/>
                    <a:pt x="1618816" y="1020222"/>
                  </a:cubicBezTo>
                  <a:lnTo>
                    <a:pt x="1638139" y="1020222"/>
                  </a:lnTo>
                  <a:lnTo>
                    <a:pt x="1638891" y="1025506"/>
                  </a:lnTo>
                  <a:cubicBezTo>
                    <a:pt x="1640137" y="1035905"/>
                    <a:pt x="1644324" y="1039346"/>
                    <a:pt x="1651560" y="1039738"/>
                  </a:cubicBezTo>
                  <a:cubicBezTo>
                    <a:pt x="1665644" y="1040501"/>
                    <a:pt x="1666806" y="1030608"/>
                    <a:pt x="1666731" y="1012557"/>
                  </a:cubicBezTo>
                  <a:lnTo>
                    <a:pt x="1666892" y="1006787"/>
                  </a:lnTo>
                  <a:lnTo>
                    <a:pt x="1667038" y="1006787"/>
                  </a:lnTo>
                  <a:lnTo>
                    <a:pt x="1667038" y="1000603"/>
                  </a:lnTo>
                  <a:lnTo>
                    <a:pt x="1665481" y="1003725"/>
                  </a:lnTo>
                  <a:cubicBezTo>
                    <a:pt x="1661254" y="1010052"/>
                    <a:pt x="1654962" y="1013740"/>
                    <a:pt x="1645649" y="1013718"/>
                  </a:cubicBezTo>
                  <a:cubicBezTo>
                    <a:pt x="1620813" y="1013659"/>
                    <a:pt x="1617463" y="987452"/>
                    <a:pt x="1617463" y="955052"/>
                  </a:cubicBezTo>
                  <a:cubicBezTo>
                    <a:pt x="1617463" y="922652"/>
                    <a:pt x="1622033" y="896335"/>
                    <a:pt x="1645649" y="896386"/>
                  </a:cubicBezTo>
                  <a:close/>
                  <a:moveTo>
                    <a:pt x="1483922" y="896249"/>
                  </a:moveTo>
                  <a:cubicBezTo>
                    <a:pt x="1505820" y="896210"/>
                    <a:pt x="1514472" y="911004"/>
                    <a:pt x="1517429" y="932072"/>
                  </a:cubicBezTo>
                  <a:cubicBezTo>
                    <a:pt x="1518765" y="939997"/>
                    <a:pt x="1518214" y="949432"/>
                    <a:pt x="1518040" y="959244"/>
                  </a:cubicBezTo>
                  <a:lnTo>
                    <a:pt x="1469496" y="959244"/>
                  </a:lnTo>
                  <a:lnTo>
                    <a:pt x="1469772" y="969136"/>
                  </a:lnTo>
                  <a:cubicBezTo>
                    <a:pt x="1470830" y="983791"/>
                    <a:pt x="1474235" y="994082"/>
                    <a:pt x="1484566" y="994053"/>
                  </a:cubicBezTo>
                  <a:cubicBezTo>
                    <a:pt x="1491802" y="994033"/>
                    <a:pt x="1495611" y="989466"/>
                    <a:pt x="1497612" y="982086"/>
                  </a:cubicBezTo>
                  <a:lnTo>
                    <a:pt x="1498822" y="973587"/>
                  </a:lnTo>
                  <a:lnTo>
                    <a:pt x="1517846" y="973587"/>
                  </a:lnTo>
                  <a:cubicBezTo>
                    <a:pt x="1517778" y="974972"/>
                    <a:pt x="1517709" y="976357"/>
                    <a:pt x="1517641" y="977742"/>
                  </a:cubicBezTo>
                  <a:cubicBezTo>
                    <a:pt x="1515037" y="998784"/>
                    <a:pt x="1506950" y="1013536"/>
                    <a:pt x="1483922" y="1013580"/>
                  </a:cubicBezTo>
                  <a:cubicBezTo>
                    <a:pt x="1453219" y="1013640"/>
                    <a:pt x="1449076" y="987315"/>
                    <a:pt x="1449076" y="954914"/>
                  </a:cubicBezTo>
                  <a:cubicBezTo>
                    <a:pt x="1449076" y="922514"/>
                    <a:pt x="1451898" y="896304"/>
                    <a:pt x="1483922" y="896249"/>
                  </a:cubicBezTo>
                  <a:close/>
                  <a:moveTo>
                    <a:pt x="1070504" y="896249"/>
                  </a:moveTo>
                  <a:cubicBezTo>
                    <a:pt x="1099701" y="896198"/>
                    <a:pt x="1105350" y="922514"/>
                    <a:pt x="1105350" y="954914"/>
                  </a:cubicBezTo>
                  <a:cubicBezTo>
                    <a:pt x="1105350" y="987315"/>
                    <a:pt x="1101208" y="1013521"/>
                    <a:pt x="1070504" y="1013580"/>
                  </a:cubicBezTo>
                  <a:cubicBezTo>
                    <a:pt x="1039801" y="1013640"/>
                    <a:pt x="1035658" y="987315"/>
                    <a:pt x="1035658" y="954914"/>
                  </a:cubicBezTo>
                  <a:cubicBezTo>
                    <a:pt x="1035658" y="922514"/>
                    <a:pt x="1038480" y="896304"/>
                    <a:pt x="1070504" y="896249"/>
                  </a:cubicBezTo>
                  <a:close/>
                  <a:moveTo>
                    <a:pt x="914852" y="896249"/>
                  </a:moveTo>
                  <a:cubicBezTo>
                    <a:pt x="936750" y="896210"/>
                    <a:pt x="945402" y="911004"/>
                    <a:pt x="948359" y="932072"/>
                  </a:cubicBezTo>
                  <a:cubicBezTo>
                    <a:pt x="949695" y="939997"/>
                    <a:pt x="949144" y="949432"/>
                    <a:pt x="948970" y="959244"/>
                  </a:cubicBezTo>
                  <a:lnTo>
                    <a:pt x="900426" y="959244"/>
                  </a:lnTo>
                  <a:lnTo>
                    <a:pt x="900703" y="969136"/>
                  </a:lnTo>
                  <a:cubicBezTo>
                    <a:pt x="901760" y="983791"/>
                    <a:pt x="905166" y="994082"/>
                    <a:pt x="915496" y="994053"/>
                  </a:cubicBezTo>
                  <a:cubicBezTo>
                    <a:pt x="922732" y="994033"/>
                    <a:pt x="926541" y="989466"/>
                    <a:pt x="928542" y="982086"/>
                  </a:cubicBezTo>
                  <a:lnTo>
                    <a:pt x="929752" y="973587"/>
                  </a:lnTo>
                  <a:lnTo>
                    <a:pt x="948777" y="973587"/>
                  </a:lnTo>
                  <a:cubicBezTo>
                    <a:pt x="948708" y="974972"/>
                    <a:pt x="948640" y="976357"/>
                    <a:pt x="948571" y="977742"/>
                  </a:cubicBezTo>
                  <a:cubicBezTo>
                    <a:pt x="945967" y="998784"/>
                    <a:pt x="937881" y="1013536"/>
                    <a:pt x="914852" y="1013580"/>
                  </a:cubicBezTo>
                  <a:cubicBezTo>
                    <a:pt x="884149" y="1013640"/>
                    <a:pt x="880006" y="987315"/>
                    <a:pt x="880006" y="954914"/>
                  </a:cubicBezTo>
                  <a:cubicBezTo>
                    <a:pt x="880006" y="922514"/>
                    <a:pt x="882828" y="896304"/>
                    <a:pt x="914852" y="896249"/>
                  </a:cubicBezTo>
                  <a:close/>
                  <a:moveTo>
                    <a:pt x="637960" y="896249"/>
                  </a:moveTo>
                  <a:cubicBezTo>
                    <a:pt x="667156" y="896198"/>
                    <a:pt x="672806" y="922514"/>
                    <a:pt x="672806" y="954914"/>
                  </a:cubicBezTo>
                  <a:cubicBezTo>
                    <a:pt x="672806" y="987315"/>
                    <a:pt x="668664" y="1013521"/>
                    <a:pt x="637960" y="1013580"/>
                  </a:cubicBezTo>
                  <a:cubicBezTo>
                    <a:pt x="607257" y="1013640"/>
                    <a:pt x="603114" y="987315"/>
                    <a:pt x="603114" y="954914"/>
                  </a:cubicBezTo>
                  <a:cubicBezTo>
                    <a:pt x="603114" y="922514"/>
                    <a:pt x="605936" y="896304"/>
                    <a:pt x="637960" y="896249"/>
                  </a:cubicBezTo>
                  <a:close/>
                  <a:moveTo>
                    <a:pt x="262788" y="896249"/>
                  </a:moveTo>
                  <a:cubicBezTo>
                    <a:pt x="284685" y="896210"/>
                    <a:pt x="293337" y="911004"/>
                    <a:pt x="296295" y="932072"/>
                  </a:cubicBezTo>
                  <a:cubicBezTo>
                    <a:pt x="297631" y="939997"/>
                    <a:pt x="297080" y="949432"/>
                    <a:pt x="296906" y="959244"/>
                  </a:cubicBezTo>
                  <a:lnTo>
                    <a:pt x="248362" y="959244"/>
                  </a:lnTo>
                  <a:lnTo>
                    <a:pt x="248638" y="969136"/>
                  </a:lnTo>
                  <a:cubicBezTo>
                    <a:pt x="249695" y="983791"/>
                    <a:pt x="253101" y="994082"/>
                    <a:pt x="263432" y="994053"/>
                  </a:cubicBezTo>
                  <a:cubicBezTo>
                    <a:pt x="270668" y="994033"/>
                    <a:pt x="274477" y="989466"/>
                    <a:pt x="276478" y="982086"/>
                  </a:cubicBezTo>
                  <a:lnTo>
                    <a:pt x="277688" y="973587"/>
                  </a:lnTo>
                  <a:lnTo>
                    <a:pt x="296712" y="973587"/>
                  </a:lnTo>
                  <a:cubicBezTo>
                    <a:pt x="296644" y="974972"/>
                    <a:pt x="296575" y="976357"/>
                    <a:pt x="296507" y="977742"/>
                  </a:cubicBezTo>
                  <a:cubicBezTo>
                    <a:pt x="293903" y="998784"/>
                    <a:pt x="285816" y="1013536"/>
                    <a:pt x="262788" y="1013580"/>
                  </a:cubicBezTo>
                  <a:cubicBezTo>
                    <a:pt x="232085" y="1013640"/>
                    <a:pt x="227942" y="987315"/>
                    <a:pt x="227942" y="954914"/>
                  </a:cubicBezTo>
                  <a:cubicBezTo>
                    <a:pt x="227942" y="922514"/>
                    <a:pt x="230764" y="896304"/>
                    <a:pt x="262788" y="896249"/>
                  </a:cubicBezTo>
                  <a:close/>
                  <a:moveTo>
                    <a:pt x="174241" y="896248"/>
                  </a:moveTo>
                  <a:cubicBezTo>
                    <a:pt x="197857" y="896197"/>
                    <a:pt x="202427" y="922514"/>
                    <a:pt x="202427" y="954914"/>
                  </a:cubicBezTo>
                  <a:cubicBezTo>
                    <a:pt x="202427" y="987315"/>
                    <a:pt x="199077" y="1013521"/>
                    <a:pt x="174241" y="1013580"/>
                  </a:cubicBezTo>
                  <a:cubicBezTo>
                    <a:pt x="168032" y="1013595"/>
                    <a:pt x="163166" y="1011961"/>
                    <a:pt x="159360" y="1008995"/>
                  </a:cubicBezTo>
                  <a:lnTo>
                    <a:pt x="152852" y="999395"/>
                  </a:lnTo>
                  <a:lnTo>
                    <a:pt x="152852" y="1056246"/>
                  </a:lnTo>
                  <a:lnTo>
                    <a:pt x="132881" y="1056246"/>
                  </a:lnTo>
                  <a:lnTo>
                    <a:pt x="132881" y="896590"/>
                  </a:lnTo>
                  <a:lnTo>
                    <a:pt x="152852" y="896590"/>
                  </a:lnTo>
                  <a:lnTo>
                    <a:pt x="152852" y="909865"/>
                  </a:lnTo>
                  <a:lnTo>
                    <a:pt x="158909" y="900882"/>
                  </a:lnTo>
                  <a:cubicBezTo>
                    <a:pt x="162766" y="897911"/>
                    <a:pt x="167765" y="896262"/>
                    <a:pt x="174241" y="896248"/>
                  </a:cubicBezTo>
                  <a:close/>
                  <a:moveTo>
                    <a:pt x="1592774" y="892438"/>
                  </a:moveTo>
                  <a:lnTo>
                    <a:pt x="1592774" y="914707"/>
                  </a:lnTo>
                  <a:cubicBezTo>
                    <a:pt x="1583514" y="909612"/>
                    <a:pt x="1577013" y="914282"/>
                    <a:pt x="1572318" y="924898"/>
                  </a:cubicBezTo>
                  <a:lnTo>
                    <a:pt x="1570506" y="930363"/>
                  </a:lnTo>
                  <a:lnTo>
                    <a:pt x="1570506" y="1009192"/>
                  </a:lnTo>
                  <a:lnTo>
                    <a:pt x="1550534" y="1009192"/>
                  </a:lnTo>
                  <a:lnTo>
                    <a:pt x="1550534" y="896590"/>
                  </a:lnTo>
                  <a:lnTo>
                    <a:pt x="1570506" y="896590"/>
                  </a:lnTo>
                  <a:lnTo>
                    <a:pt x="1570506" y="906833"/>
                  </a:lnTo>
                  <a:lnTo>
                    <a:pt x="1571627" y="905336"/>
                  </a:lnTo>
                  <a:cubicBezTo>
                    <a:pt x="1576659" y="898171"/>
                    <a:pt x="1581532" y="891589"/>
                    <a:pt x="1592774" y="892438"/>
                  </a:cubicBezTo>
                  <a:close/>
                  <a:moveTo>
                    <a:pt x="824066" y="891683"/>
                  </a:moveTo>
                  <a:cubicBezTo>
                    <a:pt x="833896" y="891238"/>
                    <a:pt x="841608" y="894228"/>
                    <a:pt x="846335" y="897345"/>
                  </a:cubicBezTo>
                  <a:lnTo>
                    <a:pt x="846335" y="916217"/>
                  </a:lnTo>
                  <a:cubicBezTo>
                    <a:pt x="831615" y="909171"/>
                    <a:pt x="816237" y="908789"/>
                    <a:pt x="815762" y="924520"/>
                  </a:cubicBezTo>
                  <a:cubicBezTo>
                    <a:pt x="816014" y="936598"/>
                    <a:pt x="828690" y="944111"/>
                    <a:pt x="832661" y="947285"/>
                  </a:cubicBezTo>
                  <a:cubicBezTo>
                    <a:pt x="836633" y="950459"/>
                    <a:pt x="854413" y="963697"/>
                    <a:pt x="854638" y="979626"/>
                  </a:cubicBezTo>
                  <a:cubicBezTo>
                    <a:pt x="854854" y="994907"/>
                    <a:pt x="843083" y="1013464"/>
                    <a:pt x="824444" y="1013595"/>
                  </a:cubicBezTo>
                  <a:cubicBezTo>
                    <a:pt x="818138" y="1013640"/>
                    <a:pt x="808465" y="1010953"/>
                    <a:pt x="802175" y="1007934"/>
                  </a:cubicBezTo>
                  <a:lnTo>
                    <a:pt x="802175" y="987929"/>
                  </a:lnTo>
                  <a:cubicBezTo>
                    <a:pt x="808151" y="992144"/>
                    <a:pt x="816277" y="994890"/>
                    <a:pt x="822179" y="994723"/>
                  </a:cubicBezTo>
                  <a:cubicBezTo>
                    <a:pt x="831112" y="994472"/>
                    <a:pt x="837501" y="985881"/>
                    <a:pt x="836521" y="979248"/>
                  </a:cubicBezTo>
                  <a:cubicBezTo>
                    <a:pt x="835542" y="972616"/>
                    <a:pt x="823602" y="961846"/>
                    <a:pt x="816301" y="954931"/>
                  </a:cubicBezTo>
                  <a:cubicBezTo>
                    <a:pt x="809000" y="948016"/>
                    <a:pt x="797597" y="936255"/>
                    <a:pt x="796988" y="925652"/>
                  </a:cubicBezTo>
                  <a:cubicBezTo>
                    <a:pt x="795789" y="904786"/>
                    <a:pt x="811690" y="892244"/>
                    <a:pt x="824066" y="891683"/>
                  </a:cubicBezTo>
                  <a:close/>
                  <a:moveTo>
                    <a:pt x="56436" y="860524"/>
                  </a:moveTo>
                  <a:cubicBezTo>
                    <a:pt x="36465" y="860661"/>
                    <a:pt x="35735" y="890126"/>
                    <a:pt x="35735" y="926643"/>
                  </a:cubicBezTo>
                  <a:cubicBezTo>
                    <a:pt x="35735" y="963159"/>
                    <a:pt x="37723" y="992824"/>
                    <a:pt x="56436" y="992761"/>
                  </a:cubicBezTo>
                  <a:cubicBezTo>
                    <a:pt x="76095" y="992696"/>
                    <a:pt x="77136" y="963159"/>
                    <a:pt x="77136" y="926643"/>
                  </a:cubicBezTo>
                  <a:cubicBezTo>
                    <a:pt x="77136" y="890126"/>
                    <a:pt x="73668" y="860406"/>
                    <a:pt x="56436" y="860524"/>
                  </a:cubicBezTo>
                  <a:close/>
                  <a:moveTo>
                    <a:pt x="56672" y="839708"/>
                  </a:moveTo>
                  <a:cubicBezTo>
                    <a:pt x="93442" y="839632"/>
                    <a:pt x="100557" y="878630"/>
                    <a:pt x="100557" y="926644"/>
                  </a:cubicBezTo>
                  <a:cubicBezTo>
                    <a:pt x="100557" y="974658"/>
                    <a:pt x="95341" y="1013492"/>
                    <a:pt x="56672" y="1013580"/>
                  </a:cubicBezTo>
                  <a:cubicBezTo>
                    <a:pt x="18004" y="1013668"/>
                    <a:pt x="12787" y="974658"/>
                    <a:pt x="12787" y="926644"/>
                  </a:cubicBezTo>
                  <a:cubicBezTo>
                    <a:pt x="12787" y="878630"/>
                    <a:pt x="16341" y="839790"/>
                    <a:pt x="56672" y="839708"/>
                  </a:cubicBezTo>
                  <a:close/>
                  <a:moveTo>
                    <a:pt x="1261002" y="839707"/>
                  </a:moveTo>
                  <a:lnTo>
                    <a:pt x="1267808" y="839707"/>
                  </a:lnTo>
                  <a:lnTo>
                    <a:pt x="1282685" y="839707"/>
                  </a:lnTo>
                  <a:lnTo>
                    <a:pt x="1322930" y="839707"/>
                  </a:lnTo>
                  <a:lnTo>
                    <a:pt x="1322930" y="858017"/>
                  </a:lnTo>
                  <a:lnTo>
                    <a:pt x="1282685" y="858017"/>
                  </a:lnTo>
                  <a:lnTo>
                    <a:pt x="1282685" y="914391"/>
                  </a:lnTo>
                  <a:lnTo>
                    <a:pt x="1318112" y="914391"/>
                  </a:lnTo>
                  <a:lnTo>
                    <a:pt x="1318112" y="932701"/>
                  </a:lnTo>
                  <a:lnTo>
                    <a:pt x="1282685" y="932701"/>
                  </a:lnTo>
                  <a:lnTo>
                    <a:pt x="1282685" y="992581"/>
                  </a:lnTo>
                  <a:lnTo>
                    <a:pt x="1322930" y="992581"/>
                  </a:lnTo>
                  <a:lnTo>
                    <a:pt x="1322930" y="1010891"/>
                  </a:lnTo>
                  <a:lnTo>
                    <a:pt x="1282685" y="1010891"/>
                  </a:lnTo>
                  <a:lnTo>
                    <a:pt x="1267808" y="1010891"/>
                  </a:lnTo>
                  <a:lnTo>
                    <a:pt x="1261002" y="1010891"/>
                  </a:lnTo>
                  <a:close/>
                  <a:moveTo>
                    <a:pt x="489126" y="838658"/>
                  </a:moveTo>
                  <a:lnTo>
                    <a:pt x="510809" y="838658"/>
                  </a:lnTo>
                  <a:lnTo>
                    <a:pt x="510809" y="905619"/>
                  </a:lnTo>
                  <a:lnTo>
                    <a:pt x="546246" y="905619"/>
                  </a:lnTo>
                  <a:lnTo>
                    <a:pt x="546246" y="838658"/>
                  </a:lnTo>
                  <a:lnTo>
                    <a:pt x="567930" y="838658"/>
                  </a:lnTo>
                  <a:lnTo>
                    <a:pt x="567930" y="1009192"/>
                  </a:lnTo>
                  <a:lnTo>
                    <a:pt x="546246" y="1009192"/>
                  </a:lnTo>
                  <a:lnTo>
                    <a:pt x="546246" y="923859"/>
                  </a:lnTo>
                  <a:lnTo>
                    <a:pt x="510809" y="923859"/>
                  </a:lnTo>
                  <a:lnTo>
                    <a:pt x="510809" y="1009192"/>
                  </a:lnTo>
                  <a:lnTo>
                    <a:pt x="489126" y="1009192"/>
                  </a:lnTo>
                  <a:close/>
                  <a:moveTo>
                    <a:pt x="1162901" y="821998"/>
                  </a:moveTo>
                  <a:cubicBezTo>
                    <a:pt x="1167454" y="821842"/>
                    <a:pt x="1172459" y="822375"/>
                    <a:pt x="1177725" y="823498"/>
                  </a:cubicBezTo>
                  <a:lnTo>
                    <a:pt x="1177725" y="843469"/>
                  </a:lnTo>
                  <a:cubicBezTo>
                    <a:pt x="1162565" y="837968"/>
                    <a:pt x="1159105" y="844922"/>
                    <a:pt x="1159420" y="854141"/>
                  </a:cubicBezTo>
                  <a:lnTo>
                    <a:pt x="1159420" y="895458"/>
                  </a:lnTo>
                  <a:lnTo>
                    <a:pt x="1177725" y="895458"/>
                  </a:lnTo>
                  <a:lnTo>
                    <a:pt x="1177725" y="912236"/>
                  </a:lnTo>
                  <a:lnTo>
                    <a:pt x="1159420" y="912236"/>
                  </a:lnTo>
                  <a:lnTo>
                    <a:pt x="1159420" y="1009192"/>
                  </a:lnTo>
                  <a:lnTo>
                    <a:pt x="1139449" y="1009192"/>
                  </a:lnTo>
                  <a:lnTo>
                    <a:pt x="1139449" y="912236"/>
                  </a:lnTo>
                  <a:lnTo>
                    <a:pt x="1127527" y="912236"/>
                  </a:lnTo>
                  <a:lnTo>
                    <a:pt x="1127527" y="895458"/>
                  </a:lnTo>
                  <a:lnTo>
                    <a:pt x="1139449" y="895458"/>
                  </a:lnTo>
                  <a:lnTo>
                    <a:pt x="1139449" y="844747"/>
                  </a:lnTo>
                  <a:cubicBezTo>
                    <a:pt x="1139676" y="829150"/>
                    <a:pt x="1149246" y="822469"/>
                    <a:pt x="1162901" y="821998"/>
                  </a:cubicBezTo>
                  <a:close/>
                  <a:moveTo>
                    <a:pt x="0" y="698203"/>
                  </a:moveTo>
                  <a:lnTo>
                    <a:pt x="1792582" y="698203"/>
                  </a:lnTo>
                  <a:lnTo>
                    <a:pt x="1792582" y="703247"/>
                  </a:lnTo>
                  <a:lnTo>
                    <a:pt x="1792582" y="757745"/>
                  </a:lnTo>
                  <a:lnTo>
                    <a:pt x="1792582" y="777019"/>
                  </a:lnTo>
                  <a:lnTo>
                    <a:pt x="0" y="777019"/>
                  </a:lnTo>
                  <a:close/>
                  <a:moveTo>
                    <a:pt x="827858" y="57086"/>
                  </a:moveTo>
                  <a:cubicBezTo>
                    <a:pt x="773091" y="57462"/>
                    <a:pt x="771089" y="138267"/>
                    <a:pt x="771089" y="238408"/>
                  </a:cubicBezTo>
                  <a:cubicBezTo>
                    <a:pt x="771089" y="338549"/>
                    <a:pt x="776541" y="419900"/>
                    <a:pt x="827858" y="419730"/>
                  </a:cubicBezTo>
                  <a:cubicBezTo>
                    <a:pt x="881771" y="419551"/>
                    <a:pt x="884626" y="338549"/>
                    <a:pt x="884626" y="238408"/>
                  </a:cubicBezTo>
                  <a:cubicBezTo>
                    <a:pt x="884626" y="138267"/>
                    <a:pt x="875116" y="56762"/>
                    <a:pt x="827858" y="57086"/>
                  </a:cubicBezTo>
                  <a:close/>
                  <a:moveTo>
                    <a:pt x="119700" y="57086"/>
                  </a:moveTo>
                  <a:cubicBezTo>
                    <a:pt x="64933" y="57462"/>
                    <a:pt x="62931" y="138267"/>
                    <a:pt x="62931" y="238408"/>
                  </a:cubicBezTo>
                  <a:cubicBezTo>
                    <a:pt x="62931" y="338549"/>
                    <a:pt x="68383" y="419900"/>
                    <a:pt x="119700" y="419730"/>
                  </a:cubicBezTo>
                  <a:cubicBezTo>
                    <a:pt x="173614" y="419551"/>
                    <a:pt x="176468" y="338549"/>
                    <a:pt x="176468" y="238408"/>
                  </a:cubicBezTo>
                  <a:cubicBezTo>
                    <a:pt x="176468" y="138267"/>
                    <a:pt x="166959" y="56762"/>
                    <a:pt x="119700" y="57086"/>
                  </a:cubicBezTo>
                  <a:close/>
                  <a:moveTo>
                    <a:pt x="364615" y="7754"/>
                  </a:moveTo>
                  <a:lnTo>
                    <a:pt x="425426" y="7754"/>
                  </a:lnTo>
                  <a:lnTo>
                    <a:pt x="425426" y="188764"/>
                  </a:lnTo>
                  <a:lnTo>
                    <a:pt x="519025" y="188764"/>
                  </a:lnTo>
                  <a:lnTo>
                    <a:pt x="519025" y="7754"/>
                  </a:lnTo>
                  <a:lnTo>
                    <a:pt x="579836" y="7754"/>
                  </a:lnTo>
                  <a:lnTo>
                    <a:pt x="579836" y="468746"/>
                  </a:lnTo>
                  <a:lnTo>
                    <a:pt x="519025" y="468746"/>
                  </a:lnTo>
                  <a:lnTo>
                    <a:pt x="519025" y="238072"/>
                  </a:lnTo>
                  <a:lnTo>
                    <a:pt x="425426" y="238072"/>
                  </a:lnTo>
                  <a:lnTo>
                    <a:pt x="425426" y="468746"/>
                  </a:lnTo>
                  <a:lnTo>
                    <a:pt x="364615" y="468746"/>
                  </a:lnTo>
                  <a:close/>
                  <a:moveTo>
                    <a:pt x="828506" y="0"/>
                  </a:moveTo>
                  <a:cubicBezTo>
                    <a:pt x="929343" y="-206"/>
                    <a:pt x="948855" y="106741"/>
                    <a:pt x="948855" y="238412"/>
                  </a:cubicBezTo>
                  <a:cubicBezTo>
                    <a:pt x="948855" y="370082"/>
                    <a:pt x="934550" y="476581"/>
                    <a:pt x="828506" y="476823"/>
                  </a:cubicBezTo>
                  <a:cubicBezTo>
                    <a:pt x="722465" y="477064"/>
                    <a:pt x="708157" y="370082"/>
                    <a:pt x="708157" y="238412"/>
                  </a:cubicBezTo>
                  <a:cubicBezTo>
                    <a:pt x="708157" y="106741"/>
                    <a:pt x="717903" y="227"/>
                    <a:pt x="828506" y="0"/>
                  </a:cubicBezTo>
                  <a:close/>
                  <a:moveTo>
                    <a:pt x="120349" y="0"/>
                  </a:moveTo>
                  <a:cubicBezTo>
                    <a:pt x="221186" y="-206"/>
                    <a:pt x="240698" y="106741"/>
                    <a:pt x="240698" y="238412"/>
                  </a:cubicBezTo>
                  <a:cubicBezTo>
                    <a:pt x="240698" y="370082"/>
                    <a:pt x="226393" y="476581"/>
                    <a:pt x="120349" y="476823"/>
                  </a:cubicBezTo>
                  <a:cubicBezTo>
                    <a:pt x="14308" y="477064"/>
                    <a:pt x="0" y="370082"/>
                    <a:pt x="0" y="238412"/>
                  </a:cubicBezTo>
                  <a:cubicBezTo>
                    <a:pt x="0" y="106741"/>
                    <a:pt x="9745" y="227"/>
                    <a:pt x="120349" y="0"/>
                  </a:cubicBezTo>
                  <a:close/>
                </a:path>
              </a:pathLst>
            </a:custGeom>
            <a:grp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endParaRPr>
            </a:p>
          </p:txBody>
        </p:sp>
      </p:grpSp>
      <p:grpSp>
        <p:nvGrpSpPr>
          <p:cNvPr id="71" name="Group 70">
            <a:extLst>
              <a:ext uri="{FF2B5EF4-FFF2-40B4-BE49-F238E27FC236}">
                <a16:creationId xmlns:a16="http://schemas.microsoft.com/office/drawing/2014/main" id="{7EBAA322-1E82-4377-B59D-E1A758786F71}"/>
              </a:ext>
            </a:extLst>
          </p:cNvPr>
          <p:cNvGrpSpPr>
            <a:grpSpLocks noChangeAspect="1"/>
          </p:cNvGrpSpPr>
          <p:nvPr/>
        </p:nvGrpSpPr>
        <p:grpSpPr>
          <a:xfrm>
            <a:off x="6068670" y="3049307"/>
            <a:ext cx="638867" cy="426055"/>
            <a:chOff x="2947569" y="1486378"/>
            <a:chExt cx="1795881" cy="1197656"/>
          </a:xfrm>
          <a:solidFill>
            <a:schemeClr val="bg2"/>
          </a:solidFill>
        </p:grpSpPr>
        <p:sp>
          <p:nvSpPr>
            <p:cNvPr id="72" name="Freeform: Shape 71">
              <a:extLst>
                <a:ext uri="{FF2B5EF4-FFF2-40B4-BE49-F238E27FC236}">
                  <a16:creationId xmlns:a16="http://schemas.microsoft.com/office/drawing/2014/main" id="{50B8276E-6F35-4E9F-8D22-E208B34D7207}"/>
                </a:ext>
              </a:extLst>
            </p:cNvPr>
            <p:cNvSpPr/>
            <p:nvPr/>
          </p:nvSpPr>
          <p:spPr>
            <a:xfrm>
              <a:off x="3976213" y="1486378"/>
              <a:ext cx="767237" cy="767236"/>
            </a:xfrm>
            <a:custGeom>
              <a:avLst/>
              <a:gdLst>
                <a:gd name="connsiteX0" fmla="*/ 153291 w 2650554"/>
                <a:gd name="connsiteY0" fmla="*/ 707403 h 2650554"/>
                <a:gd name="connsiteX1" fmla="*/ 153291 w 2650554"/>
                <a:gd name="connsiteY1" fmla="*/ 1943152 h 2650554"/>
                <a:gd name="connsiteX2" fmla="*/ 104147 w 2650554"/>
                <a:gd name="connsiteY2" fmla="*/ 1841135 h 2650554"/>
                <a:gd name="connsiteX3" fmla="*/ 0 w 2650554"/>
                <a:gd name="connsiteY3" fmla="*/ 1325277 h 2650554"/>
                <a:gd name="connsiteX4" fmla="*/ 104147 w 2650554"/>
                <a:gd name="connsiteY4" fmla="*/ 809420 h 2650554"/>
                <a:gd name="connsiteX5" fmla="*/ 1325277 w 2650554"/>
                <a:gd name="connsiteY5" fmla="*/ 0 h 2650554"/>
                <a:gd name="connsiteX6" fmla="*/ 2650554 w 2650554"/>
                <a:gd name="connsiteY6" fmla="*/ 1325277 h 2650554"/>
                <a:gd name="connsiteX7" fmla="*/ 1325277 w 2650554"/>
                <a:gd name="connsiteY7" fmla="*/ 2650554 h 2650554"/>
                <a:gd name="connsiteX8" fmla="*/ 302629 w 2650554"/>
                <a:gd name="connsiteY8" fmla="*/ 2168276 h 2650554"/>
                <a:gd name="connsiteX9" fmla="*/ 252590 w 2650554"/>
                <a:gd name="connsiteY9" fmla="*/ 2101360 h 2650554"/>
                <a:gd name="connsiteX10" fmla="*/ 363376 w 2650554"/>
                <a:gd name="connsiteY10" fmla="*/ 2101360 h 2650554"/>
                <a:gd name="connsiteX11" fmla="*/ 729428 w 2650554"/>
                <a:gd name="connsiteY11" fmla="*/ 2101360 h 2650554"/>
                <a:gd name="connsiteX12" fmla="*/ 729428 w 2650554"/>
                <a:gd name="connsiteY12" fmla="*/ 1931019 h 2650554"/>
                <a:gd name="connsiteX13" fmla="*/ 363376 w 2650554"/>
                <a:gd name="connsiteY13" fmla="*/ 1931019 h 2650554"/>
                <a:gd name="connsiteX14" fmla="*/ 363376 w 2650554"/>
                <a:gd name="connsiteY14" fmla="*/ 1373934 h 2650554"/>
                <a:gd name="connsiteX15" fmla="*/ 684601 w 2650554"/>
                <a:gd name="connsiteY15" fmla="*/ 1373934 h 2650554"/>
                <a:gd name="connsiteX16" fmla="*/ 684601 w 2650554"/>
                <a:gd name="connsiteY16" fmla="*/ 1203593 h 2650554"/>
                <a:gd name="connsiteX17" fmla="*/ 363376 w 2650554"/>
                <a:gd name="connsiteY17" fmla="*/ 1203593 h 2650554"/>
                <a:gd name="connsiteX18" fmla="*/ 363376 w 2650554"/>
                <a:gd name="connsiteY18" fmla="*/ 679122 h 2650554"/>
                <a:gd name="connsiteX19" fmla="*/ 729428 w 2650554"/>
                <a:gd name="connsiteY19" fmla="*/ 679122 h 2650554"/>
                <a:gd name="connsiteX20" fmla="*/ 729428 w 2650554"/>
                <a:gd name="connsiteY20" fmla="*/ 508781 h 2650554"/>
                <a:gd name="connsiteX21" fmla="*/ 363376 w 2650554"/>
                <a:gd name="connsiteY21" fmla="*/ 508781 h 2650554"/>
                <a:gd name="connsiteX22" fmla="*/ 282811 w 2650554"/>
                <a:gd name="connsiteY22" fmla="*/ 508781 h 2650554"/>
                <a:gd name="connsiteX23" fmla="*/ 302629 w 2650554"/>
                <a:gd name="connsiteY23" fmla="*/ 482278 h 2650554"/>
                <a:gd name="connsiteX24" fmla="*/ 1325277 w 2650554"/>
                <a:gd name="connsiteY24" fmla="*/ 0 h 2650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650554" h="2650554">
                  <a:moveTo>
                    <a:pt x="153291" y="707403"/>
                  </a:moveTo>
                  <a:lnTo>
                    <a:pt x="153291" y="1943152"/>
                  </a:lnTo>
                  <a:lnTo>
                    <a:pt x="104147" y="1841135"/>
                  </a:lnTo>
                  <a:cubicBezTo>
                    <a:pt x="37084" y="1682581"/>
                    <a:pt x="0" y="1508260"/>
                    <a:pt x="0" y="1325277"/>
                  </a:cubicBezTo>
                  <a:cubicBezTo>
                    <a:pt x="0" y="1142295"/>
                    <a:pt x="37084" y="967973"/>
                    <a:pt x="104147" y="809420"/>
                  </a:cubicBezTo>
                  <a:close/>
                  <a:moveTo>
                    <a:pt x="1325277" y="0"/>
                  </a:moveTo>
                  <a:cubicBezTo>
                    <a:pt x="2057207" y="0"/>
                    <a:pt x="2650554" y="593347"/>
                    <a:pt x="2650554" y="1325277"/>
                  </a:cubicBezTo>
                  <a:cubicBezTo>
                    <a:pt x="2650554" y="2057207"/>
                    <a:pt x="2057207" y="2650554"/>
                    <a:pt x="1325277" y="2650554"/>
                  </a:cubicBezTo>
                  <a:cubicBezTo>
                    <a:pt x="913567" y="2650554"/>
                    <a:pt x="545705" y="2462815"/>
                    <a:pt x="302629" y="2168276"/>
                  </a:cubicBezTo>
                  <a:lnTo>
                    <a:pt x="252590" y="2101360"/>
                  </a:lnTo>
                  <a:lnTo>
                    <a:pt x="363376" y="2101360"/>
                  </a:lnTo>
                  <a:lnTo>
                    <a:pt x="729428" y="2101360"/>
                  </a:lnTo>
                  <a:lnTo>
                    <a:pt x="729428" y="1931019"/>
                  </a:lnTo>
                  <a:lnTo>
                    <a:pt x="363376" y="1931019"/>
                  </a:lnTo>
                  <a:lnTo>
                    <a:pt x="363376" y="1373934"/>
                  </a:lnTo>
                  <a:lnTo>
                    <a:pt x="684601" y="1373934"/>
                  </a:lnTo>
                  <a:lnTo>
                    <a:pt x="684601" y="1203593"/>
                  </a:lnTo>
                  <a:lnTo>
                    <a:pt x="363376" y="1203593"/>
                  </a:lnTo>
                  <a:lnTo>
                    <a:pt x="363376" y="679122"/>
                  </a:lnTo>
                  <a:lnTo>
                    <a:pt x="729428" y="679122"/>
                  </a:lnTo>
                  <a:lnTo>
                    <a:pt x="729428" y="508781"/>
                  </a:lnTo>
                  <a:lnTo>
                    <a:pt x="363376" y="508781"/>
                  </a:lnTo>
                  <a:lnTo>
                    <a:pt x="282811" y="508781"/>
                  </a:lnTo>
                  <a:lnTo>
                    <a:pt x="302629" y="482278"/>
                  </a:lnTo>
                  <a:cubicBezTo>
                    <a:pt x="545705" y="187739"/>
                    <a:pt x="913567" y="0"/>
                    <a:pt x="1325277" y="0"/>
                  </a:cubicBezTo>
                  <a:close/>
                </a:path>
              </a:pathLst>
            </a:custGeom>
            <a:solidFill>
              <a:schemeClr val="accent4">
                <a:lumMod val="75000"/>
              </a:schemeClr>
            </a:solid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73" name="Freeform: Shape 72">
              <a:extLst>
                <a:ext uri="{FF2B5EF4-FFF2-40B4-BE49-F238E27FC236}">
                  <a16:creationId xmlns:a16="http://schemas.microsoft.com/office/drawing/2014/main" id="{D970FB4C-6D71-4FD8-BF78-251FBAEE1187}"/>
                </a:ext>
              </a:extLst>
            </p:cNvPr>
            <p:cNvSpPr/>
            <p:nvPr/>
          </p:nvSpPr>
          <p:spPr>
            <a:xfrm>
              <a:off x="2947569" y="1625898"/>
              <a:ext cx="1792581" cy="1058136"/>
            </a:xfrm>
            <a:custGeom>
              <a:avLst/>
              <a:gdLst>
                <a:gd name="connsiteX0" fmla="*/ 1653463 w 1792582"/>
                <a:gd name="connsiteY0" fmla="*/ 914845 h 1058137"/>
                <a:gd name="connsiteX1" fmla="*/ 1638885 w 1792582"/>
                <a:gd name="connsiteY1" fmla="*/ 954895 h 1058137"/>
                <a:gd name="connsiteX2" fmla="*/ 1653463 w 1792582"/>
                <a:gd name="connsiteY2" fmla="*/ 994945 h 1058137"/>
                <a:gd name="connsiteX3" fmla="*/ 1668040 w 1792582"/>
                <a:gd name="connsiteY3" fmla="*/ 954895 h 1058137"/>
                <a:gd name="connsiteX4" fmla="*/ 1653463 w 1792582"/>
                <a:gd name="connsiteY4" fmla="*/ 914845 h 1058137"/>
                <a:gd name="connsiteX5" fmla="*/ 166428 w 1792582"/>
                <a:gd name="connsiteY5" fmla="*/ 914707 h 1058137"/>
                <a:gd name="connsiteX6" fmla="*/ 151851 w 1792582"/>
                <a:gd name="connsiteY6" fmla="*/ 954758 h 1058137"/>
                <a:gd name="connsiteX7" fmla="*/ 166428 w 1792582"/>
                <a:gd name="connsiteY7" fmla="*/ 994808 h 1058137"/>
                <a:gd name="connsiteX8" fmla="*/ 181005 w 1792582"/>
                <a:gd name="connsiteY8" fmla="*/ 954758 h 1058137"/>
                <a:gd name="connsiteX9" fmla="*/ 166428 w 1792582"/>
                <a:gd name="connsiteY9" fmla="*/ 914707 h 1058137"/>
                <a:gd name="connsiteX10" fmla="*/ 1484566 w 1792582"/>
                <a:gd name="connsiteY10" fmla="*/ 912443 h 1058137"/>
                <a:gd name="connsiteX11" fmla="*/ 1469642 w 1792582"/>
                <a:gd name="connsiteY11" fmla="*/ 937376 h 1058137"/>
                <a:gd name="connsiteX12" fmla="*/ 1469546 w 1792582"/>
                <a:gd name="connsiteY12" fmla="*/ 942259 h 1058137"/>
                <a:gd name="connsiteX13" fmla="*/ 1499391 w 1792582"/>
                <a:gd name="connsiteY13" fmla="*/ 942259 h 1058137"/>
                <a:gd name="connsiteX14" fmla="*/ 1499206 w 1792582"/>
                <a:gd name="connsiteY14" fmla="*/ 937354 h 1058137"/>
                <a:gd name="connsiteX15" fmla="*/ 1484566 w 1792582"/>
                <a:gd name="connsiteY15" fmla="*/ 912443 h 1058137"/>
                <a:gd name="connsiteX16" fmla="*/ 1070393 w 1792582"/>
                <a:gd name="connsiteY16" fmla="*/ 912443 h 1058137"/>
                <a:gd name="connsiteX17" fmla="*/ 1055156 w 1792582"/>
                <a:gd name="connsiteY17" fmla="*/ 953247 h 1058137"/>
                <a:gd name="connsiteX18" fmla="*/ 1070393 w 1792582"/>
                <a:gd name="connsiteY18" fmla="*/ 994053 h 1058137"/>
                <a:gd name="connsiteX19" fmla="*/ 1085631 w 1792582"/>
                <a:gd name="connsiteY19" fmla="*/ 953247 h 1058137"/>
                <a:gd name="connsiteX20" fmla="*/ 1070393 w 1792582"/>
                <a:gd name="connsiteY20" fmla="*/ 912443 h 1058137"/>
                <a:gd name="connsiteX21" fmla="*/ 915496 w 1792582"/>
                <a:gd name="connsiteY21" fmla="*/ 912443 h 1058137"/>
                <a:gd name="connsiteX22" fmla="*/ 900573 w 1792582"/>
                <a:gd name="connsiteY22" fmla="*/ 937376 h 1058137"/>
                <a:gd name="connsiteX23" fmla="*/ 900476 w 1792582"/>
                <a:gd name="connsiteY23" fmla="*/ 942259 h 1058137"/>
                <a:gd name="connsiteX24" fmla="*/ 930321 w 1792582"/>
                <a:gd name="connsiteY24" fmla="*/ 942259 h 1058137"/>
                <a:gd name="connsiteX25" fmla="*/ 930137 w 1792582"/>
                <a:gd name="connsiteY25" fmla="*/ 937354 h 1058137"/>
                <a:gd name="connsiteX26" fmla="*/ 915496 w 1792582"/>
                <a:gd name="connsiteY26" fmla="*/ 912443 h 1058137"/>
                <a:gd name="connsiteX27" fmla="*/ 637849 w 1792582"/>
                <a:gd name="connsiteY27" fmla="*/ 912443 h 1058137"/>
                <a:gd name="connsiteX28" fmla="*/ 622612 w 1792582"/>
                <a:gd name="connsiteY28" fmla="*/ 953247 h 1058137"/>
                <a:gd name="connsiteX29" fmla="*/ 637849 w 1792582"/>
                <a:gd name="connsiteY29" fmla="*/ 994053 h 1058137"/>
                <a:gd name="connsiteX30" fmla="*/ 653087 w 1792582"/>
                <a:gd name="connsiteY30" fmla="*/ 953247 h 1058137"/>
                <a:gd name="connsiteX31" fmla="*/ 637849 w 1792582"/>
                <a:gd name="connsiteY31" fmla="*/ 912443 h 1058137"/>
                <a:gd name="connsiteX32" fmla="*/ 263432 w 1792582"/>
                <a:gd name="connsiteY32" fmla="*/ 912443 h 1058137"/>
                <a:gd name="connsiteX33" fmla="*/ 248508 w 1792582"/>
                <a:gd name="connsiteY33" fmla="*/ 937376 h 1058137"/>
                <a:gd name="connsiteX34" fmla="*/ 248412 w 1792582"/>
                <a:gd name="connsiteY34" fmla="*/ 942259 h 1058137"/>
                <a:gd name="connsiteX35" fmla="*/ 278257 w 1792582"/>
                <a:gd name="connsiteY35" fmla="*/ 942259 h 1058137"/>
                <a:gd name="connsiteX36" fmla="*/ 278072 w 1792582"/>
                <a:gd name="connsiteY36" fmla="*/ 937354 h 1058137"/>
                <a:gd name="connsiteX37" fmla="*/ 263432 w 1792582"/>
                <a:gd name="connsiteY37" fmla="*/ 912443 h 1058137"/>
                <a:gd name="connsiteX38" fmla="*/ 1714910 w 1792582"/>
                <a:gd name="connsiteY38" fmla="*/ 896590 h 1058137"/>
                <a:gd name="connsiteX39" fmla="*/ 1734882 w 1792582"/>
                <a:gd name="connsiteY39" fmla="*/ 896590 h 1058137"/>
                <a:gd name="connsiteX40" fmla="*/ 1753333 w 1792582"/>
                <a:gd name="connsiteY40" fmla="*/ 971008 h 1058137"/>
                <a:gd name="connsiteX41" fmla="*/ 1772205 w 1792582"/>
                <a:gd name="connsiteY41" fmla="*/ 896590 h 1058137"/>
                <a:gd name="connsiteX42" fmla="*/ 1792177 w 1792582"/>
                <a:gd name="connsiteY42" fmla="*/ 896590 h 1058137"/>
                <a:gd name="connsiteX43" fmla="*/ 1746000 w 1792582"/>
                <a:gd name="connsiteY43" fmla="*/ 1058137 h 1058137"/>
                <a:gd name="connsiteX44" fmla="*/ 1726028 w 1792582"/>
                <a:gd name="connsiteY44" fmla="*/ 1058137 h 1058137"/>
                <a:gd name="connsiteX45" fmla="*/ 1742258 w 1792582"/>
                <a:gd name="connsiteY45" fmla="*/ 998644 h 1058137"/>
                <a:gd name="connsiteX46" fmla="*/ 1350499 w 1792582"/>
                <a:gd name="connsiteY46" fmla="*/ 896590 h 1058137"/>
                <a:gd name="connsiteX47" fmla="*/ 1370471 w 1792582"/>
                <a:gd name="connsiteY47" fmla="*/ 896590 h 1058137"/>
                <a:gd name="connsiteX48" fmla="*/ 1370471 w 1792582"/>
                <a:gd name="connsiteY48" fmla="*/ 912636 h 1058137"/>
                <a:gd name="connsiteX49" fmla="*/ 1392815 w 1792582"/>
                <a:gd name="connsiteY49" fmla="*/ 896973 h 1058137"/>
                <a:gd name="connsiteX50" fmla="*/ 1417110 w 1792582"/>
                <a:gd name="connsiteY50" fmla="*/ 931246 h 1058137"/>
                <a:gd name="connsiteX51" fmla="*/ 1417582 w 1792582"/>
                <a:gd name="connsiteY51" fmla="*/ 1009192 h 1058137"/>
                <a:gd name="connsiteX52" fmla="*/ 1397610 w 1792582"/>
                <a:gd name="connsiteY52" fmla="*/ 1009192 h 1058137"/>
                <a:gd name="connsiteX53" fmla="*/ 1397893 w 1792582"/>
                <a:gd name="connsiteY53" fmla="*/ 936367 h 1058137"/>
                <a:gd name="connsiteX54" fmla="*/ 1385541 w 1792582"/>
                <a:gd name="connsiteY54" fmla="*/ 914392 h 1058137"/>
                <a:gd name="connsiteX55" fmla="*/ 1370504 w 1792582"/>
                <a:gd name="connsiteY55" fmla="*/ 934362 h 1058137"/>
                <a:gd name="connsiteX56" fmla="*/ 1370390 w 1792582"/>
                <a:gd name="connsiteY56" fmla="*/ 937613 h 1058137"/>
                <a:gd name="connsiteX57" fmla="*/ 1370170 w 1792582"/>
                <a:gd name="connsiteY57" fmla="*/ 937613 h 1058137"/>
                <a:gd name="connsiteX58" fmla="*/ 1370170 w 1792582"/>
                <a:gd name="connsiteY58" fmla="*/ 996661 h 1058137"/>
                <a:gd name="connsiteX59" fmla="*/ 1370471 w 1792582"/>
                <a:gd name="connsiteY59" fmla="*/ 996661 h 1058137"/>
                <a:gd name="connsiteX60" fmla="*/ 1370471 w 1792582"/>
                <a:gd name="connsiteY60" fmla="*/ 1009192 h 1058137"/>
                <a:gd name="connsiteX61" fmla="*/ 1350499 w 1792582"/>
                <a:gd name="connsiteY61" fmla="*/ 1009192 h 1058137"/>
                <a:gd name="connsiteX62" fmla="*/ 703301 w 1792582"/>
                <a:gd name="connsiteY62" fmla="*/ 896590 h 1058137"/>
                <a:gd name="connsiteX63" fmla="*/ 723273 w 1792582"/>
                <a:gd name="connsiteY63" fmla="*/ 896590 h 1058137"/>
                <a:gd name="connsiteX64" fmla="*/ 723273 w 1792582"/>
                <a:gd name="connsiteY64" fmla="*/ 935890 h 1058137"/>
                <a:gd name="connsiteX65" fmla="*/ 723669 w 1792582"/>
                <a:gd name="connsiteY65" fmla="*/ 935767 h 1058137"/>
                <a:gd name="connsiteX66" fmla="*/ 723669 w 1792582"/>
                <a:gd name="connsiteY66" fmla="*/ 977978 h 1058137"/>
                <a:gd name="connsiteX67" fmla="*/ 723993 w 1792582"/>
                <a:gd name="connsiteY67" fmla="*/ 977978 h 1058137"/>
                <a:gd name="connsiteX68" fmla="*/ 724972 w 1792582"/>
                <a:gd name="connsiteY68" fmla="*/ 985894 h 1058137"/>
                <a:gd name="connsiteX69" fmla="*/ 736125 w 1792582"/>
                <a:gd name="connsiteY69" fmla="*/ 994808 h 1058137"/>
                <a:gd name="connsiteX70" fmla="*/ 747278 w 1792582"/>
                <a:gd name="connsiteY70" fmla="*/ 985873 h 1058137"/>
                <a:gd name="connsiteX71" fmla="*/ 748257 w 1792582"/>
                <a:gd name="connsiteY71" fmla="*/ 977978 h 1058137"/>
                <a:gd name="connsiteX72" fmla="*/ 748582 w 1792582"/>
                <a:gd name="connsiteY72" fmla="*/ 977978 h 1058137"/>
                <a:gd name="connsiteX73" fmla="*/ 748582 w 1792582"/>
                <a:gd name="connsiteY73" fmla="*/ 917038 h 1058137"/>
                <a:gd name="connsiteX74" fmla="*/ 748575 w 1792582"/>
                <a:gd name="connsiteY74" fmla="*/ 917038 h 1058137"/>
                <a:gd name="connsiteX75" fmla="*/ 748575 w 1792582"/>
                <a:gd name="connsiteY75" fmla="*/ 896590 h 1058137"/>
                <a:gd name="connsiteX76" fmla="*/ 768547 w 1792582"/>
                <a:gd name="connsiteY76" fmla="*/ 896590 h 1058137"/>
                <a:gd name="connsiteX77" fmla="*/ 768547 w 1792582"/>
                <a:gd name="connsiteY77" fmla="*/ 975013 h 1058137"/>
                <a:gd name="connsiteX78" fmla="*/ 768547 w 1792582"/>
                <a:gd name="connsiteY78" fmla="*/ 975015 h 1058137"/>
                <a:gd name="connsiteX79" fmla="*/ 768547 w 1792582"/>
                <a:gd name="connsiteY79" fmla="*/ 975018 h 1058137"/>
                <a:gd name="connsiteX80" fmla="*/ 768547 w 1792582"/>
                <a:gd name="connsiteY80" fmla="*/ 976933 h 1058137"/>
                <a:gd name="connsiteX81" fmla="*/ 768420 w 1792582"/>
                <a:gd name="connsiteY81" fmla="*/ 976933 h 1058137"/>
                <a:gd name="connsiteX82" fmla="*/ 767494 w 1792582"/>
                <a:gd name="connsiteY82" fmla="*/ 990893 h 1058137"/>
                <a:gd name="connsiteX83" fmla="*/ 735985 w 1792582"/>
                <a:gd name="connsiteY83" fmla="*/ 1015821 h 1058137"/>
                <a:gd name="connsiteX84" fmla="*/ 704476 w 1792582"/>
                <a:gd name="connsiteY84" fmla="*/ 990904 h 1058137"/>
                <a:gd name="connsiteX85" fmla="*/ 703550 w 1792582"/>
                <a:gd name="connsiteY85" fmla="*/ 976933 h 1058137"/>
                <a:gd name="connsiteX86" fmla="*/ 703301 w 1792582"/>
                <a:gd name="connsiteY86" fmla="*/ 976933 h 1058137"/>
                <a:gd name="connsiteX87" fmla="*/ 326701 w 1792582"/>
                <a:gd name="connsiteY87" fmla="*/ 896590 h 1058137"/>
                <a:gd name="connsiteX88" fmla="*/ 346672 w 1792582"/>
                <a:gd name="connsiteY88" fmla="*/ 896590 h 1058137"/>
                <a:gd name="connsiteX89" fmla="*/ 346672 w 1792582"/>
                <a:gd name="connsiteY89" fmla="*/ 912636 h 1058137"/>
                <a:gd name="connsiteX90" fmla="*/ 369017 w 1792582"/>
                <a:gd name="connsiteY90" fmla="*/ 896973 h 1058137"/>
                <a:gd name="connsiteX91" fmla="*/ 393311 w 1792582"/>
                <a:gd name="connsiteY91" fmla="*/ 931246 h 1058137"/>
                <a:gd name="connsiteX92" fmla="*/ 393784 w 1792582"/>
                <a:gd name="connsiteY92" fmla="*/ 1009192 h 1058137"/>
                <a:gd name="connsiteX93" fmla="*/ 373812 w 1792582"/>
                <a:gd name="connsiteY93" fmla="*/ 1009192 h 1058137"/>
                <a:gd name="connsiteX94" fmla="*/ 374095 w 1792582"/>
                <a:gd name="connsiteY94" fmla="*/ 936367 h 1058137"/>
                <a:gd name="connsiteX95" fmla="*/ 361743 w 1792582"/>
                <a:gd name="connsiteY95" fmla="*/ 914392 h 1058137"/>
                <a:gd name="connsiteX96" fmla="*/ 346705 w 1792582"/>
                <a:gd name="connsiteY96" fmla="*/ 934362 h 1058137"/>
                <a:gd name="connsiteX97" fmla="*/ 346592 w 1792582"/>
                <a:gd name="connsiteY97" fmla="*/ 937613 h 1058137"/>
                <a:gd name="connsiteX98" fmla="*/ 346372 w 1792582"/>
                <a:gd name="connsiteY98" fmla="*/ 937613 h 1058137"/>
                <a:gd name="connsiteX99" fmla="*/ 346372 w 1792582"/>
                <a:gd name="connsiteY99" fmla="*/ 996661 h 1058137"/>
                <a:gd name="connsiteX100" fmla="*/ 346672 w 1792582"/>
                <a:gd name="connsiteY100" fmla="*/ 996661 h 1058137"/>
                <a:gd name="connsiteX101" fmla="*/ 346672 w 1792582"/>
                <a:gd name="connsiteY101" fmla="*/ 1009192 h 1058137"/>
                <a:gd name="connsiteX102" fmla="*/ 326701 w 1792582"/>
                <a:gd name="connsiteY102" fmla="*/ 1009192 h 1058137"/>
                <a:gd name="connsiteX103" fmla="*/ 1645649 w 1792582"/>
                <a:gd name="connsiteY103" fmla="*/ 896386 h 1058137"/>
                <a:gd name="connsiteX104" fmla="*/ 1665951 w 1792582"/>
                <a:gd name="connsiteY104" fmla="*/ 906430 h 1058137"/>
                <a:gd name="connsiteX105" fmla="*/ 1667038 w 1792582"/>
                <a:gd name="connsiteY105" fmla="*/ 908651 h 1058137"/>
                <a:gd name="connsiteX106" fmla="*/ 1667038 w 1792582"/>
                <a:gd name="connsiteY106" fmla="*/ 896728 h 1058137"/>
                <a:gd name="connsiteX107" fmla="*/ 1687010 w 1792582"/>
                <a:gd name="connsiteY107" fmla="*/ 896728 h 1058137"/>
                <a:gd name="connsiteX108" fmla="*/ 1687010 w 1792582"/>
                <a:gd name="connsiteY108" fmla="*/ 1006787 h 1058137"/>
                <a:gd name="connsiteX109" fmla="*/ 1687010 w 1792582"/>
                <a:gd name="connsiteY109" fmla="*/ 1006791 h 1058137"/>
                <a:gd name="connsiteX110" fmla="*/ 1686300 w 1792582"/>
                <a:gd name="connsiteY110" fmla="*/ 1021179 h 1058137"/>
                <a:gd name="connsiteX111" fmla="*/ 1652581 w 1792582"/>
                <a:gd name="connsiteY111" fmla="*/ 1057001 h 1058137"/>
                <a:gd name="connsiteX112" fmla="*/ 1618862 w 1792582"/>
                <a:gd name="connsiteY112" fmla="*/ 1021162 h 1058137"/>
                <a:gd name="connsiteX113" fmla="*/ 1618816 w 1792582"/>
                <a:gd name="connsiteY113" fmla="*/ 1020222 h 1058137"/>
                <a:gd name="connsiteX114" fmla="*/ 1638139 w 1792582"/>
                <a:gd name="connsiteY114" fmla="*/ 1020222 h 1058137"/>
                <a:gd name="connsiteX115" fmla="*/ 1638891 w 1792582"/>
                <a:gd name="connsiteY115" fmla="*/ 1025506 h 1058137"/>
                <a:gd name="connsiteX116" fmla="*/ 1651560 w 1792582"/>
                <a:gd name="connsiteY116" fmla="*/ 1039738 h 1058137"/>
                <a:gd name="connsiteX117" fmla="*/ 1666731 w 1792582"/>
                <a:gd name="connsiteY117" fmla="*/ 1012557 h 1058137"/>
                <a:gd name="connsiteX118" fmla="*/ 1666892 w 1792582"/>
                <a:gd name="connsiteY118" fmla="*/ 1006787 h 1058137"/>
                <a:gd name="connsiteX119" fmla="*/ 1667038 w 1792582"/>
                <a:gd name="connsiteY119" fmla="*/ 1006787 h 1058137"/>
                <a:gd name="connsiteX120" fmla="*/ 1667038 w 1792582"/>
                <a:gd name="connsiteY120" fmla="*/ 1000603 h 1058137"/>
                <a:gd name="connsiteX121" fmla="*/ 1665481 w 1792582"/>
                <a:gd name="connsiteY121" fmla="*/ 1003725 h 1058137"/>
                <a:gd name="connsiteX122" fmla="*/ 1645649 w 1792582"/>
                <a:gd name="connsiteY122" fmla="*/ 1013718 h 1058137"/>
                <a:gd name="connsiteX123" fmla="*/ 1617463 w 1792582"/>
                <a:gd name="connsiteY123" fmla="*/ 955052 h 1058137"/>
                <a:gd name="connsiteX124" fmla="*/ 1645649 w 1792582"/>
                <a:gd name="connsiteY124" fmla="*/ 896386 h 1058137"/>
                <a:gd name="connsiteX125" fmla="*/ 1483922 w 1792582"/>
                <a:gd name="connsiteY125" fmla="*/ 896249 h 1058137"/>
                <a:gd name="connsiteX126" fmla="*/ 1517429 w 1792582"/>
                <a:gd name="connsiteY126" fmla="*/ 932072 h 1058137"/>
                <a:gd name="connsiteX127" fmla="*/ 1518040 w 1792582"/>
                <a:gd name="connsiteY127" fmla="*/ 959244 h 1058137"/>
                <a:gd name="connsiteX128" fmla="*/ 1469496 w 1792582"/>
                <a:gd name="connsiteY128" fmla="*/ 959244 h 1058137"/>
                <a:gd name="connsiteX129" fmla="*/ 1469772 w 1792582"/>
                <a:gd name="connsiteY129" fmla="*/ 969136 h 1058137"/>
                <a:gd name="connsiteX130" fmla="*/ 1484566 w 1792582"/>
                <a:gd name="connsiteY130" fmla="*/ 994053 h 1058137"/>
                <a:gd name="connsiteX131" fmla="*/ 1497612 w 1792582"/>
                <a:gd name="connsiteY131" fmla="*/ 982086 h 1058137"/>
                <a:gd name="connsiteX132" fmla="*/ 1498822 w 1792582"/>
                <a:gd name="connsiteY132" fmla="*/ 973587 h 1058137"/>
                <a:gd name="connsiteX133" fmla="*/ 1517846 w 1792582"/>
                <a:gd name="connsiteY133" fmla="*/ 973587 h 1058137"/>
                <a:gd name="connsiteX134" fmla="*/ 1517641 w 1792582"/>
                <a:gd name="connsiteY134" fmla="*/ 977742 h 1058137"/>
                <a:gd name="connsiteX135" fmla="*/ 1483922 w 1792582"/>
                <a:gd name="connsiteY135" fmla="*/ 1013580 h 1058137"/>
                <a:gd name="connsiteX136" fmla="*/ 1449076 w 1792582"/>
                <a:gd name="connsiteY136" fmla="*/ 954914 h 1058137"/>
                <a:gd name="connsiteX137" fmla="*/ 1483922 w 1792582"/>
                <a:gd name="connsiteY137" fmla="*/ 896249 h 1058137"/>
                <a:gd name="connsiteX138" fmla="*/ 1070504 w 1792582"/>
                <a:gd name="connsiteY138" fmla="*/ 896249 h 1058137"/>
                <a:gd name="connsiteX139" fmla="*/ 1105350 w 1792582"/>
                <a:gd name="connsiteY139" fmla="*/ 954914 h 1058137"/>
                <a:gd name="connsiteX140" fmla="*/ 1070504 w 1792582"/>
                <a:gd name="connsiteY140" fmla="*/ 1013580 h 1058137"/>
                <a:gd name="connsiteX141" fmla="*/ 1035658 w 1792582"/>
                <a:gd name="connsiteY141" fmla="*/ 954914 h 1058137"/>
                <a:gd name="connsiteX142" fmla="*/ 1070504 w 1792582"/>
                <a:gd name="connsiteY142" fmla="*/ 896249 h 1058137"/>
                <a:gd name="connsiteX143" fmla="*/ 914852 w 1792582"/>
                <a:gd name="connsiteY143" fmla="*/ 896249 h 1058137"/>
                <a:gd name="connsiteX144" fmla="*/ 948359 w 1792582"/>
                <a:gd name="connsiteY144" fmla="*/ 932072 h 1058137"/>
                <a:gd name="connsiteX145" fmla="*/ 948970 w 1792582"/>
                <a:gd name="connsiteY145" fmla="*/ 959244 h 1058137"/>
                <a:gd name="connsiteX146" fmla="*/ 900426 w 1792582"/>
                <a:gd name="connsiteY146" fmla="*/ 959244 h 1058137"/>
                <a:gd name="connsiteX147" fmla="*/ 900703 w 1792582"/>
                <a:gd name="connsiteY147" fmla="*/ 969136 h 1058137"/>
                <a:gd name="connsiteX148" fmla="*/ 915496 w 1792582"/>
                <a:gd name="connsiteY148" fmla="*/ 994053 h 1058137"/>
                <a:gd name="connsiteX149" fmla="*/ 928542 w 1792582"/>
                <a:gd name="connsiteY149" fmla="*/ 982086 h 1058137"/>
                <a:gd name="connsiteX150" fmla="*/ 929752 w 1792582"/>
                <a:gd name="connsiteY150" fmla="*/ 973587 h 1058137"/>
                <a:gd name="connsiteX151" fmla="*/ 948777 w 1792582"/>
                <a:gd name="connsiteY151" fmla="*/ 973587 h 1058137"/>
                <a:gd name="connsiteX152" fmla="*/ 948571 w 1792582"/>
                <a:gd name="connsiteY152" fmla="*/ 977742 h 1058137"/>
                <a:gd name="connsiteX153" fmla="*/ 914852 w 1792582"/>
                <a:gd name="connsiteY153" fmla="*/ 1013580 h 1058137"/>
                <a:gd name="connsiteX154" fmla="*/ 880006 w 1792582"/>
                <a:gd name="connsiteY154" fmla="*/ 954914 h 1058137"/>
                <a:gd name="connsiteX155" fmla="*/ 914852 w 1792582"/>
                <a:gd name="connsiteY155" fmla="*/ 896249 h 1058137"/>
                <a:gd name="connsiteX156" fmla="*/ 637960 w 1792582"/>
                <a:gd name="connsiteY156" fmla="*/ 896249 h 1058137"/>
                <a:gd name="connsiteX157" fmla="*/ 672806 w 1792582"/>
                <a:gd name="connsiteY157" fmla="*/ 954914 h 1058137"/>
                <a:gd name="connsiteX158" fmla="*/ 637960 w 1792582"/>
                <a:gd name="connsiteY158" fmla="*/ 1013580 h 1058137"/>
                <a:gd name="connsiteX159" fmla="*/ 603114 w 1792582"/>
                <a:gd name="connsiteY159" fmla="*/ 954914 h 1058137"/>
                <a:gd name="connsiteX160" fmla="*/ 637960 w 1792582"/>
                <a:gd name="connsiteY160" fmla="*/ 896249 h 1058137"/>
                <a:gd name="connsiteX161" fmla="*/ 262788 w 1792582"/>
                <a:gd name="connsiteY161" fmla="*/ 896249 h 1058137"/>
                <a:gd name="connsiteX162" fmla="*/ 296295 w 1792582"/>
                <a:gd name="connsiteY162" fmla="*/ 932072 h 1058137"/>
                <a:gd name="connsiteX163" fmla="*/ 296906 w 1792582"/>
                <a:gd name="connsiteY163" fmla="*/ 959244 h 1058137"/>
                <a:gd name="connsiteX164" fmla="*/ 248362 w 1792582"/>
                <a:gd name="connsiteY164" fmla="*/ 959244 h 1058137"/>
                <a:gd name="connsiteX165" fmla="*/ 248638 w 1792582"/>
                <a:gd name="connsiteY165" fmla="*/ 969136 h 1058137"/>
                <a:gd name="connsiteX166" fmla="*/ 263432 w 1792582"/>
                <a:gd name="connsiteY166" fmla="*/ 994053 h 1058137"/>
                <a:gd name="connsiteX167" fmla="*/ 276478 w 1792582"/>
                <a:gd name="connsiteY167" fmla="*/ 982086 h 1058137"/>
                <a:gd name="connsiteX168" fmla="*/ 277688 w 1792582"/>
                <a:gd name="connsiteY168" fmla="*/ 973587 h 1058137"/>
                <a:gd name="connsiteX169" fmla="*/ 296712 w 1792582"/>
                <a:gd name="connsiteY169" fmla="*/ 973587 h 1058137"/>
                <a:gd name="connsiteX170" fmla="*/ 296507 w 1792582"/>
                <a:gd name="connsiteY170" fmla="*/ 977742 h 1058137"/>
                <a:gd name="connsiteX171" fmla="*/ 262788 w 1792582"/>
                <a:gd name="connsiteY171" fmla="*/ 1013580 h 1058137"/>
                <a:gd name="connsiteX172" fmla="*/ 227942 w 1792582"/>
                <a:gd name="connsiteY172" fmla="*/ 954914 h 1058137"/>
                <a:gd name="connsiteX173" fmla="*/ 262788 w 1792582"/>
                <a:gd name="connsiteY173" fmla="*/ 896249 h 1058137"/>
                <a:gd name="connsiteX174" fmla="*/ 174241 w 1792582"/>
                <a:gd name="connsiteY174" fmla="*/ 896248 h 1058137"/>
                <a:gd name="connsiteX175" fmla="*/ 202427 w 1792582"/>
                <a:gd name="connsiteY175" fmla="*/ 954914 h 1058137"/>
                <a:gd name="connsiteX176" fmla="*/ 174241 w 1792582"/>
                <a:gd name="connsiteY176" fmla="*/ 1013580 h 1058137"/>
                <a:gd name="connsiteX177" fmla="*/ 159360 w 1792582"/>
                <a:gd name="connsiteY177" fmla="*/ 1008995 h 1058137"/>
                <a:gd name="connsiteX178" fmla="*/ 152852 w 1792582"/>
                <a:gd name="connsiteY178" fmla="*/ 999395 h 1058137"/>
                <a:gd name="connsiteX179" fmla="*/ 152852 w 1792582"/>
                <a:gd name="connsiteY179" fmla="*/ 1056246 h 1058137"/>
                <a:gd name="connsiteX180" fmla="*/ 132881 w 1792582"/>
                <a:gd name="connsiteY180" fmla="*/ 1056246 h 1058137"/>
                <a:gd name="connsiteX181" fmla="*/ 132881 w 1792582"/>
                <a:gd name="connsiteY181" fmla="*/ 896590 h 1058137"/>
                <a:gd name="connsiteX182" fmla="*/ 152852 w 1792582"/>
                <a:gd name="connsiteY182" fmla="*/ 896590 h 1058137"/>
                <a:gd name="connsiteX183" fmla="*/ 152852 w 1792582"/>
                <a:gd name="connsiteY183" fmla="*/ 909865 h 1058137"/>
                <a:gd name="connsiteX184" fmla="*/ 158909 w 1792582"/>
                <a:gd name="connsiteY184" fmla="*/ 900882 h 1058137"/>
                <a:gd name="connsiteX185" fmla="*/ 174241 w 1792582"/>
                <a:gd name="connsiteY185" fmla="*/ 896248 h 1058137"/>
                <a:gd name="connsiteX186" fmla="*/ 1592774 w 1792582"/>
                <a:gd name="connsiteY186" fmla="*/ 892438 h 1058137"/>
                <a:gd name="connsiteX187" fmla="*/ 1592774 w 1792582"/>
                <a:gd name="connsiteY187" fmla="*/ 914707 h 1058137"/>
                <a:gd name="connsiteX188" fmla="*/ 1572318 w 1792582"/>
                <a:gd name="connsiteY188" fmla="*/ 924898 h 1058137"/>
                <a:gd name="connsiteX189" fmla="*/ 1570506 w 1792582"/>
                <a:gd name="connsiteY189" fmla="*/ 930363 h 1058137"/>
                <a:gd name="connsiteX190" fmla="*/ 1570506 w 1792582"/>
                <a:gd name="connsiteY190" fmla="*/ 1009192 h 1058137"/>
                <a:gd name="connsiteX191" fmla="*/ 1550534 w 1792582"/>
                <a:gd name="connsiteY191" fmla="*/ 1009192 h 1058137"/>
                <a:gd name="connsiteX192" fmla="*/ 1550534 w 1792582"/>
                <a:gd name="connsiteY192" fmla="*/ 896590 h 1058137"/>
                <a:gd name="connsiteX193" fmla="*/ 1570506 w 1792582"/>
                <a:gd name="connsiteY193" fmla="*/ 896590 h 1058137"/>
                <a:gd name="connsiteX194" fmla="*/ 1570506 w 1792582"/>
                <a:gd name="connsiteY194" fmla="*/ 906833 h 1058137"/>
                <a:gd name="connsiteX195" fmla="*/ 1571627 w 1792582"/>
                <a:gd name="connsiteY195" fmla="*/ 905336 h 1058137"/>
                <a:gd name="connsiteX196" fmla="*/ 1592774 w 1792582"/>
                <a:gd name="connsiteY196" fmla="*/ 892438 h 1058137"/>
                <a:gd name="connsiteX197" fmla="*/ 824066 w 1792582"/>
                <a:gd name="connsiteY197" fmla="*/ 891683 h 1058137"/>
                <a:gd name="connsiteX198" fmla="*/ 846335 w 1792582"/>
                <a:gd name="connsiteY198" fmla="*/ 897345 h 1058137"/>
                <a:gd name="connsiteX199" fmla="*/ 846335 w 1792582"/>
                <a:gd name="connsiteY199" fmla="*/ 916217 h 1058137"/>
                <a:gd name="connsiteX200" fmla="*/ 815762 w 1792582"/>
                <a:gd name="connsiteY200" fmla="*/ 924520 h 1058137"/>
                <a:gd name="connsiteX201" fmla="*/ 832661 w 1792582"/>
                <a:gd name="connsiteY201" fmla="*/ 947285 h 1058137"/>
                <a:gd name="connsiteX202" fmla="*/ 854638 w 1792582"/>
                <a:gd name="connsiteY202" fmla="*/ 979626 h 1058137"/>
                <a:gd name="connsiteX203" fmla="*/ 824444 w 1792582"/>
                <a:gd name="connsiteY203" fmla="*/ 1013595 h 1058137"/>
                <a:gd name="connsiteX204" fmla="*/ 802175 w 1792582"/>
                <a:gd name="connsiteY204" fmla="*/ 1007934 h 1058137"/>
                <a:gd name="connsiteX205" fmla="*/ 802175 w 1792582"/>
                <a:gd name="connsiteY205" fmla="*/ 987929 h 1058137"/>
                <a:gd name="connsiteX206" fmla="*/ 822179 w 1792582"/>
                <a:gd name="connsiteY206" fmla="*/ 994723 h 1058137"/>
                <a:gd name="connsiteX207" fmla="*/ 836521 w 1792582"/>
                <a:gd name="connsiteY207" fmla="*/ 979248 h 1058137"/>
                <a:gd name="connsiteX208" fmla="*/ 816301 w 1792582"/>
                <a:gd name="connsiteY208" fmla="*/ 954931 h 1058137"/>
                <a:gd name="connsiteX209" fmla="*/ 796988 w 1792582"/>
                <a:gd name="connsiteY209" fmla="*/ 925652 h 1058137"/>
                <a:gd name="connsiteX210" fmla="*/ 824066 w 1792582"/>
                <a:gd name="connsiteY210" fmla="*/ 891683 h 1058137"/>
                <a:gd name="connsiteX211" fmla="*/ 56436 w 1792582"/>
                <a:gd name="connsiteY211" fmla="*/ 860524 h 1058137"/>
                <a:gd name="connsiteX212" fmla="*/ 35735 w 1792582"/>
                <a:gd name="connsiteY212" fmla="*/ 926643 h 1058137"/>
                <a:gd name="connsiteX213" fmla="*/ 56436 w 1792582"/>
                <a:gd name="connsiteY213" fmla="*/ 992761 h 1058137"/>
                <a:gd name="connsiteX214" fmla="*/ 77136 w 1792582"/>
                <a:gd name="connsiteY214" fmla="*/ 926643 h 1058137"/>
                <a:gd name="connsiteX215" fmla="*/ 56436 w 1792582"/>
                <a:gd name="connsiteY215" fmla="*/ 860524 h 1058137"/>
                <a:gd name="connsiteX216" fmla="*/ 56672 w 1792582"/>
                <a:gd name="connsiteY216" fmla="*/ 839708 h 1058137"/>
                <a:gd name="connsiteX217" fmla="*/ 100557 w 1792582"/>
                <a:gd name="connsiteY217" fmla="*/ 926644 h 1058137"/>
                <a:gd name="connsiteX218" fmla="*/ 56672 w 1792582"/>
                <a:gd name="connsiteY218" fmla="*/ 1013580 h 1058137"/>
                <a:gd name="connsiteX219" fmla="*/ 12787 w 1792582"/>
                <a:gd name="connsiteY219" fmla="*/ 926644 h 1058137"/>
                <a:gd name="connsiteX220" fmla="*/ 56672 w 1792582"/>
                <a:gd name="connsiteY220" fmla="*/ 839708 h 1058137"/>
                <a:gd name="connsiteX221" fmla="*/ 1261002 w 1792582"/>
                <a:gd name="connsiteY221" fmla="*/ 839707 h 1058137"/>
                <a:gd name="connsiteX222" fmla="*/ 1267808 w 1792582"/>
                <a:gd name="connsiteY222" fmla="*/ 839707 h 1058137"/>
                <a:gd name="connsiteX223" fmla="*/ 1282685 w 1792582"/>
                <a:gd name="connsiteY223" fmla="*/ 839707 h 1058137"/>
                <a:gd name="connsiteX224" fmla="*/ 1322930 w 1792582"/>
                <a:gd name="connsiteY224" fmla="*/ 839707 h 1058137"/>
                <a:gd name="connsiteX225" fmla="*/ 1322930 w 1792582"/>
                <a:gd name="connsiteY225" fmla="*/ 858017 h 1058137"/>
                <a:gd name="connsiteX226" fmla="*/ 1282685 w 1792582"/>
                <a:gd name="connsiteY226" fmla="*/ 858017 h 1058137"/>
                <a:gd name="connsiteX227" fmla="*/ 1282685 w 1792582"/>
                <a:gd name="connsiteY227" fmla="*/ 914391 h 1058137"/>
                <a:gd name="connsiteX228" fmla="*/ 1318112 w 1792582"/>
                <a:gd name="connsiteY228" fmla="*/ 914391 h 1058137"/>
                <a:gd name="connsiteX229" fmla="*/ 1318112 w 1792582"/>
                <a:gd name="connsiteY229" fmla="*/ 932701 h 1058137"/>
                <a:gd name="connsiteX230" fmla="*/ 1282685 w 1792582"/>
                <a:gd name="connsiteY230" fmla="*/ 932701 h 1058137"/>
                <a:gd name="connsiteX231" fmla="*/ 1282685 w 1792582"/>
                <a:gd name="connsiteY231" fmla="*/ 992581 h 1058137"/>
                <a:gd name="connsiteX232" fmla="*/ 1322930 w 1792582"/>
                <a:gd name="connsiteY232" fmla="*/ 992581 h 1058137"/>
                <a:gd name="connsiteX233" fmla="*/ 1322930 w 1792582"/>
                <a:gd name="connsiteY233" fmla="*/ 1010891 h 1058137"/>
                <a:gd name="connsiteX234" fmla="*/ 1282685 w 1792582"/>
                <a:gd name="connsiteY234" fmla="*/ 1010891 h 1058137"/>
                <a:gd name="connsiteX235" fmla="*/ 1267808 w 1792582"/>
                <a:gd name="connsiteY235" fmla="*/ 1010891 h 1058137"/>
                <a:gd name="connsiteX236" fmla="*/ 1261002 w 1792582"/>
                <a:gd name="connsiteY236" fmla="*/ 1010891 h 1058137"/>
                <a:gd name="connsiteX237" fmla="*/ 489126 w 1792582"/>
                <a:gd name="connsiteY237" fmla="*/ 838658 h 1058137"/>
                <a:gd name="connsiteX238" fmla="*/ 510809 w 1792582"/>
                <a:gd name="connsiteY238" fmla="*/ 838658 h 1058137"/>
                <a:gd name="connsiteX239" fmla="*/ 510809 w 1792582"/>
                <a:gd name="connsiteY239" fmla="*/ 905619 h 1058137"/>
                <a:gd name="connsiteX240" fmla="*/ 546246 w 1792582"/>
                <a:gd name="connsiteY240" fmla="*/ 905619 h 1058137"/>
                <a:gd name="connsiteX241" fmla="*/ 546246 w 1792582"/>
                <a:gd name="connsiteY241" fmla="*/ 838658 h 1058137"/>
                <a:gd name="connsiteX242" fmla="*/ 567930 w 1792582"/>
                <a:gd name="connsiteY242" fmla="*/ 838658 h 1058137"/>
                <a:gd name="connsiteX243" fmla="*/ 567930 w 1792582"/>
                <a:gd name="connsiteY243" fmla="*/ 1009192 h 1058137"/>
                <a:gd name="connsiteX244" fmla="*/ 546246 w 1792582"/>
                <a:gd name="connsiteY244" fmla="*/ 1009192 h 1058137"/>
                <a:gd name="connsiteX245" fmla="*/ 546246 w 1792582"/>
                <a:gd name="connsiteY245" fmla="*/ 923859 h 1058137"/>
                <a:gd name="connsiteX246" fmla="*/ 510809 w 1792582"/>
                <a:gd name="connsiteY246" fmla="*/ 923859 h 1058137"/>
                <a:gd name="connsiteX247" fmla="*/ 510809 w 1792582"/>
                <a:gd name="connsiteY247" fmla="*/ 1009192 h 1058137"/>
                <a:gd name="connsiteX248" fmla="*/ 489126 w 1792582"/>
                <a:gd name="connsiteY248" fmla="*/ 1009192 h 1058137"/>
                <a:gd name="connsiteX249" fmla="*/ 1162901 w 1792582"/>
                <a:gd name="connsiteY249" fmla="*/ 821998 h 1058137"/>
                <a:gd name="connsiteX250" fmla="*/ 1177725 w 1792582"/>
                <a:gd name="connsiteY250" fmla="*/ 823498 h 1058137"/>
                <a:gd name="connsiteX251" fmla="*/ 1177725 w 1792582"/>
                <a:gd name="connsiteY251" fmla="*/ 843469 h 1058137"/>
                <a:gd name="connsiteX252" fmla="*/ 1159420 w 1792582"/>
                <a:gd name="connsiteY252" fmla="*/ 854141 h 1058137"/>
                <a:gd name="connsiteX253" fmla="*/ 1159420 w 1792582"/>
                <a:gd name="connsiteY253" fmla="*/ 895458 h 1058137"/>
                <a:gd name="connsiteX254" fmla="*/ 1177725 w 1792582"/>
                <a:gd name="connsiteY254" fmla="*/ 895458 h 1058137"/>
                <a:gd name="connsiteX255" fmla="*/ 1177725 w 1792582"/>
                <a:gd name="connsiteY255" fmla="*/ 912236 h 1058137"/>
                <a:gd name="connsiteX256" fmla="*/ 1159420 w 1792582"/>
                <a:gd name="connsiteY256" fmla="*/ 912236 h 1058137"/>
                <a:gd name="connsiteX257" fmla="*/ 1159420 w 1792582"/>
                <a:gd name="connsiteY257" fmla="*/ 1009192 h 1058137"/>
                <a:gd name="connsiteX258" fmla="*/ 1139449 w 1792582"/>
                <a:gd name="connsiteY258" fmla="*/ 1009192 h 1058137"/>
                <a:gd name="connsiteX259" fmla="*/ 1139449 w 1792582"/>
                <a:gd name="connsiteY259" fmla="*/ 912236 h 1058137"/>
                <a:gd name="connsiteX260" fmla="*/ 1127527 w 1792582"/>
                <a:gd name="connsiteY260" fmla="*/ 912236 h 1058137"/>
                <a:gd name="connsiteX261" fmla="*/ 1127527 w 1792582"/>
                <a:gd name="connsiteY261" fmla="*/ 895458 h 1058137"/>
                <a:gd name="connsiteX262" fmla="*/ 1139449 w 1792582"/>
                <a:gd name="connsiteY262" fmla="*/ 895458 h 1058137"/>
                <a:gd name="connsiteX263" fmla="*/ 1139449 w 1792582"/>
                <a:gd name="connsiteY263" fmla="*/ 844747 h 1058137"/>
                <a:gd name="connsiteX264" fmla="*/ 1162901 w 1792582"/>
                <a:gd name="connsiteY264" fmla="*/ 821998 h 1058137"/>
                <a:gd name="connsiteX265" fmla="*/ 0 w 1792582"/>
                <a:gd name="connsiteY265" fmla="*/ 698203 h 1058137"/>
                <a:gd name="connsiteX266" fmla="*/ 1792582 w 1792582"/>
                <a:gd name="connsiteY266" fmla="*/ 698203 h 1058137"/>
                <a:gd name="connsiteX267" fmla="*/ 1792582 w 1792582"/>
                <a:gd name="connsiteY267" fmla="*/ 703247 h 1058137"/>
                <a:gd name="connsiteX268" fmla="*/ 1792582 w 1792582"/>
                <a:gd name="connsiteY268" fmla="*/ 757745 h 1058137"/>
                <a:gd name="connsiteX269" fmla="*/ 1792582 w 1792582"/>
                <a:gd name="connsiteY269" fmla="*/ 777019 h 1058137"/>
                <a:gd name="connsiteX270" fmla="*/ 0 w 1792582"/>
                <a:gd name="connsiteY270" fmla="*/ 777019 h 1058137"/>
                <a:gd name="connsiteX271" fmla="*/ 827858 w 1792582"/>
                <a:gd name="connsiteY271" fmla="*/ 57086 h 1058137"/>
                <a:gd name="connsiteX272" fmla="*/ 771089 w 1792582"/>
                <a:gd name="connsiteY272" fmla="*/ 238408 h 1058137"/>
                <a:gd name="connsiteX273" fmla="*/ 827858 w 1792582"/>
                <a:gd name="connsiteY273" fmla="*/ 419730 h 1058137"/>
                <a:gd name="connsiteX274" fmla="*/ 884626 w 1792582"/>
                <a:gd name="connsiteY274" fmla="*/ 238408 h 1058137"/>
                <a:gd name="connsiteX275" fmla="*/ 827858 w 1792582"/>
                <a:gd name="connsiteY275" fmla="*/ 57086 h 1058137"/>
                <a:gd name="connsiteX276" fmla="*/ 119700 w 1792582"/>
                <a:gd name="connsiteY276" fmla="*/ 57086 h 1058137"/>
                <a:gd name="connsiteX277" fmla="*/ 62931 w 1792582"/>
                <a:gd name="connsiteY277" fmla="*/ 238408 h 1058137"/>
                <a:gd name="connsiteX278" fmla="*/ 119700 w 1792582"/>
                <a:gd name="connsiteY278" fmla="*/ 419730 h 1058137"/>
                <a:gd name="connsiteX279" fmla="*/ 176468 w 1792582"/>
                <a:gd name="connsiteY279" fmla="*/ 238408 h 1058137"/>
                <a:gd name="connsiteX280" fmla="*/ 119700 w 1792582"/>
                <a:gd name="connsiteY280" fmla="*/ 57086 h 1058137"/>
                <a:gd name="connsiteX281" fmla="*/ 364615 w 1792582"/>
                <a:gd name="connsiteY281" fmla="*/ 7754 h 1058137"/>
                <a:gd name="connsiteX282" fmla="*/ 425426 w 1792582"/>
                <a:gd name="connsiteY282" fmla="*/ 7754 h 1058137"/>
                <a:gd name="connsiteX283" fmla="*/ 425426 w 1792582"/>
                <a:gd name="connsiteY283" fmla="*/ 188764 h 1058137"/>
                <a:gd name="connsiteX284" fmla="*/ 519025 w 1792582"/>
                <a:gd name="connsiteY284" fmla="*/ 188764 h 1058137"/>
                <a:gd name="connsiteX285" fmla="*/ 519025 w 1792582"/>
                <a:gd name="connsiteY285" fmla="*/ 7754 h 1058137"/>
                <a:gd name="connsiteX286" fmla="*/ 579836 w 1792582"/>
                <a:gd name="connsiteY286" fmla="*/ 7754 h 1058137"/>
                <a:gd name="connsiteX287" fmla="*/ 579836 w 1792582"/>
                <a:gd name="connsiteY287" fmla="*/ 468746 h 1058137"/>
                <a:gd name="connsiteX288" fmla="*/ 519025 w 1792582"/>
                <a:gd name="connsiteY288" fmla="*/ 468746 h 1058137"/>
                <a:gd name="connsiteX289" fmla="*/ 519025 w 1792582"/>
                <a:gd name="connsiteY289" fmla="*/ 238072 h 1058137"/>
                <a:gd name="connsiteX290" fmla="*/ 425426 w 1792582"/>
                <a:gd name="connsiteY290" fmla="*/ 238072 h 1058137"/>
                <a:gd name="connsiteX291" fmla="*/ 425426 w 1792582"/>
                <a:gd name="connsiteY291" fmla="*/ 468746 h 1058137"/>
                <a:gd name="connsiteX292" fmla="*/ 364615 w 1792582"/>
                <a:gd name="connsiteY292" fmla="*/ 468746 h 1058137"/>
                <a:gd name="connsiteX293" fmla="*/ 828506 w 1792582"/>
                <a:gd name="connsiteY293" fmla="*/ 0 h 1058137"/>
                <a:gd name="connsiteX294" fmla="*/ 948855 w 1792582"/>
                <a:gd name="connsiteY294" fmla="*/ 238412 h 1058137"/>
                <a:gd name="connsiteX295" fmla="*/ 828506 w 1792582"/>
                <a:gd name="connsiteY295" fmla="*/ 476823 h 1058137"/>
                <a:gd name="connsiteX296" fmla="*/ 708157 w 1792582"/>
                <a:gd name="connsiteY296" fmla="*/ 238412 h 1058137"/>
                <a:gd name="connsiteX297" fmla="*/ 828506 w 1792582"/>
                <a:gd name="connsiteY297" fmla="*/ 0 h 1058137"/>
                <a:gd name="connsiteX298" fmla="*/ 120349 w 1792582"/>
                <a:gd name="connsiteY298" fmla="*/ 0 h 1058137"/>
                <a:gd name="connsiteX299" fmla="*/ 240698 w 1792582"/>
                <a:gd name="connsiteY299" fmla="*/ 238412 h 1058137"/>
                <a:gd name="connsiteX300" fmla="*/ 120349 w 1792582"/>
                <a:gd name="connsiteY300" fmla="*/ 476823 h 1058137"/>
                <a:gd name="connsiteX301" fmla="*/ 0 w 1792582"/>
                <a:gd name="connsiteY301" fmla="*/ 238412 h 1058137"/>
                <a:gd name="connsiteX302" fmla="*/ 120349 w 1792582"/>
                <a:gd name="connsiteY302" fmla="*/ 0 h 10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Lst>
              <a:rect l="l" t="t" r="r" b="b"/>
              <a:pathLst>
                <a:path w="1792582" h="1058137">
                  <a:moveTo>
                    <a:pt x="1653463" y="914845"/>
                  </a:moveTo>
                  <a:cubicBezTo>
                    <a:pt x="1641327" y="914773"/>
                    <a:pt x="1638885" y="932776"/>
                    <a:pt x="1638885" y="954895"/>
                  </a:cubicBezTo>
                  <a:cubicBezTo>
                    <a:pt x="1638885" y="977014"/>
                    <a:pt x="1639618" y="994906"/>
                    <a:pt x="1653463" y="994945"/>
                  </a:cubicBezTo>
                  <a:cubicBezTo>
                    <a:pt x="1666640" y="994983"/>
                    <a:pt x="1668040" y="977014"/>
                    <a:pt x="1668040" y="954895"/>
                  </a:cubicBezTo>
                  <a:cubicBezTo>
                    <a:pt x="1668040" y="932776"/>
                    <a:pt x="1667526" y="914928"/>
                    <a:pt x="1653463" y="914845"/>
                  </a:cubicBezTo>
                  <a:close/>
                  <a:moveTo>
                    <a:pt x="166428" y="914707"/>
                  </a:moveTo>
                  <a:cubicBezTo>
                    <a:pt x="152365" y="914790"/>
                    <a:pt x="151851" y="932638"/>
                    <a:pt x="151851" y="954758"/>
                  </a:cubicBezTo>
                  <a:cubicBezTo>
                    <a:pt x="151851" y="976877"/>
                    <a:pt x="153251" y="994845"/>
                    <a:pt x="166428" y="994808"/>
                  </a:cubicBezTo>
                  <a:cubicBezTo>
                    <a:pt x="180272" y="994768"/>
                    <a:pt x="181005" y="976877"/>
                    <a:pt x="181005" y="954758"/>
                  </a:cubicBezTo>
                  <a:cubicBezTo>
                    <a:pt x="181005" y="932638"/>
                    <a:pt x="178563" y="914636"/>
                    <a:pt x="166428" y="914707"/>
                  </a:cubicBezTo>
                  <a:close/>
                  <a:moveTo>
                    <a:pt x="1484566" y="912443"/>
                  </a:moveTo>
                  <a:cubicBezTo>
                    <a:pt x="1473541" y="912506"/>
                    <a:pt x="1470482" y="922751"/>
                    <a:pt x="1469642" y="937376"/>
                  </a:cubicBezTo>
                  <a:lnTo>
                    <a:pt x="1469546" y="942259"/>
                  </a:lnTo>
                  <a:lnTo>
                    <a:pt x="1499391" y="942259"/>
                  </a:lnTo>
                  <a:cubicBezTo>
                    <a:pt x="1499329" y="940624"/>
                    <a:pt x="1499268" y="938989"/>
                    <a:pt x="1499206" y="937354"/>
                  </a:cubicBezTo>
                  <a:cubicBezTo>
                    <a:pt x="1497894" y="922692"/>
                    <a:pt x="1494080" y="912388"/>
                    <a:pt x="1484566" y="912443"/>
                  </a:cubicBezTo>
                  <a:close/>
                  <a:moveTo>
                    <a:pt x="1070393" y="912443"/>
                  </a:moveTo>
                  <a:cubicBezTo>
                    <a:pt x="1055693" y="912527"/>
                    <a:pt x="1055156" y="930712"/>
                    <a:pt x="1055156" y="953247"/>
                  </a:cubicBezTo>
                  <a:cubicBezTo>
                    <a:pt x="1055156" y="975784"/>
                    <a:pt x="1056619" y="994091"/>
                    <a:pt x="1070393" y="994053"/>
                  </a:cubicBezTo>
                  <a:cubicBezTo>
                    <a:pt x="1084865" y="994013"/>
                    <a:pt x="1085631" y="975784"/>
                    <a:pt x="1085631" y="953247"/>
                  </a:cubicBezTo>
                  <a:cubicBezTo>
                    <a:pt x="1085631" y="930712"/>
                    <a:pt x="1083078" y="912369"/>
                    <a:pt x="1070393" y="912443"/>
                  </a:cubicBezTo>
                  <a:close/>
                  <a:moveTo>
                    <a:pt x="915496" y="912443"/>
                  </a:moveTo>
                  <a:cubicBezTo>
                    <a:pt x="904471" y="912506"/>
                    <a:pt x="901413" y="922751"/>
                    <a:pt x="900573" y="937376"/>
                  </a:cubicBezTo>
                  <a:lnTo>
                    <a:pt x="900476" y="942259"/>
                  </a:lnTo>
                  <a:lnTo>
                    <a:pt x="930321" y="942259"/>
                  </a:lnTo>
                  <a:cubicBezTo>
                    <a:pt x="930260" y="940624"/>
                    <a:pt x="930198" y="938989"/>
                    <a:pt x="930137" y="937354"/>
                  </a:cubicBezTo>
                  <a:cubicBezTo>
                    <a:pt x="928824" y="922692"/>
                    <a:pt x="925010" y="912388"/>
                    <a:pt x="915496" y="912443"/>
                  </a:cubicBezTo>
                  <a:close/>
                  <a:moveTo>
                    <a:pt x="637849" y="912443"/>
                  </a:moveTo>
                  <a:cubicBezTo>
                    <a:pt x="623149" y="912527"/>
                    <a:pt x="622612" y="930712"/>
                    <a:pt x="622612" y="953247"/>
                  </a:cubicBezTo>
                  <a:cubicBezTo>
                    <a:pt x="622612" y="975784"/>
                    <a:pt x="624075" y="994091"/>
                    <a:pt x="637849" y="994053"/>
                  </a:cubicBezTo>
                  <a:cubicBezTo>
                    <a:pt x="652320" y="994013"/>
                    <a:pt x="653087" y="975784"/>
                    <a:pt x="653087" y="953247"/>
                  </a:cubicBezTo>
                  <a:cubicBezTo>
                    <a:pt x="653087" y="930712"/>
                    <a:pt x="650534" y="912369"/>
                    <a:pt x="637849" y="912443"/>
                  </a:cubicBezTo>
                  <a:close/>
                  <a:moveTo>
                    <a:pt x="263432" y="912443"/>
                  </a:moveTo>
                  <a:cubicBezTo>
                    <a:pt x="252407" y="912506"/>
                    <a:pt x="249348" y="922751"/>
                    <a:pt x="248508" y="937376"/>
                  </a:cubicBezTo>
                  <a:lnTo>
                    <a:pt x="248412" y="942259"/>
                  </a:lnTo>
                  <a:lnTo>
                    <a:pt x="278257" y="942259"/>
                  </a:lnTo>
                  <a:cubicBezTo>
                    <a:pt x="278195" y="940624"/>
                    <a:pt x="278134" y="938989"/>
                    <a:pt x="278072" y="937354"/>
                  </a:cubicBezTo>
                  <a:cubicBezTo>
                    <a:pt x="276760" y="922692"/>
                    <a:pt x="272946" y="912388"/>
                    <a:pt x="263432" y="912443"/>
                  </a:cubicBezTo>
                  <a:close/>
                  <a:moveTo>
                    <a:pt x="1714910" y="896590"/>
                  </a:moveTo>
                  <a:lnTo>
                    <a:pt x="1734882" y="896590"/>
                  </a:lnTo>
                  <a:lnTo>
                    <a:pt x="1753333" y="971008"/>
                  </a:lnTo>
                  <a:lnTo>
                    <a:pt x="1772205" y="896590"/>
                  </a:lnTo>
                  <a:lnTo>
                    <a:pt x="1792177" y="896590"/>
                  </a:lnTo>
                  <a:lnTo>
                    <a:pt x="1746000" y="1058137"/>
                  </a:lnTo>
                  <a:lnTo>
                    <a:pt x="1726028" y="1058137"/>
                  </a:lnTo>
                  <a:lnTo>
                    <a:pt x="1742258" y="998644"/>
                  </a:lnTo>
                  <a:close/>
                  <a:moveTo>
                    <a:pt x="1350499" y="896590"/>
                  </a:moveTo>
                  <a:lnTo>
                    <a:pt x="1370471" y="896590"/>
                  </a:lnTo>
                  <a:lnTo>
                    <a:pt x="1370471" y="912636"/>
                  </a:lnTo>
                  <a:cubicBezTo>
                    <a:pt x="1375276" y="905653"/>
                    <a:pt x="1376083" y="897276"/>
                    <a:pt x="1392815" y="896973"/>
                  </a:cubicBezTo>
                  <a:cubicBezTo>
                    <a:pt x="1414114" y="896587"/>
                    <a:pt x="1416732" y="911563"/>
                    <a:pt x="1417110" y="931246"/>
                  </a:cubicBezTo>
                  <a:lnTo>
                    <a:pt x="1417582" y="1009192"/>
                  </a:lnTo>
                  <a:lnTo>
                    <a:pt x="1397610" y="1009192"/>
                  </a:lnTo>
                  <a:cubicBezTo>
                    <a:pt x="1397705" y="984917"/>
                    <a:pt x="1397799" y="960642"/>
                    <a:pt x="1397893" y="936367"/>
                  </a:cubicBezTo>
                  <a:cubicBezTo>
                    <a:pt x="1397830" y="923883"/>
                    <a:pt x="1394269" y="913787"/>
                    <a:pt x="1385541" y="914392"/>
                  </a:cubicBezTo>
                  <a:cubicBezTo>
                    <a:pt x="1372667" y="915283"/>
                    <a:pt x="1371415" y="924422"/>
                    <a:pt x="1370504" y="934362"/>
                  </a:cubicBezTo>
                  <a:lnTo>
                    <a:pt x="1370390" y="937613"/>
                  </a:lnTo>
                  <a:lnTo>
                    <a:pt x="1370170" y="937613"/>
                  </a:lnTo>
                  <a:lnTo>
                    <a:pt x="1370170" y="996661"/>
                  </a:lnTo>
                  <a:lnTo>
                    <a:pt x="1370471" y="996661"/>
                  </a:lnTo>
                  <a:lnTo>
                    <a:pt x="1370471" y="1009192"/>
                  </a:lnTo>
                  <a:lnTo>
                    <a:pt x="1350499" y="1009192"/>
                  </a:lnTo>
                  <a:close/>
                  <a:moveTo>
                    <a:pt x="703301" y="896590"/>
                  </a:moveTo>
                  <a:lnTo>
                    <a:pt x="723273" y="896590"/>
                  </a:lnTo>
                  <a:lnTo>
                    <a:pt x="723273" y="935890"/>
                  </a:lnTo>
                  <a:lnTo>
                    <a:pt x="723669" y="935767"/>
                  </a:lnTo>
                  <a:lnTo>
                    <a:pt x="723669" y="977978"/>
                  </a:lnTo>
                  <a:lnTo>
                    <a:pt x="723993" y="977978"/>
                  </a:lnTo>
                  <a:lnTo>
                    <a:pt x="724972" y="985894"/>
                  </a:lnTo>
                  <a:cubicBezTo>
                    <a:pt x="726442" y="991412"/>
                    <a:pt x="729555" y="994822"/>
                    <a:pt x="736125" y="994808"/>
                  </a:cubicBezTo>
                  <a:cubicBezTo>
                    <a:pt x="742696" y="994793"/>
                    <a:pt x="745808" y="991383"/>
                    <a:pt x="747278" y="985873"/>
                  </a:cubicBezTo>
                  <a:lnTo>
                    <a:pt x="748257" y="977978"/>
                  </a:lnTo>
                  <a:lnTo>
                    <a:pt x="748582" y="977978"/>
                  </a:lnTo>
                  <a:lnTo>
                    <a:pt x="748582" y="917038"/>
                  </a:lnTo>
                  <a:lnTo>
                    <a:pt x="748575" y="917038"/>
                  </a:lnTo>
                  <a:lnTo>
                    <a:pt x="748575" y="896590"/>
                  </a:lnTo>
                  <a:lnTo>
                    <a:pt x="768547" y="896590"/>
                  </a:lnTo>
                  <a:lnTo>
                    <a:pt x="768547" y="975013"/>
                  </a:lnTo>
                  <a:lnTo>
                    <a:pt x="768547" y="975015"/>
                  </a:lnTo>
                  <a:lnTo>
                    <a:pt x="768547" y="975018"/>
                  </a:lnTo>
                  <a:lnTo>
                    <a:pt x="768547" y="976933"/>
                  </a:lnTo>
                  <a:lnTo>
                    <a:pt x="768420" y="976933"/>
                  </a:lnTo>
                  <a:lnTo>
                    <a:pt x="767494" y="990893"/>
                  </a:lnTo>
                  <a:cubicBezTo>
                    <a:pt x="765060" y="1005529"/>
                    <a:pt x="757504" y="1015790"/>
                    <a:pt x="735985" y="1015821"/>
                  </a:cubicBezTo>
                  <a:cubicBezTo>
                    <a:pt x="714467" y="1015852"/>
                    <a:pt x="706910" y="1005560"/>
                    <a:pt x="704476" y="990904"/>
                  </a:cubicBezTo>
                  <a:lnTo>
                    <a:pt x="703550" y="976933"/>
                  </a:lnTo>
                  <a:lnTo>
                    <a:pt x="703301" y="976933"/>
                  </a:lnTo>
                  <a:close/>
                  <a:moveTo>
                    <a:pt x="326701" y="896590"/>
                  </a:moveTo>
                  <a:lnTo>
                    <a:pt x="346672" y="896590"/>
                  </a:lnTo>
                  <a:lnTo>
                    <a:pt x="346672" y="912636"/>
                  </a:lnTo>
                  <a:cubicBezTo>
                    <a:pt x="351478" y="905653"/>
                    <a:pt x="352284" y="897276"/>
                    <a:pt x="369017" y="896973"/>
                  </a:cubicBezTo>
                  <a:cubicBezTo>
                    <a:pt x="390316" y="896587"/>
                    <a:pt x="392934" y="911563"/>
                    <a:pt x="393311" y="931246"/>
                  </a:cubicBezTo>
                  <a:lnTo>
                    <a:pt x="393784" y="1009192"/>
                  </a:lnTo>
                  <a:lnTo>
                    <a:pt x="373812" y="1009192"/>
                  </a:lnTo>
                  <a:cubicBezTo>
                    <a:pt x="373906" y="984917"/>
                    <a:pt x="374000" y="960642"/>
                    <a:pt x="374095" y="936367"/>
                  </a:cubicBezTo>
                  <a:cubicBezTo>
                    <a:pt x="374032" y="923883"/>
                    <a:pt x="370471" y="913787"/>
                    <a:pt x="361743" y="914392"/>
                  </a:cubicBezTo>
                  <a:cubicBezTo>
                    <a:pt x="348869" y="915283"/>
                    <a:pt x="347617" y="924422"/>
                    <a:pt x="346705" y="934362"/>
                  </a:cubicBezTo>
                  <a:lnTo>
                    <a:pt x="346592" y="937613"/>
                  </a:lnTo>
                  <a:lnTo>
                    <a:pt x="346372" y="937613"/>
                  </a:lnTo>
                  <a:lnTo>
                    <a:pt x="346372" y="996661"/>
                  </a:lnTo>
                  <a:lnTo>
                    <a:pt x="346672" y="996661"/>
                  </a:lnTo>
                  <a:lnTo>
                    <a:pt x="346672" y="1009192"/>
                  </a:lnTo>
                  <a:lnTo>
                    <a:pt x="326701" y="1009192"/>
                  </a:lnTo>
                  <a:close/>
                  <a:moveTo>
                    <a:pt x="1645649" y="896386"/>
                  </a:moveTo>
                  <a:cubicBezTo>
                    <a:pt x="1655363" y="896407"/>
                    <a:pt x="1661755" y="900106"/>
                    <a:pt x="1665951" y="906430"/>
                  </a:cubicBezTo>
                  <a:lnTo>
                    <a:pt x="1667038" y="908651"/>
                  </a:lnTo>
                  <a:lnTo>
                    <a:pt x="1667038" y="896728"/>
                  </a:lnTo>
                  <a:lnTo>
                    <a:pt x="1687010" y="896728"/>
                  </a:lnTo>
                  <a:lnTo>
                    <a:pt x="1687010" y="1006787"/>
                  </a:lnTo>
                  <a:cubicBezTo>
                    <a:pt x="1687010" y="1006789"/>
                    <a:pt x="1687010" y="1006789"/>
                    <a:pt x="1687010" y="1006791"/>
                  </a:cubicBezTo>
                  <a:lnTo>
                    <a:pt x="1686300" y="1021179"/>
                  </a:lnTo>
                  <a:cubicBezTo>
                    <a:pt x="1685960" y="1043003"/>
                    <a:pt x="1675608" y="1057051"/>
                    <a:pt x="1652581" y="1057001"/>
                  </a:cubicBezTo>
                  <a:cubicBezTo>
                    <a:pt x="1632195" y="1056956"/>
                    <a:pt x="1621466" y="1042204"/>
                    <a:pt x="1618862" y="1021162"/>
                  </a:cubicBezTo>
                  <a:cubicBezTo>
                    <a:pt x="1618847" y="1020849"/>
                    <a:pt x="1618831" y="1020535"/>
                    <a:pt x="1618816" y="1020222"/>
                  </a:cubicBezTo>
                  <a:lnTo>
                    <a:pt x="1638139" y="1020222"/>
                  </a:lnTo>
                  <a:lnTo>
                    <a:pt x="1638891" y="1025506"/>
                  </a:lnTo>
                  <a:cubicBezTo>
                    <a:pt x="1640137" y="1035905"/>
                    <a:pt x="1644324" y="1039346"/>
                    <a:pt x="1651560" y="1039738"/>
                  </a:cubicBezTo>
                  <a:cubicBezTo>
                    <a:pt x="1665644" y="1040501"/>
                    <a:pt x="1666806" y="1030608"/>
                    <a:pt x="1666731" y="1012557"/>
                  </a:cubicBezTo>
                  <a:lnTo>
                    <a:pt x="1666892" y="1006787"/>
                  </a:lnTo>
                  <a:lnTo>
                    <a:pt x="1667038" y="1006787"/>
                  </a:lnTo>
                  <a:lnTo>
                    <a:pt x="1667038" y="1000603"/>
                  </a:lnTo>
                  <a:lnTo>
                    <a:pt x="1665481" y="1003725"/>
                  </a:lnTo>
                  <a:cubicBezTo>
                    <a:pt x="1661254" y="1010052"/>
                    <a:pt x="1654962" y="1013740"/>
                    <a:pt x="1645649" y="1013718"/>
                  </a:cubicBezTo>
                  <a:cubicBezTo>
                    <a:pt x="1620813" y="1013659"/>
                    <a:pt x="1617463" y="987452"/>
                    <a:pt x="1617463" y="955052"/>
                  </a:cubicBezTo>
                  <a:cubicBezTo>
                    <a:pt x="1617463" y="922652"/>
                    <a:pt x="1622033" y="896335"/>
                    <a:pt x="1645649" y="896386"/>
                  </a:cubicBezTo>
                  <a:close/>
                  <a:moveTo>
                    <a:pt x="1483922" y="896249"/>
                  </a:moveTo>
                  <a:cubicBezTo>
                    <a:pt x="1505820" y="896210"/>
                    <a:pt x="1514472" y="911004"/>
                    <a:pt x="1517429" y="932072"/>
                  </a:cubicBezTo>
                  <a:cubicBezTo>
                    <a:pt x="1518765" y="939997"/>
                    <a:pt x="1518214" y="949432"/>
                    <a:pt x="1518040" y="959244"/>
                  </a:cubicBezTo>
                  <a:lnTo>
                    <a:pt x="1469496" y="959244"/>
                  </a:lnTo>
                  <a:lnTo>
                    <a:pt x="1469772" y="969136"/>
                  </a:lnTo>
                  <a:cubicBezTo>
                    <a:pt x="1470830" y="983791"/>
                    <a:pt x="1474235" y="994082"/>
                    <a:pt x="1484566" y="994053"/>
                  </a:cubicBezTo>
                  <a:cubicBezTo>
                    <a:pt x="1491802" y="994033"/>
                    <a:pt x="1495611" y="989466"/>
                    <a:pt x="1497612" y="982086"/>
                  </a:cubicBezTo>
                  <a:lnTo>
                    <a:pt x="1498822" y="973587"/>
                  </a:lnTo>
                  <a:lnTo>
                    <a:pt x="1517846" y="973587"/>
                  </a:lnTo>
                  <a:cubicBezTo>
                    <a:pt x="1517778" y="974972"/>
                    <a:pt x="1517709" y="976357"/>
                    <a:pt x="1517641" y="977742"/>
                  </a:cubicBezTo>
                  <a:cubicBezTo>
                    <a:pt x="1515037" y="998784"/>
                    <a:pt x="1506950" y="1013536"/>
                    <a:pt x="1483922" y="1013580"/>
                  </a:cubicBezTo>
                  <a:cubicBezTo>
                    <a:pt x="1453219" y="1013640"/>
                    <a:pt x="1449076" y="987315"/>
                    <a:pt x="1449076" y="954914"/>
                  </a:cubicBezTo>
                  <a:cubicBezTo>
                    <a:pt x="1449076" y="922514"/>
                    <a:pt x="1451898" y="896304"/>
                    <a:pt x="1483922" y="896249"/>
                  </a:cubicBezTo>
                  <a:close/>
                  <a:moveTo>
                    <a:pt x="1070504" y="896249"/>
                  </a:moveTo>
                  <a:cubicBezTo>
                    <a:pt x="1099701" y="896198"/>
                    <a:pt x="1105350" y="922514"/>
                    <a:pt x="1105350" y="954914"/>
                  </a:cubicBezTo>
                  <a:cubicBezTo>
                    <a:pt x="1105350" y="987315"/>
                    <a:pt x="1101208" y="1013521"/>
                    <a:pt x="1070504" y="1013580"/>
                  </a:cubicBezTo>
                  <a:cubicBezTo>
                    <a:pt x="1039801" y="1013640"/>
                    <a:pt x="1035658" y="987315"/>
                    <a:pt x="1035658" y="954914"/>
                  </a:cubicBezTo>
                  <a:cubicBezTo>
                    <a:pt x="1035658" y="922514"/>
                    <a:pt x="1038480" y="896304"/>
                    <a:pt x="1070504" y="896249"/>
                  </a:cubicBezTo>
                  <a:close/>
                  <a:moveTo>
                    <a:pt x="914852" y="896249"/>
                  </a:moveTo>
                  <a:cubicBezTo>
                    <a:pt x="936750" y="896210"/>
                    <a:pt x="945402" y="911004"/>
                    <a:pt x="948359" y="932072"/>
                  </a:cubicBezTo>
                  <a:cubicBezTo>
                    <a:pt x="949695" y="939997"/>
                    <a:pt x="949144" y="949432"/>
                    <a:pt x="948970" y="959244"/>
                  </a:cubicBezTo>
                  <a:lnTo>
                    <a:pt x="900426" y="959244"/>
                  </a:lnTo>
                  <a:lnTo>
                    <a:pt x="900703" y="969136"/>
                  </a:lnTo>
                  <a:cubicBezTo>
                    <a:pt x="901760" y="983791"/>
                    <a:pt x="905166" y="994082"/>
                    <a:pt x="915496" y="994053"/>
                  </a:cubicBezTo>
                  <a:cubicBezTo>
                    <a:pt x="922732" y="994033"/>
                    <a:pt x="926541" y="989466"/>
                    <a:pt x="928542" y="982086"/>
                  </a:cubicBezTo>
                  <a:lnTo>
                    <a:pt x="929752" y="973587"/>
                  </a:lnTo>
                  <a:lnTo>
                    <a:pt x="948777" y="973587"/>
                  </a:lnTo>
                  <a:cubicBezTo>
                    <a:pt x="948708" y="974972"/>
                    <a:pt x="948640" y="976357"/>
                    <a:pt x="948571" y="977742"/>
                  </a:cubicBezTo>
                  <a:cubicBezTo>
                    <a:pt x="945967" y="998784"/>
                    <a:pt x="937881" y="1013536"/>
                    <a:pt x="914852" y="1013580"/>
                  </a:cubicBezTo>
                  <a:cubicBezTo>
                    <a:pt x="884149" y="1013640"/>
                    <a:pt x="880006" y="987315"/>
                    <a:pt x="880006" y="954914"/>
                  </a:cubicBezTo>
                  <a:cubicBezTo>
                    <a:pt x="880006" y="922514"/>
                    <a:pt x="882828" y="896304"/>
                    <a:pt x="914852" y="896249"/>
                  </a:cubicBezTo>
                  <a:close/>
                  <a:moveTo>
                    <a:pt x="637960" y="896249"/>
                  </a:moveTo>
                  <a:cubicBezTo>
                    <a:pt x="667156" y="896198"/>
                    <a:pt x="672806" y="922514"/>
                    <a:pt x="672806" y="954914"/>
                  </a:cubicBezTo>
                  <a:cubicBezTo>
                    <a:pt x="672806" y="987315"/>
                    <a:pt x="668664" y="1013521"/>
                    <a:pt x="637960" y="1013580"/>
                  </a:cubicBezTo>
                  <a:cubicBezTo>
                    <a:pt x="607257" y="1013640"/>
                    <a:pt x="603114" y="987315"/>
                    <a:pt x="603114" y="954914"/>
                  </a:cubicBezTo>
                  <a:cubicBezTo>
                    <a:pt x="603114" y="922514"/>
                    <a:pt x="605936" y="896304"/>
                    <a:pt x="637960" y="896249"/>
                  </a:cubicBezTo>
                  <a:close/>
                  <a:moveTo>
                    <a:pt x="262788" y="896249"/>
                  </a:moveTo>
                  <a:cubicBezTo>
                    <a:pt x="284685" y="896210"/>
                    <a:pt x="293337" y="911004"/>
                    <a:pt x="296295" y="932072"/>
                  </a:cubicBezTo>
                  <a:cubicBezTo>
                    <a:pt x="297631" y="939997"/>
                    <a:pt x="297080" y="949432"/>
                    <a:pt x="296906" y="959244"/>
                  </a:cubicBezTo>
                  <a:lnTo>
                    <a:pt x="248362" y="959244"/>
                  </a:lnTo>
                  <a:lnTo>
                    <a:pt x="248638" y="969136"/>
                  </a:lnTo>
                  <a:cubicBezTo>
                    <a:pt x="249695" y="983791"/>
                    <a:pt x="253101" y="994082"/>
                    <a:pt x="263432" y="994053"/>
                  </a:cubicBezTo>
                  <a:cubicBezTo>
                    <a:pt x="270668" y="994033"/>
                    <a:pt x="274477" y="989466"/>
                    <a:pt x="276478" y="982086"/>
                  </a:cubicBezTo>
                  <a:lnTo>
                    <a:pt x="277688" y="973587"/>
                  </a:lnTo>
                  <a:lnTo>
                    <a:pt x="296712" y="973587"/>
                  </a:lnTo>
                  <a:cubicBezTo>
                    <a:pt x="296644" y="974972"/>
                    <a:pt x="296575" y="976357"/>
                    <a:pt x="296507" y="977742"/>
                  </a:cubicBezTo>
                  <a:cubicBezTo>
                    <a:pt x="293903" y="998784"/>
                    <a:pt x="285816" y="1013536"/>
                    <a:pt x="262788" y="1013580"/>
                  </a:cubicBezTo>
                  <a:cubicBezTo>
                    <a:pt x="232085" y="1013640"/>
                    <a:pt x="227942" y="987315"/>
                    <a:pt x="227942" y="954914"/>
                  </a:cubicBezTo>
                  <a:cubicBezTo>
                    <a:pt x="227942" y="922514"/>
                    <a:pt x="230764" y="896304"/>
                    <a:pt x="262788" y="896249"/>
                  </a:cubicBezTo>
                  <a:close/>
                  <a:moveTo>
                    <a:pt x="174241" y="896248"/>
                  </a:moveTo>
                  <a:cubicBezTo>
                    <a:pt x="197857" y="896197"/>
                    <a:pt x="202427" y="922514"/>
                    <a:pt x="202427" y="954914"/>
                  </a:cubicBezTo>
                  <a:cubicBezTo>
                    <a:pt x="202427" y="987315"/>
                    <a:pt x="199077" y="1013521"/>
                    <a:pt x="174241" y="1013580"/>
                  </a:cubicBezTo>
                  <a:cubicBezTo>
                    <a:pt x="168032" y="1013595"/>
                    <a:pt x="163166" y="1011961"/>
                    <a:pt x="159360" y="1008995"/>
                  </a:cubicBezTo>
                  <a:lnTo>
                    <a:pt x="152852" y="999395"/>
                  </a:lnTo>
                  <a:lnTo>
                    <a:pt x="152852" y="1056246"/>
                  </a:lnTo>
                  <a:lnTo>
                    <a:pt x="132881" y="1056246"/>
                  </a:lnTo>
                  <a:lnTo>
                    <a:pt x="132881" y="896590"/>
                  </a:lnTo>
                  <a:lnTo>
                    <a:pt x="152852" y="896590"/>
                  </a:lnTo>
                  <a:lnTo>
                    <a:pt x="152852" y="909865"/>
                  </a:lnTo>
                  <a:lnTo>
                    <a:pt x="158909" y="900882"/>
                  </a:lnTo>
                  <a:cubicBezTo>
                    <a:pt x="162766" y="897911"/>
                    <a:pt x="167765" y="896262"/>
                    <a:pt x="174241" y="896248"/>
                  </a:cubicBezTo>
                  <a:close/>
                  <a:moveTo>
                    <a:pt x="1592774" y="892438"/>
                  </a:moveTo>
                  <a:lnTo>
                    <a:pt x="1592774" y="914707"/>
                  </a:lnTo>
                  <a:cubicBezTo>
                    <a:pt x="1583514" y="909612"/>
                    <a:pt x="1577013" y="914282"/>
                    <a:pt x="1572318" y="924898"/>
                  </a:cubicBezTo>
                  <a:lnTo>
                    <a:pt x="1570506" y="930363"/>
                  </a:lnTo>
                  <a:lnTo>
                    <a:pt x="1570506" y="1009192"/>
                  </a:lnTo>
                  <a:lnTo>
                    <a:pt x="1550534" y="1009192"/>
                  </a:lnTo>
                  <a:lnTo>
                    <a:pt x="1550534" y="896590"/>
                  </a:lnTo>
                  <a:lnTo>
                    <a:pt x="1570506" y="896590"/>
                  </a:lnTo>
                  <a:lnTo>
                    <a:pt x="1570506" y="906833"/>
                  </a:lnTo>
                  <a:lnTo>
                    <a:pt x="1571627" y="905336"/>
                  </a:lnTo>
                  <a:cubicBezTo>
                    <a:pt x="1576659" y="898171"/>
                    <a:pt x="1581532" y="891589"/>
                    <a:pt x="1592774" y="892438"/>
                  </a:cubicBezTo>
                  <a:close/>
                  <a:moveTo>
                    <a:pt x="824066" y="891683"/>
                  </a:moveTo>
                  <a:cubicBezTo>
                    <a:pt x="833896" y="891238"/>
                    <a:pt x="841608" y="894228"/>
                    <a:pt x="846335" y="897345"/>
                  </a:cubicBezTo>
                  <a:lnTo>
                    <a:pt x="846335" y="916217"/>
                  </a:lnTo>
                  <a:cubicBezTo>
                    <a:pt x="831615" y="909171"/>
                    <a:pt x="816237" y="908789"/>
                    <a:pt x="815762" y="924520"/>
                  </a:cubicBezTo>
                  <a:cubicBezTo>
                    <a:pt x="816014" y="936598"/>
                    <a:pt x="828690" y="944111"/>
                    <a:pt x="832661" y="947285"/>
                  </a:cubicBezTo>
                  <a:cubicBezTo>
                    <a:pt x="836633" y="950459"/>
                    <a:pt x="854413" y="963697"/>
                    <a:pt x="854638" y="979626"/>
                  </a:cubicBezTo>
                  <a:cubicBezTo>
                    <a:pt x="854854" y="994907"/>
                    <a:pt x="843083" y="1013464"/>
                    <a:pt x="824444" y="1013595"/>
                  </a:cubicBezTo>
                  <a:cubicBezTo>
                    <a:pt x="818138" y="1013640"/>
                    <a:pt x="808465" y="1010953"/>
                    <a:pt x="802175" y="1007934"/>
                  </a:cubicBezTo>
                  <a:lnTo>
                    <a:pt x="802175" y="987929"/>
                  </a:lnTo>
                  <a:cubicBezTo>
                    <a:pt x="808151" y="992144"/>
                    <a:pt x="816277" y="994890"/>
                    <a:pt x="822179" y="994723"/>
                  </a:cubicBezTo>
                  <a:cubicBezTo>
                    <a:pt x="831112" y="994472"/>
                    <a:pt x="837501" y="985881"/>
                    <a:pt x="836521" y="979248"/>
                  </a:cubicBezTo>
                  <a:cubicBezTo>
                    <a:pt x="835542" y="972616"/>
                    <a:pt x="823602" y="961846"/>
                    <a:pt x="816301" y="954931"/>
                  </a:cubicBezTo>
                  <a:cubicBezTo>
                    <a:pt x="809000" y="948016"/>
                    <a:pt x="797597" y="936255"/>
                    <a:pt x="796988" y="925652"/>
                  </a:cubicBezTo>
                  <a:cubicBezTo>
                    <a:pt x="795789" y="904786"/>
                    <a:pt x="811690" y="892244"/>
                    <a:pt x="824066" y="891683"/>
                  </a:cubicBezTo>
                  <a:close/>
                  <a:moveTo>
                    <a:pt x="56436" y="860524"/>
                  </a:moveTo>
                  <a:cubicBezTo>
                    <a:pt x="36465" y="860661"/>
                    <a:pt x="35735" y="890126"/>
                    <a:pt x="35735" y="926643"/>
                  </a:cubicBezTo>
                  <a:cubicBezTo>
                    <a:pt x="35735" y="963159"/>
                    <a:pt x="37723" y="992824"/>
                    <a:pt x="56436" y="992761"/>
                  </a:cubicBezTo>
                  <a:cubicBezTo>
                    <a:pt x="76095" y="992696"/>
                    <a:pt x="77136" y="963159"/>
                    <a:pt x="77136" y="926643"/>
                  </a:cubicBezTo>
                  <a:cubicBezTo>
                    <a:pt x="77136" y="890126"/>
                    <a:pt x="73668" y="860406"/>
                    <a:pt x="56436" y="860524"/>
                  </a:cubicBezTo>
                  <a:close/>
                  <a:moveTo>
                    <a:pt x="56672" y="839708"/>
                  </a:moveTo>
                  <a:cubicBezTo>
                    <a:pt x="93442" y="839632"/>
                    <a:pt x="100557" y="878630"/>
                    <a:pt x="100557" y="926644"/>
                  </a:cubicBezTo>
                  <a:cubicBezTo>
                    <a:pt x="100557" y="974658"/>
                    <a:pt x="95341" y="1013492"/>
                    <a:pt x="56672" y="1013580"/>
                  </a:cubicBezTo>
                  <a:cubicBezTo>
                    <a:pt x="18004" y="1013668"/>
                    <a:pt x="12787" y="974658"/>
                    <a:pt x="12787" y="926644"/>
                  </a:cubicBezTo>
                  <a:cubicBezTo>
                    <a:pt x="12787" y="878630"/>
                    <a:pt x="16341" y="839790"/>
                    <a:pt x="56672" y="839708"/>
                  </a:cubicBezTo>
                  <a:close/>
                  <a:moveTo>
                    <a:pt x="1261002" y="839707"/>
                  </a:moveTo>
                  <a:lnTo>
                    <a:pt x="1267808" y="839707"/>
                  </a:lnTo>
                  <a:lnTo>
                    <a:pt x="1282685" y="839707"/>
                  </a:lnTo>
                  <a:lnTo>
                    <a:pt x="1322930" y="839707"/>
                  </a:lnTo>
                  <a:lnTo>
                    <a:pt x="1322930" y="858017"/>
                  </a:lnTo>
                  <a:lnTo>
                    <a:pt x="1282685" y="858017"/>
                  </a:lnTo>
                  <a:lnTo>
                    <a:pt x="1282685" y="914391"/>
                  </a:lnTo>
                  <a:lnTo>
                    <a:pt x="1318112" y="914391"/>
                  </a:lnTo>
                  <a:lnTo>
                    <a:pt x="1318112" y="932701"/>
                  </a:lnTo>
                  <a:lnTo>
                    <a:pt x="1282685" y="932701"/>
                  </a:lnTo>
                  <a:lnTo>
                    <a:pt x="1282685" y="992581"/>
                  </a:lnTo>
                  <a:lnTo>
                    <a:pt x="1322930" y="992581"/>
                  </a:lnTo>
                  <a:lnTo>
                    <a:pt x="1322930" y="1010891"/>
                  </a:lnTo>
                  <a:lnTo>
                    <a:pt x="1282685" y="1010891"/>
                  </a:lnTo>
                  <a:lnTo>
                    <a:pt x="1267808" y="1010891"/>
                  </a:lnTo>
                  <a:lnTo>
                    <a:pt x="1261002" y="1010891"/>
                  </a:lnTo>
                  <a:close/>
                  <a:moveTo>
                    <a:pt x="489126" y="838658"/>
                  </a:moveTo>
                  <a:lnTo>
                    <a:pt x="510809" y="838658"/>
                  </a:lnTo>
                  <a:lnTo>
                    <a:pt x="510809" y="905619"/>
                  </a:lnTo>
                  <a:lnTo>
                    <a:pt x="546246" y="905619"/>
                  </a:lnTo>
                  <a:lnTo>
                    <a:pt x="546246" y="838658"/>
                  </a:lnTo>
                  <a:lnTo>
                    <a:pt x="567930" y="838658"/>
                  </a:lnTo>
                  <a:lnTo>
                    <a:pt x="567930" y="1009192"/>
                  </a:lnTo>
                  <a:lnTo>
                    <a:pt x="546246" y="1009192"/>
                  </a:lnTo>
                  <a:lnTo>
                    <a:pt x="546246" y="923859"/>
                  </a:lnTo>
                  <a:lnTo>
                    <a:pt x="510809" y="923859"/>
                  </a:lnTo>
                  <a:lnTo>
                    <a:pt x="510809" y="1009192"/>
                  </a:lnTo>
                  <a:lnTo>
                    <a:pt x="489126" y="1009192"/>
                  </a:lnTo>
                  <a:close/>
                  <a:moveTo>
                    <a:pt x="1162901" y="821998"/>
                  </a:moveTo>
                  <a:cubicBezTo>
                    <a:pt x="1167454" y="821842"/>
                    <a:pt x="1172459" y="822375"/>
                    <a:pt x="1177725" y="823498"/>
                  </a:cubicBezTo>
                  <a:lnTo>
                    <a:pt x="1177725" y="843469"/>
                  </a:lnTo>
                  <a:cubicBezTo>
                    <a:pt x="1162565" y="837968"/>
                    <a:pt x="1159105" y="844922"/>
                    <a:pt x="1159420" y="854141"/>
                  </a:cubicBezTo>
                  <a:lnTo>
                    <a:pt x="1159420" y="895458"/>
                  </a:lnTo>
                  <a:lnTo>
                    <a:pt x="1177725" y="895458"/>
                  </a:lnTo>
                  <a:lnTo>
                    <a:pt x="1177725" y="912236"/>
                  </a:lnTo>
                  <a:lnTo>
                    <a:pt x="1159420" y="912236"/>
                  </a:lnTo>
                  <a:lnTo>
                    <a:pt x="1159420" y="1009192"/>
                  </a:lnTo>
                  <a:lnTo>
                    <a:pt x="1139449" y="1009192"/>
                  </a:lnTo>
                  <a:lnTo>
                    <a:pt x="1139449" y="912236"/>
                  </a:lnTo>
                  <a:lnTo>
                    <a:pt x="1127527" y="912236"/>
                  </a:lnTo>
                  <a:lnTo>
                    <a:pt x="1127527" y="895458"/>
                  </a:lnTo>
                  <a:lnTo>
                    <a:pt x="1139449" y="895458"/>
                  </a:lnTo>
                  <a:lnTo>
                    <a:pt x="1139449" y="844747"/>
                  </a:lnTo>
                  <a:cubicBezTo>
                    <a:pt x="1139676" y="829150"/>
                    <a:pt x="1149246" y="822469"/>
                    <a:pt x="1162901" y="821998"/>
                  </a:cubicBezTo>
                  <a:close/>
                  <a:moveTo>
                    <a:pt x="0" y="698203"/>
                  </a:moveTo>
                  <a:lnTo>
                    <a:pt x="1792582" y="698203"/>
                  </a:lnTo>
                  <a:lnTo>
                    <a:pt x="1792582" y="703247"/>
                  </a:lnTo>
                  <a:lnTo>
                    <a:pt x="1792582" y="757745"/>
                  </a:lnTo>
                  <a:lnTo>
                    <a:pt x="1792582" y="777019"/>
                  </a:lnTo>
                  <a:lnTo>
                    <a:pt x="0" y="777019"/>
                  </a:lnTo>
                  <a:close/>
                  <a:moveTo>
                    <a:pt x="827858" y="57086"/>
                  </a:moveTo>
                  <a:cubicBezTo>
                    <a:pt x="773091" y="57462"/>
                    <a:pt x="771089" y="138267"/>
                    <a:pt x="771089" y="238408"/>
                  </a:cubicBezTo>
                  <a:cubicBezTo>
                    <a:pt x="771089" y="338549"/>
                    <a:pt x="776541" y="419900"/>
                    <a:pt x="827858" y="419730"/>
                  </a:cubicBezTo>
                  <a:cubicBezTo>
                    <a:pt x="881771" y="419551"/>
                    <a:pt x="884626" y="338549"/>
                    <a:pt x="884626" y="238408"/>
                  </a:cubicBezTo>
                  <a:cubicBezTo>
                    <a:pt x="884626" y="138267"/>
                    <a:pt x="875116" y="56762"/>
                    <a:pt x="827858" y="57086"/>
                  </a:cubicBezTo>
                  <a:close/>
                  <a:moveTo>
                    <a:pt x="119700" y="57086"/>
                  </a:moveTo>
                  <a:cubicBezTo>
                    <a:pt x="64933" y="57462"/>
                    <a:pt x="62931" y="138267"/>
                    <a:pt x="62931" y="238408"/>
                  </a:cubicBezTo>
                  <a:cubicBezTo>
                    <a:pt x="62931" y="338549"/>
                    <a:pt x="68383" y="419900"/>
                    <a:pt x="119700" y="419730"/>
                  </a:cubicBezTo>
                  <a:cubicBezTo>
                    <a:pt x="173614" y="419551"/>
                    <a:pt x="176468" y="338549"/>
                    <a:pt x="176468" y="238408"/>
                  </a:cubicBezTo>
                  <a:cubicBezTo>
                    <a:pt x="176468" y="138267"/>
                    <a:pt x="166959" y="56762"/>
                    <a:pt x="119700" y="57086"/>
                  </a:cubicBezTo>
                  <a:close/>
                  <a:moveTo>
                    <a:pt x="364615" y="7754"/>
                  </a:moveTo>
                  <a:lnTo>
                    <a:pt x="425426" y="7754"/>
                  </a:lnTo>
                  <a:lnTo>
                    <a:pt x="425426" y="188764"/>
                  </a:lnTo>
                  <a:lnTo>
                    <a:pt x="519025" y="188764"/>
                  </a:lnTo>
                  <a:lnTo>
                    <a:pt x="519025" y="7754"/>
                  </a:lnTo>
                  <a:lnTo>
                    <a:pt x="579836" y="7754"/>
                  </a:lnTo>
                  <a:lnTo>
                    <a:pt x="579836" y="468746"/>
                  </a:lnTo>
                  <a:lnTo>
                    <a:pt x="519025" y="468746"/>
                  </a:lnTo>
                  <a:lnTo>
                    <a:pt x="519025" y="238072"/>
                  </a:lnTo>
                  <a:lnTo>
                    <a:pt x="425426" y="238072"/>
                  </a:lnTo>
                  <a:lnTo>
                    <a:pt x="425426" y="468746"/>
                  </a:lnTo>
                  <a:lnTo>
                    <a:pt x="364615" y="468746"/>
                  </a:lnTo>
                  <a:close/>
                  <a:moveTo>
                    <a:pt x="828506" y="0"/>
                  </a:moveTo>
                  <a:cubicBezTo>
                    <a:pt x="929343" y="-206"/>
                    <a:pt x="948855" y="106741"/>
                    <a:pt x="948855" y="238412"/>
                  </a:cubicBezTo>
                  <a:cubicBezTo>
                    <a:pt x="948855" y="370082"/>
                    <a:pt x="934550" y="476581"/>
                    <a:pt x="828506" y="476823"/>
                  </a:cubicBezTo>
                  <a:cubicBezTo>
                    <a:pt x="722465" y="477064"/>
                    <a:pt x="708157" y="370082"/>
                    <a:pt x="708157" y="238412"/>
                  </a:cubicBezTo>
                  <a:cubicBezTo>
                    <a:pt x="708157" y="106741"/>
                    <a:pt x="717903" y="227"/>
                    <a:pt x="828506" y="0"/>
                  </a:cubicBezTo>
                  <a:close/>
                  <a:moveTo>
                    <a:pt x="120349" y="0"/>
                  </a:moveTo>
                  <a:cubicBezTo>
                    <a:pt x="221186" y="-206"/>
                    <a:pt x="240698" y="106741"/>
                    <a:pt x="240698" y="238412"/>
                  </a:cubicBezTo>
                  <a:cubicBezTo>
                    <a:pt x="240698" y="370082"/>
                    <a:pt x="226393" y="476581"/>
                    <a:pt x="120349" y="476823"/>
                  </a:cubicBezTo>
                  <a:cubicBezTo>
                    <a:pt x="14308" y="477064"/>
                    <a:pt x="0" y="370082"/>
                    <a:pt x="0" y="238412"/>
                  </a:cubicBezTo>
                  <a:cubicBezTo>
                    <a:pt x="0" y="106741"/>
                    <a:pt x="9745" y="227"/>
                    <a:pt x="120349" y="0"/>
                  </a:cubicBezTo>
                  <a:close/>
                </a:path>
              </a:pathLst>
            </a:custGeom>
            <a:grp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endParaRPr>
            </a:p>
          </p:txBody>
        </p:sp>
      </p:grpSp>
      <p:sp>
        <p:nvSpPr>
          <p:cNvPr id="7" name="Freeform: Shape 6">
            <a:extLst>
              <a:ext uri="{FF2B5EF4-FFF2-40B4-BE49-F238E27FC236}">
                <a16:creationId xmlns:a16="http://schemas.microsoft.com/office/drawing/2014/main" id="{BE9F87FB-157C-4DFB-BBBB-1713B2F013C9}"/>
              </a:ext>
            </a:extLst>
          </p:cNvPr>
          <p:cNvSpPr/>
          <p:nvPr/>
        </p:nvSpPr>
        <p:spPr>
          <a:xfrm>
            <a:off x="5505027" y="3049307"/>
            <a:ext cx="272937" cy="272937"/>
          </a:xfrm>
          <a:custGeom>
            <a:avLst/>
            <a:gdLst>
              <a:gd name="connsiteX0" fmla="*/ 153291 w 2650554"/>
              <a:gd name="connsiteY0" fmla="*/ 707403 h 2650554"/>
              <a:gd name="connsiteX1" fmla="*/ 153291 w 2650554"/>
              <a:gd name="connsiteY1" fmla="*/ 1943152 h 2650554"/>
              <a:gd name="connsiteX2" fmla="*/ 104147 w 2650554"/>
              <a:gd name="connsiteY2" fmla="*/ 1841135 h 2650554"/>
              <a:gd name="connsiteX3" fmla="*/ 0 w 2650554"/>
              <a:gd name="connsiteY3" fmla="*/ 1325277 h 2650554"/>
              <a:gd name="connsiteX4" fmla="*/ 104147 w 2650554"/>
              <a:gd name="connsiteY4" fmla="*/ 809420 h 2650554"/>
              <a:gd name="connsiteX5" fmla="*/ 1325277 w 2650554"/>
              <a:gd name="connsiteY5" fmla="*/ 0 h 2650554"/>
              <a:gd name="connsiteX6" fmla="*/ 2650554 w 2650554"/>
              <a:gd name="connsiteY6" fmla="*/ 1325277 h 2650554"/>
              <a:gd name="connsiteX7" fmla="*/ 1325277 w 2650554"/>
              <a:gd name="connsiteY7" fmla="*/ 2650554 h 2650554"/>
              <a:gd name="connsiteX8" fmla="*/ 302629 w 2650554"/>
              <a:gd name="connsiteY8" fmla="*/ 2168276 h 2650554"/>
              <a:gd name="connsiteX9" fmla="*/ 252590 w 2650554"/>
              <a:gd name="connsiteY9" fmla="*/ 2101360 h 2650554"/>
              <a:gd name="connsiteX10" fmla="*/ 363376 w 2650554"/>
              <a:gd name="connsiteY10" fmla="*/ 2101360 h 2650554"/>
              <a:gd name="connsiteX11" fmla="*/ 729428 w 2650554"/>
              <a:gd name="connsiteY11" fmla="*/ 2101360 h 2650554"/>
              <a:gd name="connsiteX12" fmla="*/ 729428 w 2650554"/>
              <a:gd name="connsiteY12" fmla="*/ 1931019 h 2650554"/>
              <a:gd name="connsiteX13" fmla="*/ 363376 w 2650554"/>
              <a:gd name="connsiteY13" fmla="*/ 1931019 h 2650554"/>
              <a:gd name="connsiteX14" fmla="*/ 363376 w 2650554"/>
              <a:gd name="connsiteY14" fmla="*/ 1373934 h 2650554"/>
              <a:gd name="connsiteX15" fmla="*/ 684601 w 2650554"/>
              <a:gd name="connsiteY15" fmla="*/ 1373934 h 2650554"/>
              <a:gd name="connsiteX16" fmla="*/ 684601 w 2650554"/>
              <a:gd name="connsiteY16" fmla="*/ 1203593 h 2650554"/>
              <a:gd name="connsiteX17" fmla="*/ 363376 w 2650554"/>
              <a:gd name="connsiteY17" fmla="*/ 1203593 h 2650554"/>
              <a:gd name="connsiteX18" fmla="*/ 363376 w 2650554"/>
              <a:gd name="connsiteY18" fmla="*/ 679122 h 2650554"/>
              <a:gd name="connsiteX19" fmla="*/ 729428 w 2650554"/>
              <a:gd name="connsiteY19" fmla="*/ 679122 h 2650554"/>
              <a:gd name="connsiteX20" fmla="*/ 729428 w 2650554"/>
              <a:gd name="connsiteY20" fmla="*/ 508781 h 2650554"/>
              <a:gd name="connsiteX21" fmla="*/ 363376 w 2650554"/>
              <a:gd name="connsiteY21" fmla="*/ 508781 h 2650554"/>
              <a:gd name="connsiteX22" fmla="*/ 282811 w 2650554"/>
              <a:gd name="connsiteY22" fmla="*/ 508781 h 2650554"/>
              <a:gd name="connsiteX23" fmla="*/ 302629 w 2650554"/>
              <a:gd name="connsiteY23" fmla="*/ 482278 h 2650554"/>
              <a:gd name="connsiteX24" fmla="*/ 1325277 w 2650554"/>
              <a:gd name="connsiteY24" fmla="*/ 0 h 2650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650554" h="2650554">
                <a:moveTo>
                  <a:pt x="153291" y="707403"/>
                </a:moveTo>
                <a:lnTo>
                  <a:pt x="153291" y="1943152"/>
                </a:lnTo>
                <a:lnTo>
                  <a:pt x="104147" y="1841135"/>
                </a:lnTo>
                <a:cubicBezTo>
                  <a:pt x="37084" y="1682581"/>
                  <a:pt x="0" y="1508260"/>
                  <a:pt x="0" y="1325277"/>
                </a:cubicBezTo>
                <a:cubicBezTo>
                  <a:pt x="0" y="1142295"/>
                  <a:pt x="37084" y="967973"/>
                  <a:pt x="104147" y="809420"/>
                </a:cubicBezTo>
                <a:close/>
                <a:moveTo>
                  <a:pt x="1325277" y="0"/>
                </a:moveTo>
                <a:cubicBezTo>
                  <a:pt x="2057207" y="0"/>
                  <a:pt x="2650554" y="593347"/>
                  <a:pt x="2650554" y="1325277"/>
                </a:cubicBezTo>
                <a:cubicBezTo>
                  <a:pt x="2650554" y="2057207"/>
                  <a:pt x="2057207" y="2650554"/>
                  <a:pt x="1325277" y="2650554"/>
                </a:cubicBezTo>
                <a:cubicBezTo>
                  <a:pt x="913567" y="2650554"/>
                  <a:pt x="545705" y="2462815"/>
                  <a:pt x="302629" y="2168276"/>
                </a:cubicBezTo>
                <a:lnTo>
                  <a:pt x="252590" y="2101360"/>
                </a:lnTo>
                <a:lnTo>
                  <a:pt x="363376" y="2101360"/>
                </a:lnTo>
                <a:lnTo>
                  <a:pt x="729428" y="2101360"/>
                </a:lnTo>
                <a:lnTo>
                  <a:pt x="729428" y="1931019"/>
                </a:lnTo>
                <a:lnTo>
                  <a:pt x="363376" y="1931019"/>
                </a:lnTo>
                <a:lnTo>
                  <a:pt x="363376" y="1373934"/>
                </a:lnTo>
                <a:lnTo>
                  <a:pt x="684601" y="1373934"/>
                </a:lnTo>
                <a:lnTo>
                  <a:pt x="684601" y="1203593"/>
                </a:lnTo>
                <a:lnTo>
                  <a:pt x="363376" y="1203593"/>
                </a:lnTo>
                <a:lnTo>
                  <a:pt x="363376" y="679122"/>
                </a:lnTo>
                <a:lnTo>
                  <a:pt x="729428" y="679122"/>
                </a:lnTo>
                <a:lnTo>
                  <a:pt x="729428" y="508781"/>
                </a:lnTo>
                <a:lnTo>
                  <a:pt x="363376" y="508781"/>
                </a:lnTo>
                <a:lnTo>
                  <a:pt x="282811" y="508781"/>
                </a:lnTo>
                <a:lnTo>
                  <a:pt x="302629" y="482278"/>
                </a:lnTo>
                <a:cubicBezTo>
                  <a:pt x="545705" y="187739"/>
                  <a:pt x="913567" y="0"/>
                  <a:pt x="1325277" y="0"/>
                </a:cubicBezTo>
                <a:close/>
              </a:path>
            </a:pathLst>
          </a:custGeom>
          <a:solidFill>
            <a:schemeClr val="tx2"/>
          </a:solid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8" name="Freeform: Shape 7">
            <a:extLst>
              <a:ext uri="{FF2B5EF4-FFF2-40B4-BE49-F238E27FC236}">
                <a16:creationId xmlns:a16="http://schemas.microsoft.com/office/drawing/2014/main" id="{926AF23A-CC21-465D-BE2D-16979A4B1B6C}"/>
              </a:ext>
            </a:extLst>
          </p:cNvPr>
          <p:cNvSpPr/>
          <p:nvPr/>
        </p:nvSpPr>
        <p:spPr>
          <a:xfrm>
            <a:off x="5139097" y="3098941"/>
            <a:ext cx="637693" cy="276417"/>
          </a:xfrm>
          <a:custGeom>
            <a:avLst/>
            <a:gdLst>
              <a:gd name="connsiteX0" fmla="*/ 0 w 637693"/>
              <a:gd name="connsiteY0" fmla="*/ 248379 h 276417"/>
              <a:gd name="connsiteX1" fmla="*/ 637693 w 637693"/>
              <a:gd name="connsiteY1" fmla="*/ 248379 h 276417"/>
              <a:gd name="connsiteX2" fmla="*/ 637693 w 637693"/>
              <a:gd name="connsiteY2" fmla="*/ 250173 h 276417"/>
              <a:gd name="connsiteX3" fmla="*/ 637693 w 637693"/>
              <a:gd name="connsiteY3" fmla="*/ 269561 h 276417"/>
              <a:gd name="connsiteX4" fmla="*/ 637693 w 637693"/>
              <a:gd name="connsiteY4" fmla="*/ 276417 h 276417"/>
              <a:gd name="connsiteX5" fmla="*/ 0 w 637693"/>
              <a:gd name="connsiteY5" fmla="*/ 276417 h 276417"/>
              <a:gd name="connsiteX6" fmla="*/ 294502 w 637693"/>
              <a:gd name="connsiteY6" fmla="*/ 20308 h 276417"/>
              <a:gd name="connsiteX7" fmla="*/ 274307 w 637693"/>
              <a:gd name="connsiteY7" fmla="*/ 84811 h 276417"/>
              <a:gd name="connsiteX8" fmla="*/ 294502 w 637693"/>
              <a:gd name="connsiteY8" fmla="*/ 149315 h 276417"/>
              <a:gd name="connsiteX9" fmla="*/ 314697 w 637693"/>
              <a:gd name="connsiteY9" fmla="*/ 84811 h 276417"/>
              <a:gd name="connsiteX10" fmla="*/ 294502 w 637693"/>
              <a:gd name="connsiteY10" fmla="*/ 20308 h 276417"/>
              <a:gd name="connsiteX11" fmla="*/ 42582 w 637693"/>
              <a:gd name="connsiteY11" fmla="*/ 20308 h 276417"/>
              <a:gd name="connsiteX12" fmla="*/ 22387 w 637693"/>
              <a:gd name="connsiteY12" fmla="*/ 84811 h 276417"/>
              <a:gd name="connsiteX13" fmla="*/ 42582 w 637693"/>
              <a:gd name="connsiteY13" fmla="*/ 149315 h 276417"/>
              <a:gd name="connsiteX14" fmla="*/ 62777 w 637693"/>
              <a:gd name="connsiteY14" fmla="*/ 84811 h 276417"/>
              <a:gd name="connsiteX15" fmla="*/ 42582 w 637693"/>
              <a:gd name="connsiteY15" fmla="*/ 20308 h 276417"/>
              <a:gd name="connsiteX16" fmla="*/ 129708 w 637693"/>
              <a:gd name="connsiteY16" fmla="*/ 2759 h 276417"/>
              <a:gd name="connsiteX17" fmla="*/ 151341 w 637693"/>
              <a:gd name="connsiteY17" fmla="*/ 2759 h 276417"/>
              <a:gd name="connsiteX18" fmla="*/ 151341 w 637693"/>
              <a:gd name="connsiteY18" fmla="*/ 67151 h 276417"/>
              <a:gd name="connsiteX19" fmla="*/ 184638 w 637693"/>
              <a:gd name="connsiteY19" fmla="*/ 67151 h 276417"/>
              <a:gd name="connsiteX20" fmla="*/ 184638 w 637693"/>
              <a:gd name="connsiteY20" fmla="*/ 2759 h 276417"/>
              <a:gd name="connsiteX21" fmla="*/ 206271 w 637693"/>
              <a:gd name="connsiteY21" fmla="*/ 2759 h 276417"/>
              <a:gd name="connsiteX22" fmla="*/ 206271 w 637693"/>
              <a:gd name="connsiteY22" fmla="*/ 166752 h 276417"/>
              <a:gd name="connsiteX23" fmla="*/ 184638 w 637693"/>
              <a:gd name="connsiteY23" fmla="*/ 166752 h 276417"/>
              <a:gd name="connsiteX24" fmla="*/ 184638 w 637693"/>
              <a:gd name="connsiteY24" fmla="*/ 84692 h 276417"/>
              <a:gd name="connsiteX25" fmla="*/ 151341 w 637693"/>
              <a:gd name="connsiteY25" fmla="*/ 84692 h 276417"/>
              <a:gd name="connsiteX26" fmla="*/ 151341 w 637693"/>
              <a:gd name="connsiteY26" fmla="*/ 166752 h 276417"/>
              <a:gd name="connsiteX27" fmla="*/ 129708 w 637693"/>
              <a:gd name="connsiteY27" fmla="*/ 166752 h 276417"/>
              <a:gd name="connsiteX28" fmla="*/ 294733 w 637693"/>
              <a:gd name="connsiteY28" fmla="*/ 0 h 276417"/>
              <a:gd name="connsiteX29" fmla="*/ 337546 w 637693"/>
              <a:gd name="connsiteY29" fmla="*/ 84813 h 276417"/>
              <a:gd name="connsiteX30" fmla="*/ 294733 w 637693"/>
              <a:gd name="connsiteY30" fmla="*/ 169625 h 276417"/>
              <a:gd name="connsiteX31" fmla="*/ 251920 w 637693"/>
              <a:gd name="connsiteY31" fmla="*/ 84813 h 276417"/>
              <a:gd name="connsiteX32" fmla="*/ 294733 w 637693"/>
              <a:gd name="connsiteY32" fmla="*/ 0 h 276417"/>
              <a:gd name="connsiteX33" fmla="*/ 42813 w 637693"/>
              <a:gd name="connsiteY33" fmla="*/ 0 h 276417"/>
              <a:gd name="connsiteX34" fmla="*/ 85626 w 637693"/>
              <a:gd name="connsiteY34" fmla="*/ 84813 h 276417"/>
              <a:gd name="connsiteX35" fmla="*/ 42813 w 637693"/>
              <a:gd name="connsiteY35" fmla="*/ 169625 h 276417"/>
              <a:gd name="connsiteX36" fmla="*/ 0 w 637693"/>
              <a:gd name="connsiteY36" fmla="*/ 84813 h 276417"/>
              <a:gd name="connsiteX37" fmla="*/ 42813 w 637693"/>
              <a:gd name="connsiteY37" fmla="*/ 0 h 276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37693" h="276417">
                <a:moveTo>
                  <a:pt x="0" y="248379"/>
                </a:moveTo>
                <a:lnTo>
                  <a:pt x="637693" y="248379"/>
                </a:lnTo>
                <a:lnTo>
                  <a:pt x="637693" y="250173"/>
                </a:lnTo>
                <a:lnTo>
                  <a:pt x="637693" y="269561"/>
                </a:lnTo>
                <a:lnTo>
                  <a:pt x="637693" y="276417"/>
                </a:lnTo>
                <a:lnTo>
                  <a:pt x="0" y="276417"/>
                </a:lnTo>
                <a:close/>
                <a:moveTo>
                  <a:pt x="294502" y="20308"/>
                </a:moveTo>
                <a:cubicBezTo>
                  <a:pt x="275020" y="20442"/>
                  <a:pt x="274307" y="49187"/>
                  <a:pt x="274307" y="84811"/>
                </a:cubicBezTo>
                <a:cubicBezTo>
                  <a:pt x="274307" y="120436"/>
                  <a:pt x="276247" y="149375"/>
                  <a:pt x="294502" y="149315"/>
                </a:cubicBezTo>
                <a:cubicBezTo>
                  <a:pt x="313681" y="149251"/>
                  <a:pt x="314697" y="120436"/>
                  <a:pt x="314697" y="84811"/>
                </a:cubicBezTo>
                <a:cubicBezTo>
                  <a:pt x="314697" y="49187"/>
                  <a:pt x="311314" y="20193"/>
                  <a:pt x="294502" y="20308"/>
                </a:cubicBezTo>
                <a:close/>
                <a:moveTo>
                  <a:pt x="42582" y="20308"/>
                </a:moveTo>
                <a:cubicBezTo>
                  <a:pt x="23100" y="20442"/>
                  <a:pt x="22387" y="49187"/>
                  <a:pt x="22387" y="84811"/>
                </a:cubicBezTo>
                <a:cubicBezTo>
                  <a:pt x="22387" y="120436"/>
                  <a:pt x="24327" y="149375"/>
                  <a:pt x="42582" y="149315"/>
                </a:cubicBezTo>
                <a:cubicBezTo>
                  <a:pt x="61762" y="149251"/>
                  <a:pt x="62777" y="120436"/>
                  <a:pt x="62777" y="84811"/>
                </a:cubicBezTo>
                <a:cubicBezTo>
                  <a:pt x="62777" y="49187"/>
                  <a:pt x="59394" y="20193"/>
                  <a:pt x="42582" y="20308"/>
                </a:cubicBezTo>
                <a:close/>
                <a:moveTo>
                  <a:pt x="129708" y="2759"/>
                </a:moveTo>
                <a:lnTo>
                  <a:pt x="151341" y="2759"/>
                </a:lnTo>
                <a:lnTo>
                  <a:pt x="151341" y="67151"/>
                </a:lnTo>
                <a:lnTo>
                  <a:pt x="184638" y="67151"/>
                </a:lnTo>
                <a:lnTo>
                  <a:pt x="184638" y="2759"/>
                </a:lnTo>
                <a:lnTo>
                  <a:pt x="206271" y="2759"/>
                </a:lnTo>
                <a:lnTo>
                  <a:pt x="206271" y="166752"/>
                </a:lnTo>
                <a:lnTo>
                  <a:pt x="184638" y="166752"/>
                </a:lnTo>
                <a:lnTo>
                  <a:pt x="184638" y="84692"/>
                </a:lnTo>
                <a:lnTo>
                  <a:pt x="151341" y="84692"/>
                </a:lnTo>
                <a:lnTo>
                  <a:pt x="151341" y="166752"/>
                </a:lnTo>
                <a:lnTo>
                  <a:pt x="129708" y="166752"/>
                </a:lnTo>
                <a:close/>
                <a:moveTo>
                  <a:pt x="294733" y="0"/>
                </a:moveTo>
                <a:cubicBezTo>
                  <a:pt x="330605" y="-73"/>
                  <a:pt x="337546" y="37972"/>
                  <a:pt x="337546" y="84813"/>
                </a:cubicBezTo>
                <a:cubicBezTo>
                  <a:pt x="337546" y="131653"/>
                  <a:pt x="332457" y="169539"/>
                  <a:pt x="294733" y="169625"/>
                </a:cubicBezTo>
                <a:cubicBezTo>
                  <a:pt x="257010" y="169711"/>
                  <a:pt x="251920" y="131653"/>
                  <a:pt x="251920" y="84813"/>
                </a:cubicBezTo>
                <a:cubicBezTo>
                  <a:pt x="251920" y="37972"/>
                  <a:pt x="255387" y="81"/>
                  <a:pt x="294733" y="0"/>
                </a:cubicBezTo>
                <a:close/>
                <a:moveTo>
                  <a:pt x="42813" y="0"/>
                </a:moveTo>
                <a:cubicBezTo>
                  <a:pt x="78685" y="-73"/>
                  <a:pt x="85626" y="37972"/>
                  <a:pt x="85626" y="84813"/>
                </a:cubicBezTo>
                <a:cubicBezTo>
                  <a:pt x="85626" y="131653"/>
                  <a:pt x="80537" y="169539"/>
                  <a:pt x="42813" y="169625"/>
                </a:cubicBezTo>
                <a:cubicBezTo>
                  <a:pt x="5090" y="169711"/>
                  <a:pt x="0" y="131653"/>
                  <a:pt x="0" y="84813"/>
                </a:cubicBezTo>
                <a:cubicBezTo>
                  <a:pt x="0" y="37972"/>
                  <a:pt x="3467" y="81"/>
                  <a:pt x="42813" y="0"/>
                </a:cubicBezTo>
                <a:close/>
              </a:path>
            </a:pathLst>
          </a:custGeom>
          <a:solidFill>
            <a:schemeClr val="bg2"/>
          </a:solid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endParaRPr>
          </a:p>
        </p:txBody>
      </p:sp>
      <p:sp>
        <p:nvSpPr>
          <p:cNvPr id="76" name="TextBox 75">
            <a:extLst>
              <a:ext uri="{FF2B5EF4-FFF2-40B4-BE49-F238E27FC236}">
                <a16:creationId xmlns:a16="http://schemas.microsoft.com/office/drawing/2014/main" id="{7BEAFFCF-BE8B-4B8E-A860-F23DA897638C}"/>
              </a:ext>
            </a:extLst>
          </p:cNvPr>
          <p:cNvSpPr txBox="1"/>
          <p:nvPr/>
        </p:nvSpPr>
        <p:spPr>
          <a:xfrm>
            <a:off x="5209157" y="3098940"/>
            <a:ext cx="394660" cy="507831"/>
          </a:xfrm>
          <a:prstGeom prst="rect">
            <a:avLst/>
          </a:prstGeom>
          <a:noFill/>
          <a:effectLst>
            <a:outerShdw blurRad="50800" dist="38100" dir="2700000" algn="tl" rotWithShape="0">
              <a:prstClr val="black">
                <a:alpha val="40000"/>
              </a:prstClr>
            </a:outerShdw>
          </a:effectLst>
        </p:spPr>
        <p:txBody>
          <a:bodyPr wrap="none" rtlCol="0">
            <a:spAutoFit/>
          </a:bodyPr>
          <a:lstStyle/>
          <a:p>
            <a:pPr>
              <a:lnSpc>
                <a:spcPct val="90000"/>
              </a:lnSpc>
              <a:spcAft>
                <a:spcPts val="450"/>
              </a:spcAft>
            </a:pPr>
            <a:r>
              <a:rPr lang="de-DE" sz="3000" dirty="0">
                <a:solidFill>
                  <a:srgbClr val="FF0000"/>
                </a:solidFill>
              </a:rPr>
              <a:t>X</a:t>
            </a:r>
          </a:p>
        </p:txBody>
      </p:sp>
      <p:sp>
        <p:nvSpPr>
          <p:cNvPr id="77" name="TextBox 76">
            <a:extLst>
              <a:ext uri="{FF2B5EF4-FFF2-40B4-BE49-F238E27FC236}">
                <a16:creationId xmlns:a16="http://schemas.microsoft.com/office/drawing/2014/main" id="{9557EB5B-95E5-4B3E-B320-4F33011A4D81}"/>
              </a:ext>
            </a:extLst>
          </p:cNvPr>
          <p:cNvSpPr txBox="1"/>
          <p:nvPr/>
        </p:nvSpPr>
        <p:spPr>
          <a:xfrm>
            <a:off x="6224161" y="3098940"/>
            <a:ext cx="394660" cy="507831"/>
          </a:xfrm>
          <a:prstGeom prst="rect">
            <a:avLst/>
          </a:prstGeom>
          <a:noFill/>
          <a:effectLst>
            <a:outerShdw blurRad="50800" dist="38100" dir="2700000" algn="tl" rotWithShape="0">
              <a:prstClr val="black">
                <a:alpha val="40000"/>
              </a:prstClr>
            </a:outerShdw>
          </a:effectLst>
        </p:spPr>
        <p:txBody>
          <a:bodyPr wrap="none" rtlCol="0">
            <a:spAutoFit/>
          </a:bodyPr>
          <a:lstStyle/>
          <a:p>
            <a:pPr>
              <a:lnSpc>
                <a:spcPct val="90000"/>
              </a:lnSpc>
              <a:spcAft>
                <a:spcPts val="450"/>
              </a:spcAft>
            </a:pPr>
            <a:r>
              <a:rPr lang="de-DE" sz="3000" dirty="0">
                <a:solidFill>
                  <a:srgbClr val="FF0000"/>
                </a:solidFill>
              </a:rPr>
              <a:t>X</a:t>
            </a:r>
          </a:p>
        </p:txBody>
      </p:sp>
      <p:sp>
        <p:nvSpPr>
          <p:cNvPr id="81" name="Freeform: Shape 80">
            <a:extLst>
              <a:ext uri="{FF2B5EF4-FFF2-40B4-BE49-F238E27FC236}">
                <a16:creationId xmlns:a16="http://schemas.microsoft.com/office/drawing/2014/main" id="{D1E60AD0-8E08-4BA3-820C-CE21A5E961EE}"/>
              </a:ext>
            </a:extLst>
          </p:cNvPr>
          <p:cNvSpPr/>
          <p:nvPr/>
        </p:nvSpPr>
        <p:spPr>
          <a:xfrm>
            <a:off x="7439629" y="3101837"/>
            <a:ext cx="59236" cy="164334"/>
          </a:xfrm>
          <a:custGeom>
            <a:avLst/>
            <a:gdLst>
              <a:gd name="connsiteX0" fmla="*/ 0 w 59236"/>
              <a:gd name="connsiteY0" fmla="*/ 0 h 164334"/>
              <a:gd name="connsiteX1" fmla="*/ 59236 w 59236"/>
              <a:gd name="connsiteY1" fmla="*/ 0 h 164334"/>
              <a:gd name="connsiteX2" fmla="*/ 59236 w 59236"/>
              <a:gd name="connsiteY2" fmla="*/ 17572 h 164334"/>
              <a:gd name="connsiteX3" fmla="*/ 21451 w 59236"/>
              <a:gd name="connsiteY3" fmla="*/ 17572 h 164334"/>
              <a:gd name="connsiteX4" fmla="*/ 21451 w 59236"/>
              <a:gd name="connsiteY4" fmla="*/ 71709 h 164334"/>
              <a:gd name="connsiteX5" fmla="*/ 54609 w 59236"/>
              <a:gd name="connsiteY5" fmla="*/ 71709 h 164334"/>
              <a:gd name="connsiteX6" fmla="*/ 54609 w 59236"/>
              <a:gd name="connsiteY6" fmla="*/ 89293 h 164334"/>
              <a:gd name="connsiteX7" fmla="*/ 21451 w 59236"/>
              <a:gd name="connsiteY7" fmla="*/ 89293 h 164334"/>
              <a:gd name="connsiteX8" fmla="*/ 21451 w 59236"/>
              <a:gd name="connsiteY8" fmla="*/ 146797 h 164334"/>
              <a:gd name="connsiteX9" fmla="*/ 59236 w 59236"/>
              <a:gd name="connsiteY9" fmla="*/ 146797 h 164334"/>
              <a:gd name="connsiteX10" fmla="*/ 59236 w 59236"/>
              <a:gd name="connsiteY10" fmla="*/ 164334 h 164334"/>
              <a:gd name="connsiteX11" fmla="*/ 0 w 59236"/>
              <a:gd name="connsiteY11" fmla="*/ 164334 h 164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236" h="164334">
                <a:moveTo>
                  <a:pt x="0" y="0"/>
                </a:moveTo>
                <a:lnTo>
                  <a:pt x="59236" y="0"/>
                </a:lnTo>
                <a:lnTo>
                  <a:pt x="59236" y="17572"/>
                </a:lnTo>
                <a:lnTo>
                  <a:pt x="21451" y="17572"/>
                </a:lnTo>
                <a:lnTo>
                  <a:pt x="21451" y="71709"/>
                </a:lnTo>
                <a:lnTo>
                  <a:pt x="54609" y="71709"/>
                </a:lnTo>
                <a:lnTo>
                  <a:pt x="54609" y="89293"/>
                </a:lnTo>
                <a:lnTo>
                  <a:pt x="21451" y="89293"/>
                </a:lnTo>
                <a:lnTo>
                  <a:pt x="21451" y="146797"/>
                </a:lnTo>
                <a:lnTo>
                  <a:pt x="59236" y="146797"/>
                </a:lnTo>
                <a:lnTo>
                  <a:pt x="59236" y="164334"/>
                </a:lnTo>
                <a:lnTo>
                  <a:pt x="0" y="164334"/>
                </a:lnTo>
                <a:close/>
              </a:path>
            </a:pathLst>
          </a:custGeom>
          <a:solidFill>
            <a:schemeClr val="tx2"/>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0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82" name="TextBox 81">
            <a:extLst>
              <a:ext uri="{FF2B5EF4-FFF2-40B4-BE49-F238E27FC236}">
                <a16:creationId xmlns:a16="http://schemas.microsoft.com/office/drawing/2014/main" id="{4170ABB9-2215-44F6-B7BB-739149202346}"/>
              </a:ext>
            </a:extLst>
          </p:cNvPr>
          <p:cNvSpPr txBox="1"/>
          <p:nvPr/>
        </p:nvSpPr>
        <p:spPr>
          <a:xfrm>
            <a:off x="7178960" y="3098940"/>
            <a:ext cx="394660" cy="507831"/>
          </a:xfrm>
          <a:prstGeom prst="rect">
            <a:avLst/>
          </a:prstGeom>
          <a:noFill/>
          <a:effectLst>
            <a:outerShdw blurRad="50800" dist="38100" dir="2700000" algn="tl" rotWithShape="0">
              <a:prstClr val="black">
                <a:alpha val="40000"/>
              </a:prstClr>
            </a:outerShdw>
          </a:effectLst>
        </p:spPr>
        <p:txBody>
          <a:bodyPr wrap="none" rtlCol="0">
            <a:spAutoFit/>
          </a:bodyPr>
          <a:lstStyle/>
          <a:p>
            <a:pPr>
              <a:lnSpc>
                <a:spcPct val="90000"/>
              </a:lnSpc>
              <a:spcAft>
                <a:spcPts val="450"/>
              </a:spcAft>
            </a:pPr>
            <a:r>
              <a:rPr lang="de-DE" sz="3000" dirty="0">
                <a:solidFill>
                  <a:srgbClr val="FF0000"/>
                </a:solidFill>
              </a:rPr>
              <a:t>X</a:t>
            </a:r>
          </a:p>
        </p:txBody>
      </p:sp>
      <p:grpSp>
        <p:nvGrpSpPr>
          <p:cNvPr id="63" name="Group 62">
            <a:extLst>
              <a:ext uri="{FF2B5EF4-FFF2-40B4-BE49-F238E27FC236}">
                <a16:creationId xmlns:a16="http://schemas.microsoft.com/office/drawing/2014/main" id="{0F1F6554-27CA-4C26-B578-88B63DBC54C4}"/>
              </a:ext>
            </a:extLst>
          </p:cNvPr>
          <p:cNvGrpSpPr/>
          <p:nvPr/>
        </p:nvGrpSpPr>
        <p:grpSpPr>
          <a:xfrm>
            <a:off x="5119015" y="1164853"/>
            <a:ext cx="938490" cy="632685"/>
            <a:chOff x="6614647" y="1425461"/>
            <a:chExt cx="1251320" cy="843580"/>
          </a:xfrm>
        </p:grpSpPr>
        <p:sp>
          <p:nvSpPr>
            <p:cNvPr id="64" name="Rechteck 57">
              <a:extLst>
                <a:ext uri="{FF2B5EF4-FFF2-40B4-BE49-F238E27FC236}">
                  <a16:creationId xmlns:a16="http://schemas.microsoft.com/office/drawing/2014/main" id="{D20CC20A-85E0-4C1C-B87D-58FEDE52ED99}"/>
                </a:ext>
              </a:extLst>
            </p:cNvPr>
            <p:cNvSpPr/>
            <p:nvPr/>
          </p:nvSpPr>
          <p:spPr>
            <a:xfrm>
              <a:off x="6614647" y="1425461"/>
              <a:ext cx="1251320" cy="84358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endParaRPr lang="en-US" sz="1800" dirty="0">
                <a:solidFill>
                  <a:srgbClr val="F0A51E"/>
                </a:solidFill>
              </a:endParaRPr>
            </a:p>
          </p:txBody>
        </p:sp>
        <p:grpSp>
          <p:nvGrpSpPr>
            <p:cNvPr id="65" name="Group 64">
              <a:extLst>
                <a:ext uri="{FF2B5EF4-FFF2-40B4-BE49-F238E27FC236}">
                  <a16:creationId xmlns:a16="http://schemas.microsoft.com/office/drawing/2014/main" id="{23B13D96-B5EF-4FF8-8FCE-511B8554A954}"/>
                </a:ext>
              </a:extLst>
            </p:cNvPr>
            <p:cNvGrpSpPr>
              <a:grpSpLocks noChangeAspect="1"/>
            </p:cNvGrpSpPr>
            <p:nvPr/>
          </p:nvGrpSpPr>
          <p:grpSpPr>
            <a:xfrm>
              <a:off x="6814395" y="1555846"/>
              <a:ext cx="851823" cy="568073"/>
              <a:chOff x="2947569" y="1486378"/>
              <a:chExt cx="1795881" cy="1197656"/>
            </a:xfrm>
            <a:solidFill>
              <a:schemeClr val="bg1"/>
            </a:solidFill>
          </p:grpSpPr>
          <p:sp>
            <p:nvSpPr>
              <p:cNvPr id="70" name="Freeform: Shape 69">
                <a:extLst>
                  <a:ext uri="{FF2B5EF4-FFF2-40B4-BE49-F238E27FC236}">
                    <a16:creationId xmlns:a16="http://schemas.microsoft.com/office/drawing/2014/main" id="{C8431F43-D9F9-4D8A-9005-7ED89E6F93E9}"/>
                  </a:ext>
                </a:extLst>
              </p:cNvPr>
              <p:cNvSpPr/>
              <p:nvPr/>
            </p:nvSpPr>
            <p:spPr>
              <a:xfrm>
                <a:off x="3976213" y="1486378"/>
                <a:ext cx="767237" cy="767236"/>
              </a:xfrm>
              <a:custGeom>
                <a:avLst/>
                <a:gdLst>
                  <a:gd name="connsiteX0" fmla="*/ 153291 w 2650554"/>
                  <a:gd name="connsiteY0" fmla="*/ 707403 h 2650554"/>
                  <a:gd name="connsiteX1" fmla="*/ 153291 w 2650554"/>
                  <a:gd name="connsiteY1" fmla="*/ 1943152 h 2650554"/>
                  <a:gd name="connsiteX2" fmla="*/ 104147 w 2650554"/>
                  <a:gd name="connsiteY2" fmla="*/ 1841135 h 2650554"/>
                  <a:gd name="connsiteX3" fmla="*/ 0 w 2650554"/>
                  <a:gd name="connsiteY3" fmla="*/ 1325277 h 2650554"/>
                  <a:gd name="connsiteX4" fmla="*/ 104147 w 2650554"/>
                  <a:gd name="connsiteY4" fmla="*/ 809420 h 2650554"/>
                  <a:gd name="connsiteX5" fmla="*/ 1325277 w 2650554"/>
                  <a:gd name="connsiteY5" fmla="*/ 0 h 2650554"/>
                  <a:gd name="connsiteX6" fmla="*/ 2650554 w 2650554"/>
                  <a:gd name="connsiteY6" fmla="*/ 1325277 h 2650554"/>
                  <a:gd name="connsiteX7" fmla="*/ 1325277 w 2650554"/>
                  <a:gd name="connsiteY7" fmla="*/ 2650554 h 2650554"/>
                  <a:gd name="connsiteX8" fmla="*/ 302629 w 2650554"/>
                  <a:gd name="connsiteY8" fmla="*/ 2168276 h 2650554"/>
                  <a:gd name="connsiteX9" fmla="*/ 252590 w 2650554"/>
                  <a:gd name="connsiteY9" fmla="*/ 2101360 h 2650554"/>
                  <a:gd name="connsiteX10" fmla="*/ 363376 w 2650554"/>
                  <a:gd name="connsiteY10" fmla="*/ 2101360 h 2650554"/>
                  <a:gd name="connsiteX11" fmla="*/ 729428 w 2650554"/>
                  <a:gd name="connsiteY11" fmla="*/ 2101360 h 2650554"/>
                  <a:gd name="connsiteX12" fmla="*/ 729428 w 2650554"/>
                  <a:gd name="connsiteY12" fmla="*/ 1931019 h 2650554"/>
                  <a:gd name="connsiteX13" fmla="*/ 363376 w 2650554"/>
                  <a:gd name="connsiteY13" fmla="*/ 1931019 h 2650554"/>
                  <a:gd name="connsiteX14" fmla="*/ 363376 w 2650554"/>
                  <a:gd name="connsiteY14" fmla="*/ 1373934 h 2650554"/>
                  <a:gd name="connsiteX15" fmla="*/ 684601 w 2650554"/>
                  <a:gd name="connsiteY15" fmla="*/ 1373934 h 2650554"/>
                  <a:gd name="connsiteX16" fmla="*/ 684601 w 2650554"/>
                  <a:gd name="connsiteY16" fmla="*/ 1203593 h 2650554"/>
                  <a:gd name="connsiteX17" fmla="*/ 363376 w 2650554"/>
                  <a:gd name="connsiteY17" fmla="*/ 1203593 h 2650554"/>
                  <a:gd name="connsiteX18" fmla="*/ 363376 w 2650554"/>
                  <a:gd name="connsiteY18" fmla="*/ 679122 h 2650554"/>
                  <a:gd name="connsiteX19" fmla="*/ 729428 w 2650554"/>
                  <a:gd name="connsiteY19" fmla="*/ 679122 h 2650554"/>
                  <a:gd name="connsiteX20" fmla="*/ 729428 w 2650554"/>
                  <a:gd name="connsiteY20" fmla="*/ 508781 h 2650554"/>
                  <a:gd name="connsiteX21" fmla="*/ 363376 w 2650554"/>
                  <a:gd name="connsiteY21" fmla="*/ 508781 h 2650554"/>
                  <a:gd name="connsiteX22" fmla="*/ 282811 w 2650554"/>
                  <a:gd name="connsiteY22" fmla="*/ 508781 h 2650554"/>
                  <a:gd name="connsiteX23" fmla="*/ 302629 w 2650554"/>
                  <a:gd name="connsiteY23" fmla="*/ 482278 h 2650554"/>
                  <a:gd name="connsiteX24" fmla="*/ 1325277 w 2650554"/>
                  <a:gd name="connsiteY24" fmla="*/ 0 h 2650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650554" h="2650554">
                    <a:moveTo>
                      <a:pt x="153291" y="707403"/>
                    </a:moveTo>
                    <a:lnTo>
                      <a:pt x="153291" y="1943152"/>
                    </a:lnTo>
                    <a:lnTo>
                      <a:pt x="104147" y="1841135"/>
                    </a:lnTo>
                    <a:cubicBezTo>
                      <a:pt x="37084" y="1682581"/>
                      <a:pt x="0" y="1508260"/>
                      <a:pt x="0" y="1325277"/>
                    </a:cubicBezTo>
                    <a:cubicBezTo>
                      <a:pt x="0" y="1142295"/>
                      <a:pt x="37084" y="967973"/>
                      <a:pt x="104147" y="809420"/>
                    </a:cubicBezTo>
                    <a:close/>
                    <a:moveTo>
                      <a:pt x="1325277" y="0"/>
                    </a:moveTo>
                    <a:cubicBezTo>
                      <a:pt x="2057207" y="0"/>
                      <a:pt x="2650554" y="593347"/>
                      <a:pt x="2650554" y="1325277"/>
                    </a:cubicBezTo>
                    <a:cubicBezTo>
                      <a:pt x="2650554" y="2057207"/>
                      <a:pt x="2057207" y="2650554"/>
                      <a:pt x="1325277" y="2650554"/>
                    </a:cubicBezTo>
                    <a:cubicBezTo>
                      <a:pt x="913567" y="2650554"/>
                      <a:pt x="545705" y="2462815"/>
                      <a:pt x="302629" y="2168276"/>
                    </a:cubicBezTo>
                    <a:lnTo>
                      <a:pt x="252590" y="2101360"/>
                    </a:lnTo>
                    <a:lnTo>
                      <a:pt x="363376" y="2101360"/>
                    </a:lnTo>
                    <a:lnTo>
                      <a:pt x="729428" y="2101360"/>
                    </a:lnTo>
                    <a:lnTo>
                      <a:pt x="729428" y="1931019"/>
                    </a:lnTo>
                    <a:lnTo>
                      <a:pt x="363376" y="1931019"/>
                    </a:lnTo>
                    <a:lnTo>
                      <a:pt x="363376" y="1373934"/>
                    </a:lnTo>
                    <a:lnTo>
                      <a:pt x="684601" y="1373934"/>
                    </a:lnTo>
                    <a:lnTo>
                      <a:pt x="684601" y="1203593"/>
                    </a:lnTo>
                    <a:lnTo>
                      <a:pt x="363376" y="1203593"/>
                    </a:lnTo>
                    <a:lnTo>
                      <a:pt x="363376" y="679122"/>
                    </a:lnTo>
                    <a:lnTo>
                      <a:pt x="729428" y="679122"/>
                    </a:lnTo>
                    <a:lnTo>
                      <a:pt x="729428" y="508781"/>
                    </a:lnTo>
                    <a:lnTo>
                      <a:pt x="363376" y="508781"/>
                    </a:lnTo>
                    <a:lnTo>
                      <a:pt x="282811" y="508781"/>
                    </a:lnTo>
                    <a:lnTo>
                      <a:pt x="302629" y="482278"/>
                    </a:lnTo>
                    <a:cubicBezTo>
                      <a:pt x="545705" y="187739"/>
                      <a:pt x="913567" y="0"/>
                      <a:pt x="1325277" y="0"/>
                    </a:cubicBezTo>
                    <a:close/>
                  </a:path>
                </a:pathLst>
              </a:custGeom>
              <a:solidFill>
                <a:schemeClr val="bg1"/>
              </a:solid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74" name="Freeform: Shape 73">
                <a:extLst>
                  <a:ext uri="{FF2B5EF4-FFF2-40B4-BE49-F238E27FC236}">
                    <a16:creationId xmlns:a16="http://schemas.microsoft.com/office/drawing/2014/main" id="{56B71CE1-0ACC-4B05-A9B6-2E78ECE7AC4F}"/>
                  </a:ext>
                </a:extLst>
              </p:cNvPr>
              <p:cNvSpPr/>
              <p:nvPr/>
            </p:nvSpPr>
            <p:spPr>
              <a:xfrm>
                <a:off x="2947569" y="1625897"/>
                <a:ext cx="1792582" cy="1058137"/>
              </a:xfrm>
              <a:custGeom>
                <a:avLst/>
                <a:gdLst>
                  <a:gd name="connsiteX0" fmla="*/ 1653463 w 1792582"/>
                  <a:gd name="connsiteY0" fmla="*/ 914845 h 1058137"/>
                  <a:gd name="connsiteX1" fmla="*/ 1638885 w 1792582"/>
                  <a:gd name="connsiteY1" fmla="*/ 954895 h 1058137"/>
                  <a:gd name="connsiteX2" fmla="*/ 1653463 w 1792582"/>
                  <a:gd name="connsiteY2" fmla="*/ 994945 h 1058137"/>
                  <a:gd name="connsiteX3" fmla="*/ 1668040 w 1792582"/>
                  <a:gd name="connsiteY3" fmla="*/ 954895 h 1058137"/>
                  <a:gd name="connsiteX4" fmla="*/ 1653463 w 1792582"/>
                  <a:gd name="connsiteY4" fmla="*/ 914845 h 1058137"/>
                  <a:gd name="connsiteX5" fmla="*/ 166428 w 1792582"/>
                  <a:gd name="connsiteY5" fmla="*/ 914707 h 1058137"/>
                  <a:gd name="connsiteX6" fmla="*/ 151851 w 1792582"/>
                  <a:gd name="connsiteY6" fmla="*/ 954758 h 1058137"/>
                  <a:gd name="connsiteX7" fmla="*/ 166428 w 1792582"/>
                  <a:gd name="connsiteY7" fmla="*/ 994808 h 1058137"/>
                  <a:gd name="connsiteX8" fmla="*/ 181005 w 1792582"/>
                  <a:gd name="connsiteY8" fmla="*/ 954758 h 1058137"/>
                  <a:gd name="connsiteX9" fmla="*/ 166428 w 1792582"/>
                  <a:gd name="connsiteY9" fmla="*/ 914707 h 1058137"/>
                  <a:gd name="connsiteX10" fmla="*/ 1484566 w 1792582"/>
                  <a:gd name="connsiteY10" fmla="*/ 912443 h 1058137"/>
                  <a:gd name="connsiteX11" fmla="*/ 1469642 w 1792582"/>
                  <a:gd name="connsiteY11" fmla="*/ 937376 h 1058137"/>
                  <a:gd name="connsiteX12" fmla="*/ 1469546 w 1792582"/>
                  <a:gd name="connsiteY12" fmla="*/ 942259 h 1058137"/>
                  <a:gd name="connsiteX13" fmla="*/ 1499391 w 1792582"/>
                  <a:gd name="connsiteY13" fmla="*/ 942259 h 1058137"/>
                  <a:gd name="connsiteX14" fmla="*/ 1499206 w 1792582"/>
                  <a:gd name="connsiteY14" fmla="*/ 937354 h 1058137"/>
                  <a:gd name="connsiteX15" fmla="*/ 1484566 w 1792582"/>
                  <a:gd name="connsiteY15" fmla="*/ 912443 h 1058137"/>
                  <a:gd name="connsiteX16" fmla="*/ 1070393 w 1792582"/>
                  <a:gd name="connsiteY16" fmla="*/ 912443 h 1058137"/>
                  <a:gd name="connsiteX17" fmla="*/ 1055156 w 1792582"/>
                  <a:gd name="connsiteY17" fmla="*/ 953247 h 1058137"/>
                  <a:gd name="connsiteX18" fmla="*/ 1070393 w 1792582"/>
                  <a:gd name="connsiteY18" fmla="*/ 994053 h 1058137"/>
                  <a:gd name="connsiteX19" fmla="*/ 1085631 w 1792582"/>
                  <a:gd name="connsiteY19" fmla="*/ 953247 h 1058137"/>
                  <a:gd name="connsiteX20" fmla="*/ 1070393 w 1792582"/>
                  <a:gd name="connsiteY20" fmla="*/ 912443 h 1058137"/>
                  <a:gd name="connsiteX21" fmla="*/ 915496 w 1792582"/>
                  <a:gd name="connsiteY21" fmla="*/ 912443 h 1058137"/>
                  <a:gd name="connsiteX22" fmla="*/ 900573 w 1792582"/>
                  <a:gd name="connsiteY22" fmla="*/ 937376 h 1058137"/>
                  <a:gd name="connsiteX23" fmla="*/ 900476 w 1792582"/>
                  <a:gd name="connsiteY23" fmla="*/ 942259 h 1058137"/>
                  <a:gd name="connsiteX24" fmla="*/ 930321 w 1792582"/>
                  <a:gd name="connsiteY24" fmla="*/ 942259 h 1058137"/>
                  <a:gd name="connsiteX25" fmla="*/ 930137 w 1792582"/>
                  <a:gd name="connsiteY25" fmla="*/ 937354 h 1058137"/>
                  <a:gd name="connsiteX26" fmla="*/ 915496 w 1792582"/>
                  <a:gd name="connsiteY26" fmla="*/ 912443 h 1058137"/>
                  <a:gd name="connsiteX27" fmla="*/ 637849 w 1792582"/>
                  <a:gd name="connsiteY27" fmla="*/ 912443 h 1058137"/>
                  <a:gd name="connsiteX28" fmla="*/ 622612 w 1792582"/>
                  <a:gd name="connsiteY28" fmla="*/ 953247 h 1058137"/>
                  <a:gd name="connsiteX29" fmla="*/ 637849 w 1792582"/>
                  <a:gd name="connsiteY29" fmla="*/ 994053 h 1058137"/>
                  <a:gd name="connsiteX30" fmla="*/ 653087 w 1792582"/>
                  <a:gd name="connsiteY30" fmla="*/ 953247 h 1058137"/>
                  <a:gd name="connsiteX31" fmla="*/ 637849 w 1792582"/>
                  <a:gd name="connsiteY31" fmla="*/ 912443 h 1058137"/>
                  <a:gd name="connsiteX32" fmla="*/ 263432 w 1792582"/>
                  <a:gd name="connsiteY32" fmla="*/ 912443 h 1058137"/>
                  <a:gd name="connsiteX33" fmla="*/ 248508 w 1792582"/>
                  <a:gd name="connsiteY33" fmla="*/ 937376 h 1058137"/>
                  <a:gd name="connsiteX34" fmla="*/ 248412 w 1792582"/>
                  <a:gd name="connsiteY34" fmla="*/ 942259 h 1058137"/>
                  <a:gd name="connsiteX35" fmla="*/ 278257 w 1792582"/>
                  <a:gd name="connsiteY35" fmla="*/ 942259 h 1058137"/>
                  <a:gd name="connsiteX36" fmla="*/ 278072 w 1792582"/>
                  <a:gd name="connsiteY36" fmla="*/ 937354 h 1058137"/>
                  <a:gd name="connsiteX37" fmla="*/ 263432 w 1792582"/>
                  <a:gd name="connsiteY37" fmla="*/ 912443 h 1058137"/>
                  <a:gd name="connsiteX38" fmla="*/ 1714910 w 1792582"/>
                  <a:gd name="connsiteY38" fmla="*/ 896590 h 1058137"/>
                  <a:gd name="connsiteX39" fmla="*/ 1734882 w 1792582"/>
                  <a:gd name="connsiteY39" fmla="*/ 896590 h 1058137"/>
                  <a:gd name="connsiteX40" fmla="*/ 1753333 w 1792582"/>
                  <a:gd name="connsiteY40" fmla="*/ 971008 h 1058137"/>
                  <a:gd name="connsiteX41" fmla="*/ 1772205 w 1792582"/>
                  <a:gd name="connsiteY41" fmla="*/ 896590 h 1058137"/>
                  <a:gd name="connsiteX42" fmla="*/ 1792177 w 1792582"/>
                  <a:gd name="connsiteY42" fmla="*/ 896590 h 1058137"/>
                  <a:gd name="connsiteX43" fmla="*/ 1746000 w 1792582"/>
                  <a:gd name="connsiteY43" fmla="*/ 1058137 h 1058137"/>
                  <a:gd name="connsiteX44" fmla="*/ 1726028 w 1792582"/>
                  <a:gd name="connsiteY44" fmla="*/ 1058137 h 1058137"/>
                  <a:gd name="connsiteX45" fmla="*/ 1742258 w 1792582"/>
                  <a:gd name="connsiteY45" fmla="*/ 998644 h 1058137"/>
                  <a:gd name="connsiteX46" fmla="*/ 1350499 w 1792582"/>
                  <a:gd name="connsiteY46" fmla="*/ 896590 h 1058137"/>
                  <a:gd name="connsiteX47" fmla="*/ 1370471 w 1792582"/>
                  <a:gd name="connsiteY47" fmla="*/ 896590 h 1058137"/>
                  <a:gd name="connsiteX48" fmla="*/ 1370471 w 1792582"/>
                  <a:gd name="connsiteY48" fmla="*/ 912636 h 1058137"/>
                  <a:gd name="connsiteX49" fmla="*/ 1392815 w 1792582"/>
                  <a:gd name="connsiteY49" fmla="*/ 896973 h 1058137"/>
                  <a:gd name="connsiteX50" fmla="*/ 1417110 w 1792582"/>
                  <a:gd name="connsiteY50" fmla="*/ 931246 h 1058137"/>
                  <a:gd name="connsiteX51" fmla="*/ 1417582 w 1792582"/>
                  <a:gd name="connsiteY51" fmla="*/ 1009192 h 1058137"/>
                  <a:gd name="connsiteX52" fmla="*/ 1397610 w 1792582"/>
                  <a:gd name="connsiteY52" fmla="*/ 1009192 h 1058137"/>
                  <a:gd name="connsiteX53" fmla="*/ 1397893 w 1792582"/>
                  <a:gd name="connsiteY53" fmla="*/ 936367 h 1058137"/>
                  <a:gd name="connsiteX54" fmla="*/ 1385541 w 1792582"/>
                  <a:gd name="connsiteY54" fmla="*/ 914392 h 1058137"/>
                  <a:gd name="connsiteX55" fmla="*/ 1370504 w 1792582"/>
                  <a:gd name="connsiteY55" fmla="*/ 934362 h 1058137"/>
                  <a:gd name="connsiteX56" fmla="*/ 1370390 w 1792582"/>
                  <a:gd name="connsiteY56" fmla="*/ 937613 h 1058137"/>
                  <a:gd name="connsiteX57" fmla="*/ 1370170 w 1792582"/>
                  <a:gd name="connsiteY57" fmla="*/ 937613 h 1058137"/>
                  <a:gd name="connsiteX58" fmla="*/ 1370170 w 1792582"/>
                  <a:gd name="connsiteY58" fmla="*/ 996661 h 1058137"/>
                  <a:gd name="connsiteX59" fmla="*/ 1370471 w 1792582"/>
                  <a:gd name="connsiteY59" fmla="*/ 996661 h 1058137"/>
                  <a:gd name="connsiteX60" fmla="*/ 1370471 w 1792582"/>
                  <a:gd name="connsiteY60" fmla="*/ 1009192 h 1058137"/>
                  <a:gd name="connsiteX61" fmla="*/ 1350499 w 1792582"/>
                  <a:gd name="connsiteY61" fmla="*/ 1009192 h 1058137"/>
                  <a:gd name="connsiteX62" fmla="*/ 703301 w 1792582"/>
                  <a:gd name="connsiteY62" fmla="*/ 896590 h 1058137"/>
                  <a:gd name="connsiteX63" fmla="*/ 723273 w 1792582"/>
                  <a:gd name="connsiteY63" fmla="*/ 896590 h 1058137"/>
                  <a:gd name="connsiteX64" fmla="*/ 723273 w 1792582"/>
                  <a:gd name="connsiteY64" fmla="*/ 935890 h 1058137"/>
                  <a:gd name="connsiteX65" fmla="*/ 723669 w 1792582"/>
                  <a:gd name="connsiteY65" fmla="*/ 935767 h 1058137"/>
                  <a:gd name="connsiteX66" fmla="*/ 723669 w 1792582"/>
                  <a:gd name="connsiteY66" fmla="*/ 977978 h 1058137"/>
                  <a:gd name="connsiteX67" fmla="*/ 723993 w 1792582"/>
                  <a:gd name="connsiteY67" fmla="*/ 977978 h 1058137"/>
                  <a:gd name="connsiteX68" fmla="*/ 724972 w 1792582"/>
                  <a:gd name="connsiteY68" fmla="*/ 985894 h 1058137"/>
                  <a:gd name="connsiteX69" fmla="*/ 736125 w 1792582"/>
                  <a:gd name="connsiteY69" fmla="*/ 994808 h 1058137"/>
                  <a:gd name="connsiteX70" fmla="*/ 747278 w 1792582"/>
                  <a:gd name="connsiteY70" fmla="*/ 985873 h 1058137"/>
                  <a:gd name="connsiteX71" fmla="*/ 748257 w 1792582"/>
                  <a:gd name="connsiteY71" fmla="*/ 977978 h 1058137"/>
                  <a:gd name="connsiteX72" fmla="*/ 748582 w 1792582"/>
                  <a:gd name="connsiteY72" fmla="*/ 977978 h 1058137"/>
                  <a:gd name="connsiteX73" fmla="*/ 748582 w 1792582"/>
                  <a:gd name="connsiteY73" fmla="*/ 917038 h 1058137"/>
                  <a:gd name="connsiteX74" fmla="*/ 748575 w 1792582"/>
                  <a:gd name="connsiteY74" fmla="*/ 917038 h 1058137"/>
                  <a:gd name="connsiteX75" fmla="*/ 748575 w 1792582"/>
                  <a:gd name="connsiteY75" fmla="*/ 896590 h 1058137"/>
                  <a:gd name="connsiteX76" fmla="*/ 768547 w 1792582"/>
                  <a:gd name="connsiteY76" fmla="*/ 896590 h 1058137"/>
                  <a:gd name="connsiteX77" fmla="*/ 768547 w 1792582"/>
                  <a:gd name="connsiteY77" fmla="*/ 975013 h 1058137"/>
                  <a:gd name="connsiteX78" fmla="*/ 768547 w 1792582"/>
                  <a:gd name="connsiteY78" fmla="*/ 975015 h 1058137"/>
                  <a:gd name="connsiteX79" fmla="*/ 768547 w 1792582"/>
                  <a:gd name="connsiteY79" fmla="*/ 975018 h 1058137"/>
                  <a:gd name="connsiteX80" fmla="*/ 768547 w 1792582"/>
                  <a:gd name="connsiteY80" fmla="*/ 976933 h 1058137"/>
                  <a:gd name="connsiteX81" fmla="*/ 768420 w 1792582"/>
                  <a:gd name="connsiteY81" fmla="*/ 976933 h 1058137"/>
                  <a:gd name="connsiteX82" fmla="*/ 767494 w 1792582"/>
                  <a:gd name="connsiteY82" fmla="*/ 990893 h 1058137"/>
                  <a:gd name="connsiteX83" fmla="*/ 735985 w 1792582"/>
                  <a:gd name="connsiteY83" fmla="*/ 1015821 h 1058137"/>
                  <a:gd name="connsiteX84" fmla="*/ 704476 w 1792582"/>
                  <a:gd name="connsiteY84" fmla="*/ 990904 h 1058137"/>
                  <a:gd name="connsiteX85" fmla="*/ 703550 w 1792582"/>
                  <a:gd name="connsiteY85" fmla="*/ 976933 h 1058137"/>
                  <a:gd name="connsiteX86" fmla="*/ 703301 w 1792582"/>
                  <a:gd name="connsiteY86" fmla="*/ 976933 h 1058137"/>
                  <a:gd name="connsiteX87" fmla="*/ 326701 w 1792582"/>
                  <a:gd name="connsiteY87" fmla="*/ 896590 h 1058137"/>
                  <a:gd name="connsiteX88" fmla="*/ 346672 w 1792582"/>
                  <a:gd name="connsiteY88" fmla="*/ 896590 h 1058137"/>
                  <a:gd name="connsiteX89" fmla="*/ 346672 w 1792582"/>
                  <a:gd name="connsiteY89" fmla="*/ 912636 h 1058137"/>
                  <a:gd name="connsiteX90" fmla="*/ 369017 w 1792582"/>
                  <a:gd name="connsiteY90" fmla="*/ 896973 h 1058137"/>
                  <a:gd name="connsiteX91" fmla="*/ 393311 w 1792582"/>
                  <a:gd name="connsiteY91" fmla="*/ 931246 h 1058137"/>
                  <a:gd name="connsiteX92" fmla="*/ 393784 w 1792582"/>
                  <a:gd name="connsiteY92" fmla="*/ 1009192 h 1058137"/>
                  <a:gd name="connsiteX93" fmla="*/ 373812 w 1792582"/>
                  <a:gd name="connsiteY93" fmla="*/ 1009192 h 1058137"/>
                  <a:gd name="connsiteX94" fmla="*/ 374095 w 1792582"/>
                  <a:gd name="connsiteY94" fmla="*/ 936367 h 1058137"/>
                  <a:gd name="connsiteX95" fmla="*/ 361743 w 1792582"/>
                  <a:gd name="connsiteY95" fmla="*/ 914392 h 1058137"/>
                  <a:gd name="connsiteX96" fmla="*/ 346705 w 1792582"/>
                  <a:gd name="connsiteY96" fmla="*/ 934362 h 1058137"/>
                  <a:gd name="connsiteX97" fmla="*/ 346592 w 1792582"/>
                  <a:gd name="connsiteY97" fmla="*/ 937613 h 1058137"/>
                  <a:gd name="connsiteX98" fmla="*/ 346372 w 1792582"/>
                  <a:gd name="connsiteY98" fmla="*/ 937613 h 1058137"/>
                  <a:gd name="connsiteX99" fmla="*/ 346372 w 1792582"/>
                  <a:gd name="connsiteY99" fmla="*/ 996661 h 1058137"/>
                  <a:gd name="connsiteX100" fmla="*/ 346672 w 1792582"/>
                  <a:gd name="connsiteY100" fmla="*/ 996661 h 1058137"/>
                  <a:gd name="connsiteX101" fmla="*/ 346672 w 1792582"/>
                  <a:gd name="connsiteY101" fmla="*/ 1009192 h 1058137"/>
                  <a:gd name="connsiteX102" fmla="*/ 326701 w 1792582"/>
                  <a:gd name="connsiteY102" fmla="*/ 1009192 h 1058137"/>
                  <a:gd name="connsiteX103" fmla="*/ 1645649 w 1792582"/>
                  <a:gd name="connsiteY103" fmla="*/ 896386 h 1058137"/>
                  <a:gd name="connsiteX104" fmla="*/ 1665951 w 1792582"/>
                  <a:gd name="connsiteY104" fmla="*/ 906430 h 1058137"/>
                  <a:gd name="connsiteX105" fmla="*/ 1667038 w 1792582"/>
                  <a:gd name="connsiteY105" fmla="*/ 908651 h 1058137"/>
                  <a:gd name="connsiteX106" fmla="*/ 1667038 w 1792582"/>
                  <a:gd name="connsiteY106" fmla="*/ 896728 h 1058137"/>
                  <a:gd name="connsiteX107" fmla="*/ 1687010 w 1792582"/>
                  <a:gd name="connsiteY107" fmla="*/ 896728 h 1058137"/>
                  <a:gd name="connsiteX108" fmla="*/ 1687010 w 1792582"/>
                  <a:gd name="connsiteY108" fmla="*/ 1006787 h 1058137"/>
                  <a:gd name="connsiteX109" fmla="*/ 1687010 w 1792582"/>
                  <a:gd name="connsiteY109" fmla="*/ 1006791 h 1058137"/>
                  <a:gd name="connsiteX110" fmla="*/ 1686300 w 1792582"/>
                  <a:gd name="connsiteY110" fmla="*/ 1021179 h 1058137"/>
                  <a:gd name="connsiteX111" fmla="*/ 1652581 w 1792582"/>
                  <a:gd name="connsiteY111" fmla="*/ 1057001 h 1058137"/>
                  <a:gd name="connsiteX112" fmla="*/ 1618862 w 1792582"/>
                  <a:gd name="connsiteY112" fmla="*/ 1021162 h 1058137"/>
                  <a:gd name="connsiteX113" fmla="*/ 1618816 w 1792582"/>
                  <a:gd name="connsiteY113" fmla="*/ 1020222 h 1058137"/>
                  <a:gd name="connsiteX114" fmla="*/ 1638139 w 1792582"/>
                  <a:gd name="connsiteY114" fmla="*/ 1020222 h 1058137"/>
                  <a:gd name="connsiteX115" fmla="*/ 1638891 w 1792582"/>
                  <a:gd name="connsiteY115" fmla="*/ 1025506 h 1058137"/>
                  <a:gd name="connsiteX116" fmla="*/ 1651560 w 1792582"/>
                  <a:gd name="connsiteY116" fmla="*/ 1039738 h 1058137"/>
                  <a:gd name="connsiteX117" fmla="*/ 1666731 w 1792582"/>
                  <a:gd name="connsiteY117" fmla="*/ 1012557 h 1058137"/>
                  <a:gd name="connsiteX118" fmla="*/ 1666892 w 1792582"/>
                  <a:gd name="connsiteY118" fmla="*/ 1006787 h 1058137"/>
                  <a:gd name="connsiteX119" fmla="*/ 1667038 w 1792582"/>
                  <a:gd name="connsiteY119" fmla="*/ 1006787 h 1058137"/>
                  <a:gd name="connsiteX120" fmla="*/ 1667038 w 1792582"/>
                  <a:gd name="connsiteY120" fmla="*/ 1000603 h 1058137"/>
                  <a:gd name="connsiteX121" fmla="*/ 1665481 w 1792582"/>
                  <a:gd name="connsiteY121" fmla="*/ 1003725 h 1058137"/>
                  <a:gd name="connsiteX122" fmla="*/ 1645649 w 1792582"/>
                  <a:gd name="connsiteY122" fmla="*/ 1013718 h 1058137"/>
                  <a:gd name="connsiteX123" fmla="*/ 1617463 w 1792582"/>
                  <a:gd name="connsiteY123" fmla="*/ 955052 h 1058137"/>
                  <a:gd name="connsiteX124" fmla="*/ 1645649 w 1792582"/>
                  <a:gd name="connsiteY124" fmla="*/ 896386 h 1058137"/>
                  <a:gd name="connsiteX125" fmla="*/ 1483922 w 1792582"/>
                  <a:gd name="connsiteY125" fmla="*/ 896249 h 1058137"/>
                  <a:gd name="connsiteX126" fmla="*/ 1517429 w 1792582"/>
                  <a:gd name="connsiteY126" fmla="*/ 932072 h 1058137"/>
                  <a:gd name="connsiteX127" fmla="*/ 1518040 w 1792582"/>
                  <a:gd name="connsiteY127" fmla="*/ 959244 h 1058137"/>
                  <a:gd name="connsiteX128" fmla="*/ 1469496 w 1792582"/>
                  <a:gd name="connsiteY128" fmla="*/ 959244 h 1058137"/>
                  <a:gd name="connsiteX129" fmla="*/ 1469772 w 1792582"/>
                  <a:gd name="connsiteY129" fmla="*/ 969136 h 1058137"/>
                  <a:gd name="connsiteX130" fmla="*/ 1484566 w 1792582"/>
                  <a:gd name="connsiteY130" fmla="*/ 994053 h 1058137"/>
                  <a:gd name="connsiteX131" fmla="*/ 1497612 w 1792582"/>
                  <a:gd name="connsiteY131" fmla="*/ 982086 h 1058137"/>
                  <a:gd name="connsiteX132" fmla="*/ 1498822 w 1792582"/>
                  <a:gd name="connsiteY132" fmla="*/ 973587 h 1058137"/>
                  <a:gd name="connsiteX133" fmla="*/ 1517846 w 1792582"/>
                  <a:gd name="connsiteY133" fmla="*/ 973587 h 1058137"/>
                  <a:gd name="connsiteX134" fmla="*/ 1517641 w 1792582"/>
                  <a:gd name="connsiteY134" fmla="*/ 977742 h 1058137"/>
                  <a:gd name="connsiteX135" fmla="*/ 1483922 w 1792582"/>
                  <a:gd name="connsiteY135" fmla="*/ 1013580 h 1058137"/>
                  <a:gd name="connsiteX136" fmla="*/ 1449076 w 1792582"/>
                  <a:gd name="connsiteY136" fmla="*/ 954914 h 1058137"/>
                  <a:gd name="connsiteX137" fmla="*/ 1483922 w 1792582"/>
                  <a:gd name="connsiteY137" fmla="*/ 896249 h 1058137"/>
                  <a:gd name="connsiteX138" fmla="*/ 1070504 w 1792582"/>
                  <a:gd name="connsiteY138" fmla="*/ 896249 h 1058137"/>
                  <a:gd name="connsiteX139" fmla="*/ 1105350 w 1792582"/>
                  <a:gd name="connsiteY139" fmla="*/ 954914 h 1058137"/>
                  <a:gd name="connsiteX140" fmla="*/ 1070504 w 1792582"/>
                  <a:gd name="connsiteY140" fmla="*/ 1013580 h 1058137"/>
                  <a:gd name="connsiteX141" fmla="*/ 1035658 w 1792582"/>
                  <a:gd name="connsiteY141" fmla="*/ 954914 h 1058137"/>
                  <a:gd name="connsiteX142" fmla="*/ 1070504 w 1792582"/>
                  <a:gd name="connsiteY142" fmla="*/ 896249 h 1058137"/>
                  <a:gd name="connsiteX143" fmla="*/ 914852 w 1792582"/>
                  <a:gd name="connsiteY143" fmla="*/ 896249 h 1058137"/>
                  <a:gd name="connsiteX144" fmla="*/ 948359 w 1792582"/>
                  <a:gd name="connsiteY144" fmla="*/ 932072 h 1058137"/>
                  <a:gd name="connsiteX145" fmla="*/ 948970 w 1792582"/>
                  <a:gd name="connsiteY145" fmla="*/ 959244 h 1058137"/>
                  <a:gd name="connsiteX146" fmla="*/ 900426 w 1792582"/>
                  <a:gd name="connsiteY146" fmla="*/ 959244 h 1058137"/>
                  <a:gd name="connsiteX147" fmla="*/ 900703 w 1792582"/>
                  <a:gd name="connsiteY147" fmla="*/ 969136 h 1058137"/>
                  <a:gd name="connsiteX148" fmla="*/ 915496 w 1792582"/>
                  <a:gd name="connsiteY148" fmla="*/ 994053 h 1058137"/>
                  <a:gd name="connsiteX149" fmla="*/ 928542 w 1792582"/>
                  <a:gd name="connsiteY149" fmla="*/ 982086 h 1058137"/>
                  <a:gd name="connsiteX150" fmla="*/ 929752 w 1792582"/>
                  <a:gd name="connsiteY150" fmla="*/ 973587 h 1058137"/>
                  <a:gd name="connsiteX151" fmla="*/ 948777 w 1792582"/>
                  <a:gd name="connsiteY151" fmla="*/ 973587 h 1058137"/>
                  <a:gd name="connsiteX152" fmla="*/ 948571 w 1792582"/>
                  <a:gd name="connsiteY152" fmla="*/ 977742 h 1058137"/>
                  <a:gd name="connsiteX153" fmla="*/ 914852 w 1792582"/>
                  <a:gd name="connsiteY153" fmla="*/ 1013580 h 1058137"/>
                  <a:gd name="connsiteX154" fmla="*/ 880006 w 1792582"/>
                  <a:gd name="connsiteY154" fmla="*/ 954914 h 1058137"/>
                  <a:gd name="connsiteX155" fmla="*/ 914852 w 1792582"/>
                  <a:gd name="connsiteY155" fmla="*/ 896249 h 1058137"/>
                  <a:gd name="connsiteX156" fmla="*/ 637960 w 1792582"/>
                  <a:gd name="connsiteY156" fmla="*/ 896249 h 1058137"/>
                  <a:gd name="connsiteX157" fmla="*/ 672806 w 1792582"/>
                  <a:gd name="connsiteY157" fmla="*/ 954914 h 1058137"/>
                  <a:gd name="connsiteX158" fmla="*/ 637960 w 1792582"/>
                  <a:gd name="connsiteY158" fmla="*/ 1013580 h 1058137"/>
                  <a:gd name="connsiteX159" fmla="*/ 603114 w 1792582"/>
                  <a:gd name="connsiteY159" fmla="*/ 954914 h 1058137"/>
                  <a:gd name="connsiteX160" fmla="*/ 637960 w 1792582"/>
                  <a:gd name="connsiteY160" fmla="*/ 896249 h 1058137"/>
                  <a:gd name="connsiteX161" fmla="*/ 262788 w 1792582"/>
                  <a:gd name="connsiteY161" fmla="*/ 896249 h 1058137"/>
                  <a:gd name="connsiteX162" fmla="*/ 296295 w 1792582"/>
                  <a:gd name="connsiteY162" fmla="*/ 932072 h 1058137"/>
                  <a:gd name="connsiteX163" fmla="*/ 296906 w 1792582"/>
                  <a:gd name="connsiteY163" fmla="*/ 959244 h 1058137"/>
                  <a:gd name="connsiteX164" fmla="*/ 248362 w 1792582"/>
                  <a:gd name="connsiteY164" fmla="*/ 959244 h 1058137"/>
                  <a:gd name="connsiteX165" fmla="*/ 248638 w 1792582"/>
                  <a:gd name="connsiteY165" fmla="*/ 969136 h 1058137"/>
                  <a:gd name="connsiteX166" fmla="*/ 263432 w 1792582"/>
                  <a:gd name="connsiteY166" fmla="*/ 994053 h 1058137"/>
                  <a:gd name="connsiteX167" fmla="*/ 276478 w 1792582"/>
                  <a:gd name="connsiteY167" fmla="*/ 982086 h 1058137"/>
                  <a:gd name="connsiteX168" fmla="*/ 277688 w 1792582"/>
                  <a:gd name="connsiteY168" fmla="*/ 973587 h 1058137"/>
                  <a:gd name="connsiteX169" fmla="*/ 296712 w 1792582"/>
                  <a:gd name="connsiteY169" fmla="*/ 973587 h 1058137"/>
                  <a:gd name="connsiteX170" fmla="*/ 296507 w 1792582"/>
                  <a:gd name="connsiteY170" fmla="*/ 977742 h 1058137"/>
                  <a:gd name="connsiteX171" fmla="*/ 262788 w 1792582"/>
                  <a:gd name="connsiteY171" fmla="*/ 1013580 h 1058137"/>
                  <a:gd name="connsiteX172" fmla="*/ 227942 w 1792582"/>
                  <a:gd name="connsiteY172" fmla="*/ 954914 h 1058137"/>
                  <a:gd name="connsiteX173" fmla="*/ 262788 w 1792582"/>
                  <a:gd name="connsiteY173" fmla="*/ 896249 h 1058137"/>
                  <a:gd name="connsiteX174" fmla="*/ 174241 w 1792582"/>
                  <a:gd name="connsiteY174" fmla="*/ 896248 h 1058137"/>
                  <a:gd name="connsiteX175" fmla="*/ 202427 w 1792582"/>
                  <a:gd name="connsiteY175" fmla="*/ 954914 h 1058137"/>
                  <a:gd name="connsiteX176" fmla="*/ 174241 w 1792582"/>
                  <a:gd name="connsiteY176" fmla="*/ 1013580 h 1058137"/>
                  <a:gd name="connsiteX177" fmla="*/ 159360 w 1792582"/>
                  <a:gd name="connsiteY177" fmla="*/ 1008995 h 1058137"/>
                  <a:gd name="connsiteX178" fmla="*/ 152852 w 1792582"/>
                  <a:gd name="connsiteY178" fmla="*/ 999395 h 1058137"/>
                  <a:gd name="connsiteX179" fmla="*/ 152852 w 1792582"/>
                  <a:gd name="connsiteY179" fmla="*/ 1056246 h 1058137"/>
                  <a:gd name="connsiteX180" fmla="*/ 132881 w 1792582"/>
                  <a:gd name="connsiteY180" fmla="*/ 1056246 h 1058137"/>
                  <a:gd name="connsiteX181" fmla="*/ 132881 w 1792582"/>
                  <a:gd name="connsiteY181" fmla="*/ 896590 h 1058137"/>
                  <a:gd name="connsiteX182" fmla="*/ 152852 w 1792582"/>
                  <a:gd name="connsiteY182" fmla="*/ 896590 h 1058137"/>
                  <a:gd name="connsiteX183" fmla="*/ 152852 w 1792582"/>
                  <a:gd name="connsiteY183" fmla="*/ 909865 h 1058137"/>
                  <a:gd name="connsiteX184" fmla="*/ 158909 w 1792582"/>
                  <a:gd name="connsiteY184" fmla="*/ 900882 h 1058137"/>
                  <a:gd name="connsiteX185" fmla="*/ 174241 w 1792582"/>
                  <a:gd name="connsiteY185" fmla="*/ 896248 h 1058137"/>
                  <a:gd name="connsiteX186" fmla="*/ 1592774 w 1792582"/>
                  <a:gd name="connsiteY186" fmla="*/ 892438 h 1058137"/>
                  <a:gd name="connsiteX187" fmla="*/ 1592774 w 1792582"/>
                  <a:gd name="connsiteY187" fmla="*/ 914707 h 1058137"/>
                  <a:gd name="connsiteX188" fmla="*/ 1572318 w 1792582"/>
                  <a:gd name="connsiteY188" fmla="*/ 924898 h 1058137"/>
                  <a:gd name="connsiteX189" fmla="*/ 1570506 w 1792582"/>
                  <a:gd name="connsiteY189" fmla="*/ 930363 h 1058137"/>
                  <a:gd name="connsiteX190" fmla="*/ 1570506 w 1792582"/>
                  <a:gd name="connsiteY190" fmla="*/ 1009192 h 1058137"/>
                  <a:gd name="connsiteX191" fmla="*/ 1550534 w 1792582"/>
                  <a:gd name="connsiteY191" fmla="*/ 1009192 h 1058137"/>
                  <a:gd name="connsiteX192" fmla="*/ 1550534 w 1792582"/>
                  <a:gd name="connsiteY192" fmla="*/ 896590 h 1058137"/>
                  <a:gd name="connsiteX193" fmla="*/ 1570506 w 1792582"/>
                  <a:gd name="connsiteY193" fmla="*/ 896590 h 1058137"/>
                  <a:gd name="connsiteX194" fmla="*/ 1570506 w 1792582"/>
                  <a:gd name="connsiteY194" fmla="*/ 906833 h 1058137"/>
                  <a:gd name="connsiteX195" fmla="*/ 1571627 w 1792582"/>
                  <a:gd name="connsiteY195" fmla="*/ 905336 h 1058137"/>
                  <a:gd name="connsiteX196" fmla="*/ 1592774 w 1792582"/>
                  <a:gd name="connsiteY196" fmla="*/ 892438 h 1058137"/>
                  <a:gd name="connsiteX197" fmla="*/ 824066 w 1792582"/>
                  <a:gd name="connsiteY197" fmla="*/ 891683 h 1058137"/>
                  <a:gd name="connsiteX198" fmla="*/ 846335 w 1792582"/>
                  <a:gd name="connsiteY198" fmla="*/ 897345 h 1058137"/>
                  <a:gd name="connsiteX199" fmla="*/ 846335 w 1792582"/>
                  <a:gd name="connsiteY199" fmla="*/ 916217 h 1058137"/>
                  <a:gd name="connsiteX200" fmla="*/ 815762 w 1792582"/>
                  <a:gd name="connsiteY200" fmla="*/ 924520 h 1058137"/>
                  <a:gd name="connsiteX201" fmla="*/ 832661 w 1792582"/>
                  <a:gd name="connsiteY201" fmla="*/ 947285 h 1058137"/>
                  <a:gd name="connsiteX202" fmla="*/ 854638 w 1792582"/>
                  <a:gd name="connsiteY202" fmla="*/ 979626 h 1058137"/>
                  <a:gd name="connsiteX203" fmla="*/ 824444 w 1792582"/>
                  <a:gd name="connsiteY203" fmla="*/ 1013595 h 1058137"/>
                  <a:gd name="connsiteX204" fmla="*/ 802175 w 1792582"/>
                  <a:gd name="connsiteY204" fmla="*/ 1007934 h 1058137"/>
                  <a:gd name="connsiteX205" fmla="*/ 802175 w 1792582"/>
                  <a:gd name="connsiteY205" fmla="*/ 987929 h 1058137"/>
                  <a:gd name="connsiteX206" fmla="*/ 822179 w 1792582"/>
                  <a:gd name="connsiteY206" fmla="*/ 994723 h 1058137"/>
                  <a:gd name="connsiteX207" fmla="*/ 836521 w 1792582"/>
                  <a:gd name="connsiteY207" fmla="*/ 979248 h 1058137"/>
                  <a:gd name="connsiteX208" fmla="*/ 816301 w 1792582"/>
                  <a:gd name="connsiteY208" fmla="*/ 954931 h 1058137"/>
                  <a:gd name="connsiteX209" fmla="*/ 796988 w 1792582"/>
                  <a:gd name="connsiteY209" fmla="*/ 925652 h 1058137"/>
                  <a:gd name="connsiteX210" fmla="*/ 824066 w 1792582"/>
                  <a:gd name="connsiteY210" fmla="*/ 891683 h 1058137"/>
                  <a:gd name="connsiteX211" fmla="*/ 56436 w 1792582"/>
                  <a:gd name="connsiteY211" fmla="*/ 860524 h 1058137"/>
                  <a:gd name="connsiteX212" fmla="*/ 35735 w 1792582"/>
                  <a:gd name="connsiteY212" fmla="*/ 926643 h 1058137"/>
                  <a:gd name="connsiteX213" fmla="*/ 56436 w 1792582"/>
                  <a:gd name="connsiteY213" fmla="*/ 992761 h 1058137"/>
                  <a:gd name="connsiteX214" fmla="*/ 77136 w 1792582"/>
                  <a:gd name="connsiteY214" fmla="*/ 926643 h 1058137"/>
                  <a:gd name="connsiteX215" fmla="*/ 56436 w 1792582"/>
                  <a:gd name="connsiteY215" fmla="*/ 860524 h 1058137"/>
                  <a:gd name="connsiteX216" fmla="*/ 56672 w 1792582"/>
                  <a:gd name="connsiteY216" fmla="*/ 839708 h 1058137"/>
                  <a:gd name="connsiteX217" fmla="*/ 100557 w 1792582"/>
                  <a:gd name="connsiteY217" fmla="*/ 926644 h 1058137"/>
                  <a:gd name="connsiteX218" fmla="*/ 56672 w 1792582"/>
                  <a:gd name="connsiteY218" fmla="*/ 1013580 h 1058137"/>
                  <a:gd name="connsiteX219" fmla="*/ 12787 w 1792582"/>
                  <a:gd name="connsiteY219" fmla="*/ 926644 h 1058137"/>
                  <a:gd name="connsiteX220" fmla="*/ 56672 w 1792582"/>
                  <a:gd name="connsiteY220" fmla="*/ 839708 h 1058137"/>
                  <a:gd name="connsiteX221" fmla="*/ 1261002 w 1792582"/>
                  <a:gd name="connsiteY221" fmla="*/ 839707 h 1058137"/>
                  <a:gd name="connsiteX222" fmla="*/ 1267808 w 1792582"/>
                  <a:gd name="connsiteY222" fmla="*/ 839707 h 1058137"/>
                  <a:gd name="connsiteX223" fmla="*/ 1282685 w 1792582"/>
                  <a:gd name="connsiteY223" fmla="*/ 839707 h 1058137"/>
                  <a:gd name="connsiteX224" fmla="*/ 1322930 w 1792582"/>
                  <a:gd name="connsiteY224" fmla="*/ 839707 h 1058137"/>
                  <a:gd name="connsiteX225" fmla="*/ 1322930 w 1792582"/>
                  <a:gd name="connsiteY225" fmla="*/ 858017 h 1058137"/>
                  <a:gd name="connsiteX226" fmla="*/ 1282685 w 1792582"/>
                  <a:gd name="connsiteY226" fmla="*/ 858017 h 1058137"/>
                  <a:gd name="connsiteX227" fmla="*/ 1282685 w 1792582"/>
                  <a:gd name="connsiteY227" fmla="*/ 914391 h 1058137"/>
                  <a:gd name="connsiteX228" fmla="*/ 1318112 w 1792582"/>
                  <a:gd name="connsiteY228" fmla="*/ 914391 h 1058137"/>
                  <a:gd name="connsiteX229" fmla="*/ 1318112 w 1792582"/>
                  <a:gd name="connsiteY229" fmla="*/ 932701 h 1058137"/>
                  <a:gd name="connsiteX230" fmla="*/ 1282685 w 1792582"/>
                  <a:gd name="connsiteY230" fmla="*/ 932701 h 1058137"/>
                  <a:gd name="connsiteX231" fmla="*/ 1282685 w 1792582"/>
                  <a:gd name="connsiteY231" fmla="*/ 992581 h 1058137"/>
                  <a:gd name="connsiteX232" fmla="*/ 1322930 w 1792582"/>
                  <a:gd name="connsiteY232" fmla="*/ 992581 h 1058137"/>
                  <a:gd name="connsiteX233" fmla="*/ 1322930 w 1792582"/>
                  <a:gd name="connsiteY233" fmla="*/ 1010891 h 1058137"/>
                  <a:gd name="connsiteX234" fmla="*/ 1282685 w 1792582"/>
                  <a:gd name="connsiteY234" fmla="*/ 1010891 h 1058137"/>
                  <a:gd name="connsiteX235" fmla="*/ 1267808 w 1792582"/>
                  <a:gd name="connsiteY235" fmla="*/ 1010891 h 1058137"/>
                  <a:gd name="connsiteX236" fmla="*/ 1261002 w 1792582"/>
                  <a:gd name="connsiteY236" fmla="*/ 1010891 h 1058137"/>
                  <a:gd name="connsiteX237" fmla="*/ 489126 w 1792582"/>
                  <a:gd name="connsiteY237" fmla="*/ 838658 h 1058137"/>
                  <a:gd name="connsiteX238" fmla="*/ 510809 w 1792582"/>
                  <a:gd name="connsiteY238" fmla="*/ 838658 h 1058137"/>
                  <a:gd name="connsiteX239" fmla="*/ 510809 w 1792582"/>
                  <a:gd name="connsiteY239" fmla="*/ 905619 h 1058137"/>
                  <a:gd name="connsiteX240" fmla="*/ 546246 w 1792582"/>
                  <a:gd name="connsiteY240" fmla="*/ 905619 h 1058137"/>
                  <a:gd name="connsiteX241" fmla="*/ 546246 w 1792582"/>
                  <a:gd name="connsiteY241" fmla="*/ 838658 h 1058137"/>
                  <a:gd name="connsiteX242" fmla="*/ 567930 w 1792582"/>
                  <a:gd name="connsiteY242" fmla="*/ 838658 h 1058137"/>
                  <a:gd name="connsiteX243" fmla="*/ 567930 w 1792582"/>
                  <a:gd name="connsiteY243" fmla="*/ 1009192 h 1058137"/>
                  <a:gd name="connsiteX244" fmla="*/ 546246 w 1792582"/>
                  <a:gd name="connsiteY244" fmla="*/ 1009192 h 1058137"/>
                  <a:gd name="connsiteX245" fmla="*/ 546246 w 1792582"/>
                  <a:gd name="connsiteY245" fmla="*/ 923859 h 1058137"/>
                  <a:gd name="connsiteX246" fmla="*/ 510809 w 1792582"/>
                  <a:gd name="connsiteY246" fmla="*/ 923859 h 1058137"/>
                  <a:gd name="connsiteX247" fmla="*/ 510809 w 1792582"/>
                  <a:gd name="connsiteY247" fmla="*/ 1009192 h 1058137"/>
                  <a:gd name="connsiteX248" fmla="*/ 489126 w 1792582"/>
                  <a:gd name="connsiteY248" fmla="*/ 1009192 h 1058137"/>
                  <a:gd name="connsiteX249" fmla="*/ 1162901 w 1792582"/>
                  <a:gd name="connsiteY249" fmla="*/ 821998 h 1058137"/>
                  <a:gd name="connsiteX250" fmla="*/ 1177725 w 1792582"/>
                  <a:gd name="connsiteY250" fmla="*/ 823498 h 1058137"/>
                  <a:gd name="connsiteX251" fmla="*/ 1177725 w 1792582"/>
                  <a:gd name="connsiteY251" fmla="*/ 843469 h 1058137"/>
                  <a:gd name="connsiteX252" fmla="*/ 1159420 w 1792582"/>
                  <a:gd name="connsiteY252" fmla="*/ 854141 h 1058137"/>
                  <a:gd name="connsiteX253" fmla="*/ 1159420 w 1792582"/>
                  <a:gd name="connsiteY253" fmla="*/ 895458 h 1058137"/>
                  <a:gd name="connsiteX254" fmla="*/ 1177725 w 1792582"/>
                  <a:gd name="connsiteY254" fmla="*/ 895458 h 1058137"/>
                  <a:gd name="connsiteX255" fmla="*/ 1177725 w 1792582"/>
                  <a:gd name="connsiteY255" fmla="*/ 912236 h 1058137"/>
                  <a:gd name="connsiteX256" fmla="*/ 1159420 w 1792582"/>
                  <a:gd name="connsiteY256" fmla="*/ 912236 h 1058137"/>
                  <a:gd name="connsiteX257" fmla="*/ 1159420 w 1792582"/>
                  <a:gd name="connsiteY257" fmla="*/ 1009192 h 1058137"/>
                  <a:gd name="connsiteX258" fmla="*/ 1139449 w 1792582"/>
                  <a:gd name="connsiteY258" fmla="*/ 1009192 h 1058137"/>
                  <a:gd name="connsiteX259" fmla="*/ 1139449 w 1792582"/>
                  <a:gd name="connsiteY259" fmla="*/ 912236 h 1058137"/>
                  <a:gd name="connsiteX260" fmla="*/ 1127527 w 1792582"/>
                  <a:gd name="connsiteY260" fmla="*/ 912236 h 1058137"/>
                  <a:gd name="connsiteX261" fmla="*/ 1127527 w 1792582"/>
                  <a:gd name="connsiteY261" fmla="*/ 895458 h 1058137"/>
                  <a:gd name="connsiteX262" fmla="*/ 1139449 w 1792582"/>
                  <a:gd name="connsiteY262" fmla="*/ 895458 h 1058137"/>
                  <a:gd name="connsiteX263" fmla="*/ 1139449 w 1792582"/>
                  <a:gd name="connsiteY263" fmla="*/ 844747 h 1058137"/>
                  <a:gd name="connsiteX264" fmla="*/ 1162901 w 1792582"/>
                  <a:gd name="connsiteY264" fmla="*/ 821998 h 1058137"/>
                  <a:gd name="connsiteX265" fmla="*/ 0 w 1792582"/>
                  <a:gd name="connsiteY265" fmla="*/ 698203 h 1058137"/>
                  <a:gd name="connsiteX266" fmla="*/ 1792582 w 1792582"/>
                  <a:gd name="connsiteY266" fmla="*/ 698203 h 1058137"/>
                  <a:gd name="connsiteX267" fmla="*/ 1792582 w 1792582"/>
                  <a:gd name="connsiteY267" fmla="*/ 703247 h 1058137"/>
                  <a:gd name="connsiteX268" fmla="*/ 1792582 w 1792582"/>
                  <a:gd name="connsiteY268" fmla="*/ 757745 h 1058137"/>
                  <a:gd name="connsiteX269" fmla="*/ 1792582 w 1792582"/>
                  <a:gd name="connsiteY269" fmla="*/ 777019 h 1058137"/>
                  <a:gd name="connsiteX270" fmla="*/ 0 w 1792582"/>
                  <a:gd name="connsiteY270" fmla="*/ 777019 h 1058137"/>
                  <a:gd name="connsiteX271" fmla="*/ 827858 w 1792582"/>
                  <a:gd name="connsiteY271" fmla="*/ 57086 h 1058137"/>
                  <a:gd name="connsiteX272" fmla="*/ 771089 w 1792582"/>
                  <a:gd name="connsiteY272" fmla="*/ 238408 h 1058137"/>
                  <a:gd name="connsiteX273" fmla="*/ 827858 w 1792582"/>
                  <a:gd name="connsiteY273" fmla="*/ 419730 h 1058137"/>
                  <a:gd name="connsiteX274" fmla="*/ 884626 w 1792582"/>
                  <a:gd name="connsiteY274" fmla="*/ 238408 h 1058137"/>
                  <a:gd name="connsiteX275" fmla="*/ 827858 w 1792582"/>
                  <a:gd name="connsiteY275" fmla="*/ 57086 h 1058137"/>
                  <a:gd name="connsiteX276" fmla="*/ 119700 w 1792582"/>
                  <a:gd name="connsiteY276" fmla="*/ 57086 h 1058137"/>
                  <a:gd name="connsiteX277" fmla="*/ 62931 w 1792582"/>
                  <a:gd name="connsiteY277" fmla="*/ 238408 h 1058137"/>
                  <a:gd name="connsiteX278" fmla="*/ 119700 w 1792582"/>
                  <a:gd name="connsiteY278" fmla="*/ 419730 h 1058137"/>
                  <a:gd name="connsiteX279" fmla="*/ 176468 w 1792582"/>
                  <a:gd name="connsiteY279" fmla="*/ 238408 h 1058137"/>
                  <a:gd name="connsiteX280" fmla="*/ 119700 w 1792582"/>
                  <a:gd name="connsiteY280" fmla="*/ 57086 h 1058137"/>
                  <a:gd name="connsiteX281" fmla="*/ 364615 w 1792582"/>
                  <a:gd name="connsiteY281" fmla="*/ 7754 h 1058137"/>
                  <a:gd name="connsiteX282" fmla="*/ 425426 w 1792582"/>
                  <a:gd name="connsiteY282" fmla="*/ 7754 h 1058137"/>
                  <a:gd name="connsiteX283" fmla="*/ 425426 w 1792582"/>
                  <a:gd name="connsiteY283" fmla="*/ 188764 h 1058137"/>
                  <a:gd name="connsiteX284" fmla="*/ 519025 w 1792582"/>
                  <a:gd name="connsiteY284" fmla="*/ 188764 h 1058137"/>
                  <a:gd name="connsiteX285" fmla="*/ 519025 w 1792582"/>
                  <a:gd name="connsiteY285" fmla="*/ 7754 h 1058137"/>
                  <a:gd name="connsiteX286" fmla="*/ 579836 w 1792582"/>
                  <a:gd name="connsiteY286" fmla="*/ 7754 h 1058137"/>
                  <a:gd name="connsiteX287" fmla="*/ 579836 w 1792582"/>
                  <a:gd name="connsiteY287" fmla="*/ 468746 h 1058137"/>
                  <a:gd name="connsiteX288" fmla="*/ 519025 w 1792582"/>
                  <a:gd name="connsiteY288" fmla="*/ 468746 h 1058137"/>
                  <a:gd name="connsiteX289" fmla="*/ 519025 w 1792582"/>
                  <a:gd name="connsiteY289" fmla="*/ 238072 h 1058137"/>
                  <a:gd name="connsiteX290" fmla="*/ 425426 w 1792582"/>
                  <a:gd name="connsiteY290" fmla="*/ 238072 h 1058137"/>
                  <a:gd name="connsiteX291" fmla="*/ 425426 w 1792582"/>
                  <a:gd name="connsiteY291" fmla="*/ 468746 h 1058137"/>
                  <a:gd name="connsiteX292" fmla="*/ 364615 w 1792582"/>
                  <a:gd name="connsiteY292" fmla="*/ 468746 h 1058137"/>
                  <a:gd name="connsiteX293" fmla="*/ 828506 w 1792582"/>
                  <a:gd name="connsiteY293" fmla="*/ 0 h 1058137"/>
                  <a:gd name="connsiteX294" fmla="*/ 948855 w 1792582"/>
                  <a:gd name="connsiteY294" fmla="*/ 238412 h 1058137"/>
                  <a:gd name="connsiteX295" fmla="*/ 828506 w 1792582"/>
                  <a:gd name="connsiteY295" fmla="*/ 476823 h 1058137"/>
                  <a:gd name="connsiteX296" fmla="*/ 708157 w 1792582"/>
                  <a:gd name="connsiteY296" fmla="*/ 238412 h 1058137"/>
                  <a:gd name="connsiteX297" fmla="*/ 828506 w 1792582"/>
                  <a:gd name="connsiteY297" fmla="*/ 0 h 1058137"/>
                  <a:gd name="connsiteX298" fmla="*/ 120349 w 1792582"/>
                  <a:gd name="connsiteY298" fmla="*/ 0 h 1058137"/>
                  <a:gd name="connsiteX299" fmla="*/ 240698 w 1792582"/>
                  <a:gd name="connsiteY299" fmla="*/ 238412 h 1058137"/>
                  <a:gd name="connsiteX300" fmla="*/ 120349 w 1792582"/>
                  <a:gd name="connsiteY300" fmla="*/ 476823 h 1058137"/>
                  <a:gd name="connsiteX301" fmla="*/ 0 w 1792582"/>
                  <a:gd name="connsiteY301" fmla="*/ 238412 h 1058137"/>
                  <a:gd name="connsiteX302" fmla="*/ 120349 w 1792582"/>
                  <a:gd name="connsiteY302" fmla="*/ 0 h 10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Lst>
                <a:rect l="l" t="t" r="r" b="b"/>
                <a:pathLst>
                  <a:path w="1792582" h="1058137">
                    <a:moveTo>
                      <a:pt x="1653463" y="914845"/>
                    </a:moveTo>
                    <a:cubicBezTo>
                      <a:pt x="1641327" y="914773"/>
                      <a:pt x="1638885" y="932776"/>
                      <a:pt x="1638885" y="954895"/>
                    </a:cubicBezTo>
                    <a:cubicBezTo>
                      <a:pt x="1638885" y="977014"/>
                      <a:pt x="1639618" y="994906"/>
                      <a:pt x="1653463" y="994945"/>
                    </a:cubicBezTo>
                    <a:cubicBezTo>
                      <a:pt x="1666640" y="994983"/>
                      <a:pt x="1668040" y="977014"/>
                      <a:pt x="1668040" y="954895"/>
                    </a:cubicBezTo>
                    <a:cubicBezTo>
                      <a:pt x="1668040" y="932776"/>
                      <a:pt x="1667526" y="914928"/>
                      <a:pt x="1653463" y="914845"/>
                    </a:cubicBezTo>
                    <a:close/>
                    <a:moveTo>
                      <a:pt x="166428" y="914707"/>
                    </a:moveTo>
                    <a:cubicBezTo>
                      <a:pt x="152365" y="914790"/>
                      <a:pt x="151851" y="932638"/>
                      <a:pt x="151851" y="954758"/>
                    </a:cubicBezTo>
                    <a:cubicBezTo>
                      <a:pt x="151851" y="976877"/>
                      <a:pt x="153251" y="994845"/>
                      <a:pt x="166428" y="994808"/>
                    </a:cubicBezTo>
                    <a:cubicBezTo>
                      <a:pt x="180272" y="994768"/>
                      <a:pt x="181005" y="976877"/>
                      <a:pt x="181005" y="954758"/>
                    </a:cubicBezTo>
                    <a:cubicBezTo>
                      <a:pt x="181005" y="932638"/>
                      <a:pt x="178563" y="914636"/>
                      <a:pt x="166428" y="914707"/>
                    </a:cubicBezTo>
                    <a:close/>
                    <a:moveTo>
                      <a:pt x="1484566" y="912443"/>
                    </a:moveTo>
                    <a:cubicBezTo>
                      <a:pt x="1473541" y="912506"/>
                      <a:pt x="1470482" y="922751"/>
                      <a:pt x="1469642" y="937376"/>
                    </a:cubicBezTo>
                    <a:lnTo>
                      <a:pt x="1469546" y="942259"/>
                    </a:lnTo>
                    <a:lnTo>
                      <a:pt x="1499391" y="942259"/>
                    </a:lnTo>
                    <a:cubicBezTo>
                      <a:pt x="1499329" y="940624"/>
                      <a:pt x="1499268" y="938989"/>
                      <a:pt x="1499206" y="937354"/>
                    </a:cubicBezTo>
                    <a:cubicBezTo>
                      <a:pt x="1497894" y="922692"/>
                      <a:pt x="1494080" y="912388"/>
                      <a:pt x="1484566" y="912443"/>
                    </a:cubicBezTo>
                    <a:close/>
                    <a:moveTo>
                      <a:pt x="1070393" y="912443"/>
                    </a:moveTo>
                    <a:cubicBezTo>
                      <a:pt x="1055693" y="912527"/>
                      <a:pt x="1055156" y="930712"/>
                      <a:pt x="1055156" y="953247"/>
                    </a:cubicBezTo>
                    <a:cubicBezTo>
                      <a:pt x="1055156" y="975784"/>
                      <a:pt x="1056619" y="994091"/>
                      <a:pt x="1070393" y="994053"/>
                    </a:cubicBezTo>
                    <a:cubicBezTo>
                      <a:pt x="1084865" y="994013"/>
                      <a:pt x="1085631" y="975784"/>
                      <a:pt x="1085631" y="953247"/>
                    </a:cubicBezTo>
                    <a:cubicBezTo>
                      <a:pt x="1085631" y="930712"/>
                      <a:pt x="1083078" y="912369"/>
                      <a:pt x="1070393" y="912443"/>
                    </a:cubicBezTo>
                    <a:close/>
                    <a:moveTo>
                      <a:pt x="915496" y="912443"/>
                    </a:moveTo>
                    <a:cubicBezTo>
                      <a:pt x="904471" y="912506"/>
                      <a:pt x="901413" y="922751"/>
                      <a:pt x="900573" y="937376"/>
                    </a:cubicBezTo>
                    <a:lnTo>
                      <a:pt x="900476" y="942259"/>
                    </a:lnTo>
                    <a:lnTo>
                      <a:pt x="930321" y="942259"/>
                    </a:lnTo>
                    <a:cubicBezTo>
                      <a:pt x="930260" y="940624"/>
                      <a:pt x="930198" y="938989"/>
                      <a:pt x="930137" y="937354"/>
                    </a:cubicBezTo>
                    <a:cubicBezTo>
                      <a:pt x="928824" y="922692"/>
                      <a:pt x="925010" y="912388"/>
                      <a:pt x="915496" y="912443"/>
                    </a:cubicBezTo>
                    <a:close/>
                    <a:moveTo>
                      <a:pt x="637849" y="912443"/>
                    </a:moveTo>
                    <a:cubicBezTo>
                      <a:pt x="623149" y="912527"/>
                      <a:pt x="622612" y="930712"/>
                      <a:pt x="622612" y="953247"/>
                    </a:cubicBezTo>
                    <a:cubicBezTo>
                      <a:pt x="622612" y="975784"/>
                      <a:pt x="624075" y="994091"/>
                      <a:pt x="637849" y="994053"/>
                    </a:cubicBezTo>
                    <a:cubicBezTo>
                      <a:pt x="652320" y="994013"/>
                      <a:pt x="653087" y="975784"/>
                      <a:pt x="653087" y="953247"/>
                    </a:cubicBezTo>
                    <a:cubicBezTo>
                      <a:pt x="653087" y="930712"/>
                      <a:pt x="650534" y="912369"/>
                      <a:pt x="637849" y="912443"/>
                    </a:cubicBezTo>
                    <a:close/>
                    <a:moveTo>
                      <a:pt x="263432" y="912443"/>
                    </a:moveTo>
                    <a:cubicBezTo>
                      <a:pt x="252407" y="912506"/>
                      <a:pt x="249348" y="922751"/>
                      <a:pt x="248508" y="937376"/>
                    </a:cubicBezTo>
                    <a:lnTo>
                      <a:pt x="248412" y="942259"/>
                    </a:lnTo>
                    <a:lnTo>
                      <a:pt x="278257" y="942259"/>
                    </a:lnTo>
                    <a:cubicBezTo>
                      <a:pt x="278195" y="940624"/>
                      <a:pt x="278134" y="938989"/>
                      <a:pt x="278072" y="937354"/>
                    </a:cubicBezTo>
                    <a:cubicBezTo>
                      <a:pt x="276760" y="922692"/>
                      <a:pt x="272946" y="912388"/>
                      <a:pt x="263432" y="912443"/>
                    </a:cubicBezTo>
                    <a:close/>
                    <a:moveTo>
                      <a:pt x="1714910" y="896590"/>
                    </a:moveTo>
                    <a:lnTo>
                      <a:pt x="1734882" y="896590"/>
                    </a:lnTo>
                    <a:lnTo>
                      <a:pt x="1753333" y="971008"/>
                    </a:lnTo>
                    <a:lnTo>
                      <a:pt x="1772205" y="896590"/>
                    </a:lnTo>
                    <a:lnTo>
                      <a:pt x="1792177" y="896590"/>
                    </a:lnTo>
                    <a:lnTo>
                      <a:pt x="1746000" y="1058137"/>
                    </a:lnTo>
                    <a:lnTo>
                      <a:pt x="1726028" y="1058137"/>
                    </a:lnTo>
                    <a:lnTo>
                      <a:pt x="1742258" y="998644"/>
                    </a:lnTo>
                    <a:close/>
                    <a:moveTo>
                      <a:pt x="1350499" y="896590"/>
                    </a:moveTo>
                    <a:lnTo>
                      <a:pt x="1370471" y="896590"/>
                    </a:lnTo>
                    <a:lnTo>
                      <a:pt x="1370471" y="912636"/>
                    </a:lnTo>
                    <a:cubicBezTo>
                      <a:pt x="1375276" y="905653"/>
                      <a:pt x="1376083" y="897276"/>
                      <a:pt x="1392815" y="896973"/>
                    </a:cubicBezTo>
                    <a:cubicBezTo>
                      <a:pt x="1414114" y="896587"/>
                      <a:pt x="1416732" y="911563"/>
                      <a:pt x="1417110" y="931246"/>
                    </a:cubicBezTo>
                    <a:lnTo>
                      <a:pt x="1417582" y="1009192"/>
                    </a:lnTo>
                    <a:lnTo>
                      <a:pt x="1397610" y="1009192"/>
                    </a:lnTo>
                    <a:cubicBezTo>
                      <a:pt x="1397705" y="984917"/>
                      <a:pt x="1397799" y="960642"/>
                      <a:pt x="1397893" y="936367"/>
                    </a:cubicBezTo>
                    <a:cubicBezTo>
                      <a:pt x="1397830" y="923883"/>
                      <a:pt x="1394269" y="913787"/>
                      <a:pt x="1385541" y="914392"/>
                    </a:cubicBezTo>
                    <a:cubicBezTo>
                      <a:pt x="1372667" y="915283"/>
                      <a:pt x="1371415" y="924422"/>
                      <a:pt x="1370504" y="934362"/>
                    </a:cubicBezTo>
                    <a:lnTo>
                      <a:pt x="1370390" y="937613"/>
                    </a:lnTo>
                    <a:lnTo>
                      <a:pt x="1370170" y="937613"/>
                    </a:lnTo>
                    <a:lnTo>
                      <a:pt x="1370170" y="996661"/>
                    </a:lnTo>
                    <a:lnTo>
                      <a:pt x="1370471" y="996661"/>
                    </a:lnTo>
                    <a:lnTo>
                      <a:pt x="1370471" y="1009192"/>
                    </a:lnTo>
                    <a:lnTo>
                      <a:pt x="1350499" y="1009192"/>
                    </a:lnTo>
                    <a:close/>
                    <a:moveTo>
                      <a:pt x="703301" y="896590"/>
                    </a:moveTo>
                    <a:lnTo>
                      <a:pt x="723273" y="896590"/>
                    </a:lnTo>
                    <a:lnTo>
                      <a:pt x="723273" y="935890"/>
                    </a:lnTo>
                    <a:lnTo>
                      <a:pt x="723669" y="935767"/>
                    </a:lnTo>
                    <a:lnTo>
                      <a:pt x="723669" y="977978"/>
                    </a:lnTo>
                    <a:lnTo>
                      <a:pt x="723993" y="977978"/>
                    </a:lnTo>
                    <a:lnTo>
                      <a:pt x="724972" y="985894"/>
                    </a:lnTo>
                    <a:cubicBezTo>
                      <a:pt x="726442" y="991412"/>
                      <a:pt x="729555" y="994822"/>
                      <a:pt x="736125" y="994808"/>
                    </a:cubicBezTo>
                    <a:cubicBezTo>
                      <a:pt x="742696" y="994793"/>
                      <a:pt x="745808" y="991383"/>
                      <a:pt x="747278" y="985873"/>
                    </a:cubicBezTo>
                    <a:lnTo>
                      <a:pt x="748257" y="977978"/>
                    </a:lnTo>
                    <a:lnTo>
                      <a:pt x="748582" y="977978"/>
                    </a:lnTo>
                    <a:lnTo>
                      <a:pt x="748582" y="917038"/>
                    </a:lnTo>
                    <a:lnTo>
                      <a:pt x="748575" y="917038"/>
                    </a:lnTo>
                    <a:lnTo>
                      <a:pt x="748575" y="896590"/>
                    </a:lnTo>
                    <a:lnTo>
                      <a:pt x="768547" y="896590"/>
                    </a:lnTo>
                    <a:lnTo>
                      <a:pt x="768547" y="975013"/>
                    </a:lnTo>
                    <a:lnTo>
                      <a:pt x="768547" y="975015"/>
                    </a:lnTo>
                    <a:lnTo>
                      <a:pt x="768547" y="975018"/>
                    </a:lnTo>
                    <a:lnTo>
                      <a:pt x="768547" y="976933"/>
                    </a:lnTo>
                    <a:lnTo>
                      <a:pt x="768420" y="976933"/>
                    </a:lnTo>
                    <a:lnTo>
                      <a:pt x="767494" y="990893"/>
                    </a:lnTo>
                    <a:cubicBezTo>
                      <a:pt x="765060" y="1005529"/>
                      <a:pt x="757504" y="1015790"/>
                      <a:pt x="735985" y="1015821"/>
                    </a:cubicBezTo>
                    <a:cubicBezTo>
                      <a:pt x="714467" y="1015852"/>
                      <a:pt x="706910" y="1005560"/>
                      <a:pt x="704476" y="990904"/>
                    </a:cubicBezTo>
                    <a:lnTo>
                      <a:pt x="703550" y="976933"/>
                    </a:lnTo>
                    <a:lnTo>
                      <a:pt x="703301" y="976933"/>
                    </a:lnTo>
                    <a:close/>
                    <a:moveTo>
                      <a:pt x="326701" y="896590"/>
                    </a:moveTo>
                    <a:lnTo>
                      <a:pt x="346672" y="896590"/>
                    </a:lnTo>
                    <a:lnTo>
                      <a:pt x="346672" y="912636"/>
                    </a:lnTo>
                    <a:cubicBezTo>
                      <a:pt x="351478" y="905653"/>
                      <a:pt x="352284" y="897276"/>
                      <a:pt x="369017" y="896973"/>
                    </a:cubicBezTo>
                    <a:cubicBezTo>
                      <a:pt x="390316" y="896587"/>
                      <a:pt x="392934" y="911563"/>
                      <a:pt x="393311" y="931246"/>
                    </a:cubicBezTo>
                    <a:lnTo>
                      <a:pt x="393784" y="1009192"/>
                    </a:lnTo>
                    <a:lnTo>
                      <a:pt x="373812" y="1009192"/>
                    </a:lnTo>
                    <a:cubicBezTo>
                      <a:pt x="373906" y="984917"/>
                      <a:pt x="374000" y="960642"/>
                      <a:pt x="374095" y="936367"/>
                    </a:cubicBezTo>
                    <a:cubicBezTo>
                      <a:pt x="374032" y="923883"/>
                      <a:pt x="370471" y="913787"/>
                      <a:pt x="361743" y="914392"/>
                    </a:cubicBezTo>
                    <a:cubicBezTo>
                      <a:pt x="348869" y="915283"/>
                      <a:pt x="347617" y="924422"/>
                      <a:pt x="346705" y="934362"/>
                    </a:cubicBezTo>
                    <a:lnTo>
                      <a:pt x="346592" y="937613"/>
                    </a:lnTo>
                    <a:lnTo>
                      <a:pt x="346372" y="937613"/>
                    </a:lnTo>
                    <a:lnTo>
                      <a:pt x="346372" y="996661"/>
                    </a:lnTo>
                    <a:lnTo>
                      <a:pt x="346672" y="996661"/>
                    </a:lnTo>
                    <a:lnTo>
                      <a:pt x="346672" y="1009192"/>
                    </a:lnTo>
                    <a:lnTo>
                      <a:pt x="326701" y="1009192"/>
                    </a:lnTo>
                    <a:close/>
                    <a:moveTo>
                      <a:pt x="1645649" y="896386"/>
                    </a:moveTo>
                    <a:cubicBezTo>
                      <a:pt x="1655363" y="896407"/>
                      <a:pt x="1661755" y="900106"/>
                      <a:pt x="1665951" y="906430"/>
                    </a:cubicBezTo>
                    <a:lnTo>
                      <a:pt x="1667038" y="908651"/>
                    </a:lnTo>
                    <a:lnTo>
                      <a:pt x="1667038" y="896728"/>
                    </a:lnTo>
                    <a:lnTo>
                      <a:pt x="1687010" y="896728"/>
                    </a:lnTo>
                    <a:lnTo>
                      <a:pt x="1687010" y="1006787"/>
                    </a:lnTo>
                    <a:cubicBezTo>
                      <a:pt x="1687010" y="1006789"/>
                      <a:pt x="1687010" y="1006789"/>
                      <a:pt x="1687010" y="1006791"/>
                    </a:cubicBezTo>
                    <a:lnTo>
                      <a:pt x="1686300" y="1021179"/>
                    </a:lnTo>
                    <a:cubicBezTo>
                      <a:pt x="1685960" y="1043003"/>
                      <a:pt x="1675608" y="1057051"/>
                      <a:pt x="1652581" y="1057001"/>
                    </a:cubicBezTo>
                    <a:cubicBezTo>
                      <a:pt x="1632195" y="1056956"/>
                      <a:pt x="1621466" y="1042204"/>
                      <a:pt x="1618862" y="1021162"/>
                    </a:cubicBezTo>
                    <a:cubicBezTo>
                      <a:pt x="1618847" y="1020849"/>
                      <a:pt x="1618831" y="1020535"/>
                      <a:pt x="1618816" y="1020222"/>
                    </a:cubicBezTo>
                    <a:lnTo>
                      <a:pt x="1638139" y="1020222"/>
                    </a:lnTo>
                    <a:lnTo>
                      <a:pt x="1638891" y="1025506"/>
                    </a:lnTo>
                    <a:cubicBezTo>
                      <a:pt x="1640137" y="1035905"/>
                      <a:pt x="1644324" y="1039346"/>
                      <a:pt x="1651560" y="1039738"/>
                    </a:cubicBezTo>
                    <a:cubicBezTo>
                      <a:pt x="1665644" y="1040501"/>
                      <a:pt x="1666806" y="1030608"/>
                      <a:pt x="1666731" y="1012557"/>
                    </a:cubicBezTo>
                    <a:lnTo>
                      <a:pt x="1666892" y="1006787"/>
                    </a:lnTo>
                    <a:lnTo>
                      <a:pt x="1667038" y="1006787"/>
                    </a:lnTo>
                    <a:lnTo>
                      <a:pt x="1667038" y="1000603"/>
                    </a:lnTo>
                    <a:lnTo>
                      <a:pt x="1665481" y="1003725"/>
                    </a:lnTo>
                    <a:cubicBezTo>
                      <a:pt x="1661254" y="1010052"/>
                      <a:pt x="1654962" y="1013740"/>
                      <a:pt x="1645649" y="1013718"/>
                    </a:cubicBezTo>
                    <a:cubicBezTo>
                      <a:pt x="1620813" y="1013659"/>
                      <a:pt x="1617463" y="987452"/>
                      <a:pt x="1617463" y="955052"/>
                    </a:cubicBezTo>
                    <a:cubicBezTo>
                      <a:pt x="1617463" y="922652"/>
                      <a:pt x="1622033" y="896335"/>
                      <a:pt x="1645649" y="896386"/>
                    </a:cubicBezTo>
                    <a:close/>
                    <a:moveTo>
                      <a:pt x="1483922" y="896249"/>
                    </a:moveTo>
                    <a:cubicBezTo>
                      <a:pt x="1505820" y="896210"/>
                      <a:pt x="1514472" y="911004"/>
                      <a:pt x="1517429" y="932072"/>
                    </a:cubicBezTo>
                    <a:cubicBezTo>
                      <a:pt x="1518765" y="939997"/>
                      <a:pt x="1518214" y="949432"/>
                      <a:pt x="1518040" y="959244"/>
                    </a:cubicBezTo>
                    <a:lnTo>
                      <a:pt x="1469496" y="959244"/>
                    </a:lnTo>
                    <a:lnTo>
                      <a:pt x="1469772" y="969136"/>
                    </a:lnTo>
                    <a:cubicBezTo>
                      <a:pt x="1470830" y="983791"/>
                      <a:pt x="1474235" y="994082"/>
                      <a:pt x="1484566" y="994053"/>
                    </a:cubicBezTo>
                    <a:cubicBezTo>
                      <a:pt x="1491802" y="994033"/>
                      <a:pt x="1495611" y="989466"/>
                      <a:pt x="1497612" y="982086"/>
                    </a:cubicBezTo>
                    <a:lnTo>
                      <a:pt x="1498822" y="973587"/>
                    </a:lnTo>
                    <a:lnTo>
                      <a:pt x="1517846" y="973587"/>
                    </a:lnTo>
                    <a:cubicBezTo>
                      <a:pt x="1517778" y="974972"/>
                      <a:pt x="1517709" y="976357"/>
                      <a:pt x="1517641" y="977742"/>
                    </a:cubicBezTo>
                    <a:cubicBezTo>
                      <a:pt x="1515037" y="998784"/>
                      <a:pt x="1506950" y="1013536"/>
                      <a:pt x="1483922" y="1013580"/>
                    </a:cubicBezTo>
                    <a:cubicBezTo>
                      <a:pt x="1453219" y="1013640"/>
                      <a:pt x="1449076" y="987315"/>
                      <a:pt x="1449076" y="954914"/>
                    </a:cubicBezTo>
                    <a:cubicBezTo>
                      <a:pt x="1449076" y="922514"/>
                      <a:pt x="1451898" y="896304"/>
                      <a:pt x="1483922" y="896249"/>
                    </a:cubicBezTo>
                    <a:close/>
                    <a:moveTo>
                      <a:pt x="1070504" y="896249"/>
                    </a:moveTo>
                    <a:cubicBezTo>
                      <a:pt x="1099701" y="896198"/>
                      <a:pt x="1105350" y="922514"/>
                      <a:pt x="1105350" y="954914"/>
                    </a:cubicBezTo>
                    <a:cubicBezTo>
                      <a:pt x="1105350" y="987315"/>
                      <a:pt x="1101208" y="1013521"/>
                      <a:pt x="1070504" y="1013580"/>
                    </a:cubicBezTo>
                    <a:cubicBezTo>
                      <a:pt x="1039801" y="1013640"/>
                      <a:pt x="1035658" y="987315"/>
                      <a:pt x="1035658" y="954914"/>
                    </a:cubicBezTo>
                    <a:cubicBezTo>
                      <a:pt x="1035658" y="922514"/>
                      <a:pt x="1038480" y="896304"/>
                      <a:pt x="1070504" y="896249"/>
                    </a:cubicBezTo>
                    <a:close/>
                    <a:moveTo>
                      <a:pt x="914852" y="896249"/>
                    </a:moveTo>
                    <a:cubicBezTo>
                      <a:pt x="936750" y="896210"/>
                      <a:pt x="945402" y="911004"/>
                      <a:pt x="948359" y="932072"/>
                    </a:cubicBezTo>
                    <a:cubicBezTo>
                      <a:pt x="949695" y="939997"/>
                      <a:pt x="949144" y="949432"/>
                      <a:pt x="948970" y="959244"/>
                    </a:cubicBezTo>
                    <a:lnTo>
                      <a:pt x="900426" y="959244"/>
                    </a:lnTo>
                    <a:lnTo>
                      <a:pt x="900703" y="969136"/>
                    </a:lnTo>
                    <a:cubicBezTo>
                      <a:pt x="901760" y="983791"/>
                      <a:pt x="905166" y="994082"/>
                      <a:pt x="915496" y="994053"/>
                    </a:cubicBezTo>
                    <a:cubicBezTo>
                      <a:pt x="922732" y="994033"/>
                      <a:pt x="926541" y="989466"/>
                      <a:pt x="928542" y="982086"/>
                    </a:cubicBezTo>
                    <a:lnTo>
                      <a:pt x="929752" y="973587"/>
                    </a:lnTo>
                    <a:lnTo>
                      <a:pt x="948777" y="973587"/>
                    </a:lnTo>
                    <a:cubicBezTo>
                      <a:pt x="948708" y="974972"/>
                      <a:pt x="948640" y="976357"/>
                      <a:pt x="948571" y="977742"/>
                    </a:cubicBezTo>
                    <a:cubicBezTo>
                      <a:pt x="945967" y="998784"/>
                      <a:pt x="937881" y="1013536"/>
                      <a:pt x="914852" y="1013580"/>
                    </a:cubicBezTo>
                    <a:cubicBezTo>
                      <a:pt x="884149" y="1013640"/>
                      <a:pt x="880006" y="987315"/>
                      <a:pt x="880006" y="954914"/>
                    </a:cubicBezTo>
                    <a:cubicBezTo>
                      <a:pt x="880006" y="922514"/>
                      <a:pt x="882828" y="896304"/>
                      <a:pt x="914852" y="896249"/>
                    </a:cubicBezTo>
                    <a:close/>
                    <a:moveTo>
                      <a:pt x="637960" y="896249"/>
                    </a:moveTo>
                    <a:cubicBezTo>
                      <a:pt x="667156" y="896198"/>
                      <a:pt x="672806" y="922514"/>
                      <a:pt x="672806" y="954914"/>
                    </a:cubicBezTo>
                    <a:cubicBezTo>
                      <a:pt x="672806" y="987315"/>
                      <a:pt x="668664" y="1013521"/>
                      <a:pt x="637960" y="1013580"/>
                    </a:cubicBezTo>
                    <a:cubicBezTo>
                      <a:pt x="607257" y="1013640"/>
                      <a:pt x="603114" y="987315"/>
                      <a:pt x="603114" y="954914"/>
                    </a:cubicBezTo>
                    <a:cubicBezTo>
                      <a:pt x="603114" y="922514"/>
                      <a:pt x="605936" y="896304"/>
                      <a:pt x="637960" y="896249"/>
                    </a:cubicBezTo>
                    <a:close/>
                    <a:moveTo>
                      <a:pt x="262788" y="896249"/>
                    </a:moveTo>
                    <a:cubicBezTo>
                      <a:pt x="284685" y="896210"/>
                      <a:pt x="293337" y="911004"/>
                      <a:pt x="296295" y="932072"/>
                    </a:cubicBezTo>
                    <a:cubicBezTo>
                      <a:pt x="297631" y="939997"/>
                      <a:pt x="297080" y="949432"/>
                      <a:pt x="296906" y="959244"/>
                    </a:cubicBezTo>
                    <a:lnTo>
                      <a:pt x="248362" y="959244"/>
                    </a:lnTo>
                    <a:lnTo>
                      <a:pt x="248638" y="969136"/>
                    </a:lnTo>
                    <a:cubicBezTo>
                      <a:pt x="249695" y="983791"/>
                      <a:pt x="253101" y="994082"/>
                      <a:pt x="263432" y="994053"/>
                    </a:cubicBezTo>
                    <a:cubicBezTo>
                      <a:pt x="270668" y="994033"/>
                      <a:pt x="274477" y="989466"/>
                      <a:pt x="276478" y="982086"/>
                    </a:cubicBezTo>
                    <a:lnTo>
                      <a:pt x="277688" y="973587"/>
                    </a:lnTo>
                    <a:lnTo>
                      <a:pt x="296712" y="973587"/>
                    </a:lnTo>
                    <a:cubicBezTo>
                      <a:pt x="296644" y="974972"/>
                      <a:pt x="296575" y="976357"/>
                      <a:pt x="296507" y="977742"/>
                    </a:cubicBezTo>
                    <a:cubicBezTo>
                      <a:pt x="293903" y="998784"/>
                      <a:pt x="285816" y="1013536"/>
                      <a:pt x="262788" y="1013580"/>
                    </a:cubicBezTo>
                    <a:cubicBezTo>
                      <a:pt x="232085" y="1013640"/>
                      <a:pt x="227942" y="987315"/>
                      <a:pt x="227942" y="954914"/>
                    </a:cubicBezTo>
                    <a:cubicBezTo>
                      <a:pt x="227942" y="922514"/>
                      <a:pt x="230764" y="896304"/>
                      <a:pt x="262788" y="896249"/>
                    </a:cubicBezTo>
                    <a:close/>
                    <a:moveTo>
                      <a:pt x="174241" y="896248"/>
                    </a:moveTo>
                    <a:cubicBezTo>
                      <a:pt x="197857" y="896197"/>
                      <a:pt x="202427" y="922514"/>
                      <a:pt x="202427" y="954914"/>
                    </a:cubicBezTo>
                    <a:cubicBezTo>
                      <a:pt x="202427" y="987315"/>
                      <a:pt x="199077" y="1013521"/>
                      <a:pt x="174241" y="1013580"/>
                    </a:cubicBezTo>
                    <a:cubicBezTo>
                      <a:pt x="168032" y="1013595"/>
                      <a:pt x="163166" y="1011961"/>
                      <a:pt x="159360" y="1008995"/>
                    </a:cubicBezTo>
                    <a:lnTo>
                      <a:pt x="152852" y="999395"/>
                    </a:lnTo>
                    <a:lnTo>
                      <a:pt x="152852" y="1056246"/>
                    </a:lnTo>
                    <a:lnTo>
                      <a:pt x="132881" y="1056246"/>
                    </a:lnTo>
                    <a:lnTo>
                      <a:pt x="132881" y="896590"/>
                    </a:lnTo>
                    <a:lnTo>
                      <a:pt x="152852" y="896590"/>
                    </a:lnTo>
                    <a:lnTo>
                      <a:pt x="152852" y="909865"/>
                    </a:lnTo>
                    <a:lnTo>
                      <a:pt x="158909" y="900882"/>
                    </a:lnTo>
                    <a:cubicBezTo>
                      <a:pt x="162766" y="897911"/>
                      <a:pt x="167765" y="896262"/>
                      <a:pt x="174241" y="896248"/>
                    </a:cubicBezTo>
                    <a:close/>
                    <a:moveTo>
                      <a:pt x="1592774" y="892438"/>
                    </a:moveTo>
                    <a:lnTo>
                      <a:pt x="1592774" y="914707"/>
                    </a:lnTo>
                    <a:cubicBezTo>
                      <a:pt x="1583514" y="909612"/>
                      <a:pt x="1577013" y="914282"/>
                      <a:pt x="1572318" y="924898"/>
                    </a:cubicBezTo>
                    <a:lnTo>
                      <a:pt x="1570506" y="930363"/>
                    </a:lnTo>
                    <a:lnTo>
                      <a:pt x="1570506" y="1009192"/>
                    </a:lnTo>
                    <a:lnTo>
                      <a:pt x="1550534" y="1009192"/>
                    </a:lnTo>
                    <a:lnTo>
                      <a:pt x="1550534" y="896590"/>
                    </a:lnTo>
                    <a:lnTo>
                      <a:pt x="1570506" y="896590"/>
                    </a:lnTo>
                    <a:lnTo>
                      <a:pt x="1570506" y="906833"/>
                    </a:lnTo>
                    <a:lnTo>
                      <a:pt x="1571627" y="905336"/>
                    </a:lnTo>
                    <a:cubicBezTo>
                      <a:pt x="1576659" y="898171"/>
                      <a:pt x="1581532" y="891589"/>
                      <a:pt x="1592774" y="892438"/>
                    </a:cubicBezTo>
                    <a:close/>
                    <a:moveTo>
                      <a:pt x="824066" y="891683"/>
                    </a:moveTo>
                    <a:cubicBezTo>
                      <a:pt x="833896" y="891238"/>
                      <a:pt x="841608" y="894228"/>
                      <a:pt x="846335" y="897345"/>
                    </a:cubicBezTo>
                    <a:lnTo>
                      <a:pt x="846335" y="916217"/>
                    </a:lnTo>
                    <a:cubicBezTo>
                      <a:pt x="831615" y="909171"/>
                      <a:pt x="816237" y="908789"/>
                      <a:pt x="815762" y="924520"/>
                    </a:cubicBezTo>
                    <a:cubicBezTo>
                      <a:pt x="816014" y="936598"/>
                      <a:pt x="828690" y="944111"/>
                      <a:pt x="832661" y="947285"/>
                    </a:cubicBezTo>
                    <a:cubicBezTo>
                      <a:pt x="836633" y="950459"/>
                      <a:pt x="854413" y="963697"/>
                      <a:pt x="854638" y="979626"/>
                    </a:cubicBezTo>
                    <a:cubicBezTo>
                      <a:pt x="854854" y="994907"/>
                      <a:pt x="843083" y="1013464"/>
                      <a:pt x="824444" y="1013595"/>
                    </a:cubicBezTo>
                    <a:cubicBezTo>
                      <a:pt x="818138" y="1013640"/>
                      <a:pt x="808465" y="1010953"/>
                      <a:pt x="802175" y="1007934"/>
                    </a:cubicBezTo>
                    <a:lnTo>
                      <a:pt x="802175" y="987929"/>
                    </a:lnTo>
                    <a:cubicBezTo>
                      <a:pt x="808151" y="992144"/>
                      <a:pt x="816277" y="994890"/>
                      <a:pt x="822179" y="994723"/>
                    </a:cubicBezTo>
                    <a:cubicBezTo>
                      <a:pt x="831112" y="994472"/>
                      <a:pt x="837501" y="985881"/>
                      <a:pt x="836521" y="979248"/>
                    </a:cubicBezTo>
                    <a:cubicBezTo>
                      <a:pt x="835542" y="972616"/>
                      <a:pt x="823602" y="961846"/>
                      <a:pt x="816301" y="954931"/>
                    </a:cubicBezTo>
                    <a:cubicBezTo>
                      <a:pt x="809000" y="948016"/>
                      <a:pt x="797597" y="936255"/>
                      <a:pt x="796988" y="925652"/>
                    </a:cubicBezTo>
                    <a:cubicBezTo>
                      <a:pt x="795789" y="904786"/>
                      <a:pt x="811690" y="892244"/>
                      <a:pt x="824066" y="891683"/>
                    </a:cubicBezTo>
                    <a:close/>
                    <a:moveTo>
                      <a:pt x="56436" y="860524"/>
                    </a:moveTo>
                    <a:cubicBezTo>
                      <a:pt x="36465" y="860661"/>
                      <a:pt x="35735" y="890126"/>
                      <a:pt x="35735" y="926643"/>
                    </a:cubicBezTo>
                    <a:cubicBezTo>
                      <a:pt x="35735" y="963159"/>
                      <a:pt x="37723" y="992824"/>
                      <a:pt x="56436" y="992761"/>
                    </a:cubicBezTo>
                    <a:cubicBezTo>
                      <a:pt x="76095" y="992696"/>
                      <a:pt x="77136" y="963159"/>
                      <a:pt x="77136" y="926643"/>
                    </a:cubicBezTo>
                    <a:cubicBezTo>
                      <a:pt x="77136" y="890126"/>
                      <a:pt x="73668" y="860406"/>
                      <a:pt x="56436" y="860524"/>
                    </a:cubicBezTo>
                    <a:close/>
                    <a:moveTo>
                      <a:pt x="56672" y="839708"/>
                    </a:moveTo>
                    <a:cubicBezTo>
                      <a:pt x="93442" y="839632"/>
                      <a:pt x="100557" y="878630"/>
                      <a:pt x="100557" y="926644"/>
                    </a:cubicBezTo>
                    <a:cubicBezTo>
                      <a:pt x="100557" y="974658"/>
                      <a:pt x="95341" y="1013492"/>
                      <a:pt x="56672" y="1013580"/>
                    </a:cubicBezTo>
                    <a:cubicBezTo>
                      <a:pt x="18004" y="1013668"/>
                      <a:pt x="12787" y="974658"/>
                      <a:pt x="12787" y="926644"/>
                    </a:cubicBezTo>
                    <a:cubicBezTo>
                      <a:pt x="12787" y="878630"/>
                      <a:pt x="16341" y="839790"/>
                      <a:pt x="56672" y="839708"/>
                    </a:cubicBezTo>
                    <a:close/>
                    <a:moveTo>
                      <a:pt x="1261002" y="839707"/>
                    </a:moveTo>
                    <a:lnTo>
                      <a:pt x="1267808" y="839707"/>
                    </a:lnTo>
                    <a:lnTo>
                      <a:pt x="1282685" y="839707"/>
                    </a:lnTo>
                    <a:lnTo>
                      <a:pt x="1322930" y="839707"/>
                    </a:lnTo>
                    <a:lnTo>
                      <a:pt x="1322930" y="858017"/>
                    </a:lnTo>
                    <a:lnTo>
                      <a:pt x="1282685" y="858017"/>
                    </a:lnTo>
                    <a:lnTo>
                      <a:pt x="1282685" y="914391"/>
                    </a:lnTo>
                    <a:lnTo>
                      <a:pt x="1318112" y="914391"/>
                    </a:lnTo>
                    <a:lnTo>
                      <a:pt x="1318112" y="932701"/>
                    </a:lnTo>
                    <a:lnTo>
                      <a:pt x="1282685" y="932701"/>
                    </a:lnTo>
                    <a:lnTo>
                      <a:pt x="1282685" y="992581"/>
                    </a:lnTo>
                    <a:lnTo>
                      <a:pt x="1322930" y="992581"/>
                    </a:lnTo>
                    <a:lnTo>
                      <a:pt x="1322930" y="1010891"/>
                    </a:lnTo>
                    <a:lnTo>
                      <a:pt x="1282685" y="1010891"/>
                    </a:lnTo>
                    <a:lnTo>
                      <a:pt x="1267808" y="1010891"/>
                    </a:lnTo>
                    <a:lnTo>
                      <a:pt x="1261002" y="1010891"/>
                    </a:lnTo>
                    <a:close/>
                    <a:moveTo>
                      <a:pt x="489126" y="838658"/>
                    </a:moveTo>
                    <a:lnTo>
                      <a:pt x="510809" y="838658"/>
                    </a:lnTo>
                    <a:lnTo>
                      <a:pt x="510809" y="905619"/>
                    </a:lnTo>
                    <a:lnTo>
                      <a:pt x="546246" y="905619"/>
                    </a:lnTo>
                    <a:lnTo>
                      <a:pt x="546246" y="838658"/>
                    </a:lnTo>
                    <a:lnTo>
                      <a:pt x="567930" y="838658"/>
                    </a:lnTo>
                    <a:lnTo>
                      <a:pt x="567930" y="1009192"/>
                    </a:lnTo>
                    <a:lnTo>
                      <a:pt x="546246" y="1009192"/>
                    </a:lnTo>
                    <a:lnTo>
                      <a:pt x="546246" y="923859"/>
                    </a:lnTo>
                    <a:lnTo>
                      <a:pt x="510809" y="923859"/>
                    </a:lnTo>
                    <a:lnTo>
                      <a:pt x="510809" y="1009192"/>
                    </a:lnTo>
                    <a:lnTo>
                      <a:pt x="489126" y="1009192"/>
                    </a:lnTo>
                    <a:close/>
                    <a:moveTo>
                      <a:pt x="1162901" y="821998"/>
                    </a:moveTo>
                    <a:cubicBezTo>
                      <a:pt x="1167454" y="821842"/>
                      <a:pt x="1172459" y="822375"/>
                      <a:pt x="1177725" y="823498"/>
                    </a:cubicBezTo>
                    <a:lnTo>
                      <a:pt x="1177725" y="843469"/>
                    </a:lnTo>
                    <a:cubicBezTo>
                      <a:pt x="1162565" y="837968"/>
                      <a:pt x="1159105" y="844922"/>
                      <a:pt x="1159420" y="854141"/>
                    </a:cubicBezTo>
                    <a:lnTo>
                      <a:pt x="1159420" y="895458"/>
                    </a:lnTo>
                    <a:lnTo>
                      <a:pt x="1177725" y="895458"/>
                    </a:lnTo>
                    <a:lnTo>
                      <a:pt x="1177725" y="912236"/>
                    </a:lnTo>
                    <a:lnTo>
                      <a:pt x="1159420" y="912236"/>
                    </a:lnTo>
                    <a:lnTo>
                      <a:pt x="1159420" y="1009192"/>
                    </a:lnTo>
                    <a:lnTo>
                      <a:pt x="1139449" y="1009192"/>
                    </a:lnTo>
                    <a:lnTo>
                      <a:pt x="1139449" y="912236"/>
                    </a:lnTo>
                    <a:lnTo>
                      <a:pt x="1127527" y="912236"/>
                    </a:lnTo>
                    <a:lnTo>
                      <a:pt x="1127527" y="895458"/>
                    </a:lnTo>
                    <a:lnTo>
                      <a:pt x="1139449" y="895458"/>
                    </a:lnTo>
                    <a:lnTo>
                      <a:pt x="1139449" y="844747"/>
                    </a:lnTo>
                    <a:cubicBezTo>
                      <a:pt x="1139676" y="829150"/>
                      <a:pt x="1149246" y="822469"/>
                      <a:pt x="1162901" y="821998"/>
                    </a:cubicBezTo>
                    <a:close/>
                    <a:moveTo>
                      <a:pt x="0" y="698203"/>
                    </a:moveTo>
                    <a:lnTo>
                      <a:pt x="1792582" y="698203"/>
                    </a:lnTo>
                    <a:lnTo>
                      <a:pt x="1792582" y="703247"/>
                    </a:lnTo>
                    <a:lnTo>
                      <a:pt x="1792582" y="757745"/>
                    </a:lnTo>
                    <a:lnTo>
                      <a:pt x="1792582" y="777019"/>
                    </a:lnTo>
                    <a:lnTo>
                      <a:pt x="0" y="777019"/>
                    </a:lnTo>
                    <a:close/>
                    <a:moveTo>
                      <a:pt x="827858" y="57086"/>
                    </a:moveTo>
                    <a:cubicBezTo>
                      <a:pt x="773091" y="57462"/>
                      <a:pt x="771089" y="138267"/>
                      <a:pt x="771089" y="238408"/>
                    </a:cubicBezTo>
                    <a:cubicBezTo>
                      <a:pt x="771089" y="338549"/>
                      <a:pt x="776541" y="419900"/>
                      <a:pt x="827858" y="419730"/>
                    </a:cubicBezTo>
                    <a:cubicBezTo>
                      <a:pt x="881771" y="419551"/>
                      <a:pt x="884626" y="338549"/>
                      <a:pt x="884626" y="238408"/>
                    </a:cubicBezTo>
                    <a:cubicBezTo>
                      <a:pt x="884626" y="138267"/>
                      <a:pt x="875116" y="56762"/>
                      <a:pt x="827858" y="57086"/>
                    </a:cubicBezTo>
                    <a:close/>
                    <a:moveTo>
                      <a:pt x="119700" y="57086"/>
                    </a:moveTo>
                    <a:cubicBezTo>
                      <a:pt x="64933" y="57462"/>
                      <a:pt x="62931" y="138267"/>
                      <a:pt x="62931" y="238408"/>
                    </a:cubicBezTo>
                    <a:cubicBezTo>
                      <a:pt x="62931" y="338549"/>
                      <a:pt x="68383" y="419900"/>
                      <a:pt x="119700" y="419730"/>
                    </a:cubicBezTo>
                    <a:cubicBezTo>
                      <a:pt x="173614" y="419551"/>
                      <a:pt x="176468" y="338549"/>
                      <a:pt x="176468" y="238408"/>
                    </a:cubicBezTo>
                    <a:cubicBezTo>
                      <a:pt x="176468" y="138267"/>
                      <a:pt x="166959" y="56762"/>
                      <a:pt x="119700" y="57086"/>
                    </a:cubicBezTo>
                    <a:close/>
                    <a:moveTo>
                      <a:pt x="364615" y="7754"/>
                    </a:moveTo>
                    <a:lnTo>
                      <a:pt x="425426" y="7754"/>
                    </a:lnTo>
                    <a:lnTo>
                      <a:pt x="425426" y="188764"/>
                    </a:lnTo>
                    <a:lnTo>
                      <a:pt x="519025" y="188764"/>
                    </a:lnTo>
                    <a:lnTo>
                      <a:pt x="519025" y="7754"/>
                    </a:lnTo>
                    <a:lnTo>
                      <a:pt x="579836" y="7754"/>
                    </a:lnTo>
                    <a:lnTo>
                      <a:pt x="579836" y="468746"/>
                    </a:lnTo>
                    <a:lnTo>
                      <a:pt x="519025" y="468746"/>
                    </a:lnTo>
                    <a:lnTo>
                      <a:pt x="519025" y="238072"/>
                    </a:lnTo>
                    <a:lnTo>
                      <a:pt x="425426" y="238072"/>
                    </a:lnTo>
                    <a:lnTo>
                      <a:pt x="425426" y="468746"/>
                    </a:lnTo>
                    <a:lnTo>
                      <a:pt x="364615" y="468746"/>
                    </a:lnTo>
                    <a:close/>
                    <a:moveTo>
                      <a:pt x="828506" y="0"/>
                    </a:moveTo>
                    <a:cubicBezTo>
                      <a:pt x="929343" y="-206"/>
                      <a:pt x="948855" y="106741"/>
                      <a:pt x="948855" y="238412"/>
                    </a:cubicBezTo>
                    <a:cubicBezTo>
                      <a:pt x="948855" y="370082"/>
                      <a:pt x="934550" y="476581"/>
                      <a:pt x="828506" y="476823"/>
                    </a:cubicBezTo>
                    <a:cubicBezTo>
                      <a:pt x="722465" y="477064"/>
                      <a:pt x="708157" y="370082"/>
                      <a:pt x="708157" y="238412"/>
                    </a:cubicBezTo>
                    <a:cubicBezTo>
                      <a:pt x="708157" y="106741"/>
                      <a:pt x="717903" y="227"/>
                      <a:pt x="828506" y="0"/>
                    </a:cubicBezTo>
                    <a:close/>
                    <a:moveTo>
                      <a:pt x="120349" y="0"/>
                    </a:moveTo>
                    <a:cubicBezTo>
                      <a:pt x="221186" y="-206"/>
                      <a:pt x="240698" y="106741"/>
                      <a:pt x="240698" y="238412"/>
                    </a:cubicBezTo>
                    <a:cubicBezTo>
                      <a:pt x="240698" y="370082"/>
                      <a:pt x="226393" y="476581"/>
                      <a:pt x="120349" y="476823"/>
                    </a:cubicBezTo>
                    <a:cubicBezTo>
                      <a:pt x="14308" y="477064"/>
                      <a:pt x="0" y="370082"/>
                      <a:pt x="0" y="238412"/>
                    </a:cubicBezTo>
                    <a:cubicBezTo>
                      <a:pt x="0" y="106741"/>
                      <a:pt x="9745" y="227"/>
                      <a:pt x="120349" y="0"/>
                    </a:cubicBezTo>
                    <a:close/>
                  </a:path>
                </a:pathLst>
              </a:custGeom>
              <a:grp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endParaRPr>
              </a:p>
            </p:txBody>
          </p:sp>
        </p:grpSp>
      </p:grpSp>
      <p:grpSp>
        <p:nvGrpSpPr>
          <p:cNvPr id="9" name="Group 8">
            <a:extLst>
              <a:ext uri="{FF2B5EF4-FFF2-40B4-BE49-F238E27FC236}">
                <a16:creationId xmlns:a16="http://schemas.microsoft.com/office/drawing/2014/main" id="{B485D5B2-C5AB-45B9-8BEA-D449ABD4889A}"/>
              </a:ext>
            </a:extLst>
          </p:cNvPr>
          <p:cNvGrpSpPr/>
          <p:nvPr/>
        </p:nvGrpSpPr>
        <p:grpSpPr>
          <a:xfrm>
            <a:off x="4075952" y="2281991"/>
            <a:ext cx="2417204" cy="267048"/>
            <a:chOff x="9035876" y="1452966"/>
            <a:chExt cx="4061494" cy="448706"/>
          </a:xfrm>
          <a:solidFill>
            <a:schemeClr val="bg2"/>
          </a:solidFill>
        </p:grpSpPr>
        <p:sp>
          <p:nvSpPr>
            <p:cNvPr id="78" name="Freeform: Shape 77">
              <a:extLst>
                <a:ext uri="{FF2B5EF4-FFF2-40B4-BE49-F238E27FC236}">
                  <a16:creationId xmlns:a16="http://schemas.microsoft.com/office/drawing/2014/main" id="{02C1BCC7-41E9-423D-83AB-928682AD2BE5}"/>
                </a:ext>
              </a:extLst>
            </p:cNvPr>
            <p:cNvSpPr/>
            <p:nvPr/>
          </p:nvSpPr>
          <p:spPr>
            <a:xfrm>
              <a:off x="9637461" y="1452966"/>
              <a:ext cx="448706" cy="448706"/>
            </a:xfrm>
            <a:custGeom>
              <a:avLst/>
              <a:gdLst>
                <a:gd name="connsiteX0" fmla="*/ 153291 w 2650554"/>
                <a:gd name="connsiteY0" fmla="*/ 707403 h 2650554"/>
                <a:gd name="connsiteX1" fmla="*/ 153291 w 2650554"/>
                <a:gd name="connsiteY1" fmla="*/ 1943152 h 2650554"/>
                <a:gd name="connsiteX2" fmla="*/ 104147 w 2650554"/>
                <a:gd name="connsiteY2" fmla="*/ 1841135 h 2650554"/>
                <a:gd name="connsiteX3" fmla="*/ 0 w 2650554"/>
                <a:gd name="connsiteY3" fmla="*/ 1325277 h 2650554"/>
                <a:gd name="connsiteX4" fmla="*/ 104147 w 2650554"/>
                <a:gd name="connsiteY4" fmla="*/ 809420 h 2650554"/>
                <a:gd name="connsiteX5" fmla="*/ 1325277 w 2650554"/>
                <a:gd name="connsiteY5" fmla="*/ 0 h 2650554"/>
                <a:gd name="connsiteX6" fmla="*/ 2650554 w 2650554"/>
                <a:gd name="connsiteY6" fmla="*/ 1325277 h 2650554"/>
                <a:gd name="connsiteX7" fmla="*/ 1325277 w 2650554"/>
                <a:gd name="connsiteY7" fmla="*/ 2650554 h 2650554"/>
                <a:gd name="connsiteX8" fmla="*/ 302629 w 2650554"/>
                <a:gd name="connsiteY8" fmla="*/ 2168276 h 2650554"/>
                <a:gd name="connsiteX9" fmla="*/ 252590 w 2650554"/>
                <a:gd name="connsiteY9" fmla="*/ 2101360 h 2650554"/>
                <a:gd name="connsiteX10" fmla="*/ 363376 w 2650554"/>
                <a:gd name="connsiteY10" fmla="*/ 2101360 h 2650554"/>
                <a:gd name="connsiteX11" fmla="*/ 729428 w 2650554"/>
                <a:gd name="connsiteY11" fmla="*/ 2101360 h 2650554"/>
                <a:gd name="connsiteX12" fmla="*/ 729428 w 2650554"/>
                <a:gd name="connsiteY12" fmla="*/ 1931019 h 2650554"/>
                <a:gd name="connsiteX13" fmla="*/ 363376 w 2650554"/>
                <a:gd name="connsiteY13" fmla="*/ 1931019 h 2650554"/>
                <a:gd name="connsiteX14" fmla="*/ 363376 w 2650554"/>
                <a:gd name="connsiteY14" fmla="*/ 1373934 h 2650554"/>
                <a:gd name="connsiteX15" fmla="*/ 684601 w 2650554"/>
                <a:gd name="connsiteY15" fmla="*/ 1373934 h 2650554"/>
                <a:gd name="connsiteX16" fmla="*/ 684601 w 2650554"/>
                <a:gd name="connsiteY16" fmla="*/ 1203593 h 2650554"/>
                <a:gd name="connsiteX17" fmla="*/ 363376 w 2650554"/>
                <a:gd name="connsiteY17" fmla="*/ 1203593 h 2650554"/>
                <a:gd name="connsiteX18" fmla="*/ 363376 w 2650554"/>
                <a:gd name="connsiteY18" fmla="*/ 679122 h 2650554"/>
                <a:gd name="connsiteX19" fmla="*/ 729428 w 2650554"/>
                <a:gd name="connsiteY19" fmla="*/ 679122 h 2650554"/>
                <a:gd name="connsiteX20" fmla="*/ 729428 w 2650554"/>
                <a:gd name="connsiteY20" fmla="*/ 508781 h 2650554"/>
                <a:gd name="connsiteX21" fmla="*/ 363376 w 2650554"/>
                <a:gd name="connsiteY21" fmla="*/ 508781 h 2650554"/>
                <a:gd name="connsiteX22" fmla="*/ 282811 w 2650554"/>
                <a:gd name="connsiteY22" fmla="*/ 508781 h 2650554"/>
                <a:gd name="connsiteX23" fmla="*/ 302629 w 2650554"/>
                <a:gd name="connsiteY23" fmla="*/ 482278 h 2650554"/>
                <a:gd name="connsiteX24" fmla="*/ 1325277 w 2650554"/>
                <a:gd name="connsiteY24" fmla="*/ 0 h 2650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650554" h="2650554">
                  <a:moveTo>
                    <a:pt x="153291" y="707403"/>
                  </a:moveTo>
                  <a:lnTo>
                    <a:pt x="153291" y="1943152"/>
                  </a:lnTo>
                  <a:lnTo>
                    <a:pt x="104147" y="1841135"/>
                  </a:lnTo>
                  <a:cubicBezTo>
                    <a:pt x="37084" y="1682581"/>
                    <a:pt x="0" y="1508260"/>
                    <a:pt x="0" y="1325277"/>
                  </a:cubicBezTo>
                  <a:cubicBezTo>
                    <a:pt x="0" y="1142295"/>
                    <a:pt x="37084" y="967973"/>
                    <a:pt x="104147" y="809420"/>
                  </a:cubicBezTo>
                  <a:close/>
                  <a:moveTo>
                    <a:pt x="1325277" y="0"/>
                  </a:moveTo>
                  <a:cubicBezTo>
                    <a:pt x="2057207" y="0"/>
                    <a:pt x="2650554" y="593347"/>
                    <a:pt x="2650554" y="1325277"/>
                  </a:cubicBezTo>
                  <a:cubicBezTo>
                    <a:pt x="2650554" y="2057207"/>
                    <a:pt x="2057207" y="2650554"/>
                    <a:pt x="1325277" y="2650554"/>
                  </a:cubicBezTo>
                  <a:cubicBezTo>
                    <a:pt x="913567" y="2650554"/>
                    <a:pt x="545705" y="2462815"/>
                    <a:pt x="302629" y="2168276"/>
                  </a:cubicBezTo>
                  <a:lnTo>
                    <a:pt x="252590" y="2101360"/>
                  </a:lnTo>
                  <a:lnTo>
                    <a:pt x="363376" y="2101360"/>
                  </a:lnTo>
                  <a:lnTo>
                    <a:pt x="729428" y="2101360"/>
                  </a:lnTo>
                  <a:lnTo>
                    <a:pt x="729428" y="1931019"/>
                  </a:lnTo>
                  <a:lnTo>
                    <a:pt x="363376" y="1931019"/>
                  </a:lnTo>
                  <a:lnTo>
                    <a:pt x="363376" y="1373934"/>
                  </a:lnTo>
                  <a:lnTo>
                    <a:pt x="684601" y="1373934"/>
                  </a:lnTo>
                  <a:lnTo>
                    <a:pt x="684601" y="1203593"/>
                  </a:lnTo>
                  <a:lnTo>
                    <a:pt x="363376" y="1203593"/>
                  </a:lnTo>
                  <a:lnTo>
                    <a:pt x="363376" y="679122"/>
                  </a:lnTo>
                  <a:lnTo>
                    <a:pt x="729428" y="679122"/>
                  </a:lnTo>
                  <a:lnTo>
                    <a:pt x="729428" y="508781"/>
                  </a:lnTo>
                  <a:lnTo>
                    <a:pt x="363376" y="508781"/>
                  </a:lnTo>
                  <a:lnTo>
                    <a:pt x="282811" y="508781"/>
                  </a:lnTo>
                  <a:lnTo>
                    <a:pt x="302629" y="482278"/>
                  </a:lnTo>
                  <a:cubicBezTo>
                    <a:pt x="545705" y="187739"/>
                    <a:pt x="913567" y="0"/>
                    <a:pt x="1325277" y="0"/>
                  </a:cubicBezTo>
                  <a:close/>
                </a:path>
              </a:pathLst>
            </a:custGeom>
            <a:solidFill>
              <a:schemeClr val="tx2"/>
            </a:solid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84" name="Freeform: Shape 83">
              <a:extLst>
                <a:ext uri="{FF2B5EF4-FFF2-40B4-BE49-F238E27FC236}">
                  <a16:creationId xmlns:a16="http://schemas.microsoft.com/office/drawing/2014/main" id="{C9F3ACB2-51B7-45C0-ACBE-B0C314EE38F4}"/>
                </a:ext>
              </a:extLst>
            </p:cNvPr>
            <p:cNvSpPr/>
            <p:nvPr/>
          </p:nvSpPr>
          <p:spPr>
            <a:xfrm>
              <a:off x="9035876" y="1534560"/>
              <a:ext cx="554923" cy="278864"/>
            </a:xfrm>
            <a:custGeom>
              <a:avLst/>
              <a:gdLst>
                <a:gd name="connsiteX0" fmla="*/ 484159 w 554922"/>
                <a:gd name="connsiteY0" fmla="*/ 33386 h 278863"/>
                <a:gd name="connsiteX1" fmla="*/ 450959 w 554922"/>
                <a:gd name="connsiteY1" fmla="*/ 139429 h 278863"/>
                <a:gd name="connsiteX2" fmla="*/ 484159 w 554922"/>
                <a:gd name="connsiteY2" fmla="*/ 245473 h 278863"/>
                <a:gd name="connsiteX3" fmla="*/ 517359 w 554922"/>
                <a:gd name="connsiteY3" fmla="*/ 139429 h 278863"/>
                <a:gd name="connsiteX4" fmla="*/ 484159 w 554922"/>
                <a:gd name="connsiteY4" fmla="*/ 33386 h 278863"/>
                <a:gd name="connsiteX5" fmla="*/ 70005 w 554922"/>
                <a:gd name="connsiteY5" fmla="*/ 33386 h 278863"/>
                <a:gd name="connsiteX6" fmla="*/ 36804 w 554922"/>
                <a:gd name="connsiteY6" fmla="*/ 139429 h 278863"/>
                <a:gd name="connsiteX7" fmla="*/ 70005 w 554922"/>
                <a:gd name="connsiteY7" fmla="*/ 245473 h 278863"/>
                <a:gd name="connsiteX8" fmla="*/ 103204 w 554922"/>
                <a:gd name="connsiteY8" fmla="*/ 139429 h 278863"/>
                <a:gd name="connsiteX9" fmla="*/ 70005 w 554922"/>
                <a:gd name="connsiteY9" fmla="*/ 33386 h 278863"/>
                <a:gd name="connsiteX10" fmla="*/ 213239 w 554922"/>
                <a:gd name="connsiteY10" fmla="*/ 4535 h 278863"/>
                <a:gd name="connsiteX11" fmla="*/ 248803 w 554922"/>
                <a:gd name="connsiteY11" fmla="*/ 4535 h 278863"/>
                <a:gd name="connsiteX12" fmla="*/ 248803 w 554922"/>
                <a:gd name="connsiteY12" fmla="*/ 110396 h 278863"/>
                <a:gd name="connsiteX13" fmla="*/ 303543 w 554922"/>
                <a:gd name="connsiteY13" fmla="*/ 110396 h 278863"/>
                <a:gd name="connsiteX14" fmla="*/ 303543 w 554922"/>
                <a:gd name="connsiteY14" fmla="*/ 4535 h 278863"/>
                <a:gd name="connsiteX15" fmla="*/ 339108 w 554922"/>
                <a:gd name="connsiteY15" fmla="*/ 4535 h 278863"/>
                <a:gd name="connsiteX16" fmla="*/ 339108 w 554922"/>
                <a:gd name="connsiteY16" fmla="*/ 274139 h 278863"/>
                <a:gd name="connsiteX17" fmla="*/ 303543 w 554922"/>
                <a:gd name="connsiteY17" fmla="*/ 274139 h 278863"/>
                <a:gd name="connsiteX18" fmla="*/ 303543 w 554922"/>
                <a:gd name="connsiteY18" fmla="*/ 139233 h 278863"/>
                <a:gd name="connsiteX19" fmla="*/ 248803 w 554922"/>
                <a:gd name="connsiteY19" fmla="*/ 139233 h 278863"/>
                <a:gd name="connsiteX20" fmla="*/ 248803 w 554922"/>
                <a:gd name="connsiteY20" fmla="*/ 274139 h 278863"/>
                <a:gd name="connsiteX21" fmla="*/ 213239 w 554922"/>
                <a:gd name="connsiteY21" fmla="*/ 274139 h 278863"/>
                <a:gd name="connsiteX22" fmla="*/ 484538 w 554922"/>
                <a:gd name="connsiteY22" fmla="*/ 0 h 278863"/>
                <a:gd name="connsiteX23" fmla="*/ 554922 w 554922"/>
                <a:gd name="connsiteY23" fmla="*/ 139432 h 278863"/>
                <a:gd name="connsiteX24" fmla="*/ 484538 w 554922"/>
                <a:gd name="connsiteY24" fmla="*/ 278863 h 278863"/>
                <a:gd name="connsiteX25" fmla="*/ 414154 w 554922"/>
                <a:gd name="connsiteY25" fmla="*/ 139432 h 278863"/>
                <a:gd name="connsiteX26" fmla="*/ 484538 w 554922"/>
                <a:gd name="connsiteY26" fmla="*/ 0 h 278863"/>
                <a:gd name="connsiteX27" fmla="*/ 70384 w 554922"/>
                <a:gd name="connsiteY27" fmla="*/ 0 h 278863"/>
                <a:gd name="connsiteX28" fmla="*/ 140768 w 554922"/>
                <a:gd name="connsiteY28" fmla="*/ 139432 h 278863"/>
                <a:gd name="connsiteX29" fmla="*/ 70384 w 554922"/>
                <a:gd name="connsiteY29" fmla="*/ 278863 h 278863"/>
                <a:gd name="connsiteX30" fmla="*/ 0 w 554922"/>
                <a:gd name="connsiteY30" fmla="*/ 139432 h 278863"/>
                <a:gd name="connsiteX31" fmla="*/ 70384 w 554922"/>
                <a:gd name="connsiteY31" fmla="*/ 0 h 27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54922" h="278863">
                  <a:moveTo>
                    <a:pt x="484159" y="33386"/>
                  </a:moveTo>
                  <a:cubicBezTo>
                    <a:pt x="452130" y="33606"/>
                    <a:pt x="450959" y="80863"/>
                    <a:pt x="450959" y="139429"/>
                  </a:cubicBezTo>
                  <a:cubicBezTo>
                    <a:pt x="450959" y="197995"/>
                    <a:pt x="454147" y="245572"/>
                    <a:pt x="484159" y="245473"/>
                  </a:cubicBezTo>
                  <a:cubicBezTo>
                    <a:pt x="515689" y="245368"/>
                    <a:pt x="517359" y="197995"/>
                    <a:pt x="517359" y="139429"/>
                  </a:cubicBezTo>
                  <a:cubicBezTo>
                    <a:pt x="517359" y="80863"/>
                    <a:pt x="511797" y="33196"/>
                    <a:pt x="484159" y="33386"/>
                  </a:cubicBezTo>
                  <a:close/>
                  <a:moveTo>
                    <a:pt x="70005" y="33386"/>
                  </a:moveTo>
                  <a:cubicBezTo>
                    <a:pt x="37975" y="33606"/>
                    <a:pt x="36804" y="80863"/>
                    <a:pt x="36804" y="139429"/>
                  </a:cubicBezTo>
                  <a:cubicBezTo>
                    <a:pt x="36804" y="197995"/>
                    <a:pt x="39993" y="245572"/>
                    <a:pt x="70005" y="245473"/>
                  </a:cubicBezTo>
                  <a:cubicBezTo>
                    <a:pt x="101535" y="245368"/>
                    <a:pt x="103204" y="197995"/>
                    <a:pt x="103204" y="139429"/>
                  </a:cubicBezTo>
                  <a:cubicBezTo>
                    <a:pt x="103204" y="80863"/>
                    <a:pt x="97643" y="33196"/>
                    <a:pt x="70005" y="33386"/>
                  </a:cubicBezTo>
                  <a:close/>
                  <a:moveTo>
                    <a:pt x="213239" y="4535"/>
                  </a:moveTo>
                  <a:lnTo>
                    <a:pt x="248803" y="4535"/>
                  </a:lnTo>
                  <a:lnTo>
                    <a:pt x="248803" y="110396"/>
                  </a:lnTo>
                  <a:lnTo>
                    <a:pt x="303543" y="110396"/>
                  </a:lnTo>
                  <a:lnTo>
                    <a:pt x="303543" y="4535"/>
                  </a:lnTo>
                  <a:lnTo>
                    <a:pt x="339108" y="4535"/>
                  </a:lnTo>
                  <a:lnTo>
                    <a:pt x="339108" y="274139"/>
                  </a:lnTo>
                  <a:lnTo>
                    <a:pt x="303543" y="274139"/>
                  </a:lnTo>
                  <a:lnTo>
                    <a:pt x="303543" y="139233"/>
                  </a:lnTo>
                  <a:lnTo>
                    <a:pt x="248803" y="139233"/>
                  </a:lnTo>
                  <a:lnTo>
                    <a:pt x="248803" y="274139"/>
                  </a:lnTo>
                  <a:lnTo>
                    <a:pt x="213239" y="274139"/>
                  </a:lnTo>
                  <a:close/>
                  <a:moveTo>
                    <a:pt x="484538" y="0"/>
                  </a:moveTo>
                  <a:cubicBezTo>
                    <a:pt x="543511" y="-121"/>
                    <a:pt x="554922" y="62426"/>
                    <a:pt x="554922" y="139432"/>
                  </a:cubicBezTo>
                  <a:cubicBezTo>
                    <a:pt x="554922" y="216437"/>
                    <a:pt x="546556" y="278721"/>
                    <a:pt x="484538" y="278863"/>
                  </a:cubicBezTo>
                  <a:cubicBezTo>
                    <a:pt x="422522" y="279004"/>
                    <a:pt x="414154" y="216437"/>
                    <a:pt x="414154" y="139432"/>
                  </a:cubicBezTo>
                  <a:cubicBezTo>
                    <a:pt x="414154" y="62426"/>
                    <a:pt x="419854" y="133"/>
                    <a:pt x="484538" y="0"/>
                  </a:cubicBezTo>
                  <a:close/>
                  <a:moveTo>
                    <a:pt x="70384" y="0"/>
                  </a:moveTo>
                  <a:cubicBezTo>
                    <a:pt x="129357" y="-121"/>
                    <a:pt x="140768" y="62426"/>
                    <a:pt x="140768" y="139432"/>
                  </a:cubicBezTo>
                  <a:cubicBezTo>
                    <a:pt x="140768" y="216437"/>
                    <a:pt x="132402" y="278721"/>
                    <a:pt x="70384" y="278863"/>
                  </a:cubicBezTo>
                  <a:cubicBezTo>
                    <a:pt x="8368" y="279004"/>
                    <a:pt x="0" y="216437"/>
                    <a:pt x="0" y="139432"/>
                  </a:cubicBezTo>
                  <a:cubicBezTo>
                    <a:pt x="0" y="62426"/>
                    <a:pt x="5699" y="133"/>
                    <a:pt x="70384" y="0"/>
                  </a:cubicBezTo>
                  <a:close/>
                </a:path>
              </a:pathLst>
            </a:custGeom>
            <a:grp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endParaRPr>
            </a:p>
          </p:txBody>
        </p:sp>
        <p:sp>
          <p:nvSpPr>
            <p:cNvPr id="83" name="Freeform: Shape 82">
              <a:extLst>
                <a:ext uri="{FF2B5EF4-FFF2-40B4-BE49-F238E27FC236}">
                  <a16:creationId xmlns:a16="http://schemas.microsoft.com/office/drawing/2014/main" id="{8FCA6BFB-F407-483F-80C5-3130F54DA8B5}"/>
                </a:ext>
              </a:extLst>
            </p:cNvPr>
            <p:cNvSpPr>
              <a:spLocks noChangeAspect="1"/>
            </p:cNvSpPr>
            <p:nvPr/>
          </p:nvSpPr>
          <p:spPr>
            <a:xfrm>
              <a:off x="10235369" y="1505065"/>
              <a:ext cx="2862001" cy="379855"/>
            </a:xfrm>
            <a:custGeom>
              <a:avLst/>
              <a:gdLst>
                <a:gd name="connsiteX0" fmla="*/ 959523 w 1040647"/>
                <a:gd name="connsiteY0" fmla="*/ 54316 h 138118"/>
                <a:gd name="connsiteX1" fmla="*/ 950997 w 1040647"/>
                <a:gd name="connsiteY1" fmla="*/ 77739 h 138118"/>
                <a:gd name="connsiteX2" fmla="*/ 959523 w 1040647"/>
                <a:gd name="connsiteY2" fmla="*/ 101161 h 138118"/>
                <a:gd name="connsiteX3" fmla="*/ 968048 w 1040647"/>
                <a:gd name="connsiteY3" fmla="*/ 77739 h 138118"/>
                <a:gd name="connsiteX4" fmla="*/ 959523 w 1040647"/>
                <a:gd name="connsiteY4" fmla="*/ 54316 h 138118"/>
                <a:gd name="connsiteX5" fmla="*/ 89855 w 1040647"/>
                <a:gd name="connsiteY5" fmla="*/ 54235 h 138118"/>
                <a:gd name="connsiteX6" fmla="*/ 81330 w 1040647"/>
                <a:gd name="connsiteY6" fmla="*/ 77658 h 138118"/>
                <a:gd name="connsiteX7" fmla="*/ 89855 w 1040647"/>
                <a:gd name="connsiteY7" fmla="*/ 101081 h 138118"/>
                <a:gd name="connsiteX8" fmla="*/ 98380 w 1040647"/>
                <a:gd name="connsiteY8" fmla="*/ 77658 h 138118"/>
                <a:gd name="connsiteX9" fmla="*/ 89855 w 1040647"/>
                <a:gd name="connsiteY9" fmla="*/ 54235 h 138118"/>
                <a:gd name="connsiteX10" fmla="*/ 860746 w 1040647"/>
                <a:gd name="connsiteY10" fmla="*/ 52911 h 138118"/>
                <a:gd name="connsiteX11" fmla="*/ 852018 w 1040647"/>
                <a:gd name="connsiteY11" fmla="*/ 67493 h 138118"/>
                <a:gd name="connsiteX12" fmla="*/ 851962 w 1040647"/>
                <a:gd name="connsiteY12" fmla="*/ 70349 h 138118"/>
                <a:gd name="connsiteX13" fmla="*/ 869416 w 1040647"/>
                <a:gd name="connsiteY13" fmla="*/ 70349 h 138118"/>
                <a:gd name="connsiteX14" fmla="*/ 869308 w 1040647"/>
                <a:gd name="connsiteY14" fmla="*/ 67480 h 138118"/>
                <a:gd name="connsiteX15" fmla="*/ 860746 w 1040647"/>
                <a:gd name="connsiteY15" fmla="*/ 52911 h 138118"/>
                <a:gd name="connsiteX16" fmla="*/ 618524 w 1040647"/>
                <a:gd name="connsiteY16" fmla="*/ 52911 h 138118"/>
                <a:gd name="connsiteX17" fmla="*/ 609613 w 1040647"/>
                <a:gd name="connsiteY17" fmla="*/ 76775 h 138118"/>
                <a:gd name="connsiteX18" fmla="*/ 618524 w 1040647"/>
                <a:gd name="connsiteY18" fmla="*/ 100640 h 138118"/>
                <a:gd name="connsiteX19" fmla="*/ 627435 w 1040647"/>
                <a:gd name="connsiteY19" fmla="*/ 76775 h 138118"/>
                <a:gd name="connsiteX20" fmla="*/ 618524 w 1040647"/>
                <a:gd name="connsiteY20" fmla="*/ 52911 h 138118"/>
                <a:gd name="connsiteX21" fmla="*/ 527935 w 1040647"/>
                <a:gd name="connsiteY21" fmla="*/ 52911 h 138118"/>
                <a:gd name="connsiteX22" fmla="*/ 519207 w 1040647"/>
                <a:gd name="connsiteY22" fmla="*/ 67493 h 138118"/>
                <a:gd name="connsiteX23" fmla="*/ 519150 w 1040647"/>
                <a:gd name="connsiteY23" fmla="*/ 70349 h 138118"/>
                <a:gd name="connsiteX24" fmla="*/ 536605 w 1040647"/>
                <a:gd name="connsiteY24" fmla="*/ 70349 h 138118"/>
                <a:gd name="connsiteX25" fmla="*/ 536497 w 1040647"/>
                <a:gd name="connsiteY25" fmla="*/ 67480 h 138118"/>
                <a:gd name="connsiteX26" fmla="*/ 527935 w 1040647"/>
                <a:gd name="connsiteY26" fmla="*/ 52911 h 138118"/>
                <a:gd name="connsiteX27" fmla="*/ 365557 w 1040647"/>
                <a:gd name="connsiteY27" fmla="*/ 52911 h 138118"/>
                <a:gd name="connsiteX28" fmla="*/ 356646 w 1040647"/>
                <a:gd name="connsiteY28" fmla="*/ 76775 h 138118"/>
                <a:gd name="connsiteX29" fmla="*/ 365557 w 1040647"/>
                <a:gd name="connsiteY29" fmla="*/ 100640 h 138118"/>
                <a:gd name="connsiteX30" fmla="*/ 374469 w 1040647"/>
                <a:gd name="connsiteY30" fmla="*/ 76775 h 138118"/>
                <a:gd name="connsiteX31" fmla="*/ 365557 w 1040647"/>
                <a:gd name="connsiteY31" fmla="*/ 52911 h 138118"/>
                <a:gd name="connsiteX32" fmla="*/ 146586 w 1040647"/>
                <a:gd name="connsiteY32" fmla="*/ 52911 h 138118"/>
                <a:gd name="connsiteX33" fmla="*/ 137858 w 1040647"/>
                <a:gd name="connsiteY33" fmla="*/ 67493 h 138118"/>
                <a:gd name="connsiteX34" fmla="*/ 137802 w 1040647"/>
                <a:gd name="connsiteY34" fmla="*/ 70349 h 138118"/>
                <a:gd name="connsiteX35" fmla="*/ 155256 w 1040647"/>
                <a:gd name="connsiteY35" fmla="*/ 70349 h 138118"/>
                <a:gd name="connsiteX36" fmla="*/ 155148 w 1040647"/>
                <a:gd name="connsiteY36" fmla="*/ 67480 h 138118"/>
                <a:gd name="connsiteX37" fmla="*/ 146586 w 1040647"/>
                <a:gd name="connsiteY37" fmla="*/ 52911 h 138118"/>
                <a:gd name="connsiteX38" fmla="*/ 995459 w 1040647"/>
                <a:gd name="connsiteY38" fmla="*/ 43640 h 138118"/>
                <a:gd name="connsiteX39" fmla="*/ 1007139 w 1040647"/>
                <a:gd name="connsiteY39" fmla="*/ 43640 h 138118"/>
                <a:gd name="connsiteX40" fmla="*/ 1017930 w 1040647"/>
                <a:gd name="connsiteY40" fmla="*/ 87162 h 138118"/>
                <a:gd name="connsiteX41" fmla="*/ 1028967 w 1040647"/>
                <a:gd name="connsiteY41" fmla="*/ 43640 h 138118"/>
                <a:gd name="connsiteX42" fmla="*/ 1040647 w 1040647"/>
                <a:gd name="connsiteY42" fmla="*/ 43640 h 138118"/>
                <a:gd name="connsiteX43" fmla="*/ 1013641 w 1040647"/>
                <a:gd name="connsiteY43" fmla="*/ 138118 h 138118"/>
                <a:gd name="connsiteX44" fmla="*/ 1001961 w 1040647"/>
                <a:gd name="connsiteY44" fmla="*/ 138118 h 138118"/>
                <a:gd name="connsiteX45" fmla="*/ 1011453 w 1040647"/>
                <a:gd name="connsiteY45" fmla="*/ 103325 h 138118"/>
                <a:gd name="connsiteX46" fmla="*/ 782339 w 1040647"/>
                <a:gd name="connsiteY46" fmla="*/ 43640 h 138118"/>
                <a:gd name="connsiteX47" fmla="*/ 794019 w 1040647"/>
                <a:gd name="connsiteY47" fmla="*/ 43640 h 138118"/>
                <a:gd name="connsiteX48" fmla="*/ 794019 w 1040647"/>
                <a:gd name="connsiteY48" fmla="*/ 53024 h 138118"/>
                <a:gd name="connsiteX49" fmla="*/ 807087 w 1040647"/>
                <a:gd name="connsiteY49" fmla="*/ 43864 h 138118"/>
                <a:gd name="connsiteX50" fmla="*/ 821295 w 1040647"/>
                <a:gd name="connsiteY50" fmla="*/ 63908 h 138118"/>
                <a:gd name="connsiteX51" fmla="*/ 821571 w 1040647"/>
                <a:gd name="connsiteY51" fmla="*/ 109493 h 138118"/>
                <a:gd name="connsiteX52" fmla="*/ 809891 w 1040647"/>
                <a:gd name="connsiteY52" fmla="*/ 109493 h 138118"/>
                <a:gd name="connsiteX53" fmla="*/ 810057 w 1040647"/>
                <a:gd name="connsiteY53" fmla="*/ 66903 h 138118"/>
                <a:gd name="connsiteX54" fmla="*/ 802833 w 1040647"/>
                <a:gd name="connsiteY54" fmla="*/ 54051 h 138118"/>
                <a:gd name="connsiteX55" fmla="*/ 794039 w 1040647"/>
                <a:gd name="connsiteY55" fmla="*/ 65730 h 138118"/>
                <a:gd name="connsiteX56" fmla="*/ 793972 w 1040647"/>
                <a:gd name="connsiteY56" fmla="*/ 67632 h 138118"/>
                <a:gd name="connsiteX57" fmla="*/ 793843 w 1040647"/>
                <a:gd name="connsiteY57" fmla="*/ 67632 h 138118"/>
                <a:gd name="connsiteX58" fmla="*/ 793843 w 1040647"/>
                <a:gd name="connsiteY58" fmla="*/ 102165 h 138118"/>
                <a:gd name="connsiteX59" fmla="*/ 794019 w 1040647"/>
                <a:gd name="connsiteY59" fmla="*/ 102165 h 138118"/>
                <a:gd name="connsiteX60" fmla="*/ 794019 w 1040647"/>
                <a:gd name="connsiteY60" fmla="*/ 109493 h 138118"/>
                <a:gd name="connsiteX61" fmla="*/ 782339 w 1040647"/>
                <a:gd name="connsiteY61" fmla="*/ 109493 h 138118"/>
                <a:gd name="connsiteX62" fmla="*/ 403836 w 1040647"/>
                <a:gd name="connsiteY62" fmla="*/ 43640 h 138118"/>
                <a:gd name="connsiteX63" fmla="*/ 415516 w 1040647"/>
                <a:gd name="connsiteY63" fmla="*/ 43640 h 138118"/>
                <a:gd name="connsiteX64" fmla="*/ 415516 w 1040647"/>
                <a:gd name="connsiteY64" fmla="*/ 66624 h 138118"/>
                <a:gd name="connsiteX65" fmla="*/ 415748 w 1040647"/>
                <a:gd name="connsiteY65" fmla="*/ 66552 h 138118"/>
                <a:gd name="connsiteX66" fmla="*/ 415748 w 1040647"/>
                <a:gd name="connsiteY66" fmla="*/ 91238 h 138118"/>
                <a:gd name="connsiteX67" fmla="*/ 415937 w 1040647"/>
                <a:gd name="connsiteY67" fmla="*/ 91238 h 138118"/>
                <a:gd name="connsiteX68" fmla="*/ 416510 w 1040647"/>
                <a:gd name="connsiteY68" fmla="*/ 95868 h 138118"/>
                <a:gd name="connsiteX69" fmla="*/ 423033 w 1040647"/>
                <a:gd name="connsiteY69" fmla="*/ 101081 h 138118"/>
                <a:gd name="connsiteX70" fmla="*/ 429555 w 1040647"/>
                <a:gd name="connsiteY70" fmla="*/ 95856 h 138118"/>
                <a:gd name="connsiteX71" fmla="*/ 430128 w 1040647"/>
                <a:gd name="connsiteY71" fmla="*/ 91238 h 138118"/>
                <a:gd name="connsiteX72" fmla="*/ 430318 w 1040647"/>
                <a:gd name="connsiteY72" fmla="*/ 91238 h 138118"/>
                <a:gd name="connsiteX73" fmla="*/ 430318 w 1040647"/>
                <a:gd name="connsiteY73" fmla="*/ 55599 h 138118"/>
                <a:gd name="connsiteX74" fmla="*/ 430314 w 1040647"/>
                <a:gd name="connsiteY74" fmla="*/ 55599 h 138118"/>
                <a:gd name="connsiteX75" fmla="*/ 430314 w 1040647"/>
                <a:gd name="connsiteY75" fmla="*/ 43640 h 138118"/>
                <a:gd name="connsiteX76" fmla="*/ 441994 w 1040647"/>
                <a:gd name="connsiteY76" fmla="*/ 43640 h 138118"/>
                <a:gd name="connsiteX77" fmla="*/ 441994 w 1040647"/>
                <a:gd name="connsiteY77" fmla="*/ 89504 h 138118"/>
                <a:gd name="connsiteX78" fmla="*/ 441994 w 1040647"/>
                <a:gd name="connsiteY78" fmla="*/ 89506 h 138118"/>
                <a:gd name="connsiteX79" fmla="*/ 441994 w 1040647"/>
                <a:gd name="connsiteY79" fmla="*/ 89507 h 138118"/>
                <a:gd name="connsiteX80" fmla="*/ 441994 w 1040647"/>
                <a:gd name="connsiteY80" fmla="*/ 90627 h 138118"/>
                <a:gd name="connsiteX81" fmla="*/ 441920 w 1040647"/>
                <a:gd name="connsiteY81" fmla="*/ 90627 h 138118"/>
                <a:gd name="connsiteX82" fmla="*/ 441378 w 1040647"/>
                <a:gd name="connsiteY82" fmla="*/ 98792 h 138118"/>
                <a:gd name="connsiteX83" fmla="*/ 422951 w 1040647"/>
                <a:gd name="connsiteY83" fmla="*/ 113370 h 138118"/>
                <a:gd name="connsiteX84" fmla="*/ 404523 w 1040647"/>
                <a:gd name="connsiteY84" fmla="*/ 98798 h 138118"/>
                <a:gd name="connsiteX85" fmla="*/ 403982 w 1040647"/>
                <a:gd name="connsiteY85" fmla="*/ 90627 h 138118"/>
                <a:gd name="connsiteX86" fmla="*/ 403836 w 1040647"/>
                <a:gd name="connsiteY86" fmla="*/ 90627 h 138118"/>
                <a:gd name="connsiteX87" fmla="*/ 183588 w 1040647"/>
                <a:gd name="connsiteY87" fmla="*/ 43640 h 138118"/>
                <a:gd name="connsiteX88" fmla="*/ 195267 w 1040647"/>
                <a:gd name="connsiteY88" fmla="*/ 43640 h 138118"/>
                <a:gd name="connsiteX89" fmla="*/ 195267 w 1040647"/>
                <a:gd name="connsiteY89" fmla="*/ 53024 h 138118"/>
                <a:gd name="connsiteX90" fmla="*/ 208336 w 1040647"/>
                <a:gd name="connsiteY90" fmla="*/ 43864 h 138118"/>
                <a:gd name="connsiteX91" fmla="*/ 222543 w 1040647"/>
                <a:gd name="connsiteY91" fmla="*/ 63908 h 138118"/>
                <a:gd name="connsiteX92" fmla="*/ 222820 w 1040647"/>
                <a:gd name="connsiteY92" fmla="*/ 109493 h 138118"/>
                <a:gd name="connsiteX93" fmla="*/ 211140 w 1040647"/>
                <a:gd name="connsiteY93" fmla="*/ 109493 h 138118"/>
                <a:gd name="connsiteX94" fmla="*/ 211305 w 1040647"/>
                <a:gd name="connsiteY94" fmla="*/ 66903 h 138118"/>
                <a:gd name="connsiteX95" fmla="*/ 204081 w 1040647"/>
                <a:gd name="connsiteY95" fmla="*/ 54051 h 138118"/>
                <a:gd name="connsiteX96" fmla="*/ 195287 w 1040647"/>
                <a:gd name="connsiteY96" fmla="*/ 65730 h 138118"/>
                <a:gd name="connsiteX97" fmla="*/ 195221 w 1040647"/>
                <a:gd name="connsiteY97" fmla="*/ 67632 h 138118"/>
                <a:gd name="connsiteX98" fmla="*/ 195092 w 1040647"/>
                <a:gd name="connsiteY98" fmla="*/ 67632 h 138118"/>
                <a:gd name="connsiteX99" fmla="*/ 195092 w 1040647"/>
                <a:gd name="connsiteY99" fmla="*/ 102165 h 138118"/>
                <a:gd name="connsiteX100" fmla="*/ 195267 w 1040647"/>
                <a:gd name="connsiteY100" fmla="*/ 102165 h 138118"/>
                <a:gd name="connsiteX101" fmla="*/ 195267 w 1040647"/>
                <a:gd name="connsiteY101" fmla="*/ 109493 h 138118"/>
                <a:gd name="connsiteX102" fmla="*/ 183588 w 1040647"/>
                <a:gd name="connsiteY102" fmla="*/ 109493 h 138118"/>
                <a:gd name="connsiteX103" fmla="*/ 954953 w 1040647"/>
                <a:gd name="connsiteY103" fmla="*/ 43521 h 138118"/>
                <a:gd name="connsiteX104" fmla="*/ 966826 w 1040647"/>
                <a:gd name="connsiteY104" fmla="*/ 49395 h 138118"/>
                <a:gd name="connsiteX105" fmla="*/ 967462 w 1040647"/>
                <a:gd name="connsiteY105" fmla="*/ 50694 h 138118"/>
                <a:gd name="connsiteX106" fmla="*/ 967462 w 1040647"/>
                <a:gd name="connsiteY106" fmla="*/ 43721 h 138118"/>
                <a:gd name="connsiteX107" fmla="*/ 979142 w 1040647"/>
                <a:gd name="connsiteY107" fmla="*/ 43721 h 138118"/>
                <a:gd name="connsiteX108" fmla="*/ 979142 w 1040647"/>
                <a:gd name="connsiteY108" fmla="*/ 108087 h 138118"/>
                <a:gd name="connsiteX109" fmla="*/ 979142 w 1040647"/>
                <a:gd name="connsiteY109" fmla="*/ 108089 h 138118"/>
                <a:gd name="connsiteX110" fmla="*/ 978727 w 1040647"/>
                <a:gd name="connsiteY110" fmla="*/ 116504 h 138118"/>
                <a:gd name="connsiteX111" fmla="*/ 959007 w 1040647"/>
                <a:gd name="connsiteY111" fmla="*/ 137454 h 138118"/>
                <a:gd name="connsiteX112" fmla="*/ 939287 w 1040647"/>
                <a:gd name="connsiteY112" fmla="*/ 116494 h 138118"/>
                <a:gd name="connsiteX113" fmla="*/ 939260 w 1040647"/>
                <a:gd name="connsiteY113" fmla="*/ 115944 h 138118"/>
                <a:gd name="connsiteX114" fmla="*/ 950561 w 1040647"/>
                <a:gd name="connsiteY114" fmla="*/ 115944 h 138118"/>
                <a:gd name="connsiteX115" fmla="*/ 951000 w 1040647"/>
                <a:gd name="connsiteY115" fmla="*/ 119034 h 138118"/>
                <a:gd name="connsiteX116" fmla="*/ 958410 w 1040647"/>
                <a:gd name="connsiteY116" fmla="*/ 127358 h 138118"/>
                <a:gd name="connsiteX117" fmla="*/ 967282 w 1040647"/>
                <a:gd name="connsiteY117" fmla="*/ 111461 h 138118"/>
                <a:gd name="connsiteX118" fmla="*/ 967376 w 1040647"/>
                <a:gd name="connsiteY118" fmla="*/ 108087 h 138118"/>
                <a:gd name="connsiteX119" fmla="*/ 967462 w 1040647"/>
                <a:gd name="connsiteY119" fmla="*/ 108087 h 138118"/>
                <a:gd name="connsiteX120" fmla="*/ 967462 w 1040647"/>
                <a:gd name="connsiteY120" fmla="*/ 104470 h 138118"/>
                <a:gd name="connsiteX121" fmla="*/ 966551 w 1040647"/>
                <a:gd name="connsiteY121" fmla="*/ 106296 h 138118"/>
                <a:gd name="connsiteX122" fmla="*/ 954953 w 1040647"/>
                <a:gd name="connsiteY122" fmla="*/ 112140 h 138118"/>
                <a:gd name="connsiteX123" fmla="*/ 938469 w 1040647"/>
                <a:gd name="connsiteY123" fmla="*/ 77830 h 138118"/>
                <a:gd name="connsiteX124" fmla="*/ 954953 w 1040647"/>
                <a:gd name="connsiteY124" fmla="*/ 43521 h 138118"/>
                <a:gd name="connsiteX125" fmla="*/ 860369 w 1040647"/>
                <a:gd name="connsiteY125" fmla="*/ 43440 h 138118"/>
                <a:gd name="connsiteX126" fmla="*/ 879965 w 1040647"/>
                <a:gd name="connsiteY126" fmla="*/ 64391 h 138118"/>
                <a:gd name="connsiteX127" fmla="*/ 880323 w 1040647"/>
                <a:gd name="connsiteY127" fmla="*/ 80282 h 138118"/>
                <a:gd name="connsiteX128" fmla="*/ 851932 w 1040647"/>
                <a:gd name="connsiteY128" fmla="*/ 80282 h 138118"/>
                <a:gd name="connsiteX129" fmla="*/ 852094 w 1040647"/>
                <a:gd name="connsiteY129" fmla="*/ 86067 h 138118"/>
                <a:gd name="connsiteX130" fmla="*/ 860746 w 1040647"/>
                <a:gd name="connsiteY130" fmla="*/ 100640 h 138118"/>
                <a:gd name="connsiteX131" fmla="*/ 868376 w 1040647"/>
                <a:gd name="connsiteY131" fmla="*/ 93641 h 138118"/>
                <a:gd name="connsiteX132" fmla="*/ 869083 w 1040647"/>
                <a:gd name="connsiteY132" fmla="*/ 88670 h 138118"/>
                <a:gd name="connsiteX133" fmla="*/ 880209 w 1040647"/>
                <a:gd name="connsiteY133" fmla="*/ 88670 h 138118"/>
                <a:gd name="connsiteX134" fmla="*/ 880089 w 1040647"/>
                <a:gd name="connsiteY134" fmla="*/ 91100 h 138118"/>
                <a:gd name="connsiteX135" fmla="*/ 860369 w 1040647"/>
                <a:gd name="connsiteY135" fmla="*/ 112060 h 138118"/>
                <a:gd name="connsiteX136" fmla="*/ 839990 w 1040647"/>
                <a:gd name="connsiteY136" fmla="*/ 77750 h 138118"/>
                <a:gd name="connsiteX137" fmla="*/ 860369 w 1040647"/>
                <a:gd name="connsiteY137" fmla="*/ 43440 h 138118"/>
                <a:gd name="connsiteX138" fmla="*/ 618589 w 1040647"/>
                <a:gd name="connsiteY138" fmla="*/ 43440 h 138118"/>
                <a:gd name="connsiteX139" fmla="*/ 638968 w 1040647"/>
                <a:gd name="connsiteY139" fmla="*/ 77750 h 138118"/>
                <a:gd name="connsiteX140" fmla="*/ 618589 w 1040647"/>
                <a:gd name="connsiteY140" fmla="*/ 112060 h 138118"/>
                <a:gd name="connsiteX141" fmla="*/ 598210 w 1040647"/>
                <a:gd name="connsiteY141" fmla="*/ 77750 h 138118"/>
                <a:gd name="connsiteX142" fmla="*/ 618589 w 1040647"/>
                <a:gd name="connsiteY142" fmla="*/ 43440 h 138118"/>
                <a:gd name="connsiteX143" fmla="*/ 527558 w 1040647"/>
                <a:gd name="connsiteY143" fmla="*/ 43440 h 138118"/>
                <a:gd name="connsiteX144" fmla="*/ 547154 w 1040647"/>
                <a:gd name="connsiteY144" fmla="*/ 64391 h 138118"/>
                <a:gd name="connsiteX145" fmla="*/ 547511 w 1040647"/>
                <a:gd name="connsiteY145" fmla="*/ 80282 h 138118"/>
                <a:gd name="connsiteX146" fmla="*/ 519121 w 1040647"/>
                <a:gd name="connsiteY146" fmla="*/ 80282 h 138118"/>
                <a:gd name="connsiteX147" fmla="*/ 519283 w 1040647"/>
                <a:gd name="connsiteY147" fmla="*/ 86067 h 138118"/>
                <a:gd name="connsiteX148" fmla="*/ 527935 w 1040647"/>
                <a:gd name="connsiteY148" fmla="*/ 100640 h 138118"/>
                <a:gd name="connsiteX149" fmla="*/ 535564 w 1040647"/>
                <a:gd name="connsiteY149" fmla="*/ 93641 h 138118"/>
                <a:gd name="connsiteX150" fmla="*/ 536272 w 1040647"/>
                <a:gd name="connsiteY150" fmla="*/ 88670 h 138118"/>
                <a:gd name="connsiteX151" fmla="*/ 547399 w 1040647"/>
                <a:gd name="connsiteY151" fmla="*/ 88670 h 138118"/>
                <a:gd name="connsiteX152" fmla="*/ 547278 w 1040647"/>
                <a:gd name="connsiteY152" fmla="*/ 91100 h 138118"/>
                <a:gd name="connsiteX153" fmla="*/ 527558 w 1040647"/>
                <a:gd name="connsiteY153" fmla="*/ 112060 h 138118"/>
                <a:gd name="connsiteX154" fmla="*/ 507179 w 1040647"/>
                <a:gd name="connsiteY154" fmla="*/ 77750 h 138118"/>
                <a:gd name="connsiteX155" fmla="*/ 527558 w 1040647"/>
                <a:gd name="connsiteY155" fmla="*/ 43440 h 138118"/>
                <a:gd name="connsiteX156" fmla="*/ 365622 w 1040647"/>
                <a:gd name="connsiteY156" fmla="*/ 43440 h 138118"/>
                <a:gd name="connsiteX157" fmla="*/ 386002 w 1040647"/>
                <a:gd name="connsiteY157" fmla="*/ 77750 h 138118"/>
                <a:gd name="connsiteX158" fmla="*/ 365622 w 1040647"/>
                <a:gd name="connsiteY158" fmla="*/ 112060 h 138118"/>
                <a:gd name="connsiteX159" fmla="*/ 345243 w 1040647"/>
                <a:gd name="connsiteY159" fmla="*/ 77750 h 138118"/>
                <a:gd name="connsiteX160" fmla="*/ 365622 w 1040647"/>
                <a:gd name="connsiteY160" fmla="*/ 43440 h 138118"/>
                <a:gd name="connsiteX161" fmla="*/ 146209 w 1040647"/>
                <a:gd name="connsiteY161" fmla="*/ 43440 h 138118"/>
                <a:gd name="connsiteX162" fmla="*/ 165805 w 1040647"/>
                <a:gd name="connsiteY162" fmla="*/ 64391 h 138118"/>
                <a:gd name="connsiteX163" fmla="*/ 166163 w 1040647"/>
                <a:gd name="connsiteY163" fmla="*/ 80282 h 138118"/>
                <a:gd name="connsiteX164" fmla="*/ 137772 w 1040647"/>
                <a:gd name="connsiteY164" fmla="*/ 80282 h 138118"/>
                <a:gd name="connsiteX165" fmla="*/ 137934 w 1040647"/>
                <a:gd name="connsiteY165" fmla="*/ 86067 h 138118"/>
                <a:gd name="connsiteX166" fmla="*/ 146586 w 1040647"/>
                <a:gd name="connsiteY166" fmla="*/ 100640 h 138118"/>
                <a:gd name="connsiteX167" fmla="*/ 154216 w 1040647"/>
                <a:gd name="connsiteY167" fmla="*/ 93641 h 138118"/>
                <a:gd name="connsiteX168" fmla="*/ 154923 w 1040647"/>
                <a:gd name="connsiteY168" fmla="*/ 88670 h 138118"/>
                <a:gd name="connsiteX169" fmla="*/ 166049 w 1040647"/>
                <a:gd name="connsiteY169" fmla="*/ 88670 h 138118"/>
                <a:gd name="connsiteX170" fmla="*/ 165929 w 1040647"/>
                <a:gd name="connsiteY170" fmla="*/ 91100 h 138118"/>
                <a:gd name="connsiteX171" fmla="*/ 146209 w 1040647"/>
                <a:gd name="connsiteY171" fmla="*/ 112060 h 138118"/>
                <a:gd name="connsiteX172" fmla="*/ 125830 w 1040647"/>
                <a:gd name="connsiteY172" fmla="*/ 77750 h 138118"/>
                <a:gd name="connsiteX173" fmla="*/ 146209 w 1040647"/>
                <a:gd name="connsiteY173" fmla="*/ 43440 h 138118"/>
                <a:gd name="connsiteX174" fmla="*/ 94424 w 1040647"/>
                <a:gd name="connsiteY174" fmla="*/ 43440 h 138118"/>
                <a:gd name="connsiteX175" fmla="*/ 110908 w 1040647"/>
                <a:gd name="connsiteY175" fmla="*/ 77750 h 138118"/>
                <a:gd name="connsiteX176" fmla="*/ 94424 w 1040647"/>
                <a:gd name="connsiteY176" fmla="*/ 112060 h 138118"/>
                <a:gd name="connsiteX177" fmla="*/ 85721 w 1040647"/>
                <a:gd name="connsiteY177" fmla="*/ 109378 h 138118"/>
                <a:gd name="connsiteX178" fmla="*/ 81915 w 1040647"/>
                <a:gd name="connsiteY178" fmla="*/ 103764 h 138118"/>
                <a:gd name="connsiteX179" fmla="*/ 81915 w 1040647"/>
                <a:gd name="connsiteY179" fmla="*/ 137012 h 138118"/>
                <a:gd name="connsiteX180" fmla="*/ 70235 w 1040647"/>
                <a:gd name="connsiteY180" fmla="*/ 137012 h 138118"/>
                <a:gd name="connsiteX181" fmla="*/ 70235 w 1040647"/>
                <a:gd name="connsiteY181" fmla="*/ 43640 h 138118"/>
                <a:gd name="connsiteX182" fmla="*/ 81915 w 1040647"/>
                <a:gd name="connsiteY182" fmla="*/ 43640 h 138118"/>
                <a:gd name="connsiteX183" fmla="*/ 81915 w 1040647"/>
                <a:gd name="connsiteY183" fmla="*/ 51404 h 138118"/>
                <a:gd name="connsiteX184" fmla="*/ 85457 w 1040647"/>
                <a:gd name="connsiteY184" fmla="*/ 46150 h 138118"/>
                <a:gd name="connsiteX185" fmla="*/ 94424 w 1040647"/>
                <a:gd name="connsiteY185" fmla="*/ 43440 h 138118"/>
                <a:gd name="connsiteX186" fmla="*/ 924030 w 1040647"/>
                <a:gd name="connsiteY186" fmla="*/ 41212 h 138118"/>
                <a:gd name="connsiteX187" fmla="*/ 924030 w 1040647"/>
                <a:gd name="connsiteY187" fmla="*/ 54235 h 138118"/>
                <a:gd name="connsiteX188" fmla="*/ 912066 w 1040647"/>
                <a:gd name="connsiteY188" fmla="*/ 60195 h 138118"/>
                <a:gd name="connsiteX189" fmla="*/ 911006 w 1040647"/>
                <a:gd name="connsiteY189" fmla="*/ 63391 h 138118"/>
                <a:gd name="connsiteX190" fmla="*/ 911006 w 1040647"/>
                <a:gd name="connsiteY190" fmla="*/ 109493 h 138118"/>
                <a:gd name="connsiteX191" fmla="*/ 899326 w 1040647"/>
                <a:gd name="connsiteY191" fmla="*/ 109493 h 138118"/>
                <a:gd name="connsiteX192" fmla="*/ 899326 w 1040647"/>
                <a:gd name="connsiteY192" fmla="*/ 43640 h 138118"/>
                <a:gd name="connsiteX193" fmla="*/ 911006 w 1040647"/>
                <a:gd name="connsiteY193" fmla="*/ 43640 h 138118"/>
                <a:gd name="connsiteX194" fmla="*/ 911006 w 1040647"/>
                <a:gd name="connsiteY194" fmla="*/ 49630 h 138118"/>
                <a:gd name="connsiteX195" fmla="*/ 911662 w 1040647"/>
                <a:gd name="connsiteY195" fmla="*/ 48755 h 138118"/>
                <a:gd name="connsiteX196" fmla="*/ 924030 w 1040647"/>
                <a:gd name="connsiteY196" fmla="*/ 41212 h 138118"/>
                <a:gd name="connsiteX197" fmla="*/ 474463 w 1040647"/>
                <a:gd name="connsiteY197" fmla="*/ 40770 h 138118"/>
                <a:gd name="connsiteX198" fmla="*/ 487487 w 1040647"/>
                <a:gd name="connsiteY198" fmla="*/ 44081 h 138118"/>
                <a:gd name="connsiteX199" fmla="*/ 487487 w 1040647"/>
                <a:gd name="connsiteY199" fmla="*/ 55118 h 138118"/>
                <a:gd name="connsiteX200" fmla="*/ 469607 w 1040647"/>
                <a:gd name="connsiteY200" fmla="*/ 59974 h 138118"/>
                <a:gd name="connsiteX201" fmla="*/ 479490 w 1040647"/>
                <a:gd name="connsiteY201" fmla="*/ 73288 h 138118"/>
                <a:gd name="connsiteX202" fmla="*/ 492343 w 1040647"/>
                <a:gd name="connsiteY202" fmla="*/ 92202 h 138118"/>
                <a:gd name="connsiteX203" fmla="*/ 474684 w 1040647"/>
                <a:gd name="connsiteY203" fmla="*/ 112068 h 138118"/>
                <a:gd name="connsiteX204" fmla="*/ 461661 w 1040647"/>
                <a:gd name="connsiteY204" fmla="*/ 108758 h 138118"/>
                <a:gd name="connsiteX205" fmla="*/ 461661 w 1040647"/>
                <a:gd name="connsiteY205" fmla="*/ 97058 h 138118"/>
                <a:gd name="connsiteX206" fmla="*/ 473360 w 1040647"/>
                <a:gd name="connsiteY206" fmla="*/ 101031 h 138118"/>
                <a:gd name="connsiteX207" fmla="*/ 481748 w 1040647"/>
                <a:gd name="connsiteY207" fmla="*/ 91981 h 138118"/>
                <a:gd name="connsiteX208" fmla="*/ 469922 w 1040647"/>
                <a:gd name="connsiteY208" fmla="*/ 77760 h 138118"/>
                <a:gd name="connsiteX209" fmla="*/ 458627 w 1040647"/>
                <a:gd name="connsiteY209" fmla="*/ 60636 h 138118"/>
                <a:gd name="connsiteX210" fmla="*/ 474463 w 1040647"/>
                <a:gd name="connsiteY210" fmla="*/ 40770 h 138118"/>
                <a:gd name="connsiteX211" fmla="*/ 25528 w 1040647"/>
                <a:gd name="connsiteY211" fmla="*/ 22547 h 138118"/>
                <a:gd name="connsiteX212" fmla="*/ 13421 w 1040647"/>
                <a:gd name="connsiteY212" fmla="*/ 61216 h 138118"/>
                <a:gd name="connsiteX213" fmla="*/ 25528 w 1040647"/>
                <a:gd name="connsiteY213" fmla="*/ 99884 h 138118"/>
                <a:gd name="connsiteX214" fmla="*/ 37634 w 1040647"/>
                <a:gd name="connsiteY214" fmla="*/ 61216 h 138118"/>
                <a:gd name="connsiteX215" fmla="*/ 25528 w 1040647"/>
                <a:gd name="connsiteY215" fmla="*/ 22547 h 138118"/>
                <a:gd name="connsiteX216" fmla="*/ 25666 w 1040647"/>
                <a:gd name="connsiteY216" fmla="*/ 10373 h 138118"/>
                <a:gd name="connsiteX217" fmla="*/ 51331 w 1040647"/>
                <a:gd name="connsiteY217" fmla="*/ 61216 h 138118"/>
                <a:gd name="connsiteX218" fmla="*/ 25666 w 1040647"/>
                <a:gd name="connsiteY218" fmla="*/ 112060 h 138118"/>
                <a:gd name="connsiteX219" fmla="*/ 0 w 1040647"/>
                <a:gd name="connsiteY219" fmla="*/ 61216 h 138118"/>
                <a:gd name="connsiteX220" fmla="*/ 25666 w 1040647"/>
                <a:gd name="connsiteY220" fmla="*/ 10373 h 138118"/>
                <a:gd name="connsiteX221" fmla="*/ 729998 w 1040647"/>
                <a:gd name="connsiteY221" fmla="*/ 10373 h 138118"/>
                <a:gd name="connsiteX222" fmla="*/ 733979 w 1040647"/>
                <a:gd name="connsiteY222" fmla="*/ 10373 h 138118"/>
                <a:gd name="connsiteX223" fmla="*/ 742679 w 1040647"/>
                <a:gd name="connsiteY223" fmla="*/ 10373 h 138118"/>
                <a:gd name="connsiteX224" fmla="*/ 766216 w 1040647"/>
                <a:gd name="connsiteY224" fmla="*/ 10373 h 138118"/>
                <a:gd name="connsiteX225" fmla="*/ 766216 w 1040647"/>
                <a:gd name="connsiteY225" fmla="*/ 21081 h 138118"/>
                <a:gd name="connsiteX226" fmla="*/ 742679 w 1040647"/>
                <a:gd name="connsiteY226" fmla="*/ 21081 h 138118"/>
                <a:gd name="connsiteX227" fmla="*/ 742679 w 1040647"/>
                <a:gd name="connsiteY227" fmla="*/ 54050 h 138118"/>
                <a:gd name="connsiteX228" fmla="*/ 763398 w 1040647"/>
                <a:gd name="connsiteY228" fmla="*/ 54050 h 138118"/>
                <a:gd name="connsiteX229" fmla="*/ 763398 w 1040647"/>
                <a:gd name="connsiteY229" fmla="*/ 64759 h 138118"/>
                <a:gd name="connsiteX230" fmla="*/ 742679 w 1040647"/>
                <a:gd name="connsiteY230" fmla="*/ 64759 h 138118"/>
                <a:gd name="connsiteX231" fmla="*/ 742679 w 1040647"/>
                <a:gd name="connsiteY231" fmla="*/ 99779 h 138118"/>
                <a:gd name="connsiteX232" fmla="*/ 766216 w 1040647"/>
                <a:gd name="connsiteY232" fmla="*/ 99779 h 138118"/>
                <a:gd name="connsiteX233" fmla="*/ 766216 w 1040647"/>
                <a:gd name="connsiteY233" fmla="*/ 110487 h 138118"/>
                <a:gd name="connsiteX234" fmla="*/ 742679 w 1040647"/>
                <a:gd name="connsiteY234" fmla="*/ 110487 h 138118"/>
                <a:gd name="connsiteX235" fmla="*/ 733979 w 1040647"/>
                <a:gd name="connsiteY235" fmla="*/ 110487 h 138118"/>
                <a:gd name="connsiteX236" fmla="*/ 729998 w 1040647"/>
                <a:gd name="connsiteY236" fmla="*/ 110487 h 138118"/>
                <a:gd name="connsiteX237" fmla="*/ 278579 w 1040647"/>
                <a:gd name="connsiteY237" fmla="*/ 9759 h 138118"/>
                <a:gd name="connsiteX238" fmla="*/ 291260 w 1040647"/>
                <a:gd name="connsiteY238" fmla="*/ 9759 h 138118"/>
                <a:gd name="connsiteX239" fmla="*/ 291260 w 1040647"/>
                <a:gd name="connsiteY239" fmla="*/ 48920 h 138118"/>
                <a:gd name="connsiteX240" fmla="*/ 311985 w 1040647"/>
                <a:gd name="connsiteY240" fmla="*/ 48920 h 138118"/>
                <a:gd name="connsiteX241" fmla="*/ 311985 w 1040647"/>
                <a:gd name="connsiteY241" fmla="*/ 9759 h 138118"/>
                <a:gd name="connsiteX242" fmla="*/ 324666 w 1040647"/>
                <a:gd name="connsiteY242" fmla="*/ 9759 h 138118"/>
                <a:gd name="connsiteX243" fmla="*/ 324666 w 1040647"/>
                <a:gd name="connsiteY243" fmla="*/ 109493 h 138118"/>
                <a:gd name="connsiteX244" fmla="*/ 311985 w 1040647"/>
                <a:gd name="connsiteY244" fmla="*/ 109493 h 138118"/>
                <a:gd name="connsiteX245" fmla="*/ 311985 w 1040647"/>
                <a:gd name="connsiteY245" fmla="*/ 59588 h 138118"/>
                <a:gd name="connsiteX246" fmla="*/ 291260 w 1040647"/>
                <a:gd name="connsiteY246" fmla="*/ 59588 h 138118"/>
                <a:gd name="connsiteX247" fmla="*/ 291260 w 1040647"/>
                <a:gd name="connsiteY247" fmla="*/ 109493 h 138118"/>
                <a:gd name="connsiteX248" fmla="*/ 278579 w 1040647"/>
                <a:gd name="connsiteY248" fmla="*/ 109493 h 138118"/>
                <a:gd name="connsiteX249" fmla="*/ 672625 w 1040647"/>
                <a:gd name="connsiteY249" fmla="*/ 16 h 138118"/>
                <a:gd name="connsiteX250" fmla="*/ 681295 w 1040647"/>
                <a:gd name="connsiteY250" fmla="*/ 893 h 138118"/>
                <a:gd name="connsiteX251" fmla="*/ 681295 w 1040647"/>
                <a:gd name="connsiteY251" fmla="*/ 12573 h 138118"/>
                <a:gd name="connsiteX252" fmla="*/ 670590 w 1040647"/>
                <a:gd name="connsiteY252" fmla="*/ 18814 h 138118"/>
                <a:gd name="connsiteX253" fmla="*/ 670590 w 1040647"/>
                <a:gd name="connsiteY253" fmla="*/ 42978 h 138118"/>
                <a:gd name="connsiteX254" fmla="*/ 681295 w 1040647"/>
                <a:gd name="connsiteY254" fmla="*/ 42978 h 138118"/>
                <a:gd name="connsiteX255" fmla="*/ 681295 w 1040647"/>
                <a:gd name="connsiteY255" fmla="*/ 52790 h 138118"/>
                <a:gd name="connsiteX256" fmla="*/ 670590 w 1040647"/>
                <a:gd name="connsiteY256" fmla="*/ 52790 h 138118"/>
                <a:gd name="connsiteX257" fmla="*/ 670590 w 1040647"/>
                <a:gd name="connsiteY257" fmla="*/ 109493 h 138118"/>
                <a:gd name="connsiteX258" fmla="*/ 658910 w 1040647"/>
                <a:gd name="connsiteY258" fmla="*/ 109493 h 138118"/>
                <a:gd name="connsiteX259" fmla="*/ 658910 w 1040647"/>
                <a:gd name="connsiteY259" fmla="*/ 52790 h 138118"/>
                <a:gd name="connsiteX260" fmla="*/ 651938 w 1040647"/>
                <a:gd name="connsiteY260" fmla="*/ 52790 h 138118"/>
                <a:gd name="connsiteX261" fmla="*/ 651938 w 1040647"/>
                <a:gd name="connsiteY261" fmla="*/ 42978 h 138118"/>
                <a:gd name="connsiteX262" fmla="*/ 658910 w 1040647"/>
                <a:gd name="connsiteY262" fmla="*/ 42978 h 138118"/>
                <a:gd name="connsiteX263" fmla="*/ 658910 w 1040647"/>
                <a:gd name="connsiteY263" fmla="*/ 13320 h 138118"/>
                <a:gd name="connsiteX264" fmla="*/ 672625 w 1040647"/>
                <a:gd name="connsiteY264" fmla="*/ 16 h 138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1040647" h="138118">
                  <a:moveTo>
                    <a:pt x="959523" y="54316"/>
                  </a:moveTo>
                  <a:cubicBezTo>
                    <a:pt x="952425" y="54274"/>
                    <a:pt x="950997" y="64803"/>
                    <a:pt x="950997" y="77739"/>
                  </a:cubicBezTo>
                  <a:cubicBezTo>
                    <a:pt x="950997" y="90675"/>
                    <a:pt x="951426" y="101138"/>
                    <a:pt x="959523" y="101161"/>
                  </a:cubicBezTo>
                  <a:cubicBezTo>
                    <a:pt x="967229" y="101184"/>
                    <a:pt x="968048" y="90675"/>
                    <a:pt x="968048" y="77739"/>
                  </a:cubicBezTo>
                  <a:cubicBezTo>
                    <a:pt x="968048" y="64803"/>
                    <a:pt x="967747" y="54365"/>
                    <a:pt x="959523" y="54316"/>
                  </a:cubicBezTo>
                  <a:close/>
                  <a:moveTo>
                    <a:pt x="89855" y="54235"/>
                  </a:moveTo>
                  <a:cubicBezTo>
                    <a:pt x="81630" y="54284"/>
                    <a:pt x="81330" y="64722"/>
                    <a:pt x="81330" y="77658"/>
                  </a:cubicBezTo>
                  <a:cubicBezTo>
                    <a:pt x="81330" y="90595"/>
                    <a:pt x="82148" y="101103"/>
                    <a:pt x="89855" y="101081"/>
                  </a:cubicBezTo>
                  <a:cubicBezTo>
                    <a:pt x="97951" y="101058"/>
                    <a:pt x="98380" y="90595"/>
                    <a:pt x="98380" y="77658"/>
                  </a:cubicBezTo>
                  <a:cubicBezTo>
                    <a:pt x="98380" y="64722"/>
                    <a:pt x="96952" y="54194"/>
                    <a:pt x="89855" y="54235"/>
                  </a:cubicBezTo>
                  <a:close/>
                  <a:moveTo>
                    <a:pt x="860746" y="52911"/>
                  </a:moveTo>
                  <a:cubicBezTo>
                    <a:pt x="854298" y="52948"/>
                    <a:pt x="852509" y="58940"/>
                    <a:pt x="852018" y="67493"/>
                  </a:cubicBezTo>
                  <a:lnTo>
                    <a:pt x="851962" y="70349"/>
                  </a:lnTo>
                  <a:lnTo>
                    <a:pt x="869416" y="70349"/>
                  </a:lnTo>
                  <a:cubicBezTo>
                    <a:pt x="869380" y="69392"/>
                    <a:pt x="869344" y="68436"/>
                    <a:pt x="869308" y="67480"/>
                  </a:cubicBezTo>
                  <a:cubicBezTo>
                    <a:pt x="868541" y="58905"/>
                    <a:pt x="866310" y="52879"/>
                    <a:pt x="860746" y="52911"/>
                  </a:cubicBezTo>
                  <a:close/>
                  <a:moveTo>
                    <a:pt x="618524" y="52911"/>
                  </a:moveTo>
                  <a:cubicBezTo>
                    <a:pt x="609927" y="52960"/>
                    <a:pt x="609613" y="63596"/>
                    <a:pt x="609613" y="76775"/>
                  </a:cubicBezTo>
                  <a:cubicBezTo>
                    <a:pt x="609613" y="89955"/>
                    <a:pt x="610468" y="100662"/>
                    <a:pt x="618524" y="100640"/>
                  </a:cubicBezTo>
                  <a:cubicBezTo>
                    <a:pt x="626987" y="100616"/>
                    <a:pt x="627435" y="89955"/>
                    <a:pt x="627435" y="76775"/>
                  </a:cubicBezTo>
                  <a:cubicBezTo>
                    <a:pt x="627435" y="63596"/>
                    <a:pt x="625942" y="52868"/>
                    <a:pt x="618524" y="52911"/>
                  </a:cubicBezTo>
                  <a:close/>
                  <a:moveTo>
                    <a:pt x="527935" y="52911"/>
                  </a:moveTo>
                  <a:cubicBezTo>
                    <a:pt x="521487" y="52948"/>
                    <a:pt x="519698" y="58940"/>
                    <a:pt x="519207" y="67493"/>
                  </a:cubicBezTo>
                  <a:lnTo>
                    <a:pt x="519150" y="70349"/>
                  </a:lnTo>
                  <a:lnTo>
                    <a:pt x="536605" y="70349"/>
                  </a:lnTo>
                  <a:cubicBezTo>
                    <a:pt x="536569" y="69392"/>
                    <a:pt x="536533" y="68436"/>
                    <a:pt x="536497" y="67480"/>
                  </a:cubicBezTo>
                  <a:cubicBezTo>
                    <a:pt x="535729" y="58905"/>
                    <a:pt x="533499" y="52879"/>
                    <a:pt x="527935" y="52911"/>
                  </a:cubicBezTo>
                  <a:close/>
                  <a:moveTo>
                    <a:pt x="365557" y="52911"/>
                  </a:moveTo>
                  <a:cubicBezTo>
                    <a:pt x="356960" y="52960"/>
                    <a:pt x="356646" y="63596"/>
                    <a:pt x="356646" y="76775"/>
                  </a:cubicBezTo>
                  <a:cubicBezTo>
                    <a:pt x="356646" y="89955"/>
                    <a:pt x="357502" y="100662"/>
                    <a:pt x="365557" y="100640"/>
                  </a:cubicBezTo>
                  <a:cubicBezTo>
                    <a:pt x="374021" y="100616"/>
                    <a:pt x="374469" y="89955"/>
                    <a:pt x="374469" y="76775"/>
                  </a:cubicBezTo>
                  <a:cubicBezTo>
                    <a:pt x="374469" y="63596"/>
                    <a:pt x="372976" y="52868"/>
                    <a:pt x="365557" y="52911"/>
                  </a:cubicBezTo>
                  <a:close/>
                  <a:moveTo>
                    <a:pt x="146586" y="52911"/>
                  </a:moveTo>
                  <a:cubicBezTo>
                    <a:pt x="140138" y="52948"/>
                    <a:pt x="138349" y="58940"/>
                    <a:pt x="137858" y="67493"/>
                  </a:cubicBezTo>
                  <a:lnTo>
                    <a:pt x="137802" y="70349"/>
                  </a:lnTo>
                  <a:lnTo>
                    <a:pt x="155256" y="70349"/>
                  </a:lnTo>
                  <a:cubicBezTo>
                    <a:pt x="155220" y="69392"/>
                    <a:pt x="155184" y="68436"/>
                    <a:pt x="155148" y="67480"/>
                  </a:cubicBezTo>
                  <a:cubicBezTo>
                    <a:pt x="154381" y="58905"/>
                    <a:pt x="152150" y="52879"/>
                    <a:pt x="146586" y="52911"/>
                  </a:cubicBezTo>
                  <a:close/>
                  <a:moveTo>
                    <a:pt x="995459" y="43640"/>
                  </a:moveTo>
                  <a:lnTo>
                    <a:pt x="1007139" y="43640"/>
                  </a:lnTo>
                  <a:lnTo>
                    <a:pt x="1017930" y="87162"/>
                  </a:lnTo>
                  <a:lnTo>
                    <a:pt x="1028967" y="43640"/>
                  </a:lnTo>
                  <a:lnTo>
                    <a:pt x="1040647" y="43640"/>
                  </a:lnTo>
                  <a:lnTo>
                    <a:pt x="1013641" y="138118"/>
                  </a:lnTo>
                  <a:lnTo>
                    <a:pt x="1001961" y="138118"/>
                  </a:lnTo>
                  <a:lnTo>
                    <a:pt x="1011453" y="103325"/>
                  </a:lnTo>
                  <a:close/>
                  <a:moveTo>
                    <a:pt x="782339" y="43640"/>
                  </a:moveTo>
                  <a:lnTo>
                    <a:pt x="794019" y="43640"/>
                  </a:lnTo>
                  <a:lnTo>
                    <a:pt x="794019" y="53024"/>
                  </a:lnTo>
                  <a:cubicBezTo>
                    <a:pt x="796830" y="48940"/>
                    <a:pt x="797301" y="44041"/>
                    <a:pt x="807087" y="43864"/>
                  </a:cubicBezTo>
                  <a:cubicBezTo>
                    <a:pt x="819543" y="43638"/>
                    <a:pt x="821074" y="52397"/>
                    <a:pt x="821295" y="63908"/>
                  </a:cubicBezTo>
                  <a:lnTo>
                    <a:pt x="821571" y="109493"/>
                  </a:lnTo>
                  <a:lnTo>
                    <a:pt x="809891" y="109493"/>
                  </a:lnTo>
                  <a:cubicBezTo>
                    <a:pt x="809947" y="95297"/>
                    <a:pt x="810002" y="81100"/>
                    <a:pt x="810057" y="66903"/>
                  </a:cubicBezTo>
                  <a:cubicBezTo>
                    <a:pt x="810020" y="59602"/>
                    <a:pt x="807937" y="53697"/>
                    <a:pt x="802833" y="54051"/>
                  </a:cubicBezTo>
                  <a:cubicBezTo>
                    <a:pt x="795304" y="54572"/>
                    <a:pt x="794571" y="59917"/>
                    <a:pt x="794039" y="65730"/>
                  </a:cubicBezTo>
                  <a:lnTo>
                    <a:pt x="793972" y="67632"/>
                  </a:lnTo>
                  <a:lnTo>
                    <a:pt x="793843" y="67632"/>
                  </a:lnTo>
                  <a:lnTo>
                    <a:pt x="793843" y="102165"/>
                  </a:lnTo>
                  <a:lnTo>
                    <a:pt x="794019" y="102165"/>
                  </a:lnTo>
                  <a:lnTo>
                    <a:pt x="794019" y="109493"/>
                  </a:lnTo>
                  <a:lnTo>
                    <a:pt x="782339" y="109493"/>
                  </a:lnTo>
                  <a:close/>
                  <a:moveTo>
                    <a:pt x="403836" y="43640"/>
                  </a:moveTo>
                  <a:lnTo>
                    <a:pt x="415516" y="43640"/>
                  </a:lnTo>
                  <a:lnTo>
                    <a:pt x="415516" y="66624"/>
                  </a:lnTo>
                  <a:lnTo>
                    <a:pt x="415748" y="66552"/>
                  </a:lnTo>
                  <a:lnTo>
                    <a:pt x="415748" y="91238"/>
                  </a:lnTo>
                  <a:lnTo>
                    <a:pt x="415937" y="91238"/>
                  </a:lnTo>
                  <a:lnTo>
                    <a:pt x="416510" y="95868"/>
                  </a:lnTo>
                  <a:cubicBezTo>
                    <a:pt x="417370" y="99095"/>
                    <a:pt x="419190" y="101089"/>
                    <a:pt x="423033" y="101081"/>
                  </a:cubicBezTo>
                  <a:cubicBezTo>
                    <a:pt x="426876" y="101072"/>
                    <a:pt x="428696" y="99078"/>
                    <a:pt x="429555" y="95856"/>
                  </a:cubicBezTo>
                  <a:lnTo>
                    <a:pt x="430128" y="91238"/>
                  </a:lnTo>
                  <a:lnTo>
                    <a:pt x="430318" y="91238"/>
                  </a:lnTo>
                  <a:lnTo>
                    <a:pt x="430318" y="55599"/>
                  </a:lnTo>
                  <a:lnTo>
                    <a:pt x="430314" y="55599"/>
                  </a:lnTo>
                  <a:lnTo>
                    <a:pt x="430314" y="43640"/>
                  </a:lnTo>
                  <a:lnTo>
                    <a:pt x="441994" y="43640"/>
                  </a:lnTo>
                  <a:lnTo>
                    <a:pt x="441994" y="89504"/>
                  </a:lnTo>
                  <a:lnTo>
                    <a:pt x="441994" y="89506"/>
                  </a:lnTo>
                  <a:lnTo>
                    <a:pt x="441994" y="89507"/>
                  </a:lnTo>
                  <a:lnTo>
                    <a:pt x="441994" y="90627"/>
                  </a:lnTo>
                  <a:lnTo>
                    <a:pt x="441920" y="90627"/>
                  </a:lnTo>
                  <a:lnTo>
                    <a:pt x="441378" y="98792"/>
                  </a:lnTo>
                  <a:cubicBezTo>
                    <a:pt x="439955" y="107351"/>
                    <a:pt x="435536" y="113352"/>
                    <a:pt x="422951" y="113370"/>
                  </a:cubicBezTo>
                  <a:cubicBezTo>
                    <a:pt x="410366" y="113388"/>
                    <a:pt x="405947" y="107369"/>
                    <a:pt x="404523" y="98798"/>
                  </a:cubicBezTo>
                  <a:lnTo>
                    <a:pt x="403982" y="90627"/>
                  </a:lnTo>
                  <a:lnTo>
                    <a:pt x="403836" y="90627"/>
                  </a:lnTo>
                  <a:close/>
                  <a:moveTo>
                    <a:pt x="183588" y="43640"/>
                  </a:moveTo>
                  <a:lnTo>
                    <a:pt x="195267" y="43640"/>
                  </a:lnTo>
                  <a:lnTo>
                    <a:pt x="195267" y="53024"/>
                  </a:lnTo>
                  <a:cubicBezTo>
                    <a:pt x="198078" y="48940"/>
                    <a:pt x="198549" y="44041"/>
                    <a:pt x="208336" y="43864"/>
                  </a:cubicBezTo>
                  <a:cubicBezTo>
                    <a:pt x="220792" y="43638"/>
                    <a:pt x="222323" y="52397"/>
                    <a:pt x="222543" y="63908"/>
                  </a:cubicBezTo>
                  <a:lnTo>
                    <a:pt x="222820" y="109493"/>
                  </a:lnTo>
                  <a:lnTo>
                    <a:pt x="211140" y="109493"/>
                  </a:lnTo>
                  <a:cubicBezTo>
                    <a:pt x="211195" y="95297"/>
                    <a:pt x="211250" y="81100"/>
                    <a:pt x="211305" y="66903"/>
                  </a:cubicBezTo>
                  <a:cubicBezTo>
                    <a:pt x="211268" y="59602"/>
                    <a:pt x="209186" y="53697"/>
                    <a:pt x="204081" y="54051"/>
                  </a:cubicBezTo>
                  <a:cubicBezTo>
                    <a:pt x="196552" y="54572"/>
                    <a:pt x="195820" y="59917"/>
                    <a:pt x="195287" y="65730"/>
                  </a:cubicBezTo>
                  <a:lnTo>
                    <a:pt x="195221" y="67632"/>
                  </a:lnTo>
                  <a:lnTo>
                    <a:pt x="195092" y="67632"/>
                  </a:lnTo>
                  <a:lnTo>
                    <a:pt x="195092" y="102165"/>
                  </a:lnTo>
                  <a:lnTo>
                    <a:pt x="195267" y="102165"/>
                  </a:lnTo>
                  <a:lnTo>
                    <a:pt x="195267" y="109493"/>
                  </a:lnTo>
                  <a:lnTo>
                    <a:pt x="183588" y="109493"/>
                  </a:lnTo>
                  <a:close/>
                  <a:moveTo>
                    <a:pt x="954953" y="43521"/>
                  </a:moveTo>
                  <a:cubicBezTo>
                    <a:pt x="960634" y="43533"/>
                    <a:pt x="964372" y="45696"/>
                    <a:pt x="966826" y="49395"/>
                  </a:cubicBezTo>
                  <a:lnTo>
                    <a:pt x="967462" y="50694"/>
                  </a:lnTo>
                  <a:lnTo>
                    <a:pt x="967462" y="43721"/>
                  </a:lnTo>
                  <a:lnTo>
                    <a:pt x="979142" y="43721"/>
                  </a:lnTo>
                  <a:lnTo>
                    <a:pt x="979142" y="108087"/>
                  </a:lnTo>
                  <a:cubicBezTo>
                    <a:pt x="979142" y="108088"/>
                    <a:pt x="979142" y="108088"/>
                    <a:pt x="979142" y="108089"/>
                  </a:cubicBezTo>
                  <a:lnTo>
                    <a:pt x="978727" y="116504"/>
                  </a:lnTo>
                  <a:cubicBezTo>
                    <a:pt x="978528" y="129267"/>
                    <a:pt x="972474" y="137483"/>
                    <a:pt x="959007" y="137454"/>
                  </a:cubicBezTo>
                  <a:cubicBezTo>
                    <a:pt x="947084" y="137427"/>
                    <a:pt x="940810" y="128800"/>
                    <a:pt x="939287" y="116494"/>
                  </a:cubicBezTo>
                  <a:cubicBezTo>
                    <a:pt x="939278" y="116311"/>
                    <a:pt x="939269" y="116127"/>
                    <a:pt x="939260" y="115944"/>
                  </a:cubicBezTo>
                  <a:lnTo>
                    <a:pt x="950561" y="115944"/>
                  </a:lnTo>
                  <a:lnTo>
                    <a:pt x="951000" y="119034"/>
                  </a:lnTo>
                  <a:cubicBezTo>
                    <a:pt x="951729" y="125116"/>
                    <a:pt x="954178" y="127129"/>
                    <a:pt x="958410" y="127358"/>
                  </a:cubicBezTo>
                  <a:cubicBezTo>
                    <a:pt x="966646" y="127804"/>
                    <a:pt x="967326" y="122018"/>
                    <a:pt x="967282" y="111461"/>
                  </a:cubicBezTo>
                  <a:lnTo>
                    <a:pt x="967376" y="108087"/>
                  </a:lnTo>
                  <a:lnTo>
                    <a:pt x="967462" y="108087"/>
                  </a:lnTo>
                  <a:lnTo>
                    <a:pt x="967462" y="104470"/>
                  </a:lnTo>
                  <a:lnTo>
                    <a:pt x="966551" y="106296"/>
                  </a:lnTo>
                  <a:cubicBezTo>
                    <a:pt x="964079" y="109996"/>
                    <a:pt x="960399" y="112153"/>
                    <a:pt x="954953" y="112140"/>
                  </a:cubicBezTo>
                  <a:cubicBezTo>
                    <a:pt x="940428" y="112106"/>
                    <a:pt x="938469" y="96779"/>
                    <a:pt x="938469" y="77830"/>
                  </a:cubicBezTo>
                  <a:cubicBezTo>
                    <a:pt x="938469" y="58882"/>
                    <a:pt x="941141" y="43491"/>
                    <a:pt x="954953" y="43521"/>
                  </a:cubicBezTo>
                  <a:close/>
                  <a:moveTo>
                    <a:pt x="860369" y="43440"/>
                  </a:moveTo>
                  <a:cubicBezTo>
                    <a:pt x="873176" y="43418"/>
                    <a:pt x="878236" y="52070"/>
                    <a:pt x="879965" y="64391"/>
                  </a:cubicBezTo>
                  <a:cubicBezTo>
                    <a:pt x="880747" y="69026"/>
                    <a:pt x="880424" y="74544"/>
                    <a:pt x="880323" y="80282"/>
                  </a:cubicBezTo>
                  <a:lnTo>
                    <a:pt x="851932" y="80282"/>
                  </a:lnTo>
                  <a:lnTo>
                    <a:pt x="852094" y="86067"/>
                  </a:lnTo>
                  <a:cubicBezTo>
                    <a:pt x="852713" y="94638"/>
                    <a:pt x="854704" y="100657"/>
                    <a:pt x="860746" y="100640"/>
                  </a:cubicBezTo>
                  <a:cubicBezTo>
                    <a:pt x="864978" y="100628"/>
                    <a:pt x="867205" y="97957"/>
                    <a:pt x="868376" y="93641"/>
                  </a:cubicBezTo>
                  <a:lnTo>
                    <a:pt x="869083" y="88670"/>
                  </a:lnTo>
                  <a:lnTo>
                    <a:pt x="880209" y="88670"/>
                  </a:lnTo>
                  <a:cubicBezTo>
                    <a:pt x="880169" y="89480"/>
                    <a:pt x="880129" y="90290"/>
                    <a:pt x="880089" y="91100"/>
                  </a:cubicBezTo>
                  <a:cubicBezTo>
                    <a:pt x="878566" y="103406"/>
                    <a:pt x="873837" y="112034"/>
                    <a:pt x="860369" y="112060"/>
                  </a:cubicBezTo>
                  <a:cubicBezTo>
                    <a:pt x="842413" y="112095"/>
                    <a:pt x="839990" y="96699"/>
                    <a:pt x="839990" y="77750"/>
                  </a:cubicBezTo>
                  <a:cubicBezTo>
                    <a:pt x="839990" y="58801"/>
                    <a:pt x="841641" y="43473"/>
                    <a:pt x="860369" y="43440"/>
                  </a:cubicBezTo>
                  <a:close/>
                  <a:moveTo>
                    <a:pt x="618589" y="43440"/>
                  </a:moveTo>
                  <a:cubicBezTo>
                    <a:pt x="635664" y="43411"/>
                    <a:pt x="638968" y="58801"/>
                    <a:pt x="638968" y="77750"/>
                  </a:cubicBezTo>
                  <a:cubicBezTo>
                    <a:pt x="638968" y="96699"/>
                    <a:pt x="636545" y="112025"/>
                    <a:pt x="618589" y="112060"/>
                  </a:cubicBezTo>
                  <a:cubicBezTo>
                    <a:pt x="600632" y="112095"/>
                    <a:pt x="598210" y="96699"/>
                    <a:pt x="598210" y="77750"/>
                  </a:cubicBezTo>
                  <a:cubicBezTo>
                    <a:pt x="598210" y="58801"/>
                    <a:pt x="599860" y="43473"/>
                    <a:pt x="618589" y="43440"/>
                  </a:cubicBezTo>
                  <a:close/>
                  <a:moveTo>
                    <a:pt x="527558" y="43440"/>
                  </a:moveTo>
                  <a:cubicBezTo>
                    <a:pt x="540365" y="43418"/>
                    <a:pt x="545425" y="52070"/>
                    <a:pt x="547154" y="64391"/>
                  </a:cubicBezTo>
                  <a:cubicBezTo>
                    <a:pt x="547935" y="69026"/>
                    <a:pt x="547613" y="74544"/>
                    <a:pt x="547511" y="80282"/>
                  </a:cubicBezTo>
                  <a:lnTo>
                    <a:pt x="519121" y="80282"/>
                  </a:lnTo>
                  <a:lnTo>
                    <a:pt x="519283" y="86067"/>
                  </a:lnTo>
                  <a:cubicBezTo>
                    <a:pt x="519901" y="94638"/>
                    <a:pt x="521893" y="100657"/>
                    <a:pt x="527935" y="100640"/>
                  </a:cubicBezTo>
                  <a:cubicBezTo>
                    <a:pt x="532167" y="100628"/>
                    <a:pt x="534394" y="97957"/>
                    <a:pt x="535564" y="93641"/>
                  </a:cubicBezTo>
                  <a:lnTo>
                    <a:pt x="536272" y="88670"/>
                  </a:lnTo>
                  <a:lnTo>
                    <a:pt x="547399" y="88670"/>
                  </a:lnTo>
                  <a:cubicBezTo>
                    <a:pt x="547358" y="89480"/>
                    <a:pt x="547318" y="90290"/>
                    <a:pt x="547278" y="91100"/>
                  </a:cubicBezTo>
                  <a:cubicBezTo>
                    <a:pt x="545755" y="103406"/>
                    <a:pt x="541026" y="112034"/>
                    <a:pt x="527558" y="112060"/>
                  </a:cubicBezTo>
                  <a:cubicBezTo>
                    <a:pt x="509602" y="112095"/>
                    <a:pt x="507179" y="96699"/>
                    <a:pt x="507179" y="77750"/>
                  </a:cubicBezTo>
                  <a:cubicBezTo>
                    <a:pt x="507179" y="58801"/>
                    <a:pt x="508829" y="43473"/>
                    <a:pt x="527558" y="43440"/>
                  </a:cubicBezTo>
                  <a:close/>
                  <a:moveTo>
                    <a:pt x="365622" y="43440"/>
                  </a:moveTo>
                  <a:cubicBezTo>
                    <a:pt x="382697" y="43411"/>
                    <a:pt x="386002" y="58801"/>
                    <a:pt x="386002" y="77750"/>
                  </a:cubicBezTo>
                  <a:cubicBezTo>
                    <a:pt x="386002" y="96699"/>
                    <a:pt x="383579" y="112025"/>
                    <a:pt x="365622" y="112060"/>
                  </a:cubicBezTo>
                  <a:cubicBezTo>
                    <a:pt x="347666" y="112095"/>
                    <a:pt x="345243" y="96699"/>
                    <a:pt x="345243" y="77750"/>
                  </a:cubicBezTo>
                  <a:cubicBezTo>
                    <a:pt x="345243" y="58801"/>
                    <a:pt x="346894" y="43473"/>
                    <a:pt x="365622" y="43440"/>
                  </a:cubicBezTo>
                  <a:close/>
                  <a:moveTo>
                    <a:pt x="146209" y="43440"/>
                  </a:moveTo>
                  <a:cubicBezTo>
                    <a:pt x="159015" y="43418"/>
                    <a:pt x="164075" y="52070"/>
                    <a:pt x="165805" y="64391"/>
                  </a:cubicBezTo>
                  <a:cubicBezTo>
                    <a:pt x="166587" y="69026"/>
                    <a:pt x="166264" y="74544"/>
                    <a:pt x="166163" y="80282"/>
                  </a:cubicBezTo>
                  <a:lnTo>
                    <a:pt x="137772" y="80282"/>
                  </a:lnTo>
                  <a:lnTo>
                    <a:pt x="137934" y="86067"/>
                  </a:lnTo>
                  <a:cubicBezTo>
                    <a:pt x="138552" y="94638"/>
                    <a:pt x="140544" y="100657"/>
                    <a:pt x="146586" y="100640"/>
                  </a:cubicBezTo>
                  <a:cubicBezTo>
                    <a:pt x="150818" y="100628"/>
                    <a:pt x="153045" y="97957"/>
                    <a:pt x="154216" y="93641"/>
                  </a:cubicBezTo>
                  <a:lnTo>
                    <a:pt x="154923" y="88670"/>
                  </a:lnTo>
                  <a:lnTo>
                    <a:pt x="166049" y="88670"/>
                  </a:lnTo>
                  <a:cubicBezTo>
                    <a:pt x="166009" y="89480"/>
                    <a:pt x="165969" y="90290"/>
                    <a:pt x="165929" y="91100"/>
                  </a:cubicBezTo>
                  <a:cubicBezTo>
                    <a:pt x="164406" y="103406"/>
                    <a:pt x="159677" y="112034"/>
                    <a:pt x="146209" y="112060"/>
                  </a:cubicBezTo>
                  <a:cubicBezTo>
                    <a:pt x="128253" y="112095"/>
                    <a:pt x="125830" y="96699"/>
                    <a:pt x="125830" y="77750"/>
                  </a:cubicBezTo>
                  <a:cubicBezTo>
                    <a:pt x="125830" y="58801"/>
                    <a:pt x="127481" y="43473"/>
                    <a:pt x="146209" y="43440"/>
                  </a:cubicBezTo>
                  <a:close/>
                  <a:moveTo>
                    <a:pt x="94424" y="43440"/>
                  </a:moveTo>
                  <a:cubicBezTo>
                    <a:pt x="108235" y="43410"/>
                    <a:pt x="110908" y="58801"/>
                    <a:pt x="110908" y="77750"/>
                  </a:cubicBezTo>
                  <a:cubicBezTo>
                    <a:pt x="110908" y="96699"/>
                    <a:pt x="108949" y="112025"/>
                    <a:pt x="94424" y="112060"/>
                  </a:cubicBezTo>
                  <a:cubicBezTo>
                    <a:pt x="90793" y="112068"/>
                    <a:pt x="87947" y="111113"/>
                    <a:pt x="85721" y="109378"/>
                  </a:cubicBezTo>
                  <a:lnTo>
                    <a:pt x="81915" y="103764"/>
                  </a:lnTo>
                  <a:lnTo>
                    <a:pt x="81915" y="137012"/>
                  </a:lnTo>
                  <a:lnTo>
                    <a:pt x="70235" y="137012"/>
                  </a:lnTo>
                  <a:lnTo>
                    <a:pt x="70235" y="43640"/>
                  </a:lnTo>
                  <a:lnTo>
                    <a:pt x="81915" y="43640"/>
                  </a:lnTo>
                  <a:lnTo>
                    <a:pt x="81915" y="51404"/>
                  </a:lnTo>
                  <a:lnTo>
                    <a:pt x="85457" y="46150"/>
                  </a:lnTo>
                  <a:cubicBezTo>
                    <a:pt x="87713" y="44412"/>
                    <a:pt x="90637" y="43448"/>
                    <a:pt x="94424" y="43440"/>
                  </a:cubicBezTo>
                  <a:close/>
                  <a:moveTo>
                    <a:pt x="924030" y="41212"/>
                  </a:moveTo>
                  <a:lnTo>
                    <a:pt x="924030" y="54235"/>
                  </a:lnTo>
                  <a:cubicBezTo>
                    <a:pt x="918614" y="51256"/>
                    <a:pt x="914812" y="53987"/>
                    <a:pt x="912066" y="60195"/>
                  </a:cubicBezTo>
                  <a:lnTo>
                    <a:pt x="911006" y="63391"/>
                  </a:lnTo>
                  <a:lnTo>
                    <a:pt x="911006" y="109493"/>
                  </a:lnTo>
                  <a:lnTo>
                    <a:pt x="899326" y="109493"/>
                  </a:lnTo>
                  <a:lnTo>
                    <a:pt x="899326" y="43640"/>
                  </a:lnTo>
                  <a:lnTo>
                    <a:pt x="911006" y="43640"/>
                  </a:lnTo>
                  <a:lnTo>
                    <a:pt x="911006" y="49630"/>
                  </a:lnTo>
                  <a:lnTo>
                    <a:pt x="911662" y="48755"/>
                  </a:lnTo>
                  <a:cubicBezTo>
                    <a:pt x="914605" y="44564"/>
                    <a:pt x="917455" y="40715"/>
                    <a:pt x="924030" y="41212"/>
                  </a:cubicBezTo>
                  <a:close/>
                  <a:moveTo>
                    <a:pt x="474463" y="40770"/>
                  </a:moveTo>
                  <a:cubicBezTo>
                    <a:pt x="480212" y="40510"/>
                    <a:pt x="484723" y="42258"/>
                    <a:pt x="487487" y="44081"/>
                  </a:cubicBezTo>
                  <a:lnTo>
                    <a:pt x="487487" y="55118"/>
                  </a:lnTo>
                  <a:cubicBezTo>
                    <a:pt x="478878" y="50998"/>
                    <a:pt x="469885" y="50774"/>
                    <a:pt x="469607" y="59974"/>
                  </a:cubicBezTo>
                  <a:cubicBezTo>
                    <a:pt x="469754" y="67038"/>
                    <a:pt x="477168" y="71432"/>
                    <a:pt x="479490" y="73288"/>
                  </a:cubicBezTo>
                  <a:cubicBezTo>
                    <a:pt x="481813" y="75144"/>
                    <a:pt x="492211" y="82886"/>
                    <a:pt x="492343" y="92202"/>
                  </a:cubicBezTo>
                  <a:cubicBezTo>
                    <a:pt x="492469" y="101139"/>
                    <a:pt x="485585" y="111992"/>
                    <a:pt x="474684" y="112068"/>
                  </a:cubicBezTo>
                  <a:cubicBezTo>
                    <a:pt x="470996" y="112095"/>
                    <a:pt x="465339" y="110523"/>
                    <a:pt x="461661" y="108758"/>
                  </a:cubicBezTo>
                  <a:lnTo>
                    <a:pt x="461661" y="97058"/>
                  </a:lnTo>
                  <a:cubicBezTo>
                    <a:pt x="465156" y="99523"/>
                    <a:pt x="469908" y="101129"/>
                    <a:pt x="473360" y="101031"/>
                  </a:cubicBezTo>
                  <a:cubicBezTo>
                    <a:pt x="478584" y="100885"/>
                    <a:pt x="482321" y="95860"/>
                    <a:pt x="481748" y="91981"/>
                  </a:cubicBezTo>
                  <a:cubicBezTo>
                    <a:pt x="481175" y="88103"/>
                    <a:pt x="474192" y="81804"/>
                    <a:pt x="469922" y="77760"/>
                  </a:cubicBezTo>
                  <a:cubicBezTo>
                    <a:pt x="465652" y="73716"/>
                    <a:pt x="458983" y="66837"/>
                    <a:pt x="458627" y="60636"/>
                  </a:cubicBezTo>
                  <a:cubicBezTo>
                    <a:pt x="457926" y="48433"/>
                    <a:pt x="467226" y="41098"/>
                    <a:pt x="474463" y="40770"/>
                  </a:cubicBezTo>
                  <a:close/>
                  <a:moveTo>
                    <a:pt x="25528" y="22547"/>
                  </a:moveTo>
                  <a:cubicBezTo>
                    <a:pt x="13848" y="22627"/>
                    <a:pt x="13421" y="39859"/>
                    <a:pt x="13421" y="61216"/>
                  </a:cubicBezTo>
                  <a:cubicBezTo>
                    <a:pt x="13421" y="82572"/>
                    <a:pt x="14584" y="99921"/>
                    <a:pt x="25528" y="99884"/>
                  </a:cubicBezTo>
                  <a:cubicBezTo>
                    <a:pt x="37025" y="99846"/>
                    <a:pt x="37634" y="82572"/>
                    <a:pt x="37634" y="61216"/>
                  </a:cubicBezTo>
                  <a:cubicBezTo>
                    <a:pt x="37634" y="39859"/>
                    <a:pt x="35606" y="22478"/>
                    <a:pt x="25528" y="22547"/>
                  </a:cubicBezTo>
                  <a:close/>
                  <a:moveTo>
                    <a:pt x="25666" y="10373"/>
                  </a:moveTo>
                  <a:cubicBezTo>
                    <a:pt x="47170" y="10329"/>
                    <a:pt x="51331" y="33136"/>
                    <a:pt x="51331" y="61216"/>
                  </a:cubicBezTo>
                  <a:cubicBezTo>
                    <a:pt x="51331" y="89297"/>
                    <a:pt x="48281" y="112008"/>
                    <a:pt x="25666" y="112060"/>
                  </a:cubicBezTo>
                  <a:cubicBezTo>
                    <a:pt x="3051" y="112111"/>
                    <a:pt x="0" y="89297"/>
                    <a:pt x="0" y="61216"/>
                  </a:cubicBezTo>
                  <a:cubicBezTo>
                    <a:pt x="0" y="33136"/>
                    <a:pt x="2079" y="10421"/>
                    <a:pt x="25666" y="10373"/>
                  </a:cubicBezTo>
                  <a:close/>
                  <a:moveTo>
                    <a:pt x="729998" y="10373"/>
                  </a:moveTo>
                  <a:lnTo>
                    <a:pt x="733979" y="10373"/>
                  </a:lnTo>
                  <a:lnTo>
                    <a:pt x="742679" y="10373"/>
                  </a:lnTo>
                  <a:lnTo>
                    <a:pt x="766216" y="10373"/>
                  </a:lnTo>
                  <a:lnTo>
                    <a:pt x="766216" y="21081"/>
                  </a:lnTo>
                  <a:lnTo>
                    <a:pt x="742679" y="21081"/>
                  </a:lnTo>
                  <a:lnTo>
                    <a:pt x="742679" y="54050"/>
                  </a:lnTo>
                  <a:lnTo>
                    <a:pt x="763398" y="54050"/>
                  </a:lnTo>
                  <a:lnTo>
                    <a:pt x="763398" y="64759"/>
                  </a:lnTo>
                  <a:lnTo>
                    <a:pt x="742679" y="64759"/>
                  </a:lnTo>
                  <a:lnTo>
                    <a:pt x="742679" y="99779"/>
                  </a:lnTo>
                  <a:lnTo>
                    <a:pt x="766216" y="99779"/>
                  </a:lnTo>
                  <a:lnTo>
                    <a:pt x="766216" y="110487"/>
                  </a:lnTo>
                  <a:lnTo>
                    <a:pt x="742679" y="110487"/>
                  </a:lnTo>
                  <a:lnTo>
                    <a:pt x="733979" y="110487"/>
                  </a:lnTo>
                  <a:lnTo>
                    <a:pt x="729998" y="110487"/>
                  </a:lnTo>
                  <a:close/>
                  <a:moveTo>
                    <a:pt x="278579" y="9759"/>
                  </a:moveTo>
                  <a:lnTo>
                    <a:pt x="291260" y="9759"/>
                  </a:lnTo>
                  <a:lnTo>
                    <a:pt x="291260" y="48920"/>
                  </a:lnTo>
                  <a:lnTo>
                    <a:pt x="311985" y="48920"/>
                  </a:lnTo>
                  <a:lnTo>
                    <a:pt x="311985" y="9759"/>
                  </a:lnTo>
                  <a:lnTo>
                    <a:pt x="324666" y="9759"/>
                  </a:lnTo>
                  <a:lnTo>
                    <a:pt x="324666" y="109493"/>
                  </a:lnTo>
                  <a:lnTo>
                    <a:pt x="311985" y="109493"/>
                  </a:lnTo>
                  <a:lnTo>
                    <a:pt x="311985" y="59588"/>
                  </a:lnTo>
                  <a:lnTo>
                    <a:pt x="291260" y="59588"/>
                  </a:lnTo>
                  <a:lnTo>
                    <a:pt x="291260" y="109493"/>
                  </a:lnTo>
                  <a:lnTo>
                    <a:pt x="278579" y="109493"/>
                  </a:lnTo>
                  <a:close/>
                  <a:moveTo>
                    <a:pt x="672625" y="16"/>
                  </a:moveTo>
                  <a:cubicBezTo>
                    <a:pt x="675288" y="-75"/>
                    <a:pt x="678215" y="236"/>
                    <a:pt x="681295" y="893"/>
                  </a:cubicBezTo>
                  <a:lnTo>
                    <a:pt x="681295" y="12573"/>
                  </a:lnTo>
                  <a:cubicBezTo>
                    <a:pt x="672429" y="9356"/>
                    <a:pt x="670405" y="13423"/>
                    <a:pt x="670590" y="18814"/>
                  </a:cubicBezTo>
                  <a:lnTo>
                    <a:pt x="670590" y="42978"/>
                  </a:lnTo>
                  <a:lnTo>
                    <a:pt x="681295" y="42978"/>
                  </a:lnTo>
                  <a:lnTo>
                    <a:pt x="681295" y="52790"/>
                  </a:lnTo>
                  <a:lnTo>
                    <a:pt x="670590" y="52790"/>
                  </a:lnTo>
                  <a:lnTo>
                    <a:pt x="670590" y="109493"/>
                  </a:lnTo>
                  <a:lnTo>
                    <a:pt x="658910" y="109493"/>
                  </a:lnTo>
                  <a:lnTo>
                    <a:pt x="658910" y="52790"/>
                  </a:lnTo>
                  <a:lnTo>
                    <a:pt x="651938" y="52790"/>
                  </a:lnTo>
                  <a:lnTo>
                    <a:pt x="651938" y="42978"/>
                  </a:lnTo>
                  <a:lnTo>
                    <a:pt x="658910" y="42978"/>
                  </a:lnTo>
                  <a:lnTo>
                    <a:pt x="658910" y="13320"/>
                  </a:lnTo>
                  <a:cubicBezTo>
                    <a:pt x="659043" y="4199"/>
                    <a:pt x="664640" y="291"/>
                    <a:pt x="672625" y="16"/>
                  </a:cubicBezTo>
                  <a:close/>
                </a:path>
              </a:pathLst>
            </a:custGeom>
            <a:grp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accent1"/>
                </a:solidFill>
                <a:latin typeface="+mj-lt"/>
                <a:ea typeface="Nokia Pure Text" panose="020B0504040602060303" pitchFamily="34" charset="0"/>
                <a:cs typeface="Nokia Pure Text" panose="020B0504040602060303" pitchFamily="34" charset="0"/>
              </a:endParaRPr>
            </a:p>
          </p:txBody>
        </p:sp>
      </p:grpSp>
      <p:sp>
        <p:nvSpPr>
          <p:cNvPr id="85" name="Abgerundetes Rechteck 82">
            <a:extLst>
              <a:ext uri="{FF2B5EF4-FFF2-40B4-BE49-F238E27FC236}">
                <a16:creationId xmlns:a16="http://schemas.microsoft.com/office/drawing/2014/main" id="{1310CB98-5E93-4FB9-BE4E-E5DF02830634}"/>
              </a:ext>
            </a:extLst>
          </p:cNvPr>
          <p:cNvSpPr/>
          <p:nvPr/>
        </p:nvSpPr>
        <p:spPr>
          <a:xfrm>
            <a:off x="4044829" y="2154697"/>
            <a:ext cx="4140000" cy="10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p>
            <a:pPr defTabSz="457189"/>
            <a:r>
              <a:rPr lang="de-DE" sz="1000" dirty="0">
                <a:solidFill>
                  <a:schemeClr val="tx1"/>
                </a:solidFill>
              </a:rPr>
              <a:t>Lange Version</a:t>
            </a:r>
          </a:p>
        </p:txBody>
      </p:sp>
      <p:sp>
        <p:nvSpPr>
          <p:cNvPr id="86" name="Rechteck 10">
            <a:extLst>
              <a:ext uri="{FF2B5EF4-FFF2-40B4-BE49-F238E27FC236}">
                <a16:creationId xmlns:a16="http://schemas.microsoft.com/office/drawing/2014/main" id="{41A8D262-BC73-4A36-8C96-17BB327DE519}"/>
              </a:ext>
            </a:extLst>
          </p:cNvPr>
          <p:cNvSpPr/>
          <p:nvPr/>
        </p:nvSpPr>
        <p:spPr>
          <a:xfrm>
            <a:off x="6795560" y="2221071"/>
            <a:ext cx="1521864" cy="424732"/>
          </a:xfrm>
          <a:prstGeom prst="rect">
            <a:avLst/>
          </a:prstGeom>
          <a:noFill/>
        </p:spPr>
        <p:txBody>
          <a:bodyPr wrap="square" lIns="72000" rtlCol="0">
            <a:spAutoFit/>
          </a:bodyPr>
          <a:lstStyle/>
          <a:p>
            <a:pPr defTabSz="457189" fontAlgn="base">
              <a:lnSpc>
                <a:spcPct val="90000"/>
              </a:lnSpc>
              <a:spcBef>
                <a:spcPct val="0"/>
              </a:spcBef>
              <a:spcAft>
                <a:spcPts val="600"/>
              </a:spcAft>
            </a:pPr>
            <a:r>
              <a:rPr lang="de-DE" sz="800" dirty="0">
                <a:solidFill>
                  <a:schemeClr val="bg2"/>
                </a:solidFill>
              </a:rPr>
              <a:t>Nur für spezielle Anwendungen, falls nicht genug Platz für das Standard-Logo vorhanden ist.</a:t>
            </a:r>
          </a:p>
        </p:txBody>
      </p:sp>
      <p:sp>
        <p:nvSpPr>
          <p:cNvPr id="75" name="TextBox 74">
            <a:extLst>
              <a:ext uri="{FF2B5EF4-FFF2-40B4-BE49-F238E27FC236}">
                <a16:creationId xmlns:a16="http://schemas.microsoft.com/office/drawing/2014/main" id="{E1BFED04-C32D-4942-8CCA-49869CA191BC}"/>
              </a:ext>
            </a:extLst>
          </p:cNvPr>
          <p:cNvSpPr txBox="1"/>
          <p:nvPr/>
        </p:nvSpPr>
        <p:spPr>
          <a:xfrm>
            <a:off x="7480402" y="1237092"/>
            <a:ext cx="394660" cy="507831"/>
          </a:xfrm>
          <a:prstGeom prst="rect">
            <a:avLst/>
          </a:prstGeom>
          <a:noFill/>
          <a:effectLst>
            <a:outerShdw blurRad="50800" dist="38100" dir="2700000" algn="tl" rotWithShape="0">
              <a:prstClr val="black">
                <a:alpha val="40000"/>
              </a:prstClr>
            </a:outerShdw>
          </a:effectLst>
        </p:spPr>
        <p:txBody>
          <a:bodyPr wrap="none" rtlCol="0">
            <a:spAutoFit/>
          </a:bodyPr>
          <a:lstStyle/>
          <a:p>
            <a:pPr>
              <a:lnSpc>
                <a:spcPct val="90000"/>
              </a:lnSpc>
              <a:spcAft>
                <a:spcPts val="450"/>
              </a:spcAft>
            </a:pPr>
            <a:r>
              <a:rPr lang="de-DE" sz="3000" dirty="0">
                <a:solidFill>
                  <a:srgbClr val="FF0000"/>
                </a:solidFill>
              </a:rPr>
              <a:t>X</a:t>
            </a:r>
          </a:p>
        </p:txBody>
      </p:sp>
    </p:spTree>
    <p:extLst>
      <p:ext uri="{BB962C8B-B14F-4D97-AF65-F5344CB8AC3E}">
        <p14:creationId xmlns:p14="http://schemas.microsoft.com/office/powerpoint/2010/main" val="3553215144"/>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platzhalter 13"/>
          <p:cNvSpPr>
            <a:spLocks noGrp="1"/>
          </p:cNvSpPr>
          <p:nvPr>
            <p:ph type="body" sz="quarter" idx="14"/>
          </p:nvPr>
        </p:nvSpPr>
        <p:spPr/>
        <p:txBody>
          <a:bodyPr/>
          <a:lstStyle/>
          <a:p>
            <a:pPr lvl="0"/>
            <a:r>
              <a:rPr lang="de-DE" dirty="0"/>
              <a:t>Wann immer wir über die Open House </a:t>
            </a:r>
            <a:r>
              <a:rPr lang="de-DE" dirty="0" err="1"/>
              <a:t>of</a:t>
            </a:r>
            <a:r>
              <a:rPr lang="de-DE" dirty="0"/>
              <a:t> Energy schreiben, verwenden wir zunächst die Langform, danach kann die Kurzform im Text verwendet werden</a:t>
            </a:r>
          </a:p>
          <a:p>
            <a:pPr lvl="0"/>
            <a:endParaRPr lang="de-DE" dirty="0"/>
          </a:p>
          <a:p>
            <a:pPr lvl="0"/>
            <a:endParaRPr lang="de-DE" dirty="0"/>
          </a:p>
          <a:p>
            <a:pPr lvl="0"/>
            <a:r>
              <a:rPr lang="de-DE" b="1" dirty="0"/>
              <a:t>Als juristische Person</a:t>
            </a:r>
            <a:br>
              <a:rPr lang="de-DE" b="1" dirty="0"/>
            </a:br>
            <a:r>
              <a:rPr lang="de-DE" dirty="0"/>
              <a:t>…wann immer exakte Firmenangaben erforderlich sind und das verwendete Medium diese Information nicht an einer anderen Stellen (z.B. Impressum) zur Verfügung stellt. </a:t>
            </a:r>
          </a:p>
        </p:txBody>
      </p:sp>
      <p:sp>
        <p:nvSpPr>
          <p:cNvPr id="4" name="Text Placeholder 3">
            <a:extLst>
              <a:ext uri="{FF2B5EF4-FFF2-40B4-BE49-F238E27FC236}">
                <a16:creationId xmlns:a16="http://schemas.microsoft.com/office/drawing/2014/main" id="{C617CF9D-8B3D-4F15-91C3-A60689A2FB01}"/>
              </a:ext>
            </a:extLst>
          </p:cNvPr>
          <p:cNvSpPr>
            <a:spLocks noGrp="1"/>
          </p:cNvSpPr>
          <p:nvPr>
            <p:ph type="body" sz="quarter" idx="15"/>
          </p:nvPr>
        </p:nvSpPr>
        <p:spPr/>
        <p:txBody>
          <a:bodyPr/>
          <a:lstStyle/>
          <a:p>
            <a:r>
              <a:rPr lang="de-DE" dirty="0"/>
              <a:t>Wann immer möglich, „</a:t>
            </a:r>
            <a:r>
              <a:rPr lang="de-DE" dirty="0">
                <a:solidFill>
                  <a:schemeClr val="tx2"/>
                </a:solidFill>
              </a:rPr>
              <a:t>E</a:t>
            </a:r>
            <a:r>
              <a:rPr lang="de-DE" baseline="30000" dirty="0">
                <a:solidFill>
                  <a:schemeClr val="tx2"/>
                </a:solidFill>
              </a:rPr>
              <a:t>³</a:t>
            </a:r>
            <a:r>
              <a:rPr lang="de-DE" dirty="0"/>
              <a:t>“ in Überschriften in rot anlegen. In Fließtexten kann die verwendete Textfarbe beibehalten werden.</a:t>
            </a:r>
          </a:p>
        </p:txBody>
      </p:sp>
      <p:sp>
        <p:nvSpPr>
          <p:cNvPr id="7" name="Rechteck 6"/>
          <p:cNvSpPr/>
          <p:nvPr/>
        </p:nvSpPr>
        <p:spPr>
          <a:xfrm>
            <a:off x="1185621" y="2823040"/>
            <a:ext cx="444600" cy="258532"/>
          </a:xfrm>
          <a:prstGeom prst="rect">
            <a:avLst/>
          </a:prstGeom>
        </p:spPr>
        <p:txBody>
          <a:bodyPr wrap="none" lIns="36000" rIns="36000">
            <a:spAutoFit/>
          </a:bodyPr>
          <a:lstStyle/>
          <a:p>
            <a:pPr marL="0" lvl="1" defTabSz="457189" fontAlgn="base">
              <a:lnSpc>
                <a:spcPct val="90000"/>
              </a:lnSpc>
              <a:spcBef>
                <a:spcPct val="0"/>
              </a:spcBef>
              <a:spcAft>
                <a:spcPts val="600"/>
              </a:spcAft>
            </a:pPr>
            <a:r>
              <a:rPr lang="en-GB" sz="1200" dirty="0">
                <a:solidFill>
                  <a:srgbClr val="292929"/>
                </a:solidFill>
              </a:rPr>
              <a:t>OHOE</a:t>
            </a:r>
            <a:endParaRPr lang="en-US" sz="1200" dirty="0">
              <a:solidFill>
                <a:srgbClr val="292929"/>
              </a:solidFill>
            </a:endParaRPr>
          </a:p>
        </p:txBody>
      </p:sp>
      <p:sp>
        <p:nvSpPr>
          <p:cNvPr id="24" name="Rechteck 23"/>
          <p:cNvSpPr/>
          <p:nvPr/>
        </p:nvSpPr>
        <p:spPr>
          <a:xfrm>
            <a:off x="3126855" y="295137"/>
            <a:ext cx="1794468" cy="369332"/>
          </a:xfrm>
          <a:prstGeom prst="rect">
            <a:avLst/>
          </a:prstGeom>
        </p:spPr>
        <p:txBody>
          <a:bodyPr wrap="square" lIns="36000" rIns="36000">
            <a:spAutoFit/>
          </a:bodyPr>
          <a:lstStyle/>
          <a:p>
            <a:pPr defTabSz="457189"/>
            <a:r>
              <a:rPr lang="en-GB" sz="900" dirty="0">
                <a:solidFill>
                  <a:schemeClr val="accent4"/>
                </a:solidFill>
              </a:rPr>
              <a:t>Continuous text incl. headlines and sub-headlines</a:t>
            </a:r>
            <a:endParaRPr lang="en-US" sz="900" dirty="0">
              <a:solidFill>
                <a:schemeClr val="accent4"/>
              </a:solidFill>
            </a:endParaRPr>
          </a:p>
        </p:txBody>
      </p:sp>
      <p:sp>
        <p:nvSpPr>
          <p:cNvPr id="34" name="Rechteck 33"/>
          <p:cNvSpPr/>
          <p:nvPr/>
        </p:nvSpPr>
        <p:spPr>
          <a:xfrm>
            <a:off x="3864874" y="2094472"/>
            <a:ext cx="1672632" cy="1209562"/>
          </a:xfrm>
          <a:prstGeom prst="rect">
            <a:avLst/>
          </a:prstGeom>
        </p:spPr>
        <p:txBody>
          <a:bodyPr wrap="square" lIns="0" rIns="36000">
            <a:spAutoFit/>
          </a:bodyPr>
          <a:lstStyle/>
          <a:p>
            <a:pPr marL="0" lvl="1" defTabSz="457189" fontAlgn="base">
              <a:lnSpc>
                <a:spcPct val="90000"/>
              </a:lnSpc>
              <a:spcBef>
                <a:spcPct val="0"/>
              </a:spcBef>
              <a:spcAft>
                <a:spcPts val="600"/>
              </a:spcAft>
            </a:pPr>
            <a:r>
              <a:rPr lang="en-GB" sz="800" dirty="0">
                <a:solidFill>
                  <a:srgbClr val="333333"/>
                </a:solidFill>
              </a:rPr>
              <a:t>© Open House of Energy GmbH &lt;Year&gt;</a:t>
            </a:r>
          </a:p>
          <a:p>
            <a:pPr marL="0" lvl="1" defTabSz="457189" fontAlgn="base">
              <a:lnSpc>
                <a:spcPct val="90000"/>
              </a:lnSpc>
              <a:spcBef>
                <a:spcPct val="0"/>
              </a:spcBef>
              <a:spcAft>
                <a:spcPts val="600"/>
              </a:spcAft>
            </a:pPr>
            <a:br>
              <a:rPr lang="en-US" sz="800" dirty="0">
                <a:solidFill>
                  <a:srgbClr val="333333"/>
                </a:solidFill>
              </a:rPr>
            </a:br>
            <a:r>
              <a:rPr lang="de-DE" sz="800" dirty="0">
                <a:solidFill>
                  <a:srgbClr val="333333"/>
                </a:solidFill>
              </a:rPr>
              <a:t>Der Copyright-Vermerk soll wird auf allen Formaten mit jeweils der aktuellen Jahreszahl verwendet.</a:t>
            </a:r>
          </a:p>
          <a:p>
            <a:pPr marL="0" lvl="1" defTabSz="457189" fontAlgn="base">
              <a:lnSpc>
                <a:spcPct val="90000"/>
              </a:lnSpc>
              <a:spcBef>
                <a:spcPct val="0"/>
              </a:spcBef>
              <a:spcAft>
                <a:spcPts val="600"/>
              </a:spcAft>
            </a:pPr>
            <a:r>
              <a:rPr lang="de-DE" sz="800" dirty="0">
                <a:solidFill>
                  <a:schemeClr val="accent1"/>
                </a:solidFill>
              </a:rPr>
              <a:t>In Printpublikationen zusätzlich: </a:t>
            </a:r>
            <a:br>
              <a:rPr lang="de-DE" sz="800" dirty="0">
                <a:solidFill>
                  <a:schemeClr val="accent1"/>
                </a:solidFill>
              </a:rPr>
            </a:br>
            <a:r>
              <a:rPr lang="de-DE" sz="800" dirty="0">
                <a:solidFill>
                  <a:schemeClr val="accent1"/>
                </a:solidFill>
              </a:rPr>
              <a:t>“, alle Rechte vorbehalten”</a:t>
            </a:r>
          </a:p>
          <a:p>
            <a:pPr marL="0" lvl="1" defTabSz="457189" fontAlgn="base">
              <a:lnSpc>
                <a:spcPct val="90000"/>
              </a:lnSpc>
              <a:spcBef>
                <a:spcPct val="0"/>
              </a:spcBef>
              <a:spcAft>
                <a:spcPts val="600"/>
              </a:spcAft>
            </a:pPr>
            <a:endParaRPr lang="en-GB" sz="800" b="1" dirty="0">
              <a:solidFill>
                <a:srgbClr val="333333"/>
              </a:solidFill>
            </a:endParaRPr>
          </a:p>
        </p:txBody>
      </p:sp>
      <p:sp>
        <p:nvSpPr>
          <p:cNvPr id="36" name="Rechteck 35"/>
          <p:cNvSpPr/>
          <p:nvPr/>
        </p:nvSpPr>
        <p:spPr>
          <a:xfrm>
            <a:off x="3864874" y="1170935"/>
            <a:ext cx="1760666" cy="258532"/>
          </a:xfrm>
          <a:prstGeom prst="rect">
            <a:avLst/>
          </a:prstGeom>
        </p:spPr>
        <p:txBody>
          <a:bodyPr wrap="none" lIns="0" rIns="36000">
            <a:spAutoFit/>
          </a:bodyPr>
          <a:lstStyle/>
          <a:p>
            <a:pPr marL="0" lvl="1" defTabSz="457189" fontAlgn="base">
              <a:lnSpc>
                <a:spcPct val="90000"/>
              </a:lnSpc>
              <a:spcBef>
                <a:spcPct val="0"/>
              </a:spcBef>
              <a:spcAft>
                <a:spcPts val="600"/>
              </a:spcAft>
            </a:pPr>
            <a:r>
              <a:rPr lang="en-GB" sz="1200" dirty="0">
                <a:solidFill>
                  <a:srgbClr val="292929"/>
                </a:solidFill>
              </a:rPr>
              <a:t>Open House of Energy GmbH</a:t>
            </a:r>
            <a:endParaRPr lang="en-US" sz="1200" dirty="0">
              <a:solidFill>
                <a:srgbClr val="292929"/>
              </a:solidFill>
            </a:endParaRPr>
          </a:p>
        </p:txBody>
      </p:sp>
      <p:sp>
        <p:nvSpPr>
          <p:cNvPr id="27" name="Abgerundetes Rechteck 82">
            <a:extLst>
              <a:ext uri="{FF2B5EF4-FFF2-40B4-BE49-F238E27FC236}">
                <a16:creationId xmlns:a16="http://schemas.microsoft.com/office/drawing/2014/main" id="{7A89DA11-1F1E-434A-8C7C-882127FA7E8F}"/>
              </a:ext>
            </a:extLst>
          </p:cNvPr>
          <p:cNvSpPr/>
          <p:nvPr/>
        </p:nvSpPr>
        <p:spPr>
          <a:xfrm>
            <a:off x="1224491" y="1080000"/>
            <a:ext cx="1692000" cy="10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p>
            <a:pPr defTabSz="457189"/>
            <a:r>
              <a:rPr lang="de-DE" sz="1000" dirty="0">
                <a:solidFill>
                  <a:schemeClr val="tx1"/>
                </a:solidFill>
              </a:rPr>
              <a:t>Brandname in Fließtexten</a:t>
            </a:r>
          </a:p>
        </p:txBody>
      </p:sp>
      <p:sp>
        <p:nvSpPr>
          <p:cNvPr id="31" name="Abgerundetes Rechteck 82">
            <a:extLst>
              <a:ext uri="{FF2B5EF4-FFF2-40B4-BE49-F238E27FC236}">
                <a16:creationId xmlns:a16="http://schemas.microsoft.com/office/drawing/2014/main" id="{AE71E4C6-8318-468B-B175-6948F5D1B5D9}"/>
              </a:ext>
            </a:extLst>
          </p:cNvPr>
          <p:cNvSpPr/>
          <p:nvPr/>
        </p:nvSpPr>
        <p:spPr>
          <a:xfrm>
            <a:off x="3864874" y="1086750"/>
            <a:ext cx="1692000" cy="10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p>
            <a:pPr defTabSz="457189"/>
            <a:r>
              <a:rPr lang="de-DE" sz="1000" dirty="0">
                <a:solidFill>
                  <a:schemeClr val="tx1"/>
                </a:solidFill>
              </a:rPr>
              <a:t>Als juristische Person</a:t>
            </a:r>
          </a:p>
        </p:txBody>
      </p:sp>
      <p:sp>
        <p:nvSpPr>
          <p:cNvPr id="38" name="Abgerundetes Rechteck 82">
            <a:extLst>
              <a:ext uri="{FF2B5EF4-FFF2-40B4-BE49-F238E27FC236}">
                <a16:creationId xmlns:a16="http://schemas.microsoft.com/office/drawing/2014/main" id="{33603782-3A3C-4A5C-9B43-B2FA0F6891D4}"/>
              </a:ext>
            </a:extLst>
          </p:cNvPr>
          <p:cNvSpPr/>
          <p:nvPr/>
        </p:nvSpPr>
        <p:spPr>
          <a:xfrm>
            <a:off x="3864874" y="2057232"/>
            <a:ext cx="1368000" cy="10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p>
            <a:pPr defTabSz="457189"/>
            <a:r>
              <a:rPr lang="en-US" sz="1000" dirty="0">
                <a:solidFill>
                  <a:schemeClr val="tx1"/>
                </a:solidFill>
              </a:rPr>
              <a:t>Copyright</a:t>
            </a:r>
          </a:p>
        </p:txBody>
      </p:sp>
      <p:sp>
        <p:nvSpPr>
          <p:cNvPr id="15" name="Rechteck 19">
            <a:hlinkClick r:id="rId3" action="ppaction://hlinksldjump"/>
            <a:extLst>
              <a:ext uri="{FF2B5EF4-FFF2-40B4-BE49-F238E27FC236}">
                <a16:creationId xmlns:a16="http://schemas.microsoft.com/office/drawing/2014/main" id="{E83697BB-519B-4919-ACF2-686A5F6C3D97}"/>
              </a:ext>
            </a:extLst>
          </p:cNvPr>
          <p:cNvSpPr/>
          <p:nvPr/>
        </p:nvSpPr>
        <p:spPr>
          <a:xfrm>
            <a:off x="73437" y="1224685"/>
            <a:ext cx="790163" cy="216000"/>
          </a:xfrm>
          <a:prstGeom prst="rect">
            <a:avLst/>
          </a:prstGeom>
          <a:solidFill>
            <a:schemeClr val="tx2"/>
          </a:solidFill>
          <a:ln w="19050">
            <a:noFill/>
          </a:ln>
        </p:spPr>
        <p:txBody>
          <a:bodyPr wrap="none" lIns="36000" tIns="72000" bIns="72000" anchor="ctr">
            <a:noAutofit/>
          </a:bodyPr>
          <a:lstStyle/>
          <a:p>
            <a:pPr>
              <a:lnSpc>
                <a:spcPct val="90000"/>
              </a:lnSpc>
            </a:pPr>
            <a:r>
              <a:rPr lang="en-GB" sz="1000" dirty="0">
                <a:solidFill>
                  <a:schemeClr val="bg1"/>
                </a:solidFill>
              </a:rPr>
              <a:t>Name </a:t>
            </a:r>
            <a:r>
              <a:rPr lang="en-GB" sz="1000" dirty="0" err="1">
                <a:solidFill>
                  <a:schemeClr val="bg1"/>
                </a:solidFill>
              </a:rPr>
              <a:t>im</a:t>
            </a:r>
            <a:r>
              <a:rPr lang="en-GB" sz="1000" dirty="0">
                <a:solidFill>
                  <a:schemeClr val="bg1"/>
                </a:solidFill>
              </a:rPr>
              <a:t> Text</a:t>
            </a:r>
          </a:p>
        </p:txBody>
      </p:sp>
      <p:sp>
        <p:nvSpPr>
          <p:cNvPr id="32" name="Rechteck 6">
            <a:extLst>
              <a:ext uri="{FF2B5EF4-FFF2-40B4-BE49-F238E27FC236}">
                <a16:creationId xmlns:a16="http://schemas.microsoft.com/office/drawing/2014/main" id="{87B6C8AF-FF47-4415-BD08-DBFA82D016AB}"/>
              </a:ext>
            </a:extLst>
          </p:cNvPr>
          <p:cNvSpPr/>
          <p:nvPr/>
        </p:nvSpPr>
        <p:spPr>
          <a:xfrm>
            <a:off x="1723952" y="1170935"/>
            <a:ext cx="1359915" cy="258532"/>
          </a:xfrm>
          <a:prstGeom prst="rect">
            <a:avLst/>
          </a:prstGeom>
        </p:spPr>
        <p:txBody>
          <a:bodyPr wrap="none" lIns="36000" rIns="36000">
            <a:spAutoFit/>
          </a:bodyPr>
          <a:lstStyle/>
          <a:p>
            <a:pPr marL="0" lvl="1" defTabSz="457189" fontAlgn="base">
              <a:lnSpc>
                <a:spcPct val="90000"/>
              </a:lnSpc>
              <a:spcBef>
                <a:spcPct val="0"/>
              </a:spcBef>
              <a:spcAft>
                <a:spcPts val="600"/>
              </a:spcAft>
            </a:pPr>
            <a:r>
              <a:rPr lang="en-GB" sz="1200" dirty="0">
                <a:solidFill>
                  <a:srgbClr val="292929"/>
                </a:solidFill>
              </a:rPr>
              <a:t>Open House of Energy</a:t>
            </a:r>
            <a:endParaRPr lang="en-US" sz="1200" dirty="0">
              <a:solidFill>
                <a:srgbClr val="292929"/>
              </a:solidFill>
            </a:endParaRPr>
          </a:p>
        </p:txBody>
      </p:sp>
      <p:sp>
        <p:nvSpPr>
          <p:cNvPr id="11" name="Title 10">
            <a:extLst>
              <a:ext uri="{FF2B5EF4-FFF2-40B4-BE49-F238E27FC236}">
                <a16:creationId xmlns:a16="http://schemas.microsoft.com/office/drawing/2014/main" id="{151F7145-7C53-4CFA-B5D3-9E7DB60AC374}"/>
              </a:ext>
            </a:extLst>
          </p:cNvPr>
          <p:cNvSpPr>
            <a:spLocks noGrp="1"/>
          </p:cNvSpPr>
          <p:nvPr>
            <p:ph type="title"/>
          </p:nvPr>
        </p:nvSpPr>
        <p:spPr/>
        <p:txBody>
          <a:bodyPr/>
          <a:lstStyle/>
          <a:p>
            <a:r>
              <a:rPr lang="en-GB" sz="1100" dirty="0">
                <a:solidFill>
                  <a:schemeClr val="bg1"/>
                </a:solidFill>
              </a:rPr>
              <a:t>Name </a:t>
            </a:r>
            <a:r>
              <a:rPr lang="en-GB" sz="1100" dirty="0" err="1">
                <a:solidFill>
                  <a:schemeClr val="bg1"/>
                </a:solidFill>
              </a:rPr>
              <a:t>im</a:t>
            </a:r>
            <a:r>
              <a:rPr lang="en-GB" sz="1100" dirty="0">
                <a:solidFill>
                  <a:schemeClr val="bg1"/>
                </a:solidFill>
              </a:rPr>
              <a:t> Text</a:t>
            </a:r>
            <a:endParaRPr lang="en-US" dirty="0"/>
          </a:p>
        </p:txBody>
      </p:sp>
      <p:sp>
        <p:nvSpPr>
          <p:cNvPr id="33" name="Rechteck 6">
            <a:extLst>
              <a:ext uri="{FF2B5EF4-FFF2-40B4-BE49-F238E27FC236}">
                <a16:creationId xmlns:a16="http://schemas.microsoft.com/office/drawing/2014/main" id="{8F1FB786-A6ED-49AB-A5DC-A5F8470C1C9A}"/>
              </a:ext>
            </a:extLst>
          </p:cNvPr>
          <p:cNvSpPr/>
          <p:nvPr/>
        </p:nvSpPr>
        <p:spPr>
          <a:xfrm>
            <a:off x="1710572" y="1571590"/>
            <a:ext cx="782834" cy="258532"/>
          </a:xfrm>
          <a:prstGeom prst="rect">
            <a:avLst/>
          </a:prstGeom>
        </p:spPr>
        <p:txBody>
          <a:bodyPr wrap="none" lIns="36000" rIns="36000">
            <a:spAutoFit/>
          </a:bodyPr>
          <a:lstStyle/>
          <a:p>
            <a:pPr marL="0" lvl="1" defTabSz="457189" fontAlgn="base">
              <a:lnSpc>
                <a:spcPct val="90000"/>
              </a:lnSpc>
              <a:spcBef>
                <a:spcPct val="0"/>
              </a:spcBef>
              <a:spcAft>
                <a:spcPts val="600"/>
              </a:spcAft>
            </a:pPr>
            <a:r>
              <a:rPr lang="en-GB" sz="1200" dirty="0">
                <a:solidFill>
                  <a:srgbClr val="292929"/>
                </a:solidFill>
              </a:rPr>
              <a:t>Open House</a:t>
            </a:r>
            <a:endParaRPr lang="en-US" sz="1200" dirty="0">
              <a:solidFill>
                <a:srgbClr val="292929"/>
              </a:solidFill>
            </a:endParaRPr>
          </a:p>
        </p:txBody>
      </p:sp>
      <p:sp>
        <p:nvSpPr>
          <p:cNvPr id="6" name="TextBox 5">
            <a:extLst>
              <a:ext uri="{FF2B5EF4-FFF2-40B4-BE49-F238E27FC236}">
                <a16:creationId xmlns:a16="http://schemas.microsoft.com/office/drawing/2014/main" id="{68FF7196-31C7-42A6-A4E1-2F8E217E0FC6}"/>
              </a:ext>
            </a:extLst>
          </p:cNvPr>
          <p:cNvSpPr txBox="1"/>
          <p:nvPr/>
        </p:nvSpPr>
        <p:spPr>
          <a:xfrm>
            <a:off x="6410339" y="1170935"/>
            <a:ext cx="1837362" cy="258532"/>
          </a:xfrm>
          <a:prstGeom prst="rect">
            <a:avLst/>
          </a:prstGeom>
          <a:noFill/>
        </p:spPr>
        <p:txBody>
          <a:bodyPr wrap="square" rtlCol="0">
            <a:spAutoFit/>
          </a:bodyPr>
          <a:lstStyle/>
          <a:p>
            <a:pPr algn="l">
              <a:lnSpc>
                <a:spcPct val="90000"/>
              </a:lnSpc>
            </a:pPr>
            <a:r>
              <a:rPr lang="en-US" sz="1200" dirty="0"/>
              <a:t>Open House </a:t>
            </a:r>
            <a:r>
              <a:rPr lang="en-US" sz="1200" dirty="0">
                <a:solidFill>
                  <a:schemeClr val="tx2"/>
                </a:solidFill>
              </a:rPr>
              <a:t>E</a:t>
            </a:r>
            <a:r>
              <a:rPr lang="en-US" sz="1200" baseline="30000" dirty="0">
                <a:solidFill>
                  <a:schemeClr val="tx2"/>
                </a:solidFill>
              </a:rPr>
              <a:t>³</a:t>
            </a:r>
            <a:r>
              <a:rPr lang="en-US" sz="1200" dirty="0"/>
              <a:t>ngine</a:t>
            </a:r>
          </a:p>
        </p:txBody>
      </p:sp>
      <p:sp>
        <p:nvSpPr>
          <p:cNvPr id="23" name="Abgerundetes Rechteck 82">
            <a:extLst>
              <a:ext uri="{FF2B5EF4-FFF2-40B4-BE49-F238E27FC236}">
                <a16:creationId xmlns:a16="http://schemas.microsoft.com/office/drawing/2014/main" id="{6F706B53-E85A-4139-87D6-1FD319765071}"/>
              </a:ext>
            </a:extLst>
          </p:cNvPr>
          <p:cNvSpPr/>
          <p:nvPr/>
        </p:nvSpPr>
        <p:spPr>
          <a:xfrm>
            <a:off x="6501367" y="1080000"/>
            <a:ext cx="2160000" cy="10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p>
            <a:pPr defTabSz="457189"/>
            <a:r>
              <a:rPr lang="en-US" sz="1000" dirty="0">
                <a:solidFill>
                  <a:schemeClr val="tx1"/>
                </a:solidFill>
              </a:rPr>
              <a:t>Die Open House E³ngine </a:t>
            </a:r>
          </a:p>
        </p:txBody>
      </p:sp>
      <p:sp>
        <p:nvSpPr>
          <p:cNvPr id="25" name="TextBox 24">
            <a:extLst>
              <a:ext uri="{FF2B5EF4-FFF2-40B4-BE49-F238E27FC236}">
                <a16:creationId xmlns:a16="http://schemas.microsoft.com/office/drawing/2014/main" id="{6CCC6954-D941-4A18-B33C-60BE1A103ADA}"/>
              </a:ext>
            </a:extLst>
          </p:cNvPr>
          <p:cNvSpPr txBox="1"/>
          <p:nvPr/>
        </p:nvSpPr>
        <p:spPr>
          <a:xfrm>
            <a:off x="6395971" y="2911680"/>
            <a:ext cx="716028" cy="238902"/>
          </a:xfrm>
          <a:prstGeom prst="rect">
            <a:avLst/>
          </a:prstGeom>
          <a:noFill/>
        </p:spPr>
        <p:txBody>
          <a:bodyPr wrap="square" tIns="36000" bIns="36000" rtlCol="0">
            <a:spAutoFit/>
          </a:bodyPr>
          <a:lstStyle/>
          <a:p>
            <a:pPr algn="l">
              <a:lnSpc>
                <a:spcPct val="90000"/>
              </a:lnSpc>
            </a:pPr>
            <a:r>
              <a:rPr lang="en-US" sz="1200" dirty="0">
                <a:solidFill>
                  <a:schemeClr val="tx2"/>
                </a:solidFill>
                <a:latin typeface="+mj-lt"/>
              </a:rPr>
              <a:t>E</a:t>
            </a:r>
            <a:r>
              <a:rPr lang="en-US" sz="1200" baseline="30000" dirty="0">
                <a:solidFill>
                  <a:schemeClr val="tx2"/>
                </a:solidFill>
                <a:latin typeface="+mj-lt"/>
              </a:rPr>
              <a:t>³</a:t>
            </a:r>
            <a:r>
              <a:rPr lang="en-US" sz="1200" dirty="0">
                <a:latin typeface="+mj-lt"/>
              </a:rPr>
              <a:t>ngine</a:t>
            </a:r>
          </a:p>
        </p:txBody>
      </p:sp>
      <p:sp>
        <p:nvSpPr>
          <p:cNvPr id="26" name="Abgerundetes Rechteck 82">
            <a:extLst>
              <a:ext uri="{FF2B5EF4-FFF2-40B4-BE49-F238E27FC236}">
                <a16:creationId xmlns:a16="http://schemas.microsoft.com/office/drawing/2014/main" id="{11C6FE76-CCE0-4D02-B453-A898AC37C220}"/>
              </a:ext>
            </a:extLst>
          </p:cNvPr>
          <p:cNvSpPr/>
          <p:nvPr/>
        </p:nvSpPr>
        <p:spPr>
          <a:xfrm>
            <a:off x="6501367" y="2861060"/>
            <a:ext cx="1080000" cy="10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p>
            <a:pPr defTabSz="457189"/>
            <a:r>
              <a:rPr lang="de-DE" sz="1000" dirty="0">
                <a:solidFill>
                  <a:schemeClr val="tx1"/>
                </a:solidFill>
              </a:rPr>
              <a:t>Kurzform für Fließtexte</a:t>
            </a:r>
          </a:p>
        </p:txBody>
      </p:sp>
      <p:sp>
        <p:nvSpPr>
          <p:cNvPr id="8" name="Rechteck 10">
            <a:extLst>
              <a:ext uri="{FF2B5EF4-FFF2-40B4-BE49-F238E27FC236}">
                <a16:creationId xmlns:a16="http://schemas.microsoft.com/office/drawing/2014/main" id="{76A3BC05-84A1-4234-B02F-A79A0B8DCB20}"/>
              </a:ext>
            </a:extLst>
          </p:cNvPr>
          <p:cNvSpPr/>
          <p:nvPr/>
        </p:nvSpPr>
        <p:spPr>
          <a:xfrm>
            <a:off x="6501367" y="3111577"/>
            <a:ext cx="1837362" cy="424732"/>
          </a:xfrm>
          <a:prstGeom prst="rect">
            <a:avLst/>
          </a:prstGeom>
          <a:noFill/>
        </p:spPr>
        <p:txBody>
          <a:bodyPr wrap="square" lIns="0" rIns="36000" rtlCol="0">
            <a:spAutoFit/>
          </a:bodyPr>
          <a:lstStyle/>
          <a:p>
            <a:pPr defTabSz="457189" fontAlgn="base">
              <a:lnSpc>
                <a:spcPct val="90000"/>
              </a:lnSpc>
              <a:spcBef>
                <a:spcPct val="0"/>
              </a:spcBef>
              <a:spcAft>
                <a:spcPts val="600"/>
              </a:spcAft>
            </a:pPr>
            <a:r>
              <a:rPr lang="de-DE" sz="800" dirty="0"/>
              <a:t>Wann immer wir über die E</a:t>
            </a:r>
            <a:r>
              <a:rPr lang="de-DE" sz="800" baseline="30000" dirty="0"/>
              <a:t>³</a:t>
            </a:r>
            <a:r>
              <a:rPr lang="de-DE" sz="800" dirty="0"/>
              <a:t>ngine schreiben, verwenden wir zunächst die Langform, danach kann die Kurzform im Text verwendet werden</a:t>
            </a:r>
          </a:p>
        </p:txBody>
      </p:sp>
      <p:sp>
        <p:nvSpPr>
          <p:cNvPr id="29" name="Rechteck 10">
            <a:extLst>
              <a:ext uri="{FF2B5EF4-FFF2-40B4-BE49-F238E27FC236}">
                <a16:creationId xmlns:a16="http://schemas.microsoft.com/office/drawing/2014/main" id="{B61F295E-F8FB-4EF0-BF9E-60B373E23DF1}"/>
              </a:ext>
            </a:extLst>
          </p:cNvPr>
          <p:cNvSpPr/>
          <p:nvPr/>
        </p:nvSpPr>
        <p:spPr>
          <a:xfrm>
            <a:off x="6501367" y="1444802"/>
            <a:ext cx="1837362" cy="1166473"/>
          </a:xfrm>
          <a:prstGeom prst="rect">
            <a:avLst/>
          </a:prstGeom>
          <a:noFill/>
        </p:spPr>
        <p:txBody>
          <a:bodyPr wrap="square" lIns="0" rIns="36000" rtlCol="0">
            <a:spAutoFit/>
          </a:bodyPr>
          <a:lstStyle/>
          <a:p>
            <a:pPr defTabSz="457189" fontAlgn="base">
              <a:lnSpc>
                <a:spcPct val="90000"/>
              </a:lnSpc>
              <a:spcBef>
                <a:spcPct val="0"/>
              </a:spcBef>
              <a:spcAft>
                <a:spcPts val="600"/>
              </a:spcAft>
            </a:pPr>
            <a:r>
              <a:rPr lang="de-DE" sz="800" dirty="0"/>
              <a:t>Die hoch gestellte „</a:t>
            </a:r>
            <a:r>
              <a:rPr lang="de-DE" sz="800" dirty="0">
                <a:solidFill>
                  <a:schemeClr val="tx2"/>
                </a:solidFill>
              </a:rPr>
              <a:t>3</a:t>
            </a:r>
            <a:r>
              <a:rPr lang="de-DE" sz="800" dirty="0"/>
              <a:t>“ steht für </a:t>
            </a:r>
            <a:r>
              <a:rPr lang="de-DE" sz="800" dirty="0" err="1">
                <a:solidFill>
                  <a:schemeClr val="tx2"/>
                </a:solidFill>
              </a:rPr>
              <a:t>E</a:t>
            </a:r>
            <a:r>
              <a:rPr lang="de-DE" sz="800" dirty="0" err="1"/>
              <a:t>nergy</a:t>
            </a:r>
            <a:r>
              <a:rPr lang="de-DE" sz="800" dirty="0" err="1">
                <a:solidFill>
                  <a:schemeClr val="tx2"/>
                </a:solidFill>
              </a:rPr>
              <a:t>E</a:t>
            </a:r>
            <a:r>
              <a:rPr lang="de-DE" sz="800" dirty="0" err="1"/>
              <a:t>fficiency</a:t>
            </a:r>
            <a:r>
              <a:rPr lang="de-DE" sz="800" dirty="0" err="1">
                <a:solidFill>
                  <a:schemeClr val="tx2"/>
                </a:solidFill>
              </a:rPr>
              <a:t>E</a:t>
            </a:r>
            <a:r>
              <a:rPr lang="de-DE" sz="800" dirty="0" err="1"/>
              <a:t>ngine</a:t>
            </a:r>
            <a:r>
              <a:rPr lang="de-DE" sz="800" dirty="0"/>
              <a:t> (wenn farblich markiert)</a:t>
            </a:r>
            <a:br>
              <a:rPr lang="de-DE" sz="800" dirty="0"/>
            </a:br>
            <a:r>
              <a:rPr lang="de-DE" sz="800" dirty="0"/>
              <a:t>Energy-Efficiency-Engine (wenn nicht markiert)</a:t>
            </a:r>
            <a:br>
              <a:rPr lang="de-DE" sz="800" dirty="0"/>
            </a:br>
            <a:endParaRPr lang="de-DE" sz="800" dirty="0"/>
          </a:p>
          <a:p>
            <a:pPr defTabSz="457189" fontAlgn="base">
              <a:lnSpc>
                <a:spcPct val="90000"/>
              </a:lnSpc>
              <a:spcBef>
                <a:spcPct val="0"/>
              </a:spcBef>
              <a:spcAft>
                <a:spcPts val="600"/>
              </a:spcAft>
            </a:pPr>
            <a:r>
              <a:rPr lang="de-DE" sz="800" dirty="0">
                <a:solidFill>
                  <a:schemeClr val="accent1"/>
                </a:solidFill>
              </a:rPr>
              <a:t>In MS Office kann man die drei durch die Tastenkombination ‚AltGR+3‘ erzeugen. Diese wird </a:t>
            </a:r>
            <a:r>
              <a:rPr lang="de-DE" sz="800" u="sng" dirty="0">
                <a:solidFill>
                  <a:schemeClr val="accent1"/>
                </a:solidFill>
              </a:rPr>
              <a:t>nach</a:t>
            </a:r>
            <a:r>
              <a:rPr lang="de-DE" sz="800" dirty="0">
                <a:solidFill>
                  <a:schemeClr val="accent1"/>
                </a:solidFill>
              </a:rPr>
              <a:t> Vervollständigung durch „</a:t>
            </a:r>
            <a:r>
              <a:rPr lang="de-DE" sz="800" dirty="0" err="1">
                <a:solidFill>
                  <a:schemeClr val="accent1"/>
                </a:solidFill>
              </a:rPr>
              <a:t>ngine</a:t>
            </a:r>
            <a:r>
              <a:rPr lang="de-DE" sz="800" dirty="0">
                <a:solidFill>
                  <a:schemeClr val="accent1"/>
                </a:solidFill>
              </a:rPr>
              <a:t>“ noch hochgestellt. Dadurch wird sie kleiner und erleichtert das Wort Engine zu lesen.</a:t>
            </a:r>
          </a:p>
        </p:txBody>
      </p:sp>
      <p:sp>
        <p:nvSpPr>
          <p:cNvPr id="37" name="Rechteck 10">
            <a:extLst>
              <a:ext uri="{FF2B5EF4-FFF2-40B4-BE49-F238E27FC236}">
                <a16:creationId xmlns:a16="http://schemas.microsoft.com/office/drawing/2014/main" id="{06125E2E-091D-4F2F-B98B-EF9CC2DEB907}"/>
              </a:ext>
            </a:extLst>
          </p:cNvPr>
          <p:cNvSpPr/>
          <p:nvPr/>
        </p:nvSpPr>
        <p:spPr>
          <a:xfrm>
            <a:off x="1161739" y="1196736"/>
            <a:ext cx="562213" cy="203133"/>
          </a:xfrm>
          <a:prstGeom prst="rect">
            <a:avLst/>
          </a:prstGeom>
          <a:noFill/>
        </p:spPr>
        <p:txBody>
          <a:bodyPr wrap="square" lIns="72000" rtlCol="0">
            <a:spAutoFit/>
          </a:bodyPr>
          <a:lstStyle/>
          <a:p>
            <a:pPr defTabSz="457189" fontAlgn="base">
              <a:lnSpc>
                <a:spcPct val="90000"/>
              </a:lnSpc>
              <a:spcBef>
                <a:spcPct val="0"/>
              </a:spcBef>
              <a:spcAft>
                <a:spcPts val="600"/>
              </a:spcAft>
            </a:pPr>
            <a:r>
              <a:rPr lang="de-DE" sz="800" dirty="0">
                <a:solidFill>
                  <a:schemeClr val="tx2"/>
                </a:solidFill>
              </a:rPr>
              <a:t>Langform</a:t>
            </a:r>
          </a:p>
        </p:txBody>
      </p:sp>
      <p:sp>
        <p:nvSpPr>
          <p:cNvPr id="39" name="Rechteck 10">
            <a:extLst>
              <a:ext uri="{FF2B5EF4-FFF2-40B4-BE49-F238E27FC236}">
                <a16:creationId xmlns:a16="http://schemas.microsoft.com/office/drawing/2014/main" id="{84C24159-D473-43E2-9D4C-70EA260B4136}"/>
              </a:ext>
            </a:extLst>
          </p:cNvPr>
          <p:cNvSpPr/>
          <p:nvPr/>
        </p:nvSpPr>
        <p:spPr>
          <a:xfrm>
            <a:off x="1161739" y="1599290"/>
            <a:ext cx="562213" cy="203133"/>
          </a:xfrm>
          <a:prstGeom prst="rect">
            <a:avLst/>
          </a:prstGeom>
          <a:noFill/>
        </p:spPr>
        <p:txBody>
          <a:bodyPr wrap="square" lIns="72000" rtlCol="0">
            <a:spAutoFit/>
          </a:bodyPr>
          <a:lstStyle/>
          <a:p>
            <a:pPr defTabSz="457189" fontAlgn="base">
              <a:lnSpc>
                <a:spcPct val="90000"/>
              </a:lnSpc>
              <a:spcBef>
                <a:spcPct val="0"/>
              </a:spcBef>
              <a:spcAft>
                <a:spcPts val="600"/>
              </a:spcAft>
            </a:pPr>
            <a:r>
              <a:rPr lang="de-DE" sz="800" dirty="0">
                <a:solidFill>
                  <a:schemeClr val="tx2"/>
                </a:solidFill>
              </a:rPr>
              <a:t>Kurzform</a:t>
            </a:r>
          </a:p>
        </p:txBody>
      </p:sp>
      <p:sp>
        <p:nvSpPr>
          <p:cNvPr id="40" name="Abgerundetes Rechteck 82">
            <a:extLst>
              <a:ext uri="{FF2B5EF4-FFF2-40B4-BE49-F238E27FC236}">
                <a16:creationId xmlns:a16="http://schemas.microsoft.com/office/drawing/2014/main" id="{113497EF-DE3D-4DF1-8A72-2D53C051C2A1}"/>
              </a:ext>
            </a:extLst>
          </p:cNvPr>
          <p:cNvSpPr/>
          <p:nvPr/>
        </p:nvSpPr>
        <p:spPr>
          <a:xfrm>
            <a:off x="1224491" y="2782235"/>
            <a:ext cx="1944000" cy="10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p>
            <a:pPr defTabSz="457189"/>
            <a:r>
              <a:rPr lang="de-DE" sz="1000" dirty="0">
                <a:solidFill>
                  <a:schemeClr val="tx1"/>
                </a:solidFill>
              </a:rPr>
              <a:t>Ausschließlich für interne Kommunikation</a:t>
            </a:r>
          </a:p>
        </p:txBody>
      </p:sp>
      <p:cxnSp>
        <p:nvCxnSpPr>
          <p:cNvPr id="10" name="Straight Connector 9">
            <a:extLst>
              <a:ext uri="{FF2B5EF4-FFF2-40B4-BE49-F238E27FC236}">
                <a16:creationId xmlns:a16="http://schemas.microsoft.com/office/drawing/2014/main" id="{7BE5BCD7-35A9-423B-9348-C9298F7BFDAF}"/>
              </a:ext>
            </a:extLst>
          </p:cNvPr>
          <p:cNvCxnSpPr/>
          <p:nvPr/>
        </p:nvCxnSpPr>
        <p:spPr>
          <a:xfrm>
            <a:off x="6227379" y="950913"/>
            <a:ext cx="0" cy="2591073"/>
          </a:xfrm>
          <a:prstGeom prst="line">
            <a:avLst/>
          </a:prstGeom>
          <a:ln w="12700" cap="flat" cmpd="sng">
            <a:solidFill>
              <a:schemeClr val="tx2"/>
            </a:solidFill>
            <a:miter lim="800000"/>
          </a:ln>
          <a:effectLst/>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780D2489-8630-4DD6-BD4C-AECACEE950FA}"/>
              </a:ext>
            </a:extLst>
          </p:cNvPr>
          <p:cNvSpPr txBox="1"/>
          <p:nvPr/>
        </p:nvSpPr>
        <p:spPr>
          <a:xfrm>
            <a:off x="7740202" y="1229052"/>
            <a:ext cx="537574" cy="138499"/>
          </a:xfrm>
          <a:prstGeom prst="rect">
            <a:avLst/>
          </a:prstGeom>
          <a:noFill/>
        </p:spPr>
        <p:txBody>
          <a:bodyPr wrap="none" lIns="36000" tIns="0" rIns="36000" bIns="0" anchor="ctr">
            <a:spAutoFit/>
          </a:bodyPr>
          <a:lstStyle/>
          <a:p>
            <a:r>
              <a:rPr lang="de-DE" sz="900" dirty="0">
                <a:solidFill>
                  <a:schemeClr val="tx2"/>
                </a:solidFill>
              </a:rPr>
              <a:t>(Langform)</a:t>
            </a:r>
            <a:endParaRPr lang="en-US" sz="900" dirty="0"/>
          </a:p>
        </p:txBody>
      </p:sp>
      <p:sp>
        <p:nvSpPr>
          <p:cNvPr id="42" name="TextBox 41">
            <a:extLst>
              <a:ext uri="{FF2B5EF4-FFF2-40B4-BE49-F238E27FC236}">
                <a16:creationId xmlns:a16="http://schemas.microsoft.com/office/drawing/2014/main" id="{B10D19D9-8B5F-465D-8CE8-FCABBF32F47B}"/>
              </a:ext>
            </a:extLst>
          </p:cNvPr>
          <p:cNvSpPr txBox="1"/>
          <p:nvPr/>
        </p:nvSpPr>
        <p:spPr>
          <a:xfrm>
            <a:off x="7727757" y="2911680"/>
            <a:ext cx="716028" cy="238902"/>
          </a:xfrm>
          <a:prstGeom prst="rect">
            <a:avLst/>
          </a:prstGeom>
          <a:noFill/>
        </p:spPr>
        <p:txBody>
          <a:bodyPr wrap="square" tIns="36000" bIns="36000" rtlCol="0">
            <a:spAutoFit/>
          </a:bodyPr>
          <a:lstStyle/>
          <a:p>
            <a:pPr algn="l">
              <a:lnSpc>
                <a:spcPct val="90000"/>
              </a:lnSpc>
            </a:pPr>
            <a:r>
              <a:rPr lang="en-US" sz="1200" dirty="0">
                <a:latin typeface="+mj-lt"/>
              </a:rPr>
              <a:t>E</a:t>
            </a:r>
            <a:r>
              <a:rPr lang="en-US" sz="1200" baseline="30000" dirty="0">
                <a:latin typeface="+mj-lt"/>
              </a:rPr>
              <a:t>³</a:t>
            </a:r>
            <a:r>
              <a:rPr lang="en-US" sz="1200" dirty="0">
                <a:latin typeface="+mj-lt"/>
              </a:rPr>
              <a:t>ngine</a:t>
            </a:r>
          </a:p>
        </p:txBody>
      </p:sp>
      <p:sp>
        <p:nvSpPr>
          <p:cNvPr id="43" name="TextBox 42">
            <a:extLst>
              <a:ext uri="{FF2B5EF4-FFF2-40B4-BE49-F238E27FC236}">
                <a16:creationId xmlns:a16="http://schemas.microsoft.com/office/drawing/2014/main" id="{8B95E057-1450-4645-9169-EC7282A16248}"/>
              </a:ext>
            </a:extLst>
          </p:cNvPr>
          <p:cNvSpPr txBox="1"/>
          <p:nvPr/>
        </p:nvSpPr>
        <p:spPr>
          <a:xfrm>
            <a:off x="7027165" y="2972728"/>
            <a:ext cx="596886" cy="138499"/>
          </a:xfrm>
          <a:prstGeom prst="rect">
            <a:avLst/>
          </a:prstGeom>
          <a:noFill/>
        </p:spPr>
        <p:txBody>
          <a:bodyPr wrap="none" lIns="36000" tIns="0" rIns="36000" bIns="0" anchor="ctr">
            <a:spAutoFit/>
          </a:bodyPr>
          <a:lstStyle/>
          <a:p>
            <a:r>
              <a:rPr lang="de-DE" sz="900" dirty="0">
                <a:solidFill>
                  <a:schemeClr val="bg2"/>
                </a:solidFill>
              </a:rPr>
              <a:t>(Überschrift)</a:t>
            </a:r>
            <a:endParaRPr lang="en-US" sz="900" dirty="0">
              <a:solidFill>
                <a:schemeClr val="bg2"/>
              </a:solidFill>
            </a:endParaRPr>
          </a:p>
        </p:txBody>
      </p:sp>
      <p:sp>
        <p:nvSpPr>
          <p:cNvPr id="44" name="TextBox 43">
            <a:extLst>
              <a:ext uri="{FF2B5EF4-FFF2-40B4-BE49-F238E27FC236}">
                <a16:creationId xmlns:a16="http://schemas.microsoft.com/office/drawing/2014/main" id="{EEBF4A03-95FE-465A-885D-5248DF8521CF}"/>
              </a:ext>
            </a:extLst>
          </p:cNvPr>
          <p:cNvSpPr txBox="1"/>
          <p:nvPr/>
        </p:nvSpPr>
        <p:spPr>
          <a:xfrm>
            <a:off x="8371901" y="2972728"/>
            <a:ext cx="499102" cy="138499"/>
          </a:xfrm>
          <a:prstGeom prst="rect">
            <a:avLst/>
          </a:prstGeom>
          <a:noFill/>
        </p:spPr>
        <p:txBody>
          <a:bodyPr wrap="none" lIns="36000" tIns="0" rIns="36000" bIns="0" anchor="ctr">
            <a:spAutoFit/>
          </a:bodyPr>
          <a:lstStyle/>
          <a:p>
            <a:r>
              <a:rPr lang="de-DE" sz="900" dirty="0">
                <a:solidFill>
                  <a:schemeClr val="bg2"/>
                </a:solidFill>
              </a:rPr>
              <a:t>(Fließtext)</a:t>
            </a:r>
            <a:endParaRPr lang="en-US" sz="900" dirty="0">
              <a:solidFill>
                <a:schemeClr val="bg2"/>
              </a:solidFill>
            </a:endParaRPr>
          </a:p>
        </p:txBody>
      </p:sp>
      <p:sp>
        <p:nvSpPr>
          <p:cNvPr id="2" name="Rectangle 1">
            <a:extLst>
              <a:ext uri="{FF2B5EF4-FFF2-40B4-BE49-F238E27FC236}">
                <a16:creationId xmlns:a16="http://schemas.microsoft.com/office/drawing/2014/main" id="{331D5F41-A254-4FE0-AB69-5181E604075D}"/>
              </a:ext>
            </a:extLst>
          </p:cNvPr>
          <p:cNvSpPr/>
          <p:nvPr/>
        </p:nvSpPr>
        <p:spPr>
          <a:xfrm>
            <a:off x="6249865" y="509869"/>
            <a:ext cx="4387840" cy="258532"/>
          </a:xfrm>
          <a:prstGeom prst="rect">
            <a:avLst/>
          </a:prstGeom>
          <a:solidFill>
            <a:srgbClr val="FFFF00"/>
          </a:solidFill>
        </p:spPr>
        <p:txBody>
          <a:bodyPr wrap="square" lIns="72000" tIns="36000" rIns="72000" bIns="36000" rtlCol="0" anchor="ctr">
            <a:noAutofit/>
          </a:bodyPr>
          <a:lstStyle/>
          <a:p>
            <a:pPr algn="l" defTabSz="307644" hangingPunct="0">
              <a:lnSpc>
                <a:spcPct val="90000"/>
              </a:lnSpc>
              <a:spcAft>
                <a:spcPts val="596"/>
              </a:spcAft>
              <a:buClr>
                <a:srgbClr val="E6513E"/>
              </a:buClr>
            </a:pPr>
            <a:r>
              <a:rPr lang="en-GB" sz="1000" dirty="0">
                <a:latin typeface="+mj-lt"/>
                <a:ea typeface="Nokia Pure Text" panose="020B0504040602060303" pitchFamily="34" charset="0"/>
                <a:cs typeface="Nokia Pure Text" panose="020B0504040602060303" pitchFamily="34" charset="0"/>
                <a:sym typeface="Helvetica Neue" charset="0"/>
              </a:rPr>
              <a:t>DORO</a:t>
            </a:r>
          </a:p>
        </p:txBody>
      </p:sp>
    </p:spTree>
    <p:extLst>
      <p:ext uri="{BB962C8B-B14F-4D97-AF65-F5344CB8AC3E}">
        <p14:creationId xmlns:p14="http://schemas.microsoft.com/office/powerpoint/2010/main" val="1266648805"/>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Co-branding</a:t>
            </a:r>
          </a:p>
        </p:txBody>
      </p:sp>
      <p:sp>
        <p:nvSpPr>
          <p:cNvPr id="8" name="Textplatzhalter 7"/>
          <p:cNvSpPr>
            <a:spLocks noGrp="1"/>
          </p:cNvSpPr>
          <p:nvPr>
            <p:ph type="body" sz="quarter" idx="14"/>
          </p:nvPr>
        </p:nvSpPr>
        <p:spPr>
          <a:noFill/>
        </p:spPr>
        <p:txBody>
          <a:bodyPr/>
          <a:lstStyle/>
          <a:p>
            <a:r>
              <a:rPr lang="en-GB" b="0" dirty="0"/>
              <a:t>Co-branding is the use of one or more trademarks from two or more companies for the marketing of specific goods, services or events. </a:t>
            </a:r>
          </a:p>
        </p:txBody>
      </p:sp>
      <p:sp>
        <p:nvSpPr>
          <p:cNvPr id="3" name="Text Placeholder 2">
            <a:extLst>
              <a:ext uri="{FF2B5EF4-FFF2-40B4-BE49-F238E27FC236}">
                <a16:creationId xmlns:a16="http://schemas.microsoft.com/office/drawing/2014/main" id="{DF01DE0C-7E24-4BA0-A022-C4D5139D0986}"/>
              </a:ext>
            </a:extLst>
          </p:cNvPr>
          <p:cNvSpPr>
            <a:spLocks noGrp="1"/>
          </p:cNvSpPr>
          <p:nvPr>
            <p:ph type="body" sz="quarter" idx="15"/>
          </p:nvPr>
        </p:nvSpPr>
        <p:spPr/>
        <p:txBody>
          <a:bodyPr/>
          <a:lstStyle/>
          <a:p>
            <a:r>
              <a:rPr lang="en-GB" b="1" dirty="0"/>
              <a:t>NOTE | </a:t>
            </a:r>
            <a:r>
              <a:rPr lang="en-GB" dirty="0"/>
              <a:t>This is an example of how we create a balanced relationship between multiple logos. It does not denote position on a page or order.</a:t>
            </a:r>
          </a:p>
          <a:p>
            <a:endParaRPr lang="en-GB" dirty="0"/>
          </a:p>
        </p:txBody>
      </p:sp>
      <p:sp>
        <p:nvSpPr>
          <p:cNvPr id="27" name="AutoShape 6" descr="Bildergebnis für att logo"/>
          <p:cNvSpPr>
            <a:spLocks noChangeAspect="1" noChangeArrowheads="1"/>
          </p:cNvSpPr>
          <p:nvPr/>
        </p:nvSpPr>
        <p:spPr bwMode="auto">
          <a:xfrm>
            <a:off x="155575" y="-12858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defTabSz="457189" fontAlgn="base">
              <a:spcBef>
                <a:spcPct val="0"/>
              </a:spcBef>
              <a:spcAft>
                <a:spcPct val="0"/>
              </a:spcAft>
            </a:pPr>
            <a:endParaRPr lang="en-US" sz="1800">
              <a:solidFill>
                <a:srgbClr val="004182"/>
              </a:solidFill>
            </a:endParaRPr>
          </a:p>
        </p:txBody>
      </p:sp>
      <p:sp>
        <p:nvSpPr>
          <p:cNvPr id="28" name="AutoShape 8" descr="Bildergebnis für att logo"/>
          <p:cNvSpPr>
            <a:spLocks noChangeAspect="1" noChangeArrowheads="1"/>
          </p:cNvSpPr>
          <p:nvPr/>
        </p:nvSpPr>
        <p:spPr bwMode="auto">
          <a:xfrm>
            <a:off x="307975" y="2381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defTabSz="457189" fontAlgn="base">
              <a:spcBef>
                <a:spcPct val="0"/>
              </a:spcBef>
              <a:spcAft>
                <a:spcPct val="0"/>
              </a:spcAft>
            </a:pPr>
            <a:endParaRPr lang="en-US" sz="1800">
              <a:solidFill>
                <a:srgbClr val="004182"/>
              </a:solidFill>
            </a:endParaRPr>
          </a:p>
        </p:txBody>
      </p:sp>
      <p:sp>
        <p:nvSpPr>
          <p:cNvPr id="29" name="AutoShape 10" descr="Bildergebnis für att logo"/>
          <p:cNvSpPr>
            <a:spLocks noChangeAspect="1" noChangeArrowheads="1"/>
          </p:cNvSpPr>
          <p:nvPr/>
        </p:nvSpPr>
        <p:spPr bwMode="auto">
          <a:xfrm>
            <a:off x="460375" y="17621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defTabSz="457189" fontAlgn="base">
              <a:spcBef>
                <a:spcPct val="0"/>
              </a:spcBef>
              <a:spcAft>
                <a:spcPct val="0"/>
              </a:spcAft>
            </a:pPr>
            <a:endParaRPr lang="en-US" sz="1800">
              <a:solidFill>
                <a:srgbClr val="004182"/>
              </a:solidFill>
            </a:endParaRPr>
          </a:p>
        </p:txBody>
      </p:sp>
      <p:sp>
        <p:nvSpPr>
          <p:cNvPr id="32" name="Rectangle 7"/>
          <p:cNvSpPr>
            <a:spLocks noChangeArrowheads="1"/>
          </p:cNvSpPr>
          <p:nvPr/>
        </p:nvSpPr>
        <p:spPr bwMode="auto">
          <a:xfrm>
            <a:off x="0" y="16534770"/>
            <a:ext cx="2167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r>
              <a:rPr lang="en-GB" altLang="en-US" sz="1100" dirty="0">
                <a:solidFill>
                  <a:srgbClr val="004182"/>
                </a:solidFill>
                <a:ea typeface="Times New Roman" pitchFamily="18" charset="0"/>
                <a:cs typeface="Arial" panose="020B0604020202020204" pitchFamily="34" charset="0"/>
              </a:rPr>
              <a:t> </a:t>
            </a:r>
            <a:endParaRPr lang="en-GB" altLang="en-US" sz="1800" dirty="0">
              <a:solidFill>
                <a:srgbClr val="004182"/>
              </a:solidFill>
              <a:cs typeface="Arial" pitchFamily="34" charset="0"/>
            </a:endParaRPr>
          </a:p>
        </p:txBody>
      </p:sp>
      <p:grpSp>
        <p:nvGrpSpPr>
          <p:cNvPr id="39" name="Gruppieren 38"/>
          <p:cNvGrpSpPr/>
          <p:nvPr/>
        </p:nvGrpSpPr>
        <p:grpSpPr>
          <a:xfrm>
            <a:off x="1223963" y="1762013"/>
            <a:ext cx="7270052" cy="534105"/>
            <a:chOff x="3384550" y="2087025"/>
            <a:chExt cx="5327650" cy="608331"/>
          </a:xfrm>
        </p:grpSpPr>
        <p:cxnSp>
          <p:nvCxnSpPr>
            <p:cNvPr id="14" name="Gerade Verbindung 13"/>
            <p:cNvCxnSpPr/>
            <p:nvPr/>
          </p:nvCxnSpPr>
          <p:spPr>
            <a:xfrm>
              <a:off x="3384550" y="2289905"/>
              <a:ext cx="5327650" cy="0"/>
            </a:xfrm>
            <a:prstGeom prst="line">
              <a:avLst/>
            </a:prstGeom>
            <a:ln w="9525" cap="rnd"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15" name="Gerade Verbindung 14"/>
            <p:cNvCxnSpPr/>
            <p:nvPr/>
          </p:nvCxnSpPr>
          <p:spPr>
            <a:xfrm>
              <a:off x="3384550" y="2087025"/>
              <a:ext cx="5327650" cy="0"/>
            </a:xfrm>
            <a:prstGeom prst="line">
              <a:avLst/>
            </a:prstGeom>
            <a:ln w="9525" cap="rnd"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3384550" y="2492238"/>
              <a:ext cx="5327650" cy="0"/>
            </a:xfrm>
            <a:prstGeom prst="line">
              <a:avLst/>
            </a:prstGeom>
            <a:ln w="9525" cap="rnd"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3384550" y="2695356"/>
              <a:ext cx="5327650" cy="0"/>
            </a:xfrm>
            <a:prstGeom prst="line">
              <a:avLst/>
            </a:prstGeom>
            <a:ln w="9525" cap="rnd"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52" name="Gerade Verbindung 13">
              <a:extLst>
                <a:ext uri="{FF2B5EF4-FFF2-40B4-BE49-F238E27FC236}">
                  <a16:creationId xmlns:a16="http://schemas.microsoft.com/office/drawing/2014/main" id="{C6CBC1C7-6FFC-48D6-A2D3-1EC348517885}"/>
                </a:ext>
              </a:extLst>
            </p:cNvPr>
            <p:cNvCxnSpPr/>
            <p:nvPr/>
          </p:nvCxnSpPr>
          <p:spPr>
            <a:xfrm>
              <a:off x="3384550" y="2155298"/>
              <a:ext cx="5327650" cy="0"/>
            </a:xfrm>
            <a:prstGeom prst="line">
              <a:avLst/>
            </a:prstGeom>
            <a:ln w="3175" cap="rnd" cmpd="sng">
              <a:solidFill>
                <a:schemeClr val="bg2"/>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3" name="Gerade Verbindung 13">
              <a:extLst>
                <a:ext uri="{FF2B5EF4-FFF2-40B4-BE49-F238E27FC236}">
                  <a16:creationId xmlns:a16="http://schemas.microsoft.com/office/drawing/2014/main" id="{F863A3F1-3C35-4F10-9648-FBBEA5B5E7DC}"/>
                </a:ext>
              </a:extLst>
            </p:cNvPr>
            <p:cNvCxnSpPr/>
            <p:nvPr/>
          </p:nvCxnSpPr>
          <p:spPr>
            <a:xfrm>
              <a:off x="3384550" y="2398042"/>
              <a:ext cx="5327650" cy="0"/>
            </a:xfrm>
            <a:prstGeom prst="line">
              <a:avLst/>
            </a:prstGeom>
            <a:ln w="3175" cap="rnd" cmpd="sng">
              <a:solidFill>
                <a:schemeClr val="bg2"/>
              </a:solidFill>
              <a:prstDash val="dash"/>
            </a:ln>
            <a:effectLst/>
          </p:spPr>
          <p:style>
            <a:lnRef idx="2">
              <a:schemeClr val="accent1"/>
            </a:lnRef>
            <a:fillRef idx="0">
              <a:schemeClr val="accent1"/>
            </a:fillRef>
            <a:effectRef idx="1">
              <a:schemeClr val="accent1"/>
            </a:effectRef>
            <a:fontRef idx="minor">
              <a:schemeClr val="tx1"/>
            </a:fontRef>
          </p:style>
        </p:cxnSp>
      </p:grpSp>
      <p:sp>
        <p:nvSpPr>
          <p:cNvPr id="36" name="Rechteck 35"/>
          <p:cNvSpPr>
            <a:spLocks noChangeAspect="1"/>
          </p:cNvSpPr>
          <p:nvPr/>
        </p:nvSpPr>
        <p:spPr>
          <a:xfrm>
            <a:off x="6578852" y="1950701"/>
            <a:ext cx="187122" cy="185967"/>
          </a:xfrm>
          <a:prstGeom prst="rect">
            <a:avLst/>
          </a:prstGeom>
          <a:pattFill prst="ltUpDiag">
            <a:fgClr>
              <a:schemeClr val="bg2">
                <a:lumMod val="20000"/>
                <a:lumOff val="80000"/>
              </a:schemeClr>
            </a:fgClr>
            <a:bgClr>
              <a:schemeClr val="bg1"/>
            </a:bgClr>
          </a:pattFill>
          <a:ln w="317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tIns="90000" bIns="90000" rtlCol="0" anchor="ctr" anchorCtr="0"/>
          <a:lstStyle/>
          <a:p>
            <a:pPr algn="ctr" defTabSz="457189"/>
            <a:r>
              <a:rPr lang="en-US" sz="1800" dirty="0">
                <a:solidFill>
                  <a:schemeClr val="tx1">
                    <a:lumMod val="25000"/>
                    <a:lumOff val="75000"/>
                  </a:schemeClr>
                </a:solidFill>
              </a:rPr>
              <a:t>X</a:t>
            </a:r>
          </a:p>
        </p:txBody>
      </p:sp>
      <p:sp>
        <p:nvSpPr>
          <p:cNvPr id="37" name="Rechteck 36"/>
          <p:cNvSpPr>
            <a:spLocks noChangeAspect="1"/>
          </p:cNvSpPr>
          <p:nvPr/>
        </p:nvSpPr>
        <p:spPr>
          <a:xfrm>
            <a:off x="6578852" y="1771737"/>
            <a:ext cx="187122" cy="185967"/>
          </a:xfrm>
          <a:prstGeom prst="rect">
            <a:avLst/>
          </a:prstGeom>
          <a:pattFill prst="ltUpDiag">
            <a:fgClr>
              <a:schemeClr val="bg2">
                <a:lumMod val="20000"/>
                <a:lumOff val="80000"/>
              </a:schemeClr>
            </a:fgClr>
            <a:bgClr>
              <a:schemeClr val="bg1"/>
            </a:bgClr>
          </a:pattFill>
          <a:ln w="317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tIns="90000" bIns="90000" rtlCol="0" anchor="ctr" anchorCtr="0"/>
          <a:lstStyle/>
          <a:p>
            <a:pPr algn="ctr" defTabSz="457189"/>
            <a:r>
              <a:rPr lang="en-US" sz="1800" dirty="0">
                <a:solidFill>
                  <a:schemeClr val="tx1">
                    <a:lumMod val="25000"/>
                    <a:lumOff val="75000"/>
                  </a:schemeClr>
                </a:solidFill>
              </a:rPr>
              <a:t>X</a:t>
            </a:r>
          </a:p>
        </p:txBody>
      </p:sp>
      <p:sp>
        <p:nvSpPr>
          <p:cNvPr id="16" name="Rechteck 15"/>
          <p:cNvSpPr>
            <a:spLocks noChangeAspect="1"/>
          </p:cNvSpPr>
          <p:nvPr/>
        </p:nvSpPr>
        <p:spPr>
          <a:xfrm>
            <a:off x="6399409" y="1950701"/>
            <a:ext cx="187122" cy="185967"/>
          </a:xfrm>
          <a:prstGeom prst="rect">
            <a:avLst/>
          </a:prstGeom>
          <a:pattFill prst="ltUpDiag">
            <a:fgClr>
              <a:schemeClr val="bg2">
                <a:lumMod val="20000"/>
                <a:lumOff val="80000"/>
              </a:schemeClr>
            </a:fgClr>
            <a:bgClr>
              <a:schemeClr val="bg1"/>
            </a:bgClr>
          </a:pattFill>
          <a:ln w="317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tIns="90000" bIns="90000" rtlCol="0" anchor="ctr" anchorCtr="0"/>
          <a:lstStyle/>
          <a:p>
            <a:pPr algn="ctr" defTabSz="457189"/>
            <a:r>
              <a:rPr lang="en-US" sz="1800" dirty="0">
                <a:solidFill>
                  <a:schemeClr val="tx1">
                    <a:lumMod val="25000"/>
                    <a:lumOff val="75000"/>
                  </a:schemeClr>
                </a:solidFill>
              </a:rPr>
              <a:t>X</a:t>
            </a:r>
          </a:p>
        </p:txBody>
      </p:sp>
      <p:sp>
        <p:nvSpPr>
          <p:cNvPr id="18" name="Rechteck 17"/>
          <p:cNvSpPr>
            <a:spLocks noChangeAspect="1"/>
          </p:cNvSpPr>
          <p:nvPr/>
        </p:nvSpPr>
        <p:spPr>
          <a:xfrm>
            <a:off x="6399409" y="1771737"/>
            <a:ext cx="187122" cy="185967"/>
          </a:xfrm>
          <a:prstGeom prst="rect">
            <a:avLst/>
          </a:prstGeom>
          <a:pattFill prst="ltUpDiag">
            <a:fgClr>
              <a:schemeClr val="bg2">
                <a:lumMod val="20000"/>
                <a:lumOff val="80000"/>
              </a:schemeClr>
            </a:fgClr>
            <a:bgClr>
              <a:schemeClr val="bg1"/>
            </a:bgClr>
          </a:pattFill>
          <a:ln w="317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tIns="90000" bIns="90000" rtlCol="0" anchor="ctr" anchorCtr="0"/>
          <a:lstStyle/>
          <a:p>
            <a:pPr algn="ctr" defTabSz="457189"/>
            <a:r>
              <a:rPr lang="en-US" sz="1800" dirty="0">
                <a:solidFill>
                  <a:schemeClr val="tx1">
                    <a:lumMod val="25000"/>
                    <a:lumOff val="75000"/>
                  </a:schemeClr>
                </a:solidFill>
              </a:rPr>
              <a:t>X</a:t>
            </a:r>
          </a:p>
        </p:txBody>
      </p:sp>
      <p:sp>
        <p:nvSpPr>
          <p:cNvPr id="22" name="Textfeld 21"/>
          <p:cNvSpPr txBox="1"/>
          <p:nvPr/>
        </p:nvSpPr>
        <p:spPr>
          <a:xfrm>
            <a:off x="2616710" y="2296117"/>
            <a:ext cx="690327" cy="460503"/>
          </a:xfrm>
          <a:prstGeom prst="rect">
            <a:avLst/>
          </a:prstGeom>
          <a:noFill/>
        </p:spPr>
        <p:txBody>
          <a:bodyPr wrap="square" lIns="36000" tIns="36000" rIns="36000" bIns="36000" rtlCol="0">
            <a:spAutoFit/>
          </a:bodyPr>
          <a:lstStyle/>
          <a:p>
            <a:pPr defTabSz="457189" fontAlgn="base">
              <a:lnSpc>
                <a:spcPct val="90000"/>
              </a:lnSpc>
              <a:spcBef>
                <a:spcPct val="0"/>
              </a:spcBef>
              <a:spcAft>
                <a:spcPts val="600"/>
              </a:spcAft>
            </a:pPr>
            <a:r>
              <a:rPr lang="en-US" sz="700" b="1" dirty="0">
                <a:solidFill>
                  <a:srgbClr val="626469"/>
                </a:solidFill>
              </a:rPr>
              <a:t>Portrait logos</a:t>
            </a:r>
            <a:br>
              <a:rPr lang="en-US" sz="700" dirty="0">
                <a:solidFill>
                  <a:srgbClr val="626469"/>
                </a:solidFill>
              </a:rPr>
            </a:br>
            <a:r>
              <a:rPr lang="en-US" sz="700" dirty="0">
                <a:solidFill>
                  <a:srgbClr val="626469"/>
                </a:solidFill>
              </a:rPr>
              <a:t>can be aligned up to 3 times height of ‘X’</a:t>
            </a:r>
          </a:p>
        </p:txBody>
      </p:sp>
      <p:sp>
        <p:nvSpPr>
          <p:cNvPr id="24" name="Textfeld 23"/>
          <p:cNvSpPr txBox="1"/>
          <p:nvPr/>
        </p:nvSpPr>
        <p:spPr>
          <a:xfrm>
            <a:off x="3900709" y="2296120"/>
            <a:ext cx="1040498" cy="460503"/>
          </a:xfrm>
          <a:prstGeom prst="rect">
            <a:avLst/>
          </a:prstGeom>
          <a:noFill/>
        </p:spPr>
        <p:txBody>
          <a:bodyPr wrap="square" lIns="36000" tIns="36000" rIns="36000" bIns="36000" rtlCol="0">
            <a:spAutoFit/>
          </a:bodyPr>
          <a:lstStyle/>
          <a:p>
            <a:pPr defTabSz="457189" fontAlgn="base">
              <a:lnSpc>
                <a:spcPct val="90000"/>
              </a:lnSpc>
              <a:spcBef>
                <a:spcPct val="0"/>
              </a:spcBef>
              <a:spcAft>
                <a:spcPts val="600"/>
              </a:spcAft>
            </a:pPr>
            <a:r>
              <a:rPr lang="en-US" sz="700" b="1" dirty="0">
                <a:solidFill>
                  <a:srgbClr val="626469"/>
                </a:solidFill>
              </a:rPr>
              <a:t>Landscape logos</a:t>
            </a:r>
            <a:br>
              <a:rPr lang="en-US" sz="700" dirty="0">
                <a:solidFill>
                  <a:srgbClr val="626469"/>
                </a:solidFill>
              </a:rPr>
            </a:br>
            <a:r>
              <a:rPr lang="en-US" sz="700" dirty="0">
                <a:solidFill>
                  <a:srgbClr val="626469"/>
                </a:solidFill>
              </a:rPr>
              <a:t>can be aligned up to </a:t>
            </a:r>
            <a:br>
              <a:rPr lang="en-US" sz="700" dirty="0">
                <a:solidFill>
                  <a:srgbClr val="626469"/>
                </a:solidFill>
              </a:rPr>
            </a:br>
            <a:r>
              <a:rPr lang="en-US" sz="700" dirty="0">
                <a:solidFill>
                  <a:srgbClr val="626469"/>
                </a:solidFill>
              </a:rPr>
              <a:t>1 times height of ‘X’ for main text elements</a:t>
            </a:r>
          </a:p>
        </p:txBody>
      </p:sp>
      <p:sp>
        <p:nvSpPr>
          <p:cNvPr id="25" name="Textfeld 24"/>
          <p:cNvSpPr txBox="1"/>
          <p:nvPr/>
        </p:nvSpPr>
        <p:spPr>
          <a:xfrm>
            <a:off x="5599277" y="2296120"/>
            <a:ext cx="979838" cy="363552"/>
          </a:xfrm>
          <a:prstGeom prst="rect">
            <a:avLst/>
          </a:prstGeom>
          <a:noFill/>
        </p:spPr>
        <p:txBody>
          <a:bodyPr wrap="square" lIns="36000" tIns="36000" rIns="36000" bIns="36000" rtlCol="0">
            <a:spAutoFit/>
          </a:bodyPr>
          <a:lstStyle/>
          <a:p>
            <a:pPr defTabSz="457189" fontAlgn="base">
              <a:lnSpc>
                <a:spcPct val="90000"/>
              </a:lnSpc>
              <a:spcBef>
                <a:spcPct val="0"/>
              </a:spcBef>
              <a:spcAft>
                <a:spcPts val="600"/>
              </a:spcAft>
            </a:pPr>
            <a:r>
              <a:rPr lang="en-US" sz="700" b="1" dirty="0">
                <a:solidFill>
                  <a:srgbClr val="626469"/>
                </a:solidFill>
              </a:rPr>
              <a:t>Squared / round logos</a:t>
            </a:r>
            <a:br>
              <a:rPr lang="en-US" sz="700" dirty="0">
                <a:solidFill>
                  <a:srgbClr val="626469"/>
                </a:solidFill>
              </a:rPr>
            </a:br>
            <a:r>
              <a:rPr lang="en-US" sz="700" dirty="0">
                <a:solidFill>
                  <a:srgbClr val="626469"/>
                </a:solidFill>
              </a:rPr>
              <a:t>can be aligned up to 2 times height of ‘X’</a:t>
            </a:r>
          </a:p>
        </p:txBody>
      </p:sp>
      <p:cxnSp>
        <p:nvCxnSpPr>
          <p:cNvPr id="34" name="Gerade Verbindung 33"/>
          <p:cNvCxnSpPr/>
          <p:nvPr/>
        </p:nvCxnSpPr>
        <p:spPr>
          <a:xfrm>
            <a:off x="2120692" y="1762013"/>
            <a:ext cx="0" cy="534105"/>
          </a:xfrm>
          <a:prstGeom prst="line">
            <a:avLst/>
          </a:prstGeom>
          <a:ln w="9525" cap="rnd" cmpd="sng">
            <a:solidFill>
              <a:schemeClr val="tx1">
                <a:lumMod val="25000"/>
                <a:lumOff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40" name="Gerade Verbindung 39"/>
          <p:cNvCxnSpPr/>
          <p:nvPr/>
        </p:nvCxnSpPr>
        <p:spPr>
          <a:xfrm>
            <a:off x="2483415" y="1762013"/>
            <a:ext cx="0" cy="534105"/>
          </a:xfrm>
          <a:prstGeom prst="line">
            <a:avLst/>
          </a:prstGeom>
          <a:ln w="9525" cap="rnd" cmpd="sng">
            <a:solidFill>
              <a:schemeClr val="tx1">
                <a:lumMod val="25000"/>
                <a:lumOff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Gerade Verbindung 40"/>
          <p:cNvCxnSpPr/>
          <p:nvPr/>
        </p:nvCxnSpPr>
        <p:spPr>
          <a:xfrm>
            <a:off x="6397139" y="1762013"/>
            <a:ext cx="0" cy="534105"/>
          </a:xfrm>
          <a:prstGeom prst="line">
            <a:avLst/>
          </a:prstGeom>
          <a:ln w="9525" cap="rnd"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42" name="Gerade Verbindung 41"/>
          <p:cNvCxnSpPr/>
          <p:nvPr/>
        </p:nvCxnSpPr>
        <p:spPr>
          <a:xfrm>
            <a:off x="7125823" y="1762013"/>
            <a:ext cx="0" cy="534105"/>
          </a:xfrm>
          <a:prstGeom prst="line">
            <a:avLst/>
          </a:prstGeom>
          <a:ln w="9525" cap="rnd"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47" name="Gerade Verbindung 46"/>
          <p:cNvCxnSpPr/>
          <p:nvPr/>
        </p:nvCxnSpPr>
        <p:spPr>
          <a:xfrm>
            <a:off x="6762872" y="1762013"/>
            <a:ext cx="0" cy="534105"/>
          </a:xfrm>
          <a:prstGeom prst="line">
            <a:avLst/>
          </a:prstGeom>
          <a:ln w="9525" cap="rnd"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98" name="Rechteck 97"/>
          <p:cNvSpPr>
            <a:spLocks noChangeAspect="1"/>
          </p:cNvSpPr>
          <p:nvPr/>
        </p:nvSpPr>
        <p:spPr>
          <a:xfrm>
            <a:off x="3707726" y="1856747"/>
            <a:ext cx="179442" cy="178334"/>
          </a:xfrm>
          <a:prstGeom prst="rect">
            <a:avLst/>
          </a:prstGeom>
          <a:pattFill prst="ltUpDiag">
            <a:fgClr>
              <a:schemeClr val="bg2">
                <a:lumMod val="20000"/>
                <a:lumOff val="80000"/>
              </a:schemeClr>
            </a:fgClr>
            <a:bgClr>
              <a:schemeClr val="bg1"/>
            </a:bgClr>
          </a:pattFill>
          <a:ln w="317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tIns="90000" bIns="90000" rtlCol="0" anchor="ctr" anchorCtr="0"/>
          <a:lstStyle/>
          <a:p>
            <a:pPr algn="ctr" defTabSz="457189"/>
            <a:r>
              <a:rPr lang="en-US" sz="1800">
                <a:solidFill>
                  <a:schemeClr val="tx1">
                    <a:lumMod val="25000"/>
                    <a:lumOff val="75000"/>
                  </a:schemeClr>
                </a:solidFill>
              </a:rPr>
              <a:t>X</a:t>
            </a:r>
            <a:endParaRPr lang="en-US" sz="1800" dirty="0">
              <a:solidFill>
                <a:schemeClr val="tx1">
                  <a:lumMod val="25000"/>
                  <a:lumOff val="75000"/>
                </a:schemeClr>
              </a:solidFill>
            </a:endParaRPr>
          </a:p>
        </p:txBody>
      </p:sp>
      <p:sp>
        <p:nvSpPr>
          <p:cNvPr id="99" name="Rechteck 98"/>
          <p:cNvSpPr>
            <a:spLocks noChangeAspect="1"/>
          </p:cNvSpPr>
          <p:nvPr/>
        </p:nvSpPr>
        <p:spPr>
          <a:xfrm>
            <a:off x="3528284" y="1856747"/>
            <a:ext cx="179442" cy="178334"/>
          </a:xfrm>
          <a:prstGeom prst="rect">
            <a:avLst/>
          </a:prstGeom>
          <a:pattFill prst="ltUpDiag">
            <a:fgClr>
              <a:schemeClr val="bg2">
                <a:lumMod val="20000"/>
                <a:lumOff val="80000"/>
              </a:schemeClr>
            </a:fgClr>
            <a:bgClr>
              <a:schemeClr val="bg1"/>
            </a:bgClr>
          </a:pattFill>
          <a:ln w="317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tIns="90000" bIns="90000" rtlCol="0" anchor="ctr" anchorCtr="0"/>
          <a:lstStyle/>
          <a:p>
            <a:pPr algn="ctr" defTabSz="457189"/>
            <a:r>
              <a:rPr lang="en-US" sz="1800" dirty="0">
                <a:solidFill>
                  <a:schemeClr val="tx1">
                    <a:lumMod val="25000"/>
                    <a:lumOff val="75000"/>
                  </a:schemeClr>
                </a:solidFill>
              </a:rPr>
              <a:t>X</a:t>
            </a:r>
          </a:p>
        </p:txBody>
      </p:sp>
      <p:cxnSp>
        <p:nvCxnSpPr>
          <p:cNvPr id="100" name="Gerade Verbindung 99"/>
          <p:cNvCxnSpPr/>
          <p:nvPr/>
        </p:nvCxnSpPr>
        <p:spPr>
          <a:xfrm>
            <a:off x="3528284" y="1762013"/>
            <a:ext cx="0" cy="534105"/>
          </a:xfrm>
          <a:prstGeom prst="line">
            <a:avLst/>
          </a:prstGeom>
          <a:ln w="9525" cap="rnd"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101" name="Gerade Verbindung 100"/>
          <p:cNvCxnSpPr/>
          <p:nvPr/>
        </p:nvCxnSpPr>
        <p:spPr>
          <a:xfrm>
            <a:off x="3891006" y="1762013"/>
            <a:ext cx="0" cy="534105"/>
          </a:xfrm>
          <a:prstGeom prst="line">
            <a:avLst/>
          </a:prstGeom>
          <a:ln w="9525" cap="rnd"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102" name="Rechteck 101"/>
          <p:cNvSpPr>
            <a:spLocks noChangeAspect="1"/>
          </p:cNvSpPr>
          <p:nvPr/>
        </p:nvSpPr>
        <p:spPr>
          <a:xfrm>
            <a:off x="2303972" y="2117787"/>
            <a:ext cx="179442" cy="178334"/>
          </a:xfrm>
          <a:prstGeom prst="rect">
            <a:avLst/>
          </a:prstGeom>
          <a:pattFill prst="ltUpDiag">
            <a:fgClr>
              <a:schemeClr val="bg2">
                <a:lumMod val="20000"/>
                <a:lumOff val="80000"/>
              </a:schemeClr>
            </a:fgClr>
            <a:bgClr>
              <a:schemeClr val="bg1"/>
            </a:bgClr>
          </a:pattFill>
          <a:ln w="317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tIns="90000" bIns="90000" rtlCol="0" anchor="ctr" anchorCtr="0"/>
          <a:lstStyle/>
          <a:p>
            <a:pPr algn="ctr" defTabSz="457189"/>
            <a:r>
              <a:rPr lang="en-US" sz="1800">
                <a:solidFill>
                  <a:schemeClr val="tx1">
                    <a:lumMod val="25000"/>
                    <a:lumOff val="75000"/>
                  </a:schemeClr>
                </a:solidFill>
              </a:rPr>
              <a:t>X</a:t>
            </a:r>
            <a:endParaRPr lang="en-US" sz="1800" dirty="0">
              <a:solidFill>
                <a:schemeClr val="tx1">
                  <a:lumMod val="25000"/>
                  <a:lumOff val="75000"/>
                </a:schemeClr>
              </a:solidFill>
            </a:endParaRPr>
          </a:p>
        </p:txBody>
      </p:sp>
      <p:sp>
        <p:nvSpPr>
          <p:cNvPr id="103" name="Rechteck 102"/>
          <p:cNvSpPr>
            <a:spLocks noChangeAspect="1"/>
          </p:cNvSpPr>
          <p:nvPr/>
        </p:nvSpPr>
        <p:spPr>
          <a:xfrm>
            <a:off x="2303972" y="1935478"/>
            <a:ext cx="179442" cy="178334"/>
          </a:xfrm>
          <a:prstGeom prst="rect">
            <a:avLst/>
          </a:prstGeom>
          <a:pattFill prst="ltUpDiag">
            <a:fgClr>
              <a:schemeClr val="bg2">
                <a:lumMod val="20000"/>
                <a:lumOff val="80000"/>
              </a:schemeClr>
            </a:fgClr>
            <a:bgClr>
              <a:schemeClr val="bg1"/>
            </a:bgClr>
          </a:pattFill>
          <a:ln w="317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tIns="90000" bIns="90000" rtlCol="0" anchor="ctr" anchorCtr="0"/>
          <a:lstStyle/>
          <a:p>
            <a:pPr algn="ctr" defTabSz="457189"/>
            <a:r>
              <a:rPr lang="en-US" sz="1800">
                <a:solidFill>
                  <a:schemeClr val="tx1">
                    <a:lumMod val="25000"/>
                    <a:lumOff val="75000"/>
                  </a:schemeClr>
                </a:solidFill>
              </a:rPr>
              <a:t>X</a:t>
            </a:r>
            <a:endParaRPr lang="en-US" sz="1800" dirty="0">
              <a:solidFill>
                <a:schemeClr val="tx1">
                  <a:lumMod val="25000"/>
                  <a:lumOff val="75000"/>
                </a:schemeClr>
              </a:solidFill>
            </a:endParaRPr>
          </a:p>
        </p:txBody>
      </p:sp>
      <p:sp>
        <p:nvSpPr>
          <p:cNvPr id="104" name="Rechteck 103"/>
          <p:cNvSpPr>
            <a:spLocks noChangeAspect="1"/>
          </p:cNvSpPr>
          <p:nvPr/>
        </p:nvSpPr>
        <p:spPr>
          <a:xfrm>
            <a:off x="2303972" y="1762012"/>
            <a:ext cx="179442" cy="178334"/>
          </a:xfrm>
          <a:prstGeom prst="rect">
            <a:avLst/>
          </a:prstGeom>
          <a:pattFill prst="ltUpDiag">
            <a:fgClr>
              <a:schemeClr val="bg2">
                <a:lumMod val="20000"/>
                <a:lumOff val="80000"/>
              </a:schemeClr>
            </a:fgClr>
            <a:bgClr>
              <a:schemeClr val="bg1"/>
            </a:bgClr>
          </a:pattFill>
          <a:ln w="317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tIns="90000" bIns="90000" rtlCol="0" anchor="ctr" anchorCtr="0"/>
          <a:lstStyle/>
          <a:p>
            <a:pPr algn="ctr" defTabSz="457189"/>
            <a:r>
              <a:rPr lang="en-US" sz="1800">
                <a:solidFill>
                  <a:schemeClr val="tx1">
                    <a:lumMod val="25000"/>
                    <a:lumOff val="75000"/>
                  </a:schemeClr>
                </a:solidFill>
              </a:rPr>
              <a:t>X</a:t>
            </a:r>
            <a:endParaRPr lang="en-US" sz="1800" dirty="0">
              <a:solidFill>
                <a:schemeClr val="tx1">
                  <a:lumMod val="25000"/>
                  <a:lumOff val="75000"/>
                </a:schemeClr>
              </a:solidFill>
            </a:endParaRPr>
          </a:p>
        </p:txBody>
      </p:sp>
      <p:cxnSp>
        <p:nvCxnSpPr>
          <p:cNvPr id="105" name="Gerade Verbindung 104"/>
          <p:cNvCxnSpPr/>
          <p:nvPr/>
        </p:nvCxnSpPr>
        <p:spPr>
          <a:xfrm>
            <a:off x="2485275" y="1762013"/>
            <a:ext cx="0" cy="534105"/>
          </a:xfrm>
          <a:prstGeom prst="line">
            <a:avLst/>
          </a:prstGeom>
          <a:ln w="9525" cap="rnd" cmpd="sng">
            <a:solidFill>
              <a:schemeClr val="tx1">
                <a:lumMod val="25000"/>
                <a:lumOff val="75000"/>
              </a:schemeClr>
            </a:solidFill>
          </a:ln>
          <a:effectLst/>
        </p:spPr>
        <p:style>
          <a:lnRef idx="2">
            <a:schemeClr val="accent1"/>
          </a:lnRef>
          <a:fillRef idx="0">
            <a:schemeClr val="accent1"/>
          </a:fillRef>
          <a:effectRef idx="1">
            <a:schemeClr val="accent1"/>
          </a:effectRef>
          <a:fontRef idx="minor">
            <a:schemeClr val="tx1"/>
          </a:fontRef>
        </p:style>
      </p:cxnSp>
      <p:sp>
        <p:nvSpPr>
          <p:cNvPr id="106" name="Rechteck 105"/>
          <p:cNvSpPr>
            <a:spLocks noChangeAspect="1"/>
          </p:cNvSpPr>
          <p:nvPr/>
        </p:nvSpPr>
        <p:spPr>
          <a:xfrm>
            <a:off x="2121194" y="2117787"/>
            <a:ext cx="179442" cy="178334"/>
          </a:xfrm>
          <a:prstGeom prst="rect">
            <a:avLst/>
          </a:prstGeom>
          <a:pattFill prst="ltUpDiag">
            <a:fgClr>
              <a:schemeClr val="bg2">
                <a:lumMod val="20000"/>
                <a:lumOff val="80000"/>
              </a:schemeClr>
            </a:fgClr>
            <a:bgClr>
              <a:schemeClr val="bg1"/>
            </a:bgClr>
          </a:pattFill>
          <a:ln w="317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tIns="90000" bIns="90000" rtlCol="0" anchor="ctr" anchorCtr="0"/>
          <a:lstStyle/>
          <a:p>
            <a:pPr algn="ctr" defTabSz="457189"/>
            <a:r>
              <a:rPr lang="en-US" sz="1800">
                <a:solidFill>
                  <a:schemeClr val="tx1">
                    <a:lumMod val="25000"/>
                    <a:lumOff val="75000"/>
                  </a:schemeClr>
                </a:solidFill>
              </a:rPr>
              <a:t>X</a:t>
            </a:r>
            <a:endParaRPr lang="en-US" sz="1800" dirty="0">
              <a:solidFill>
                <a:schemeClr val="tx1">
                  <a:lumMod val="25000"/>
                  <a:lumOff val="75000"/>
                </a:schemeClr>
              </a:solidFill>
            </a:endParaRPr>
          </a:p>
        </p:txBody>
      </p:sp>
      <p:sp>
        <p:nvSpPr>
          <p:cNvPr id="107" name="Rechteck 106"/>
          <p:cNvSpPr>
            <a:spLocks noChangeAspect="1"/>
          </p:cNvSpPr>
          <p:nvPr/>
        </p:nvSpPr>
        <p:spPr>
          <a:xfrm>
            <a:off x="2121194" y="1935478"/>
            <a:ext cx="179442" cy="178334"/>
          </a:xfrm>
          <a:prstGeom prst="rect">
            <a:avLst/>
          </a:prstGeom>
          <a:pattFill prst="ltUpDiag">
            <a:fgClr>
              <a:schemeClr val="bg2">
                <a:lumMod val="20000"/>
                <a:lumOff val="80000"/>
              </a:schemeClr>
            </a:fgClr>
            <a:bgClr>
              <a:schemeClr val="bg1"/>
            </a:bgClr>
          </a:pattFill>
          <a:ln w="317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tIns="90000" bIns="90000" rtlCol="0" anchor="ctr" anchorCtr="0"/>
          <a:lstStyle/>
          <a:p>
            <a:pPr algn="ctr" defTabSz="457189"/>
            <a:r>
              <a:rPr lang="en-US" sz="1800">
                <a:solidFill>
                  <a:schemeClr val="tx1">
                    <a:lumMod val="25000"/>
                    <a:lumOff val="75000"/>
                  </a:schemeClr>
                </a:solidFill>
              </a:rPr>
              <a:t>X</a:t>
            </a:r>
            <a:endParaRPr lang="en-US" sz="1800" dirty="0">
              <a:solidFill>
                <a:schemeClr val="tx1">
                  <a:lumMod val="25000"/>
                  <a:lumOff val="75000"/>
                </a:schemeClr>
              </a:solidFill>
            </a:endParaRPr>
          </a:p>
        </p:txBody>
      </p:sp>
      <p:sp>
        <p:nvSpPr>
          <p:cNvPr id="108" name="Rechteck 107"/>
          <p:cNvSpPr>
            <a:spLocks noChangeAspect="1"/>
          </p:cNvSpPr>
          <p:nvPr/>
        </p:nvSpPr>
        <p:spPr>
          <a:xfrm>
            <a:off x="2121194" y="1762012"/>
            <a:ext cx="179442" cy="178334"/>
          </a:xfrm>
          <a:prstGeom prst="rect">
            <a:avLst/>
          </a:prstGeom>
          <a:pattFill prst="ltUpDiag">
            <a:fgClr>
              <a:schemeClr val="bg2">
                <a:lumMod val="20000"/>
                <a:lumOff val="80000"/>
              </a:schemeClr>
            </a:fgClr>
            <a:bgClr>
              <a:schemeClr val="bg1"/>
            </a:bgClr>
          </a:pattFill>
          <a:ln w="317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tIns="90000" bIns="90000" rtlCol="0" anchor="ctr" anchorCtr="0"/>
          <a:lstStyle/>
          <a:p>
            <a:pPr algn="ctr" defTabSz="457189"/>
            <a:r>
              <a:rPr lang="en-US" sz="1800">
                <a:solidFill>
                  <a:schemeClr val="tx1">
                    <a:lumMod val="25000"/>
                    <a:lumOff val="75000"/>
                  </a:schemeClr>
                </a:solidFill>
              </a:rPr>
              <a:t>X</a:t>
            </a:r>
            <a:endParaRPr lang="en-US" sz="1800" dirty="0">
              <a:solidFill>
                <a:schemeClr val="tx1">
                  <a:lumMod val="25000"/>
                  <a:lumOff val="75000"/>
                </a:schemeClr>
              </a:solidFill>
            </a:endParaRPr>
          </a:p>
        </p:txBody>
      </p:sp>
      <p:cxnSp>
        <p:nvCxnSpPr>
          <p:cNvPr id="109" name="Gerade Verbindung 108"/>
          <p:cNvCxnSpPr/>
          <p:nvPr/>
        </p:nvCxnSpPr>
        <p:spPr>
          <a:xfrm>
            <a:off x="2121194" y="1762013"/>
            <a:ext cx="0" cy="534105"/>
          </a:xfrm>
          <a:prstGeom prst="line">
            <a:avLst/>
          </a:prstGeom>
          <a:ln w="9525" cap="rnd" cmpd="sng">
            <a:solidFill>
              <a:schemeClr val="tx1">
                <a:lumMod val="25000"/>
                <a:lumOff val="75000"/>
              </a:schemeClr>
            </a:solidFill>
          </a:ln>
          <a:effectLst/>
        </p:spPr>
        <p:style>
          <a:lnRef idx="2">
            <a:schemeClr val="accent1"/>
          </a:lnRef>
          <a:fillRef idx="0">
            <a:schemeClr val="accent1"/>
          </a:fillRef>
          <a:effectRef idx="1">
            <a:schemeClr val="accent1"/>
          </a:effectRef>
          <a:fontRef idx="minor">
            <a:schemeClr val="tx1"/>
          </a:fontRef>
        </p:style>
      </p:cxnSp>
      <p:sp>
        <p:nvSpPr>
          <p:cNvPr id="111" name="Rechteck 110"/>
          <p:cNvSpPr>
            <a:spLocks noChangeAspect="1"/>
          </p:cNvSpPr>
          <p:nvPr/>
        </p:nvSpPr>
        <p:spPr>
          <a:xfrm>
            <a:off x="5370040" y="1958334"/>
            <a:ext cx="179442" cy="178334"/>
          </a:xfrm>
          <a:prstGeom prst="rect">
            <a:avLst/>
          </a:prstGeom>
          <a:pattFill prst="ltUpDiag">
            <a:fgClr>
              <a:schemeClr val="bg2">
                <a:lumMod val="20000"/>
                <a:lumOff val="80000"/>
              </a:schemeClr>
            </a:fgClr>
            <a:bgClr>
              <a:schemeClr val="bg1"/>
            </a:bgClr>
          </a:pattFill>
          <a:ln w="317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tIns="90000" bIns="90000" rtlCol="0" anchor="ctr" anchorCtr="0"/>
          <a:lstStyle/>
          <a:p>
            <a:pPr algn="ctr" defTabSz="457189"/>
            <a:r>
              <a:rPr lang="en-US" sz="1800">
                <a:solidFill>
                  <a:schemeClr val="tx1">
                    <a:lumMod val="25000"/>
                    <a:lumOff val="75000"/>
                  </a:schemeClr>
                </a:solidFill>
              </a:rPr>
              <a:t>X</a:t>
            </a:r>
            <a:endParaRPr lang="en-US" sz="1800" dirty="0">
              <a:solidFill>
                <a:schemeClr val="tx1">
                  <a:lumMod val="25000"/>
                  <a:lumOff val="75000"/>
                </a:schemeClr>
              </a:solidFill>
            </a:endParaRPr>
          </a:p>
        </p:txBody>
      </p:sp>
      <p:sp>
        <p:nvSpPr>
          <p:cNvPr id="112" name="Rechteck 111"/>
          <p:cNvSpPr>
            <a:spLocks noChangeAspect="1"/>
          </p:cNvSpPr>
          <p:nvPr/>
        </p:nvSpPr>
        <p:spPr>
          <a:xfrm>
            <a:off x="5370040" y="1779370"/>
            <a:ext cx="179442" cy="178334"/>
          </a:xfrm>
          <a:prstGeom prst="rect">
            <a:avLst/>
          </a:prstGeom>
          <a:pattFill prst="ltUpDiag">
            <a:fgClr>
              <a:schemeClr val="bg2">
                <a:lumMod val="20000"/>
                <a:lumOff val="80000"/>
              </a:schemeClr>
            </a:fgClr>
            <a:bgClr>
              <a:schemeClr val="bg1"/>
            </a:bgClr>
          </a:pattFill>
          <a:ln w="317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tIns="90000" bIns="90000" rtlCol="0" anchor="ctr" anchorCtr="0"/>
          <a:lstStyle/>
          <a:p>
            <a:pPr algn="ctr" defTabSz="457189"/>
            <a:r>
              <a:rPr lang="en-US" sz="1800" dirty="0">
                <a:solidFill>
                  <a:schemeClr val="tx1">
                    <a:lumMod val="25000"/>
                    <a:lumOff val="75000"/>
                  </a:schemeClr>
                </a:solidFill>
              </a:rPr>
              <a:t>X</a:t>
            </a:r>
          </a:p>
        </p:txBody>
      </p:sp>
      <p:sp>
        <p:nvSpPr>
          <p:cNvPr id="113" name="Rechteck 112"/>
          <p:cNvSpPr>
            <a:spLocks noChangeAspect="1"/>
          </p:cNvSpPr>
          <p:nvPr/>
        </p:nvSpPr>
        <p:spPr>
          <a:xfrm>
            <a:off x="5190598" y="1958334"/>
            <a:ext cx="179442" cy="178334"/>
          </a:xfrm>
          <a:prstGeom prst="rect">
            <a:avLst/>
          </a:prstGeom>
          <a:pattFill prst="ltUpDiag">
            <a:fgClr>
              <a:schemeClr val="bg2">
                <a:lumMod val="20000"/>
                <a:lumOff val="80000"/>
              </a:schemeClr>
            </a:fgClr>
            <a:bgClr>
              <a:schemeClr val="bg1"/>
            </a:bgClr>
          </a:pattFill>
          <a:ln w="317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tIns="90000" bIns="90000" rtlCol="0" anchor="ctr" anchorCtr="0"/>
          <a:lstStyle/>
          <a:p>
            <a:pPr algn="ctr" defTabSz="457189"/>
            <a:r>
              <a:rPr lang="en-US" sz="1800">
                <a:solidFill>
                  <a:schemeClr val="tx1">
                    <a:lumMod val="25000"/>
                    <a:lumOff val="75000"/>
                  </a:schemeClr>
                </a:solidFill>
              </a:rPr>
              <a:t>X</a:t>
            </a:r>
            <a:endParaRPr lang="en-US" sz="1800" dirty="0">
              <a:solidFill>
                <a:schemeClr val="tx1">
                  <a:lumMod val="25000"/>
                  <a:lumOff val="75000"/>
                </a:schemeClr>
              </a:solidFill>
            </a:endParaRPr>
          </a:p>
        </p:txBody>
      </p:sp>
      <p:sp>
        <p:nvSpPr>
          <p:cNvPr id="114" name="Rechteck 113"/>
          <p:cNvSpPr>
            <a:spLocks noChangeAspect="1"/>
          </p:cNvSpPr>
          <p:nvPr/>
        </p:nvSpPr>
        <p:spPr>
          <a:xfrm>
            <a:off x="5190598" y="1779370"/>
            <a:ext cx="179442" cy="178334"/>
          </a:xfrm>
          <a:prstGeom prst="rect">
            <a:avLst/>
          </a:prstGeom>
          <a:pattFill prst="ltUpDiag">
            <a:fgClr>
              <a:schemeClr val="bg2">
                <a:lumMod val="20000"/>
                <a:lumOff val="80000"/>
              </a:schemeClr>
            </a:fgClr>
            <a:bgClr>
              <a:schemeClr val="bg1"/>
            </a:bgClr>
          </a:pattFill>
          <a:ln w="317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tIns="90000" bIns="90000" rtlCol="0" anchor="ctr" anchorCtr="0"/>
          <a:lstStyle/>
          <a:p>
            <a:pPr algn="ctr" defTabSz="457189"/>
            <a:r>
              <a:rPr lang="en-US" sz="1800" dirty="0">
                <a:solidFill>
                  <a:schemeClr val="tx1">
                    <a:lumMod val="25000"/>
                    <a:lumOff val="75000"/>
                  </a:schemeClr>
                </a:solidFill>
              </a:rPr>
              <a:t>X</a:t>
            </a:r>
          </a:p>
        </p:txBody>
      </p:sp>
      <p:cxnSp>
        <p:nvCxnSpPr>
          <p:cNvPr id="115" name="Gerade Verbindung 114"/>
          <p:cNvCxnSpPr/>
          <p:nvPr/>
        </p:nvCxnSpPr>
        <p:spPr>
          <a:xfrm>
            <a:off x="5188327" y="1762013"/>
            <a:ext cx="0" cy="534105"/>
          </a:xfrm>
          <a:prstGeom prst="line">
            <a:avLst/>
          </a:prstGeom>
          <a:ln w="9525" cap="rnd"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116" name="Gerade Verbindung 115"/>
          <p:cNvCxnSpPr/>
          <p:nvPr/>
        </p:nvCxnSpPr>
        <p:spPr>
          <a:xfrm>
            <a:off x="5554060" y="1762013"/>
            <a:ext cx="0" cy="534105"/>
          </a:xfrm>
          <a:prstGeom prst="line">
            <a:avLst/>
          </a:prstGeom>
          <a:ln w="9525" cap="rnd"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4" name="Ellipse 3">
            <a:extLst>
              <a:ext uri="{FF2B5EF4-FFF2-40B4-BE49-F238E27FC236}">
                <a16:creationId xmlns:a16="http://schemas.microsoft.com/office/drawing/2014/main" id="{B6E3EE6E-1D03-4506-B015-458244C4538A}"/>
              </a:ext>
            </a:extLst>
          </p:cNvPr>
          <p:cNvSpPr/>
          <p:nvPr/>
        </p:nvSpPr>
        <p:spPr>
          <a:xfrm>
            <a:off x="6781946" y="1771525"/>
            <a:ext cx="342489" cy="342490"/>
          </a:xfrm>
          <a:prstGeom prst="ellipse">
            <a:avLst/>
          </a:prstGeom>
          <a:solidFill>
            <a:schemeClr val="accent3">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000" tIns="90000" rIns="36000" bIns="90000" rtlCol="0" anchor="ctr" anchorCtr="0"/>
          <a:lstStyle/>
          <a:p>
            <a:pPr algn="ctr">
              <a:lnSpc>
                <a:spcPct val="90000"/>
              </a:lnSpc>
              <a:spcAft>
                <a:spcPts val="600"/>
              </a:spcAft>
            </a:pPr>
            <a:r>
              <a:rPr lang="en-GB" sz="800" dirty="0">
                <a:solidFill>
                  <a:schemeClr val="bg1"/>
                </a:solidFill>
              </a:rPr>
              <a:t>Partner</a:t>
            </a:r>
            <a:br>
              <a:rPr lang="en-GB" sz="800" dirty="0">
                <a:solidFill>
                  <a:schemeClr val="bg1"/>
                </a:solidFill>
              </a:rPr>
            </a:br>
            <a:r>
              <a:rPr lang="en-GB" sz="800" dirty="0">
                <a:solidFill>
                  <a:schemeClr val="bg1"/>
                </a:solidFill>
              </a:rPr>
              <a:t>logo</a:t>
            </a:r>
          </a:p>
        </p:txBody>
      </p:sp>
      <p:sp>
        <p:nvSpPr>
          <p:cNvPr id="80" name="Rechteck 79">
            <a:extLst>
              <a:ext uri="{FF2B5EF4-FFF2-40B4-BE49-F238E27FC236}">
                <a16:creationId xmlns:a16="http://schemas.microsoft.com/office/drawing/2014/main" id="{3FEB0672-1AFD-41CC-A834-C055CA110D98}"/>
              </a:ext>
            </a:extLst>
          </p:cNvPr>
          <p:cNvSpPr/>
          <p:nvPr/>
        </p:nvSpPr>
        <p:spPr>
          <a:xfrm>
            <a:off x="5588579" y="1779370"/>
            <a:ext cx="763344" cy="328433"/>
          </a:xfrm>
          <a:prstGeom prst="rect">
            <a:avLst/>
          </a:prstGeom>
          <a:solidFill>
            <a:schemeClr val="accent3">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000" tIns="90000" rIns="36000" bIns="90000" rtlCol="0" anchor="ctr" anchorCtr="0"/>
          <a:lstStyle/>
          <a:p>
            <a:pPr algn="ctr">
              <a:lnSpc>
                <a:spcPct val="90000"/>
              </a:lnSpc>
              <a:spcAft>
                <a:spcPts val="600"/>
              </a:spcAft>
            </a:pPr>
            <a:r>
              <a:rPr lang="en-GB" sz="800" dirty="0">
                <a:solidFill>
                  <a:schemeClr val="bg1"/>
                </a:solidFill>
              </a:rPr>
              <a:t>Partner logo</a:t>
            </a:r>
          </a:p>
        </p:txBody>
      </p:sp>
      <p:sp>
        <p:nvSpPr>
          <p:cNvPr id="81" name="Rechteck 80">
            <a:extLst>
              <a:ext uri="{FF2B5EF4-FFF2-40B4-BE49-F238E27FC236}">
                <a16:creationId xmlns:a16="http://schemas.microsoft.com/office/drawing/2014/main" id="{4F01A24E-16D3-41F8-93FA-D465C4B2745A}"/>
              </a:ext>
            </a:extLst>
          </p:cNvPr>
          <p:cNvSpPr/>
          <p:nvPr/>
        </p:nvSpPr>
        <p:spPr>
          <a:xfrm>
            <a:off x="3926465" y="1825930"/>
            <a:ext cx="1224212" cy="209152"/>
          </a:xfrm>
          <a:prstGeom prst="rect">
            <a:avLst/>
          </a:prstGeom>
          <a:solidFill>
            <a:schemeClr val="accent3">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90000" rIns="36000" bIns="36000" numCol="1" spcCol="0" rtlCol="0" fromWordArt="0" anchor="b" anchorCtr="0" forceAA="0" compatLnSpc="1">
            <a:prstTxWarp prst="textNoShape">
              <a:avLst/>
            </a:prstTxWarp>
            <a:noAutofit/>
          </a:bodyPr>
          <a:lstStyle/>
          <a:p>
            <a:pPr algn="ctr">
              <a:lnSpc>
                <a:spcPct val="90000"/>
              </a:lnSpc>
              <a:spcAft>
                <a:spcPts val="600"/>
              </a:spcAft>
            </a:pPr>
            <a:r>
              <a:rPr lang="en-GB" sz="800">
                <a:solidFill>
                  <a:schemeClr val="bg1"/>
                </a:solidFill>
              </a:rPr>
              <a:t>Partner logo</a:t>
            </a:r>
            <a:endParaRPr lang="en-GB" sz="800" dirty="0">
              <a:solidFill>
                <a:schemeClr val="bg1"/>
              </a:solidFill>
            </a:endParaRPr>
          </a:p>
        </p:txBody>
      </p:sp>
      <p:sp>
        <p:nvSpPr>
          <p:cNvPr id="82" name="Rechteck 81">
            <a:extLst>
              <a:ext uri="{FF2B5EF4-FFF2-40B4-BE49-F238E27FC236}">
                <a16:creationId xmlns:a16="http://schemas.microsoft.com/office/drawing/2014/main" id="{01AC7F9F-98D8-470F-B3EC-2988444AFD7E}"/>
              </a:ext>
            </a:extLst>
          </p:cNvPr>
          <p:cNvSpPr/>
          <p:nvPr/>
        </p:nvSpPr>
        <p:spPr>
          <a:xfrm>
            <a:off x="2511537" y="1770067"/>
            <a:ext cx="990486" cy="512926"/>
          </a:xfrm>
          <a:prstGeom prst="rect">
            <a:avLst/>
          </a:prstGeom>
          <a:solidFill>
            <a:schemeClr val="accent3">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000" tIns="90000" rIns="36000" bIns="36000" rtlCol="0" anchor="ctr" anchorCtr="0"/>
          <a:lstStyle/>
          <a:p>
            <a:pPr algn="ctr">
              <a:lnSpc>
                <a:spcPct val="90000"/>
              </a:lnSpc>
              <a:spcAft>
                <a:spcPts val="600"/>
              </a:spcAft>
            </a:pPr>
            <a:r>
              <a:rPr lang="en-GB" sz="800" dirty="0">
                <a:solidFill>
                  <a:schemeClr val="bg1"/>
                </a:solidFill>
              </a:rPr>
              <a:t>Partner logo</a:t>
            </a:r>
          </a:p>
        </p:txBody>
      </p:sp>
      <p:sp>
        <p:nvSpPr>
          <p:cNvPr id="83" name="Rechteck 33">
            <a:hlinkClick r:id="rId2" action="ppaction://hlinksldjump"/>
            <a:extLst>
              <a:ext uri="{FF2B5EF4-FFF2-40B4-BE49-F238E27FC236}">
                <a16:creationId xmlns:a16="http://schemas.microsoft.com/office/drawing/2014/main" id="{57FBA21F-8DD2-4532-A012-0ECEAD8B0FA3}"/>
              </a:ext>
            </a:extLst>
          </p:cNvPr>
          <p:cNvSpPr/>
          <p:nvPr/>
        </p:nvSpPr>
        <p:spPr>
          <a:xfrm>
            <a:off x="73437" y="1495370"/>
            <a:ext cx="790163" cy="216000"/>
          </a:xfrm>
          <a:prstGeom prst="rect">
            <a:avLst/>
          </a:prstGeom>
          <a:solidFill>
            <a:schemeClr val="tx2"/>
          </a:solidFill>
          <a:ln w="19050">
            <a:noFill/>
          </a:ln>
        </p:spPr>
        <p:txBody>
          <a:bodyPr wrap="none" lIns="36000" tIns="72000" bIns="72000" anchor="ctr">
            <a:noAutofit/>
          </a:bodyPr>
          <a:lstStyle/>
          <a:p>
            <a:pPr>
              <a:lnSpc>
                <a:spcPct val="90000"/>
              </a:lnSpc>
            </a:pPr>
            <a:r>
              <a:rPr lang="en-GB" sz="1000" dirty="0">
                <a:solidFill>
                  <a:schemeClr val="bg1"/>
                </a:solidFill>
              </a:rPr>
              <a:t>Co-branding</a:t>
            </a:r>
          </a:p>
        </p:txBody>
      </p:sp>
      <p:grpSp>
        <p:nvGrpSpPr>
          <p:cNvPr id="96" name="Group 95">
            <a:extLst>
              <a:ext uri="{FF2B5EF4-FFF2-40B4-BE49-F238E27FC236}">
                <a16:creationId xmlns:a16="http://schemas.microsoft.com/office/drawing/2014/main" id="{41C39BE9-C685-403F-99C1-E0A50EA07E3D}"/>
              </a:ext>
            </a:extLst>
          </p:cNvPr>
          <p:cNvGrpSpPr>
            <a:grpSpLocks noChangeAspect="1"/>
          </p:cNvGrpSpPr>
          <p:nvPr/>
        </p:nvGrpSpPr>
        <p:grpSpPr>
          <a:xfrm>
            <a:off x="1223963" y="1762012"/>
            <a:ext cx="809728" cy="540000"/>
            <a:chOff x="2947569" y="1486378"/>
            <a:chExt cx="1795881" cy="1197656"/>
          </a:xfrm>
        </p:grpSpPr>
        <p:sp>
          <p:nvSpPr>
            <p:cNvPr id="97" name="Freeform: Shape 96">
              <a:extLst>
                <a:ext uri="{FF2B5EF4-FFF2-40B4-BE49-F238E27FC236}">
                  <a16:creationId xmlns:a16="http://schemas.microsoft.com/office/drawing/2014/main" id="{EA505B63-4949-4A6A-AC7D-61864FAC5C38}"/>
                </a:ext>
              </a:extLst>
            </p:cNvPr>
            <p:cNvSpPr/>
            <p:nvPr/>
          </p:nvSpPr>
          <p:spPr>
            <a:xfrm>
              <a:off x="3976213" y="1486378"/>
              <a:ext cx="767237" cy="767236"/>
            </a:xfrm>
            <a:custGeom>
              <a:avLst/>
              <a:gdLst>
                <a:gd name="connsiteX0" fmla="*/ 153291 w 2650554"/>
                <a:gd name="connsiteY0" fmla="*/ 707403 h 2650554"/>
                <a:gd name="connsiteX1" fmla="*/ 153291 w 2650554"/>
                <a:gd name="connsiteY1" fmla="*/ 1943152 h 2650554"/>
                <a:gd name="connsiteX2" fmla="*/ 104147 w 2650554"/>
                <a:gd name="connsiteY2" fmla="*/ 1841135 h 2650554"/>
                <a:gd name="connsiteX3" fmla="*/ 0 w 2650554"/>
                <a:gd name="connsiteY3" fmla="*/ 1325277 h 2650554"/>
                <a:gd name="connsiteX4" fmla="*/ 104147 w 2650554"/>
                <a:gd name="connsiteY4" fmla="*/ 809420 h 2650554"/>
                <a:gd name="connsiteX5" fmla="*/ 1325277 w 2650554"/>
                <a:gd name="connsiteY5" fmla="*/ 0 h 2650554"/>
                <a:gd name="connsiteX6" fmla="*/ 2650554 w 2650554"/>
                <a:gd name="connsiteY6" fmla="*/ 1325277 h 2650554"/>
                <a:gd name="connsiteX7" fmla="*/ 1325277 w 2650554"/>
                <a:gd name="connsiteY7" fmla="*/ 2650554 h 2650554"/>
                <a:gd name="connsiteX8" fmla="*/ 302629 w 2650554"/>
                <a:gd name="connsiteY8" fmla="*/ 2168276 h 2650554"/>
                <a:gd name="connsiteX9" fmla="*/ 252590 w 2650554"/>
                <a:gd name="connsiteY9" fmla="*/ 2101360 h 2650554"/>
                <a:gd name="connsiteX10" fmla="*/ 363376 w 2650554"/>
                <a:gd name="connsiteY10" fmla="*/ 2101360 h 2650554"/>
                <a:gd name="connsiteX11" fmla="*/ 729428 w 2650554"/>
                <a:gd name="connsiteY11" fmla="*/ 2101360 h 2650554"/>
                <a:gd name="connsiteX12" fmla="*/ 729428 w 2650554"/>
                <a:gd name="connsiteY12" fmla="*/ 1931019 h 2650554"/>
                <a:gd name="connsiteX13" fmla="*/ 363376 w 2650554"/>
                <a:gd name="connsiteY13" fmla="*/ 1931019 h 2650554"/>
                <a:gd name="connsiteX14" fmla="*/ 363376 w 2650554"/>
                <a:gd name="connsiteY14" fmla="*/ 1373934 h 2650554"/>
                <a:gd name="connsiteX15" fmla="*/ 684601 w 2650554"/>
                <a:gd name="connsiteY15" fmla="*/ 1373934 h 2650554"/>
                <a:gd name="connsiteX16" fmla="*/ 684601 w 2650554"/>
                <a:gd name="connsiteY16" fmla="*/ 1203593 h 2650554"/>
                <a:gd name="connsiteX17" fmla="*/ 363376 w 2650554"/>
                <a:gd name="connsiteY17" fmla="*/ 1203593 h 2650554"/>
                <a:gd name="connsiteX18" fmla="*/ 363376 w 2650554"/>
                <a:gd name="connsiteY18" fmla="*/ 679122 h 2650554"/>
                <a:gd name="connsiteX19" fmla="*/ 729428 w 2650554"/>
                <a:gd name="connsiteY19" fmla="*/ 679122 h 2650554"/>
                <a:gd name="connsiteX20" fmla="*/ 729428 w 2650554"/>
                <a:gd name="connsiteY20" fmla="*/ 508781 h 2650554"/>
                <a:gd name="connsiteX21" fmla="*/ 363376 w 2650554"/>
                <a:gd name="connsiteY21" fmla="*/ 508781 h 2650554"/>
                <a:gd name="connsiteX22" fmla="*/ 282811 w 2650554"/>
                <a:gd name="connsiteY22" fmla="*/ 508781 h 2650554"/>
                <a:gd name="connsiteX23" fmla="*/ 302629 w 2650554"/>
                <a:gd name="connsiteY23" fmla="*/ 482278 h 2650554"/>
                <a:gd name="connsiteX24" fmla="*/ 1325277 w 2650554"/>
                <a:gd name="connsiteY24" fmla="*/ 0 h 2650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650554" h="2650554">
                  <a:moveTo>
                    <a:pt x="153291" y="707403"/>
                  </a:moveTo>
                  <a:lnTo>
                    <a:pt x="153291" y="1943152"/>
                  </a:lnTo>
                  <a:lnTo>
                    <a:pt x="104147" y="1841135"/>
                  </a:lnTo>
                  <a:cubicBezTo>
                    <a:pt x="37084" y="1682581"/>
                    <a:pt x="0" y="1508260"/>
                    <a:pt x="0" y="1325277"/>
                  </a:cubicBezTo>
                  <a:cubicBezTo>
                    <a:pt x="0" y="1142295"/>
                    <a:pt x="37084" y="967973"/>
                    <a:pt x="104147" y="809420"/>
                  </a:cubicBezTo>
                  <a:close/>
                  <a:moveTo>
                    <a:pt x="1325277" y="0"/>
                  </a:moveTo>
                  <a:cubicBezTo>
                    <a:pt x="2057207" y="0"/>
                    <a:pt x="2650554" y="593347"/>
                    <a:pt x="2650554" y="1325277"/>
                  </a:cubicBezTo>
                  <a:cubicBezTo>
                    <a:pt x="2650554" y="2057207"/>
                    <a:pt x="2057207" y="2650554"/>
                    <a:pt x="1325277" y="2650554"/>
                  </a:cubicBezTo>
                  <a:cubicBezTo>
                    <a:pt x="913567" y="2650554"/>
                    <a:pt x="545705" y="2462815"/>
                    <a:pt x="302629" y="2168276"/>
                  </a:cubicBezTo>
                  <a:lnTo>
                    <a:pt x="252590" y="2101360"/>
                  </a:lnTo>
                  <a:lnTo>
                    <a:pt x="363376" y="2101360"/>
                  </a:lnTo>
                  <a:lnTo>
                    <a:pt x="729428" y="2101360"/>
                  </a:lnTo>
                  <a:lnTo>
                    <a:pt x="729428" y="1931019"/>
                  </a:lnTo>
                  <a:lnTo>
                    <a:pt x="363376" y="1931019"/>
                  </a:lnTo>
                  <a:lnTo>
                    <a:pt x="363376" y="1373934"/>
                  </a:lnTo>
                  <a:lnTo>
                    <a:pt x="684601" y="1373934"/>
                  </a:lnTo>
                  <a:lnTo>
                    <a:pt x="684601" y="1203593"/>
                  </a:lnTo>
                  <a:lnTo>
                    <a:pt x="363376" y="1203593"/>
                  </a:lnTo>
                  <a:lnTo>
                    <a:pt x="363376" y="679122"/>
                  </a:lnTo>
                  <a:lnTo>
                    <a:pt x="729428" y="679122"/>
                  </a:lnTo>
                  <a:lnTo>
                    <a:pt x="729428" y="508781"/>
                  </a:lnTo>
                  <a:lnTo>
                    <a:pt x="363376" y="508781"/>
                  </a:lnTo>
                  <a:lnTo>
                    <a:pt x="282811" y="508781"/>
                  </a:lnTo>
                  <a:lnTo>
                    <a:pt x="302629" y="482278"/>
                  </a:lnTo>
                  <a:cubicBezTo>
                    <a:pt x="545705" y="187739"/>
                    <a:pt x="913567" y="0"/>
                    <a:pt x="1325277" y="0"/>
                  </a:cubicBezTo>
                  <a:close/>
                </a:path>
              </a:pathLst>
            </a:custGeom>
            <a:solidFill>
              <a:schemeClr val="tx2"/>
            </a:solid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10" name="Freeform: Shape 109">
              <a:extLst>
                <a:ext uri="{FF2B5EF4-FFF2-40B4-BE49-F238E27FC236}">
                  <a16:creationId xmlns:a16="http://schemas.microsoft.com/office/drawing/2014/main" id="{EDF939AB-7CB6-46B4-9482-BBCF77AFE4B1}"/>
                </a:ext>
              </a:extLst>
            </p:cNvPr>
            <p:cNvSpPr/>
            <p:nvPr/>
          </p:nvSpPr>
          <p:spPr>
            <a:xfrm>
              <a:off x="2947569" y="1625897"/>
              <a:ext cx="1792582" cy="1058137"/>
            </a:xfrm>
            <a:custGeom>
              <a:avLst/>
              <a:gdLst>
                <a:gd name="connsiteX0" fmla="*/ 1653463 w 1792582"/>
                <a:gd name="connsiteY0" fmla="*/ 914845 h 1058137"/>
                <a:gd name="connsiteX1" fmla="*/ 1638885 w 1792582"/>
                <a:gd name="connsiteY1" fmla="*/ 954895 h 1058137"/>
                <a:gd name="connsiteX2" fmla="*/ 1653463 w 1792582"/>
                <a:gd name="connsiteY2" fmla="*/ 994945 h 1058137"/>
                <a:gd name="connsiteX3" fmla="*/ 1668040 w 1792582"/>
                <a:gd name="connsiteY3" fmla="*/ 954895 h 1058137"/>
                <a:gd name="connsiteX4" fmla="*/ 1653463 w 1792582"/>
                <a:gd name="connsiteY4" fmla="*/ 914845 h 1058137"/>
                <a:gd name="connsiteX5" fmla="*/ 166428 w 1792582"/>
                <a:gd name="connsiteY5" fmla="*/ 914707 h 1058137"/>
                <a:gd name="connsiteX6" fmla="*/ 151851 w 1792582"/>
                <a:gd name="connsiteY6" fmla="*/ 954758 h 1058137"/>
                <a:gd name="connsiteX7" fmla="*/ 166428 w 1792582"/>
                <a:gd name="connsiteY7" fmla="*/ 994808 h 1058137"/>
                <a:gd name="connsiteX8" fmla="*/ 181005 w 1792582"/>
                <a:gd name="connsiteY8" fmla="*/ 954758 h 1058137"/>
                <a:gd name="connsiteX9" fmla="*/ 166428 w 1792582"/>
                <a:gd name="connsiteY9" fmla="*/ 914707 h 1058137"/>
                <a:gd name="connsiteX10" fmla="*/ 1484566 w 1792582"/>
                <a:gd name="connsiteY10" fmla="*/ 912443 h 1058137"/>
                <a:gd name="connsiteX11" fmla="*/ 1469642 w 1792582"/>
                <a:gd name="connsiteY11" fmla="*/ 937376 h 1058137"/>
                <a:gd name="connsiteX12" fmla="*/ 1469546 w 1792582"/>
                <a:gd name="connsiteY12" fmla="*/ 942259 h 1058137"/>
                <a:gd name="connsiteX13" fmla="*/ 1499391 w 1792582"/>
                <a:gd name="connsiteY13" fmla="*/ 942259 h 1058137"/>
                <a:gd name="connsiteX14" fmla="*/ 1499206 w 1792582"/>
                <a:gd name="connsiteY14" fmla="*/ 937354 h 1058137"/>
                <a:gd name="connsiteX15" fmla="*/ 1484566 w 1792582"/>
                <a:gd name="connsiteY15" fmla="*/ 912443 h 1058137"/>
                <a:gd name="connsiteX16" fmla="*/ 1070393 w 1792582"/>
                <a:gd name="connsiteY16" fmla="*/ 912443 h 1058137"/>
                <a:gd name="connsiteX17" fmla="*/ 1055156 w 1792582"/>
                <a:gd name="connsiteY17" fmla="*/ 953247 h 1058137"/>
                <a:gd name="connsiteX18" fmla="*/ 1070393 w 1792582"/>
                <a:gd name="connsiteY18" fmla="*/ 994053 h 1058137"/>
                <a:gd name="connsiteX19" fmla="*/ 1085631 w 1792582"/>
                <a:gd name="connsiteY19" fmla="*/ 953247 h 1058137"/>
                <a:gd name="connsiteX20" fmla="*/ 1070393 w 1792582"/>
                <a:gd name="connsiteY20" fmla="*/ 912443 h 1058137"/>
                <a:gd name="connsiteX21" fmla="*/ 915496 w 1792582"/>
                <a:gd name="connsiteY21" fmla="*/ 912443 h 1058137"/>
                <a:gd name="connsiteX22" fmla="*/ 900573 w 1792582"/>
                <a:gd name="connsiteY22" fmla="*/ 937376 h 1058137"/>
                <a:gd name="connsiteX23" fmla="*/ 900476 w 1792582"/>
                <a:gd name="connsiteY23" fmla="*/ 942259 h 1058137"/>
                <a:gd name="connsiteX24" fmla="*/ 930321 w 1792582"/>
                <a:gd name="connsiteY24" fmla="*/ 942259 h 1058137"/>
                <a:gd name="connsiteX25" fmla="*/ 930137 w 1792582"/>
                <a:gd name="connsiteY25" fmla="*/ 937354 h 1058137"/>
                <a:gd name="connsiteX26" fmla="*/ 915496 w 1792582"/>
                <a:gd name="connsiteY26" fmla="*/ 912443 h 1058137"/>
                <a:gd name="connsiteX27" fmla="*/ 637849 w 1792582"/>
                <a:gd name="connsiteY27" fmla="*/ 912443 h 1058137"/>
                <a:gd name="connsiteX28" fmla="*/ 622612 w 1792582"/>
                <a:gd name="connsiteY28" fmla="*/ 953247 h 1058137"/>
                <a:gd name="connsiteX29" fmla="*/ 637849 w 1792582"/>
                <a:gd name="connsiteY29" fmla="*/ 994053 h 1058137"/>
                <a:gd name="connsiteX30" fmla="*/ 653087 w 1792582"/>
                <a:gd name="connsiteY30" fmla="*/ 953247 h 1058137"/>
                <a:gd name="connsiteX31" fmla="*/ 637849 w 1792582"/>
                <a:gd name="connsiteY31" fmla="*/ 912443 h 1058137"/>
                <a:gd name="connsiteX32" fmla="*/ 263432 w 1792582"/>
                <a:gd name="connsiteY32" fmla="*/ 912443 h 1058137"/>
                <a:gd name="connsiteX33" fmla="*/ 248508 w 1792582"/>
                <a:gd name="connsiteY33" fmla="*/ 937376 h 1058137"/>
                <a:gd name="connsiteX34" fmla="*/ 248412 w 1792582"/>
                <a:gd name="connsiteY34" fmla="*/ 942259 h 1058137"/>
                <a:gd name="connsiteX35" fmla="*/ 278257 w 1792582"/>
                <a:gd name="connsiteY35" fmla="*/ 942259 h 1058137"/>
                <a:gd name="connsiteX36" fmla="*/ 278072 w 1792582"/>
                <a:gd name="connsiteY36" fmla="*/ 937354 h 1058137"/>
                <a:gd name="connsiteX37" fmla="*/ 263432 w 1792582"/>
                <a:gd name="connsiteY37" fmla="*/ 912443 h 1058137"/>
                <a:gd name="connsiteX38" fmla="*/ 1714910 w 1792582"/>
                <a:gd name="connsiteY38" fmla="*/ 896590 h 1058137"/>
                <a:gd name="connsiteX39" fmla="*/ 1734882 w 1792582"/>
                <a:gd name="connsiteY39" fmla="*/ 896590 h 1058137"/>
                <a:gd name="connsiteX40" fmla="*/ 1753333 w 1792582"/>
                <a:gd name="connsiteY40" fmla="*/ 971008 h 1058137"/>
                <a:gd name="connsiteX41" fmla="*/ 1772205 w 1792582"/>
                <a:gd name="connsiteY41" fmla="*/ 896590 h 1058137"/>
                <a:gd name="connsiteX42" fmla="*/ 1792177 w 1792582"/>
                <a:gd name="connsiteY42" fmla="*/ 896590 h 1058137"/>
                <a:gd name="connsiteX43" fmla="*/ 1746000 w 1792582"/>
                <a:gd name="connsiteY43" fmla="*/ 1058137 h 1058137"/>
                <a:gd name="connsiteX44" fmla="*/ 1726028 w 1792582"/>
                <a:gd name="connsiteY44" fmla="*/ 1058137 h 1058137"/>
                <a:gd name="connsiteX45" fmla="*/ 1742258 w 1792582"/>
                <a:gd name="connsiteY45" fmla="*/ 998644 h 1058137"/>
                <a:gd name="connsiteX46" fmla="*/ 1350499 w 1792582"/>
                <a:gd name="connsiteY46" fmla="*/ 896590 h 1058137"/>
                <a:gd name="connsiteX47" fmla="*/ 1370471 w 1792582"/>
                <a:gd name="connsiteY47" fmla="*/ 896590 h 1058137"/>
                <a:gd name="connsiteX48" fmla="*/ 1370471 w 1792582"/>
                <a:gd name="connsiteY48" fmla="*/ 912636 h 1058137"/>
                <a:gd name="connsiteX49" fmla="*/ 1392815 w 1792582"/>
                <a:gd name="connsiteY49" fmla="*/ 896973 h 1058137"/>
                <a:gd name="connsiteX50" fmla="*/ 1417110 w 1792582"/>
                <a:gd name="connsiteY50" fmla="*/ 931246 h 1058137"/>
                <a:gd name="connsiteX51" fmla="*/ 1417582 w 1792582"/>
                <a:gd name="connsiteY51" fmla="*/ 1009192 h 1058137"/>
                <a:gd name="connsiteX52" fmla="*/ 1397610 w 1792582"/>
                <a:gd name="connsiteY52" fmla="*/ 1009192 h 1058137"/>
                <a:gd name="connsiteX53" fmla="*/ 1397893 w 1792582"/>
                <a:gd name="connsiteY53" fmla="*/ 936367 h 1058137"/>
                <a:gd name="connsiteX54" fmla="*/ 1385541 w 1792582"/>
                <a:gd name="connsiteY54" fmla="*/ 914392 h 1058137"/>
                <a:gd name="connsiteX55" fmla="*/ 1370504 w 1792582"/>
                <a:gd name="connsiteY55" fmla="*/ 934362 h 1058137"/>
                <a:gd name="connsiteX56" fmla="*/ 1370390 w 1792582"/>
                <a:gd name="connsiteY56" fmla="*/ 937613 h 1058137"/>
                <a:gd name="connsiteX57" fmla="*/ 1370170 w 1792582"/>
                <a:gd name="connsiteY57" fmla="*/ 937613 h 1058137"/>
                <a:gd name="connsiteX58" fmla="*/ 1370170 w 1792582"/>
                <a:gd name="connsiteY58" fmla="*/ 996661 h 1058137"/>
                <a:gd name="connsiteX59" fmla="*/ 1370471 w 1792582"/>
                <a:gd name="connsiteY59" fmla="*/ 996661 h 1058137"/>
                <a:gd name="connsiteX60" fmla="*/ 1370471 w 1792582"/>
                <a:gd name="connsiteY60" fmla="*/ 1009192 h 1058137"/>
                <a:gd name="connsiteX61" fmla="*/ 1350499 w 1792582"/>
                <a:gd name="connsiteY61" fmla="*/ 1009192 h 1058137"/>
                <a:gd name="connsiteX62" fmla="*/ 703301 w 1792582"/>
                <a:gd name="connsiteY62" fmla="*/ 896590 h 1058137"/>
                <a:gd name="connsiteX63" fmla="*/ 723273 w 1792582"/>
                <a:gd name="connsiteY63" fmla="*/ 896590 h 1058137"/>
                <a:gd name="connsiteX64" fmla="*/ 723273 w 1792582"/>
                <a:gd name="connsiteY64" fmla="*/ 935890 h 1058137"/>
                <a:gd name="connsiteX65" fmla="*/ 723669 w 1792582"/>
                <a:gd name="connsiteY65" fmla="*/ 935767 h 1058137"/>
                <a:gd name="connsiteX66" fmla="*/ 723669 w 1792582"/>
                <a:gd name="connsiteY66" fmla="*/ 977978 h 1058137"/>
                <a:gd name="connsiteX67" fmla="*/ 723993 w 1792582"/>
                <a:gd name="connsiteY67" fmla="*/ 977978 h 1058137"/>
                <a:gd name="connsiteX68" fmla="*/ 724972 w 1792582"/>
                <a:gd name="connsiteY68" fmla="*/ 985894 h 1058137"/>
                <a:gd name="connsiteX69" fmla="*/ 736125 w 1792582"/>
                <a:gd name="connsiteY69" fmla="*/ 994808 h 1058137"/>
                <a:gd name="connsiteX70" fmla="*/ 747278 w 1792582"/>
                <a:gd name="connsiteY70" fmla="*/ 985873 h 1058137"/>
                <a:gd name="connsiteX71" fmla="*/ 748257 w 1792582"/>
                <a:gd name="connsiteY71" fmla="*/ 977978 h 1058137"/>
                <a:gd name="connsiteX72" fmla="*/ 748582 w 1792582"/>
                <a:gd name="connsiteY72" fmla="*/ 977978 h 1058137"/>
                <a:gd name="connsiteX73" fmla="*/ 748582 w 1792582"/>
                <a:gd name="connsiteY73" fmla="*/ 917038 h 1058137"/>
                <a:gd name="connsiteX74" fmla="*/ 748575 w 1792582"/>
                <a:gd name="connsiteY74" fmla="*/ 917038 h 1058137"/>
                <a:gd name="connsiteX75" fmla="*/ 748575 w 1792582"/>
                <a:gd name="connsiteY75" fmla="*/ 896590 h 1058137"/>
                <a:gd name="connsiteX76" fmla="*/ 768547 w 1792582"/>
                <a:gd name="connsiteY76" fmla="*/ 896590 h 1058137"/>
                <a:gd name="connsiteX77" fmla="*/ 768547 w 1792582"/>
                <a:gd name="connsiteY77" fmla="*/ 975013 h 1058137"/>
                <a:gd name="connsiteX78" fmla="*/ 768547 w 1792582"/>
                <a:gd name="connsiteY78" fmla="*/ 975015 h 1058137"/>
                <a:gd name="connsiteX79" fmla="*/ 768547 w 1792582"/>
                <a:gd name="connsiteY79" fmla="*/ 975018 h 1058137"/>
                <a:gd name="connsiteX80" fmla="*/ 768547 w 1792582"/>
                <a:gd name="connsiteY80" fmla="*/ 976933 h 1058137"/>
                <a:gd name="connsiteX81" fmla="*/ 768420 w 1792582"/>
                <a:gd name="connsiteY81" fmla="*/ 976933 h 1058137"/>
                <a:gd name="connsiteX82" fmla="*/ 767494 w 1792582"/>
                <a:gd name="connsiteY82" fmla="*/ 990893 h 1058137"/>
                <a:gd name="connsiteX83" fmla="*/ 735985 w 1792582"/>
                <a:gd name="connsiteY83" fmla="*/ 1015821 h 1058137"/>
                <a:gd name="connsiteX84" fmla="*/ 704476 w 1792582"/>
                <a:gd name="connsiteY84" fmla="*/ 990904 h 1058137"/>
                <a:gd name="connsiteX85" fmla="*/ 703550 w 1792582"/>
                <a:gd name="connsiteY85" fmla="*/ 976933 h 1058137"/>
                <a:gd name="connsiteX86" fmla="*/ 703301 w 1792582"/>
                <a:gd name="connsiteY86" fmla="*/ 976933 h 1058137"/>
                <a:gd name="connsiteX87" fmla="*/ 326701 w 1792582"/>
                <a:gd name="connsiteY87" fmla="*/ 896590 h 1058137"/>
                <a:gd name="connsiteX88" fmla="*/ 346672 w 1792582"/>
                <a:gd name="connsiteY88" fmla="*/ 896590 h 1058137"/>
                <a:gd name="connsiteX89" fmla="*/ 346672 w 1792582"/>
                <a:gd name="connsiteY89" fmla="*/ 912636 h 1058137"/>
                <a:gd name="connsiteX90" fmla="*/ 369017 w 1792582"/>
                <a:gd name="connsiteY90" fmla="*/ 896973 h 1058137"/>
                <a:gd name="connsiteX91" fmla="*/ 393311 w 1792582"/>
                <a:gd name="connsiteY91" fmla="*/ 931246 h 1058137"/>
                <a:gd name="connsiteX92" fmla="*/ 393784 w 1792582"/>
                <a:gd name="connsiteY92" fmla="*/ 1009192 h 1058137"/>
                <a:gd name="connsiteX93" fmla="*/ 373812 w 1792582"/>
                <a:gd name="connsiteY93" fmla="*/ 1009192 h 1058137"/>
                <a:gd name="connsiteX94" fmla="*/ 374095 w 1792582"/>
                <a:gd name="connsiteY94" fmla="*/ 936367 h 1058137"/>
                <a:gd name="connsiteX95" fmla="*/ 361743 w 1792582"/>
                <a:gd name="connsiteY95" fmla="*/ 914392 h 1058137"/>
                <a:gd name="connsiteX96" fmla="*/ 346705 w 1792582"/>
                <a:gd name="connsiteY96" fmla="*/ 934362 h 1058137"/>
                <a:gd name="connsiteX97" fmla="*/ 346592 w 1792582"/>
                <a:gd name="connsiteY97" fmla="*/ 937613 h 1058137"/>
                <a:gd name="connsiteX98" fmla="*/ 346372 w 1792582"/>
                <a:gd name="connsiteY98" fmla="*/ 937613 h 1058137"/>
                <a:gd name="connsiteX99" fmla="*/ 346372 w 1792582"/>
                <a:gd name="connsiteY99" fmla="*/ 996661 h 1058137"/>
                <a:gd name="connsiteX100" fmla="*/ 346672 w 1792582"/>
                <a:gd name="connsiteY100" fmla="*/ 996661 h 1058137"/>
                <a:gd name="connsiteX101" fmla="*/ 346672 w 1792582"/>
                <a:gd name="connsiteY101" fmla="*/ 1009192 h 1058137"/>
                <a:gd name="connsiteX102" fmla="*/ 326701 w 1792582"/>
                <a:gd name="connsiteY102" fmla="*/ 1009192 h 1058137"/>
                <a:gd name="connsiteX103" fmla="*/ 1645649 w 1792582"/>
                <a:gd name="connsiteY103" fmla="*/ 896386 h 1058137"/>
                <a:gd name="connsiteX104" fmla="*/ 1665951 w 1792582"/>
                <a:gd name="connsiteY104" fmla="*/ 906430 h 1058137"/>
                <a:gd name="connsiteX105" fmla="*/ 1667038 w 1792582"/>
                <a:gd name="connsiteY105" fmla="*/ 908651 h 1058137"/>
                <a:gd name="connsiteX106" fmla="*/ 1667038 w 1792582"/>
                <a:gd name="connsiteY106" fmla="*/ 896728 h 1058137"/>
                <a:gd name="connsiteX107" fmla="*/ 1687010 w 1792582"/>
                <a:gd name="connsiteY107" fmla="*/ 896728 h 1058137"/>
                <a:gd name="connsiteX108" fmla="*/ 1687010 w 1792582"/>
                <a:gd name="connsiteY108" fmla="*/ 1006787 h 1058137"/>
                <a:gd name="connsiteX109" fmla="*/ 1687010 w 1792582"/>
                <a:gd name="connsiteY109" fmla="*/ 1006791 h 1058137"/>
                <a:gd name="connsiteX110" fmla="*/ 1686300 w 1792582"/>
                <a:gd name="connsiteY110" fmla="*/ 1021179 h 1058137"/>
                <a:gd name="connsiteX111" fmla="*/ 1652581 w 1792582"/>
                <a:gd name="connsiteY111" fmla="*/ 1057001 h 1058137"/>
                <a:gd name="connsiteX112" fmla="*/ 1618862 w 1792582"/>
                <a:gd name="connsiteY112" fmla="*/ 1021162 h 1058137"/>
                <a:gd name="connsiteX113" fmla="*/ 1618816 w 1792582"/>
                <a:gd name="connsiteY113" fmla="*/ 1020222 h 1058137"/>
                <a:gd name="connsiteX114" fmla="*/ 1638139 w 1792582"/>
                <a:gd name="connsiteY114" fmla="*/ 1020222 h 1058137"/>
                <a:gd name="connsiteX115" fmla="*/ 1638891 w 1792582"/>
                <a:gd name="connsiteY115" fmla="*/ 1025506 h 1058137"/>
                <a:gd name="connsiteX116" fmla="*/ 1651560 w 1792582"/>
                <a:gd name="connsiteY116" fmla="*/ 1039738 h 1058137"/>
                <a:gd name="connsiteX117" fmla="*/ 1666731 w 1792582"/>
                <a:gd name="connsiteY117" fmla="*/ 1012557 h 1058137"/>
                <a:gd name="connsiteX118" fmla="*/ 1666892 w 1792582"/>
                <a:gd name="connsiteY118" fmla="*/ 1006787 h 1058137"/>
                <a:gd name="connsiteX119" fmla="*/ 1667038 w 1792582"/>
                <a:gd name="connsiteY119" fmla="*/ 1006787 h 1058137"/>
                <a:gd name="connsiteX120" fmla="*/ 1667038 w 1792582"/>
                <a:gd name="connsiteY120" fmla="*/ 1000603 h 1058137"/>
                <a:gd name="connsiteX121" fmla="*/ 1665481 w 1792582"/>
                <a:gd name="connsiteY121" fmla="*/ 1003725 h 1058137"/>
                <a:gd name="connsiteX122" fmla="*/ 1645649 w 1792582"/>
                <a:gd name="connsiteY122" fmla="*/ 1013718 h 1058137"/>
                <a:gd name="connsiteX123" fmla="*/ 1617463 w 1792582"/>
                <a:gd name="connsiteY123" fmla="*/ 955052 h 1058137"/>
                <a:gd name="connsiteX124" fmla="*/ 1645649 w 1792582"/>
                <a:gd name="connsiteY124" fmla="*/ 896386 h 1058137"/>
                <a:gd name="connsiteX125" fmla="*/ 1483922 w 1792582"/>
                <a:gd name="connsiteY125" fmla="*/ 896249 h 1058137"/>
                <a:gd name="connsiteX126" fmla="*/ 1517429 w 1792582"/>
                <a:gd name="connsiteY126" fmla="*/ 932072 h 1058137"/>
                <a:gd name="connsiteX127" fmla="*/ 1518040 w 1792582"/>
                <a:gd name="connsiteY127" fmla="*/ 959244 h 1058137"/>
                <a:gd name="connsiteX128" fmla="*/ 1469496 w 1792582"/>
                <a:gd name="connsiteY128" fmla="*/ 959244 h 1058137"/>
                <a:gd name="connsiteX129" fmla="*/ 1469772 w 1792582"/>
                <a:gd name="connsiteY129" fmla="*/ 969136 h 1058137"/>
                <a:gd name="connsiteX130" fmla="*/ 1484566 w 1792582"/>
                <a:gd name="connsiteY130" fmla="*/ 994053 h 1058137"/>
                <a:gd name="connsiteX131" fmla="*/ 1497612 w 1792582"/>
                <a:gd name="connsiteY131" fmla="*/ 982086 h 1058137"/>
                <a:gd name="connsiteX132" fmla="*/ 1498822 w 1792582"/>
                <a:gd name="connsiteY132" fmla="*/ 973587 h 1058137"/>
                <a:gd name="connsiteX133" fmla="*/ 1517846 w 1792582"/>
                <a:gd name="connsiteY133" fmla="*/ 973587 h 1058137"/>
                <a:gd name="connsiteX134" fmla="*/ 1517641 w 1792582"/>
                <a:gd name="connsiteY134" fmla="*/ 977742 h 1058137"/>
                <a:gd name="connsiteX135" fmla="*/ 1483922 w 1792582"/>
                <a:gd name="connsiteY135" fmla="*/ 1013580 h 1058137"/>
                <a:gd name="connsiteX136" fmla="*/ 1449076 w 1792582"/>
                <a:gd name="connsiteY136" fmla="*/ 954914 h 1058137"/>
                <a:gd name="connsiteX137" fmla="*/ 1483922 w 1792582"/>
                <a:gd name="connsiteY137" fmla="*/ 896249 h 1058137"/>
                <a:gd name="connsiteX138" fmla="*/ 1070504 w 1792582"/>
                <a:gd name="connsiteY138" fmla="*/ 896249 h 1058137"/>
                <a:gd name="connsiteX139" fmla="*/ 1105350 w 1792582"/>
                <a:gd name="connsiteY139" fmla="*/ 954914 h 1058137"/>
                <a:gd name="connsiteX140" fmla="*/ 1070504 w 1792582"/>
                <a:gd name="connsiteY140" fmla="*/ 1013580 h 1058137"/>
                <a:gd name="connsiteX141" fmla="*/ 1035658 w 1792582"/>
                <a:gd name="connsiteY141" fmla="*/ 954914 h 1058137"/>
                <a:gd name="connsiteX142" fmla="*/ 1070504 w 1792582"/>
                <a:gd name="connsiteY142" fmla="*/ 896249 h 1058137"/>
                <a:gd name="connsiteX143" fmla="*/ 914852 w 1792582"/>
                <a:gd name="connsiteY143" fmla="*/ 896249 h 1058137"/>
                <a:gd name="connsiteX144" fmla="*/ 948359 w 1792582"/>
                <a:gd name="connsiteY144" fmla="*/ 932072 h 1058137"/>
                <a:gd name="connsiteX145" fmla="*/ 948970 w 1792582"/>
                <a:gd name="connsiteY145" fmla="*/ 959244 h 1058137"/>
                <a:gd name="connsiteX146" fmla="*/ 900426 w 1792582"/>
                <a:gd name="connsiteY146" fmla="*/ 959244 h 1058137"/>
                <a:gd name="connsiteX147" fmla="*/ 900703 w 1792582"/>
                <a:gd name="connsiteY147" fmla="*/ 969136 h 1058137"/>
                <a:gd name="connsiteX148" fmla="*/ 915496 w 1792582"/>
                <a:gd name="connsiteY148" fmla="*/ 994053 h 1058137"/>
                <a:gd name="connsiteX149" fmla="*/ 928542 w 1792582"/>
                <a:gd name="connsiteY149" fmla="*/ 982086 h 1058137"/>
                <a:gd name="connsiteX150" fmla="*/ 929752 w 1792582"/>
                <a:gd name="connsiteY150" fmla="*/ 973587 h 1058137"/>
                <a:gd name="connsiteX151" fmla="*/ 948777 w 1792582"/>
                <a:gd name="connsiteY151" fmla="*/ 973587 h 1058137"/>
                <a:gd name="connsiteX152" fmla="*/ 948571 w 1792582"/>
                <a:gd name="connsiteY152" fmla="*/ 977742 h 1058137"/>
                <a:gd name="connsiteX153" fmla="*/ 914852 w 1792582"/>
                <a:gd name="connsiteY153" fmla="*/ 1013580 h 1058137"/>
                <a:gd name="connsiteX154" fmla="*/ 880006 w 1792582"/>
                <a:gd name="connsiteY154" fmla="*/ 954914 h 1058137"/>
                <a:gd name="connsiteX155" fmla="*/ 914852 w 1792582"/>
                <a:gd name="connsiteY155" fmla="*/ 896249 h 1058137"/>
                <a:gd name="connsiteX156" fmla="*/ 637960 w 1792582"/>
                <a:gd name="connsiteY156" fmla="*/ 896249 h 1058137"/>
                <a:gd name="connsiteX157" fmla="*/ 672806 w 1792582"/>
                <a:gd name="connsiteY157" fmla="*/ 954914 h 1058137"/>
                <a:gd name="connsiteX158" fmla="*/ 637960 w 1792582"/>
                <a:gd name="connsiteY158" fmla="*/ 1013580 h 1058137"/>
                <a:gd name="connsiteX159" fmla="*/ 603114 w 1792582"/>
                <a:gd name="connsiteY159" fmla="*/ 954914 h 1058137"/>
                <a:gd name="connsiteX160" fmla="*/ 637960 w 1792582"/>
                <a:gd name="connsiteY160" fmla="*/ 896249 h 1058137"/>
                <a:gd name="connsiteX161" fmla="*/ 262788 w 1792582"/>
                <a:gd name="connsiteY161" fmla="*/ 896249 h 1058137"/>
                <a:gd name="connsiteX162" fmla="*/ 296295 w 1792582"/>
                <a:gd name="connsiteY162" fmla="*/ 932072 h 1058137"/>
                <a:gd name="connsiteX163" fmla="*/ 296906 w 1792582"/>
                <a:gd name="connsiteY163" fmla="*/ 959244 h 1058137"/>
                <a:gd name="connsiteX164" fmla="*/ 248362 w 1792582"/>
                <a:gd name="connsiteY164" fmla="*/ 959244 h 1058137"/>
                <a:gd name="connsiteX165" fmla="*/ 248638 w 1792582"/>
                <a:gd name="connsiteY165" fmla="*/ 969136 h 1058137"/>
                <a:gd name="connsiteX166" fmla="*/ 263432 w 1792582"/>
                <a:gd name="connsiteY166" fmla="*/ 994053 h 1058137"/>
                <a:gd name="connsiteX167" fmla="*/ 276478 w 1792582"/>
                <a:gd name="connsiteY167" fmla="*/ 982086 h 1058137"/>
                <a:gd name="connsiteX168" fmla="*/ 277688 w 1792582"/>
                <a:gd name="connsiteY168" fmla="*/ 973587 h 1058137"/>
                <a:gd name="connsiteX169" fmla="*/ 296712 w 1792582"/>
                <a:gd name="connsiteY169" fmla="*/ 973587 h 1058137"/>
                <a:gd name="connsiteX170" fmla="*/ 296507 w 1792582"/>
                <a:gd name="connsiteY170" fmla="*/ 977742 h 1058137"/>
                <a:gd name="connsiteX171" fmla="*/ 262788 w 1792582"/>
                <a:gd name="connsiteY171" fmla="*/ 1013580 h 1058137"/>
                <a:gd name="connsiteX172" fmla="*/ 227942 w 1792582"/>
                <a:gd name="connsiteY172" fmla="*/ 954914 h 1058137"/>
                <a:gd name="connsiteX173" fmla="*/ 262788 w 1792582"/>
                <a:gd name="connsiteY173" fmla="*/ 896249 h 1058137"/>
                <a:gd name="connsiteX174" fmla="*/ 174241 w 1792582"/>
                <a:gd name="connsiteY174" fmla="*/ 896248 h 1058137"/>
                <a:gd name="connsiteX175" fmla="*/ 202427 w 1792582"/>
                <a:gd name="connsiteY175" fmla="*/ 954914 h 1058137"/>
                <a:gd name="connsiteX176" fmla="*/ 174241 w 1792582"/>
                <a:gd name="connsiteY176" fmla="*/ 1013580 h 1058137"/>
                <a:gd name="connsiteX177" fmla="*/ 159360 w 1792582"/>
                <a:gd name="connsiteY177" fmla="*/ 1008995 h 1058137"/>
                <a:gd name="connsiteX178" fmla="*/ 152852 w 1792582"/>
                <a:gd name="connsiteY178" fmla="*/ 999395 h 1058137"/>
                <a:gd name="connsiteX179" fmla="*/ 152852 w 1792582"/>
                <a:gd name="connsiteY179" fmla="*/ 1056246 h 1058137"/>
                <a:gd name="connsiteX180" fmla="*/ 132881 w 1792582"/>
                <a:gd name="connsiteY180" fmla="*/ 1056246 h 1058137"/>
                <a:gd name="connsiteX181" fmla="*/ 132881 w 1792582"/>
                <a:gd name="connsiteY181" fmla="*/ 896590 h 1058137"/>
                <a:gd name="connsiteX182" fmla="*/ 152852 w 1792582"/>
                <a:gd name="connsiteY182" fmla="*/ 896590 h 1058137"/>
                <a:gd name="connsiteX183" fmla="*/ 152852 w 1792582"/>
                <a:gd name="connsiteY183" fmla="*/ 909865 h 1058137"/>
                <a:gd name="connsiteX184" fmla="*/ 158909 w 1792582"/>
                <a:gd name="connsiteY184" fmla="*/ 900882 h 1058137"/>
                <a:gd name="connsiteX185" fmla="*/ 174241 w 1792582"/>
                <a:gd name="connsiteY185" fmla="*/ 896248 h 1058137"/>
                <a:gd name="connsiteX186" fmla="*/ 1592774 w 1792582"/>
                <a:gd name="connsiteY186" fmla="*/ 892438 h 1058137"/>
                <a:gd name="connsiteX187" fmla="*/ 1592774 w 1792582"/>
                <a:gd name="connsiteY187" fmla="*/ 914707 h 1058137"/>
                <a:gd name="connsiteX188" fmla="*/ 1572318 w 1792582"/>
                <a:gd name="connsiteY188" fmla="*/ 924898 h 1058137"/>
                <a:gd name="connsiteX189" fmla="*/ 1570506 w 1792582"/>
                <a:gd name="connsiteY189" fmla="*/ 930363 h 1058137"/>
                <a:gd name="connsiteX190" fmla="*/ 1570506 w 1792582"/>
                <a:gd name="connsiteY190" fmla="*/ 1009192 h 1058137"/>
                <a:gd name="connsiteX191" fmla="*/ 1550534 w 1792582"/>
                <a:gd name="connsiteY191" fmla="*/ 1009192 h 1058137"/>
                <a:gd name="connsiteX192" fmla="*/ 1550534 w 1792582"/>
                <a:gd name="connsiteY192" fmla="*/ 896590 h 1058137"/>
                <a:gd name="connsiteX193" fmla="*/ 1570506 w 1792582"/>
                <a:gd name="connsiteY193" fmla="*/ 896590 h 1058137"/>
                <a:gd name="connsiteX194" fmla="*/ 1570506 w 1792582"/>
                <a:gd name="connsiteY194" fmla="*/ 906833 h 1058137"/>
                <a:gd name="connsiteX195" fmla="*/ 1571627 w 1792582"/>
                <a:gd name="connsiteY195" fmla="*/ 905336 h 1058137"/>
                <a:gd name="connsiteX196" fmla="*/ 1592774 w 1792582"/>
                <a:gd name="connsiteY196" fmla="*/ 892438 h 1058137"/>
                <a:gd name="connsiteX197" fmla="*/ 824066 w 1792582"/>
                <a:gd name="connsiteY197" fmla="*/ 891683 h 1058137"/>
                <a:gd name="connsiteX198" fmla="*/ 846335 w 1792582"/>
                <a:gd name="connsiteY198" fmla="*/ 897345 h 1058137"/>
                <a:gd name="connsiteX199" fmla="*/ 846335 w 1792582"/>
                <a:gd name="connsiteY199" fmla="*/ 916217 h 1058137"/>
                <a:gd name="connsiteX200" fmla="*/ 815762 w 1792582"/>
                <a:gd name="connsiteY200" fmla="*/ 924520 h 1058137"/>
                <a:gd name="connsiteX201" fmla="*/ 832661 w 1792582"/>
                <a:gd name="connsiteY201" fmla="*/ 947285 h 1058137"/>
                <a:gd name="connsiteX202" fmla="*/ 854638 w 1792582"/>
                <a:gd name="connsiteY202" fmla="*/ 979626 h 1058137"/>
                <a:gd name="connsiteX203" fmla="*/ 824444 w 1792582"/>
                <a:gd name="connsiteY203" fmla="*/ 1013595 h 1058137"/>
                <a:gd name="connsiteX204" fmla="*/ 802175 w 1792582"/>
                <a:gd name="connsiteY204" fmla="*/ 1007934 h 1058137"/>
                <a:gd name="connsiteX205" fmla="*/ 802175 w 1792582"/>
                <a:gd name="connsiteY205" fmla="*/ 987929 h 1058137"/>
                <a:gd name="connsiteX206" fmla="*/ 822179 w 1792582"/>
                <a:gd name="connsiteY206" fmla="*/ 994723 h 1058137"/>
                <a:gd name="connsiteX207" fmla="*/ 836521 w 1792582"/>
                <a:gd name="connsiteY207" fmla="*/ 979248 h 1058137"/>
                <a:gd name="connsiteX208" fmla="*/ 816301 w 1792582"/>
                <a:gd name="connsiteY208" fmla="*/ 954931 h 1058137"/>
                <a:gd name="connsiteX209" fmla="*/ 796988 w 1792582"/>
                <a:gd name="connsiteY209" fmla="*/ 925652 h 1058137"/>
                <a:gd name="connsiteX210" fmla="*/ 824066 w 1792582"/>
                <a:gd name="connsiteY210" fmla="*/ 891683 h 1058137"/>
                <a:gd name="connsiteX211" fmla="*/ 56436 w 1792582"/>
                <a:gd name="connsiteY211" fmla="*/ 860524 h 1058137"/>
                <a:gd name="connsiteX212" fmla="*/ 35735 w 1792582"/>
                <a:gd name="connsiteY212" fmla="*/ 926643 h 1058137"/>
                <a:gd name="connsiteX213" fmla="*/ 56436 w 1792582"/>
                <a:gd name="connsiteY213" fmla="*/ 992761 h 1058137"/>
                <a:gd name="connsiteX214" fmla="*/ 77136 w 1792582"/>
                <a:gd name="connsiteY214" fmla="*/ 926643 h 1058137"/>
                <a:gd name="connsiteX215" fmla="*/ 56436 w 1792582"/>
                <a:gd name="connsiteY215" fmla="*/ 860524 h 1058137"/>
                <a:gd name="connsiteX216" fmla="*/ 56672 w 1792582"/>
                <a:gd name="connsiteY216" fmla="*/ 839708 h 1058137"/>
                <a:gd name="connsiteX217" fmla="*/ 100557 w 1792582"/>
                <a:gd name="connsiteY217" fmla="*/ 926644 h 1058137"/>
                <a:gd name="connsiteX218" fmla="*/ 56672 w 1792582"/>
                <a:gd name="connsiteY218" fmla="*/ 1013580 h 1058137"/>
                <a:gd name="connsiteX219" fmla="*/ 12787 w 1792582"/>
                <a:gd name="connsiteY219" fmla="*/ 926644 h 1058137"/>
                <a:gd name="connsiteX220" fmla="*/ 56672 w 1792582"/>
                <a:gd name="connsiteY220" fmla="*/ 839708 h 1058137"/>
                <a:gd name="connsiteX221" fmla="*/ 1261002 w 1792582"/>
                <a:gd name="connsiteY221" fmla="*/ 839707 h 1058137"/>
                <a:gd name="connsiteX222" fmla="*/ 1267808 w 1792582"/>
                <a:gd name="connsiteY222" fmla="*/ 839707 h 1058137"/>
                <a:gd name="connsiteX223" fmla="*/ 1282685 w 1792582"/>
                <a:gd name="connsiteY223" fmla="*/ 839707 h 1058137"/>
                <a:gd name="connsiteX224" fmla="*/ 1322930 w 1792582"/>
                <a:gd name="connsiteY224" fmla="*/ 839707 h 1058137"/>
                <a:gd name="connsiteX225" fmla="*/ 1322930 w 1792582"/>
                <a:gd name="connsiteY225" fmla="*/ 858017 h 1058137"/>
                <a:gd name="connsiteX226" fmla="*/ 1282685 w 1792582"/>
                <a:gd name="connsiteY226" fmla="*/ 858017 h 1058137"/>
                <a:gd name="connsiteX227" fmla="*/ 1282685 w 1792582"/>
                <a:gd name="connsiteY227" fmla="*/ 914391 h 1058137"/>
                <a:gd name="connsiteX228" fmla="*/ 1318112 w 1792582"/>
                <a:gd name="connsiteY228" fmla="*/ 914391 h 1058137"/>
                <a:gd name="connsiteX229" fmla="*/ 1318112 w 1792582"/>
                <a:gd name="connsiteY229" fmla="*/ 932701 h 1058137"/>
                <a:gd name="connsiteX230" fmla="*/ 1282685 w 1792582"/>
                <a:gd name="connsiteY230" fmla="*/ 932701 h 1058137"/>
                <a:gd name="connsiteX231" fmla="*/ 1282685 w 1792582"/>
                <a:gd name="connsiteY231" fmla="*/ 992581 h 1058137"/>
                <a:gd name="connsiteX232" fmla="*/ 1322930 w 1792582"/>
                <a:gd name="connsiteY232" fmla="*/ 992581 h 1058137"/>
                <a:gd name="connsiteX233" fmla="*/ 1322930 w 1792582"/>
                <a:gd name="connsiteY233" fmla="*/ 1010891 h 1058137"/>
                <a:gd name="connsiteX234" fmla="*/ 1282685 w 1792582"/>
                <a:gd name="connsiteY234" fmla="*/ 1010891 h 1058137"/>
                <a:gd name="connsiteX235" fmla="*/ 1267808 w 1792582"/>
                <a:gd name="connsiteY235" fmla="*/ 1010891 h 1058137"/>
                <a:gd name="connsiteX236" fmla="*/ 1261002 w 1792582"/>
                <a:gd name="connsiteY236" fmla="*/ 1010891 h 1058137"/>
                <a:gd name="connsiteX237" fmla="*/ 489126 w 1792582"/>
                <a:gd name="connsiteY237" fmla="*/ 838658 h 1058137"/>
                <a:gd name="connsiteX238" fmla="*/ 510809 w 1792582"/>
                <a:gd name="connsiteY238" fmla="*/ 838658 h 1058137"/>
                <a:gd name="connsiteX239" fmla="*/ 510809 w 1792582"/>
                <a:gd name="connsiteY239" fmla="*/ 905619 h 1058137"/>
                <a:gd name="connsiteX240" fmla="*/ 546246 w 1792582"/>
                <a:gd name="connsiteY240" fmla="*/ 905619 h 1058137"/>
                <a:gd name="connsiteX241" fmla="*/ 546246 w 1792582"/>
                <a:gd name="connsiteY241" fmla="*/ 838658 h 1058137"/>
                <a:gd name="connsiteX242" fmla="*/ 567930 w 1792582"/>
                <a:gd name="connsiteY242" fmla="*/ 838658 h 1058137"/>
                <a:gd name="connsiteX243" fmla="*/ 567930 w 1792582"/>
                <a:gd name="connsiteY243" fmla="*/ 1009192 h 1058137"/>
                <a:gd name="connsiteX244" fmla="*/ 546246 w 1792582"/>
                <a:gd name="connsiteY244" fmla="*/ 1009192 h 1058137"/>
                <a:gd name="connsiteX245" fmla="*/ 546246 w 1792582"/>
                <a:gd name="connsiteY245" fmla="*/ 923859 h 1058137"/>
                <a:gd name="connsiteX246" fmla="*/ 510809 w 1792582"/>
                <a:gd name="connsiteY246" fmla="*/ 923859 h 1058137"/>
                <a:gd name="connsiteX247" fmla="*/ 510809 w 1792582"/>
                <a:gd name="connsiteY247" fmla="*/ 1009192 h 1058137"/>
                <a:gd name="connsiteX248" fmla="*/ 489126 w 1792582"/>
                <a:gd name="connsiteY248" fmla="*/ 1009192 h 1058137"/>
                <a:gd name="connsiteX249" fmla="*/ 1162901 w 1792582"/>
                <a:gd name="connsiteY249" fmla="*/ 821998 h 1058137"/>
                <a:gd name="connsiteX250" fmla="*/ 1177725 w 1792582"/>
                <a:gd name="connsiteY250" fmla="*/ 823498 h 1058137"/>
                <a:gd name="connsiteX251" fmla="*/ 1177725 w 1792582"/>
                <a:gd name="connsiteY251" fmla="*/ 843469 h 1058137"/>
                <a:gd name="connsiteX252" fmla="*/ 1159420 w 1792582"/>
                <a:gd name="connsiteY252" fmla="*/ 854141 h 1058137"/>
                <a:gd name="connsiteX253" fmla="*/ 1159420 w 1792582"/>
                <a:gd name="connsiteY253" fmla="*/ 895458 h 1058137"/>
                <a:gd name="connsiteX254" fmla="*/ 1177725 w 1792582"/>
                <a:gd name="connsiteY254" fmla="*/ 895458 h 1058137"/>
                <a:gd name="connsiteX255" fmla="*/ 1177725 w 1792582"/>
                <a:gd name="connsiteY255" fmla="*/ 912236 h 1058137"/>
                <a:gd name="connsiteX256" fmla="*/ 1159420 w 1792582"/>
                <a:gd name="connsiteY256" fmla="*/ 912236 h 1058137"/>
                <a:gd name="connsiteX257" fmla="*/ 1159420 w 1792582"/>
                <a:gd name="connsiteY257" fmla="*/ 1009192 h 1058137"/>
                <a:gd name="connsiteX258" fmla="*/ 1139449 w 1792582"/>
                <a:gd name="connsiteY258" fmla="*/ 1009192 h 1058137"/>
                <a:gd name="connsiteX259" fmla="*/ 1139449 w 1792582"/>
                <a:gd name="connsiteY259" fmla="*/ 912236 h 1058137"/>
                <a:gd name="connsiteX260" fmla="*/ 1127527 w 1792582"/>
                <a:gd name="connsiteY260" fmla="*/ 912236 h 1058137"/>
                <a:gd name="connsiteX261" fmla="*/ 1127527 w 1792582"/>
                <a:gd name="connsiteY261" fmla="*/ 895458 h 1058137"/>
                <a:gd name="connsiteX262" fmla="*/ 1139449 w 1792582"/>
                <a:gd name="connsiteY262" fmla="*/ 895458 h 1058137"/>
                <a:gd name="connsiteX263" fmla="*/ 1139449 w 1792582"/>
                <a:gd name="connsiteY263" fmla="*/ 844747 h 1058137"/>
                <a:gd name="connsiteX264" fmla="*/ 1162901 w 1792582"/>
                <a:gd name="connsiteY264" fmla="*/ 821998 h 1058137"/>
                <a:gd name="connsiteX265" fmla="*/ 0 w 1792582"/>
                <a:gd name="connsiteY265" fmla="*/ 698203 h 1058137"/>
                <a:gd name="connsiteX266" fmla="*/ 1792582 w 1792582"/>
                <a:gd name="connsiteY266" fmla="*/ 698203 h 1058137"/>
                <a:gd name="connsiteX267" fmla="*/ 1792582 w 1792582"/>
                <a:gd name="connsiteY267" fmla="*/ 703247 h 1058137"/>
                <a:gd name="connsiteX268" fmla="*/ 1792582 w 1792582"/>
                <a:gd name="connsiteY268" fmla="*/ 757745 h 1058137"/>
                <a:gd name="connsiteX269" fmla="*/ 1792582 w 1792582"/>
                <a:gd name="connsiteY269" fmla="*/ 777019 h 1058137"/>
                <a:gd name="connsiteX270" fmla="*/ 0 w 1792582"/>
                <a:gd name="connsiteY270" fmla="*/ 777019 h 1058137"/>
                <a:gd name="connsiteX271" fmla="*/ 827858 w 1792582"/>
                <a:gd name="connsiteY271" fmla="*/ 57086 h 1058137"/>
                <a:gd name="connsiteX272" fmla="*/ 771089 w 1792582"/>
                <a:gd name="connsiteY272" fmla="*/ 238408 h 1058137"/>
                <a:gd name="connsiteX273" fmla="*/ 827858 w 1792582"/>
                <a:gd name="connsiteY273" fmla="*/ 419730 h 1058137"/>
                <a:gd name="connsiteX274" fmla="*/ 884626 w 1792582"/>
                <a:gd name="connsiteY274" fmla="*/ 238408 h 1058137"/>
                <a:gd name="connsiteX275" fmla="*/ 827858 w 1792582"/>
                <a:gd name="connsiteY275" fmla="*/ 57086 h 1058137"/>
                <a:gd name="connsiteX276" fmla="*/ 119700 w 1792582"/>
                <a:gd name="connsiteY276" fmla="*/ 57086 h 1058137"/>
                <a:gd name="connsiteX277" fmla="*/ 62931 w 1792582"/>
                <a:gd name="connsiteY277" fmla="*/ 238408 h 1058137"/>
                <a:gd name="connsiteX278" fmla="*/ 119700 w 1792582"/>
                <a:gd name="connsiteY278" fmla="*/ 419730 h 1058137"/>
                <a:gd name="connsiteX279" fmla="*/ 176468 w 1792582"/>
                <a:gd name="connsiteY279" fmla="*/ 238408 h 1058137"/>
                <a:gd name="connsiteX280" fmla="*/ 119700 w 1792582"/>
                <a:gd name="connsiteY280" fmla="*/ 57086 h 1058137"/>
                <a:gd name="connsiteX281" fmla="*/ 364615 w 1792582"/>
                <a:gd name="connsiteY281" fmla="*/ 7754 h 1058137"/>
                <a:gd name="connsiteX282" fmla="*/ 425426 w 1792582"/>
                <a:gd name="connsiteY282" fmla="*/ 7754 h 1058137"/>
                <a:gd name="connsiteX283" fmla="*/ 425426 w 1792582"/>
                <a:gd name="connsiteY283" fmla="*/ 188764 h 1058137"/>
                <a:gd name="connsiteX284" fmla="*/ 519025 w 1792582"/>
                <a:gd name="connsiteY284" fmla="*/ 188764 h 1058137"/>
                <a:gd name="connsiteX285" fmla="*/ 519025 w 1792582"/>
                <a:gd name="connsiteY285" fmla="*/ 7754 h 1058137"/>
                <a:gd name="connsiteX286" fmla="*/ 579836 w 1792582"/>
                <a:gd name="connsiteY286" fmla="*/ 7754 h 1058137"/>
                <a:gd name="connsiteX287" fmla="*/ 579836 w 1792582"/>
                <a:gd name="connsiteY287" fmla="*/ 468746 h 1058137"/>
                <a:gd name="connsiteX288" fmla="*/ 519025 w 1792582"/>
                <a:gd name="connsiteY288" fmla="*/ 468746 h 1058137"/>
                <a:gd name="connsiteX289" fmla="*/ 519025 w 1792582"/>
                <a:gd name="connsiteY289" fmla="*/ 238072 h 1058137"/>
                <a:gd name="connsiteX290" fmla="*/ 425426 w 1792582"/>
                <a:gd name="connsiteY290" fmla="*/ 238072 h 1058137"/>
                <a:gd name="connsiteX291" fmla="*/ 425426 w 1792582"/>
                <a:gd name="connsiteY291" fmla="*/ 468746 h 1058137"/>
                <a:gd name="connsiteX292" fmla="*/ 364615 w 1792582"/>
                <a:gd name="connsiteY292" fmla="*/ 468746 h 1058137"/>
                <a:gd name="connsiteX293" fmla="*/ 828506 w 1792582"/>
                <a:gd name="connsiteY293" fmla="*/ 0 h 1058137"/>
                <a:gd name="connsiteX294" fmla="*/ 948855 w 1792582"/>
                <a:gd name="connsiteY294" fmla="*/ 238412 h 1058137"/>
                <a:gd name="connsiteX295" fmla="*/ 828506 w 1792582"/>
                <a:gd name="connsiteY295" fmla="*/ 476823 h 1058137"/>
                <a:gd name="connsiteX296" fmla="*/ 708157 w 1792582"/>
                <a:gd name="connsiteY296" fmla="*/ 238412 h 1058137"/>
                <a:gd name="connsiteX297" fmla="*/ 828506 w 1792582"/>
                <a:gd name="connsiteY297" fmla="*/ 0 h 1058137"/>
                <a:gd name="connsiteX298" fmla="*/ 120349 w 1792582"/>
                <a:gd name="connsiteY298" fmla="*/ 0 h 1058137"/>
                <a:gd name="connsiteX299" fmla="*/ 240698 w 1792582"/>
                <a:gd name="connsiteY299" fmla="*/ 238412 h 1058137"/>
                <a:gd name="connsiteX300" fmla="*/ 120349 w 1792582"/>
                <a:gd name="connsiteY300" fmla="*/ 476823 h 1058137"/>
                <a:gd name="connsiteX301" fmla="*/ 0 w 1792582"/>
                <a:gd name="connsiteY301" fmla="*/ 238412 h 1058137"/>
                <a:gd name="connsiteX302" fmla="*/ 120349 w 1792582"/>
                <a:gd name="connsiteY302" fmla="*/ 0 h 10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Lst>
              <a:rect l="l" t="t" r="r" b="b"/>
              <a:pathLst>
                <a:path w="1792582" h="1058137">
                  <a:moveTo>
                    <a:pt x="1653463" y="914845"/>
                  </a:moveTo>
                  <a:cubicBezTo>
                    <a:pt x="1641327" y="914773"/>
                    <a:pt x="1638885" y="932776"/>
                    <a:pt x="1638885" y="954895"/>
                  </a:cubicBezTo>
                  <a:cubicBezTo>
                    <a:pt x="1638885" y="977014"/>
                    <a:pt x="1639618" y="994906"/>
                    <a:pt x="1653463" y="994945"/>
                  </a:cubicBezTo>
                  <a:cubicBezTo>
                    <a:pt x="1666640" y="994983"/>
                    <a:pt x="1668040" y="977014"/>
                    <a:pt x="1668040" y="954895"/>
                  </a:cubicBezTo>
                  <a:cubicBezTo>
                    <a:pt x="1668040" y="932776"/>
                    <a:pt x="1667526" y="914928"/>
                    <a:pt x="1653463" y="914845"/>
                  </a:cubicBezTo>
                  <a:close/>
                  <a:moveTo>
                    <a:pt x="166428" y="914707"/>
                  </a:moveTo>
                  <a:cubicBezTo>
                    <a:pt x="152365" y="914790"/>
                    <a:pt x="151851" y="932638"/>
                    <a:pt x="151851" y="954758"/>
                  </a:cubicBezTo>
                  <a:cubicBezTo>
                    <a:pt x="151851" y="976877"/>
                    <a:pt x="153251" y="994845"/>
                    <a:pt x="166428" y="994808"/>
                  </a:cubicBezTo>
                  <a:cubicBezTo>
                    <a:pt x="180272" y="994768"/>
                    <a:pt x="181005" y="976877"/>
                    <a:pt x="181005" y="954758"/>
                  </a:cubicBezTo>
                  <a:cubicBezTo>
                    <a:pt x="181005" y="932638"/>
                    <a:pt x="178563" y="914636"/>
                    <a:pt x="166428" y="914707"/>
                  </a:cubicBezTo>
                  <a:close/>
                  <a:moveTo>
                    <a:pt x="1484566" y="912443"/>
                  </a:moveTo>
                  <a:cubicBezTo>
                    <a:pt x="1473541" y="912506"/>
                    <a:pt x="1470482" y="922751"/>
                    <a:pt x="1469642" y="937376"/>
                  </a:cubicBezTo>
                  <a:lnTo>
                    <a:pt x="1469546" y="942259"/>
                  </a:lnTo>
                  <a:lnTo>
                    <a:pt x="1499391" y="942259"/>
                  </a:lnTo>
                  <a:cubicBezTo>
                    <a:pt x="1499329" y="940624"/>
                    <a:pt x="1499268" y="938989"/>
                    <a:pt x="1499206" y="937354"/>
                  </a:cubicBezTo>
                  <a:cubicBezTo>
                    <a:pt x="1497894" y="922692"/>
                    <a:pt x="1494080" y="912388"/>
                    <a:pt x="1484566" y="912443"/>
                  </a:cubicBezTo>
                  <a:close/>
                  <a:moveTo>
                    <a:pt x="1070393" y="912443"/>
                  </a:moveTo>
                  <a:cubicBezTo>
                    <a:pt x="1055693" y="912527"/>
                    <a:pt x="1055156" y="930712"/>
                    <a:pt x="1055156" y="953247"/>
                  </a:cubicBezTo>
                  <a:cubicBezTo>
                    <a:pt x="1055156" y="975784"/>
                    <a:pt x="1056619" y="994091"/>
                    <a:pt x="1070393" y="994053"/>
                  </a:cubicBezTo>
                  <a:cubicBezTo>
                    <a:pt x="1084865" y="994013"/>
                    <a:pt x="1085631" y="975784"/>
                    <a:pt x="1085631" y="953247"/>
                  </a:cubicBezTo>
                  <a:cubicBezTo>
                    <a:pt x="1085631" y="930712"/>
                    <a:pt x="1083078" y="912369"/>
                    <a:pt x="1070393" y="912443"/>
                  </a:cubicBezTo>
                  <a:close/>
                  <a:moveTo>
                    <a:pt x="915496" y="912443"/>
                  </a:moveTo>
                  <a:cubicBezTo>
                    <a:pt x="904471" y="912506"/>
                    <a:pt x="901413" y="922751"/>
                    <a:pt x="900573" y="937376"/>
                  </a:cubicBezTo>
                  <a:lnTo>
                    <a:pt x="900476" y="942259"/>
                  </a:lnTo>
                  <a:lnTo>
                    <a:pt x="930321" y="942259"/>
                  </a:lnTo>
                  <a:cubicBezTo>
                    <a:pt x="930260" y="940624"/>
                    <a:pt x="930198" y="938989"/>
                    <a:pt x="930137" y="937354"/>
                  </a:cubicBezTo>
                  <a:cubicBezTo>
                    <a:pt x="928824" y="922692"/>
                    <a:pt x="925010" y="912388"/>
                    <a:pt x="915496" y="912443"/>
                  </a:cubicBezTo>
                  <a:close/>
                  <a:moveTo>
                    <a:pt x="637849" y="912443"/>
                  </a:moveTo>
                  <a:cubicBezTo>
                    <a:pt x="623149" y="912527"/>
                    <a:pt x="622612" y="930712"/>
                    <a:pt x="622612" y="953247"/>
                  </a:cubicBezTo>
                  <a:cubicBezTo>
                    <a:pt x="622612" y="975784"/>
                    <a:pt x="624075" y="994091"/>
                    <a:pt x="637849" y="994053"/>
                  </a:cubicBezTo>
                  <a:cubicBezTo>
                    <a:pt x="652320" y="994013"/>
                    <a:pt x="653087" y="975784"/>
                    <a:pt x="653087" y="953247"/>
                  </a:cubicBezTo>
                  <a:cubicBezTo>
                    <a:pt x="653087" y="930712"/>
                    <a:pt x="650534" y="912369"/>
                    <a:pt x="637849" y="912443"/>
                  </a:cubicBezTo>
                  <a:close/>
                  <a:moveTo>
                    <a:pt x="263432" y="912443"/>
                  </a:moveTo>
                  <a:cubicBezTo>
                    <a:pt x="252407" y="912506"/>
                    <a:pt x="249348" y="922751"/>
                    <a:pt x="248508" y="937376"/>
                  </a:cubicBezTo>
                  <a:lnTo>
                    <a:pt x="248412" y="942259"/>
                  </a:lnTo>
                  <a:lnTo>
                    <a:pt x="278257" y="942259"/>
                  </a:lnTo>
                  <a:cubicBezTo>
                    <a:pt x="278195" y="940624"/>
                    <a:pt x="278134" y="938989"/>
                    <a:pt x="278072" y="937354"/>
                  </a:cubicBezTo>
                  <a:cubicBezTo>
                    <a:pt x="276760" y="922692"/>
                    <a:pt x="272946" y="912388"/>
                    <a:pt x="263432" y="912443"/>
                  </a:cubicBezTo>
                  <a:close/>
                  <a:moveTo>
                    <a:pt x="1714910" y="896590"/>
                  </a:moveTo>
                  <a:lnTo>
                    <a:pt x="1734882" y="896590"/>
                  </a:lnTo>
                  <a:lnTo>
                    <a:pt x="1753333" y="971008"/>
                  </a:lnTo>
                  <a:lnTo>
                    <a:pt x="1772205" y="896590"/>
                  </a:lnTo>
                  <a:lnTo>
                    <a:pt x="1792177" y="896590"/>
                  </a:lnTo>
                  <a:lnTo>
                    <a:pt x="1746000" y="1058137"/>
                  </a:lnTo>
                  <a:lnTo>
                    <a:pt x="1726028" y="1058137"/>
                  </a:lnTo>
                  <a:lnTo>
                    <a:pt x="1742258" y="998644"/>
                  </a:lnTo>
                  <a:close/>
                  <a:moveTo>
                    <a:pt x="1350499" y="896590"/>
                  </a:moveTo>
                  <a:lnTo>
                    <a:pt x="1370471" y="896590"/>
                  </a:lnTo>
                  <a:lnTo>
                    <a:pt x="1370471" y="912636"/>
                  </a:lnTo>
                  <a:cubicBezTo>
                    <a:pt x="1375276" y="905653"/>
                    <a:pt x="1376083" y="897276"/>
                    <a:pt x="1392815" y="896973"/>
                  </a:cubicBezTo>
                  <a:cubicBezTo>
                    <a:pt x="1414114" y="896587"/>
                    <a:pt x="1416732" y="911563"/>
                    <a:pt x="1417110" y="931246"/>
                  </a:cubicBezTo>
                  <a:lnTo>
                    <a:pt x="1417582" y="1009192"/>
                  </a:lnTo>
                  <a:lnTo>
                    <a:pt x="1397610" y="1009192"/>
                  </a:lnTo>
                  <a:cubicBezTo>
                    <a:pt x="1397705" y="984917"/>
                    <a:pt x="1397799" y="960642"/>
                    <a:pt x="1397893" y="936367"/>
                  </a:cubicBezTo>
                  <a:cubicBezTo>
                    <a:pt x="1397830" y="923883"/>
                    <a:pt x="1394269" y="913787"/>
                    <a:pt x="1385541" y="914392"/>
                  </a:cubicBezTo>
                  <a:cubicBezTo>
                    <a:pt x="1372667" y="915283"/>
                    <a:pt x="1371415" y="924422"/>
                    <a:pt x="1370504" y="934362"/>
                  </a:cubicBezTo>
                  <a:lnTo>
                    <a:pt x="1370390" y="937613"/>
                  </a:lnTo>
                  <a:lnTo>
                    <a:pt x="1370170" y="937613"/>
                  </a:lnTo>
                  <a:lnTo>
                    <a:pt x="1370170" y="996661"/>
                  </a:lnTo>
                  <a:lnTo>
                    <a:pt x="1370471" y="996661"/>
                  </a:lnTo>
                  <a:lnTo>
                    <a:pt x="1370471" y="1009192"/>
                  </a:lnTo>
                  <a:lnTo>
                    <a:pt x="1350499" y="1009192"/>
                  </a:lnTo>
                  <a:close/>
                  <a:moveTo>
                    <a:pt x="703301" y="896590"/>
                  </a:moveTo>
                  <a:lnTo>
                    <a:pt x="723273" y="896590"/>
                  </a:lnTo>
                  <a:lnTo>
                    <a:pt x="723273" y="935890"/>
                  </a:lnTo>
                  <a:lnTo>
                    <a:pt x="723669" y="935767"/>
                  </a:lnTo>
                  <a:lnTo>
                    <a:pt x="723669" y="977978"/>
                  </a:lnTo>
                  <a:lnTo>
                    <a:pt x="723993" y="977978"/>
                  </a:lnTo>
                  <a:lnTo>
                    <a:pt x="724972" y="985894"/>
                  </a:lnTo>
                  <a:cubicBezTo>
                    <a:pt x="726442" y="991412"/>
                    <a:pt x="729555" y="994822"/>
                    <a:pt x="736125" y="994808"/>
                  </a:cubicBezTo>
                  <a:cubicBezTo>
                    <a:pt x="742696" y="994793"/>
                    <a:pt x="745808" y="991383"/>
                    <a:pt x="747278" y="985873"/>
                  </a:cubicBezTo>
                  <a:lnTo>
                    <a:pt x="748257" y="977978"/>
                  </a:lnTo>
                  <a:lnTo>
                    <a:pt x="748582" y="977978"/>
                  </a:lnTo>
                  <a:lnTo>
                    <a:pt x="748582" y="917038"/>
                  </a:lnTo>
                  <a:lnTo>
                    <a:pt x="748575" y="917038"/>
                  </a:lnTo>
                  <a:lnTo>
                    <a:pt x="748575" y="896590"/>
                  </a:lnTo>
                  <a:lnTo>
                    <a:pt x="768547" y="896590"/>
                  </a:lnTo>
                  <a:lnTo>
                    <a:pt x="768547" y="975013"/>
                  </a:lnTo>
                  <a:lnTo>
                    <a:pt x="768547" y="975015"/>
                  </a:lnTo>
                  <a:lnTo>
                    <a:pt x="768547" y="975018"/>
                  </a:lnTo>
                  <a:lnTo>
                    <a:pt x="768547" y="976933"/>
                  </a:lnTo>
                  <a:lnTo>
                    <a:pt x="768420" y="976933"/>
                  </a:lnTo>
                  <a:lnTo>
                    <a:pt x="767494" y="990893"/>
                  </a:lnTo>
                  <a:cubicBezTo>
                    <a:pt x="765060" y="1005529"/>
                    <a:pt x="757504" y="1015790"/>
                    <a:pt x="735985" y="1015821"/>
                  </a:cubicBezTo>
                  <a:cubicBezTo>
                    <a:pt x="714467" y="1015852"/>
                    <a:pt x="706910" y="1005560"/>
                    <a:pt x="704476" y="990904"/>
                  </a:cubicBezTo>
                  <a:lnTo>
                    <a:pt x="703550" y="976933"/>
                  </a:lnTo>
                  <a:lnTo>
                    <a:pt x="703301" y="976933"/>
                  </a:lnTo>
                  <a:close/>
                  <a:moveTo>
                    <a:pt x="326701" y="896590"/>
                  </a:moveTo>
                  <a:lnTo>
                    <a:pt x="346672" y="896590"/>
                  </a:lnTo>
                  <a:lnTo>
                    <a:pt x="346672" y="912636"/>
                  </a:lnTo>
                  <a:cubicBezTo>
                    <a:pt x="351478" y="905653"/>
                    <a:pt x="352284" y="897276"/>
                    <a:pt x="369017" y="896973"/>
                  </a:cubicBezTo>
                  <a:cubicBezTo>
                    <a:pt x="390316" y="896587"/>
                    <a:pt x="392934" y="911563"/>
                    <a:pt x="393311" y="931246"/>
                  </a:cubicBezTo>
                  <a:lnTo>
                    <a:pt x="393784" y="1009192"/>
                  </a:lnTo>
                  <a:lnTo>
                    <a:pt x="373812" y="1009192"/>
                  </a:lnTo>
                  <a:cubicBezTo>
                    <a:pt x="373906" y="984917"/>
                    <a:pt x="374000" y="960642"/>
                    <a:pt x="374095" y="936367"/>
                  </a:cubicBezTo>
                  <a:cubicBezTo>
                    <a:pt x="374032" y="923883"/>
                    <a:pt x="370471" y="913787"/>
                    <a:pt x="361743" y="914392"/>
                  </a:cubicBezTo>
                  <a:cubicBezTo>
                    <a:pt x="348869" y="915283"/>
                    <a:pt x="347617" y="924422"/>
                    <a:pt x="346705" y="934362"/>
                  </a:cubicBezTo>
                  <a:lnTo>
                    <a:pt x="346592" y="937613"/>
                  </a:lnTo>
                  <a:lnTo>
                    <a:pt x="346372" y="937613"/>
                  </a:lnTo>
                  <a:lnTo>
                    <a:pt x="346372" y="996661"/>
                  </a:lnTo>
                  <a:lnTo>
                    <a:pt x="346672" y="996661"/>
                  </a:lnTo>
                  <a:lnTo>
                    <a:pt x="346672" y="1009192"/>
                  </a:lnTo>
                  <a:lnTo>
                    <a:pt x="326701" y="1009192"/>
                  </a:lnTo>
                  <a:close/>
                  <a:moveTo>
                    <a:pt x="1645649" y="896386"/>
                  </a:moveTo>
                  <a:cubicBezTo>
                    <a:pt x="1655363" y="896407"/>
                    <a:pt x="1661755" y="900106"/>
                    <a:pt x="1665951" y="906430"/>
                  </a:cubicBezTo>
                  <a:lnTo>
                    <a:pt x="1667038" y="908651"/>
                  </a:lnTo>
                  <a:lnTo>
                    <a:pt x="1667038" y="896728"/>
                  </a:lnTo>
                  <a:lnTo>
                    <a:pt x="1687010" y="896728"/>
                  </a:lnTo>
                  <a:lnTo>
                    <a:pt x="1687010" y="1006787"/>
                  </a:lnTo>
                  <a:cubicBezTo>
                    <a:pt x="1687010" y="1006789"/>
                    <a:pt x="1687010" y="1006789"/>
                    <a:pt x="1687010" y="1006791"/>
                  </a:cubicBezTo>
                  <a:lnTo>
                    <a:pt x="1686300" y="1021179"/>
                  </a:lnTo>
                  <a:cubicBezTo>
                    <a:pt x="1685960" y="1043003"/>
                    <a:pt x="1675608" y="1057051"/>
                    <a:pt x="1652581" y="1057001"/>
                  </a:cubicBezTo>
                  <a:cubicBezTo>
                    <a:pt x="1632195" y="1056956"/>
                    <a:pt x="1621466" y="1042204"/>
                    <a:pt x="1618862" y="1021162"/>
                  </a:cubicBezTo>
                  <a:cubicBezTo>
                    <a:pt x="1618847" y="1020849"/>
                    <a:pt x="1618831" y="1020535"/>
                    <a:pt x="1618816" y="1020222"/>
                  </a:cubicBezTo>
                  <a:lnTo>
                    <a:pt x="1638139" y="1020222"/>
                  </a:lnTo>
                  <a:lnTo>
                    <a:pt x="1638891" y="1025506"/>
                  </a:lnTo>
                  <a:cubicBezTo>
                    <a:pt x="1640137" y="1035905"/>
                    <a:pt x="1644324" y="1039346"/>
                    <a:pt x="1651560" y="1039738"/>
                  </a:cubicBezTo>
                  <a:cubicBezTo>
                    <a:pt x="1665644" y="1040501"/>
                    <a:pt x="1666806" y="1030608"/>
                    <a:pt x="1666731" y="1012557"/>
                  </a:cubicBezTo>
                  <a:lnTo>
                    <a:pt x="1666892" y="1006787"/>
                  </a:lnTo>
                  <a:lnTo>
                    <a:pt x="1667038" y="1006787"/>
                  </a:lnTo>
                  <a:lnTo>
                    <a:pt x="1667038" y="1000603"/>
                  </a:lnTo>
                  <a:lnTo>
                    <a:pt x="1665481" y="1003725"/>
                  </a:lnTo>
                  <a:cubicBezTo>
                    <a:pt x="1661254" y="1010052"/>
                    <a:pt x="1654962" y="1013740"/>
                    <a:pt x="1645649" y="1013718"/>
                  </a:cubicBezTo>
                  <a:cubicBezTo>
                    <a:pt x="1620813" y="1013659"/>
                    <a:pt x="1617463" y="987452"/>
                    <a:pt x="1617463" y="955052"/>
                  </a:cubicBezTo>
                  <a:cubicBezTo>
                    <a:pt x="1617463" y="922652"/>
                    <a:pt x="1622033" y="896335"/>
                    <a:pt x="1645649" y="896386"/>
                  </a:cubicBezTo>
                  <a:close/>
                  <a:moveTo>
                    <a:pt x="1483922" y="896249"/>
                  </a:moveTo>
                  <a:cubicBezTo>
                    <a:pt x="1505820" y="896210"/>
                    <a:pt x="1514472" y="911004"/>
                    <a:pt x="1517429" y="932072"/>
                  </a:cubicBezTo>
                  <a:cubicBezTo>
                    <a:pt x="1518765" y="939997"/>
                    <a:pt x="1518214" y="949432"/>
                    <a:pt x="1518040" y="959244"/>
                  </a:cubicBezTo>
                  <a:lnTo>
                    <a:pt x="1469496" y="959244"/>
                  </a:lnTo>
                  <a:lnTo>
                    <a:pt x="1469772" y="969136"/>
                  </a:lnTo>
                  <a:cubicBezTo>
                    <a:pt x="1470830" y="983791"/>
                    <a:pt x="1474235" y="994082"/>
                    <a:pt x="1484566" y="994053"/>
                  </a:cubicBezTo>
                  <a:cubicBezTo>
                    <a:pt x="1491802" y="994033"/>
                    <a:pt x="1495611" y="989466"/>
                    <a:pt x="1497612" y="982086"/>
                  </a:cubicBezTo>
                  <a:lnTo>
                    <a:pt x="1498822" y="973587"/>
                  </a:lnTo>
                  <a:lnTo>
                    <a:pt x="1517846" y="973587"/>
                  </a:lnTo>
                  <a:cubicBezTo>
                    <a:pt x="1517778" y="974972"/>
                    <a:pt x="1517709" y="976357"/>
                    <a:pt x="1517641" y="977742"/>
                  </a:cubicBezTo>
                  <a:cubicBezTo>
                    <a:pt x="1515037" y="998784"/>
                    <a:pt x="1506950" y="1013536"/>
                    <a:pt x="1483922" y="1013580"/>
                  </a:cubicBezTo>
                  <a:cubicBezTo>
                    <a:pt x="1453219" y="1013640"/>
                    <a:pt x="1449076" y="987315"/>
                    <a:pt x="1449076" y="954914"/>
                  </a:cubicBezTo>
                  <a:cubicBezTo>
                    <a:pt x="1449076" y="922514"/>
                    <a:pt x="1451898" y="896304"/>
                    <a:pt x="1483922" y="896249"/>
                  </a:cubicBezTo>
                  <a:close/>
                  <a:moveTo>
                    <a:pt x="1070504" y="896249"/>
                  </a:moveTo>
                  <a:cubicBezTo>
                    <a:pt x="1099701" y="896198"/>
                    <a:pt x="1105350" y="922514"/>
                    <a:pt x="1105350" y="954914"/>
                  </a:cubicBezTo>
                  <a:cubicBezTo>
                    <a:pt x="1105350" y="987315"/>
                    <a:pt x="1101208" y="1013521"/>
                    <a:pt x="1070504" y="1013580"/>
                  </a:cubicBezTo>
                  <a:cubicBezTo>
                    <a:pt x="1039801" y="1013640"/>
                    <a:pt x="1035658" y="987315"/>
                    <a:pt x="1035658" y="954914"/>
                  </a:cubicBezTo>
                  <a:cubicBezTo>
                    <a:pt x="1035658" y="922514"/>
                    <a:pt x="1038480" y="896304"/>
                    <a:pt x="1070504" y="896249"/>
                  </a:cubicBezTo>
                  <a:close/>
                  <a:moveTo>
                    <a:pt x="914852" y="896249"/>
                  </a:moveTo>
                  <a:cubicBezTo>
                    <a:pt x="936750" y="896210"/>
                    <a:pt x="945402" y="911004"/>
                    <a:pt x="948359" y="932072"/>
                  </a:cubicBezTo>
                  <a:cubicBezTo>
                    <a:pt x="949695" y="939997"/>
                    <a:pt x="949144" y="949432"/>
                    <a:pt x="948970" y="959244"/>
                  </a:cubicBezTo>
                  <a:lnTo>
                    <a:pt x="900426" y="959244"/>
                  </a:lnTo>
                  <a:lnTo>
                    <a:pt x="900703" y="969136"/>
                  </a:lnTo>
                  <a:cubicBezTo>
                    <a:pt x="901760" y="983791"/>
                    <a:pt x="905166" y="994082"/>
                    <a:pt x="915496" y="994053"/>
                  </a:cubicBezTo>
                  <a:cubicBezTo>
                    <a:pt x="922732" y="994033"/>
                    <a:pt x="926541" y="989466"/>
                    <a:pt x="928542" y="982086"/>
                  </a:cubicBezTo>
                  <a:lnTo>
                    <a:pt x="929752" y="973587"/>
                  </a:lnTo>
                  <a:lnTo>
                    <a:pt x="948777" y="973587"/>
                  </a:lnTo>
                  <a:cubicBezTo>
                    <a:pt x="948708" y="974972"/>
                    <a:pt x="948640" y="976357"/>
                    <a:pt x="948571" y="977742"/>
                  </a:cubicBezTo>
                  <a:cubicBezTo>
                    <a:pt x="945967" y="998784"/>
                    <a:pt x="937881" y="1013536"/>
                    <a:pt x="914852" y="1013580"/>
                  </a:cubicBezTo>
                  <a:cubicBezTo>
                    <a:pt x="884149" y="1013640"/>
                    <a:pt x="880006" y="987315"/>
                    <a:pt x="880006" y="954914"/>
                  </a:cubicBezTo>
                  <a:cubicBezTo>
                    <a:pt x="880006" y="922514"/>
                    <a:pt x="882828" y="896304"/>
                    <a:pt x="914852" y="896249"/>
                  </a:cubicBezTo>
                  <a:close/>
                  <a:moveTo>
                    <a:pt x="637960" y="896249"/>
                  </a:moveTo>
                  <a:cubicBezTo>
                    <a:pt x="667156" y="896198"/>
                    <a:pt x="672806" y="922514"/>
                    <a:pt x="672806" y="954914"/>
                  </a:cubicBezTo>
                  <a:cubicBezTo>
                    <a:pt x="672806" y="987315"/>
                    <a:pt x="668664" y="1013521"/>
                    <a:pt x="637960" y="1013580"/>
                  </a:cubicBezTo>
                  <a:cubicBezTo>
                    <a:pt x="607257" y="1013640"/>
                    <a:pt x="603114" y="987315"/>
                    <a:pt x="603114" y="954914"/>
                  </a:cubicBezTo>
                  <a:cubicBezTo>
                    <a:pt x="603114" y="922514"/>
                    <a:pt x="605936" y="896304"/>
                    <a:pt x="637960" y="896249"/>
                  </a:cubicBezTo>
                  <a:close/>
                  <a:moveTo>
                    <a:pt x="262788" y="896249"/>
                  </a:moveTo>
                  <a:cubicBezTo>
                    <a:pt x="284685" y="896210"/>
                    <a:pt x="293337" y="911004"/>
                    <a:pt x="296295" y="932072"/>
                  </a:cubicBezTo>
                  <a:cubicBezTo>
                    <a:pt x="297631" y="939997"/>
                    <a:pt x="297080" y="949432"/>
                    <a:pt x="296906" y="959244"/>
                  </a:cubicBezTo>
                  <a:lnTo>
                    <a:pt x="248362" y="959244"/>
                  </a:lnTo>
                  <a:lnTo>
                    <a:pt x="248638" y="969136"/>
                  </a:lnTo>
                  <a:cubicBezTo>
                    <a:pt x="249695" y="983791"/>
                    <a:pt x="253101" y="994082"/>
                    <a:pt x="263432" y="994053"/>
                  </a:cubicBezTo>
                  <a:cubicBezTo>
                    <a:pt x="270668" y="994033"/>
                    <a:pt x="274477" y="989466"/>
                    <a:pt x="276478" y="982086"/>
                  </a:cubicBezTo>
                  <a:lnTo>
                    <a:pt x="277688" y="973587"/>
                  </a:lnTo>
                  <a:lnTo>
                    <a:pt x="296712" y="973587"/>
                  </a:lnTo>
                  <a:cubicBezTo>
                    <a:pt x="296644" y="974972"/>
                    <a:pt x="296575" y="976357"/>
                    <a:pt x="296507" y="977742"/>
                  </a:cubicBezTo>
                  <a:cubicBezTo>
                    <a:pt x="293903" y="998784"/>
                    <a:pt x="285816" y="1013536"/>
                    <a:pt x="262788" y="1013580"/>
                  </a:cubicBezTo>
                  <a:cubicBezTo>
                    <a:pt x="232085" y="1013640"/>
                    <a:pt x="227942" y="987315"/>
                    <a:pt x="227942" y="954914"/>
                  </a:cubicBezTo>
                  <a:cubicBezTo>
                    <a:pt x="227942" y="922514"/>
                    <a:pt x="230764" y="896304"/>
                    <a:pt x="262788" y="896249"/>
                  </a:cubicBezTo>
                  <a:close/>
                  <a:moveTo>
                    <a:pt x="174241" y="896248"/>
                  </a:moveTo>
                  <a:cubicBezTo>
                    <a:pt x="197857" y="896197"/>
                    <a:pt x="202427" y="922514"/>
                    <a:pt x="202427" y="954914"/>
                  </a:cubicBezTo>
                  <a:cubicBezTo>
                    <a:pt x="202427" y="987315"/>
                    <a:pt x="199077" y="1013521"/>
                    <a:pt x="174241" y="1013580"/>
                  </a:cubicBezTo>
                  <a:cubicBezTo>
                    <a:pt x="168032" y="1013595"/>
                    <a:pt x="163166" y="1011961"/>
                    <a:pt x="159360" y="1008995"/>
                  </a:cubicBezTo>
                  <a:lnTo>
                    <a:pt x="152852" y="999395"/>
                  </a:lnTo>
                  <a:lnTo>
                    <a:pt x="152852" y="1056246"/>
                  </a:lnTo>
                  <a:lnTo>
                    <a:pt x="132881" y="1056246"/>
                  </a:lnTo>
                  <a:lnTo>
                    <a:pt x="132881" y="896590"/>
                  </a:lnTo>
                  <a:lnTo>
                    <a:pt x="152852" y="896590"/>
                  </a:lnTo>
                  <a:lnTo>
                    <a:pt x="152852" y="909865"/>
                  </a:lnTo>
                  <a:lnTo>
                    <a:pt x="158909" y="900882"/>
                  </a:lnTo>
                  <a:cubicBezTo>
                    <a:pt x="162766" y="897911"/>
                    <a:pt x="167765" y="896262"/>
                    <a:pt x="174241" y="896248"/>
                  </a:cubicBezTo>
                  <a:close/>
                  <a:moveTo>
                    <a:pt x="1592774" y="892438"/>
                  </a:moveTo>
                  <a:lnTo>
                    <a:pt x="1592774" y="914707"/>
                  </a:lnTo>
                  <a:cubicBezTo>
                    <a:pt x="1583514" y="909612"/>
                    <a:pt x="1577013" y="914282"/>
                    <a:pt x="1572318" y="924898"/>
                  </a:cubicBezTo>
                  <a:lnTo>
                    <a:pt x="1570506" y="930363"/>
                  </a:lnTo>
                  <a:lnTo>
                    <a:pt x="1570506" y="1009192"/>
                  </a:lnTo>
                  <a:lnTo>
                    <a:pt x="1550534" y="1009192"/>
                  </a:lnTo>
                  <a:lnTo>
                    <a:pt x="1550534" y="896590"/>
                  </a:lnTo>
                  <a:lnTo>
                    <a:pt x="1570506" y="896590"/>
                  </a:lnTo>
                  <a:lnTo>
                    <a:pt x="1570506" y="906833"/>
                  </a:lnTo>
                  <a:lnTo>
                    <a:pt x="1571627" y="905336"/>
                  </a:lnTo>
                  <a:cubicBezTo>
                    <a:pt x="1576659" y="898171"/>
                    <a:pt x="1581532" y="891589"/>
                    <a:pt x="1592774" y="892438"/>
                  </a:cubicBezTo>
                  <a:close/>
                  <a:moveTo>
                    <a:pt x="824066" y="891683"/>
                  </a:moveTo>
                  <a:cubicBezTo>
                    <a:pt x="833896" y="891238"/>
                    <a:pt x="841608" y="894228"/>
                    <a:pt x="846335" y="897345"/>
                  </a:cubicBezTo>
                  <a:lnTo>
                    <a:pt x="846335" y="916217"/>
                  </a:lnTo>
                  <a:cubicBezTo>
                    <a:pt x="831615" y="909171"/>
                    <a:pt x="816237" y="908789"/>
                    <a:pt x="815762" y="924520"/>
                  </a:cubicBezTo>
                  <a:cubicBezTo>
                    <a:pt x="816014" y="936598"/>
                    <a:pt x="828690" y="944111"/>
                    <a:pt x="832661" y="947285"/>
                  </a:cubicBezTo>
                  <a:cubicBezTo>
                    <a:pt x="836633" y="950459"/>
                    <a:pt x="854413" y="963697"/>
                    <a:pt x="854638" y="979626"/>
                  </a:cubicBezTo>
                  <a:cubicBezTo>
                    <a:pt x="854854" y="994907"/>
                    <a:pt x="843083" y="1013464"/>
                    <a:pt x="824444" y="1013595"/>
                  </a:cubicBezTo>
                  <a:cubicBezTo>
                    <a:pt x="818138" y="1013640"/>
                    <a:pt x="808465" y="1010953"/>
                    <a:pt x="802175" y="1007934"/>
                  </a:cubicBezTo>
                  <a:lnTo>
                    <a:pt x="802175" y="987929"/>
                  </a:lnTo>
                  <a:cubicBezTo>
                    <a:pt x="808151" y="992144"/>
                    <a:pt x="816277" y="994890"/>
                    <a:pt x="822179" y="994723"/>
                  </a:cubicBezTo>
                  <a:cubicBezTo>
                    <a:pt x="831112" y="994472"/>
                    <a:pt x="837501" y="985881"/>
                    <a:pt x="836521" y="979248"/>
                  </a:cubicBezTo>
                  <a:cubicBezTo>
                    <a:pt x="835542" y="972616"/>
                    <a:pt x="823602" y="961846"/>
                    <a:pt x="816301" y="954931"/>
                  </a:cubicBezTo>
                  <a:cubicBezTo>
                    <a:pt x="809000" y="948016"/>
                    <a:pt x="797597" y="936255"/>
                    <a:pt x="796988" y="925652"/>
                  </a:cubicBezTo>
                  <a:cubicBezTo>
                    <a:pt x="795789" y="904786"/>
                    <a:pt x="811690" y="892244"/>
                    <a:pt x="824066" y="891683"/>
                  </a:cubicBezTo>
                  <a:close/>
                  <a:moveTo>
                    <a:pt x="56436" y="860524"/>
                  </a:moveTo>
                  <a:cubicBezTo>
                    <a:pt x="36465" y="860661"/>
                    <a:pt x="35735" y="890126"/>
                    <a:pt x="35735" y="926643"/>
                  </a:cubicBezTo>
                  <a:cubicBezTo>
                    <a:pt x="35735" y="963159"/>
                    <a:pt x="37723" y="992824"/>
                    <a:pt x="56436" y="992761"/>
                  </a:cubicBezTo>
                  <a:cubicBezTo>
                    <a:pt x="76095" y="992696"/>
                    <a:pt x="77136" y="963159"/>
                    <a:pt x="77136" y="926643"/>
                  </a:cubicBezTo>
                  <a:cubicBezTo>
                    <a:pt x="77136" y="890126"/>
                    <a:pt x="73668" y="860406"/>
                    <a:pt x="56436" y="860524"/>
                  </a:cubicBezTo>
                  <a:close/>
                  <a:moveTo>
                    <a:pt x="56672" y="839708"/>
                  </a:moveTo>
                  <a:cubicBezTo>
                    <a:pt x="93442" y="839632"/>
                    <a:pt x="100557" y="878630"/>
                    <a:pt x="100557" y="926644"/>
                  </a:cubicBezTo>
                  <a:cubicBezTo>
                    <a:pt x="100557" y="974658"/>
                    <a:pt x="95341" y="1013492"/>
                    <a:pt x="56672" y="1013580"/>
                  </a:cubicBezTo>
                  <a:cubicBezTo>
                    <a:pt x="18004" y="1013668"/>
                    <a:pt x="12787" y="974658"/>
                    <a:pt x="12787" y="926644"/>
                  </a:cubicBezTo>
                  <a:cubicBezTo>
                    <a:pt x="12787" y="878630"/>
                    <a:pt x="16341" y="839790"/>
                    <a:pt x="56672" y="839708"/>
                  </a:cubicBezTo>
                  <a:close/>
                  <a:moveTo>
                    <a:pt x="1261002" y="839707"/>
                  </a:moveTo>
                  <a:lnTo>
                    <a:pt x="1267808" y="839707"/>
                  </a:lnTo>
                  <a:lnTo>
                    <a:pt x="1282685" y="839707"/>
                  </a:lnTo>
                  <a:lnTo>
                    <a:pt x="1322930" y="839707"/>
                  </a:lnTo>
                  <a:lnTo>
                    <a:pt x="1322930" y="858017"/>
                  </a:lnTo>
                  <a:lnTo>
                    <a:pt x="1282685" y="858017"/>
                  </a:lnTo>
                  <a:lnTo>
                    <a:pt x="1282685" y="914391"/>
                  </a:lnTo>
                  <a:lnTo>
                    <a:pt x="1318112" y="914391"/>
                  </a:lnTo>
                  <a:lnTo>
                    <a:pt x="1318112" y="932701"/>
                  </a:lnTo>
                  <a:lnTo>
                    <a:pt x="1282685" y="932701"/>
                  </a:lnTo>
                  <a:lnTo>
                    <a:pt x="1282685" y="992581"/>
                  </a:lnTo>
                  <a:lnTo>
                    <a:pt x="1322930" y="992581"/>
                  </a:lnTo>
                  <a:lnTo>
                    <a:pt x="1322930" y="1010891"/>
                  </a:lnTo>
                  <a:lnTo>
                    <a:pt x="1282685" y="1010891"/>
                  </a:lnTo>
                  <a:lnTo>
                    <a:pt x="1267808" y="1010891"/>
                  </a:lnTo>
                  <a:lnTo>
                    <a:pt x="1261002" y="1010891"/>
                  </a:lnTo>
                  <a:close/>
                  <a:moveTo>
                    <a:pt x="489126" y="838658"/>
                  </a:moveTo>
                  <a:lnTo>
                    <a:pt x="510809" y="838658"/>
                  </a:lnTo>
                  <a:lnTo>
                    <a:pt x="510809" y="905619"/>
                  </a:lnTo>
                  <a:lnTo>
                    <a:pt x="546246" y="905619"/>
                  </a:lnTo>
                  <a:lnTo>
                    <a:pt x="546246" y="838658"/>
                  </a:lnTo>
                  <a:lnTo>
                    <a:pt x="567930" y="838658"/>
                  </a:lnTo>
                  <a:lnTo>
                    <a:pt x="567930" y="1009192"/>
                  </a:lnTo>
                  <a:lnTo>
                    <a:pt x="546246" y="1009192"/>
                  </a:lnTo>
                  <a:lnTo>
                    <a:pt x="546246" y="923859"/>
                  </a:lnTo>
                  <a:lnTo>
                    <a:pt x="510809" y="923859"/>
                  </a:lnTo>
                  <a:lnTo>
                    <a:pt x="510809" y="1009192"/>
                  </a:lnTo>
                  <a:lnTo>
                    <a:pt x="489126" y="1009192"/>
                  </a:lnTo>
                  <a:close/>
                  <a:moveTo>
                    <a:pt x="1162901" y="821998"/>
                  </a:moveTo>
                  <a:cubicBezTo>
                    <a:pt x="1167454" y="821842"/>
                    <a:pt x="1172459" y="822375"/>
                    <a:pt x="1177725" y="823498"/>
                  </a:cubicBezTo>
                  <a:lnTo>
                    <a:pt x="1177725" y="843469"/>
                  </a:lnTo>
                  <a:cubicBezTo>
                    <a:pt x="1162565" y="837968"/>
                    <a:pt x="1159105" y="844922"/>
                    <a:pt x="1159420" y="854141"/>
                  </a:cubicBezTo>
                  <a:lnTo>
                    <a:pt x="1159420" y="895458"/>
                  </a:lnTo>
                  <a:lnTo>
                    <a:pt x="1177725" y="895458"/>
                  </a:lnTo>
                  <a:lnTo>
                    <a:pt x="1177725" y="912236"/>
                  </a:lnTo>
                  <a:lnTo>
                    <a:pt x="1159420" y="912236"/>
                  </a:lnTo>
                  <a:lnTo>
                    <a:pt x="1159420" y="1009192"/>
                  </a:lnTo>
                  <a:lnTo>
                    <a:pt x="1139449" y="1009192"/>
                  </a:lnTo>
                  <a:lnTo>
                    <a:pt x="1139449" y="912236"/>
                  </a:lnTo>
                  <a:lnTo>
                    <a:pt x="1127527" y="912236"/>
                  </a:lnTo>
                  <a:lnTo>
                    <a:pt x="1127527" y="895458"/>
                  </a:lnTo>
                  <a:lnTo>
                    <a:pt x="1139449" y="895458"/>
                  </a:lnTo>
                  <a:lnTo>
                    <a:pt x="1139449" y="844747"/>
                  </a:lnTo>
                  <a:cubicBezTo>
                    <a:pt x="1139676" y="829150"/>
                    <a:pt x="1149246" y="822469"/>
                    <a:pt x="1162901" y="821998"/>
                  </a:cubicBezTo>
                  <a:close/>
                  <a:moveTo>
                    <a:pt x="0" y="698203"/>
                  </a:moveTo>
                  <a:lnTo>
                    <a:pt x="1792582" y="698203"/>
                  </a:lnTo>
                  <a:lnTo>
                    <a:pt x="1792582" y="703247"/>
                  </a:lnTo>
                  <a:lnTo>
                    <a:pt x="1792582" y="757745"/>
                  </a:lnTo>
                  <a:lnTo>
                    <a:pt x="1792582" y="777019"/>
                  </a:lnTo>
                  <a:lnTo>
                    <a:pt x="0" y="777019"/>
                  </a:lnTo>
                  <a:close/>
                  <a:moveTo>
                    <a:pt x="827858" y="57086"/>
                  </a:moveTo>
                  <a:cubicBezTo>
                    <a:pt x="773091" y="57462"/>
                    <a:pt x="771089" y="138267"/>
                    <a:pt x="771089" y="238408"/>
                  </a:cubicBezTo>
                  <a:cubicBezTo>
                    <a:pt x="771089" y="338549"/>
                    <a:pt x="776541" y="419900"/>
                    <a:pt x="827858" y="419730"/>
                  </a:cubicBezTo>
                  <a:cubicBezTo>
                    <a:pt x="881771" y="419551"/>
                    <a:pt x="884626" y="338549"/>
                    <a:pt x="884626" y="238408"/>
                  </a:cubicBezTo>
                  <a:cubicBezTo>
                    <a:pt x="884626" y="138267"/>
                    <a:pt x="875116" y="56762"/>
                    <a:pt x="827858" y="57086"/>
                  </a:cubicBezTo>
                  <a:close/>
                  <a:moveTo>
                    <a:pt x="119700" y="57086"/>
                  </a:moveTo>
                  <a:cubicBezTo>
                    <a:pt x="64933" y="57462"/>
                    <a:pt x="62931" y="138267"/>
                    <a:pt x="62931" y="238408"/>
                  </a:cubicBezTo>
                  <a:cubicBezTo>
                    <a:pt x="62931" y="338549"/>
                    <a:pt x="68383" y="419900"/>
                    <a:pt x="119700" y="419730"/>
                  </a:cubicBezTo>
                  <a:cubicBezTo>
                    <a:pt x="173614" y="419551"/>
                    <a:pt x="176468" y="338549"/>
                    <a:pt x="176468" y="238408"/>
                  </a:cubicBezTo>
                  <a:cubicBezTo>
                    <a:pt x="176468" y="138267"/>
                    <a:pt x="166959" y="56762"/>
                    <a:pt x="119700" y="57086"/>
                  </a:cubicBezTo>
                  <a:close/>
                  <a:moveTo>
                    <a:pt x="364615" y="7754"/>
                  </a:moveTo>
                  <a:lnTo>
                    <a:pt x="425426" y="7754"/>
                  </a:lnTo>
                  <a:lnTo>
                    <a:pt x="425426" y="188764"/>
                  </a:lnTo>
                  <a:lnTo>
                    <a:pt x="519025" y="188764"/>
                  </a:lnTo>
                  <a:lnTo>
                    <a:pt x="519025" y="7754"/>
                  </a:lnTo>
                  <a:lnTo>
                    <a:pt x="579836" y="7754"/>
                  </a:lnTo>
                  <a:lnTo>
                    <a:pt x="579836" y="468746"/>
                  </a:lnTo>
                  <a:lnTo>
                    <a:pt x="519025" y="468746"/>
                  </a:lnTo>
                  <a:lnTo>
                    <a:pt x="519025" y="238072"/>
                  </a:lnTo>
                  <a:lnTo>
                    <a:pt x="425426" y="238072"/>
                  </a:lnTo>
                  <a:lnTo>
                    <a:pt x="425426" y="468746"/>
                  </a:lnTo>
                  <a:lnTo>
                    <a:pt x="364615" y="468746"/>
                  </a:lnTo>
                  <a:close/>
                  <a:moveTo>
                    <a:pt x="828506" y="0"/>
                  </a:moveTo>
                  <a:cubicBezTo>
                    <a:pt x="929343" y="-206"/>
                    <a:pt x="948855" y="106741"/>
                    <a:pt x="948855" y="238412"/>
                  </a:cubicBezTo>
                  <a:cubicBezTo>
                    <a:pt x="948855" y="370082"/>
                    <a:pt x="934550" y="476581"/>
                    <a:pt x="828506" y="476823"/>
                  </a:cubicBezTo>
                  <a:cubicBezTo>
                    <a:pt x="722465" y="477064"/>
                    <a:pt x="708157" y="370082"/>
                    <a:pt x="708157" y="238412"/>
                  </a:cubicBezTo>
                  <a:cubicBezTo>
                    <a:pt x="708157" y="106741"/>
                    <a:pt x="717903" y="227"/>
                    <a:pt x="828506" y="0"/>
                  </a:cubicBezTo>
                  <a:close/>
                  <a:moveTo>
                    <a:pt x="120349" y="0"/>
                  </a:moveTo>
                  <a:cubicBezTo>
                    <a:pt x="221186" y="-206"/>
                    <a:pt x="240698" y="106741"/>
                    <a:pt x="240698" y="238412"/>
                  </a:cubicBezTo>
                  <a:cubicBezTo>
                    <a:pt x="240698" y="370082"/>
                    <a:pt x="226393" y="476581"/>
                    <a:pt x="120349" y="476823"/>
                  </a:cubicBezTo>
                  <a:cubicBezTo>
                    <a:pt x="14308" y="477064"/>
                    <a:pt x="0" y="370082"/>
                    <a:pt x="0" y="238412"/>
                  </a:cubicBezTo>
                  <a:cubicBezTo>
                    <a:pt x="0" y="106741"/>
                    <a:pt x="9745" y="227"/>
                    <a:pt x="120349" y="0"/>
                  </a:cubicBezTo>
                  <a:close/>
                </a:path>
              </a:pathLst>
            </a:custGeom>
            <a:solidFill>
              <a:schemeClr val="bg2"/>
            </a:solid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endParaRPr>
            </a:p>
          </p:txBody>
        </p:sp>
      </p:grpSp>
    </p:spTree>
    <p:extLst>
      <p:ext uri="{BB962C8B-B14F-4D97-AF65-F5344CB8AC3E}">
        <p14:creationId xmlns:p14="http://schemas.microsoft.com/office/powerpoint/2010/main" val="1113174693"/>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Rechteck 59">
            <a:extLst>
              <a:ext uri="{FF2B5EF4-FFF2-40B4-BE49-F238E27FC236}">
                <a16:creationId xmlns:a16="http://schemas.microsoft.com/office/drawing/2014/main" id="{E6CE27C5-13D1-41E6-82A3-7C14C0C25A7B}"/>
              </a:ext>
            </a:extLst>
          </p:cNvPr>
          <p:cNvSpPr>
            <a:spLocks/>
          </p:cNvSpPr>
          <p:nvPr/>
        </p:nvSpPr>
        <p:spPr>
          <a:xfrm>
            <a:off x="-7378531" y="2479414"/>
            <a:ext cx="720000" cy="7200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90000" rtlCol="0" anchor="t" anchorCtr="0"/>
          <a:lstStyle/>
          <a:p>
            <a:pPr>
              <a:lnSpc>
                <a:spcPct val="90000"/>
              </a:lnSpc>
              <a:spcAft>
                <a:spcPts val="600"/>
              </a:spcAft>
            </a:pPr>
            <a:r>
              <a:rPr lang="en-GB" sz="1000" dirty="0">
                <a:solidFill>
                  <a:sysClr val="windowText" lastClr="000000"/>
                </a:solidFill>
              </a:rPr>
              <a:t>YELLOW</a:t>
            </a:r>
          </a:p>
          <a:p>
            <a:pPr>
              <a:lnSpc>
                <a:spcPct val="90000"/>
              </a:lnSpc>
              <a:spcAft>
                <a:spcPts val="600"/>
              </a:spcAft>
            </a:pPr>
            <a:r>
              <a:rPr lang="en-GB" sz="900" dirty="0">
                <a:solidFill>
                  <a:sysClr val="windowText" lastClr="000000"/>
                </a:solidFill>
              </a:rPr>
              <a:t>255 | 190 | 0</a:t>
            </a:r>
            <a:br>
              <a:rPr lang="en-GB" sz="900" dirty="0">
                <a:solidFill>
                  <a:sysClr val="windowText" lastClr="000000"/>
                </a:solidFill>
              </a:rPr>
            </a:br>
            <a:r>
              <a:rPr lang="en-GB" sz="900" dirty="0">
                <a:solidFill>
                  <a:sysClr val="windowText" lastClr="000000"/>
                </a:solidFill>
              </a:rPr>
              <a:t>#FFBE00</a:t>
            </a:r>
            <a:br>
              <a:rPr lang="en-GB" sz="900" dirty="0">
                <a:solidFill>
                  <a:sysClr val="windowText" lastClr="000000"/>
                </a:solidFill>
              </a:rPr>
            </a:br>
            <a:r>
              <a:rPr lang="en-GB" sz="900" dirty="0">
                <a:solidFill>
                  <a:sysClr val="windowText" lastClr="000000"/>
                </a:solidFill>
              </a:rPr>
              <a:t>xx</a:t>
            </a:r>
          </a:p>
        </p:txBody>
      </p:sp>
      <p:sp>
        <p:nvSpPr>
          <p:cNvPr id="100" name="Rechteck 59">
            <a:extLst>
              <a:ext uri="{FF2B5EF4-FFF2-40B4-BE49-F238E27FC236}">
                <a16:creationId xmlns:a16="http://schemas.microsoft.com/office/drawing/2014/main" id="{D5B2966E-EF19-4927-AE4B-8D01B7FE5451}"/>
              </a:ext>
            </a:extLst>
          </p:cNvPr>
          <p:cNvSpPr>
            <a:spLocks/>
          </p:cNvSpPr>
          <p:nvPr/>
        </p:nvSpPr>
        <p:spPr>
          <a:xfrm>
            <a:off x="2078887" y="-1773948"/>
            <a:ext cx="720000" cy="720000"/>
          </a:xfrm>
          <a:prstGeom prst="rect">
            <a:avLst/>
          </a:prstGeom>
          <a:pattFill prst="wdUpDiag">
            <a:fgClr>
              <a:schemeClr val="accent2">
                <a:lumMod val="90000"/>
              </a:schemeClr>
            </a:fgClr>
            <a:bgClr>
              <a:schemeClr val="bg1"/>
            </a:bgClr>
          </a:patt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90000" rtlCol="0" anchor="t" anchorCtr="0"/>
          <a:lstStyle/>
          <a:p>
            <a:pPr>
              <a:lnSpc>
                <a:spcPct val="90000"/>
              </a:lnSpc>
              <a:spcAft>
                <a:spcPts val="600"/>
              </a:spcAft>
            </a:pPr>
            <a:r>
              <a:rPr lang="en-GB" sz="1000" dirty="0">
                <a:solidFill>
                  <a:sysClr val="windowText" lastClr="000000"/>
                </a:solidFill>
              </a:rPr>
              <a:t>xxx</a:t>
            </a:r>
            <a:endParaRPr lang="en-GB" sz="900" dirty="0">
              <a:solidFill>
                <a:sysClr val="windowText" lastClr="000000"/>
              </a:solidFill>
            </a:endParaRPr>
          </a:p>
        </p:txBody>
      </p:sp>
      <p:pic>
        <p:nvPicPr>
          <p:cNvPr id="80" name="Picture 79">
            <a:extLst>
              <a:ext uri="{FF2B5EF4-FFF2-40B4-BE49-F238E27FC236}">
                <a16:creationId xmlns:a16="http://schemas.microsoft.com/office/drawing/2014/main" id="{CB2FFF61-D3E8-412F-911B-C08500E471FE}"/>
              </a:ext>
            </a:extLst>
          </p:cNvPr>
          <p:cNvPicPr>
            <a:picLocks noChangeAspect="1"/>
          </p:cNvPicPr>
          <p:nvPr/>
        </p:nvPicPr>
        <p:blipFill>
          <a:blip r:embed="rId3"/>
          <a:stretch>
            <a:fillRect/>
          </a:stretch>
        </p:blipFill>
        <p:spPr>
          <a:xfrm>
            <a:off x="1272562" y="-1516209"/>
            <a:ext cx="625315" cy="435302"/>
          </a:xfrm>
          <a:prstGeom prst="rect">
            <a:avLst/>
          </a:prstGeom>
        </p:spPr>
      </p:pic>
      <p:pic>
        <p:nvPicPr>
          <p:cNvPr id="84" name="Picture 83">
            <a:extLst>
              <a:ext uri="{FF2B5EF4-FFF2-40B4-BE49-F238E27FC236}">
                <a16:creationId xmlns:a16="http://schemas.microsoft.com/office/drawing/2014/main" id="{21B939E6-5EDF-4D4D-B3FD-E3A7E953210E}"/>
              </a:ext>
            </a:extLst>
          </p:cNvPr>
          <p:cNvPicPr>
            <a:picLocks noChangeAspect="1"/>
          </p:cNvPicPr>
          <p:nvPr/>
        </p:nvPicPr>
        <p:blipFill>
          <a:blip r:embed="rId4"/>
          <a:stretch>
            <a:fillRect/>
          </a:stretch>
        </p:blipFill>
        <p:spPr>
          <a:xfrm>
            <a:off x="1257638" y="-2947497"/>
            <a:ext cx="587175" cy="407289"/>
          </a:xfrm>
          <a:prstGeom prst="rect">
            <a:avLst/>
          </a:prstGeom>
        </p:spPr>
      </p:pic>
      <p:pic>
        <p:nvPicPr>
          <p:cNvPr id="86" name="Picture 85">
            <a:extLst>
              <a:ext uri="{FF2B5EF4-FFF2-40B4-BE49-F238E27FC236}">
                <a16:creationId xmlns:a16="http://schemas.microsoft.com/office/drawing/2014/main" id="{1894C516-D1C0-4432-9058-C87F5B463FB5}"/>
              </a:ext>
            </a:extLst>
          </p:cNvPr>
          <p:cNvPicPr>
            <a:picLocks noChangeAspect="1"/>
          </p:cNvPicPr>
          <p:nvPr/>
        </p:nvPicPr>
        <p:blipFill>
          <a:blip r:embed="rId5"/>
          <a:stretch>
            <a:fillRect/>
          </a:stretch>
        </p:blipFill>
        <p:spPr>
          <a:xfrm>
            <a:off x="6157818" y="-2947497"/>
            <a:ext cx="592419" cy="407289"/>
          </a:xfrm>
          <a:prstGeom prst="rect">
            <a:avLst/>
          </a:prstGeom>
        </p:spPr>
      </p:pic>
      <p:pic>
        <p:nvPicPr>
          <p:cNvPr id="90" name="Picture 89">
            <a:extLst>
              <a:ext uri="{FF2B5EF4-FFF2-40B4-BE49-F238E27FC236}">
                <a16:creationId xmlns:a16="http://schemas.microsoft.com/office/drawing/2014/main" id="{6146A7B2-750A-4309-9004-82C3453B3E08}"/>
              </a:ext>
            </a:extLst>
          </p:cNvPr>
          <p:cNvPicPr>
            <a:picLocks noChangeAspect="1"/>
          </p:cNvPicPr>
          <p:nvPr/>
        </p:nvPicPr>
        <p:blipFill>
          <a:blip r:embed="rId6"/>
          <a:stretch>
            <a:fillRect/>
          </a:stretch>
        </p:blipFill>
        <p:spPr>
          <a:xfrm>
            <a:off x="5365464" y="-2947497"/>
            <a:ext cx="614385" cy="407289"/>
          </a:xfrm>
          <a:prstGeom prst="rect">
            <a:avLst/>
          </a:prstGeom>
        </p:spPr>
      </p:pic>
      <p:pic>
        <p:nvPicPr>
          <p:cNvPr id="91" name="Picture 90">
            <a:extLst>
              <a:ext uri="{FF2B5EF4-FFF2-40B4-BE49-F238E27FC236}">
                <a16:creationId xmlns:a16="http://schemas.microsoft.com/office/drawing/2014/main" id="{A88020D1-04DB-4346-B327-EF4D9803B91E}"/>
              </a:ext>
            </a:extLst>
          </p:cNvPr>
          <p:cNvPicPr>
            <a:picLocks noChangeAspect="1"/>
          </p:cNvPicPr>
          <p:nvPr/>
        </p:nvPicPr>
        <p:blipFill>
          <a:blip r:embed="rId7"/>
          <a:stretch>
            <a:fillRect/>
          </a:stretch>
        </p:blipFill>
        <p:spPr>
          <a:xfrm>
            <a:off x="4553316" y="-2947497"/>
            <a:ext cx="598955" cy="407289"/>
          </a:xfrm>
          <a:prstGeom prst="rect">
            <a:avLst/>
          </a:prstGeom>
        </p:spPr>
      </p:pic>
      <p:pic>
        <p:nvPicPr>
          <p:cNvPr id="119" name="Picture 118">
            <a:extLst>
              <a:ext uri="{FF2B5EF4-FFF2-40B4-BE49-F238E27FC236}">
                <a16:creationId xmlns:a16="http://schemas.microsoft.com/office/drawing/2014/main" id="{55DB41B9-D9C1-4C21-BA31-ED61525571CA}"/>
              </a:ext>
            </a:extLst>
          </p:cNvPr>
          <p:cNvPicPr>
            <a:picLocks noChangeAspect="1"/>
          </p:cNvPicPr>
          <p:nvPr/>
        </p:nvPicPr>
        <p:blipFill>
          <a:blip r:embed="rId8"/>
          <a:stretch>
            <a:fillRect/>
          </a:stretch>
        </p:blipFill>
        <p:spPr>
          <a:xfrm>
            <a:off x="2106226" y="-2947497"/>
            <a:ext cx="588687" cy="407289"/>
          </a:xfrm>
          <a:prstGeom prst="rect">
            <a:avLst/>
          </a:prstGeom>
        </p:spPr>
      </p:pic>
      <p:sp>
        <p:nvSpPr>
          <p:cNvPr id="2" name="Titel 1"/>
          <p:cNvSpPr>
            <a:spLocks noGrp="1"/>
          </p:cNvSpPr>
          <p:nvPr>
            <p:ph type="title"/>
          </p:nvPr>
        </p:nvSpPr>
        <p:spPr/>
        <p:txBody>
          <a:bodyPr/>
          <a:lstStyle/>
          <a:p>
            <a:r>
              <a:rPr lang="en-GB" dirty="0"/>
              <a:t>Brand colours </a:t>
            </a:r>
          </a:p>
        </p:txBody>
      </p:sp>
      <p:sp>
        <p:nvSpPr>
          <p:cNvPr id="23" name="Textplatzhalter 22"/>
          <p:cNvSpPr>
            <a:spLocks noGrp="1"/>
          </p:cNvSpPr>
          <p:nvPr>
            <p:ph type="body" sz="quarter" idx="14"/>
          </p:nvPr>
        </p:nvSpPr>
        <p:spPr/>
        <p:txBody>
          <a:bodyPr/>
          <a:lstStyle/>
          <a:p>
            <a:r>
              <a:rPr lang="en-GB" dirty="0"/>
              <a:t>Matching the number of colours that can be defined in </a:t>
            </a:r>
            <a:br>
              <a:rPr lang="en-GB" dirty="0"/>
            </a:br>
            <a:r>
              <a:rPr lang="en-GB" dirty="0"/>
              <a:t>MS Office templates (w/o hyperlinks)</a:t>
            </a:r>
          </a:p>
          <a:p>
            <a:pPr>
              <a:lnSpc>
                <a:spcPct val="90000"/>
              </a:lnSpc>
            </a:pPr>
            <a:r>
              <a:rPr lang="en-GB" b="1" dirty="0"/>
              <a:t>Base colour white </a:t>
            </a:r>
            <a:br>
              <a:rPr lang="en-GB" b="0" dirty="0"/>
            </a:br>
            <a:r>
              <a:rPr lang="en-GB" b="0" dirty="0"/>
              <a:t>provides a clean foundation upon which our colours are placed. </a:t>
            </a:r>
          </a:p>
          <a:p>
            <a:pPr>
              <a:lnSpc>
                <a:spcPct val="90000"/>
              </a:lnSpc>
            </a:pPr>
            <a:endParaRPr lang="en-GB" b="0" dirty="0"/>
          </a:p>
          <a:p>
            <a:pPr lvl="0">
              <a:lnSpc>
                <a:spcPct val="90000"/>
              </a:lnSpc>
            </a:pPr>
            <a:r>
              <a:rPr lang="en-GB" b="1" dirty="0"/>
              <a:t>CI colours red and grey </a:t>
            </a:r>
            <a:br>
              <a:rPr lang="en-GB" b="1" dirty="0"/>
            </a:br>
            <a:r>
              <a:rPr lang="en-GB" b="0" dirty="0"/>
              <a:t>define the general appearance of the corporate image. </a:t>
            </a:r>
          </a:p>
          <a:p>
            <a:pPr lvl="0">
              <a:lnSpc>
                <a:spcPct val="90000"/>
              </a:lnSpc>
            </a:pPr>
            <a:r>
              <a:rPr lang="en-GB" b="0" dirty="0"/>
              <a:t>Our range of </a:t>
            </a:r>
            <a:r>
              <a:rPr lang="en-GB" b="1" dirty="0"/>
              <a:t>grey tones </a:t>
            </a:r>
            <a:r>
              <a:rPr lang="en-GB" b="0" dirty="0"/>
              <a:t>provides a functional feel. </a:t>
            </a:r>
          </a:p>
          <a:p>
            <a:pPr lvl="0">
              <a:lnSpc>
                <a:spcPct val="90000"/>
              </a:lnSpc>
            </a:pPr>
            <a:r>
              <a:rPr lang="en-GB" b="0" dirty="0"/>
              <a:t>Combined with our </a:t>
            </a:r>
            <a:r>
              <a:rPr lang="en-GB" b="1" dirty="0"/>
              <a:t>accent colours </a:t>
            </a:r>
            <a:r>
              <a:rPr lang="en-GB" b="0" dirty="0"/>
              <a:t>and white, they create a professional appearance.</a:t>
            </a:r>
          </a:p>
        </p:txBody>
      </p:sp>
      <p:sp>
        <p:nvSpPr>
          <p:cNvPr id="4" name="Text Placeholder 3">
            <a:extLst>
              <a:ext uri="{FF2B5EF4-FFF2-40B4-BE49-F238E27FC236}">
                <a16:creationId xmlns:a16="http://schemas.microsoft.com/office/drawing/2014/main" id="{859054BE-5A9E-4E84-9CD4-880C2A78CF37}"/>
              </a:ext>
            </a:extLst>
          </p:cNvPr>
          <p:cNvSpPr>
            <a:spLocks noGrp="1"/>
          </p:cNvSpPr>
          <p:nvPr>
            <p:ph type="body" sz="quarter" idx="15"/>
          </p:nvPr>
        </p:nvSpPr>
        <p:spPr/>
        <p:txBody>
          <a:bodyPr/>
          <a:lstStyle/>
          <a:p>
            <a:r>
              <a:rPr lang="en-GB" dirty="0"/>
              <a:t>Use a</a:t>
            </a:r>
            <a:r>
              <a:rPr lang="en-GB" b="1" dirty="0"/>
              <a:t>ccent / secondary colours </a:t>
            </a:r>
            <a:br>
              <a:rPr lang="en-GB" b="1" dirty="0"/>
            </a:br>
            <a:r>
              <a:rPr lang="en-GB" dirty="0"/>
              <a:t>scarcely! Avoid using too many different colours on one page. To give more clarity to your presentation.</a:t>
            </a:r>
          </a:p>
          <a:p>
            <a:endParaRPr lang="de-DE" dirty="0"/>
          </a:p>
        </p:txBody>
      </p:sp>
      <p:sp>
        <p:nvSpPr>
          <p:cNvPr id="72" name="Rechteck 71">
            <a:extLst>
              <a:ext uri="{FF2B5EF4-FFF2-40B4-BE49-F238E27FC236}">
                <a16:creationId xmlns:a16="http://schemas.microsoft.com/office/drawing/2014/main" id="{DB744F7C-3672-4C24-8E58-5227C42DE92B}"/>
              </a:ext>
            </a:extLst>
          </p:cNvPr>
          <p:cNvSpPr/>
          <p:nvPr/>
        </p:nvSpPr>
        <p:spPr>
          <a:xfrm>
            <a:off x="2663149" y="-2974778"/>
            <a:ext cx="720001" cy="4520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36000" rIns="0" bIns="90000" numCol="1" spcCol="0" rtlCol="0" fromWordArt="0" anchor="t" anchorCtr="0" forceAA="0" compatLnSpc="1">
            <a:prstTxWarp prst="textNoShape">
              <a:avLst/>
            </a:prstTxWarp>
            <a:noAutofit/>
          </a:bodyPr>
          <a:lstStyle/>
          <a:p>
            <a:pPr defTabSz="457189">
              <a:lnSpc>
                <a:spcPct val="90000"/>
              </a:lnSpc>
              <a:spcAft>
                <a:spcPts val="200"/>
              </a:spcAft>
            </a:pPr>
            <a:r>
              <a:rPr lang="en-GB" sz="800" dirty="0">
                <a:solidFill>
                  <a:schemeClr val="tx2"/>
                </a:solidFill>
              </a:rPr>
              <a:t>RGB | MS Office</a:t>
            </a:r>
          </a:p>
          <a:p>
            <a:pPr defTabSz="457189">
              <a:lnSpc>
                <a:spcPct val="90000"/>
              </a:lnSpc>
              <a:spcAft>
                <a:spcPts val="200"/>
              </a:spcAft>
            </a:pPr>
            <a:r>
              <a:rPr lang="en-GB" sz="800" dirty="0">
                <a:solidFill>
                  <a:schemeClr val="tx2"/>
                </a:solidFill>
              </a:rPr>
              <a:t>HEX | Online</a:t>
            </a:r>
          </a:p>
          <a:p>
            <a:pPr defTabSz="457189">
              <a:lnSpc>
                <a:spcPct val="90000"/>
              </a:lnSpc>
              <a:spcAft>
                <a:spcPts val="200"/>
              </a:spcAft>
            </a:pPr>
            <a:r>
              <a:rPr lang="en-GB" sz="800" dirty="0">
                <a:solidFill>
                  <a:schemeClr val="tx2"/>
                </a:solidFill>
              </a:rPr>
              <a:t>CMYK | Print</a:t>
            </a:r>
          </a:p>
        </p:txBody>
      </p:sp>
      <p:sp>
        <p:nvSpPr>
          <p:cNvPr id="44" name="Rechteck 38">
            <a:hlinkClick r:id="rId9" action="ppaction://hlinksldjump"/>
            <a:extLst>
              <a:ext uri="{FF2B5EF4-FFF2-40B4-BE49-F238E27FC236}">
                <a16:creationId xmlns:a16="http://schemas.microsoft.com/office/drawing/2014/main" id="{3D507CDA-7954-4B80-A225-358C725FD184}"/>
              </a:ext>
            </a:extLst>
          </p:cNvPr>
          <p:cNvSpPr/>
          <p:nvPr/>
        </p:nvSpPr>
        <p:spPr>
          <a:xfrm>
            <a:off x="73437" y="1766055"/>
            <a:ext cx="790163" cy="216000"/>
          </a:xfrm>
          <a:prstGeom prst="rect">
            <a:avLst/>
          </a:prstGeom>
          <a:solidFill>
            <a:schemeClr val="tx2"/>
          </a:solidFill>
          <a:ln w="19050">
            <a:noFill/>
          </a:ln>
        </p:spPr>
        <p:txBody>
          <a:bodyPr wrap="none" lIns="36000" tIns="72000" bIns="72000" anchor="ctr">
            <a:noAutofit/>
          </a:bodyPr>
          <a:lstStyle/>
          <a:p>
            <a:pPr>
              <a:lnSpc>
                <a:spcPct val="90000"/>
              </a:lnSpc>
            </a:pPr>
            <a:r>
              <a:rPr lang="en-GB" sz="1000" dirty="0">
                <a:solidFill>
                  <a:schemeClr val="bg1"/>
                </a:solidFill>
              </a:rPr>
              <a:t>Colours</a:t>
            </a:r>
          </a:p>
        </p:txBody>
      </p:sp>
      <p:sp>
        <p:nvSpPr>
          <p:cNvPr id="57" name="Rechteck 56">
            <a:extLst>
              <a:ext uri="{FF2B5EF4-FFF2-40B4-BE49-F238E27FC236}">
                <a16:creationId xmlns:a16="http://schemas.microsoft.com/office/drawing/2014/main" id="{08575B95-A84D-4C70-A094-637A30D322EE}"/>
              </a:ext>
            </a:extLst>
          </p:cNvPr>
          <p:cNvSpPr>
            <a:spLocks/>
          </p:cNvSpPr>
          <p:nvPr/>
        </p:nvSpPr>
        <p:spPr>
          <a:xfrm>
            <a:off x="4571202" y="-3193030"/>
            <a:ext cx="720000" cy="720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90000" rtlCol="0" anchor="t" anchorCtr="0"/>
          <a:lstStyle/>
          <a:p>
            <a:pPr>
              <a:lnSpc>
                <a:spcPct val="90000"/>
              </a:lnSpc>
              <a:spcAft>
                <a:spcPts val="600"/>
              </a:spcAft>
            </a:pPr>
            <a:r>
              <a:rPr lang="en-GB" sz="1000" dirty="0">
                <a:solidFill>
                  <a:schemeClr val="bg1"/>
                </a:solidFill>
              </a:rPr>
              <a:t>BLACK</a:t>
            </a:r>
          </a:p>
          <a:p>
            <a:pPr>
              <a:lnSpc>
                <a:spcPct val="90000"/>
              </a:lnSpc>
              <a:spcAft>
                <a:spcPts val="600"/>
              </a:spcAft>
            </a:pPr>
            <a:r>
              <a:rPr lang="en-GB" sz="900" dirty="0">
                <a:solidFill>
                  <a:schemeClr val="bg1"/>
                </a:solidFill>
              </a:rPr>
              <a:t>36 | 36 | 36</a:t>
            </a:r>
            <a:br>
              <a:rPr lang="en-GB" sz="900" dirty="0">
                <a:solidFill>
                  <a:schemeClr val="bg1"/>
                </a:solidFill>
              </a:rPr>
            </a:br>
            <a:r>
              <a:rPr lang="en-GB" sz="900" dirty="0">
                <a:solidFill>
                  <a:srgbClr val="FFFFFF"/>
                </a:solidFill>
              </a:rPr>
              <a:t>#242424</a:t>
            </a:r>
            <a:br>
              <a:rPr lang="en-GB" sz="900" dirty="0">
                <a:solidFill>
                  <a:schemeClr val="bg1"/>
                </a:solidFill>
              </a:rPr>
            </a:br>
            <a:r>
              <a:rPr lang="en-GB" sz="900" dirty="0">
                <a:solidFill>
                  <a:srgbClr val="FFFFFF"/>
                </a:solidFill>
              </a:rPr>
              <a:t>xx% black</a:t>
            </a:r>
          </a:p>
        </p:txBody>
      </p:sp>
      <p:sp>
        <p:nvSpPr>
          <p:cNvPr id="73" name="Rechteck 72">
            <a:extLst>
              <a:ext uri="{FF2B5EF4-FFF2-40B4-BE49-F238E27FC236}">
                <a16:creationId xmlns:a16="http://schemas.microsoft.com/office/drawing/2014/main" id="{769AA378-622E-4023-BA8E-5C026C13B9FF}"/>
              </a:ext>
            </a:extLst>
          </p:cNvPr>
          <p:cNvSpPr>
            <a:spLocks/>
          </p:cNvSpPr>
          <p:nvPr/>
        </p:nvSpPr>
        <p:spPr>
          <a:xfrm>
            <a:off x="3779202" y="-3193030"/>
            <a:ext cx="720000" cy="720000"/>
          </a:xfrm>
          <a:prstGeom prst="rect">
            <a:avLst/>
          </a:prstGeom>
          <a:solidFill>
            <a:schemeClr val="bg1"/>
          </a:solidFill>
          <a:ln w="6350">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36000" tIns="36000" rIns="36000" bIns="90000" rtlCol="0" anchor="t" anchorCtr="0"/>
          <a:lstStyle/>
          <a:p>
            <a:pPr>
              <a:lnSpc>
                <a:spcPct val="90000"/>
              </a:lnSpc>
              <a:spcAft>
                <a:spcPts val="600"/>
              </a:spcAft>
            </a:pPr>
            <a:r>
              <a:rPr lang="en-GB" sz="1000" dirty="0">
                <a:solidFill>
                  <a:sysClr val="windowText" lastClr="000000"/>
                </a:solidFill>
              </a:rPr>
              <a:t>WHITE</a:t>
            </a:r>
          </a:p>
          <a:p>
            <a:pPr>
              <a:lnSpc>
                <a:spcPct val="90000"/>
              </a:lnSpc>
              <a:spcAft>
                <a:spcPts val="600"/>
              </a:spcAft>
            </a:pPr>
            <a:r>
              <a:rPr lang="en-US" sz="900" dirty="0">
                <a:solidFill>
                  <a:sysClr val="windowText" lastClr="000000"/>
                </a:solidFill>
              </a:rPr>
              <a:t>Bright white, never cream or off-white</a:t>
            </a:r>
            <a:endParaRPr lang="en-GB" sz="900" dirty="0">
              <a:solidFill>
                <a:sysClr val="windowText" lastClr="000000"/>
              </a:solidFill>
            </a:endParaRPr>
          </a:p>
        </p:txBody>
      </p:sp>
      <p:sp>
        <p:nvSpPr>
          <p:cNvPr id="77" name="Textfeld 76">
            <a:extLst>
              <a:ext uri="{FF2B5EF4-FFF2-40B4-BE49-F238E27FC236}">
                <a16:creationId xmlns:a16="http://schemas.microsoft.com/office/drawing/2014/main" id="{F0F2B504-58B6-4224-B7F2-7B84B25BFCBA}"/>
              </a:ext>
            </a:extLst>
          </p:cNvPr>
          <p:cNvSpPr txBox="1"/>
          <p:nvPr/>
        </p:nvSpPr>
        <p:spPr>
          <a:xfrm>
            <a:off x="3779202" y="-3265030"/>
            <a:ext cx="1512000" cy="108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defPPr>
              <a:defRPr lang="de-DE"/>
            </a:defPPr>
            <a:lvl1pPr defTabSz="457189">
              <a:defRPr sz="1000">
                <a:solidFill>
                  <a:schemeClr val="bg2"/>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dirty="0"/>
              <a:t>Base</a:t>
            </a:r>
          </a:p>
        </p:txBody>
      </p:sp>
      <p:sp>
        <p:nvSpPr>
          <p:cNvPr id="79" name="Textfeld 78">
            <a:extLst>
              <a:ext uri="{FF2B5EF4-FFF2-40B4-BE49-F238E27FC236}">
                <a16:creationId xmlns:a16="http://schemas.microsoft.com/office/drawing/2014/main" id="{7D281DF6-50BD-42DB-9F03-0100B9D3D374}"/>
              </a:ext>
            </a:extLst>
          </p:cNvPr>
          <p:cNvSpPr txBox="1"/>
          <p:nvPr/>
        </p:nvSpPr>
        <p:spPr>
          <a:xfrm>
            <a:off x="1233220" y="-1868419"/>
            <a:ext cx="3276000" cy="108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defPPr>
              <a:defRPr lang="de-DE"/>
            </a:defPPr>
            <a:lvl1pPr defTabSz="457189">
              <a:defRPr sz="1000">
                <a:solidFill>
                  <a:schemeClr val="bg2"/>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dirty="0"/>
              <a:t>Accents</a:t>
            </a:r>
          </a:p>
        </p:txBody>
      </p:sp>
      <p:sp>
        <p:nvSpPr>
          <p:cNvPr id="81" name="Rechteck 80">
            <a:extLst>
              <a:ext uri="{FF2B5EF4-FFF2-40B4-BE49-F238E27FC236}">
                <a16:creationId xmlns:a16="http://schemas.microsoft.com/office/drawing/2014/main" id="{D709C5D3-D798-428B-B2E5-8E91170DF0D5}"/>
              </a:ext>
            </a:extLst>
          </p:cNvPr>
          <p:cNvSpPr>
            <a:spLocks/>
          </p:cNvSpPr>
          <p:nvPr/>
        </p:nvSpPr>
        <p:spPr>
          <a:xfrm>
            <a:off x="1228730" y="-1773280"/>
            <a:ext cx="720000" cy="72000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90000" rtlCol="0" anchor="t" anchorCtr="0"/>
          <a:lstStyle/>
          <a:p>
            <a:pPr>
              <a:lnSpc>
                <a:spcPct val="90000"/>
              </a:lnSpc>
              <a:spcAft>
                <a:spcPts val="600"/>
              </a:spcAft>
            </a:pPr>
            <a:r>
              <a:rPr lang="en-GB" sz="1000" dirty="0">
                <a:solidFill>
                  <a:schemeClr val="bg1"/>
                </a:solidFill>
              </a:rPr>
              <a:t>Green</a:t>
            </a:r>
          </a:p>
          <a:p>
            <a:pPr>
              <a:lnSpc>
                <a:spcPct val="90000"/>
              </a:lnSpc>
              <a:spcAft>
                <a:spcPts val="600"/>
              </a:spcAft>
            </a:pPr>
            <a:r>
              <a:rPr lang="en-GB" sz="900" dirty="0">
                <a:solidFill>
                  <a:schemeClr val="bg1"/>
                </a:solidFill>
              </a:rPr>
              <a:t>54 | 214 | 99</a:t>
            </a:r>
            <a:br>
              <a:rPr lang="en-GB" sz="900" dirty="0">
                <a:solidFill>
                  <a:schemeClr val="bg1"/>
                </a:solidFill>
              </a:rPr>
            </a:br>
            <a:r>
              <a:rPr lang="en-GB" sz="900" dirty="0">
                <a:solidFill>
                  <a:schemeClr val="bg1"/>
                </a:solidFill>
              </a:rPr>
              <a:t>#36D663</a:t>
            </a:r>
            <a:br>
              <a:rPr lang="en-GB" sz="900" dirty="0">
                <a:solidFill>
                  <a:schemeClr val="bg1"/>
                </a:solidFill>
              </a:rPr>
            </a:br>
            <a:r>
              <a:rPr lang="en-GB" sz="900" dirty="0">
                <a:solidFill>
                  <a:schemeClr val="bg1"/>
                </a:solidFill>
              </a:rPr>
              <a:t>xxx</a:t>
            </a:r>
          </a:p>
        </p:txBody>
      </p:sp>
      <p:sp>
        <p:nvSpPr>
          <p:cNvPr id="83" name="Rechteck 82">
            <a:extLst>
              <a:ext uri="{FF2B5EF4-FFF2-40B4-BE49-F238E27FC236}">
                <a16:creationId xmlns:a16="http://schemas.microsoft.com/office/drawing/2014/main" id="{D30B49A5-BEDD-41F4-87C8-1C1A563C88C0}"/>
              </a:ext>
            </a:extLst>
          </p:cNvPr>
          <p:cNvSpPr>
            <a:spLocks/>
          </p:cNvSpPr>
          <p:nvPr/>
        </p:nvSpPr>
        <p:spPr>
          <a:xfrm>
            <a:off x="-4683840" y="2470027"/>
            <a:ext cx="1224000" cy="684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90000" rtlCol="0" anchor="t" anchorCtr="0"/>
          <a:lstStyle/>
          <a:p>
            <a:pPr>
              <a:lnSpc>
                <a:spcPct val="90000"/>
              </a:lnSpc>
              <a:spcAft>
                <a:spcPts val="600"/>
              </a:spcAft>
            </a:pPr>
            <a:r>
              <a:rPr lang="en-GB" sz="1000" dirty="0">
                <a:solidFill>
                  <a:schemeClr val="bg1"/>
                </a:solidFill>
              </a:rPr>
              <a:t>xxx</a:t>
            </a:r>
          </a:p>
          <a:p>
            <a:pPr>
              <a:lnSpc>
                <a:spcPct val="90000"/>
              </a:lnSpc>
              <a:spcAft>
                <a:spcPts val="600"/>
              </a:spcAft>
            </a:pPr>
            <a:r>
              <a:rPr lang="en-GB" sz="900" dirty="0">
                <a:solidFill>
                  <a:schemeClr val="bg1"/>
                </a:solidFill>
              </a:rPr>
              <a:t>0 | 142 | 214</a:t>
            </a:r>
            <a:br>
              <a:rPr lang="en-GB" sz="900" dirty="0">
                <a:solidFill>
                  <a:schemeClr val="bg1"/>
                </a:solidFill>
              </a:rPr>
            </a:br>
            <a:r>
              <a:rPr lang="en-GB" sz="900" dirty="0">
                <a:solidFill>
                  <a:schemeClr val="bg1"/>
                </a:solidFill>
              </a:rPr>
              <a:t>#008ED6</a:t>
            </a:r>
            <a:br>
              <a:rPr lang="en-GB" sz="900" dirty="0">
                <a:solidFill>
                  <a:schemeClr val="bg1"/>
                </a:solidFill>
              </a:rPr>
            </a:br>
            <a:r>
              <a:rPr lang="en-GB" sz="900" dirty="0">
                <a:solidFill>
                  <a:schemeClr val="bg1"/>
                </a:solidFill>
              </a:rPr>
              <a:t>100-34-0-16</a:t>
            </a:r>
          </a:p>
        </p:txBody>
      </p:sp>
      <p:sp>
        <p:nvSpPr>
          <p:cNvPr id="85" name="Rechteck 84">
            <a:extLst>
              <a:ext uri="{FF2B5EF4-FFF2-40B4-BE49-F238E27FC236}">
                <a16:creationId xmlns:a16="http://schemas.microsoft.com/office/drawing/2014/main" id="{421DFB2B-593F-454D-9BA4-9D715FD2A32B}"/>
              </a:ext>
            </a:extLst>
          </p:cNvPr>
          <p:cNvSpPr>
            <a:spLocks/>
          </p:cNvSpPr>
          <p:nvPr/>
        </p:nvSpPr>
        <p:spPr>
          <a:xfrm>
            <a:off x="1233221" y="-3193030"/>
            <a:ext cx="720000" cy="7200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90000" rtlCol="0" anchor="t" anchorCtr="0"/>
          <a:lstStyle/>
          <a:p>
            <a:pPr>
              <a:lnSpc>
                <a:spcPct val="90000"/>
              </a:lnSpc>
              <a:spcAft>
                <a:spcPts val="600"/>
              </a:spcAft>
            </a:pPr>
            <a:r>
              <a:rPr lang="en-GB" sz="1000" dirty="0">
                <a:solidFill>
                  <a:schemeClr val="bg1"/>
                </a:solidFill>
              </a:rPr>
              <a:t>OHOE Red</a:t>
            </a:r>
          </a:p>
          <a:p>
            <a:pPr>
              <a:lnSpc>
                <a:spcPct val="90000"/>
              </a:lnSpc>
              <a:spcAft>
                <a:spcPts val="600"/>
              </a:spcAft>
            </a:pPr>
            <a:r>
              <a:rPr lang="en-GB" sz="900" dirty="0">
                <a:solidFill>
                  <a:schemeClr val="bg1"/>
                </a:solidFill>
              </a:rPr>
              <a:t>214 | 54 | 54</a:t>
            </a:r>
            <a:br>
              <a:rPr lang="en-GB" sz="900" dirty="0">
                <a:solidFill>
                  <a:schemeClr val="bg1"/>
                </a:solidFill>
              </a:rPr>
            </a:br>
            <a:r>
              <a:rPr lang="en-GB" sz="900" dirty="0">
                <a:solidFill>
                  <a:schemeClr val="bg1"/>
                </a:solidFill>
              </a:rPr>
              <a:t>#D63636</a:t>
            </a:r>
            <a:br>
              <a:rPr lang="en-GB" sz="900" dirty="0">
                <a:solidFill>
                  <a:schemeClr val="bg1"/>
                </a:solidFill>
              </a:rPr>
            </a:br>
            <a:r>
              <a:rPr lang="en-GB" sz="900" dirty="0">
                <a:solidFill>
                  <a:schemeClr val="bg1"/>
                </a:solidFill>
              </a:rPr>
              <a:t>0-0-0-0</a:t>
            </a:r>
          </a:p>
        </p:txBody>
      </p:sp>
      <p:sp>
        <p:nvSpPr>
          <p:cNvPr id="88" name="Pantone 545">
            <a:extLst>
              <a:ext uri="{FF2B5EF4-FFF2-40B4-BE49-F238E27FC236}">
                <a16:creationId xmlns:a16="http://schemas.microsoft.com/office/drawing/2014/main" id="{9A996B2C-1AD0-4251-9F10-E73E996369DA}"/>
              </a:ext>
            </a:extLst>
          </p:cNvPr>
          <p:cNvSpPr>
            <a:spLocks/>
          </p:cNvSpPr>
          <p:nvPr/>
        </p:nvSpPr>
        <p:spPr>
          <a:xfrm>
            <a:off x="5360553" y="-3193030"/>
            <a:ext cx="720000" cy="720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90000" rtlCol="0" anchor="t" anchorCtr="0"/>
          <a:lstStyle/>
          <a:p>
            <a:pPr>
              <a:lnSpc>
                <a:spcPct val="90000"/>
              </a:lnSpc>
              <a:spcAft>
                <a:spcPts val="600"/>
              </a:spcAft>
            </a:pPr>
            <a:r>
              <a:rPr lang="en-GB" sz="1000" dirty="0">
                <a:solidFill>
                  <a:schemeClr val="bg1"/>
                </a:solidFill>
              </a:rPr>
              <a:t>Mid Grey</a:t>
            </a:r>
          </a:p>
          <a:p>
            <a:pPr>
              <a:lnSpc>
                <a:spcPct val="90000"/>
              </a:lnSpc>
              <a:spcAft>
                <a:spcPts val="600"/>
              </a:spcAft>
            </a:pPr>
            <a:r>
              <a:rPr lang="en-GB" sz="900" dirty="0">
                <a:solidFill>
                  <a:schemeClr val="bg1"/>
                </a:solidFill>
              </a:rPr>
              <a:t>81 | 81 | 81</a:t>
            </a:r>
            <a:br>
              <a:rPr lang="en-GB" sz="900" dirty="0">
                <a:solidFill>
                  <a:schemeClr val="bg1"/>
                </a:solidFill>
              </a:rPr>
            </a:br>
            <a:r>
              <a:rPr lang="en-GB" sz="900" dirty="0">
                <a:solidFill>
                  <a:schemeClr val="bg1"/>
                </a:solidFill>
              </a:rPr>
              <a:t>#515151</a:t>
            </a:r>
            <a:br>
              <a:rPr lang="en-GB" sz="900" dirty="0">
                <a:solidFill>
                  <a:schemeClr val="bg1"/>
                </a:solidFill>
              </a:rPr>
            </a:br>
            <a:r>
              <a:rPr lang="en-GB" sz="900" dirty="0">
                <a:solidFill>
                  <a:schemeClr val="bg1"/>
                </a:solidFill>
              </a:rPr>
              <a:t>xx% black</a:t>
            </a:r>
          </a:p>
        </p:txBody>
      </p:sp>
      <p:sp>
        <p:nvSpPr>
          <p:cNvPr id="89" name="Pantone 545">
            <a:extLst>
              <a:ext uri="{FF2B5EF4-FFF2-40B4-BE49-F238E27FC236}">
                <a16:creationId xmlns:a16="http://schemas.microsoft.com/office/drawing/2014/main" id="{9ED936A6-5E11-42AF-9B93-581D24E029C7}"/>
              </a:ext>
            </a:extLst>
          </p:cNvPr>
          <p:cNvSpPr>
            <a:spLocks/>
          </p:cNvSpPr>
          <p:nvPr/>
        </p:nvSpPr>
        <p:spPr>
          <a:xfrm>
            <a:off x="2012698" y="-3193030"/>
            <a:ext cx="720000" cy="720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90000" rtlCol="0" anchor="t" anchorCtr="0"/>
          <a:lstStyle/>
          <a:p>
            <a:pPr>
              <a:lnSpc>
                <a:spcPct val="90000"/>
              </a:lnSpc>
              <a:spcAft>
                <a:spcPts val="600"/>
              </a:spcAft>
            </a:pPr>
            <a:r>
              <a:rPr lang="en-GB" sz="1000" dirty="0">
                <a:solidFill>
                  <a:schemeClr val="bg1"/>
                </a:solidFill>
              </a:rPr>
              <a:t>OHOE Grey</a:t>
            </a:r>
          </a:p>
          <a:p>
            <a:pPr>
              <a:lnSpc>
                <a:spcPct val="90000"/>
              </a:lnSpc>
              <a:spcAft>
                <a:spcPts val="600"/>
              </a:spcAft>
            </a:pPr>
            <a:r>
              <a:rPr lang="en-GB" sz="900" dirty="0">
                <a:solidFill>
                  <a:schemeClr val="bg1"/>
                </a:solidFill>
              </a:rPr>
              <a:t>51 | 51 | 51</a:t>
            </a:r>
            <a:br>
              <a:rPr lang="en-GB" sz="900" dirty="0">
                <a:solidFill>
                  <a:schemeClr val="bg1"/>
                </a:solidFill>
              </a:rPr>
            </a:br>
            <a:r>
              <a:rPr lang="en-GB" sz="900" dirty="0">
                <a:solidFill>
                  <a:schemeClr val="bg1"/>
                </a:solidFill>
              </a:rPr>
              <a:t>#333333</a:t>
            </a:r>
            <a:br>
              <a:rPr lang="en-GB" sz="900" dirty="0">
                <a:solidFill>
                  <a:schemeClr val="bg1"/>
                </a:solidFill>
              </a:rPr>
            </a:br>
            <a:r>
              <a:rPr lang="en-GB" sz="900" dirty="0">
                <a:solidFill>
                  <a:schemeClr val="bg1"/>
                </a:solidFill>
              </a:rPr>
              <a:t>70% black</a:t>
            </a:r>
          </a:p>
        </p:txBody>
      </p:sp>
      <p:sp>
        <p:nvSpPr>
          <p:cNvPr id="104" name="Textfeld 4">
            <a:extLst>
              <a:ext uri="{FF2B5EF4-FFF2-40B4-BE49-F238E27FC236}">
                <a16:creationId xmlns:a16="http://schemas.microsoft.com/office/drawing/2014/main" id="{1BE54FFC-D5CE-48A4-838E-25B5AB1C400A}"/>
              </a:ext>
            </a:extLst>
          </p:cNvPr>
          <p:cNvSpPr txBox="1"/>
          <p:nvPr/>
        </p:nvSpPr>
        <p:spPr>
          <a:xfrm>
            <a:off x="-4683839" y="3139634"/>
            <a:ext cx="595282" cy="183503"/>
          </a:xfrm>
          <a:prstGeom prst="rect">
            <a:avLst/>
          </a:prstGeom>
          <a:noFill/>
        </p:spPr>
        <p:txBody>
          <a:bodyPr wrap="none" lIns="36000" tIns="36000" rIns="36000" bIns="36000" rtlCol="0">
            <a:spAutoFit/>
          </a:bodyPr>
          <a:lstStyle/>
          <a:p>
            <a:pPr defTabSz="457189" fontAlgn="base">
              <a:lnSpc>
                <a:spcPct val="90000"/>
              </a:lnSpc>
              <a:spcBef>
                <a:spcPct val="0"/>
              </a:spcBef>
              <a:spcAft>
                <a:spcPts val="600"/>
              </a:spcAft>
            </a:pPr>
            <a:r>
              <a:rPr lang="en-GB" sz="800" dirty="0">
                <a:solidFill>
                  <a:srgbClr val="9FA0A3"/>
                </a:solidFill>
              </a:rPr>
              <a:t>Pantone 2925</a:t>
            </a:r>
          </a:p>
        </p:txBody>
      </p:sp>
      <p:sp>
        <p:nvSpPr>
          <p:cNvPr id="61" name="Rechteck 60">
            <a:extLst>
              <a:ext uri="{FF2B5EF4-FFF2-40B4-BE49-F238E27FC236}">
                <a16:creationId xmlns:a16="http://schemas.microsoft.com/office/drawing/2014/main" id="{DE0E1894-E640-456C-84EA-6B679971C9CF}"/>
              </a:ext>
            </a:extLst>
          </p:cNvPr>
          <p:cNvSpPr>
            <a:spLocks/>
          </p:cNvSpPr>
          <p:nvPr/>
        </p:nvSpPr>
        <p:spPr>
          <a:xfrm>
            <a:off x="-6507908" y="2488017"/>
            <a:ext cx="1224000" cy="6840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90000" rtlCol="0" anchor="t" anchorCtr="0"/>
          <a:lstStyle/>
          <a:p>
            <a:pPr>
              <a:lnSpc>
                <a:spcPct val="90000"/>
              </a:lnSpc>
              <a:spcAft>
                <a:spcPts val="600"/>
              </a:spcAft>
            </a:pPr>
            <a:r>
              <a:rPr lang="en-GB" sz="1000" dirty="0">
                <a:solidFill>
                  <a:schemeClr val="bg1"/>
                </a:solidFill>
              </a:rPr>
              <a:t>xxx</a:t>
            </a:r>
          </a:p>
          <a:p>
            <a:pPr>
              <a:lnSpc>
                <a:spcPct val="90000"/>
              </a:lnSpc>
              <a:spcAft>
                <a:spcPts val="600"/>
              </a:spcAft>
            </a:pPr>
            <a:r>
              <a:rPr lang="en-GB" sz="900" dirty="0">
                <a:solidFill>
                  <a:schemeClr val="bg1"/>
                </a:solidFill>
              </a:rPr>
              <a:t>5 | 5 | 55</a:t>
            </a:r>
            <a:br>
              <a:rPr lang="en-GB" sz="900" dirty="0">
                <a:solidFill>
                  <a:schemeClr val="bg1"/>
                </a:solidFill>
              </a:rPr>
            </a:br>
            <a:r>
              <a:rPr lang="en-GB" sz="900" dirty="0">
                <a:solidFill>
                  <a:schemeClr val="bg1"/>
                </a:solidFill>
              </a:rPr>
              <a:t>#050537</a:t>
            </a:r>
            <a:br>
              <a:rPr lang="en-GB" sz="900" dirty="0">
                <a:solidFill>
                  <a:schemeClr val="bg1"/>
                </a:solidFill>
              </a:rPr>
            </a:br>
            <a:r>
              <a:rPr lang="en-GB" sz="900" dirty="0">
                <a:solidFill>
                  <a:schemeClr val="bg1"/>
                </a:solidFill>
              </a:rPr>
              <a:t>91-91-0-78</a:t>
            </a:r>
          </a:p>
        </p:txBody>
      </p:sp>
      <p:sp>
        <p:nvSpPr>
          <p:cNvPr id="65" name="Pantone 545">
            <a:extLst>
              <a:ext uri="{FF2B5EF4-FFF2-40B4-BE49-F238E27FC236}">
                <a16:creationId xmlns:a16="http://schemas.microsoft.com/office/drawing/2014/main" id="{DB8CB8E6-DDE8-448E-9C21-9D9E585E8C4A}"/>
              </a:ext>
            </a:extLst>
          </p:cNvPr>
          <p:cNvSpPr>
            <a:spLocks/>
          </p:cNvSpPr>
          <p:nvPr/>
        </p:nvSpPr>
        <p:spPr>
          <a:xfrm>
            <a:off x="6152553" y="-3194523"/>
            <a:ext cx="720000" cy="720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90000" rtlCol="0" anchor="t" anchorCtr="0"/>
          <a:lstStyle/>
          <a:p>
            <a:pPr>
              <a:lnSpc>
                <a:spcPct val="90000"/>
              </a:lnSpc>
              <a:spcAft>
                <a:spcPts val="600"/>
              </a:spcAft>
            </a:pPr>
            <a:r>
              <a:rPr lang="en-GB" sz="1000" dirty="0">
                <a:solidFill>
                  <a:sysClr val="windowText" lastClr="000000"/>
                </a:solidFill>
              </a:rPr>
              <a:t>Light Grey</a:t>
            </a:r>
          </a:p>
          <a:p>
            <a:pPr>
              <a:lnSpc>
                <a:spcPct val="90000"/>
              </a:lnSpc>
              <a:spcAft>
                <a:spcPts val="600"/>
              </a:spcAft>
            </a:pPr>
            <a:r>
              <a:rPr lang="en-GB" sz="900" dirty="0">
                <a:solidFill>
                  <a:sysClr val="windowText" lastClr="000000"/>
                </a:solidFill>
              </a:rPr>
              <a:t>237 | 237 | 237</a:t>
            </a:r>
            <a:br>
              <a:rPr lang="en-GB" sz="900" dirty="0">
                <a:solidFill>
                  <a:sysClr val="windowText" lastClr="000000"/>
                </a:solidFill>
              </a:rPr>
            </a:br>
            <a:r>
              <a:rPr lang="en-GB" sz="900" dirty="0">
                <a:solidFill>
                  <a:sysClr val="windowText" lastClr="000000"/>
                </a:solidFill>
              </a:rPr>
              <a:t>#EDEDED</a:t>
            </a:r>
            <a:br>
              <a:rPr lang="en-GB" sz="900" dirty="0">
                <a:solidFill>
                  <a:sysClr val="windowText" lastClr="000000"/>
                </a:solidFill>
              </a:rPr>
            </a:br>
            <a:r>
              <a:rPr lang="en-GB" sz="900" dirty="0">
                <a:solidFill>
                  <a:sysClr val="windowText" lastClr="000000"/>
                </a:solidFill>
              </a:rPr>
              <a:t>xxx</a:t>
            </a:r>
          </a:p>
        </p:txBody>
      </p:sp>
      <p:sp>
        <p:nvSpPr>
          <p:cNvPr id="63" name="Textfeld 4">
            <a:extLst>
              <a:ext uri="{FF2B5EF4-FFF2-40B4-BE49-F238E27FC236}">
                <a16:creationId xmlns:a16="http://schemas.microsoft.com/office/drawing/2014/main" id="{9960CB69-07B4-4E82-9423-A047134A7887}"/>
              </a:ext>
            </a:extLst>
          </p:cNvPr>
          <p:cNvSpPr txBox="1"/>
          <p:nvPr/>
        </p:nvSpPr>
        <p:spPr>
          <a:xfrm>
            <a:off x="-6507908" y="3154027"/>
            <a:ext cx="609710" cy="183503"/>
          </a:xfrm>
          <a:prstGeom prst="rect">
            <a:avLst/>
          </a:prstGeom>
          <a:noFill/>
        </p:spPr>
        <p:txBody>
          <a:bodyPr wrap="none" lIns="36000" tIns="36000" rIns="36000" bIns="36000" rtlCol="0">
            <a:spAutoFit/>
          </a:bodyPr>
          <a:lstStyle/>
          <a:p>
            <a:pPr defTabSz="457189" fontAlgn="base">
              <a:lnSpc>
                <a:spcPct val="90000"/>
              </a:lnSpc>
              <a:spcBef>
                <a:spcPct val="0"/>
              </a:spcBef>
              <a:spcAft>
                <a:spcPts val="600"/>
              </a:spcAft>
            </a:pPr>
            <a:r>
              <a:rPr lang="en-GB" sz="800" dirty="0">
                <a:solidFill>
                  <a:srgbClr val="9FA0A3"/>
                </a:solidFill>
              </a:rPr>
              <a:t>Pantone 275C</a:t>
            </a:r>
          </a:p>
        </p:txBody>
      </p:sp>
      <p:sp>
        <p:nvSpPr>
          <p:cNvPr id="64" name="Textfeld 76">
            <a:extLst>
              <a:ext uri="{FF2B5EF4-FFF2-40B4-BE49-F238E27FC236}">
                <a16:creationId xmlns:a16="http://schemas.microsoft.com/office/drawing/2014/main" id="{06F19FD1-9436-4203-A7FA-FDDE0D82C08F}"/>
              </a:ext>
            </a:extLst>
          </p:cNvPr>
          <p:cNvSpPr txBox="1"/>
          <p:nvPr/>
        </p:nvSpPr>
        <p:spPr>
          <a:xfrm>
            <a:off x="1232813" y="-3265030"/>
            <a:ext cx="2196000" cy="108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defPPr>
              <a:defRPr lang="de-DE"/>
            </a:defPPr>
            <a:lvl1pPr defTabSz="457189">
              <a:defRPr sz="1000">
                <a:solidFill>
                  <a:schemeClr val="bg2"/>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dirty="0"/>
              <a:t>ID</a:t>
            </a:r>
          </a:p>
        </p:txBody>
      </p:sp>
      <p:sp>
        <p:nvSpPr>
          <p:cNvPr id="66" name="Textfeld 76">
            <a:extLst>
              <a:ext uri="{FF2B5EF4-FFF2-40B4-BE49-F238E27FC236}">
                <a16:creationId xmlns:a16="http://schemas.microsoft.com/office/drawing/2014/main" id="{BBFE983F-8890-44DE-BAF2-3C5A2D036552}"/>
              </a:ext>
            </a:extLst>
          </p:cNvPr>
          <p:cNvSpPr txBox="1"/>
          <p:nvPr/>
        </p:nvSpPr>
        <p:spPr>
          <a:xfrm>
            <a:off x="5360553" y="-3265030"/>
            <a:ext cx="1512000" cy="108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defPPr>
              <a:defRPr lang="de-DE"/>
            </a:defPPr>
            <a:lvl1pPr defTabSz="457189">
              <a:defRPr sz="1000">
                <a:solidFill>
                  <a:schemeClr val="bg2"/>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dirty="0"/>
              <a:t>Greys</a:t>
            </a:r>
          </a:p>
        </p:txBody>
      </p:sp>
      <p:grpSp>
        <p:nvGrpSpPr>
          <p:cNvPr id="70" name="Group 69">
            <a:extLst>
              <a:ext uri="{FF2B5EF4-FFF2-40B4-BE49-F238E27FC236}">
                <a16:creationId xmlns:a16="http://schemas.microsoft.com/office/drawing/2014/main" id="{F3DAFF10-6071-4153-8EAE-2F802292183F}"/>
              </a:ext>
            </a:extLst>
          </p:cNvPr>
          <p:cNvGrpSpPr/>
          <p:nvPr/>
        </p:nvGrpSpPr>
        <p:grpSpPr>
          <a:xfrm>
            <a:off x="7905939" y="1161799"/>
            <a:ext cx="838531" cy="2499492"/>
            <a:chOff x="7616223" y="1071544"/>
            <a:chExt cx="838531" cy="2499492"/>
          </a:xfrm>
        </p:grpSpPr>
        <p:grpSp>
          <p:nvGrpSpPr>
            <p:cNvPr id="6" name="Group 5">
              <a:extLst>
                <a:ext uri="{FF2B5EF4-FFF2-40B4-BE49-F238E27FC236}">
                  <a16:creationId xmlns:a16="http://schemas.microsoft.com/office/drawing/2014/main" id="{FBC223F8-A5AE-4089-ADDC-39F57ADE3100}"/>
                </a:ext>
              </a:extLst>
            </p:cNvPr>
            <p:cNvGrpSpPr/>
            <p:nvPr/>
          </p:nvGrpSpPr>
          <p:grpSpPr>
            <a:xfrm>
              <a:off x="7632199" y="1136095"/>
              <a:ext cx="822555" cy="2434941"/>
              <a:chOff x="7353495" y="1136095"/>
              <a:chExt cx="1233831" cy="2434941"/>
            </a:xfrm>
          </p:grpSpPr>
          <p:sp>
            <p:nvSpPr>
              <p:cNvPr id="32" name="Rechteck 89">
                <a:extLst>
                  <a:ext uri="{FF2B5EF4-FFF2-40B4-BE49-F238E27FC236}">
                    <a16:creationId xmlns:a16="http://schemas.microsoft.com/office/drawing/2014/main" id="{937C2E8E-B1DA-402D-999D-15854D50EA58}"/>
                  </a:ext>
                </a:extLst>
              </p:cNvPr>
              <p:cNvSpPr/>
              <p:nvPr/>
            </p:nvSpPr>
            <p:spPr>
              <a:xfrm rot="5400000">
                <a:off x="7290407" y="1199189"/>
                <a:ext cx="1206185" cy="1079997"/>
              </a:xfrm>
              <a:prstGeom prst="rect">
                <a:avLst/>
              </a:prstGeom>
              <a:solidFill>
                <a:schemeClr val="bg1"/>
              </a:solidFill>
              <a:ln>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vert="horz" tIns="90000" bIns="90000" rtlCol="0" anchor="ctr" anchorCtr="0"/>
              <a:lstStyle/>
              <a:p>
                <a:pPr defTabSz="457189"/>
                <a:endParaRPr lang="en-GB" sz="1000" dirty="0">
                  <a:solidFill>
                    <a:srgbClr val="333333"/>
                  </a:solidFill>
                </a:endParaRPr>
              </a:p>
            </p:txBody>
          </p:sp>
          <p:grpSp>
            <p:nvGrpSpPr>
              <p:cNvPr id="5" name="Group 4">
                <a:extLst>
                  <a:ext uri="{FF2B5EF4-FFF2-40B4-BE49-F238E27FC236}">
                    <a16:creationId xmlns:a16="http://schemas.microsoft.com/office/drawing/2014/main" id="{901DF239-8167-4719-956C-8AAF229B69EE}"/>
                  </a:ext>
                </a:extLst>
              </p:cNvPr>
              <p:cNvGrpSpPr/>
              <p:nvPr/>
            </p:nvGrpSpPr>
            <p:grpSpPr>
              <a:xfrm>
                <a:off x="7353495" y="2364852"/>
                <a:ext cx="1080005" cy="1182352"/>
                <a:chOff x="7353495" y="2364851"/>
                <a:chExt cx="1080005" cy="993439"/>
              </a:xfrm>
            </p:grpSpPr>
            <p:sp>
              <p:nvSpPr>
                <p:cNvPr id="33" name="Rechteck 90">
                  <a:extLst>
                    <a:ext uri="{FF2B5EF4-FFF2-40B4-BE49-F238E27FC236}">
                      <a16:creationId xmlns:a16="http://schemas.microsoft.com/office/drawing/2014/main" id="{D011B744-09B7-4468-99FB-D982AB006F69}"/>
                    </a:ext>
                  </a:extLst>
                </p:cNvPr>
                <p:cNvSpPr/>
                <p:nvPr/>
              </p:nvSpPr>
              <p:spPr>
                <a:xfrm rot="5400000">
                  <a:off x="7817880" y="2080959"/>
                  <a:ext cx="151240" cy="1079997"/>
                </a:xfrm>
                <a:prstGeom prst="rect">
                  <a:avLst/>
                </a:pr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72000" tIns="90000" rIns="72000" bIns="90000" rtlCol="0" anchor="t" anchorCtr="0"/>
                <a:lstStyle/>
                <a:p>
                  <a:pPr defTabSz="457189"/>
                  <a:endParaRPr lang="en-GB" sz="800" dirty="0">
                    <a:solidFill>
                      <a:srgbClr val="FFFFFF"/>
                    </a:solidFill>
                  </a:endParaRPr>
                </a:p>
              </p:txBody>
            </p:sp>
            <p:sp>
              <p:nvSpPr>
                <p:cNvPr id="36" name="Rechteck 93">
                  <a:extLst>
                    <a:ext uri="{FF2B5EF4-FFF2-40B4-BE49-F238E27FC236}">
                      <a16:creationId xmlns:a16="http://schemas.microsoft.com/office/drawing/2014/main" id="{EE6FA7F3-1DF4-4830-85A0-9E4D677D81A8}"/>
                    </a:ext>
                  </a:extLst>
                </p:cNvPr>
                <p:cNvSpPr/>
                <p:nvPr/>
              </p:nvSpPr>
              <p:spPr>
                <a:xfrm rot="5400000">
                  <a:off x="7817880" y="1900472"/>
                  <a:ext cx="151240" cy="107999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none" lIns="90000" tIns="90000" bIns="90000" rtlCol="0" anchor="t" anchorCtr="0"/>
                <a:lstStyle/>
                <a:p>
                  <a:pPr algn="ctr" defTabSz="457189"/>
                  <a:endParaRPr lang="en-GB" sz="800" dirty="0">
                    <a:solidFill>
                      <a:srgbClr val="FFFFFF"/>
                    </a:solidFill>
                  </a:endParaRPr>
                </a:p>
              </p:txBody>
            </p:sp>
            <p:sp>
              <p:nvSpPr>
                <p:cNvPr id="34" name="Rechteck 91">
                  <a:extLst>
                    <a:ext uri="{FF2B5EF4-FFF2-40B4-BE49-F238E27FC236}">
                      <a16:creationId xmlns:a16="http://schemas.microsoft.com/office/drawing/2014/main" id="{FC571A7A-D193-4E40-ACF5-F1CDAD1572B9}"/>
                    </a:ext>
                  </a:extLst>
                </p:cNvPr>
                <p:cNvSpPr/>
                <p:nvPr/>
              </p:nvSpPr>
              <p:spPr>
                <a:xfrm rot="5400000">
                  <a:off x="7863252" y="2585648"/>
                  <a:ext cx="60496" cy="1079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none" lIns="72000" tIns="90000" rIns="72000" bIns="90000" rtlCol="0" anchor="t" anchorCtr="0"/>
                <a:lstStyle/>
                <a:p>
                  <a:pPr algn="ctr" defTabSz="457189"/>
                  <a:endParaRPr lang="en-GB" sz="800" dirty="0">
                    <a:solidFill>
                      <a:srgbClr val="FFFFFF"/>
                    </a:solidFill>
                  </a:endParaRPr>
                </a:p>
              </p:txBody>
            </p:sp>
            <p:sp>
              <p:nvSpPr>
                <p:cNvPr id="35" name="Rechteck 92">
                  <a:extLst>
                    <a:ext uri="{FF2B5EF4-FFF2-40B4-BE49-F238E27FC236}">
                      <a16:creationId xmlns:a16="http://schemas.microsoft.com/office/drawing/2014/main" id="{8082AAF4-306F-4EB8-A2EC-165C55D7AAFE}"/>
                    </a:ext>
                  </a:extLst>
                </p:cNvPr>
                <p:cNvSpPr/>
                <p:nvPr/>
              </p:nvSpPr>
              <p:spPr>
                <a:xfrm rot="5400000">
                  <a:off x="7817880" y="2402405"/>
                  <a:ext cx="151240" cy="1079997"/>
                </a:xfrm>
                <a:prstGeom prst="rect">
                  <a:avLst/>
                </a:prstGeom>
                <a:solidFill>
                  <a:schemeClr val="bg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72000" tIns="90000" rIns="72000" bIns="90000" rtlCol="0" anchor="t" anchorCtr="0"/>
                <a:lstStyle/>
                <a:p>
                  <a:pPr algn="ctr" defTabSz="457189"/>
                  <a:endParaRPr lang="en-GB" sz="800" dirty="0">
                    <a:solidFill>
                      <a:srgbClr val="FFFFFF"/>
                    </a:solidFill>
                  </a:endParaRPr>
                </a:p>
              </p:txBody>
            </p:sp>
            <p:sp>
              <p:nvSpPr>
                <p:cNvPr id="37" name="Rechteck 94">
                  <a:extLst>
                    <a:ext uri="{FF2B5EF4-FFF2-40B4-BE49-F238E27FC236}">
                      <a16:creationId xmlns:a16="http://schemas.microsoft.com/office/drawing/2014/main" id="{83BA46F8-1BB9-46E8-89E0-28553E977424}"/>
                    </a:ext>
                  </a:extLst>
                </p:cNvPr>
                <p:cNvSpPr/>
                <p:nvPr/>
              </p:nvSpPr>
              <p:spPr>
                <a:xfrm rot="5400000">
                  <a:off x="7863252" y="2518184"/>
                  <a:ext cx="60496" cy="107999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72000" tIns="90000" rIns="72000" bIns="90000" rtlCol="0" anchor="t" anchorCtr="0"/>
                <a:lstStyle/>
                <a:p>
                  <a:pPr algn="ctr" defTabSz="457189"/>
                  <a:endParaRPr lang="en-GB" sz="800" dirty="0">
                    <a:solidFill>
                      <a:srgbClr val="FFFFFF"/>
                    </a:solidFill>
                  </a:endParaRPr>
                </a:p>
              </p:txBody>
            </p:sp>
            <p:sp>
              <p:nvSpPr>
                <p:cNvPr id="38" name="Rechteck 95">
                  <a:extLst>
                    <a:ext uri="{FF2B5EF4-FFF2-40B4-BE49-F238E27FC236}">
                      <a16:creationId xmlns:a16="http://schemas.microsoft.com/office/drawing/2014/main" id="{B68FA462-1823-4D71-BE11-847F4DBFCD43}"/>
                    </a:ext>
                  </a:extLst>
                </p:cNvPr>
                <p:cNvSpPr/>
                <p:nvPr/>
              </p:nvSpPr>
              <p:spPr>
                <a:xfrm rot="5400000">
                  <a:off x="7817882" y="2239168"/>
                  <a:ext cx="151240" cy="1079997"/>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wrap="none" lIns="72000" tIns="90000" rIns="72000" bIns="90000" rtlCol="0" anchor="t" anchorCtr="0"/>
                <a:lstStyle/>
                <a:p>
                  <a:pPr algn="ctr" defTabSz="457189"/>
                  <a:endParaRPr lang="en-GB" sz="800" dirty="0">
                    <a:solidFill>
                      <a:srgbClr val="626469"/>
                    </a:solidFill>
                  </a:endParaRPr>
                </a:p>
              </p:txBody>
            </p:sp>
            <p:sp>
              <p:nvSpPr>
                <p:cNvPr id="39" name="Rechteck 96">
                  <a:extLst>
                    <a:ext uri="{FF2B5EF4-FFF2-40B4-BE49-F238E27FC236}">
                      <a16:creationId xmlns:a16="http://schemas.microsoft.com/office/drawing/2014/main" id="{470259A1-A0D8-4860-A0A9-79695B1566F3}"/>
                    </a:ext>
                  </a:extLst>
                </p:cNvPr>
                <p:cNvSpPr/>
                <p:nvPr/>
              </p:nvSpPr>
              <p:spPr>
                <a:xfrm rot="5400000">
                  <a:off x="7596764" y="2919600"/>
                  <a:ext cx="60496" cy="547025"/>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endParaRPr lang="en-GB" sz="1800" dirty="0">
                    <a:solidFill>
                      <a:srgbClr val="F0A51E"/>
                    </a:solidFill>
                  </a:endParaRPr>
                </a:p>
              </p:txBody>
            </p:sp>
            <p:sp>
              <p:nvSpPr>
                <p:cNvPr id="40" name="Rechteck 97">
                  <a:extLst>
                    <a:ext uri="{FF2B5EF4-FFF2-40B4-BE49-F238E27FC236}">
                      <a16:creationId xmlns:a16="http://schemas.microsoft.com/office/drawing/2014/main" id="{E3816B74-67DC-45E2-8F84-2EE67FBC1CF7}"/>
                    </a:ext>
                  </a:extLst>
                </p:cNvPr>
                <p:cNvSpPr/>
                <p:nvPr/>
              </p:nvSpPr>
              <p:spPr>
                <a:xfrm rot="5400000">
                  <a:off x="7596767" y="2987064"/>
                  <a:ext cx="60496" cy="547025"/>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endParaRPr lang="en-GB" sz="1800" dirty="0">
                    <a:solidFill>
                      <a:srgbClr val="F0A51E"/>
                    </a:solidFill>
                  </a:endParaRPr>
                </a:p>
              </p:txBody>
            </p:sp>
            <p:sp>
              <p:nvSpPr>
                <p:cNvPr id="41" name="Rechteck 98">
                  <a:extLst>
                    <a:ext uri="{FF2B5EF4-FFF2-40B4-BE49-F238E27FC236}">
                      <a16:creationId xmlns:a16="http://schemas.microsoft.com/office/drawing/2014/main" id="{FA00ACA6-50E3-428B-ADAA-32D1715D881C}"/>
                    </a:ext>
                  </a:extLst>
                </p:cNvPr>
                <p:cNvSpPr/>
                <p:nvPr/>
              </p:nvSpPr>
              <p:spPr>
                <a:xfrm rot="5400000">
                  <a:off x="7596760" y="3054528"/>
                  <a:ext cx="60496" cy="547025"/>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endParaRPr lang="en-GB" sz="1800" dirty="0">
                    <a:solidFill>
                      <a:srgbClr val="F0A51E"/>
                    </a:solidFill>
                  </a:endParaRPr>
                </a:p>
              </p:txBody>
            </p:sp>
            <p:sp>
              <p:nvSpPr>
                <p:cNvPr id="211" name="Rechteck 96">
                  <a:extLst>
                    <a:ext uri="{FF2B5EF4-FFF2-40B4-BE49-F238E27FC236}">
                      <a16:creationId xmlns:a16="http://schemas.microsoft.com/office/drawing/2014/main" id="{FAC0739C-5FED-4572-99AE-1FCB29634D30}"/>
                    </a:ext>
                  </a:extLst>
                </p:cNvPr>
                <p:cNvSpPr/>
                <p:nvPr/>
              </p:nvSpPr>
              <p:spPr>
                <a:xfrm rot="5400000">
                  <a:off x="8136768" y="2926631"/>
                  <a:ext cx="60496" cy="532963"/>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endParaRPr lang="en-GB" sz="1800" dirty="0">
                    <a:solidFill>
                      <a:srgbClr val="F0A51E"/>
                    </a:solidFill>
                  </a:endParaRPr>
                </a:p>
              </p:txBody>
            </p:sp>
            <p:sp>
              <p:nvSpPr>
                <p:cNvPr id="212" name="Rechteck 97">
                  <a:extLst>
                    <a:ext uri="{FF2B5EF4-FFF2-40B4-BE49-F238E27FC236}">
                      <a16:creationId xmlns:a16="http://schemas.microsoft.com/office/drawing/2014/main" id="{6C1F744A-5B9B-4C46-A2A2-434A6FA4DE5E}"/>
                    </a:ext>
                  </a:extLst>
                </p:cNvPr>
                <p:cNvSpPr/>
                <p:nvPr/>
              </p:nvSpPr>
              <p:spPr>
                <a:xfrm rot="5400000">
                  <a:off x="8136771" y="2994096"/>
                  <a:ext cx="60496" cy="532963"/>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endParaRPr lang="en-GB" sz="1800" dirty="0">
                    <a:solidFill>
                      <a:srgbClr val="F0A51E"/>
                    </a:solidFill>
                  </a:endParaRPr>
                </a:p>
              </p:txBody>
            </p:sp>
            <p:sp>
              <p:nvSpPr>
                <p:cNvPr id="213" name="Rechteck 98">
                  <a:extLst>
                    <a:ext uri="{FF2B5EF4-FFF2-40B4-BE49-F238E27FC236}">
                      <a16:creationId xmlns:a16="http://schemas.microsoft.com/office/drawing/2014/main" id="{8CB9A024-26E1-4404-9892-DD64F188C22E}"/>
                    </a:ext>
                  </a:extLst>
                </p:cNvPr>
                <p:cNvSpPr/>
                <p:nvPr/>
              </p:nvSpPr>
              <p:spPr>
                <a:xfrm rot="5400000">
                  <a:off x="8136764" y="3061560"/>
                  <a:ext cx="60496" cy="532963"/>
                </a:xfrm>
                <a:prstGeom prst="rect">
                  <a:avLst/>
                </a:prstGeom>
                <a:solidFill>
                  <a:srgbClr val="FBB925"/>
                </a:solidFill>
                <a:ln>
                  <a:noFill/>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endParaRPr lang="en-GB" sz="1800" dirty="0">
                    <a:solidFill>
                      <a:srgbClr val="F0A51E"/>
                    </a:solidFill>
                  </a:endParaRPr>
                </a:p>
              </p:txBody>
            </p:sp>
          </p:grpSp>
          <p:sp>
            <p:nvSpPr>
              <p:cNvPr id="183" name="Rechteck 89">
                <a:extLst>
                  <a:ext uri="{FF2B5EF4-FFF2-40B4-BE49-F238E27FC236}">
                    <a16:creationId xmlns:a16="http://schemas.microsoft.com/office/drawing/2014/main" id="{49D310A7-35CC-4FFE-871F-9325FEC6F8AA}"/>
                  </a:ext>
                </a:extLst>
              </p:cNvPr>
              <p:cNvSpPr/>
              <p:nvPr/>
            </p:nvSpPr>
            <p:spPr>
              <a:xfrm rot="5400000">
                <a:off x="7934760" y="1689714"/>
                <a:ext cx="1206185" cy="98947"/>
              </a:xfrm>
              <a:prstGeom prst="rect">
                <a:avLst/>
              </a:prstGeom>
              <a:solidFill>
                <a:schemeClr val="bg1"/>
              </a:solidFill>
              <a:ln>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vert="horz" tIns="90000" bIns="90000" rtlCol="0" anchor="ctr" anchorCtr="0"/>
              <a:lstStyle/>
              <a:p>
                <a:pPr defTabSz="457189"/>
                <a:endParaRPr lang="en-GB" sz="1000" dirty="0">
                  <a:solidFill>
                    <a:srgbClr val="333333"/>
                  </a:solidFill>
                </a:endParaRPr>
              </a:p>
            </p:txBody>
          </p:sp>
          <p:sp>
            <p:nvSpPr>
              <p:cNvPr id="184" name="Rechteck 89">
                <a:extLst>
                  <a:ext uri="{FF2B5EF4-FFF2-40B4-BE49-F238E27FC236}">
                    <a16:creationId xmlns:a16="http://schemas.microsoft.com/office/drawing/2014/main" id="{6A64014D-3F16-4545-980F-535928513C32}"/>
                  </a:ext>
                </a:extLst>
              </p:cNvPr>
              <p:cNvSpPr/>
              <p:nvPr/>
            </p:nvSpPr>
            <p:spPr>
              <a:xfrm rot="5400000">
                <a:off x="7934760" y="2918470"/>
                <a:ext cx="1206185" cy="98947"/>
              </a:xfrm>
              <a:prstGeom prst="rect">
                <a:avLst/>
              </a:prstGeom>
              <a:solidFill>
                <a:schemeClr val="bg1"/>
              </a:solidFill>
              <a:ln>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vert="horz" tIns="90000" bIns="90000" rtlCol="0" anchor="ctr" anchorCtr="0"/>
              <a:lstStyle/>
              <a:p>
                <a:pPr defTabSz="457189"/>
                <a:endParaRPr lang="en-GB" sz="1000" dirty="0">
                  <a:solidFill>
                    <a:srgbClr val="333333"/>
                  </a:solidFill>
                </a:endParaRPr>
              </a:p>
            </p:txBody>
          </p:sp>
        </p:grpSp>
        <p:sp>
          <p:nvSpPr>
            <p:cNvPr id="82" name="Textfeld 78">
              <a:extLst>
                <a:ext uri="{FF2B5EF4-FFF2-40B4-BE49-F238E27FC236}">
                  <a16:creationId xmlns:a16="http://schemas.microsoft.com/office/drawing/2014/main" id="{8CB69018-810C-409D-874A-B2C2AF2AAAFF}"/>
                </a:ext>
              </a:extLst>
            </p:cNvPr>
            <p:cNvSpPr txBox="1"/>
            <p:nvPr/>
          </p:nvSpPr>
          <p:spPr>
            <a:xfrm>
              <a:off x="7616223" y="1071544"/>
              <a:ext cx="720000" cy="108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defPPr>
                <a:defRPr lang="de-DE"/>
              </a:defPPr>
              <a:lvl1pPr defTabSz="457189">
                <a:defRPr sz="1000">
                  <a:solidFill>
                    <a:schemeClr val="bg2"/>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dirty="0"/>
                <a:t>Colour balance</a:t>
              </a:r>
            </a:p>
          </p:txBody>
        </p:sp>
      </p:grpSp>
      <p:pic>
        <p:nvPicPr>
          <p:cNvPr id="55" name="Picture 54">
            <a:extLst>
              <a:ext uri="{FF2B5EF4-FFF2-40B4-BE49-F238E27FC236}">
                <a16:creationId xmlns:a16="http://schemas.microsoft.com/office/drawing/2014/main" id="{E7380FAF-9095-49C7-97A6-1169A4570305}"/>
              </a:ext>
            </a:extLst>
          </p:cNvPr>
          <p:cNvPicPr>
            <a:picLocks noChangeAspect="1"/>
          </p:cNvPicPr>
          <p:nvPr/>
        </p:nvPicPr>
        <p:blipFill rotWithShape="1">
          <a:blip r:embed="rId10"/>
          <a:srcRect t="13333" b="4028"/>
          <a:stretch/>
        </p:blipFill>
        <p:spPr>
          <a:xfrm>
            <a:off x="10709055" y="746530"/>
            <a:ext cx="3703137" cy="3661173"/>
          </a:xfrm>
          <a:prstGeom prst="rect">
            <a:avLst/>
          </a:prstGeom>
          <a:solidFill>
            <a:schemeClr val="accent6"/>
          </a:solidFill>
          <a:ln w="19050">
            <a:noFill/>
          </a:ln>
        </p:spPr>
      </p:pic>
      <p:sp>
        <p:nvSpPr>
          <p:cNvPr id="101" name="TextBox 100">
            <a:extLst>
              <a:ext uri="{FF2B5EF4-FFF2-40B4-BE49-F238E27FC236}">
                <a16:creationId xmlns:a16="http://schemas.microsoft.com/office/drawing/2014/main" id="{5718430B-AD24-44B0-AF84-B804B5C7F685}"/>
              </a:ext>
            </a:extLst>
          </p:cNvPr>
          <p:cNvSpPr txBox="1"/>
          <p:nvPr/>
        </p:nvSpPr>
        <p:spPr>
          <a:xfrm>
            <a:off x="14642217" y="746530"/>
            <a:ext cx="429926" cy="237757"/>
          </a:xfrm>
          <a:prstGeom prst="rect">
            <a:avLst/>
          </a:prstGeom>
          <a:noFill/>
        </p:spPr>
        <p:txBody>
          <a:bodyPr wrap="none" rtlCol="0">
            <a:spAutoFit/>
          </a:bodyPr>
          <a:lstStyle/>
          <a:p>
            <a:pPr>
              <a:lnSpc>
                <a:spcPct val="90000"/>
              </a:lnSpc>
              <a:spcAft>
                <a:spcPts val="450"/>
              </a:spcAft>
            </a:pPr>
            <a:r>
              <a:rPr lang="de-DE" sz="1050" dirty="0">
                <a:solidFill>
                  <a:schemeClr val="bg2"/>
                </a:solidFill>
              </a:rPr>
              <a:t>PPT:</a:t>
            </a:r>
            <a:endParaRPr lang="en-GB" sz="1050" dirty="0">
              <a:solidFill>
                <a:schemeClr val="bg2"/>
              </a:solidFill>
            </a:endParaRPr>
          </a:p>
        </p:txBody>
      </p:sp>
      <p:grpSp>
        <p:nvGrpSpPr>
          <p:cNvPr id="102" name="Group 101">
            <a:extLst>
              <a:ext uri="{FF2B5EF4-FFF2-40B4-BE49-F238E27FC236}">
                <a16:creationId xmlns:a16="http://schemas.microsoft.com/office/drawing/2014/main" id="{A21D9C06-44FE-44A1-B503-EA2BA1D25EED}"/>
              </a:ext>
            </a:extLst>
          </p:cNvPr>
          <p:cNvGrpSpPr>
            <a:grpSpLocks noChangeAspect="1"/>
          </p:cNvGrpSpPr>
          <p:nvPr/>
        </p:nvGrpSpPr>
        <p:grpSpPr>
          <a:xfrm>
            <a:off x="15017517" y="1120150"/>
            <a:ext cx="1346911" cy="898242"/>
            <a:chOff x="2947569" y="1486378"/>
            <a:chExt cx="1795881" cy="1197656"/>
          </a:xfrm>
        </p:grpSpPr>
        <p:sp>
          <p:nvSpPr>
            <p:cNvPr id="103" name="Freeform: Shape 102">
              <a:extLst>
                <a:ext uri="{FF2B5EF4-FFF2-40B4-BE49-F238E27FC236}">
                  <a16:creationId xmlns:a16="http://schemas.microsoft.com/office/drawing/2014/main" id="{DAC9A243-FE21-4DDC-9856-E7AA57CC7164}"/>
                </a:ext>
              </a:extLst>
            </p:cNvPr>
            <p:cNvSpPr/>
            <p:nvPr/>
          </p:nvSpPr>
          <p:spPr>
            <a:xfrm>
              <a:off x="3976213" y="1486378"/>
              <a:ext cx="767237" cy="767236"/>
            </a:xfrm>
            <a:custGeom>
              <a:avLst/>
              <a:gdLst>
                <a:gd name="connsiteX0" fmla="*/ 153291 w 2650554"/>
                <a:gd name="connsiteY0" fmla="*/ 707403 h 2650554"/>
                <a:gd name="connsiteX1" fmla="*/ 153291 w 2650554"/>
                <a:gd name="connsiteY1" fmla="*/ 1943152 h 2650554"/>
                <a:gd name="connsiteX2" fmla="*/ 104147 w 2650554"/>
                <a:gd name="connsiteY2" fmla="*/ 1841135 h 2650554"/>
                <a:gd name="connsiteX3" fmla="*/ 0 w 2650554"/>
                <a:gd name="connsiteY3" fmla="*/ 1325277 h 2650554"/>
                <a:gd name="connsiteX4" fmla="*/ 104147 w 2650554"/>
                <a:gd name="connsiteY4" fmla="*/ 809420 h 2650554"/>
                <a:gd name="connsiteX5" fmla="*/ 1325277 w 2650554"/>
                <a:gd name="connsiteY5" fmla="*/ 0 h 2650554"/>
                <a:gd name="connsiteX6" fmla="*/ 2650554 w 2650554"/>
                <a:gd name="connsiteY6" fmla="*/ 1325277 h 2650554"/>
                <a:gd name="connsiteX7" fmla="*/ 1325277 w 2650554"/>
                <a:gd name="connsiteY7" fmla="*/ 2650554 h 2650554"/>
                <a:gd name="connsiteX8" fmla="*/ 302629 w 2650554"/>
                <a:gd name="connsiteY8" fmla="*/ 2168276 h 2650554"/>
                <a:gd name="connsiteX9" fmla="*/ 252590 w 2650554"/>
                <a:gd name="connsiteY9" fmla="*/ 2101360 h 2650554"/>
                <a:gd name="connsiteX10" fmla="*/ 363376 w 2650554"/>
                <a:gd name="connsiteY10" fmla="*/ 2101360 h 2650554"/>
                <a:gd name="connsiteX11" fmla="*/ 729428 w 2650554"/>
                <a:gd name="connsiteY11" fmla="*/ 2101360 h 2650554"/>
                <a:gd name="connsiteX12" fmla="*/ 729428 w 2650554"/>
                <a:gd name="connsiteY12" fmla="*/ 1931019 h 2650554"/>
                <a:gd name="connsiteX13" fmla="*/ 363376 w 2650554"/>
                <a:gd name="connsiteY13" fmla="*/ 1931019 h 2650554"/>
                <a:gd name="connsiteX14" fmla="*/ 363376 w 2650554"/>
                <a:gd name="connsiteY14" fmla="*/ 1373934 h 2650554"/>
                <a:gd name="connsiteX15" fmla="*/ 684601 w 2650554"/>
                <a:gd name="connsiteY15" fmla="*/ 1373934 h 2650554"/>
                <a:gd name="connsiteX16" fmla="*/ 684601 w 2650554"/>
                <a:gd name="connsiteY16" fmla="*/ 1203593 h 2650554"/>
                <a:gd name="connsiteX17" fmla="*/ 363376 w 2650554"/>
                <a:gd name="connsiteY17" fmla="*/ 1203593 h 2650554"/>
                <a:gd name="connsiteX18" fmla="*/ 363376 w 2650554"/>
                <a:gd name="connsiteY18" fmla="*/ 679122 h 2650554"/>
                <a:gd name="connsiteX19" fmla="*/ 729428 w 2650554"/>
                <a:gd name="connsiteY19" fmla="*/ 679122 h 2650554"/>
                <a:gd name="connsiteX20" fmla="*/ 729428 w 2650554"/>
                <a:gd name="connsiteY20" fmla="*/ 508781 h 2650554"/>
                <a:gd name="connsiteX21" fmla="*/ 363376 w 2650554"/>
                <a:gd name="connsiteY21" fmla="*/ 508781 h 2650554"/>
                <a:gd name="connsiteX22" fmla="*/ 282811 w 2650554"/>
                <a:gd name="connsiteY22" fmla="*/ 508781 h 2650554"/>
                <a:gd name="connsiteX23" fmla="*/ 302629 w 2650554"/>
                <a:gd name="connsiteY23" fmla="*/ 482278 h 2650554"/>
                <a:gd name="connsiteX24" fmla="*/ 1325277 w 2650554"/>
                <a:gd name="connsiteY24" fmla="*/ 0 h 2650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650554" h="2650554">
                  <a:moveTo>
                    <a:pt x="153291" y="707403"/>
                  </a:moveTo>
                  <a:lnTo>
                    <a:pt x="153291" y="1943152"/>
                  </a:lnTo>
                  <a:lnTo>
                    <a:pt x="104147" y="1841135"/>
                  </a:lnTo>
                  <a:cubicBezTo>
                    <a:pt x="37084" y="1682581"/>
                    <a:pt x="0" y="1508260"/>
                    <a:pt x="0" y="1325277"/>
                  </a:cubicBezTo>
                  <a:cubicBezTo>
                    <a:pt x="0" y="1142295"/>
                    <a:pt x="37084" y="967973"/>
                    <a:pt x="104147" y="809420"/>
                  </a:cubicBezTo>
                  <a:close/>
                  <a:moveTo>
                    <a:pt x="1325277" y="0"/>
                  </a:moveTo>
                  <a:cubicBezTo>
                    <a:pt x="2057207" y="0"/>
                    <a:pt x="2650554" y="593347"/>
                    <a:pt x="2650554" y="1325277"/>
                  </a:cubicBezTo>
                  <a:cubicBezTo>
                    <a:pt x="2650554" y="2057207"/>
                    <a:pt x="2057207" y="2650554"/>
                    <a:pt x="1325277" y="2650554"/>
                  </a:cubicBezTo>
                  <a:cubicBezTo>
                    <a:pt x="913567" y="2650554"/>
                    <a:pt x="545705" y="2462815"/>
                    <a:pt x="302629" y="2168276"/>
                  </a:cubicBezTo>
                  <a:lnTo>
                    <a:pt x="252590" y="2101360"/>
                  </a:lnTo>
                  <a:lnTo>
                    <a:pt x="363376" y="2101360"/>
                  </a:lnTo>
                  <a:lnTo>
                    <a:pt x="729428" y="2101360"/>
                  </a:lnTo>
                  <a:lnTo>
                    <a:pt x="729428" y="1931019"/>
                  </a:lnTo>
                  <a:lnTo>
                    <a:pt x="363376" y="1931019"/>
                  </a:lnTo>
                  <a:lnTo>
                    <a:pt x="363376" y="1373934"/>
                  </a:lnTo>
                  <a:lnTo>
                    <a:pt x="684601" y="1373934"/>
                  </a:lnTo>
                  <a:lnTo>
                    <a:pt x="684601" y="1203593"/>
                  </a:lnTo>
                  <a:lnTo>
                    <a:pt x="363376" y="1203593"/>
                  </a:lnTo>
                  <a:lnTo>
                    <a:pt x="363376" y="679122"/>
                  </a:lnTo>
                  <a:lnTo>
                    <a:pt x="729428" y="679122"/>
                  </a:lnTo>
                  <a:lnTo>
                    <a:pt x="729428" y="508781"/>
                  </a:lnTo>
                  <a:lnTo>
                    <a:pt x="363376" y="508781"/>
                  </a:lnTo>
                  <a:lnTo>
                    <a:pt x="282811" y="508781"/>
                  </a:lnTo>
                  <a:lnTo>
                    <a:pt x="302629" y="482278"/>
                  </a:lnTo>
                  <a:cubicBezTo>
                    <a:pt x="545705" y="187739"/>
                    <a:pt x="913567" y="0"/>
                    <a:pt x="1325277" y="0"/>
                  </a:cubicBezTo>
                  <a:close/>
                </a:path>
              </a:pathLst>
            </a:custGeom>
            <a:solidFill>
              <a:srgbClr val="E64D4D"/>
            </a:solid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06" name="Freeform: Shape 105">
              <a:extLst>
                <a:ext uri="{FF2B5EF4-FFF2-40B4-BE49-F238E27FC236}">
                  <a16:creationId xmlns:a16="http://schemas.microsoft.com/office/drawing/2014/main" id="{714E6770-31C2-44CC-A546-DB5445760151}"/>
                </a:ext>
              </a:extLst>
            </p:cNvPr>
            <p:cNvSpPr/>
            <p:nvPr/>
          </p:nvSpPr>
          <p:spPr>
            <a:xfrm>
              <a:off x="2947569" y="1625897"/>
              <a:ext cx="1792582" cy="1058137"/>
            </a:xfrm>
            <a:custGeom>
              <a:avLst/>
              <a:gdLst>
                <a:gd name="connsiteX0" fmla="*/ 1653463 w 1792582"/>
                <a:gd name="connsiteY0" fmla="*/ 914845 h 1058137"/>
                <a:gd name="connsiteX1" fmla="*/ 1638885 w 1792582"/>
                <a:gd name="connsiteY1" fmla="*/ 954895 h 1058137"/>
                <a:gd name="connsiteX2" fmla="*/ 1653463 w 1792582"/>
                <a:gd name="connsiteY2" fmla="*/ 994945 h 1058137"/>
                <a:gd name="connsiteX3" fmla="*/ 1668040 w 1792582"/>
                <a:gd name="connsiteY3" fmla="*/ 954895 h 1058137"/>
                <a:gd name="connsiteX4" fmla="*/ 1653463 w 1792582"/>
                <a:gd name="connsiteY4" fmla="*/ 914845 h 1058137"/>
                <a:gd name="connsiteX5" fmla="*/ 166428 w 1792582"/>
                <a:gd name="connsiteY5" fmla="*/ 914707 h 1058137"/>
                <a:gd name="connsiteX6" fmla="*/ 151851 w 1792582"/>
                <a:gd name="connsiteY6" fmla="*/ 954758 h 1058137"/>
                <a:gd name="connsiteX7" fmla="*/ 166428 w 1792582"/>
                <a:gd name="connsiteY7" fmla="*/ 994808 h 1058137"/>
                <a:gd name="connsiteX8" fmla="*/ 181005 w 1792582"/>
                <a:gd name="connsiteY8" fmla="*/ 954758 h 1058137"/>
                <a:gd name="connsiteX9" fmla="*/ 166428 w 1792582"/>
                <a:gd name="connsiteY9" fmla="*/ 914707 h 1058137"/>
                <a:gd name="connsiteX10" fmla="*/ 1484566 w 1792582"/>
                <a:gd name="connsiteY10" fmla="*/ 912443 h 1058137"/>
                <a:gd name="connsiteX11" fmla="*/ 1469642 w 1792582"/>
                <a:gd name="connsiteY11" fmla="*/ 937376 h 1058137"/>
                <a:gd name="connsiteX12" fmla="*/ 1469546 w 1792582"/>
                <a:gd name="connsiteY12" fmla="*/ 942259 h 1058137"/>
                <a:gd name="connsiteX13" fmla="*/ 1499391 w 1792582"/>
                <a:gd name="connsiteY13" fmla="*/ 942259 h 1058137"/>
                <a:gd name="connsiteX14" fmla="*/ 1499206 w 1792582"/>
                <a:gd name="connsiteY14" fmla="*/ 937354 h 1058137"/>
                <a:gd name="connsiteX15" fmla="*/ 1484566 w 1792582"/>
                <a:gd name="connsiteY15" fmla="*/ 912443 h 1058137"/>
                <a:gd name="connsiteX16" fmla="*/ 1070393 w 1792582"/>
                <a:gd name="connsiteY16" fmla="*/ 912443 h 1058137"/>
                <a:gd name="connsiteX17" fmla="*/ 1055156 w 1792582"/>
                <a:gd name="connsiteY17" fmla="*/ 953247 h 1058137"/>
                <a:gd name="connsiteX18" fmla="*/ 1070393 w 1792582"/>
                <a:gd name="connsiteY18" fmla="*/ 994053 h 1058137"/>
                <a:gd name="connsiteX19" fmla="*/ 1085631 w 1792582"/>
                <a:gd name="connsiteY19" fmla="*/ 953247 h 1058137"/>
                <a:gd name="connsiteX20" fmla="*/ 1070393 w 1792582"/>
                <a:gd name="connsiteY20" fmla="*/ 912443 h 1058137"/>
                <a:gd name="connsiteX21" fmla="*/ 915496 w 1792582"/>
                <a:gd name="connsiteY21" fmla="*/ 912443 h 1058137"/>
                <a:gd name="connsiteX22" fmla="*/ 900573 w 1792582"/>
                <a:gd name="connsiteY22" fmla="*/ 937376 h 1058137"/>
                <a:gd name="connsiteX23" fmla="*/ 900476 w 1792582"/>
                <a:gd name="connsiteY23" fmla="*/ 942259 h 1058137"/>
                <a:gd name="connsiteX24" fmla="*/ 930321 w 1792582"/>
                <a:gd name="connsiteY24" fmla="*/ 942259 h 1058137"/>
                <a:gd name="connsiteX25" fmla="*/ 930137 w 1792582"/>
                <a:gd name="connsiteY25" fmla="*/ 937354 h 1058137"/>
                <a:gd name="connsiteX26" fmla="*/ 915496 w 1792582"/>
                <a:gd name="connsiteY26" fmla="*/ 912443 h 1058137"/>
                <a:gd name="connsiteX27" fmla="*/ 637849 w 1792582"/>
                <a:gd name="connsiteY27" fmla="*/ 912443 h 1058137"/>
                <a:gd name="connsiteX28" fmla="*/ 622612 w 1792582"/>
                <a:gd name="connsiteY28" fmla="*/ 953247 h 1058137"/>
                <a:gd name="connsiteX29" fmla="*/ 637849 w 1792582"/>
                <a:gd name="connsiteY29" fmla="*/ 994053 h 1058137"/>
                <a:gd name="connsiteX30" fmla="*/ 653087 w 1792582"/>
                <a:gd name="connsiteY30" fmla="*/ 953247 h 1058137"/>
                <a:gd name="connsiteX31" fmla="*/ 637849 w 1792582"/>
                <a:gd name="connsiteY31" fmla="*/ 912443 h 1058137"/>
                <a:gd name="connsiteX32" fmla="*/ 263432 w 1792582"/>
                <a:gd name="connsiteY32" fmla="*/ 912443 h 1058137"/>
                <a:gd name="connsiteX33" fmla="*/ 248508 w 1792582"/>
                <a:gd name="connsiteY33" fmla="*/ 937376 h 1058137"/>
                <a:gd name="connsiteX34" fmla="*/ 248412 w 1792582"/>
                <a:gd name="connsiteY34" fmla="*/ 942259 h 1058137"/>
                <a:gd name="connsiteX35" fmla="*/ 278257 w 1792582"/>
                <a:gd name="connsiteY35" fmla="*/ 942259 h 1058137"/>
                <a:gd name="connsiteX36" fmla="*/ 278072 w 1792582"/>
                <a:gd name="connsiteY36" fmla="*/ 937354 h 1058137"/>
                <a:gd name="connsiteX37" fmla="*/ 263432 w 1792582"/>
                <a:gd name="connsiteY37" fmla="*/ 912443 h 1058137"/>
                <a:gd name="connsiteX38" fmla="*/ 1714910 w 1792582"/>
                <a:gd name="connsiteY38" fmla="*/ 896590 h 1058137"/>
                <a:gd name="connsiteX39" fmla="*/ 1734882 w 1792582"/>
                <a:gd name="connsiteY39" fmla="*/ 896590 h 1058137"/>
                <a:gd name="connsiteX40" fmla="*/ 1753333 w 1792582"/>
                <a:gd name="connsiteY40" fmla="*/ 971008 h 1058137"/>
                <a:gd name="connsiteX41" fmla="*/ 1772205 w 1792582"/>
                <a:gd name="connsiteY41" fmla="*/ 896590 h 1058137"/>
                <a:gd name="connsiteX42" fmla="*/ 1792177 w 1792582"/>
                <a:gd name="connsiteY42" fmla="*/ 896590 h 1058137"/>
                <a:gd name="connsiteX43" fmla="*/ 1746000 w 1792582"/>
                <a:gd name="connsiteY43" fmla="*/ 1058137 h 1058137"/>
                <a:gd name="connsiteX44" fmla="*/ 1726028 w 1792582"/>
                <a:gd name="connsiteY44" fmla="*/ 1058137 h 1058137"/>
                <a:gd name="connsiteX45" fmla="*/ 1742258 w 1792582"/>
                <a:gd name="connsiteY45" fmla="*/ 998644 h 1058137"/>
                <a:gd name="connsiteX46" fmla="*/ 1350499 w 1792582"/>
                <a:gd name="connsiteY46" fmla="*/ 896590 h 1058137"/>
                <a:gd name="connsiteX47" fmla="*/ 1370471 w 1792582"/>
                <a:gd name="connsiteY47" fmla="*/ 896590 h 1058137"/>
                <a:gd name="connsiteX48" fmla="*/ 1370471 w 1792582"/>
                <a:gd name="connsiteY48" fmla="*/ 912636 h 1058137"/>
                <a:gd name="connsiteX49" fmla="*/ 1392815 w 1792582"/>
                <a:gd name="connsiteY49" fmla="*/ 896973 h 1058137"/>
                <a:gd name="connsiteX50" fmla="*/ 1417110 w 1792582"/>
                <a:gd name="connsiteY50" fmla="*/ 931246 h 1058137"/>
                <a:gd name="connsiteX51" fmla="*/ 1417582 w 1792582"/>
                <a:gd name="connsiteY51" fmla="*/ 1009192 h 1058137"/>
                <a:gd name="connsiteX52" fmla="*/ 1397610 w 1792582"/>
                <a:gd name="connsiteY52" fmla="*/ 1009192 h 1058137"/>
                <a:gd name="connsiteX53" fmla="*/ 1397893 w 1792582"/>
                <a:gd name="connsiteY53" fmla="*/ 936367 h 1058137"/>
                <a:gd name="connsiteX54" fmla="*/ 1385541 w 1792582"/>
                <a:gd name="connsiteY54" fmla="*/ 914392 h 1058137"/>
                <a:gd name="connsiteX55" fmla="*/ 1370504 w 1792582"/>
                <a:gd name="connsiteY55" fmla="*/ 934362 h 1058137"/>
                <a:gd name="connsiteX56" fmla="*/ 1370390 w 1792582"/>
                <a:gd name="connsiteY56" fmla="*/ 937613 h 1058137"/>
                <a:gd name="connsiteX57" fmla="*/ 1370170 w 1792582"/>
                <a:gd name="connsiteY57" fmla="*/ 937613 h 1058137"/>
                <a:gd name="connsiteX58" fmla="*/ 1370170 w 1792582"/>
                <a:gd name="connsiteY58" fmla="*/ 996661 h 1058137"/>
                <a:gd name="connsiteX59" fmla="*/ 1370471 w 1792582"/>
                <a:gd name="connsiteY59" fmla="*/ 996661 h 1058137"/>
                <a:gd name="connsiteX60" fmla="*/ 1370471 w 1792582"/>
                <a:gd name="connsiteY60" fmla="*/ 1009192 h 1058137"/>
                <a:gd name="connsiteX61" fmla="*/ 1350499 w 1792582"/>
                <a:gd name="connsiteY61" fmla="*/ 1009192 h 1058137"/>
                <a:gd name="connsiteX62" fmla="*/ 703301 w 1792582"/>
                <a:gd name="connsiteY62" fmla="*/ 896590 h 1058137"/>
                <a:gd name="connsiteX63" fmla="*/ 723273 w 1792582"/>
                <a:gd name="connsiteY63" fmla="*/ 896590 h 1058137"/>
                <a:gd name="connsiteX64" fmla="*/ 723273 w 1792582"/>
                <a:gd name="connsiteY64" fmla="*/ 935890 h 1058137"/>
                <a:gd name="connsiteX65" fmla="*/ 723669 w 1792582"/>
                <a:gd name="connsiteY65" fmla="*/ 935767 h 1058137"/>
                <a:gd name="connsiteX66" fmla="*/ 723669 w 1792582"/>
                <a:gd name="connsiteY66" fmla="*/ 977978 h 1058137"/>
                <a:gd name="connsiteX67" fmla="*/ 723993 w 1792582"/>
                <a:gd name="connsiteY67" fmla="*/ 977978 h 1058137"/>
                <a:gd name="connsiteX68" fmla="*/ 724972 w 1792582"/>
                <a:gd name="connsiteY68" fmla="*/ 985894 h 1058137"/>
                <a:gd name="connsiteX69" fmla="*/ 736125 w 1792582"/>
                <a:gd name="connsiteY69" fmla="*/ 994808 h 1058137"/>
                <a:gd name="connsiteX70" fmla="*/ 747278 w 1792582"/>
                <a:gd name="connsiteY70" fmla="*/ 985873 h 1058137"/>
                <a:gd name="connsiteX71" fmla="*/ 748257 w 1792582"/>
                <a:gd name="connsiteY71" fmla="*/ 977978 h 1058137"/>
                <a:gd name="connsiteX72" fmla="*/ 748582 w 1792582"/>
                <a:gd name="connsiteY72" fmla="*/ 977978 h 1058137"/>
                <a:gd name="connsiteX73" fmla="*/ 748582 w 1792582"/>
                <a:gd name="connsiteY73" fmla="*/ 917038 h 1058137"/>
                <a:gd name="connsiteX74" fmla="*/ 748575 w 1792582"/>
                <a:gd name="connsiteY74" fmla="*/ 917038 h 1058137"/>
                <a:gd name="connsiteX75" fmla="*/ 748575 w 1792582"/>
                <a:gd name="connsiteY75" fmla="*/ 896590 h 1058137"/>
                <a:gd name="connsiteX76" fmla="*/ 768547 w 1792582"/>
                <a:gd name="connsiteY76" fmla="*/ 896590 h 1058137"/>
                <a:gd name="connsiteX77" fmla="*/ 768547 w 1792582"/>
                <a:gd name="connsiteY77" fmla="*/ 975013 h 1058137"/>
                <a:gd name="connsiteX78" fmla="*/ 768547 w 1792582"/>
                <a:gd name="connsiteY78" fmla="*/ 975015 h 1058137"/>
                <a:gd name="connsiteX79" fmla="*/ 768547 w 1792582"/>
                <a:gd name="connsiteY79" fmla="*/ 975018 h 1058137"/>
                <a:gd name="connsiteX80" fmla="*/ 768547 w 1792582"/>
                <a:gd name="connsiteY80" fmla="*/ 976933 h 1058137"/>
                <a:gd name="connsiteX81" fmla="*/ 768420 w 1792582"/>
                <a:gd name="connsiteY81" fmla="*/ 976933 h 1058137"/>
                <a:gd name="connsiteX82" fmla="*/ 767494 w 1792582"/>
                <a:gd name="connsiteY82" fmla="*/ 990893 h 1058137"/>
                <a:gd name="connsiteX83" fmla="*/ 735985 w 1792582"/>
                <a:gd name="connsiteY83" fmla="*/ 1015821 h 1058137"/>
                <a:gd name="connsiteX84" fmla="*/ 704476 w 1792582"/>
                <a:gd name="connsiteY84" fmla="*/ 990904 h 1058137"/>
                <a:gd name="connsiteX85" fmla="*/ 703550 w 1792582"/>
                <a:gd name="connsiteY85" fmla="*/ 976933 h 1058137"/>
                <a:gd name="connsiteX86" fmla="*/ 703301 w 1792582"/>
                <a:gd name="connsiteY86" fmla="*/ 976933 h 1058137"/>
                <a:gd name="connsiteX87" fmla="*/ 326701 w 1792582"/>
                <a:gd name="connsiteY87" fmla="*/ 896590 h 1058137"/>
                <a:gd name="connsiteX88" fmla="*/ 346672 w 1792582"/>
                <a:gd name="connsiteY88" fmla="*/ 896590 h 1058137"/>
                <a:gd name="connsiteX89" fmla="*/ 346672 w 1792582"/>
                <a:gd name="connsiteY89" fmla="*/ 912636 h 1058137"/>
                <a:gd name="connsiteX90" fmla="*/ 369017 w 1792582"/>
                <a:gd name="connsiteY90" fmla="*/ 896973 h 1058137"/>
                <a:gd name="connsiteX91" fmla="*/ 393311 w 1792582"/>
                <a:gd name="connsiteY91" fmla="*/ 931246 h 1058137"/>
                <a:gd name="connsiteX92" fmla="*/ 393784 w 1792582"/>
                <a:gd name="connsiteY92" fmla="*/ 1009192 h 1058137"/>
                <a:gd name="connsiteX93" fmla="*/ 373812 w 1792582"/>
                <a:gd name="connsiteY93" fmla="*/ 1009192 h 1058137"/>
                <a:gd name="connsiteX94" fmla="*/ 374095 w 1792582"/>
                <a:gd name="connsiteY94" fmla="*/ 936367 h 1058137"/>
                <a:gd name="connsiteX95" fmla="*/ 361743 w 1792582"/>
                <a:gd name="connsiteY95" fmla="*/ 914392 h 1058137"/>
                <a:gd name="connsiteX96" fmla="*/ 346705 w 1792582"/>
                <a:gd name="connsiteY96" fmla="*/ 934362 h 1058137"/>
                <a:gd name="connsiteX97" fmla="*/ 346592 w 1792582"/>
                <a:gd name="connsiteY97" fmla="*/ 937613 h 1058137"/>
                <a:gd name="connsiteX98" fmla="*/ 346372 w 1792582"/>
                <a:gd name="connsiteY98" fmla="*/ 937613 h 1058137"/>
                <a:gd name="connsiteX99" fmla="*/ 346372 w 1792582"/>
                <a:gd name="connsiteY99" fmla="*/ 996661 h 1058137"/>
                <a:gd name="connsiteX100" fmla="*/ 346672 w 1792582"/>
                <a:gd name="connsiteY100" fmla="*/ 996661 h 1058137"/>
                <a:gd name="connsiteX101" fmla="*/ 346672 w 1792582"/>
                <a:gd name="connsiteY101" fmla="*/ 1009192 h 1058137"/>
                <a:gd name="connsiteX102" fmla="*/ 326701 w 1792582"/>
                <a:gd name="connsiteY102" fmla="*/ 1009192 h 1058137"/>
                <a:gd name="connsiteX103" fmla="*/ 1645649 w 1792582"/>
                <a:gd name="connsiteY103" fmla="*/ 896386 h 1058137"/>
                <a:gd name="connsiteX104" fmla="*/ 1665951 w 1792582"/>
                <a:gd name="connsiteY104" fmla="*/ 906430 h 1058137"/>
                <a:gd name="connsiteX105" fmla="*/ 1667038 w 1792582"/>
                <a:gd name="connsiteY105" fmla="*/ 908651 h 1058137"/>
                <a:gd name="connsiteX106" fmla="*/ 1667038 w 1792582"/>
                <a:gd name="connsiteY106" fmla="*/ 896728 h 1058137"/>
                <a:gd name="connsiteX107" fmla="*/ 1687010 w 1792582"/>
                <a:gd name="connsiteY107" fmla="*/ 896728 h 1058137"/>
                <a:gd name="connsiteX108" fmla="*/ 1687010 w 1792582"/>
                <a:gd name="connsiteY108" fmla="*/ 1006787 h 1058137"/>
                <a:gd name="connsiteX109" fmla="*/ 1687010 w 1792582"/>
                <a:gd name="connsiteY109" fmla="*/ 1006791 h 1058137"/>
                <a:gd name="connsiteX110" fmla="*/ 1686300 w 1792582"/>
                <a:gd name="connsiteY110" fmla="*/ 1021179 h 1058137"/>
                <a:gd name="connsiteX111" fmla="*/ 1652581 w 1792582"/>
                <a:gd name="connsiteY111" fmla="*/ 1057001 h 1058137"/>
                <a:gd name="connsiteX112" fmla="*/ 1618862 w 1792582"/>
                <a:gd name="connsiteY112" fmla="*/ 1021162 h 1058137"/>
                <a:gd name="connsiteX113" fmla="*/ 1618816 w 1792582"/>
                <a:gd name="connsiteY113" fmla="*/ 1020222 h 1058137"/>
                <a:gd name="connsiteX114" fmla="*/ 1638139 w 1792582"/>
                <a:gd name="connsiteY114" fmla="*/ 1020222 h 1058137"/>
                <a:gd name="connsiteX115" fmla="*/ 1638891 w 1792582"/>
                <a:gd name="connsiteY115" fmla="*/ 1025506 h 1058137"/>
                <a:gd name="connsiteX116" fmla="*/ 1651560 w 1792582"/>
                <a:gd name="connsiteY116" fmla="*/ 1039738 h 1058137"/>
                <a:gd name="connsiteX117" fmla="*/ 1666731 w 1792582"/>
                <a:gd name="connsiteY117" fmla="*/ 1012557 h 1058137"/>
                <a:gd name="connsiteX118" fmla="*/ 1666892 w 1792582"/>
                <a:gd name="connsiteY118" fmla="*/ 1006787 h 1058137"/>
                <a:gd name="connsiteX119" fmla="*/ 1667038 w 1792582"/>
                <a:gd name="connsiteY119" fmla="*/ 1006787 h 1058137"/>
                <a:gd name="connsiteX120" fmla="*/ 1667038 w 1792582"/>
                <a:gd name="connsiteY120" fmla="*/ 1000603 h 1058137"/>
                <a:gd name="connsiteX121" fmla="*/ 1665481 w 1792582"/>
                <a:gd name="connsiteY121" fmla="*/ 1003725 h 1058137"/>
                <a:gd name="connsiteX122" fmla="*/ 1645649 w 1792582"/>
                <a:gd name="connsiteY122" fmla="*/ 1013718 h 1058137"/>
                <a:gd name="connsiteX123" fmla="*/ 1617463 w 1792582"/>
                <a:gd name="connsiteY123" fmla="*/ 955052 h 1058137"/>
                <a:gd name="connsiteX124" fmla="*/ 1645649 w 1792582"/>
                <a:gd name="connsiteY124" fmla="*/ 896386 h 1058137"/>
                <a:gd name="connsiteX125" fmla="*/ 1483922 w 1792582"/>
                <a:gd name="connsiteY125" fmla="*/ 896249 h 1058137"/>
                <a:gd name="connsiteX126" fmla="*/ 1517429 w 1792582"/>
                <a:gd name="connsiteY126" fmla="*/ 932072 h 1058137"/>
                <a:gd name="connsiteX127" fmla="*/ 1518040 w 1792582"/>
                <a:gd name="connsiteY127" fmla="*/ 959244 h 1058137"/>
                <a:gd name="connsiteX128" fmla="*/ 1469496 w 1792582"/>
                <a:gd name="connsiteY128" fmla="*/ 959244 h 1058137"/>
                <a:gd name="connsiteX129" fmla="*/ 1469772 w 1792582"/>
                <a:gd name="connsiteY129" fmla="*/ 969136 h 1058137"/>
                <a:gd name="connsiteX130" fmla="*/ 1484566 w 1792582"/>
                <a:gd name="connsiteY130" fmla="*/ 994053 h 1058137"/>
                <a:gd name="connsiteX131" fmla="*/ 1497612 w 1792582"/>
                <a:gd name="connsiteY131" fmla="*/ 982086 h 1058137"/>
                <a:gd name="connsiteX132" fmla="*/ 1498822 w 1792582"/>
                <a:gd name="connsiteY132" fmla="*/ 973587 h 1058137"/>
                <a:gd name="connsiteX133" fmla="*/ 1517846 w 1792582"/>
                <a:gd name="connsiteY133" fmla="*/ 973587 h 1058137"/>
                <a:gd name="connsiteX134" fmla="*/ 1517641 w 1792582"/>
                <a:gd name="connsiteY134" fmla="*/ 977742 h 1058137"/>
                <a:gd name="connsiteX135" fmla="*/ 1483922 w 1792582"/>
                <a:gd name="connsiteY135" fmla="*/ 1013580 h 1058137"/>
                <a:gd name="connsiteX136" fmla="*/ 1449076 w 1792582"/>
                <a:gd name="connsiteY136" fmla="*/ 954914 h 1058137"/>
                <a:gd name="connsiteX137" fmla="*/ 1483922 w 1792582"/>
                <a:gd name="connsiteY137" fmla="*/ 896249 h 1058137"/>
                <a:gd name="connsiteX138" fmla="*/ 1070504 w 1792582"/>
                <a:gd name="connsiteY138" fmla="*/ 896249 h 1058137"/>
                <a:gd name="connsiteX139" fmla="*/ 1105350 w 1792582"/>
                <a:gd name="connsiteY139" fmla="*/ 954914 h 1058137"/>
                <a:gd name="connsiteX140" fmla="*/ 1070504 w 1792582"/>
                <a:gd name="connsiteY140" fmla="*/ 1013580 h 1058137"/>
                <a:gd name="connsiteX141" fmla="*/ 1035658 w 1792582"/>
                <a:gd name="connsiteY141" fmla="*/ 954914 h 1058137"/>
                <a:gd name="connsiteX142" fmla="*/ 1070504 w 1792582"/>
                <a:gd name="connsiteY142" fmla="*/ 896249 h 1058137"/>
                <a:gd name="connsiteX143" fmla="*/ 914852 w 1792582"/>
                <a:gd name="connsiteY143" fmla="*/ 896249 h 1058137"/>
                <a:gd name="connsiteX144" fmla="*/ 948359 w 1792582"/>
                <a:gd name="connsiteY144" fmla="*/ 932072 h 1058137"/>
                <a:gd name="connsiteX145" fmla="*/ 948970 w 1792582"/>
                <a:gd name="connsiteY145" fmla="*/ 959244 h 1058137"/>
                <a:gd name="connsiteX146" fmla="*/ 900426 w 1792582"/>
                <a:gd name="connsiteY146" fmla="*/ 959244 h 1058137"/>
                <a:gd name="connsiteX147" fmla="*/ 900703 w 1792582"/>
                <a:gd name="connsiteY147" fmla="*/ 969136 h 1058137"/>
                <a:gd name="connsiteX148" fmla="*/ 915496 w 1792582"/>
                <a:gd name="connsiteY148" fmla="*/ 994053 h 1058137"/>
                <a:gd name="connsiteX149" fmla="*/ 928542 w 1792582"/>
                <a:gd name="connsiteY149" fmla="*/ 982086 h 1058137"/>
                <a:gd name="connsiteX150" fmla="*/ 929752 w 1792582"/>
                <a:gd name="connsiteY150" fmla="*/ 973587 h 1058137"/>
                <a:gd name="connsiteX151" fmla="*/ 948777 w 1792582"/>
                <a:gd name="connsiteY151" fmla="*/ 973587 h 1058137"/>
                <a:gd name="connsiteX152" fmla="*/ 948571 w 1792582"/>
                <a:gd name="connsiteY152" fmla="*/ 977742 h 1058137"/>
                <a:gd name="connsiteX153" fmla="*/ 914852 w 1792582"/>
                <a:gd name="connsiteY153" fmla="*/ 1013580 h 1058137"/>
                <a:gd name="connsiteX154" fmla="*/ 880006 w 1792582"/>
                <a:gd name="connsiteY154" fmla="*/ 954914 h 1058137"/>
                <a:gd name="connsiteX155" fmla="*/ 914852 w 1792582"/>
                <a:gd name="connsiteY155" fmla="*/ 896249 h 1058137"/>
                <a:gd name="connsiteX156" fmla="*/ 637960 w 1792582"/>
                <a:gd name="connsiteY156" fmla="*/ 896249 h 1058137"/>
                <a:gd name="connsiteX157" fmla="*/ 672806 w 1792582"/>
                <a:gd name="connsiteY157" fmla="*/ 954914 h 1058137"/>
                <a:gd name="connsiteX158" fmla="*/ 637960 w 1792582"/>
                <a:gd name="connsiteY158" fmla="*/ 1013580 h 1058137"/>
                <a:gd name="connsiteX159" fmla="*/ 603114 w 1792582"/>
                <a:gd name="connsiteY159" fmla="*/ 954914 h 1058137"/>
                <a:gd name="connsiteX160" fmla="*/ 637960 w 1792582"/>
                <a:gd name="connsiteY160" fmla="*/ 896249 h 1058137"/>
                <a:gd name="connsiteX161" fmla="*/ 262788 w 1792582"/>
                <a:gd name="connsiteY161" fmla="*/ 896249 h 1058137"/>
                <a:gd name="connsiteX162" fmla="*/ 296295 w 1792582"/>
                <a:gd name="connsiteY162" fmla="*/ 932072 h 1058137"/>
                <a:gd name="connsiteX163" fmla="*/ 296906 w 1792582"/>
                <a:gd name="connsiteY163" fmla="*/ 959244 h 1058137"/>
                <a:gd name="connsiteX164" fmla="*/ 248362 w 1792582"/>
                <a:gd name="connsiteY164" fmla="*/ 959244 h 1058137"/>
                <a:gd name="connsiteX165" fmla="*/ 248638 w 1792582"/>
                <a:gd name="connsiteY165" fmla="*/ 969136 h 1058137"/>
                <a:gd name="connsiteX166" fmla="*/ 263432 w 1792582"/>
                <a:gd name="connsiteY166" fmla="*/ 994053 h 1058137"/>
                <a:gd name="connsiteX167" fmla="*/ 276478 w 1792582"/>
                <a:gd name="connsiteY167" fmla="*/ 982086 h 1058137"/>
                <a:gd name="connsiteX168" fmla="*/ 277688 w 1792582"/>
                <a:gd name="connsiteY168" fmla="*/ 973587 h 1058137"/>
                <a:gd name="connsiteX169" fmla="*/ 296712 w 1792582"/>
                <a:gd name="connsiteY169" fmla="*/ 973587 h 1058137"/>
                <a:gd name="connsiteX170" fmla="*/ 296507 w 1792582"/>
                <a:gd name="connsiteY170" fmla="*/ 977742 h 1058137"/>
                <a:gd name="connsiteX171" fmla="*/ 262788 w 1792582"/>
                <a:gd name="connsiteY171" fmla="*/ 1013580 h 1058137"/>
                <a:gd name="connsiteX172" fmla="*/ 227942 w 1792582"/>
                <a:gd name="connsiteY172" fmla="*/ 954914 h 1058137"/>
                <a:gd name="connsiteX173" fmla="*/ 262788 w 1792582"/>
                <a:gd name="connsiteY173" fmla="*/ 896249 h 1058137"/>
                <a:gd name="connsiteX174" fmla="*/ 174241 w 1792582"/>
                <a:gd name="connsiteY174" fmla="*/ 896248 h 1058137"/>
                <a:gd name="connsiteX175" fmla="*/ 202427 w 1792582"/>
                <a:gd name="connsiteY175" fmla="*/ 954914 h 1058137"/>
                <a:gd name="connsiteX176" fmla="*/ 174241 w 1792582"/>
                <a:gd name="connsiteY176" fmla="*/ 1013580 h 1058137"/>
                <a:gd name="connsiteX177" fmla="*/ 159360 w 1792582"/>
                <a:gd name="connsiteY177" fmla="*/ 1008995 h 1058137"/>
                <a:gd name="connsiteX178" fmla="*/ 152852 w 1792582"/>
                <a:gd name="connsiteY178" fmla="*/ 999395 h 1058137"/>
                <a:gd name="connsiteX179" fmla="*/ 152852 w 1792582"/>
                <a:gd name="connsiteY179" fmla="*/ 1056246 h 1058137"/>
                <a:gd name="connsiteX180" fmla="*/ 132881 w 1792582"/>
                <a:gd name="connsiteY180" fmla="*/ 1056246 h 1058137"/>
                <a:gd name="connsiteX181" fmla="*/ 132881 w 1792582"/>
                <a:gd name="connsiteY181" fmla="*/ 896590 h 1058137"/>
                <a:gd name="connsiteX182" fmla="*/ 152852 w 1792582"/>
                <a:gd name="connsiteY182" fmla="*/ 896590 h 1058137"/>
                <a:gd name="connsiteX183" fmla="*/ 152852 w 1792582"/>
                <a:gd name="connsiteY183" fmla="*/ 909865 h 1058137"/>
                <a:gd name="connsiteX184" fmla="*/ 158909 w 1792582"/>
                <a:gd name="connsiteY184" fmla="*/ 900882 h 1058137"/>
                <a:gd name="connsiteX185" fmla="*/ 174241 w 1792582"/>
                <a:gd name="connsiteY185" fmla="*/ 896248 h 1058137"/>
                <a:gd name="connsiteX186" fmla="*/ 1592774 w 1792582"/>
                <a:gd name="connsiteY186" fmla="*/ 892438 h 1058137"/>
                <a:gd name="connsiteX187" fmla="*/ 1592774 w 1792582"/>
                <a:gd name="connsiteY187" fmla="*/ 914707 h 1058137"/>
                <a:gd name="connsiteX188" fmla="*/ 1572318 w 1792582"/>
                <a:gd name="connsiteY188" fmla="*/ 924898 h 1058137"/>
                <a:gd name="connsiteX189" fmla="*/ 1570506 w 1792582"/>
                <a:gd name="connsiteY189" fmla="*/ 930363 h 1058137"/>
                <a:gd name="connsiteX190" fmla="*/ 1570506 w 1792582"/>
                <a:gd name="connsiteY190" fmla="*/ 1009192 h 1058137"/>
                <a:gd name="connsiteX191" fmla="*/ 1550534 w 1792582"/>
                <a:gd name="connsiteY191" fmla="*/ 1009192 h 1058137"/>
                <a:gd name="connsiteX192" fmla="*/ 1550534 w 1792582"/>
                <a:gd name="connsiteY192" fmla="*/ 896590 h 1058137"/>
                <a:gd name="connsiteX193" fmla="*/ 1570506 w 1792582"/>
                <a:gd name="connsiteY193" fmla="*/ 896590 h 1058137"/>
                <a:gd name="connsiteX194" fmla="*/ 1570506 w 1792582"/>
                <a:gd name="connsiteY194" fmla="*/ 906833 h 1058137"/>
                <a:gd name="connsiteX195" fmla="*/ 1571627 w 1792582"/>
                <a:gd name="connsiteY195" fmla="*/ 905336 h 1058137"/>
                <a:gd name="connsiteX196" fmla="*/ 1592774 w 1792582"/>
                <a:gd name="connsiteY196" fmla="*/ 892438 h 1058137"/>
                <a:gd name="connsiteX197" fmla="*/ 824066 w 1792582"/>
                <a:gd name="connsiteY197" fmla="*/ 891683 h 1058137"/>
                <a:gd name="connsiteX198" fmla="*/ 846335 w 1792582"/>
                <a:gd name="connsiteY198" fmla="*/ 897345 h 1058137"/>
                <a:gd name="connsiteX199" fmla="*/ 846335 w 1792582"/>
                <a:gd name="connsiteY199" fmla="*/ 916217 h 1058137"/>
                <a:gd name="connsiteX200" fmla="*/ 815762 w 1792582"/>
                <a:gd name="connsiteY200" fmla="*/ 924520 h 1058137"/>
                <a:gd name="connsiteX201" fmla="*/ 832661 w 1792582"/>
                <a:gd name="connsiteY201" fmla="*/ 947285 h 1058137"/>
                <a:gd name="connsiteX202" fmla="*/ 854638 w 1792582"/>
                <a:gd name="connsiteY202" fmla="*/ 979626 h 1058137"/>
                <a:gd name="connsiteX203" fmla="*/ 824444 w 1792582"/>
                <a:gd name="connsiteY203" fmla="*/ 1013595 h 1058137"/>
                <a:gd name="connsiteX204" fmla="*/ 802175 w 1792582"/>
                <a:gd name="connsiteY204" fmla="*/ 1007934 h 1058137"/>
                <a:gd name="connsiteX205" fmla="*/ 802175 w 1792582"/>
                <a:gd name="connsiteY205" fmla="*/ 987929 h 1058137"/>
                <a:gd name="connsiteX206" fmla="*/ 822179 w 1792582"/>
                <a:gd name="connsiteY206" fmla="*/ 994723 h 1058137"/>
                <a:gd name="connsiteX207" fmla="*/ 836521 w 1792582"/>
                <a:gd name="connsiteY207" fmla="*/ 979248 h 1058137"/>
                <a:gd name="connsiteX208" fmla="*/ 816301 w 1792582"/>
                <a:gd name="connsiteY208" fmla="*/ 954931 h 1058137"/>
                <a:gd name="connsiteX209" fmla="*/ 796988 w 1792582"/>
                <a:gd name="connsiteY209" fmla="*/ 925652 h 1058137"/>
                <a:gd name="connsiteX210" fmla="*/ 824066 w 1792582"/>
                <a:gd name="connsiteY210" fmla="*/ 891683 h 1058137"/>
                <a:gd name="connsiteX211" fmla="*/ 56436 w 1792582"/>
                <a:gd name="connsiteY211" fmla="*/ 860524 h 1058137"/>
                <a:gd name="connsiteX212" fmla="*/ 35735 w 1792582"/>
                <a:gd name="connsiteY212" fmla="*/ 926643 h 1058137"/>
                <a:gd name="connsiteX213" fmla="*/ 56436 w 1792582"/>
                <a:gd name="connsiteY213" fmla="*/ 992761 h 1058137"/>
                <a:gd name="connsiteX214" fmla="*/ 77136 w 1792582"/>
                <a:gd name="connsiteY214" fmla="*/ 926643 h 1058137"/>
                <a:gd name="connsiteX215" fmla="*/ 56436 w 1792582"/>
                <a:gd name="connsiteY215" fmla="*/ 860524 h 1058137"/>
                <a:gd name="connsiteX216" fmla="*/ 56672 w 1792582"/>
                <a:gd name="connsiteY216" fmla="*/ 839708 h 1058137"/>
                <a:gd name="connsiteX217" fmla="*/ 100557 w 1792582"/>
                <a:gd name="connsiteY217" fmla="*/ 926644 h 1058137"/>
                <a:gd name="connsiteX218" fmla="*/ 56672 w 1792582"/>
                <a:gd name="connsiteY218" fmla="*/ 1013580 h 1058137"/>
                <a:gd name="connsiteX219" fmla="*/ 12787 w 1792582"/>
                <a:gd name="connsiteY219" fmla="*/ 926644 h 1058137"/>
                <a:gd name="connsiteX220" fmla="*/ 56672 w 1792582"/>
                <a:gd name="connsiteY220" fmla="*/ 839708 h 1058137"/>
                <a:gd name="connsiteX221" fmla="*/ 1261002 w 1792582"/>
                <a:gd name="connsiteY221" fmla="*/ 839707 h 1058137"/>
                <a:gd name="connsiteX222" fmla="*/ 1267808 w 1792582"/>
                <a:gd name="connsiteY222" fmla="*/ 839707 h 1058137"/>
                <a:gd name="connsiteX223" fmla="*/ 1282685 w 1792582"/>
                <a:gd name="connsiteY223" fmla="*/ 839707 h 1058137"/>
                <a:gd name="connsiteX224" fmla="*/ 1322930 w 1792582"/>
                <a:gd name="connsiteY224" fmla="*/ 839707 h 1058137"/>
                <a:gd name="connsiteX225" fmla="*/ 1322930 w 1792582"/>
                <a:gd name="connsiteY225" fmla="*/ 858017 h 1058137"/>
                <a:gd name="connsiteX226" fmla="*/ 1282685 w 1792582"/>
                <a:gd name="connsiteY226" fmla="*/ 858017 h 1058137"/>
                <a:gd name="connsiteX227" fmla="*/ 1282685 w 1792582"/>
                <a:gd name="connsiteY227" fmla="*/ 914391 h 1058137"/>
                <a:gd name="connsiteX228" fmla="*/ 1318112 w 1792582"/>
                <a:gd name="connsiteY228" fmla="*/ 914391 h 1058137"/>
                <a:gd name="connsiteX229" fmla="*/ 1318112 w 1792582"/>
                <a:gd name="connsiteY229" fmla="*/ 932701 h 1058137"/>
                <a:gd name="connsiteX230" fmla="*/ 1282685 w 1792582"/>
                <a:gd name="connsiteY230" fmla="*/ 932701 h 1058137"/>
                <a:gd name="connsiteX231" fmla="*/ 1282685 w 1792582"/>
                <a:gd name="connsiteY231" fmla="*/ 992581 h 1058137"/>
                <a:gd name="connsiteX232" fmla="*/ 1322930 w 1792582"/>
                <a:gd name="connsiteY232" fmla="*/ 992581 h 1058137"/>
                <a:gd name="connsiteX233" fmla="*/ 1322930 w 1792582"/>
                <a:gd name="connsiteY233" fmla="*/ 1010891 h 1058137"/>
                <a:gd name="connsiteX234" fmla="*/ 1282685 w 1792582"/>
                <a:gd name="connsiteY234" fmla="*/ 1010891 h 1058137"/>
                <a:gd name="connsiteX235" fmla="*/ 1267808 w 1792582"/>
                <a:gd name="connsiteY235" fmla="*/ 1010891 h 1058137"/>
                <a:gd name="connsiteX236" fmla="*/ 1261002 w 1792582"/>
                <a:gd name="connsiteY236" fmla="*/ 1010891 h 1058137"/>
                <a:gd name="connsiteX237" fmla="*/ 489126 w 1792582"/>
                <a:gd name="connsiteY237" fmla="*/ 838658 h 1058137"/>
                <a:gd name="connsiteX238" fmla="*/ 510809 w 1792582"/>
                <a:gd name="connsiteY238" fmla="*/ 838658 h 1058137"/>
                <a:gd name="connsiteX239" fmla="*/ 510809 w 1792582"/>
                <a:gd name="connsiteY239" fmla="*/ 905619 h 1058137"/>
                <a:gd name="connsiteX240" fmla="*/ 546246 w 1792582"/>
                <a:gd name="connsiteY240" fmla="*/ 905619 h 1058137"/>
                <a:gd name="connsiteX241" fmla="*/ 546246 w 1792582"/>
                <a:gd name="connsiteY241" fmla="*/ 838658 h 1058137"/>
                <a:gd name="connsiteX242" fmla="*/ 567930 w 1792582"/>
                <a:gd name="connsiteY242" fmla="*/ 838658 h 1058137"/>
                <a:gd name="connsiteX243" fmla="*/ 567930 w 1792582"/>
                <a:gd name="connsiteY243" fmla="*/ 1009192 h 1058137"/>
                <a:gd name="connsiteX244" fmla="*/ 546246 w 1792582"/>
                <a:gd name="connsiteY244" fmla="*/ 1009192 h 1058137"/>
                <a:gd name="connsiteX245" fmla="*/ 546246 w 1792582"/>
                <a:gd name="connsiteY245" fmla="*/ 923859 h 1058137"/>
                <a:gd name="connsiteX246" fmla="*/ 510809 w 1792582"/>
                <a:gd name="connsiteY246" fmla="*/ 923859 h 1058137"/>
                <a:gd name="connsiteX247" fmla="*/ 510809 w 1792582"/>
                <a:gd name="connsiteY247" fmla="*/ 1009192 h 1058137"/>
                <a:gd name="connsiteX248" fmla="*/ 489126 w 1792582"/>
                <a:gd name="connsiteY248" fmla="*/ 1009192 h 1058137"/>
                <a:gd name="connsiteX249" fmla="*/ 1162901 w 1792582"/>
                <a:gd name="connsiteY249" fmla="*/ 821998 h 1058137"/>
                <a:gd name="connsiteX250" fmla="*/ 1177725 w 1792582"/>
                <a:gd name="connsiteY250" fmla="*/ 823498 h 1058137"/>
                <a:gd name="connsiteX251" fmla="*/ 1177725 w 1792582"/>
                <a:gd name="connsiteY251" fmla="*/ 843469 h 1058137"/>
                <a:gd name="connsiteX252" fmla="*/ 1159420 w 1792582"/>
                <a:gd name="connsiteY252" fmla="*/ 854141 h 1058137"/>
                <a:gd name="connsiteX253" fmla="*/ 1159420 w 1792582"/>
                <a:gd name="connsiteY253" fmla="*/ 895458 h 1058137"/>
                <a:gd name="connsiteX254" fmla="*/ 1177725 w 1792582"/>
                <a:gd name="connsiteY254" fmla="*/ 895458 h 1058137"/>
                <a:gd name="connsiteX255" fmla="*/ 1177725 w 1792582"/>
                <a:gd name="connsiteY255" fmla="*/ 912236 h 1058137"/>
                <a:gd name="connsiteX256" fmla="*/ 1159420 w 1792582"/>
                <a:gd name="connsiteY256" fmla="*/ 912236 h 1058137"/>
                <a:gd name="connsiteX257" fmla="*/ 1159420 w 1792582"/>
                <a:gd name="connsiteY257" fmla="*/ 1009192 h 1058137"/>
                <a:gd name="connsiteX258" fmla="*/ 1139449 w 1792582"/>
                <a:gd name="connsiteY258" fmla="*/ 1009192 h 1058137"/>
                <a:gd name="connsiteX259" fmla="*/ 1139449 w 1792582"/>
                <a:gd name="connsiteY259" fmla="*/ 912236 h 1058137"/>
                <a:gd name="connsiteX260" fmla="*/ 1127527 w 1792582"/>
                <a:gd name="connsiteY260" fmla="*/ 912236 h 1058137"/>
                <a:gd name="connsiteX261" fmla="*/ 1127527 w 1792582"/>
                <a:gd name="connsiteY261" fmla="*/ 895458 h 1058137"/>
                <a:gd name="connsiteX262" fmla="*/ 1139449 w 1792582"/>
                <a:gd name="connsiteY262" fmla="*/ 895458 h 1058137"/>
                <a:gd name="connsiteX263" fmla="*/ 1139449 w 1792582"/>
                <a:gd name="connsiteY263" fmla="*/ 844747 h 1058137"/>
                <a:gd name="connsiteX264" fmla="*/ 1162901 w 1792582"/>
                <a:gd name="connsiteY264" fmla="*/ 821998 h 1058137"/>
                <a:gd name="connsiteX265" fmla="*/ 0 w 1792582"/>
                <a:gd name="connsiteY265" fmla="*/ 698203 h 1058137"/>
                <a:gd name="connsiteX266" fmla="*/ 1792582 w 1792582"/>
                <a:gd name="connsiteY266" fmla="*/ 698203 h 1058137"/>
                <a:gd name="connsiteX267" fmla="*/ 1792582 w 1792582"/>
                <a:gd name="connsiteY267" fmla="*/ 703247 h 1058137"/>
                <a:gd name="connsiteX268" fmla="*/ 1792582 w 1792582"/>
                <a:gd name="connsiteY268" fmla="*/ 757745 h 1058137"/>
                <a:gd name="connsiteX269" fmla="*/ 1792582 w 1792582"/>
                <a:gd name="connsiteY269" fmla="*/ 777019 h 1058137"/>
                <a:gd name="connsiteX270" fmla="*/ 0 w 1792582"/>
                <a:gd name="connsiteY270" fmla="*/ 777019 h 1058137"/>
                <a:gd name="connsiteX271" fmla="*/ 827858 w 1792582"/>
                <a:gd name="connsiteY271" fmla="*/ 57086 h 1058137"/>
                <a:gd name="connsiteX272" fmla="*/ 771089 w 1792582"/>
                <a:gd name="connsiteY272" fmla="*/ 238408 h 1058137"/>
                <a:gd name="connsiteX273" fmla="*/ 827858 w 1792582"/>
                <a:gd name="connsiteY273" fmla="*/ 419730 h 1058137"/>
                <a:gd name="connsiteX274" fmla="*/ 884626 w 1792582"/>
                <a:gd name="connsiteY274" fmla="*/ 238408 h 1058137"/>
                <a:gd name="connsiteX275" fmla="*/ 827858 w 1792582"/>
                <a:gd name="connsiteY275" fmla="*/ 57086 h 1058137"/>
                <a:gd name="connsiteX276" fmla="*/ 119700 w 1792582"/>
                <a:gd name="connsiteY276" fmla="*/ 57086 h 1058137"/>
                <a:gd name="connsiteX277" fmla="*/ 62931 w 1792582"/>
                <a:gd name="connsiteY277" fmla="*/ 238408 h 1058137"/>
                <a:gd name="connsiteX278" fmla="*/ 119700 w 1792582"/>
                <a:gd name="connsiteY278" fmla="*/ 419730 h 1058137"/>
                <a:gd name="connsiteX279" fmla="*/ 176468 w 1792582"/>
                <a:gd name="connsiteY279" fmla="*/ 238408 h 1058137"/>
                <a:gd name="connsiteX280" fmla="*/ 119700 w 1792582"/>
                <a:gd name="connsiteY280" fmla="*/ 57086 h 1058137"/>
                <a:gd name="connsiteX281" fmla="*/ 364615 w 1792582"/>
                <a:gd name="connsiteY281" fmla="*/ 7754 h 1058137"/>
                <a:gd name="connsiteX282" fmla="*/ 425426 w 1792582"/>
                <a:gd name="connsiteY282" fmla="*/ 7754 h 1058137"/>
                <a:gd name="connsiteX283" fmla="*/ 425426 w 1792582"/>
                <a:gd name="connsiteY283" fmla="*/ 188764 h 1058137"/>
                <a:gd name="connsiteX284" fmla="*/ 519025 w 1792582"/>
                <a:gd name="connsiteY284" fmla="*/ 188764 h 1058137"/>
                <a:gd name="connsiteX285" fmla="*/ 519025 w 1792582"/>
                <a:gd name="connsiteY285" fmla="*/ 7754 h 1058137"/>
                <a:gd name="connsiteX286" fmla="*/ 579836 w 1792582"/>
                <a:gd name="connsiteY286" fmla="*/ 7754 h 1058137"/>
                <a:gd name="connsiteX287" fmla="*/ 579836 w 1792582"/>
                <a:gd name="connsiteY287" fmla="*/ 468746 h 1058137"/>
                <a:gd name="connsiteX288" fmla="*/ 519025 w 1792582"/>
                <a:gd name="connsiteY288" fmla="*/ 468746 h 1058137"/>
                <a:gd name="connsiteX289" fmla="*/ 519025 w 1792582"/>
                <a:gd name="connsiteY289" fmla="*/ 238072 h 1058137"/>
                <a:gd name="connsiteX290" fmla="*/ 425426 w 1792582"/>
                <a:gd name="connsiteY290" fmla="*/ 238072 h 1058137"/>
                <a:gd name="connsiteX291" fmla="*/ 425426 w 1792582"/>
                <a:gd name="connsiteY291" fmla="*/ 468746 h 1058137"/>
                <a:gd name="connsiteX292" fmla="*/ 364615 w 1792582"/>
                <a:gd name="connsiteY292" fmla="*/ 468746 h 1058137"/>
                <a:gd name="connsiteX293" fmla="*/ 828506 w 1792582"/>
                <a:gd name="connsiteY293" fmla="*/ 0 h 1058137"/>
                <a:gd name="connsiteX294" fmla="*/ 948855 w 1792582"/>
                <a:gd name="connsiteY294" fmla="*/ 238412 h 1058137"/>
                <a:gd name="connsiteX295" fmla="*/ 828506 w 1792582"/>
                <a:gd name="connsiteY295" fmla="*/ 476823 h 1058137"/>
                <a:gd name="connsiteX296" fmla="*/ 708157 w 1792582"/>
                <a:gd name="connsiteY296" fmla="*/ 238412 h 1058137"/>
                <a:gd name="connsiteX297" fmla="*/ 828506 w 1792582"/>
                <a:gd name="connsiteY297" fmla="*/ 0 h 1058137"/>
                <a:gd name="connsiteX298" fmla="*/ 120349 w 1792582"/>
                <a:gd name="connsiteY298" fmla="*/ 0 h 1058137"/>
                <a:gd name="connsiteX299" fmla="*/ 240698 w 1792582"/>
                <a:gd name="connsiteY299" fmla="*/ 238412 h 1058137"/>
                <a:gd name="connsiteX300" fmla="*/ 120349 w 1792582"/>
                <a:gd name="connsiteY300" fmla="*/ 476823 h 1058137"/>
                <a:gd name="connsiteX301" fmla="*/ 0 w 1792582"/>
                <a:gd name="connsiteY301" fmla="*/ 238412 h 1058137"/>
                <a:gd name="connsiteX302" fmla="*/ 120349 w 1792582"/>
                <a:gd name="connsiteY302" fmla="*/ 0 h 105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Lst>
              <a:rect l="l" t="t" r="r" b="b"/>
              <a:pathLst>
                <a:path w="1792582" h="1058137">
                  <a:moveTo>
                    <a:pt x="1653463" y="914845"/>
                  </a:moveTo>
                  <a:cubicBezTo>
                    <a:pt x="1641327" y="914773"/>
                    <a:pt x="1638885" y="932776"/>
                    <a:pt x="1638885" y="954895"/>
                  </a:cubicBezTo>
                  <a:cubicBezTo>
                    <a:pt x="1638885" y="977014"/>
                    <a:pt x="1639618" y="994906"/>
                    <a:pt x="1653463" y="994945"/>
                  </a:cubicBezTo>
                  <a:cubicBezTo>
                    <a:pt x="1666640" y="994983"/>
                    <a:pt x="1668040" y="977014"/>
                    <a:pt x="1668040" y="954895"/>
                  </a:cubicBezTo>
                  <a:cubicBezTo>
                    <a:pt x="1668040" y="932776"/>
                    <a:pt x="1667526" y="914928"/>
                    <a:pt x="1653463" y="914845"/>
                  </a:cubicBezTo>
                  <a:close/>
                  <a:moveTo>
                    <a:pt x="166428" y="914707"/>
                  </a:moveTo>
                  <a:cubicBezTo>
                    <a:pt x="152365" y="914790"/>
                    <a:pt x="151851" y="932638"/>
                    <a:pt x="151851" y="954758"/>
                  </a:cubicBezTo>
                  <a:cubicBezTo>
                    <a:pt x="151851" y="976877"/>
                    <a:pt x="153251" y="994845"/>
                    <a:pt x="166428" y="994808"/>
                  </a:cubicBezTo>
                  <a:cubicBezTo>
                    <a:pt x="180272" y="994768"/>
                    <a:pt x="181005" y="976877"/>
                    <a:pt x="181005" y="954758"/>
                  </a:cubicBezTo>
                  <a:cubicBezTo>
                    <a:pt x="181005" y="932638"/>
                    <a:pt x="178563" y="914636"/>
                    <a:pt x="166428" y="914707"/>
                  </a:cubicBezTo>
                  <a:close/>
                  <a:moveTo>
                    <a:pt x="1484566" y="912443"/>
                  </a:moveTo>
                  <a:cubicBezTo>
                    <a:pt x="1473541" y="912506"/>
                    <a:pt x="1470482" y="922751"/>
                    <a:pt x="1469642" y="937376"/>
                  </a:cubicBezTo>
                  <a:lnTo>
                    <a:pt x="1469546" y="942259"/>
                  </a:lnTo>
                  <a:lnTo>
                    <a:pt x="1499391" y="942259"/>
                  </a:lnTo>
                  <a:cubicBezTo>
                    <a:pt x="1499329" y="940624"/>
                    <a:pt x="1499268" y="938989"/>
                    <a:pt x="1499206" y="937354"/>
                  </a:cubicBezTo>
                  <a:cubicBezTo>
                    <a:pt x="1497894" y="922692"/>
                    <a:pt x="1494080" y="912388"/>
                    <a:pt x="1484566" y="912443"/>
                  </a:cubicBezTo>
                  <a:close/>
                  <a:moveTo>
                    <a:pt x="1070393" y="912443"/>
                  </a:moveTo>
                  <a:cubicBezTo>
                    <a:pt x="1055693" y="912527"/>
                    <a:pt x="1055156" y="930712"/>
                    <a:pt x="1055156" y="953247"/>
                  </a:cubicBezTo>
                  <a:cubicBezTo>
                    <a:pt x="1055156" y="975784"/>
                    <a:pt x="1056619" y="994091"/>
                    <a:pt x="1070393" y="994053"/>
                  </a:cubicBezTo>
                  <a:cubicBezTo>
                    <a:pt x="1084865" y="994013"/>
                    <a:pt x="1085631" y="975784"/>
                    <a:pt x="1085631" y="953247"/>
                  </a:cubicBezTo>
                  <a:cubicBezTo>
                    <a:pt x="1085631" y="930712"/>
                    <a:pt x="1083078" y="912369"/>
                    <a:pt x="1070393" y="912443"/>
                  </a:cubicBezTo>
                  <a:close/>
                  <a:moveTo>
                    <a:pt x="915496" y="912443"/>
                  </a:moveTo>
                  <a:cubicBezTo>
                    <a:pt x="904471" y="912506"/>
                    <a:pt x="901413" y="922751"/>
                    <a:pt x="900573" y="937376"/>
                  </a:cubicBezTo>
                  <a:lnTo>
                    <a:pt x="900476" y="942259"/>
                  </a:lnTo>
                  <a:lnTo>
                    <a:pt x="930321" y="942259"/>
                  </a:lnTo>
                  <a:cubicBezTo>
                    <a:pt x="930260" y="940624"/>
                    <a:pt x="930198" y="938989"/>
                    <a:pt x="930137" y="937354"/>
                  </a:cubicBezTo>
                  <a:cubicBezTo>
                    <a:pt x="928824" y="922692"/>
                    <a:pt x="925010" y="912388"/>
                    <a:pt x="915496" y="912443"/>
                  </a:cubicBezTo>
                  <a:close/>
                  <a:moveTo>
                    <a:pt x="637849" y="912443"/>
                  </a:moveTo>
                  <a:cubicBezTo>
                    <a:pt x="623149" y="912527"/>
                    <a:pt x="622612" y="930712"/>
                    <a:pt x="622612" y="953247"/>
                  </a:cubicBezTo>
                  <a:cubicBezTo>
                    <a:pt x="622612" y="975784"/>
                    <a:pt x="624075" y="994091"/>
                    <a:pt x="637849" y="994053"/>
                  </a:cubicBezTo>
                  <a:cubicBezTo>
                    <a:pt x="652320" y="994013"/>
                    <a:pt x="653087" y="975784"/>
                    <a:pt x="653087" y="953247"/>
                  </a:cubicBezTo>
                  <a:cubicBezTo>
                    <a:pt x="653087" y="930712"/>
                    <a:pt x="650534" y="912369"/>
                    <a:pt x="637849" y="912443"/>
                  </a:cubicBezTo>
                  <a:close/>
                  <a:moveTo>
                    <a:pt x="263432" y="912443"/>
                  </a:moveTo>
                  <a:cubicBezTo>
                    <a:pt x="252407" y="912506"/>
                    <a:pt x="249348" y="922751"/>
                    <a:pt x="248508" y="937376"/>
                  </a:cubicBezTo>
                  <a:lnTo>
                    <a:pt x="248412" y="942259"/>
                  </a:lnTo>
                  <a:lnTo>
                    <a:pt x="278257" y="942259"/>
                  </a:lnTo>
                  <a:cubicBezTo>
                    <a:pt x="278195" y="940624"/>
                    <a:pt x="278134" y="938989"/>
                    <a:pt x="278072" y="937354"/>
                  </a:cubicBezTo>
                  <a:cubicBezTo>
                    <a:pt x="276760" y="922692"/>
                    <a:pt x="272946" y="912388"/>
                    <a:pt x="263432" y="912443"/>
                  </a:cubicBezTo>
                  <a:close/>
                  <a:moveTo>
                    <a:pt x="1714910" y="896590"/>
                  </a:moveTo>
                  <a:lnTo>
                    <a:pt x="1734882" y="896590"/>
                  </a:lnTo>
                  <a:lnTo>
                    <a:pt x="1753333" y="971008"/>
                  </a:lnTo>
                  <a:lnTo>
                    <a:pt x="1772205" y="896590"/>
                  </a:lnTo>
                  <a:lnTo>
                    <a:pt x="1792177" y="896590"/>
                  </a:lnTo>
                  <a:lnTo>
                    <a:pt x="1746000" y="1058137"/>
                  </a:lnTo>
                  <a:lnTo>
                    <a:pt x="1726028" y="1058137"/>
                  </a:lnTo>
                  <a:lnTo>
                    <a:pt x="1742258" y="998644"/>
                  </a:lnTo>
                  <a:close/>
                  <a:moveTo>
                    <a:pt x="1350499" y="896590"/>
                  </a:moveTo>
                  <a:lnTo>
                    <a:pt x="1370471" y="896590"/>
                  </a:lnTo>
                  <a:lnTo>
                    <a:pt x="1370471" y="912636"/>
                  </a:lnTo>
                  <a:cubicBezTo>
                    <a:pt x="1375276" y="905653"/>
                    <a:pt x="1376083" y="897276"/>
                    <a:pt x="1392815" y="896973"/>
                  </a:cubicBezTo>
                  <a:cubicBezTo>
                    <a:pt x="1414114" y="896587"/>
                    <a:pt x="1416732" y="911563"/>
                    <a:pt x="1417110" y="931246"/>
                  </a:cubicBezTo>
                  <a:lnTo>
                    <a:pt x="1417582" y="1009192"/>
                  </a:lnTo>
                  <a:lnTo>
                    <a:pt x="1397610" y="1009192"/>
                  </a:lnTo>
                  <a:cubicBezTo>
                    <a:pt x="1397705" y="984917"/>
                    <a:pt x="1397799" y="960642"/>
                    <a:pt x="1397893" y="936367"/>
                  </a:cubicBezTo>
                  <a:cubicBezTo>
                    <a:pt x="1397830" y="923883"/>
                    <a:pt x="1394269" y="913787"/>
                    <a:pt x="1385541" y="914392"/>
                  </a:cubicBezTo>
                  <a:cubicBezTo>
                    <a:pt x="1372667" y="915283"/>
                    <a:pt x="1371415" y="924422"/>
                    <a:pt x="1370504" y="934362"/>
                  </a:cubicBezTo>
                  <a:lnTo>
                    <a:pt x="1370390" y="937613"/>
                  </a:lnTo>
                  <a:lnTo>
                    <a:pt x="1370170" y="937613"/>
                  </a:lnTo>
                  <a:lnTo>
                    <a:pt x="1370170" y="996661"/>
                  </a:lnTo>
                  <a:lnTo>
                    <a:pt x="1370471" y="996661"/>
                  </a:lnTo>
                  <a:lnTo>
                    <a:pt x="1370471" y="1009192"/>
                  </a:lnTo>
                  <a:lnTo>
                    <a:pt x="1350499" y="1009192"/>
                  </a:lnTo>
                  <a:close/>
                  <a:moveTo>
                    <a:pt x="703301" y="896590"/>
                  </a:moveTo>
                  <a:lnTo>
                    <a:pt x="723273" y="896590"/>
                  </a:lnTo>
                  <a:lnTo>
                    <a:pt x="723273" y="935890"/>
                  </a:lnTo>
                  <a:lnTo>
                    <a:pt x="723669" y="935767"/>
                  </a:lnTo>
                  <a:lnTo>
                    <a:pt x="723669" y="977978"/>
                  </a:lnTo>
                  <a:lnTo>
                    <a:pt x="723993" y="977978"/>
                  </a:lnTo>
                  <a:lnTo>
                    <a:pt x="724972" y="985894"/>
                  </a:lnTo>
                  <a:cubicBezTo>
                    <a:pt x="726442" y="991412"/>
                    <a:pt x="729555" y="994822"/>
                    <a:pt x="736125" y="994808"/>
                  </a:cubicBezTo>
                  <a:cubicBezTo>
                    <a:pt x="742696" y="994793"/>
                    <a:pt x="745808" y="991383"/>
                    <a:pt x="747278" y="985873"/>
                  </a:cubicBezTo>
                  <a:lnTo>
                    <a:pt x="748257" y="977978"/>
                  </a:lnTo>
                  <a:lnTo>
                    <a:pt x="748582" y="977978"/>
                  </a:lnTo>
                  <a:lnTo>
                    <a:pt x="748582" y="917038"/>
                  </a:lnTo>
                  <a:lnTo>
                    <a:pt x="748575" y="917038"/>
                  </a:lnTo>
                  <a:lnTo>
                    <a:pt x="748575" y="896590"/>
                  </a:lnTo>
                  <a:lnTo>
                    <a:pt x="768547" y="896590"/>
                  </a:lnTo>
                  <a:lnTo>
                    <a:pt x="768547" y="975013"/>
                  </a:lnTo>
                  <a:lnTo>
                    <a:pt x="768547" y="975015"/>
                  </a:lnTo>
                  <a:lnTo>
                    <a:pt x="768547" y="975018"/>
                  </a:lnTo>
                  <a:lnTo>
                    <a:pt x="768547" y="976933"/>
                  </a:lnTo>
                  <a:lnTo>
                    <a:pt x="768420" y="976933"/>
                  </a:lnTo>
                  <a:lnTo>
                    <a:pt x="767494" y="990893"/>
                  </a:lnTo>
                  <a:cubicBezTo>
                    <a:pt x="765060" y="1005529"/>
                    <a:pt x="757504" y="1015790"/>
                    <a:pt x="735985" y="1015821"/>
                  </a:cubicBezTo>
                  <a:cubicBezTo>
                    <a:pt x="714467" y="1015852"/>
                    <a:pt x="706910" y="1005560"/>
                    <a:pt x="704476" y="990904"/>
                  </a:cubicBezTo>
                  <a:lnTo>
                    <a:pt x="703550" y="976933"/>
                  </a:lnTo>
                  <a:lnTo>
                    <a:pt x="703301" y="976933"/>
                  </a:lnTo>
                  <a:close/>
                  <a:moveTo>
                    <a:pt x="326701" y="896590"/>
                  </a:moveTo>
                  <a:lnTo>
                    <a:pt x="346672" y="896590"/>
                  </a:lnTo>
                  <a:lnTo>
                    <a:pt x="346672" y="912636"/>
                  </a:lnTo>
                  <a:cubicBezTo>
                    <a:pt x="351478" y="905653"/>
                    <a:pt x="352284" y="897276"/>
                    <a:pt x="369017" y="896973"/>
                  </a:cubicBezTo>
                  <a:cubicBezTo>
                    <a:pt x="390316" y="896587"/>
                    <a:pt x="392934" y="911563"/>
                    <a:pt x="393311" y="931246"/>
                  </a:cubicBezTo>
                  <a:lnTo>
                    <a:pt x="393784" y="1009192"/>
                  </a:lnTo>
                  <a:lnTo>
                    <a:pt x="373812" y="1009192"/>
                  </a:lnTo>
                  <a:cubicBezTo>
                    <a:pt x="373906" y="984917"/>
                    <a:pt x="374000" y="960642"/>
                    <a:pt x="374095" y="936367"/>
                  </a:cubicBezTo>
                  <a:cubicBezTo>
                    <a:pt x="374032" y="923883"/>
                    <a:pt x="370471" y="913787"/>
                    <a:pt x="361743" y="914392"/>
                  </a:cubicBezTo>
                  <a:cubicBezTo>
                    <a:pt x="348869" y="915283"/>
                    <a:pt x="347617" y="924422"/>
                    <a:pt x="346705" y="934362"/>
                  </a:cubicBezTo>
                  <a:lnTo>
                    <a:pt x="346592" y="937613"/>
                  </a:lnTo>
                  <a:lnTo>
                    <a:pt x="346372" y="937613"/>
                  </a:lnTo>
                  <a:lnTo>
                    <a:pt x="346372" y="996661"/>
                  </a:lnTo>
                  <a:lnTo>
                    <a:pt x="346672" y="996661"/>
                  </a:lnTo>
                  <a:lnTo>
                    <a:pt x="346672" y="1009192"/>
                  </a:lnTo>
                  <a:lnTo>
                    <a:pt x="326701" y="1009192"/>
                  </a:lnTo>
                  <a:close/>
                  <a:moveTo>
                    <a:pt x="1645649" y="896386"/>
                  </a:moveTo>
                  <a:cubicBezTo>
                    <a:pt x="1655363" y="896407"/>
                    <a:pt x="1661755" y="900106"/>
                    <a:pt x="1665951" y="906430"/>
                  </a:cubicBezTo>
                  <a:lnTo>
                    <a:pt x="1667038" y="908651"/>
                  </a:lnTo>
                  <a:lnTo>
                    <a:pt x="1667038" y="896728"/>
                  </a:lnTo>
                  <a:lnTo>
                    <a:pt x="1687010" y="896728"/>
                  </a:lnTo>
                  <a:lnTo>
                    <a:pt x="1687010" y="1006787"/>
                  </a:lnTo>
                  <a:cubicBezTo>
                    <a:pt x="1687010" y="1006789"/>
                    <a:pt x="1687010" y="1006789"/>
                    <a:pt x="1687010" y="1006791"/>
                  </a:cubicBezTo>
                  <a:lnTo>
                    <a:pt x="1686300" y="1021179"/>
                  </a:lnTo>
                  <a:cubicBezTo>
                    <a:pt x="1685960" y="1043003"/>
                    <a:pt x="1675608" y="1057051"/>
                    <a:pt x="1652581" y="1057001"/>
                  </a:cubicBezTo>
                  <a:cubicBezTo>
                    <a:pt x="1632195" y="1056956"/>
                    <a:pt x="1621466" y="1042204"/>
                    <a:pt x="1618862" y="1021162"/>
                  </a:cubicBezTo>
                  <a:cubicBezTo>
                    <a:pt x="1618847" y="1020849"/>
                    <a:pt x="1618831" y="1020535"/>
                    <a:pt x="1618816" y="1020222"/>
                  </a:cubicBezTo>
                  <a:lnTo>
                    <a:pt x="1638139" y="1020222"/>
                  </a:lnTo>
                  <a:lnTo>
                    <a:pt x="1638891" y="1025506"/>
                  </a:lnTo>
                  <a:cubicBezTo>
                    <a:pt x="1640137" y="1035905"/>
                    <a:pt x="1644324" y="1039346"/>
                    <a:pt x="1651560" y="1039738"/>
                  </a:cubicBezTo>
                  <a:cubicBezTo>
                    <a:pt x="1665644" y="1040501"/>
                    <a:pt x="1666806" y="1030608"/>
                    <a:pt x="1666731" y="1012557"/>
                  </a:cubicBezTo>
                  <a:lnTo>
                    <a:pt x="1666892" y="1006787"/>
                  </a:lnTo>
                  <a:lnTo>
                    <a:pt x="1667038" y="1006787"/>
                  </a:lnTo>
                  <a:lnTo>
                    <a:pt x="1667038" y="1000603"/>
                  </a:lnTo>
                  <a:lnTo>
                    <a:pt x="1665481" y="1003725"/>
                  </a:lnTo>
                  <a:cubicBezTo>
                    <a:pt x="1661254" y="1010052"/>
                    <a:pt x="1654962" y="1013740"/>
                    <a:pt x="1645649" y="1013718"/>
                  </a:cubicBezTo>
                  <a:cubicBezTo>
                    <a:pt x="1620813" y="1013659"/>
                    <a:pt x="1617463" y="987452"/>
                    <a:pt x="1617463" y="955052"/>
                  </a:cubicBezTo>
                  <a:cubicBezTo>
                    <a:pt x="1617463" y="922652"/>
                    <a:pt x="1622033" y="896335"/>
                    <a:pt x="1645649" y="896386"/>
                  </a:cubicBezTo>
                  <a:close/>
                  <a:moveTo>
                    <a:pt x="1483922" y="896249"/>
                  </a:moveTo>
                  <a:cubicBezTo>
                    <a:pt x="1505820" y="896210"/>
                    <a:pt x="1514472" y="911004"/>
                    <a:pt x="1517429" y="932072"/>
                  </a:cubicBezTo>
                  <a:cubicBezTo>
                    <a:pt x="1518765" y="939997"/>
                    <a:pt x="1518214" y="949432"/>
                    <a:pt x="1518040" y="959244"/>
                  </a:cubicBezTo>
                  <a:lnTo>
                    <a:pt x="1469496" y="959244"/>
                  </a:lnTo>
                  <a:lnTo>
                    <a:pt x="1469772" y="969136"/>
                  </a:lnTo>
                  <a:cubicBezTo>
                    <a:pt x="1470830" y="983791"/>
                    <a:pt x="1474235" y="994082"/>
                    <a:pt x="1484566" y="994053"/>
                  </a:cubicBezTo>
                  <a:cubicBezTo>
                    <a:pt x="1491802" y="994033"/>
                    <a:pt x="1495611" y="989466"/>
                    <a:pt x="1497612" y="982086"/>
                  </a:cubicBezTo>
                  <a:lnTo>
                    <a:pt x="1498822" y="973587"/>
                  </a:lnTo>
                  <a:lnTo>
                    <a:pt x="1517846" y="973587"/>
                  </a:lnTo>
                  <a:cubicBezTo>
                    <a:pt x="1517778" y="974972"/>
                    <a:pt x="1517709" y="976357"/>
                    <a:pt x="1517641" y="977742"/>
                  </a:cubicBezTo>
                  <a:cubicBezTo>
                    <a:pt x="1515037" y="998784"/>
                    <a:pt x="1506950" y="1013536"/>
                    <a:pt x="1483922" y="1013580"/>
                  </a:cubicBezTo>
                  <a:cubicBezTo>
                    <a:pt x="1453219" y="1013640"/>
                    <a:pt x="1449076" y="987315"/>
                    <a:pt x="1449076" y="954914"/>
                  </a:cubicBezTo>
                  <a:cubicBezTo>
                    <a:pt x="1449076" y="922514"/>
                    <a:pt x="1451898" y="896304"/>
                    <a:pt x="1483922" y="896249"/>
                  </a:cubicBezTo>
                  <a:close/>
                  <a:moveTo>
                    <a:pt x="1070504" y="896249"/>
                  </a:moveTo>
                  <a:cubicBezTo>
                    <a:pt x="1099701" y="896198"/>
                    <a:pt x="1105350" y="922514"/>
                    <a:pt x="1105350" y="954914"/>
                  </a:cubicBezTo>
                  <a:cubicBezTo>
                    <a:pt x="1105350" y="987315"/>
                    <a:pt x="1101208" y="1013521"/>
                    <a:pt x="1070504" y="1013580"/>
                  </a:cubicBezTo>
                  <a:cubicBezTo>
                    <a:pt x="1039801" y="1013640"/>
                    <a:pt x="1035658" y="987315"/>
                    <a:pt x="1035658" y="954914"/>
                  </a:cubicBezTo>
                  <a:cubicBezTo>
                    <a:pt x="1035658" y="922514"/>
                    <a:pt x="1038480" y="896304"/>
                    <a:pt x="1070504" y="896249"/>
                  </a:cubicBezTo>
                  <a:close/>
                  <a:moveTo>
                    <a:pt x="914852" y="896249"/>
                  </a:moveTo>
                  <a:cubicBezTo>
                    <a:pt x="936750" y="896210"/>
                    <a:pt x="945402" y="911004"/>
                    <a:pt x="948359" y="932072"/>
                  </a:cubicBezTo>
                  <a:cubicBezTo>
                    <a:pt x="949695" y="939997"/>
                    <a:pt x="949144" y="949432"/>
                    <a:pt x="948970" y="959244"/>
                  </a:cubicBezTo>
                  <a:lnTo>
                    <a:pt x="900426" y="959244"/>
                  </a:lnTo>
                  <a:lnTo>
                    <a:pt x="900703" y="969136"/>
                  </a:lnTo>
                  <a:cubicBezTo>
                    <a:pt x="901760" y="983791"/>
                    <a:pt x="905166" y="994082"/>
                    <a:pt x="915496" y="994053"/>
                  </a:cubicBezTo>
                  <a:cubicBezTo>
                    <a:pt x="922732" y="994033"/>
                    <a:pt x="926541" y="989466"/>
                    <a:pt x="928542" y="982086"/>
                  </a:cubicBezTo>
                  <a:lnTo>
                    <a:pt x="929752" y="973587"/>
                  </a:lnTo>
                  <a:lnTo>
                    <a:pt x="948777" y="973587"/>
                  </a:lnTo>
                  <a:cubicBezTo>
                    <a:pt x="948708" y="974972"/>
                    <a:pt x="948640" y="976357"/>
                    <a:pt x="948571" y="977742"/>
                  </a:cubicBezTo>
                  <a:cubicBezTo>
                    <a:pt x="945967" y="998784"/>
                    <a:pt x="937881" y="1013536"/>
                    <a:pt x="914852" y="1013580"/>
                  </a:cubicBezTo>
                  <a:cubicBezTo>
                    <a:pt x="884149" y="1013640"/>
                    <a:pt x="880006" y="987315"/>
                    <a:pt x="880006" y="954914"/>
                  </a:cubicBezTo>
                  <a:cubicBezTo>
                    <a:pt x="880006" y="922514"/>
                    <a:pt x="882828" y="896304"/>
                    <a:pt x="914852" y="896249"/>
                  </a:cubicBezTo>
                  <a:close/>
                  <a:moveTo>
                    <a:pt x="637960" y="896249"/>
                  </a:moveTo>
                  <a:cubicBezTo>
                    <a:pt x="667156" y="896198"/>
                    <a:pt x="672806" y="922514"/>
                    <a:pt x="672806" y="954914"/>
                  </a:cubicBezTo>
                  <a:cubicBezTo>
                    <a:pt x="672806" y="987315"/>
                    <a:pt x="668664" y="1013521"/>
                    <a:pt x="637960" y="1013580"/>
                  </a:cubicBezTo>
                  <a:cubicBezTo>
                    <a:pt x="607257" y="1013640"/>
                    <a:pt x="603114" y="987315"/>
                    <a:pt x="603114" y="954914"/>
                  </a:cubicBezTo>
                  <a:cubicBezTo>
                    <a:pt x="603114" y="922514"/>
                    <a:pt x="605936" y="896304"/>
                    <a:pt x="637960" y="896249"/>
                  </a:cubicBezTo>
                  <a:close/>
                  <a:moveTo>
                    <a:pt x="262788" y="896249"/>
                  </a:moveTo>
                  <a:cubicBezTo>
                    <a:pt x="284685" y="896210"/>
                    <a:pt x="293337" y="911004"/>
                    <a:pt x="296295" y="932072"/>
                  </a:cubicBezTo>
                  <a:cubicBezTo>
                    <a:pt x="297631" y="939997"/>
                    <a:pt x="297080" y="949432"/>
                    <a:pt x="296906" y="959244"/>
                  </a:cubicBezTo>
                  <a:lnTo>
                    <a:pt x="248362" y="959244"/>
                  </a:lnTo>
                  <a:lnTo>
                    <a:pt x="248638" y="969136"/>
                  </a:lnTo>
                  <a:cubicBezTo>
                    <a:pt x="249695" y="983791"/>
                    <a:pt x="253101" y="994082"/>
                    <a:pt x="263432" y="994053"/>
                  </a:cubicBezTo>
                  <a:cubicBezTo>
                    <a:pt x="270668" y="994033"/>
                    <a:pt x="274477" y="989466"/>
                    <a:pt x="276478" y="982086"/>
                  </a:cubicBezTo>
                  <a:lnTo>
                    <a:pt x="277688" y="973587"/>
                  </a:lnTo>
                  <a:lnTo>
                    <a:pt x="296712" y="973587"/>
                  </a:lnTo>
                  <a:cubicBezTo>
                    <a:pt x="296644" y="974972"/>
                    <a:pt x="296575" y="976357"/>
                    <a:pt x="296507" y="977742"/>
                  </a:cubicBezTo>
                  <a:cubicBezTo>
                    <a:pt x="293903" y="998784"/>
                    <a:pt x="285816" y="1013536"/>
                    <a:pt x="262788" y="1013580"/>
                  </a:cubicBezTo>
                  <a:cubicBezTo>
                    <a:pt x="232085" y="1013640"/>
                    <a:pt x="227942" y="987315"/>
                    <a:pt x="227942" y="954914"/>
                  </a:cubicBezTo>
                  <a:cubicBezTo>
                    <a:pt x="227942" y="922514"/>
                    <a:pt x="230764" y="896304"/>
                    <a:pt x="262788" y="896249"/>
                  </a:cubicBezTo>
                  <a:close/>
                  <a:moveTo>
                    <a:pt x="174241" y="896248"/>
                  </a:moveTo>
                  <a:cubicBezTo>
                    <a:pt x="197857" y="896197"/>
                    <a:pt x="202427" y="922514"/>
                    <a:pt x="202427" y="954914"/>
                  </a:cubicBezTo>
                  <a:cubicBezTo>
                    <a:pt x="202427" y="987315"/>
                    <a:pt x="199077" y="1013521"/>
                    <a:pt x="174241" y="1013580"/>
                  </a:cubicBezTo>
                  <a:cubicBezTo>
                    <a:pt x="168032" y="1013595"/>
                    <a:pt x="163166" y="1011961"/>
                    <a:pt x="159360" y="1008995"/>
                  </a:cubicBezTo>
                  <a:lnTo>
                    <a:pt x="152852" y="999395"/>
                  </a:lnTo>
                  <a:lnTo>
                    <a:pt x="152852" y="1056246"/>
                  </a:lnTo>
                  <a:lnTo>
                    <a:pt x="132881" y="1056246"/>
                  </a:lnTo>
                  <a:lnTo>
                    <a:pt x="132881" y="896590"/>
                  </a:lnTo>
                  <a:lnTo>
                    <a:pt x="152852" y="896590"/>
                  </a:lnTo>
                  <a:lnTo>
                    <a:pt x="152852" y="909865"/>
                  </a:lnTo>
                  <a:lnTo>
                    <a:pt x="158909" y="900882"/>
                  </a:lnTo>
                  <a:cubicBezTo>
                    <a:pt x="162766" y="897911"/>
                    <a:pt x="167765" y="896262"/>
                    <a:pt x="174241" y="896248"/>
                  </a:cubicBezTo>
                  <a:close/>
                  <a:moveTo>
                    <a:pt x="1592774" y="892438"/>
                  </a:moveTo>
                  <a:lnTo>
                    <a:pt x="1592774" y="914707"/>
                  </a:lnTo>
                  <a:cubicBezTo>
                    <a:pt x="1583514" y="909612"/>
                    <a:pt x="1577013" y="914282"/>
                    <a:pt x="1572318" y="924898"/>
                  </a:cubicBezTo>
                  <a:lnTo>
                    <a:pt x="1570506" y="930363"/>
                  </a:lnTo>
                  <a:lnTo>
                    <a:pt x="1570506" y="1009192"/>
                  </a:lnTo>
                  <a:lnTo>
                    <a:pt x="1550534" y="1009192"/>
                  </a:lnTo>
                  <a:lnTo>
                    <a:pt x="1550534" y="896590"/>
                  </a:lnTo>
                  <a:lnTo>
                    <a:pt x="1570506" y="896590"/>
                  </a:lnTo>
                  <a:lnTo>
                    <a:pt x="1570506" y="906833"/>
                  </a:lnTo>
                  <a:lnTo>
                    <a:pt x="1571627" y="905336"/>
                  </a:lnTo>
                  <a:cubicBezTo>
                    <a:pt x="1576659" y="898171"/>
                    <a:pt x="1581532" y="891589"/>
                    <a:pt x="1592774" y="892438"/>
                  </a:cubicBezTo>
                  <a:close/>
                  <a:moveTo>
                    <a:pt x="824066" y="891683"/>
                  </a:moveTo>
                  <a:cubicBezTo>
                    <a:pt x="833896" y="891238"/>
                    <a:pt x="841608" y="894228"/>
                    <a:pt x="846335" y="897345"/>
                  </a:cubicBezTo>
                  <a:lnTo>
                    <a:pt x="846335" y="916217"/>
                  </a:lnTo>
                  <a:cubicBezTo>
                    <a:pt x="831615" y="909171"/>
                    <a:pt x="816237" y="908789"/>
                    <a:pt x="815762" y="924520"/>
                  </a:cubicBezTo>
                  <a:cubicBezTo>
                    <a:pt x="816014" y="936598"/>
                    <a:pt x="828690" y="944111"/>
                    <a:pt x="832661" y="947285"/>
                  </a:cubicBezTo>
                  <a:cubicBezTo>
                    <a:pt x="836633" y="950459"/>
                    <a:pt x="854413" y="963697"/>
                    <a:pt x="854638" y="979626"/>
                  </a:cubicBezTo>
                  <a:cubicBezTo>
                    <a:pt x="854854" y="994907"/>
                    <a:pt x="843083" y="1013464"/>
                    <a:pt x="824444" y="1013595"/>
                  </a:cubicBezTo>
                  <a:cubicBezTo>
                    <a:pt x="818138" y="1013640"/>
                    <a:pt x="808465" y="1010953"/>
                    <a:pt x="802175" y="1007934"/>
                  </a:cubicBezTo>
                  <a:lnTo>
                    <a:pt x="802175" y="987929"/>
                  </a:lnTo>
                  <a:cubicBezTo>
                    <a:pt x="808151" y="992144"/>
                    <a:pt x="816277" y="994890"/>
                    <a:pt x="822179" y="994723"/>
                  </a:cubicBezTo>
                  <a:cubicBezTo>
                    <a:pt x="831112" y="994472"/>
                    <a:pt x="837501" y="985881"/>
                    <a:pt x="836521" y="979248"/>
                  </a:cubicBezTo>
                  <a:cubicBezTo>
                    <a:pt x="835542" y="972616"/>
                    <a:pt x="823602" y="961846"/>
                    <a:pt x="816301" y="954931"/>
                  </a:cubicBezTo>
                  <a:cubicBezTo>
                    <a:pt x="809000" y="948016"/>
                    <a:pt x="797597" y="936255"/>
                    <a:pt x="796988" y="925652"/>
                  </a:cubicBezTo>
                  <a:cubicBezTo>
                    <a:pt x="795789" y="904786"/>
                    <a:pt x="811690" y="892244"/>
                    <a:pt x="824066" y="891683"/>
                  </a:cubicBezTo>
                  <a:close/>
                  <a:moveTo>
                    <a:pt x="56436" y="860524"/>
                  </a:moveTo>
                  <a:cubicBezTo>
                    <a:pt x="36465" y="860661"/>
                    <a:pt x="35735" y="890126"/>
                    <a:pt x="35735" y="926643"/>
                  </a:cubicBezTo>
                  <a:cubicBezTo>
                    <a:pt x="35735" y="963159"/>
                    <a:pt x="37723" y="992824"/>
                    <a:pt x="56436" y="992761"/>
                  </a:cubicBezTo>
                  <a:cubicBezTo>
                    <a:pt x="76095" y="992696"/>
                    <a:pt x="77136" y="963159"/>
                    <a:pt x="77136" y="926643"/>
                  </a:cubicBezTo>
                  <a:cubicBezTo>
                    <a:pt x="77136" y="890126"/>
                    <a:pt x="73668" y="860406"/>
                    <a:pt x="56436" y="860524"/>
                  </a:cubicBezTo>
                  <a:close/>
                  <a:moveTo>
                    <a:pt x="56672" y="839708"/>
                  </a:moveTo>
                  <a:cubicBezTo>
                    <a:pt x="93442" y="839632"/>
                    <a:pt x="100557" y="878630"/>
                    <a:pt x="100557" y="926644"/>
                  </a:cubicBezTo>
                  <a:cubicBezTo>
                    <a:pt x="100557" y="974658"/>
                    <a:pt x="95341" y="1013492"/>
                    <a:pt x="56672" y="1013580"/>
                  </a:cubicBezTo>
                  <a:cubicBezTo>
                    <a:pt x="18004" y="1013668"/>
                    <a:pt x="12787" y="974658"/>
                    <a:pt x="12787" y="926644"/>
                  </a:cubicBezTo>
                  <a:cubicBezTo>
                    <a:pt x="12787" y="878630"/>
                    <a:pt x="16341" y="839790"/>
                    <a:pt x="56672" y="839708"/>
                  </a:cubicBezTo>
                  <a:close/>
                  <a:moveTo>
                    <a:pt x="1261002" y="839707"/>
                  </a:moveTo>
                  <a:lnTo>
                    <a:pt x="1267808" y="839707"/>
                  </a:lnTo>
                  <a:lnTo>
                    <a:pt x="1282685" y="839707"/>
                  </a:lnTo>
                  <a:lnTo>
                    <a:pt x="1322930" y="839707"/>
                  </a:lnTo>
                  <a:lnTo>
                    <a:pt x="1322930" y="858017"/>
                  </a:lnTo>
                  <a:lnTo>
                    <a:pt x="1282685" y="858017"/>
                  </a:lnTo>
                  <a:lnTo>
                    <a:pt x="1282685" y="914391"/>
                  </a:lnTo>
                  <a:lnTo>
                    <a:pt x="1318112" y="914391"/>
                  </a:lnTo>
                  <a:lnTo>
                    <a:pt x="1318112" y="932701"/>
                  </a:lnTo>
                  <a:lnTo>
                    <a:pt x="1282685" y="932701"/>
                  </a:lnTo>
                  <a:lnTo>
                    <a:pt x="1282685" y="992581"/>
                  </a:lnTo>
                  <a:lnTo>
                    <a:pt x="1322930" y="992581"/>
                  </a:lnTo>
                  <a:lnTo>
                    <a:pt x="1322930" y="1010891"/>
                  </a:lnTo>
                  <a:lnTo>
                    <a:pt x="1282685" y="1010891"/>
                  </a:lnTo>
                  <a:lnTo>
                    <a:pt x="1267808" y="1010891"/>
                  </a:lnTo>
                  <a:lnTo>
                    <a:pt x="1261002" y="1010891"/>
                  </a:lnTo>
                  <a:close/>
                  <a:moveTo>
                    <a:pt x="489126" y="838658"/>
                  </a:moveTo>
                  <a:lnTo>
                    <a:pt x="510809" y="838658"/>
                  </a:lnTo>
                  <a:lnTo>
                    <a:pt x="510809" y="905619"/>
                  </a:lnTo>
                  <a:lnTo>
                    <a:pt x="546246" y="905619"/>
                  </a:lnTo>
                  <a:lnTo>
                    <a:pt x="546246" y="838658"/>
                  </a:lnTo>
                  <a:lnTo>
                    <a:pt x="567930" y="838658"/>
                  </a:lnTo>
                  <a:lnTo>
                    <a:pt x="567930" y="1009192"/>
                  </a:lnTo>
                  <a:lnTo>
                    <a:pt x="546246" y="1009192"/>
                  </a:lnTo>
                  <a:lnTo>
                    <a:pt x="546246" y="923859"/>
                  </a:lnTo>
                  <a:lnTo>
                    <a:pt x="510809" y="923859"/>
                  </a:lnTo>
                  <a:lnTo>
                    <a:pt x="510809" y="1009192"/>
                  </a:lnTo>
                  <a:lnTo>
                    <a:pt x="489126" y="1009192"/>
                  </a:lnTo>
                  <a:close/>
                  <a:moveTo>
                    <a:pt x="1162901" y="821998"/>
                  </a:moveTo>
                  <a:cubicBezTo>
                    <a:pt x="1167454" y="821842"/>
                    <a:pt x="1172459" y="822375"/>
                    <a:pt x="1177725" y="823498"/>
                  </a:cubicBezTo>
                  <a:lnTo>
                    <a:pt x="1177725" y="843469"/>
                  </a:lnTo>
                  <a:cubicBezTo>
                    <a:pt x="1162565" y="837968"/>
                    <a:pt x="1159105" y="844922"/>
                    <a:pt x="1159420" y="854141"/>
                  </a:cubicBezTo>
                  <a:lnTo>
                    <a:pt x="1159420" y="895458"/>
                  </a:lnTo>
                  <a:lnTo>
                    <a:pt x="1177725" y="895458"/>
                  </a:lnTo>
                  <a:lnTo>
                    <a:pt x="1177725" y="912236"/>
                  </a:lnTo>
                  <a:lnTo>
                    <a:pt x="1159420" y="912236"/>
                  </a:lnTo>
                  <a:lnTo>
                    <a:pt x="1159420" y="1009192"/>
                  </a:lnTo>
                  <a:lnTo>
                    <a:pt x="1139449" y="1009192"/>
                  </a:lnTo>
                  <a:lnTo>
                    <a:pt x="1139449" y="912236"/>
                  </a:lnTo>
                  <a:lnTo>
                    <a:pt x="1127527" y="912236"/>
                  </a:lnTo>
                  <a:lnTo>
                    <a:pt x="1127527" y="895458"/>
                  </a:lnTo>
                  <a:lnTo>
                    <a:pt x="1139449" y="895458"/>
                  </a:lnTo>
                  <a:lnTo>
                    <a:pt x="1139449" y="844747"/>
                  </a:lnTo>
                  <a:cubicBezTo>
                    <a:pt x="1139676" y="829150"/>
                    <a:pt x="1149246" y="822469"/>
                    <a:pt x="1162901" y="821998"/>
                  </a:cubicBezTo>
                  <a:close/>
                  <a:moveTo>
                    <a:pt x="0" y="698203"/>
                  </a:moveTo>
                  <a:lnTo>
                    <a:pt x="1792582" y="698203"/>
                  </a:lnTo>
                  <a:lnTo>
                    <a:pt x="1792582" y="703247"/>
                  </a:lnTo>
                  <a:lnTo>
                    <a:pt x="1792582" y="757745"/>
                  </a:lnTo>
                  <a:lnTo>
                    <a:pt x="1792582" y="777019"/>
                  </a:lnTo>
                  <a:lnTo>
                    <a:pt x="0" y="777019"/>
                  </a:lnTo>
                  <a:close/>
                  <a:moveTo>
                    <a:pt x="827858" y="57086"/>
                  </a:moveTo>
                  <a:cubicBezTo>
                    <a:pt x="773091" y="57462"/>
                    <a:pt x="771089" y="138267"/>
                    <a:pt x="771089" y="238408"/>
                  </a:cubicBezTo>
                  <a:cubicBezTo>
                    <a:pt x="771089" y="338549"/>
                    <a:pt x="776541" y="419900"/>
                    <a:pt x="827858" y="419730"/>
                  </a:cubicBezTo>
                  <a:cubicBezTo>
                    <a:pt x="881771" y="419551"/>
                    <a:pt x="884626" y="338549"/>
                    <a:pt x="884626" y="238408"/>
                  </a:cubicBezTo>
                  <a:cubicBezTo>
                    <a:pt x="884626" y="138267"/>
                    <a:pt x="875116" y="56762"/>
                    <a:pt x="827858" y="57086"/>
                  </a:cubicBezTo>
                  <a:close/>
                  <a:moveTo>
                    <a:pt x="119700" y="57086"/>
                  </a:moveTo>
                  <a:cubicBezTo>
                    <a:pt x="64933" y="57462"/>
                    <a:pt x="62931" y="138267"/>
                    <a:pt x="62931" y="238408"/>
                  </a:cubicBezTo>
                  <a:cubicBezTo>
                    <a:pt x="62931" y="338549"/>
                    <a:pt x="68383" y="419900"/>
                    <a:pt x="119700" y="419730"/>
                  </a:cubicBezTo>
                  <a:cubicBezTo>
                    <a:pt x="173614" y="419551"/>
                    <a:pt x="176468" y="338549"/>
                    <a:pt x="176468" y="238408"/>
                  </a:cubicBezTo>
                  <a:cubicBezTo>
                    <a:pt x="176468" y="138267"/>
                    <a:pt x="166959" y="56762"/>
                    <a:pt x="119700" y="57086"/>
                  </a:cubicBezTo>
                  <a:close/>
                  <a:moveTo>
                    <a:pt x="364615" y="7754"/>
                  </a:moveTo>
                  <a:lnTo>
                    <a:pt x="425426" y="7754"/>
                  </a:lnTo>
                  <a:lnTo>
                    <a:pt x="425426" y="188764"/>
                  </a:lnTo>
                  <a:lnTo>
                    <a:pt x="519025" y="188764"/>
                  </a:lnTo>
                  <a:lnTo>
                    <a:pt x="519025" y="7754"/>
                  </a:lnTo>
                  <a:lnTo>
                    <a:pt x="579836" y="7754"/>
                  </a:lnTo>
                  <a:lnTo>
                    <a:pt x="579836" y="468746"/>
                  </a:lnTo>
                  <a:lnTo>
                    <a:pt x="519025" y="468746"/>
                  </a:lnTo>
                  <a:lnTo>
                    <a:pt x="519025" y="238072"/>
                  </a:lnTo>
                  <a:lnTo>
                    <a:pt x="425426" y="238072"/>
                  </a:lnTo>
                  <a:lnTo>
                    <a:pt x="425426" y="468746"/>
                  </a:lnTo>
                  <a:lnTo>
                    <a:pt x="364615" y="468746"/>
                  </a:lnTo>
                  <a:close/>
                  <a:moveTo>
                    <a:pt x="828506" y="0"/>
                  </a:moveTo>
                  <a:cubicBezTo>
                    <a:pt x="929343" y="-206"/>
                    <a:pt x="948855" y="106741"/>
                    <a:pt x="948855" y="238412"/>
                  </a:cubicBezTo>
                  <a:cubicBezTo>
                    <a:pt x="948855" y="370082"/>
                    <a:pt x="934550" y="476581"/>
                    <a:pt x="828506" y="476823"/>
                  </a:cubicBezTo>
                  <a:cubicBezTo>
                    <a:pt x="722465" y="477064"/>
                    <a:pt x="708157" y="370082"/>
                    <a:pt x="708157" y="238412"/>
                  </a:cubicBezTo>
                  <a:cubicBezTo>
                    <a:pt x="708157" y="106741"/>
                    <a:pt x="717903" y="227"/>
                    <a:pt x="828506" y="0"/>
                  </a:cubicBezTo>
                  <a:close/>
                  <a:moveTo>
                    <a:pt x="120349" y="0"/>
                  </a:moveTo>
                  <a:cubicBezTo>
                    <a:pt x="221186" y="-206"/>
                    <a:pt x="240698" y="106741"/>
                    <a:pt x="240698" y="238412"/>
                  </a:cubicBezTo>
                  <a:cubicBezTo>
                    <a:pt x="240698" y="370082"/>
                    <a:pt x="226393" y="476581"/>
                    <a:pt x="120349" y="476823"/>
                  </a:cubicBezTo>
                  <a:cubicBezTo>
                    <a:pt x="14308" y="477064"/>
                    <a:pt x="0" y="370082"/>
                    <a:pt x="0" y="238412"/>
                  </a:cubicBezTo>
                  <a:cubicBezTo>
                    <a:pt x="0" y="106741"/>
                    <a:pt x="9745" y="227"/>
                    <a:pt x="120349" y="0"/>
                  </a:cubicBezTo>
                  <a:close/>
                </a:path>
              </a:pathLst>
            </a:custGeom>
            <a:solidFill>
              <a:srgbClr val="A2A6A3"/>
            </a:solid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endParaRPr>
            </a:p>
          </p:txBody>
        </p:sp>
      </p:grpSp>
      <p:sp>
        <p:nvSpPr>
          <p:cNvPr id="107" name="Rectangle 106">
            <a:extLst>
              <a:ext uri="{FF2B5EF4-FFF2-40B4-BE49-F238E27FC236}">
                <a16:creationId xmlns:a16="http://schemas.microsoft.com/office/drawing/2014/main" id="{D5F7E0EB-C830-4B01-BD5B-BAC7E165079C}"/>
              </a:ext>
            </a:extLst>
          </p:cNvPr>
          <p:cNvSpPr/>
          <p:nvPr/>
        </p:nvSpPr>
        <p:spPr>
          <a:xfrm>
            <a:off x="12071664" y="1574670"/>
            <a:ext cx="361800" cy="1352135"/>
          </a:xfrm>
          <a:prstGeom prst="rect">
            <a:avLst/>
          </a:prstGeom>
          <a:solidFill>
            <a:srgbClr val="A2A6A3"/>
          </a:solidFill>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grpSp>
        <p:nvGrpSpPr>
          <p:cNvPr id="108" name="Group 107">
            <a:extLst>
              <a:ext uri="{FF2B5EF4-FFF2-40B4-BE49-F238E27FC236}">
                <a16:creationId xmlns:a16="http://schemas.microsoft.com/office/drawing/2014/main" id="{9CFEBC34-37D4-46AF-9BE2-858A444EFE8D}"/>
              </a:ext>
            </a:extLst>
          </p:cNvPr>
          <p:cNvGrpSpPr/>
          <p:nvPr/>
        </p:nvGrpSpPr>
        <p:grpSpPr>
          <a:xfrm>
            <a:off x="11169827" y="1120149"/>
            <a:ext cx="3933162" cy="858857"/>
            <a:chOff x="371799" y="1486378"/>
            <a:chExt cx="5244216" cy="1145142"/>
          </a:xfrm>
        </p:grpSpPr>
        <p:cxnSp>
          <p:nvCxnSpPr>
            <p:cNvPr id="109" name="Straight Connector 108">
              <a:extLst>
                <a:ext uri="{FF2B5EF4-FFF2-40B4-BE49-F238E27FC236}">
                  <a16:creationId xmlns:a16="http://schemas.microsoft.com/office/drawing/2014/main" id="{EB610438-C1B5-46C2-A540-0D654A1C9543}"/>
                </a:ext>
              </a:extLst>
            </p:cNvPr>
            <p:cNvCxnSpPr/>
            <p:nvPr/>
          </p:nvCxnSpPr>
          <p:spPr>
            <a:xfrm>
              <a:off x="371799" y="1628856"/>
              <a:ext cx="5244216" cy="0"/>
            </a:xfrm>
            <a:prstGeom prst="line">
              <a:avLst/>
            </a:prstGeom>
            <a:ln w="3175" cap="flat" cmpd="sng">
              <a:solidFill>
                <a:srgbClr val="FF0000"/>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0" name="Straight Connector 109">
              <a:extLst>
                <a:ext uri="{FF2B5EF4-FFF2-40B4-BE49-F238E27FC236}">
                  <a16:creationId xmlns:a16="http://schemas.microsoft.com/office/drawing/2014/main" id="{EF859F19-651B-45D2-AE2B-EEC35053BC81}"/>
                </a:ext>
              </a:extLst>
            </p:cNvPr>
            <p:cNvCxnSpPr/>
            <p:nvPr/>
          </p:nvCxnSpPr>
          <p:spPr>
            <a:xfrm>
              <a:off x="371799" y="2092406"/>
              <a:ext cx="5244216" cy="0"/>
            </a:xfrm>
            <a:prstGeom prst="line">
              <a:avLst/>
            </a:prstGeom>
            <a:ln w="3175" cap="flat" cmpd="sng">
              <a:solidFill>
                <a:srgbClr val="FF0000"/>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1" name="Straight Connector 110">
              <a:extLst>
                <a:ext uri="{FF2B5EF4-FFF2-40B4-BE49-F238E27FC236}">
                  <a16:creationId xmlns:a16="http://schemas.microsoft.com/office/drawing/2014/main" id="{C6801858-9880-455A-9450-A5C9087C3989}"/>
                </a:ext>
              </a:extLst>
            </p:cNvPr>
            <p:cNvCxnSpPr/>
            <p:nvPr/>
          </p:nvCxnSpPr>
          <p:spPr>
            <a:xfrm>
              <a:off x="371799" y="1486378"/>
              <a:ext cx="5244216" cy="0"/>
            </a:xfrm>
            <a:prstGeom prst="line">
              <a:avLst/>
            </a:prstGeom>
            <a:ln w="3175" cap="flat" cmpd="sng">
              <a:solidFill>
                <a:srgbClr val="FF0000"/>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2" name="Straight Connector 111">
              <a:extLst>
                <a:ext uri="{FF2B5EF4-FFF2-40B4-BE49-F238E27FC236}">
                  <a16:creationId xmlns:a16="http://schemas.microsoft.com/office/drawing/2014/main" id="{44575FD3-69B1-46A7-BBCB-1FC0950F9152}"/>
                </a:ext>
              </a:extLst>
            </p:cNvPr>
            <p:cNvCxnSpPr/>
            <p:nvPr/>
          </p:nvCxnSpPr>
          <p:spPr>
            <a:xfrm>
              <a:off x="371799" y="2250520"/>
              <a:ext cx="5244216" cy="0"/>
            </a:xfrm>
            <a:prstGeom prst="line">
              <a:avLst/>
            </a:prstGeom>
            <a:ln w="3175" cap="flat" cmpd="sng">
              <a:solidFill>
                <a:srgbClr val="FF0000"/>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63ACFD77-A6C0-49FD-A1FE-A36E8439B613}"/>
                </a:ext>
              </a:extLst>
            </p:cNvPr>
            <p:cNvCxnSpPr/>
            <p:nvPr/>
          </p:nvCxnSpPr>
          <p:spPr>
            <a:xfrm>
              <a:off x="371799" y="2318783"/>
              <a:ext cx="5244216" cy="0"/>
            </a:xfrm>
            <a:prstGeom prst="line">
              <a:avLst/>
            </a:prstGeom>
            <a:ln w="3175" cap="flat" cmpd="sng">
              <a:solidFill>
                <a:srgbClr val="FF0000"/>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4E1647A0-8F98-4426-8EBA-1C0C403EF41B}"/>
                </a:ext>
              </a:extLst>
            </p:cNvPr>
            <p:cNvCxnSpPr/>
            <p:nvPr/>
          </p:nvCxnSpPr>
          <p:spPr>
            <a:xfrm>
              <a:off x="371799" y="2402920"/>
              <a:ext cx="5244216" cy="0"/>
            </a:xfrm>
            <a:prstGeom prst="line">
              <a:avLst/>
            </a:prstGeom>
            <a:ln w="3175" cap="flat" cmpd="sng">
              <a:solidFill>
                <a:srgbClr val="FF0000"/>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5" name="Straight Connector 114">
              <a:extLst>
                <a:ext uri="{FF2B5EF4-FFF2-40B4-BE49-F238E27FC236}">
                  <a16:creationId xmlns:a16="http://schemas.microsoft.com/office/drawing/2014/main" id="{EB38D138-6647-49BE-96AB-4DB06912131A}"/>
                </a:ext>
              </a:extLst>
            </p:cNvPr>
            <p:cNvCxnSpPr/>
            <p:nvPr/>
          </p:nvCxnSpPr>
          <p:spPr>
            <a:xfrm>
              <a:off x="371799" y="2631520"/>
              <a:ext cx="5244216" cy="0"/>
            </a:xfrm>
            <a:prstGeom prst="line">
              <a:avLst/>
            </a:prstGeom>
            <a:ln w="3175" cap="flat" cmpd="sng">
              <a:solidFill>
                <a:srgbClr val="FF0000"/>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6" name="Straight Connector 115">
              <a:extLst>
                <a:ext uri="{FF2B5EF4-FFF2-40B4-BE49-F238E27FC236}">
                  <a16:creationId xmlns:a16="http://schemas.microsoft.com/office/drawing/2014/main" id="{BAD8669D-24EB-4BFF-BCDB-AF0AF615DC8F}"/>
                </a:ext>
              </a:extLst>
            </p:cNvPr>
            <p:cNvCxnSpPr/>
            <p:nvPr/>
          </p:nvCxnSpPr>
          <p:spPr>
            <a:xfrm>
              <a:off x="371799" y="2455307"/>
              <a:ext cx="5244216" cy="0"/>
            </a:xfrm>
            <a:prstGeom prst="line">
              <a:avLst/>
            </a:prstGeom>
            <a:ln w="3175" cap="flat" cmpd="sng">
              <a:solidFill>
                <a:srgbClr val="FF0000"/>
              </a:solidFill>
              <a:miter lim="800000"/>
            </a:ln>
            <a:effectLst/>
          </p:spPr>
          <p:style>
            <a:lnRef idx="2">
              <a:schemeClr val="accent1"/>
            </a:lnRef>
            <a:fillRef idx="0">
              <a:schemeClr val="accent1"/>
            </a:fillRef>
            <a:effectRef idx="1">
              <a:schemeClr val="accent1"/>
            </a:effectRef>
            <a:fontRef idx="minor">
              <a:schemeClr val="tx1"/>
            </a:fontRef>
          </p:style>
        </p:cxnSp>
      </p:grpSp>
      <p:cxnSp>
        <p:nvCxnSpPr>
          <p:cNvPr id="118" name="Straight Arrow Connector 117">
            <a:extLst>
              <a:ext uri="{FF2B5EF4-FFF2-40B4-BE49-F238E27FC236}">
                <a16:creationId xmlns:a16="http://schemas.microsoft.com/office/drawing/2014/main" id="{E07FBEF0-E82B-41F2-91F8-316EC78D36D7}"/>
              </a:ext>
            </a:extLst>
          </p:cNvPr>
          <p:cNvCxnSpPr/>
          <p:nvPr/>
        </p:nvCxnSpPr>
        <p:spPr>
          <a:xfrm>
            <a:off x="12487606" y="1778106"/>
            <a:ext cx="2552292" cy="993051"/>
          </a:xfrm>
          <a:prstGeom prst="straightConnector1">
            <a:avLst/>
          </a:prstGeom>
          <a:ln w="12700" cap="flat" cmpd="sng">
            <a:solidFill>
              <a:schemeClr val="tx2"/>
            </a:solidFill>
            <a:miter lim="800000"/>
            <a:tailEnd type="triangle"/>
          </a:ln>
          <a:effectLst/>
        </p:spPr>
        <p:style>
          <a:lnRef idx="2">
            <a:schemeClr val="accent1"/>
          </a:lnRef>
          <a:fillRef idx="0">
            <a:schemeClr val="accent1"/>
          </a:fillRef>
          <a:effectRef idx="1">
            <a:schemeClr val="accent1"/>
          </a:effectRef>
          <a:fontRef idx="minor">
            <a:schemeClr val="tx1"/>
          </a:fontRef>
        </p:style>
      </p:cxnSp>
      <p:sp>
        <p:nvSpPr>
          <p:cNvPr id="120" name="Rectangle 119">
            <a:extLst>
              <a:ext uri="{FF2B5EF4-FFF2-40B4-BE49-F238E27FC236}">
                <a16:creationId xmlns:a16="http://schemas.microsoft.com/office/drawing/2014/main" id="{43A15A84-2471-4F41-9FDD-CC4E0F0C8F48}"/>
              </a:ext>
            </a:extLst>
          </p:cNvPr>
          <p:cNvSpPr/>
          <p:nvPr/>
        </p:nvSpPr>
        <p:spPr>
          <a:xfrm>
            <a:off x="12490913" y="1363667"/>
            <a:ext cx="648302" cy="1584560"/>
          </a:xfrm>
          <a:prstGeom prst="rect">
            <a:avLst/>
          </a:prstGeom>
          <a:solidFill>
            <a:srgbClr val="E64D4D"/>
          </a:solidFill>
        </p:spPr>
        <p:txBody>
          <a:bodyPr wrap="square" lIns="54000" tIns="27000" rIns="54000" bIns="27000" rtlCol="0" anchor="ctr">
            <a:noAutofit/>
          </a:bodyPr>
          <a:lstStyle/>
          <a:p>
            <a:pPr algn="ctr" defTabSz="230733" hangingPunct="0">
              <a:lnSpc>
                <a:spcPct val="90000"/>
              </a:lnSpc>
              <a:spcAft>
                <a:spcPts val="447"/>
              </a:spcAft>
              <a:buClr>
                <a:srgbClr val="E6513E"/>
              </a:buClr>
            </a:pPr>
            <a:r>
              <a:rPr lang="de-DE" sz="750" dirty="0">
                <a:solidFill>
                  <a:schemeClr val="bg1"/>
                </a:solidFill>
                <a:latin typeface="+mj-lt"/>
                <a:ea typeface="Nokia Pure Text" panose="020B0504040602060303" pitchFamily="34" charset="0"/>
                <a:cs typeface="Nokia Pure Text" panose="020B0504040602060303" pitchFamily="34" charset="0"/>
                <a:sym typeface="Helvetica Neue" charset="0"/>
              </a:rPr>
              <a:t>???</a:t>
            </a:r>
            <a:endParaRPr lang="en-GB" sz="750" dirty="0">
              <a:solidFill>
                <a:schemeClr val="bg1"/>
              </a:solidFill>
              <a:latin typeface="+mj-lt"/>
              <a:ea typeface="Nokia Pure Text" panose="020B0504040602060303" pitchFamily="34" charset="0"/>
              <a:cs typeface="Nokia Pure Text" panose="020B0504040602060303" pitchFamily="34" charset="0"/>
              <a:sym typeface="Helvetica Neue" charset="0"/>
            </a:endParaRPr>
          </a:p>
        </p:txBody>
      </p:sp>
      <p:grpSp>
        <p:nvGrpSpPr>
          <p:cNvPr id="11" name="Group 10">
            <a:extLst>
              <a:ext uri="{FF2B5EF4-FFF2-40B4-BE49-F238E27FC236}">
                <a16:creationId xmlns:a16="http://schemas.microsoft.com/office/drawing/2014/main" id="{66F97DD0-37D6-46AE-A0B3-4DD05DD917A6}"/>
              </a:ext>
            </a:extLst>
          </p:cNvPr>
          <p:cNvGrpSpPr/>
          <p:nvPr/>
        </p:nvGrpSpPr>
        <p:grpSpPr>
          <a:xfrm>
            <a:off x="5637693" y="-1776721"/>
            <a:ext cx="1232611" cy="792229"/>
            <a:chOff x="6083634" y="3800109"/>
            <a:chExt cx="1232611" cy="792229"/>
          </a:xfrm>
        </p:grpSpPr>
        <p:pic>
          <p:nvPicPr>
            <p:cNvPr id="10" name="Picture 9">
              <a:extLst>
                <a:ext uri="{FF2B5EF4-FFF2-40B4-BE49-F238E27FC236}">
                  <a16:creationId xmlns:a16="http://schemas.microsoft.com/office/drawing/2014/main" id="{DFF0F236-69F8-4708-A6BC-BA3A345749E9}"/>
                </a:ext>
              </a:extLst>
            </p:cNvPr>
            <p:cNvPicPr>
              <a:picLocks noChangeAspect="1"/>
            </p:cNvPicPr>
            <p:nvPr/>
          </p:nvPicPr>
          <p:blipFill rotWithShape="1">
            <a:blip r:embed="rId11"/>
            <a:srcRect b="67350"/>
            <a:stretch/>
          </p:blipFill>
          <p:spPr>
            <a:xfrm>
              <a:off x="6083634" y="3800109"/>
              <a:ext cx="1232611" cy="792229"/>
            </a:xfrm>
            <a:prstGeom prst="rect">
              <a:avLst/>
            </a:prstGeom>
          </p:spPr>
        </p:pic>
        <p:sp>
          <p:nvSpPr>
            <p:cNvPr id="127" name="Rectangle 126">
              <a:extLst>
                <a:ext uri="{FF2B5EF4-FFF2-40B4-BE49-F238E27FC236}">
                  <a16:creationId xmlns:a16="http://schemas.microsoft.com/office/drawing/2014/main" id="{8E0BBC38-8A9C-42BB-A483-211A57FC546C}"/>
                </a:ext>
              </a:extLst>
            </p:cNvPr>
            <p:cNvSpPr/>
            <p:nvPr/>
          </p:nvSpPr>
          <p:spPr>
            <a:xfrm>
              <a:off x="6104501" y="3983928"/>
              <a:ext cx="97631" cy="97631"/>
            </a:xfrm>
            <a:prstGeom prst="rect">
              <a:avLst/>
            </a:prstGeom>
            <a:noFill/>
            <a:ln>
              <a:solidFill>
                <a:schemeClr val="accent5"/>
              </a:solidFill>
            </a:ln>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28" name="Rectangle 127">
              <a:extLst>
                <a:ext uri="{FF2B5EF4-FFF2-40B4-BE49-F238E27FC236}">
                  <a16:creationId xmlns:a16="http://schemas.microsoft.com/office/drawing/2014/main" id="{37226314-28BF-4F17-9599-69DAC2564F3C}"/>
                </a:ext>
              </a:extLst>
            </p:cNvPr>
            <p:cNvSpPr/>
            <p:nvPr/>
          </p:nvSpPr>
          <p:spPr>
            <a:xfrm>
              <a:off x="6344594" y="3983928"/>
              <a:ext cx="97631" cy="97631"/>
            </a:xfrm>
            <a:prstGeom prst="rect">
              <a:avLst/>
            </a:prstGeom>
            <a:noFill/>
            <a:ln>
              <a:solidFill>
                <a:schemeClr val="accent5"/>
              </a:solidFill>
            </a:ln>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29" name="Rectangle 128">
              <a:extLst>
                <a:ext uri="{FF2B5EF4-FFF2-40B4-BE49-F238E27FC236}">
                  <a16:creationId xmlns:a16="http://schemas.microsoft.com/office/drawing/2014/main" id="{95789699-1B96-4C2F-8B9E-8FDEDB764F02}"/>
                </a:ext>
              </a:extLst>
            </p:cNvPr>
            <p:cNvSpPr/>
            <p:nvPr/>
          </p:nvSpPr>
          <p:spPr>
            <a:xfrm>
              <a:off x="6467475" y="3983928"/>
              <a:ext cx="97631" cy="97631"/>
            </a:xfrm>
            <a:prstGeom prst="rect">
              <a:avLst/>
            </a:prstGeom>
            <a:noFill/>
            <a:ln>
              <a:solidFill>
                <a:schemeClr val="accent5"/>
              </a:solidFill>
            </a:ln>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30" name="Rectangle 129">
              <a:extLst>
                <a:ext uri="{FF2B5EF4-FFF2-40B4-BE49-F238E27FC236}">
                  <a16:creationId xmlns:a16="http://schemas.microsoft.com/office/drawing/2014/main" id="{D7FF4324-28C5-4E01-974C-32C015A4987F}"/>
                </a:ext>
              </a:extLst>
            </p:cNvPr>
            <p:cNvSpPr/>
            <p:nvPr/>
          </p:nvSpPr>
          <p:spPr>
            <a:xfrm>
              <a:off x="7191489" y="3983928"/>
              <a:ext cx="97631" cy="97631"/>
            </a:xfrm>
            <a:prstGeom prst="rect">
              <a:avLst/>
            </a:prstGeom>
            <a:noFill/>
            <a:ln>
              <a:solidFill>
                <a:schemeClr val="accent5"/>
              </a:solidFill>
            </a:ln>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31" name="Rectangle 130">
              <a:extLst>
                <a:ext uri="{FF2B5EF4-FFF2-40B4-BE49-F238E27FC236}">
                  <a16:creationId xmlns:a16="http://schemas.microsoft.com/office/drawing/2014/main" id="{7983C860-F776-4A3E-9189-EF40B90760C4}"/>
                </a:ext>
              </a:extLst>
            </p:cNvPr>
            <p:cNvSpPr/>
            <p:nvPr/>
          </p:nvSpPr>
          <p:spPr>
            <a:xfrm>
              <a:off x="7072019" y="3983928"/>
              <a:ext cx="97631" cy="97631"/>
            </a:xfrm>
            <a:prstGeom prst="rect">
              <a:avLst/>
            </a:prstGeom>
            <a:noFill/>
            <a:ln>
              <a:solidFill>
                <a:schemeClr val="accent5"/>
              </a:solidFill>
            </a:ln>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32" name="Rectangle 131">
              <a:extLst>
                <a:ext uri="{FF2B5EF4-FFF2-40B4-BE49-F238E27FC236}">
                  <a16:creationId xmlns:a16="http://schemas.microsoft.com/office/drawing/2014/main" id="{96E287D1-FAA2-4FD3-83C5-9545E6326E9C}"/>
                </a:ext>
              </a:extLst>
            </p:cNvPr>
            <p:cNvSpPr/>
            <p:nvPr/>
          </p:nvSpPr>
          <p:spPr>
            <a:xfrm>
              <a:off x="6712575" y="3983928"/>
              <a:ext cx="97631" cy="97631"/>
            </a:xfrm>
            <a:prstGeom prst="rect">
              <a:avLst/>
            </a:prstGeom>
            <a:noFill/>
            <a:ln>
              <a:solidFill>
                <a:schemeClr val="accent5"/>
              </a:solidFill>
            </a:ln>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33" name="Rectangle 132">
              <a:extLst>
                <a:ext uri="{FF2B5EF4-FFF2-40B4-BE49-F238E27FC236}">
                  <a16:creationId xmlns:a16="http://schemas.microsoft.com/office/drawing/2014/main" id="{9DD948AD-1235-415A-B4CE-FE7E2097BB05}"/>
                </a:ext>
              </a:extLst>
            </p:cNvPr>
            <p:cNvSpPr/>
            <p:nvPr/>
          </p:nvSpPr>
          <p:spPr>
            <a:xfrm>
              <a:off x="6592122" y="3983928"/>
              <a:ext cx="97631" cy="97631"/>
            </a:xfrm>
            <a:prstGeom prst="rect">
              <a:avLst/>
            </a:prstGeom>
            <a:noFill/>
            <a:ln>
              <a:solidFill>
                <a:srgbClr val="FF0000"/>
              </a:solidFill>
            </a:ln>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05" name="Rectangle 104">
              <a:extLst>
                <a:ext uri="{FF2B5EF4-FFF2-40B4-BE49-F238E27FC236}">
                  <a16:creationId xmlns:a16="http://schemas.microsoft.com/office/drawing/2014/main" id="{F6D72E0C-AC49-4666-85BD-1BDE1E2419BB}"/>
                </a:ext>
              </a:extLst>
            </p:cNvPr>
            <p:cNvSpPr/>
            <p:nvPr/>
          </p:nvSpPr>
          <p:spPr>
            <a:xfrm>
              <a:off x="6359827" y="4395128"/>
              <a:ext cx="97631" cy="97631"/>
            </a:xfrm>
            <a:prstGeom prst="rect">
              <a:avLst/>
            </a:prstGeom>
            <a:noFill/>
            <a:ln>
              <a:solidFill>
                <a:schemeClr val="accent5"/>
              </a:solidFill>
            </a:ln>
          </p:spPr>
          <p:txBody>
            <a:bodyPr wrap="square" lIns="54000" tIns="27000" rIns="54000" bIns="27000" rtlCol="0" anchor="ctr">
              <a:noAutofit/>
            </a:bodyPr>
            <a:lstStyle/>
            <a:p>
              <a:pPr defTabSz="230733" hangingPunct="0">
                <a:lnSpc>
                  <a:spcPct val="90000"/>
                </a:lnSpc>
                <a:spcAft>
                  <a:spcPts val="447"/>
                </a:spcAft>
                <a:buClr>
                  <a:srgbClr val="E6513E"/>
                </a:buClr>
              </a:pPr>
              <a:endParaRPr lang="en-GB" sz="75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grpSp>
      <p:sp>
        <p:nvSpPr>
          <p:cNvPr id="76" name="Freeform: Shape 75">
            <a:extLst>
              <a:ext uri="{FF2B5EF4-FFF2-40B4-BE49-F238E27FC236}">
                <a16:creationId xmlns:a16="http://schemas.microsoft.com/office/drawing/2014/main" id="{F6EB264A-2CA9-4584-B5C4-5A348E98C19A}"/>
              </a:ext>
            </a:extLst>
          </p:cNvPr>
          <p:cNvSpPr/>
          <p:nvPr/>
        </p:nvSpPr>
        <p:spPr>
          <a:xfrm>
            <a:off x="5787644" y="-1463876"/>
            <a:ext cx="1038236" cy="463595"/>
          </a:xfrm>
          <a:custGeom>
            <a:avLst/>
            <a:gdLst>
              <a:gd name="connsiteX0" fmla="*/ 0 w 1116124"/>
              <a:gd name="connsiteY0" fmla="*/ 508755 h 510322"/>
              <a:gd name="connsiteX1" fmla="*/ 1566 w 1116124"/>
              <a:gd name="connsiteY1" fmla="*/ 510321 h 510322"/>
              <a:gd name="connsiteX2" fmla="*/ 0 w 1116124"/>
              <a:gd name="connsiteY2" fmla="*/ 510321 h 510322"/>
              <a:gd name="connsiteX3" fmla="*/ 645289 w 1116124"/>
              <a:gd name="connsiteY3" fmla="*/ 477706 h 510322"/>
              <a:gd name="connsiteX4" fmla="*/ 677905 w 1116124"/>
              <a:gd name="connsiteY4" fmla="*/ 510322 h 510322"/>
              <a:gd name="connsiteX5" fmla="*/ 653533 w 1116124"/>
              <a:gd name="connsiteY5" fmla="*/ 510322 h 510322"/>
              <a:gd name="connsiteX6" fmla="*/ 645289 w 1116124"/>
              <a:gd name="connsiteY6" fmla="*/ 502079 h 510322"/>
              <a:gd name="connsiteX7" fmla="*/ 0 w 1116124"/>
              <a:gd name="connsiteY7" fmla="*/ 471181 h 510322"/>
              <a:gd name="connsiteX8" fmla="*/ 39141 w 1116124"/>
              <a:gd name="connsiteY8" fmla="*/ 510321 h 510322"/>
              <a:gd name="connsiteX9" fmla="*/ 14769 w 1116124"/>
              <a:gd name="connsiteY9" fmla="*/ 510321 h 510322"/>
              <a:gd name="connsiteX10" fmla="*/ 0 w 1116124"/>
              <a:gd name="connsiteY10" fmla="*/ 495552 h 510322"/>
              <a:gd name="connsiteX11" fmla="*/ 645289 w 1116124"/>
              <a:gd name="connsiteY11" fmla="*/ 440132 h 510322"/>
              <a:gd name="connsiteX12" fmla="*/ 715480 w 1116124"/>
              <a:gd name="connsiteY12" fmla="*/ 510322 h 510322"/>
              <a:gd name="connsiteX13" fmla="*/ 691108 w 1116124"/>
              <a:gd name="connsiteY13" fmla="*/ 510322 h 510322"/>
              <a:gd name="connsiteX14" fmla="*/ 645289 w 1116124"/>
              <a:gd name="connsiteY14" fmla="*/ 464503 h 510322"/>
              <a:gd name="connsiteX15" fmla="*/ 0 w 1116124"/>
              <a:gd name="connsiteY15" fmla="*/ 433608 h 510322"/>
              <a:gd name="connsiteX16" fmla="*/ 76714 w 1116124"/>
              <a:gd name="connsiteY16" fmla="*/ 510321 h 510322"/>
              <a:gd name="connsiteX17" fmla="*/ 52343 w 1116124"/>
              <a:gd name="connsiteY17" fmla="*/ 510321 h 510322"/>
              <a:gd name="connsiteX18" fmla="*/ 0 w 1116124"/>
              <a:gd name="connsiteY18" fmla="*/ 457978 h 510322"/>
              <a:gd name="connsiteX19" fmla="*/ 645289 w 1116124"/>
              <a:gd name="connsiteY19" fmla="*/ 402557 h 510322"/>
              <a:gd name="connsiteX20" fmla="*/ 753055 w 1116124"/>
              <a:gd name="connsiteY20" fmla="*/ 510322 h 510322"/>
              <a:gd name="connsiteX21" fmla="*/ 728682 w 1116124"/>
              <a:gd name="connsiteY21" fmla="*/ 510322 h 510322"/>
              <a:gd name="connsiteX22" fmla="*/ 645289 w 1116124"/>
              <a:gd name="connsiteY22" fmla="*/ 426929 h 510322"/>
              <a:gd name="connsiteX23" fmla="*/ 0 w 1116124"/>
              <a:gd name="connsiteY23" fmla="*/ 396033 h 510322"/>
              <a:gd name="connsiteX24" fmla="*/ 108012 w 1116124"/>
              <a:gd name="connsiteY24" fmla="*/ 504045 h 510322"/>
              <a:gd name="connsiteX25" fmla="*/ 108012 w 1116124"/>
              <a:gd name="connsiteY25" fmla="*/ 510321 h 510322"/>
              <a:gd name="connsiteX26" fmla="*/ 89917 w 1116124"/>
              <a:gd name="connsiteY26" fmla="*/ 510321 h 510322"/>
              <a:gd name="connsiteX27" fmla="*/ 0 w 1116124"/>
              <a:gd name="connsiteY27" fmla="*/ 420405 h 510322"/>
              <a:gd name="connsiteX28" fmla="*/ 645289 w 1116124"/>
              <a:gd name="connsiteY28" fmla="*/ 364984 h 510322"/>
              <a:gd name="connsiteX29" fmla="*/ 790628 w 1116124"/>
              <a:gd name="connsiteY29" fmla="*/ 510322 h 510322"/>
              <a:gd name="connsiteX30" fmla="*/ 766257 w 1116124"/>
              <a:gd name="connsiteY30" fmla="*/ 510322 h 510322"/>
              <a:gd name="connsiteX31" fmla="*/ 645289 w 1116124"/>
              <a:gd name="connsiteY31" fmla="*/ 389355 h 510322"/>
              <a:gd name="connsiteX32" fmla="*/ 0 w 1116124"/>
              <a:gd name="connsiteY32" fmla="*/ 358458 h 510322"/>
              <a:gd name="connsiteX33" fmla="*/ 108012 w 1116124"/>
              <a:gd name="connsiteY33" fmla="*/ 466470 h 510322"/>
              <a:gd name="connsiteX34" fmla="*/ 108012 w 1116124"/>
              <a:gd name="connsiteY34" fmla="*/ 490842 h 510322"/>
              <a:gd name="connsiteX35" fmla="*/ 0 w 1116124"/>
              <a:gd name="connsiteY35" fmla="*/ 382830 h 510322"/>
              <a:gd name="connsiteX36" fmla="*/ 645289 w 1116124"/>
              <a:gd name="connsiteY36" fmla="*/ 327409 h 510322"/>
              <a:gd name="connsiteX37" fmla="*/ 828202 w 1116124"/>
              <a:gd name="connsiteY37" fmla="*/ 510321 h 510322"/>
              <a:gd name="connsiteX38" fmla="*/ 803830 w 1116124"/>
              <a:gd name="connsiteY38" fmla="*/ 510321 h 510322"/>
              <a:gd name="connsiteX39" fmla="*/ 645289 w 1116124"/>
              <a:gd name="connsiteY39" fmla="*/ 351781 h 510322"/>
              <a:gd name="connsiteX40" fmla="*/ 0 w 1116124"/>
              <a:gd name="connsiteY40" fmla="*/ 320885 h 510322"/>
              <a:gd name="connsiteX41" fmla="*/ 108012 w 1116124"/>
              <a:gd name="connsiteY41" fmla="*/ 428896 h 510322"/>
              <a:gd name="connsiteX42" fmla="*/ 108012 w 1116124"/>
              <a:gd name="connsiteY42" fmla="*/ 453267 h 510322"/>
              <a:gd name="connsiteX43" fmla="*/ 0 w 1116124"/>
              <a:gd name="connsiteY43" fmla="*/ 345255 h 510322"/>
              <a:gd name="connsiteX44" fmla="*/ 742230 w 1116124"/>
              <a:gd name="connsiteY44" fmla="*/ 298424 h 510322"/>
              <a:gd name="connsiteX45" fmla="*/ 766601 w 1116124"/>
              <a:gd name="connsiteY45" fmla="*/ 298424 h 510322"/>
              <a:gd name="connsiteX46" fmla="*/ 978498 w 1116124"/>
              <a:gd name="connsiteY46" fmla="*/ 510321 h 510322"/>
              <a:gd name="connsiteX47" fmla="*/ 954127 w 1116124"/>
              <a:gd name="connsiteY47" fmla="*/ 510321 h 510322"/>
              <a:gd name="connsiteX48" fmla="*/ 704656 w 1116124"/>
              <a:gd name="connsiteY48" fmla="*/ 298424 h 510322"/>
              <a:gd name="connsiteX49" fmla="*/ 729028 w 1116124"/>
              <a:gd name="connsiteY49" fmla="*/ 298424 h 510322"/>
              <a:gd name="connsiteX50" fmla="*/ 940925 w 1116124"/>
              <a:gd name="connsiteY50" fmla="*/ 510321 h 510322"/>
              <a:gd name="connsiteX51" fmla="*/ 916553 w 1116124"/>
              <a:gd name="connsiteY51" fmla="*/ 510321 h 510322"/>
              <a:gd name="connsiteX52" fmla="*/ 667081 w 1116124"/>
              <a:gd name="connsiteY52" fmla="*/ 298424 h 510322"/>
              <a:gd name="connsiteX53" fmla="*/ 691453 w 1116124"/>
              <a:gd name="connsiteY53" fmla="*/ 298424 h 510322"/>
              <a:gd name="connsiteX54" fmla="*/ 903350 w 1116124"/>
              <a:gd name="connsiteY54" fmla="*/ 510321 h 510322"/>
              <a:gd name="connsiteX55" fmla="*/ 878978 w 1116124"/>
              <a:gd name="connsiteY55" fmla="*/ 510321 h 510322"/>
              <a:gd name="connsiteX56" fmla="*/ 645289 w 1116124"/>
              <a:gd name="connsiteY56" fmla="*/ 298424 h 510322"/>
              <a:gd name="connsiteX57" fmla="*/ 653879 w 1116124"/>
              <a:gd name="connsiteY57" fmla="*/ 298424 h 510322"/>
              <a:gd name="connsiteX58" fmla="*/ 865776 w 1116124"/>
              <a:gd name="connsiteY58" fmla="*/ 510321 h 510322"/>
              <a:gd name="connsiteX59" fmla="*/ 841404 w 1116124"/>
              <a:gd name="connsiteY59" fmla="*/ 510321 h 510322"/>
              <a:gd name="connsiteX60" fmla="*/ 645289 w 1116124"/>
              <a:gd name="connsiteY60" fmla="*/ 314207 h 510322"/>
              <a:gd name="connsiteX61" fmla="*/ 0 w 1116124"/>
              <a:gd name="connsiteY61" fmla="*/ 283309 h 510322"/>
              <a:gd name="connsiteX62" fmla="*/ 108012 w 1116124"/>
              <a:gd name="connsiteY62" fmla="*/ 391321 h 510322"/>
              <a:gd name="connsiteX63" fmla="*/ 108012 w 1116124"/>
              <a:gd name="connsiteY63" fmla="*/ 415694 h 510322"/>
              <a:gd name="connsiteX64" fmla="*/ 0 w 1116124"/>
              <a:gd name="connsiteY64" fmla="*/ 307682 h 510322"/>
              <a:gd name="connsiteX65" fmla="*/ 776528 w 1116124"/>
              <a:gd name="connsiteY65" fmla="*/ 270776 h 510322"/>
              <a:gd name="connsiteX66" fmla="*/ 1016073 w 1116124"/>
              <a:gd name="connsiteY66" fmla="*/ 510321 h 510322"/>
              <a:gd name="connsiteX67" fmla="*/ 991701 w 1116124"/>
              <a:gd name="connsiteY67" fmla="*/ 510321 h 510322"/>
              <a:gd name="connsiteX68" fmla="*/ 776528 w 1116124"/>
              <a:gd name="connsiteY68" fmla="*/ 295149 h 510322"/>
              <a:gd name="connsiteX69" fmla="*/ 0 w 1116124"/>
              <a:gd name="connsiteY69" fmla="*/ 245735 h 510322"/>
              <a:gd name="connsiteX70" fmla="*/ 108012 w 1116124"/>
              <a:gd name="connsiteY70" fmla="*/ 353747 h 510322"/>
              <a:gd name="connsiteX71" fmla="*/ 108012 w 1116124"/>
              <a:gd name="connsiteY71" fmla="*/ 378119 h 510322"/>
              <a:gd name="connsiteX72" fmla="*/ 0 w 1116124"/>
              <a:gd name="connsiteY72" fmla="*/ 270107 h 510322"/>
              <a:gd name="connsiteX73" fmla="*/ 776528 w 1116124"/>
              <a:gd name="connsiteY73" fmla="*/ 233202 h 510322"/>
              <a:gd name="connsiteX74" fmla="*/ 1053648 w 1116124"/>
              <a:gd name="connsiteY74" fmla="*/ 510321 h 510322"/>
              <a:gd name="connsiteX75" fmla="*/ 1029276 w 1116124"/>
              <a:gd name="connsiteY75" fmla="*/ 510321 h 510322"/>
              <a:gd name="connsiteX76" fmla="*/ 776528 w 1116124"/>
              <a:gd name="connsiteY76" fmla="*/ 257573 h 510322"/>
              <a:gd name="connsiteX77" fmla="*/ 0 w 1116124"/>
              <a:gd name="connsiteY77" fmla="*/ 208161 h 510322"/>
              <a:gd name="connsiteX78" fmla="*/ 108012 w 1116124"/>
              <a:gd name="connsiteY78" fmla="*/ 316173 h 510322"/>
              <a:gd name="connsiteX79" fmla="*/ 108012 w 1116124"/>
              <a:gd name="connsiteY79" fmla="*/ 340544 h 510322"/>
              <a:gd name="connsiteX80" fmla="*/ 0 w 1116124"/>
              <a:gd name="connsiteY80" fmla="*/ 232533 h 510322"/>
              <a:gd name="connsiteX81" fmla="*/ 776528 w 1116124"/>
              <a:gd name="connsiteY81" fmla="*/ 195628 h 510322"/>
              <a:gd name="connsiteX82" fmla="*/ 1091221 w 1116124"/>
              <a:gd name="connsiteY82" fmla="*/ 510321 h 510322"/>
              <a:gd name="connsiteX83" fmla="*/ 1066850 w 1116124"/>
              <a:gd name="connsiteY83" fmla="*/ 510321 h 510322"/>
              <a:gd name="connsiteX84" fmla="*/ 776528 w 1116124"/>
              <a:gd name="connsiteY84" fmla="*/ 220000 h 510322"/>
              <a:gd name="connsiteX85" fmla="*/ 0 w 1116124"/>
              <a:gd name="connsiteY85" fmla="*/ 170588 h 510322"/>
              <a:gd name="connsiteX86" fmla="*/ 108012 w 1116124"/>
              <a:gd name="connsiteY86" fmla="*/ 278599 h 510322"/>
              <a:gd name="connsiteX87" fmla="*/ 108012 w 1116124"/>
              <a:gd name="connsiteY87" fmla="*/ 302970 h 510322"/>
              <a:gd name="connsiteX88" fmla="*/ 0 w 1116124"/>
              <a:gd name="connsiteY88" fmla="*/ 194958 h 510322"/>
              <a:gd name="connsiteX89" fmla="*/ 776528 w 1116124"/>
              <a:gd name="connsiteY89" fmla="*/ 158054 h 510322"/>
              <a:gd name="connsiteX90" fmla="*/ 1116124 w 1116124"/>
              <a:gd name="connsiteY90" fmla="*/ 497650 h 510322"/>
              <a:gd name="connsiteX91" fmla="*/ 1116124 w 1116124"/>
              <a:gd name="connsiteY91" fmla="*/ 510321 h 510322"/>
              <a:gd name="connsiteX92" fmla="*/ 1104425 w 1116124"/>
              <a:gd name="connsiteY92" fmla="*/ 510321 h 510322"/>
              <a:gd name="connsiteX93" fmla="*/ 776528 w 1116124"/>
              <a:gd name="connsiteY93" fmla="*/ 182425 h 510322"/>
              <a:gd name="connsiteX94" fmla="*/ 0 w 1116124"/>
              <a:gd name="connsiteY94" fmla="*/ 133013 h 510322"/>
              <a:gd name="connsiteX95" fmla="*/ 108012 w 1116124"/>
              <a:gd name="connsiteY95" fmla="*/ 241025 h 510322"/>
              <a:gd name="connsiteX96" fmla="*/ 108012 w 1116124"/>
              <a:gd name="connsiteY96" fmla="*/ 265397 h 510322"/>
              <a:gd name="connsiteX97" fmla="*/ 0 w 1116124"/>
              <a:gd name="connsiteY97" fmla="*/ 157385 h 510322"/>
              <a:gd name="connsiteX98" fmla="*/ 776528 w 1116124"/>
              <a:gd name="connsiteY98" fmla="*/ 120480 h 510322"/>
              <a:gd name="connsiteX99" fmla="*/ 1116124 w 1116124"/>
              <a:gd name="connsiteY99" fmla="*/ 460075 h 510322"/>
              <a:gd name="connsiteX100" fmla="*/ 1116124 w 1116124"/>
              <a:gd name="connsiteY100" fmla="*/ 484446 h 510322"/>
              <a:gd name="connsiteX101" fmla="*/ 776528 w 1116124"/>
              <a:gd name="connsiteY101" fmla="*/ 144851 h 510322"/>
              <a:gd name="connsiteX102" fmla="*/ 0 w 1116124"/>
              <a:gd name="connsiteY102" fmla="*/ 95438 h 510322"/>
              <a:gd name="connsiteX103" fmla="*/ 108012 w 1116124"/>
              <a:gd name="connsiteY103" fmla="*/ 203450 h 510322"/>
              <a:gd name="connsiteX104" fmla="*/ 108012 w 1116124"/>
              <a:gd name="connsiteY104" fmla="*/ 227823 h 510322"/>
              <a:gd name="connsiteX105" fmla="*/ 0 w 1116124"/>
              <a:gd name="connsiteY105" fmla="*/ 119811 h 510322"/>
              <a:gd name="connsiteX106" fmla="*/ 776528 w 1116124"/>
              <a:gd name="connsiteY106" fmla="*/ 82905 h 510322"/>
              <a:gd name="connsiteX107" fmla="*/ 1116124 w 1116124"/>
              <a:gd name="connsiteY107" fmla="*/ 422500 h 510322"/>
              <a:gd name="connsiteX108" fmla="*/ 1116124 w 1116124"/>
              <a:gd name="connsiteY108" fmla="*/ 446872 h 510322"/>
              <a:gd name="connsiteX109" fmla="*/ 776528 w 1116124"/>
              <a:gd name="connsiteY109" fmla="*/ 107277 h 510322"/>
              <a:gd name="connsiteX110" fmla="*/ 0 w 1116124"/>
              <a:gd name="connsiteY110" fmla="*/ 57864 h 510322"/>
              <a:gd name="connsiteX111" fmla="*/ 108012 w 1116124"/>
              <a:gd name="connsiteY111" fmla="*/ 165876 h 510322"/>
              <a:gd name="connsiteX112" fmla="*/ 108012 w 1116124"/>
              <a:gd name="connsiteY112" fmla="*/ 190247 h 510322"/>
              <a:gd name="connsiteX113" fmla="*/ 0 w 1116124"/>
              <a:gd name="connsiteY113" fmla="*/ 82236 h 510322"/>
              <a:gd name="connsiteX114" fmla="*/ 776528 w 1116124"/>
              <a:gd name="connsiteY114" fmla="*/ 45330 h 510322"/>
              <a:gd name="connsiteX115" fmla="*/ 1116124 w 1116124"/>
              <a:gd name="connsiteY115" fmla="*/ 384926 h 510322"/>
              <a:gd name="connsiteX116" fmla="*/ 1116124 w 1116124"/>
              <a:gd name="connsiteY116" fmla="*/ 409298 h 510322"/>
              <a:gd name="connsiteX117" fmla="*/ 776528 w 1116124"/>
              <a:gd name="connsiteY117" fmla="*/ 69702 h 510322"/>
              <a:gd name="connsiteX118" fmla="*/ 0 w 1116124"/>
              <a:gd name="connsiteY118" fmla="*/ 20289 h 510322"/>
              <a:gd name="connsiteX119" fmla="*/ 108012 w 1116124"/>
              <a:gd name="connsiteY119" fmla="*/ 128301 h 510322"/>
              <a:gd name="connsiteX120" fmla="*/ 108012 w 1116124"/>
              <a:gd name="connsiteY120" fmla="*/ 152673 h 510322"/>
              <a:gd name="connsiteX121" fmla="*/ 0 w 1116124"/>
              <a:gd name="connsiteY121" fmla="*/ 44661 h 510322"/>
              <a:gd name="connsiteX122" fmla="*/ 776528 w 1116124"/>
              <a:gd name="connsiteY122" fmla="*/ 7756 h 510322"/>
              <a:gd name="connsiteX123" fmla="*/ 1116124 w 1116124"/>
              <a:gd name="connsiteY123" fmla="*/ 347352 h 510322"/>
              <a:gd name="connsiteX124" fmla="*/ 1116124 w 1116124"/>
              <a:gd name="connsiteY124" fmla="*/ 371723 h 510322"/>
              <a:gd name="connsiteX125" fmla="*/ 776528 w 1116124"/>
              <a:gd name="connsiteY125" fmla="*/ 32128 h 510322"/>
              <a:gd name="connsiteX126" fmla="*/ 1082569 w 1116124"/>
              <a:gd name="connsiteY126" fmla="*/ 0 h 510322"/>
              <a:gd name="connsiteX127" fmla="*/ 1106940 w 1116124"/>
              <a:gd name="connsiteY127" fmla="*/ 0 h 510322"/>
              <a:gd name="connsiteX128" fmla="*/ 1116124 w 1116124"/>
              <a:gd name="connsiteY128" fmla="*/ 9184 h 510322"/>
              <a:gd name="connsiteX129" fmla="*/ 1116124 w 1116124"/>
              <a:gd name="connsiteY129" fmla="*/ 33555 h 510322"/>
              <a:gd name="connsiteX130" fmla="*/ 1044995 w 1116124"/>
              <a:gd name="connsiteY130" fmla="*/ 0 h 510322"/>
              <a:gd name="connsiteX131" fmla="*/ 1069366 w 1116124"/>
              <a:gd name="connsiteY131" fmla="*/ 0 h 510322"/>
              <a:gd name="connsiteX132" fmla="*/ 1116124 w 1116124"/>
              <a:gd name="connsiteY132" fmla="*/ 46758 h 510322"/>
              <a:gd name="connsiteX133" fmla="*/ 1116124 w 1116124"/>
              <a:gd name="connsiteY133" fmla="*/ 71129 h 510322"/>
              <a:gd name="connsiteX134" fmla="*/ 1007420 w 1116124"/>
              <a:gd name="connsiteY134" fmla="*/ 0 h 510322"/>
              <a:gd name="connsiteX135" fmla="*/ 1031792 w 1116124"/>
              <a:gd name="connsiteY135" fmla="*/ 0 h 510322"/>
              <a:gd name="connsiteX136" fmla="*/ 1116124 w 1116124"/>
              <a:gd name="connsiteY136" fmla="*/ 84332 h 510322"/>
              <a:gd name="connsiteX137" fmla="*/ 1116124 w 1116124"/>
              <a:gd name="connsiteY137" fmla="*/ 108704 h 510322"/>
              <a:gd name="connsiteX138" fmla="*/ 969846 w 1116124"/>
              <a:gd name="connsiteY138" fmla="*/ 0 h 510322"/>
              <a:gd name="connsiteX139" fmla="*/ 994217 w 1116124"/>
              <a:gd name="connsiteY139" fmla="*/ 0 h 510322"/>
              <a:gd name="connsiteX140" fmla="*/ 1116124 w 1116124"/>
              <a:gd name="connsiteY140" fmla="*/ 121907 h 510322"/>
              <a:gd name="connsiteX141" fmla="*/ 1116124 w 1116124"/>
              <a:gd name="connsiteY141" fmla="*/ 146278 h 510322"/>
              <a:gd name="connsiteX142" fmla="*/ 932272 w 1116124"/>
              <a:gd name="connsiteY142" fmla="*/ 0 h 510322"/>
              <a:gd name="connsiteX143" fmla="*/ 956644 w 1116124"/>
              <a:gd name="connsiteY143" fmla="*/ 0 h 510322"/>
              <a:gd name="connsiteX144" fmla="*/ 1116124 w 1116124"/>
              <a:gd name="connsiteY144" fmla="*/ 159480 h 510322"/>
              <a:gd name="connsiteX145" fmla="*/ 1116124 w 1116124"/>
              <a:gd name="connsiteY145" fmla="*/ 183852 h 510322"/>
              <a:gd name="connsiteX146" fmla="*/ 894697 w 1116124"/>
              <a:gd name="connsiteY146" fmla="*/ 0 h 510322"/>
              <a:gd name="connsiteX147" fmla="*/ 919069 w 1116124"/>
              <a:gd name="connsiteY147" fmla="*/ 0 h 510322"/>
              <a:gd name="connsiteX148" fmla="*/ 1116124 w 1116124"/>
              <a:gd name="connsiteY148" fmla="*/ 197055 h 510322"/>
              <a:gd name="connsiteX149" fmla="*/ 1116124 w 1116124"/>
              <a:gd name="connsiteY149" fmla="*/ 221427 h 510322"/>
              <a:gd name="connsiteX150" fmla="*/ 857123 w 1116124"/>
              <a:gd name="connsiteY150" fmla="*/ 0 h 510322"/>
              <a:gd name="connsiteX151" fmla="*/ 881494 w 1116124"/>
              <a:gd name="connsiteY151" fmla="*/ 0 h 510322"/>
              <a:gd name="connsiteX152" fmla="*/ 1116124 w 1116124"/>
              <a:gd name="connsiteY152" fmla="*/ 234629 h 510322"/>
              <a:gd name="connsiteX153" fmla="*/ 1116124 w 1116124"/>
              <a:gd name="connsiteY153" fmla="*/ 259001 h 510322"/>
              <a:gd name="connsiteX154" fmla="*/ 819550 w 1116124"/>
              <a:gd name="connsiteY154" fmla="*/ 0 h 510322"/>
              <a:gd name="connsiteX155" fmla="*/ 843920 w 1116124"/>
              <a:gd name="connsiteY155" fmla="*/ 0 h 510322"/>
              <a:gd name="connsiteX156" fmla="*/ 1116124 w 1116124"/>
              <a:gd name="connsiteY156" fmla="*/ 272204 h 510322"/>
              <a:gd name="connsiteX157" fmla="*/ 1116124 w 1116124"/>
              <a:gd name="connsiteY157" fmla="*/ 296574 h 510322"/>
              <a:gd name="connsiteX158" fmla="*/ 781975 w 1116124"/>
              <a:gd name="connsiteY158" fmla="*/ 0 h 510322"/>
              <a:gd name="connsiteX159" fmla="*/ 806346 w 1116124"/>
              <a:gd name="connsiteY159" fmla="*/ 0 h 510322"/>
              <a:gd name="connsiteX160" fmla="*/ 1116124 w 1116124"/>
              <a:gd name="connsiteY160" fmla="*/ 309778 h 510322"/>
              <a:gd name="connsiteX161" fmla="*/ 1116124 w 1116124"/>
              <a:gd name="connsiteY161" fmla="*/ 334149 h 510322"/>
              <a:gd name="connsiteX162" fmla="*/ 105636 w 1116124"/>
              <a:gd name="connsiteY162" fmla="*/ 0 h 510322"/>
              <a:gd name="connsiteX163" fmla="*/ 108012 w 1116124"/>
              <a:gd name="connsiteY163" fmla="*/ 0 h 510322"/>
              <a:gd name="connsiteX164" fmla="*/ 108012 w 1116124"/>
              <a:gd name="connsiteY164" fmla="*/ 2376 h 510322"/>
              <a:gd name="connsiteX165" fmla="*/ 68062 w 1116124"/>
              <a:gd name="connsiteY165" fmla="*/ 0 h 510322"/>
              <a:gd name="connsiteX166" fmla="*/ 92434 w 1116124"/>
              <a:gd name="connsiteY166" fmla="*/ 0 h 510322"/>
              <a:gd name="connsiteX167" fmla="*/ 108012 w 1116124"/>
              <a:gd name="connsiteY167" fmla="*/ 15579 h 510322"/>
              <a:gd name="connsiteX168" fmla="*/ 108012 w 1116124"/>
              <a:gd name="connsiteY168" fmla="*/ 39951 h 510322"/>
              <a:gd name="connsiteX169" fmla="*/ 30487 w 1116124"/>
              <a:gd name="connsiteY169" fmla="*/ 0 h 510322"/>
              <a:gd name="connsiteX170" fmla="*/ 54859 w 1116124"/>
              <a:gd name="connsiteY170" fmla="*/ 0 h 510322"/>
              <a:gd name="connsiteX171" fmla="*/ 108012 w 1116124"/>
              <a:gd name="connsiteY171" fmla="*/ 53153 h 510322"/>
              <a:gd name="connsiteX172" fmla="*/ 108012 w 1116124"/>
              <a:gd name="connsiteY172" fmla="*/ 77525 h 510322"/>
              <a:gd name="connsiteX173" fmla="*/ 0 w 1116124"/>
              <a:gd name="connsiteY173" fmla="*/ 0 h 510322"/>
              <a:gd name="connsiteX174" fmla="*/ 17285 w 1116124"/>
              <a:gd name="connsiteY174" fmla="*/ 0 h 510322"/>
              <a:gd name="connsiteX175" fmla="*/ 108012 w 1116124"/>
              <a:gd name="connsiteY175" fmla="*/ 90728 h 510322"/>
              <a:gd name="connsiteX176" fmla="*/ 108012 w 1116124"/>
              <a:gd name="connsiteY176" fmla="*/ 115099 h 510322"/>
              <a:gd name="connsiteX177" fmla="*/ 0 w 1116124"/>
              <a:gd name="connsiteY177" fmla="*/ 7087 h 510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1116124" h="510322">
                <a:moveTo>
                  <a:pt x="0" y="508755"/>
                </a:moveTo>
                <a:lnTo>
                  <a:pt x="1566" y="510321"/>
                </a:lnTo>
                <a:lnTo>
                  <a:pt x="0" y="510321"/>
                </a:lnTo>
                <a:close/>
                <a:moveTo>
                  <a:pt x="645289" y="477706"/>
                </a:moveTo>
                <a:lnTo>
                  <a:pt x="677905" y="510322"/>
                </a:lnTo>
                <a:lnTo>
                  <a:pt x="653533" y="510322"/>
                </a:lnTo>
                <a:lnTo>
                  <a:pt x="645289" y="502079"/>
                </a:lnTo>
                <a:close/>
                <a:moveTo>
                  <a:pt x="0" y="471181"/>
                </a:moveTo>
                <a:lnTo>
                  <a:pt x="39141" y="510321"/>
                </a:lnTo>
                <a:lnTo>
                  <a:pt x="14769" y="510321"/>
                </a:lnTo>
                <a:lnTo>
                  <a:pt x="0" y="495552"/>
                </a:lnTo>
                <a:close/>
                <a:moveTo>
                  <a:pt x="645289" y="440132"/>
                </a:moveTo>
                <a:lnTo>
                  <a:pt x="715480" y="510322"/>
                </a:lnTo>
                <a:lnTo>
                  <a:pt x="691108" y="510322"/>
                </a:lnTo>
                <a:lnTo>
                  <a:pt x="645289" y="464503"/>
                </a:lnTo>
                <a:close/>
                <a:moveTo>
                  <a:pt x="0" y="433608"/>
                </a:moveTo>
                <a:lnTo>
                  <a:pt x="76714" y="510321"/>
                </a:lnTo>
                <a:lnTo>
                  <a:pt x="52343" y="510321"/>
                </a:lnTo>
                <a:lnTo>
                  <a:pt x="0" y="457978"/>
                </a:lnTo>
                <a:close/>
                <a:moveTo>
                  <a:pt x="645289" y="402557"/>
                </a:moveTo>
                <a:lnTo>
                  <a:pt x="753055" y="510322"/>
                </a:lnTo>
                <a:lnTo>
                  <a:pt x="728682" y="510322"/>
                </a:lnTo>
                <a:lnTo>
                  <a:pt x="645289" y="426929"/>
                </a:lnTo>
                <a:close/>
                <a:moveTo>
                  <a:pt x="0" y="396033"/>
                </a:moveTo>
                <a:lnTo>
                  <a:pt x="108012" y="504045"/>
                </a:lnTo>
                <a:lnTo>
                  <a:pt x="108012" y="510321"/>
                </a:lnTo>
                <a:lnTo>
                  <a:pt x="89917" y="510321"/>
                </a:lnTo>
                <a:lnTo>
                  <a:pt x="0" y="420405"/>
                </a:lnTo>
                <a:close/>
                <a:moveTo>
                  <a:pt x="645289" y="364984"/>
                </a:moveTo>
                <a:lnTo>
                  <a:pt x="790628" y="510322"/>
                </a:lnTo>
                <a:lnTo>
                  <a:pt x="766257" y="510322"/>
                </a:lnTo>
                <a:lnTo>
                  <a:pt x="645289" y="389355"/>
                </a:lnTo>
                <a:close/>
                <a:moveTo>
                  <a:pt x="0" y="358458"/>
                </a:moveTo>
                <a:lnTo>
                  <a:pt x="108012" y="466470"/>
                </a:lnTo>
                <a:lnTo>
                  <a:pt x="108012" y="490842"/>
                </a:lnTo>
                <a:lnTo>
                  <a:pt x="0" y="382830"/>
                </a:lnTo>
                <a:close/>
                <a:moveTo>
                  <a:pt x="645289" y="327409"/>
                </a:moveTo>
                <a:lnTo>
                  <a:pt x="828202" y="510321"/>
                </a:lnTo>
                <a:lnTo>
                  <a:pt x="803830" y="510321"/>
                </a:lnTo>
                <a:lnTo>
                  <a:pt x="645289" y="351781"/>
                </a:lnTo>
                <a:close/>
                <a:moveTo>
                  <a:pt x="0" y="320885"/>
                </a:moveTo>
                <a:lnTo>
                  <a:pt x="108012" y="428896"/>
                </a:lnTo>
                <a:lnTo>
                  <a:pt x="108012" y="453267"/>
                </a:lnTo>
                <a:lnTo>
                  <a:pt x="0" y="345255"/>
                </a:lnTo>
                <a:close/>
                <a:moveTo>
                  <a:pt x="742230" y="298424"/>
                </a:moveTo>
                <a:lnTo>
                  <a:pt x="766601" y="298424"/>
                </a:lnTo>
                <a:lnTo>
                  <a:pt x="978498" y="510321"/>
                </a:lnTo>
                <a:lnTo>
                  <a:pt x="954127" y="510321"/>
                </a:lnTo>
                <a:close/>
                <a:moveTo>
                  <a:pt x="704656" y="298424"/>
                </a:moveTo>
                <a:lnTo>
                  <a:pt x="729028" y="298424"/>
                </a:lnTo>
                <a:lnTo>
                  <a:pt x="940925" y="510321"/>
                </a:lnTo>
                <a:lnTo>
                  <a:pt x="916553" y="510321"/>
                </a:lnTo>
                <a:close/>
                <a:moveTo>
                  <a:pt x="667081" y="298424"/>
                </a:moveTo>
                <a:lnTo>
                  <a:pt x="691453" y="298424"/>
                </a:lnTo>
                <a:lnTo>
                  <a:pt x="903350" y="510321"/>
                </a:lnTo>
                <a:lnTo>
                  <a:pt x="878978" y="510321"/>
                </a:lnTo>
                <a:close/>
                <a:moveTo>
                  <a:pt x="645289" y="298424"/>
                </a:moveTo>
                <a:lnTo>
                  <a:pt x="653879" y="298424"/>
                </a:lnTo>
                <a:lnTo>
                  <a:pt x="865776" y="510321"/>
                </a:lnTo>
                <a:lnTo>
                  <a:pt x="841404" y="510321"/>
                </a:lnTo>
                <a:lnTo>
                  <a:pt x="645289" y="314207"/>
                </a:lnTo>
                <a:close/>
                <a:moveTo>
                  <a:pt x="0" y="283309"/>
                </a:moveTo>
                <a:lnTo>
                  <a:pt x="108012" y="391321"/>
                </a:lnTo>
                <a:lnTo>
                  <a:pt x="108012" y="415694"/>
                </a:lnTo>
                <a:lnTo>
                  <a:pt x="0" y="307682"/>
                </a:lnTo>
                <a:close/>
                <a:moveTo>
                  <a:pt x="776528" y="270776"/>
                </a:moveTo>
                <a:lnTo>
                  <a:pt x="1016073" y="510321"/>
                </a:lnTo>
                <a:lnTo>
                  <a:pt x="991701" y="510321"/>
                </a:lnTo>
                <a:lnTo>
                  <a:pt x="776528" y="295149"/>
                </a:lnTo>
                <a:close/>
                <a:moveTo>
                  <a:pt x="0" y="245735"/>
                </a:moveTo>
                <a:lnTo>
                  <a:pt x="108012" y="353747"/>
                </a:lnTo>
                <a:lnTo>
                  <a:pt x="108012" y="378119"/>
                </a:lnTo>
                <a:lnTo>
                  <a:pt x="0" y="270107"/>
                </a:lnTo>
                <a:close/>
                <a:moveTo>
                  <a:pt x="776528" y="233202"/>
                </a:moveTo>
                <a:lnTo>
                  <a:pt x="1053648" y="510321"/>
                </a:lnTo>
                <a:lnTo>
                  <a:pt x="1029276" y="510321"/>
                </a:lnTo>
                <a:lnTo>
                  <a:pt x="776528" y="257573"/>
                </a:lnTo>
                <a:close/>
                <a:moveTo>
                  <a:pt x="0" y="208161"/>
                </a:moveTo>
                <a:lnTo>
                  <a:pt x="108012" y="316173"/>
                </a:lnTo>
                <a:lnTo>
                  <a:pt x="108012" y="340544"/>
                </a:lnTo>
                <a:lnTo>
                  <a:pt x="0" y="232533"/>
                </a:lnTo>
                <a:close/>
                <a:moveTo>
                  <a:pt x="776528" y="195628"/>
                </a:moveTo>
                <a:lnTo>
                  <a:pt x="1091221" y="510321"/>
                </a:lnTo>
                <a:lnTo>
                  <a:pt x="1066850" y="510321"/>
                </a:lnTo>
                <a:lnTo>
                  <a:pt x="776528" y="220000"/>
                </a:lnTo>
                <a:close/>
                <a:moveTo>
                  <a:pt x="0" y="170588"/>
                </a:moveTo>
                <a:lnTo>
                  <a:pt x="108012" y="278599"/>
                </a:lnTo>
                <a:lnTo>
                  <a:pt x="108012" y="302970"/>
                </a:lnTo>
                <a:lnTo>
                  <a:pt x="0" y="194958"/>
                </a:lnTo>
                <a:close/>
                <a:moveTo>
                  <a:pt x="776528" y="158054"/>
                </a:moveTo>
                <a:lnTo>
                  <a:pt x="1116124" y="497650"/>
                </a:lnTo>
                <a:lnTo>
                  <a:pt x="1116124" y="510321"/>
                </a:lnTo>
                <a:lnTo>
                  <a:pt x="1104425" y="510321"/>
                </a:lnTo>
                <a:lnTo>
                  <a:pt x="776528" y="182425"/>
                </a:lnTo>
                <a:close/>
                <a:moveTo>
                  <a:pt x="0" y="133013"/>
                </a:moveTo>
                <a:lnTo>
                  <a:pt x="108012" y="241025"/>
                </a:lnTo>
                <a:lnTo>
                  <a:pt x="108012" y="265397"/>
                </a:lnTo>
                <a:lnTo>
                  <a:pt x="0" y="157385"/>
                </a:lnTo>
                <a:close/>
                <a:moveTo>
                  <a:pt x="776528" y="120480"/>
                </a:moveTo>
                <a:lnTo>
                  <a:pt x="1116124" y="460075"/>
                </a:lnTo>
                <a:lnTo>
                  <a:pt x="1116124" y="484446"/>
                </a:lnTo>
                <a:lnTo>
                  <a:pt x="776528" y="144851"/>
                </a:lnTo>
                <a:close/>
                <a:moveTo>
                  <a:pt x="0" y="95438"/>
                </a:moveTo>
                <a:lnTo>
                  <a:pt x="108012" y="203450"/>
                </a:lnTo>
                <a:lnTo>
                  <a:pt x="108012" y="227823"/>
                </a:lnTo>
                <a:lnTo>
                  <a:pt x="0" y="119811"/>
                </a:lnTo>
                <a:close/>
                <a:moveTo>
                  <a:pt x="776528" y="82905"/>
                </a:moveTo>
                <a:lnTo>
                  <a:pt x="1116124" y="422500"/>
                </a:lnTo>
                <a:lnTo>
                  <a:pt x="1116124" y="446872"/>
                </a:lnTo>
                <a:lnTo>
                  <a:pt x="776528" y="107277"/>
                </a:lnTo>
                <a:close/>
                <a:moveTo>
                  <a:pt x="0" y="57864"/>
                </a:moveTo>
                <a:lnTo>
                  <a:pt x="108012" y="165876"/>
                </a:lnTo>
                <a:lnTo>
                  <a:pt x="108012" y="190247"/>
                </a:lnTo>
                <a:lnTo>
                  <a:pt x="0" y="82236"/>
                </a:lnTo>
                <a:close/>
                <a:moveTo>
                  <a:pt x="776528" y="45330"/>
                </a:moveTo>
                <a:lnTo>
                  <a:pt x="1116124" y="384926"/>
                </a:lnTo>
                <a:lnTo>
                  <a:pt x="1116124" y="409298"/>
                </a:lnTo>
                <a:lnTo>
                  <a:pt x="776528" y="69702"/>
                </a:lnTo>
                <a:close/>
                <a:moveTo>
                  <a:pt x="0" y="20289"/>
                </a:moveTo>
                <a:lnTo>
                  <a:pt x="108012" y="128301"/>
                </a:lnTo>
                <a:lnTo>
                  <a:pt x="108012" y="152673"/>
                </a:lnTo>
                <a:lnTo>
                  <a:pt x="0" y="44661"/>
                </a:lnTo>
                <a:close/>
                <a:moveTo>
                  <a:pt x="776528" y="7756"/>
                </a:moveTo>
                <a:lnTo>
                  <a:pt x="1116124" y="347352"/>
                </a:lnTo>
                <a:lnTo>
                  <a:pt x="1116124" y="371723"/>
                </a:lnTo>
                <a:lnTo>
                  <a:pt x="776528" y="32128"/>
                </a:lnTo>
                <a:close/>
                <a:moveTo>
                  <a:pt x="1082569" y="0"/>
                </a:moveTo>
                <a:lnTo>
                  <a:pt x="1106940" y="0"/>
                </a:lnTo>
                <a:lnTo>
                  <a:pt x="1116124" y="9184"/>
                </a:lnTo>
                <a:lnTo>
                  <a:pt x="1116124" y="33555"/>
                </a:lnTo>
                <a:close/>
                <a:moveTo>
                  <a:pt x="1044995" y="0"/>
                </a:moveTo>
                <a:lnTo>
                  <a:pt x="1069366" y="0"/>
                </a:lnTo>
                <a:lnTo>
                  <a:pt x="1116124" y="46758"/>
                </a:lnTo>
                <a:lnTo>
                  <a:pt x="1116124" y="71129"/>
                </a:lnTo>
                <a:close/>
                <a:moveTo>
                  <a:pt x="1007420" y="0"/>
                </a:moveTo>
                <a:lnTo>
                  <a:pt x="1031792" y="0"/>
                </a:lnTo>
                <a:lnTo>
                  <a:pt x="1116124" y="84332"/>
                </a:lnTo>
                <a:lnTo>
                  <a:pt x="1116124" y="108704"/>
                </a:lnTo>
                <a:close/>
                <a:moveTo>
                  <a:pt x="969846" y="0"/>
                </a:moveTo>
                <a:lnTo>
                  <a:pt x="994217" y="0"/>
                </a:lnTo>
                <a:lnTo>
                  <a:pt x="1116124" y="121907"/>
                </a:lnTo>
                <a:lnTo>
                  <a:pt x="1116124" y="146278"/>
                </a:lnTo>
                <a:close/>
                <a:moveTo>
                  <a:pt x="932272" y="0"/>
                </a:moveTo>
                <a:lnTo>
                  <a:pt x="956644" y="0"/>
                </a:lnTo>
                <a:lnTo>
                  <a:pt x="1116124" y="159480"/>
                </a:lnTo>
                <a:lnTo>
                  <a:pt x="1116124" y="183852"/>
                </a:lnTo>
                <a:close/>
                <a:moveTo>
                  <a:pt x="894697" y="0"/>
                </a:moveTo>
                <a:lnTo>
                  <a:pt x="919069" y="0"/>
                </a:lnTo>
                <a:lnTo>
                  <a:pt x="1116124" y="197055"/>
                </a:lnTo>
                <a:lnTo>
                  <a:pt x="1116124" y="221427"/>
                </a:lnTo>
                <a:close/>
                <a:moveTo>
                  <a:pt x="857123" y="0"/>
                </a:moveTo>
                <a:lnTo>
                  <a:pt x="881494" y="0"/>
                </a:lnTo>
                <a:lnTo>
                  <a:pt x="1116124" y="234629"/>
                </a:lnTo>
                <a:lnTo>
                  <a:pt x="1116124" y="259001"/>
                </a:lnTo>
                <a:close/>
                <a:moveTo>
                  <a:pt x="819550" y="0"/>
                </a:moveTo>
                <a:lnTo>
                  <a:pt x="843920" y="0"/>
                </a:lnTo>
                <a:lnTo>
                  <a:pt x="1116124" y="272204"/>
                </a:lnTo>
                <a:lnTo>
                  <a:pt x="1116124" y="296574"/>
                </a:lnTo>
                <a:close/>
                <a:moveTo>
                  <a:pt x="781975" y="0"/>
                </a:moveTo>
                <a:lnTo>
                  <a:pt x="806346" y="0"/>
                </a:lnTo>
                <a:lnTo>
                  <a:pt x="1116124" y="309778"/>
                </a:lnTo>
                <a:lnTo>
                  <a:pt x="1116124" y="334149"/>
                </a:lnTo>
                <a:close/>
                <a:moveTo>
                  <a:pt x="105636" y="0"/>
                </a:moveTo>
                <a:lnTo>
                  <a:pt x="108012" y="0"/>
                </a:lnTo>
                <a:lnTo>
                  <a:pt x="108012" y="2376"/>
                </a:lnTo>
                <a:close/>
                <a:moveTo>
                  <a:pt x="68062" y="0"/>
                </a:moveTo>
                <a:lnTo>
                  <a:pt x="92434" y="0"/>
                </a:lnTo>
                <a:lnTo>
                  <a:pt x="108012" y="15579"/>
                </a:lnTo>
                <a:lnTo>
                  <a:pt x="108012" y="39951"/>
                </a:lnTo>
                <a:close/>
                <a:moveTo>
                  <a:pt x="30487" y="0"/>
                </a:moveTo>
                <a:lnTo>
                  <a:pt x="54859" y="0"/>
                </a:lnTo>
                <a:lnTo>
                  <a:pt x="108012" y="53153"/>
                </a:lnTo>
                <a:lnTo>
                  <a:pt x="108012" y="77525"/>
                </a:lnTo>
                <a:close/>
                <a:moveTo>
                  <a:pt x="0" y="0"/>
                </a:moveTo>
                <a:lnTo>
                  <a:pt x="17285" y="0"/>
                </a:lnTo>
                <a:lnTo>
                  <a:pt x="108012" y="90728"/>
                </a:lnTo>
                <a:lnTo>
                  <a:pt x="108012" y="115099"/>
                </a:lnTo>
                <a:lnTo>
                  <a:pt x="0" y="7087"/>
                </a:lnTo>
                <a:close/>
              </a:path>
            </a:pathLst>
          </a:cu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7333" tIns="107333" rIns="107333" bIns="107333" numCol="1" spcCol="0" rtlCol="0" fromWordArt="0" anchor="ctr" anchorCtr="0" forceAA="0" compatLnSpc="1">
            <a:prstTxWarp prst="textNoShape">
              <a:avLst/>
            </a:prstTxWarp>
            <a:noAutofit/>
          </a:bodyPr>
          <a:lstStyle/>
          <a:p>
            <a:pPr algn="ctr" defTabSz="454354">
              <a:lnSpc>
                <a:spcPct val="90000"/>
              </a:lnSpc>
              <a:spcAft>
                <a:spcPts val="600"/>
              </a:spcAft>
            </a:pPr>
            <a:endParaRPr lang="en-GB" sz="1600" dirty="0">
              <a:solidFill>
                <a:srgbClr val="001135"/>
              </a:solidFill>
              <a:ea typeface="Nokia Pure Headline Ultra Light" charset="0"/>
              <a:cs typeface="Nokia Pure Headline Ultra Light" charset="0"/>
            </a:endParaRPr>
          </a:p>
        </p:txBody>
      </p:sp>
      <p:sp>
        <p:nvSpPr>
          <p:cNvPr id="12" name="Arrow: Down 11">
            <a:extLst>
              <a:ext uri="{FF2B5EF4-FFF2-40B4-BE49-F238E27FC236}">
                <a16:creationId xmlns:a16="http://schemas.microsoft.com/office/drawing/2014/main" id="{97694A30-09D5-41D1-A53C-3C94AA01E641}"/>
              </a:ext>
            </a:extLst>
          </p:cNvPr>
          <p:cNvSpPr/>
          <p:nvPr/>
        </p:nvSpPr>
        <p:spPr>
          <a:xfrm>
            <a:off x="5787644" y="-1876043"/>
            <a:ext cx="96724" cy="309652"/>
          </a:xfrm>
          <a:prstGeom prst="downArrow">
            <a:avLst/>
          </a:prstGeom>
          <a:solidFill>
            <a:srgbClr val="FFFF00"/>
          </a:solidFill>
          <a:ln w="6350">
            <a:solidFill>
              <a:srgbClr val="FF0000"/>
            </a:solidFill>
          </a:ln>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0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34" name="Arrow: Down 133">
            <a:extLst>
              <a:ext uri="{FF2B5EF4-FFF2-40B4-BE49-F238E27FC236}">
                <a16:creationId xmlns:a16="http://schemas.microsoft.com/office/drawing/2014/main" id="{3806116E-F953-4B2E-A958-AA91BE52E9D0}"/>
              </a:ext>
            </a:extLst>
          </p:cNvPr>
          <p:cNvSpPr/>
          <p:nvPr/>
        </p:nvSpPr>
        <p:spPr>
          <a:xfrm>
            <a:off x="6408901" y="-1876043"/>
            <a:ext cx="96724" cy="309652"/>
          </a:xfrm>
          <a:prstGeom prst="downArrow">
            <a:avLst/>
          </a:prstGeom>
          <a:solidFill>
            <a:srgbClr val="FFFF00"/>
          </a:solidFill>
          <a:ln w="6350">
            <a:solidFill>
              <a:srgbClr val="FF0000"/>
            </a:solidFill>
          </a:ln>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0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35" name="Arrow: Down 134">
            <a:extLst>
              <a:ext uri="{FF2B5EF4-FFF2-40B4-BE49-F238E27FC236}">
                <a16:creationId xmlns:a16="http://schemas.microsoft.com/office/drawing/2014/main" id="{A97B66E7-86D8-4FC6-940F-BF52F94AB6AD}"/>
              </a:ext>
            </a:extLst>
          </p:cNvPr>
          <p:cNvSpPr/>
          <p:nvPr/>
        </p:nvSpPr>
        <p:spPr>
          <a:xfrm>
            <a:off x="6508003" y="-1876043"/>
            <a:ext cx="96724" cy="309652"/>
          </a:xfrm>
          <a:prstGeom prst="downArrow">
            <a:avLst/>
          </a:prstGeom>
          <a:solidFill>
            <a:srgbClr val="FFFF00"/>
          </a:solidFill>
          <a:ln w="6350">
            <a:solidFill>
              <a:srgbClr val="FF0000"/>
            </a:solidFill>
          </a:ln>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0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51" name="Rechteck 59">
            <a:extLst>
              <a:ext uri="{FF2B5EF4-FFF2-40B4-BE49-F238E27FC236}">
                <a16:creationId xmlns:a16="http://schemas.microsoft.com/office/drawing/2014/main" id="{1E7CB9F4-C5CC-46CC-86CB-A2321FA4EAE4}"/>
              </a:ext>
            </a:extLst>
          </p:cNvPr>
          <p:cNvSpPr>
            <a:spLocks/>
          </p:cNvSpPr>
          <p:nvPr/>
        </p:nvSpPr>
        <p:spPr>
          <a:xfrm>
            <a:off x="2929044" y="-1773948"/>
            <a:ext cx="720000" cy="720000"/>
          </a:xfrm>
          <a:prstGeom prst="rect">
            <a:avLst/>
          </a:prstGeom>
          <a:pattFill prst="wdUpDiag">
            <a:fgClr>
              <a:schemeClr val="accent2">
                <a:lumMod val="90000"/>
              </a:schemeClr>
            </a:fgClr>
            <a:bgClr>
              <a:schemeClr val="bg1"/>
            </a:bgClr>
          </a:patt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90000" rtlCol="0" anchor="t" anchorCtr="0"/>
          <a:lstStyle/>
          <a:p>
            <a:pPr>
              <a:lnSpc>
                <a:spcPct val="90000"/>
              </a:lnSpc>
              <a:spcAft>
                <a:spcPts val="600"/>
              </a:spcAft>
            </a:pPr>
            <a:r>
              <a:rPr lang="en-GB" sz="1000" dirty="0">
                <a:solidFill>
                  <a:sysClr val="windowText" lastClr="000000"/>
                </a:solidFill>
              </a:rPr>
              <a:t>xxx</a:t>
            </a:r>
            <a:endParaRPr lang="en-GB" sz="900" dirty="0">
              <a:solidFill>
                <a:sysClr val="windowText" lastClr="000000"/>
              </a:solidFill>
            </a:endParaRPr>
          </a:p>
        </p:txBody>
      </p:sp>
      <p:sp>
        <p:nvSpPr>
          <p:cNvPr id="152" name="Rechteck 59">
            <a:extLst>
              <a:ext uri="{FF2B5EF4-FFF2-40B4-BE49-F238E27FC236}">
                <a16:creationId xmlns:a16="http://schemas.microsoft.com/office/drawing/2014/main" id="{73199EB0-37B3-4975-99F8-611E3136020D}"/>
              </a:ext>
            </a:extLst>
          </p:cNvPr>
          <p:cNvSpPr>
            <a:spLocks/>
          </p:cNvSpPr>
          <p:nvPr/>
        </p:nvSpPr>
        <p:spPr>
          <a:xfrm>
            <a:off x="3779202" y="-1773948"/>
            <a:ext cx="720000" cy="720000"/>
          </a:xfrm>
          <a:prstGeom prst="rect">
            <a:avLst/>
          </a:prstGeom>
          <a:pattFill prst="wdUpDiag">
            <a:fgClr>
              <a:schemeClr val="accent2">
                <a:lumMod val="90000"/>
              </a:schemeClr>
            </a:fgClr>
            <a:bgClr>
              <a:schemeClr val="bg1"/>
            </a:bgClr>
          </a:patt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90000" rtlCol="0" anchor="t" anchorCtr="0"/>
          <a:lstStyle/>
          <a:p>
            <a:pPr>
              <a:lnSpc>
                <a:spcPct val="90000"/>
              </a:lnSpc>
              <a:spcAft>
                <a:spcPts val="600"/>
              </a:spcAft>
            </a:pPr>
            <a:r>
              <a:rPr lang="en-GB" sz="1000" dirty="0">
                <a:solidFill>
                  <a:sysClr val="windowText" lastClr="000000"/>
                </a:solidFill>
              </a:rPr>
              <a:t>xxx</a:t>
            </a:r>
            <a:endParaRPr lang="en-GB" sz="900" dirty="0">
              <a:solidFill>
                <a:sysClr val="windowText" lastClr="000000"/>
              </a:solidFill>
            </a:endParaRPr>
          </a:p>
        </p:txBody>
      </p:sp>
      <p:sp>
        <p:nvSpPr>
          <p:cNvPr id="3" name="Rectangle 2">
            <a:extLst>
              <a:ext uri="{FF2B5EF4-FFF2-40B4-BE49-F238E27FC236}">
                <a16:creationId xmlns:a16="http://schemas.microsoft.com/office/drawing/2014/main" id="{DBA80F08-078D-4D2F-A488-D0DDEE8244A2}"/>
              </a:ext>
            </a:extLst>
          </p:cNvPr>
          <p:cNvSpPr/>
          <p:nvPr/>
        </p:nvSpPr>
        <p:spPr>
          <a:xfrm>
            <a:off x="2078887" y="-1026183"/>
            <a:ext cx="557483" cy="393760"/>
          </a:xfrm>
          <a:prstGeom prst="rect">
            <a:avLst/>
          </a:prstGeom>
          <a:solidFill>
            <a:srgbClr val="FFFF00"/>
          </a:solidFill>
        </p:spPr>
        <p:txBody>
          <a:bodyPr wrap="square" lIns="72000" tIns="36000" rIns="72000" bIns="36000" rtlCol="0" anchor="ctr">
            <a:noAutofit/>
          </a:bodyPr>
          <a:lstStyle/>
          <a:p>
            <a:pPr algn="l" defTabSz="307644" hangingPunct="0">
              <a:lnSpc>
                <a:spcPct val="90000"/>
              </a:lnSpc>
              <a:spcAft>
                <a:spcPts val="596"/>
              </a:spcAft>
              <a:buClr>
                <a:srgbClr val="E6513E"/>
              </a:buClr>
            </a:pPr>
            <a:r>
              <a:rPr lang="de-DE" sz="800" dirty="0">
                <a:solidFill>
                  <a:schemeClr val="bg2"/>
                </a:solidFill>
                <a:latin typeface="+mj-lt"/>
                <a:ea typeface="Nokia Pure Text" panose="020B0504040602060303" pitchFamily="34" charset="0"/>
                <a:cs typeface="Nokia Pure Text" panose="020B0504040602060303" pitchFamily="34" charset="0"/>
                <a:sym typeface="Helvetica Neue" charset="0"/>
              </a:rPr>
              <a:t>Bisschen leuchtender</a:t>
            </a:r>
          </a:p>
        </p:txBody>
      </p:sp>
      <p:sp>
        <p:nvSpPr>
          <p:cNvPr id="7" name="Rectangle 6">
            <a:extLst>
              <a:ext uri="{FF2B5EF4-FFF2-40B4-BE49-F238E27FC236}">
                <a16:creationId xmlns:a16="http://schemas.microsoft.com/office/drawing/2014/main" id="{666700B4-2761-4AD9-9CB9-918A0153BF45}"/>
              </a:ext>
            </a:extLst>
          </p:cNvPr>
          <p:cNvSpPr/>
          <p:nvPr/>
        </p:nvSpPr>
        <p:spPr>
          <a:xfrm>
            <a:off x="3262358" y="-1579239"/>
            <a:ext cx="321967" cy="321967"/>
          </a:xfrm>
          <a:prstGeom prst="rect">
            <a:avLst/>
          </a:prstGeom>
          <a:solidFill>
            <a:schemeClr val="tx1"/>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0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93" name="Rectangle 92">
            <a:extLst>
              <a:ext uri="{FF2B5EF4-FFF2-40B4-BE49-F238E27FC236}">
                <a16:creationId xmlns:a16="http://schemas.microsoft.com/office/drawing/2014/main" id="{B7A2D811-B654-44E3-A167-59FEAEFB12FA}"/>
              </a:ext>
            </a:extLst>
          </p:cNvPr>
          <p:cNvSpPr/>
          <p:nvPr/>
        </p:nvSpPr>
        <p:spPr>
          <a:xfrm>
            <a:off x="4033212" y="-1579239"/>
            <a:ext cx="321967" cy="321967"/>
          </a:xfrm>
          <a:prstGeom prst="rect">
            <a:avLst/>
          </a:prstGeom>
          <a:solidFill>
            <a:schemeClr val="accent4"/>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0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17" name="Rectangle 116">
            <a:extLst>
              <a:ext uri="{FF2B5EF4-FFF2-40B4-BE49-F238E27FC236}">
                <a16:creationId xmlns:a16="http://schemas.microsoft.com/office/drawing/2014/main" id="{7B66FEED-957B-4FB9-A8EB-CFEB7956A5C6}"/>
              </a:ext>
            </a:extLst>
          </p:cNvPr>
          <p:cNvSpPr/>
          <p:nvPr/>
        </p:nvSpPr>
        <p:spPr>
          <a:xfrm>
            <a:off x="2378548" y="-1579239"/>
            <a:ext cx="321967" cy="321967"/>
          </a:xfrm>
          <a:prstGeom prst="rect">
            <a:avLst/>
          </a:prstGeom>
          <a:solidFill>
            <a:schemeClr val="accent3"/>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0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22" name="Textfeld 76">
            <a:extLst>
              <a:ext uri="{FF2B5EF4-FFF2-40B4-BE49-F238E27FC236}">
                <a16:creationId xmlns:a16="http://schemas.microsoft.com/office/drawing/2014/main" id="{EEB7F22C-AE8C-428D-AAFE-EFBF6F4A35EF}"/>
              </a:ext>
            </a:extLst>
          </p:cNvPr>
          <p:cNvSpPr txBox="1"/>
          <p:nvPr/>
        </p:nvSpPr>
        <p:spPr>
          <a:xfrm>
            <a:off x="5672656" y="-1880564"/>
            <a:ext cx="1206000" cy="108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defPPr>
              <a:defRPr lang="de-DE"/>
            </a:defPPr>
            <a:lvl1pPr defTabSz="457189">
              <a:defRPr sz="1000">
                <a:solidFill>
                  <a:schemeClr val="bg2"/>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dirty="0"/>
              <a:t>MS Office</a:t>
            </a:r>
          </a:p>
        </p:txBody>
      </p:sp>
      <p:sp>
        <p:nvSpPr>
          <p:cNvPr id="87" name="TextBox 86">
            <a:extLst>
              <a:ext uri="{FF2B5EF4-FFF2-40B4-BE49-F238E27FC236}">
                <a16:creationId xmlns:a16="http://schemas.microsoft.com/office/drawing/2014/main" id="{F1F892B8-EA8E-4807-8C55-ACA545477588}"/>
              </a:ext>
            </a:extLst>
          </p:cNvPr>
          <p:cNvSpPr txBox="1"/>
          <p:nvPr/>
        </p:nvSpPr>
        <p:spPr>
          <a:xfrm>
            <a:off x="1142285" y="-3737412"/>
            <a:ext cx="2636917" cy="307777"/>
          </a:xfrm>
          <a:prstGeom prst="rect">
            <a:avLst/>
          </a:prstGeom>
          <a:noFill/>
        </p:spPr>
        <p:txBody>
          <a:bodyPr wrap="square">
            <a:spAutoFit/>
          </a:bodyPr>
          <a:lstStyle/>
          <a:p>
            <a:r>
              <a:rPr lang="de-DE" sz="1400" dirty="0">
                <a:effectLst/>
                <a:latin typeface="Calibri" panose="020F0502020204030204" pitchFamily="34" charset="0"/>
                <a:ea typeface="Calibri" panose="020F0502020204030204" pitchFamily="34" charset="0"/>
              </a:rPr>
              <a:t>Rot steht für Energie und Action</a:t>
            </a:r>
            <a:endParaRPr lang="de-DE" dirty="0"/>
          </a:p>
        </p:txBody>
      </p:sp>
      <p:sp>
        <p:nvSpPr>
          <p:cNvPr id="92" name="Rechteck 84">
            <a:extLst>
              <a:ext uri="{FF2B5EF4-FFF2-40B4-BE49-F238E27FC236}">
                <a16:creationId xmlns:a16="http://schemas.microsoft.com/office/drawing/2014/main" id="{C3E41BEE-8061-407F-A192-22B22ABEC255}"/>
              </a:ext>
            </a:extLst>
          </p:cNvPr>
          <p:cNvSpPr>
            <a:spLocks/>
          </p:cNvSpPr>
          <p:nvPr/>
        </p:nvSpPr>
        <p:spPr>
          <a:xfrm>
            <a:off x="-8126175" y="2488017"/>
            <a:ext cx="720000" cy="7200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90000" rtlCol="0" anchor="t" anchorCtr="0"/>
          <a:lstStyle/>
          <a:p>
            <a:pPr>
              <a:lnSpc>
                <a:spcPct val="90000"/>
              </a:lnSpc>
              <a:spcAft>
                <a:spcPts val="600"/>
              </a:spcAft>
            </a:pPr>
            <a:r>
              <a:rPr lang="en-GB" sz="1000" dirty="0">
                <a:solidFill>
                  <a:schemeClr val="bg1"/>
                </a:solidFill>
              </a:rPr>
              <a:t>OHOE Red</a:t>
            </a:r>
          </a:p>
          <a:p>
            <a:pPr>
              <a:lnSpc>
                <a:spcPct val="90000"/>
              </a:lnSpc>
              <a:spcAft>
                <a:spcPts val="600"/>
              </a:spcAft>
            </a:pPr>
            <a:r>
              <a:rPr lang="en-GB" sz="900" dirty="0">
                <a:solidFill>
                  <a:schemeClr val="bg1"/>
                </a:solidFill>
              </a:rPr>
              <a:t>214 | 54 | 54</a:t>
            </a:r>
            <a:br>
              <a:rPr lang="en-GB" sz="900" dirty="0">
                <a:solidFill>
                  <a:schemeClr val="bg1"/>
                </a:solidFill>
              </a:rPr>
            </a:br>
            <a:r>
              <a:rPr lang="en-GB" sz="900" dirty="0">
                <a:solidFill>
                  <a:schemeClr val="bg1"/>
                </a:solidFill>
              </a:rPr>
              <a:t>#D63636</a:t>
            </a:r>
            <a:br>
              <a:rPr lang="en-GB" sz="900" dirty="0">
                <a:solidFill>
                  <a:schemeClr val="bg1"/>
                </a:solidFill>
              </a:rPr>
            </a:br>
            <a:r>
              <a:rPr lang="en-GB" sz="900" dirty="0">
                <a:solidFill>
                  <a:schemeClr val="bg1"/>
                </a:solidFill>
              </a:rPr>
              <a:t>0-0-0-0</a:t>
            </a:r>
          </a:p>
        </p:txBody>
      </p:sp>
      <p:sp>
        <p:nvSpPr>
          <p:cNvPr id="94" name="Rectangle 93">
            <a:extLst>
              <a:ext uri="{FF2B5EF4-FFF2-40B4-BE49-F238E27FC236}">
                <a16:creationId xmlns:a16="http://schemas.microsoft.com/office/drawing/2014/main" id="{ECD5DCAE-BF77-4E1F-890C-624D3E1FC74D}"/>
              </a:ext>
            </a:extLst>
          </p:cNvPr>
          <p:cNvSpPr/>
          <p:nvPr/>
        </p:nvSpPr>
        <p:spPr>
          <a:xfrm>
            <a:off x="1073710" y="-1026183"/>
            <a:ext cx="671321" cy="393760"/>
          </a:xfrm>
          <a:prstGeom prst="rect">
            <a:avLst/>
          </a:prstGeom>
          <a:solidFill>
            <a:srgbClr val="FFFF00"/>
          </a:solidFill>
        </p:spPr>
        <p:txBody>
          <a:bodyPr wrap="square" lIns="72000" tIns="36000" rIns="72000" bIns="36000" rtlCol="0" anchor="ctr">
            <a:noAutofit/>
          </a:bodyPr>
          <a:lstStyle/>
          <a:p>
            <a:pPr algn="l" defTabSz="307644" hangingPunct="0">
              <a:lnSpc>
                <a:spcPct val="90000"/>
              </a:lnSpc>
              <a:spcAft>
                <a:spcPts val="596"/>
              </a:spcAft>
              <a:buClr>
                <a:srgbClr val="E6513E"/>
              </a:buClr>
            </a:pPr>
            <a:r>
              <a:rPr lang="de-DE" sz="800" dirty="0">
                <a:solidFill>
                  <a:schemeClr val="bg2"/>
                </a:solidFill>
                <a:latin typeface="+mj-lt"/>
                <a:ea typeface="Nokia Pure Text" panose="020B0504040602060303" pitchFamily="34" charset="0"/>
                <a:cs typeface="Nokia Pure Text" panose="020B0504040602060303" pitchFamily="34" charset="0"/>
                <a:sym typeface="Helvetica Neue" charset="0"/>
              </a:rPr>
              <a:t>Anpassen an Farbraum</a:t>
            </a:r>
          </a:p>
        </p:txBody>
      </p:sp>
      <p:cxnSp>
        <p:nvCxnSpPr>
          <p:cNvPr id="13" name="Connector: Elbow 12">
            <a:extLst>
              <a:ext uri="{FF2B5EF4-FFF2-40B4-BE49-F238E27FC236}">
                <a16:creationId xmlns:a16="http://schemas.microsoft.com/office/drawing/2014/main" id="{8B2A6462-9DC9-4B76-A88E-309D5CBC145A}"/>
              </a:ext>
            </a:extLst>
          </p:cNvPr>
          <p:cNvCxnSpPr>
            <a:cxnSpLocks/>
            <a:stCxn id="89" idx="2"/>
            <a:endCxn id="88" idx="2"/>
          </p:cNvCxnSpPr>
          <p:nvPr/>
        </p:nvCxnSpPr>
        <p:spPr>
          <a:xfrm rot="16200000" flipH="1">
            <a:off x="4046625" y="-4146958"/>
            <a:ext cx="12700" cy="3347855"/>
          </a:xfrm>
          <a:prstGeom prst="bentConnector3">
            <a:avLst>
              <a:gd name="adj1" fmla="val 1800000"/>
            </a:avLst>
          </a:prstGeom>
          <a:ln>
            <a:tailEnd type="triangle"/>
          </a:ln>
        </p:spPr>
        <p:style>
          <a:lnRef idx="1">
            <a:schemeClr val="accent6"/>
          </a:lnRef>
          <a:fillRef idx="0">
            <a:schemeClr val="accent6"/>
          </a:fillRef>
          <a:effectRef idx="0">
            <a:schemeClr val="accent6"/>
          </a:effectRef>
          <a:fontRef idx="minor">
            <a:schemeClr val="tx1"/>
          </a:fontRef>
        </p:style>
      </p:cxnSp>
      <p:sp>
        <p:nvSpPr>
          <p:cNvPr id="15" name="Oval 14">
            <a:extLst>
              <a:ext uri="{FF2B5EF4-FFF2-40B4-BE49-F238E27FC236}">
                <a16:creationId xmlns:a16="http://schemas.microsoft.com/office/drawing/2014/main" id="{6539C5E9-F3E6-4EE9-9ACD-8BD81193F957}"/>
              </a:ext>
            </a:extLst>
          </p:cNvPr>
          <p:cNvSpPr/>
          <p:nvPr/>
        </p:nvSpPr>
        <p:spPr>
          <a:xfrm>
            <a:off x="4248185" y="-2370154"/>
            <a:ext cx="299953" cy="299953"/>
          </a:xfrm>
          <a:prstGeom prst="ellipse">
            <a:avLst/>
          </a:prstGeom>
          <a:solidFill>
            <a:schemeClr val="accent2"/>
          </a:solidFill>
        </p:spPr>
        <p:txBody>
          <a:bodyPr wrap="square" lIns="72000" tIns="36000" rIns="72000" bIns="36000" rtlCol="0" anchor="ctr">
            <a:noAutofit/>
          </a:bodyPr>
          <a:lstStyle/>
          <a:p>
            <a:pPr algn="l" defTabSz="307644" hangingPunct="0">
              <a:lnSpc>
                <a:spcPct val="90000"/>
              </a:lnSpc>
              <a:spcAft>
                <a:spcPts val="596"/>
              </a:spcAft>
              <a:buClr>
                <a:srgbClr val="E6513E"/>
              </a:buClr>
            </a:pPr>
            <a:r>
              <a:rPr lang="en-US" sz="1000" dirty="0">
                <a:solidFill>
                  <a:schemeClr val="tx2"/>
                </a:solidFill>
                <a:latin typeface="+mj-lt"/>
                <a:ea typeface="Nokia Pure Text" panose="020B0504040602060303" pitchFamily="34" charset="0"/>
                <a:cs typeface="Nokia Pure Text" panose="020B0504040602060303" pitchFamily="34" charset="0"/>
                <a:sym typeface="Helvetica Neue" charset="0"/>
              </a:rPr>
              <a:t>?</a:t>
            </a:r>
          </a:p>
        </p:txBody>
      </p:sp>
      <p:sp>
        <p:nvSpPr>
          <p:cNvPr id="95" name="Rectangle 94">
            <a:extLst>
              <a:ext uri="{FF2B5EF4-FFF2-40B4-BE49-F238E27FC236}">
                <a16:creationId xmlns:a16="http://schemas.microsoft.com/office/drawing/2014/main" id="{5406166D-7FA0-4A45-AA8D-5DD6A447F141}"/>
              </a:ext>
            </a:extLst>
          </p:cNvPr>
          <p:cNvSpPr/>
          <p:nvPr/>
        </p:nvSpPr>
        <p:spPr>
          <a:xfrm>
            <a:off x="3811403" y="-1026183"/>
            <a:ext cx="797383" cy="393760"/>
          </a:xfrm>
          <a:prstGeom prst="rect">
            <a:avLst/>
          </a:prstGeom>
          <a:solidFill>
            <a:srgbClr val="FFFF00"/>
          </a:solidFill>
        </p:spPr>
        <p:txBody>
          <a:bodyPr wrap="square" lIns="72000" tIns="36000" rIns="72000" bIns="36000" rtlCol="0" anchor="ctr">
            <a:noAutofit/>
          </a:bodyPr>
          <a:lstStyle/>
          <a:p>
            <a:pPr algn="l" defTabSz="307644" hangingPunct="0">
              <a:lnSpc>
                <a:spcPct val="90000"/>
              </a:lnSpc>
              <a:spcAft>
                <a:spcPts val="596"/>
              </a:spcAft>
              <a:buClr>
                <a:srgbClr val="E6513E"/>
              </a:buClr>
            </a:pPr>
            <a:r>
              <a:rPr lang="de-DE" sz="800" dirty="0">
                <a:solidFill>
                  <a:schemeClr val="bg2"/>
                </a:solidFill>
                <a:latin typeface="+mj-lt"/>
                <a:ea typeface="Nokia Pure Text" panose="020B0504040602060303" pitchFamily="34" charset="0"/>
                <a:cs typeface="Nokia Pure Text" panose="020B0504040602060303" pitchFamily="34" charset="0"/>
                <a:sym typeface="Helvetica Neue" charset="0"/>
              </a:rPr>
              <a:t>Gerne ein passendes Blau / Türkismeer?</a:t>
            </a:r>
          </a:p>
        </p:txBody>
      </p:sp>
      <p:sp>
        <p:nvSpPr>
          <p:cNvPr id="96" name="Arrow: Pentagon 95">
            <a:extLst>
              <a:ext uri="{FF2B5EF4-FFF2-40B4-BE49-F238E27FC236}">
                <a16:creationId xmlns:a16="http://schemas.microsoft.com/office/drawing/2014/main" id="{FA0C1A62-CE6F-44D8-8325-340D9BE7B6CD}"/>
              </a:ext>
            </a:extLst>
          </p:cNvPr>
          <p:cNvSpPr/>
          <p:nvPr/>
        </p:nvSpPr>
        <p:spPr>
          <a:xfrm>
            <a:off x="71835" y="-1744233"/>
            <a:ext cx="1105907" cy="894778"/>
          </a:xfrm>
          <a:prstGeom prst="homePlate">
            <a:avLst/>
          </a:prstGeom>
          <a:solidFill>
            <a:srgbClr val="FFFF00"/>
          </a:solidFill>
        </p:spPr>
        <p:txBody>
          <a:bodyPr wrap="square" lIns="72000" tIns="36000" rIns="72000" bIns="36000" rtlCol="0" anchor="ctr">
            <a:noAutofit/>
          </a:bodyPr>
          <a:lstStyle/>
          <a:p>
            <a:pPr algn="l" defTabSz="307644" hangingPunct="0">
              <a:lnSpc>
                <a:spcPct val="90000"/>
              </a:lnSpc>
              <a:spcAft>
                <a:spcPts val="596"/>
              </a:spcAft>
              <a:buClr>
                <a:srgbClr val="E6513E"/>
              </a:buClr>
            </a:pPr>
            <a:r>
              <a:rPr lang="de-DE" sz="1000" dirty="0">
                <a:solidFill>
                  <a:schemeClr val="bg2"/>
                </a:solidFill>
                <a:latin typeface="+mj-lt"/>
                <a:ea typeface="Nokia Pure Text" panose="020B0504040602060303" pitchFamily="34" charset="0"/>
                <a:cs typeface="Nokia Pure Text" panose="020B0504040602060303" pitchFamily="34" charset="0"/>
                <a:sym typeface="Helvetica Neue" charset="0"/>
              </a:rPr>
              <a:t>Spielerisch / Agil/</a:t>
            </a:r>
          </a:p>
          <a:p>
            <a:pPr algn="l" defTabSz="307644" hangingPunct="0">
              <a:lnSpc>
                <a:spcPct val="90000"/>
              </a:lnSpc>
              <a:spcAft>
                <a:spcPts val="596"/>
              </a:spcAft>
              <a:buClr>
                <a:srgbClr val="E6513E"/>
              </a:buClr>
            </a:pPr>
            <a:r>
              <a:rPr lang="de-DE" sz="1000" dirty="0">
                <a:solidFill>
                  <a:schemeClr val="bg2"/>
                </a:solidFill>
                <a:latin typeface="+mj-lt"/>
                <a:ea typeface="Nokia Pure Text" panose="020B0504040602060303" pitchFamily="34" charset="0"/>
                <a:cs typeface="Nokia Pure Text" panose="020B0504040602060303" pitchFamily="34" charset="0"/>
                <a:sym typeface="Helvetica Neue" charset="0"/>
              </a:rPr>
              <a:t>Naturverbunden /</a:t>
            </a:r>
          </a:p>
        </p:txBody>
      </p:sp>
      <p:sp>
        <p:nvSpPr>
          <p:cNvPr id="97" name="Rectangle 96">
            <a:extLst>
              <a:ext uri="{FF2B5EF4-FFF2-40B4-BE49-F238E27FC236}">
                <a16:creationId xmlns:a16="http://schemas.microsoft.com/office/drawing/2014/main" id="{EF87E707-5B0F-4FC8-94D6-11B2743829BB}"/>
              </a:ext>
            </a:extLst>
          </p:cNvPr>
          <p:cNvSpPr/>
          <p:nvPr/>
        </p:nvSpPr>
        <p:spPr>
          <a:xfrm>
            <a:off x="2846285" y="-1026183"/>
            <a:ext cx="671321" cy="393760"/>
          </a:xfrm>
          <a:prstGeom prst="rect">
            <a:avLst/>
          </a:prstGeom>
          <a:solidFill>
            <a:srgbClr val="FFFF00"/>
          </a:solidFill>
        </p:spPr>
        <p:txBody>
          <a:bodyPr wrap="square" lIns="72000" tIns="36000" rIns="72000" bIns="36000" rtlCol="0" anchor="ctr">
            <a:noAutofit/>
          </a:bodyPr>
          <a:lstStyle/>
          <a:p>
            <a:pPr algn="l" defTabSz="307644" hangingPunct="0">
              <a:lnSpc>
                <a:spcPct val="90000"/>
              </a:lnSpc>
              <a:spcAft>
                <a:spcPts val="596"/>
              </a:spcAft>
              <a:buClr>
                <a:srgbClr val="E6513E"/>
              </a:buClr>
            </a:pPr>
            <a:r>
              <a:rPr lang="de-DE" sz="800" dirty="0">
                <a:solidFill>
                  <a:schemeClr val="bg2"/>
                </a:solidFill>
                <a:latin typeface="+mj-lt"/>
                <a:ea typeface="Nokia Pure Text" panose="020B0504040602060303" pitchFamily="34" charset="0"/>
                <a:cs typeface="Nokia Pure Text" panose="020B0504040602060303" pitchFamily="34" charset="0"/>
                <a:sym typeface="Helvetica Neue" charset="0"/>
              </a:rPr>
              <a:t>Evtl. ein zweites Grün</a:t>
            </a:r>
          </a:p>
        </p:txBody>
      </p:sp>
      <p:cxnSp>
        <p:nvCxnSpPr>
          <p:cNvPr id="14" name="Straight Arrow Connector 13">
            <a:extLst>
              <a:ext uri="{FF2B5EF4-FFF2-40B4-BE49-F238E27FC236}">
                <a16:creationId xmlns:a16="http://schemas.microsoft.com/office/drawing/2014/main" id="{2690906E-692C-496F-A8D3-E9C1D453D9B6}"/>
              </a:ext>
            </a:extLst>
          </p:cNvPr>
          <p:cNvCxnSpPr/>
          <p:nvPr/>
        </p:nvCxnSpPr>
        <p:spPr>
          <a:xfrm>
            <a:off x="4399815" y="-2099659"/>
            <a:ext cx="554351" cy="583450"/>
          </a:xfrm>
          <a:prstGeom prst="straightConnector1">
            <a:avLst/>
          </a:prstGeom>
          <a:ln w="12700" cap="flat" cmpd="sng">
            <a:solidFill>
              <a:schemeClr val="tx2"/>
            </a:solidFill>
            <a:miter lim="800000"/>
            <a:tailEnd type="triangle"/>
          </a:ln>
          <a:effectLst/>
        </p:spPr>
        <p:style>
          <a:lnRef idx="2">
            <a:schemeClr val="accent1"/>
          </a:lnRef>
          <a:fillRef idx="0">
            <a:schemeClr val="accent1"/>
          </a:fillRef>
          <a:effectRef idx="1">
            <a:schemeClr val="accent1"/>
          </a:effectRef>
          <a:fontRef idx="minor">
            <a:schemeClr val="tx1"/>
          </a:fontRef>
        </p:style>
      </p:cxnSp>
      <p:sp>
        <p:nvSpPr>
          <p:cNvPr id="98" name="Rectangle 97">
            <a:extLst>
              <a:ext uri="{FF2B5EF4-FFF2-40B4-BE49-F238E27FC236}">
                <a16:creationId xmlns:a16="http://schemas.microsoft.com/office/drawing/2014/main" id="{57061059-0FC8-4740-B513-CB5A46733465}"/>
              </a:ext>
            </a:extLst>
          </p:cNvPr>
          <p:cNvSpPr/>
          <p:nvPr/>
        </p:nvSpPr>
        <p:spPr>
          <a:xfrm>
            <a:off x="4630621" y="-1026183"/>
            <a:ext cx="797383" cy="393760"/>
          </a:xfrm>
          <a:prstGeom prst="rect">
            <a:avLst/>
          </a:prstGeom>
          <a:solidFill>
            <a:srgbClr val="FFFF00"/>
          </a:solidFill>
        </p:spPr>
        <p:txBody>
          <a:bodyPr wrap="square" lIns="72000" tIns="36000" rIns="72000" bIns="36000" rtlCol="0" anchor="ctr">
            <a:noAutofit/>
          </a:bodyPr>
          <a:lstStyle/>
          <a:p>
            <a:pPr algn="l" defTabSz="307644" hangingPunct="0">
              <a:lnSpc>
                <a:spcPct val="90000"/>
              </a:lnSpc>
              <a:spcAft>
                <a:spcPts val="596"/>
              </a:spcAft>
              <a:buClr>
                <a:srgbClr val="E6513E"/>
              </a:buClr>
            </a:pPr>
            <a:r>
              <a:rPr lang="de-DE" sz="800" dirty="0">
                <a:solidFill>
                  <a:schemeClr val="bg2"/>
                </a:solidFill>
                <a:latin typeface="+mj-lt"/>
                <a:ea typeface="Nokia Pure Text" panose="020B0504040602060303" pitchFamily="34" charset="0"/>
                <a:cs typeface="Nokia Pure Text" panose="020B0504040602060303" pitchFamily="34" charset="0"/>
                <a:sym typeface="Helvetica Neue" charset="0"/>
              </a:rPr>
              <a:t>Evtl. ein Grau auflösen und </a:t>
            </a:r>
          </a:p>
        </p:txBody>
      </p:sp>
      <p:cxnSp>
        <p:nvCxnSpPr>
          <p:cNvPr id="121" name="Straight Arrow Connector 120">
            <a:extLst>
              <a:ext uri="{FF2B5EF4-FFF2-40B4-BE49-F238E27FC236}">
                <a16:creationId xmlns:a16="http://schemas.microsoft.com/office/drawing/2014/main" id="{D3562EBB-536F-467D-ACDB-17EEF728D46F}"/>
              </a:ext>
            </a:extLst>
          </p:cNvPr>
          <p:cNvCxnSpPr>
            <a:cxnSpLocks/>
            <a:endCxn id="105" idx="0"/>
          </p:cNvCxnSpPr>
          <p:nvPr/>
        </p:nvCxnSpPr>
        <p:spPr>
          <a:xfrm>
            <a:off x="5828037" y="-2531095"/>
            <a:ext cx="134665" cy="1349393"/>
          </a:xfrm>
          <a:prstGeom prst="straightConnector1">
            <a:avLst/>
          </a:prstGeom>
          <a:ln w="12700" cap="flat" cmpd="sng">
            <a:solidFill>
              <a:srgbClr val="FF0000"/>
            </a:solidFill>
            <a:prstDash val="dash"/>
            <a:miter lim="800000"/>
            <a:tailEnd type="triangle"/>
          </a:ln>
          <a:effectLst/>
        </p:spPr>
        <p:style>
          <a:lnRef idx="2">
            <a:schemeClr val="accent1"/>
          </a:lnRef>
          <a:fillRef idx="0">
            <a:schemeClr val="accent1"/>
          </a:fillRef>
          <a:effectRef idx="1">
            <a:schemeClr val="accent1"/>
          </a:effectRef>
          <a:fontRef idx="minor">
            <a:schemeClr val="tx1"/>
          </a:fontRef>
        </p:style>
      </p:cxnSp>
      <p:cxnSp>
        <p:nvCxnSpPr>
          <p:cNvPr id="123" name="Straight Arrow Connector 122">
            <a:extLst>
              <a:ext uri="{FF2B5EF4-FFF2-40B4-BE49-F238E27FC236}">
                <a16:creationId xmlns:a16="http://schemas.microsoft.com/office/drawing/2014/main" id="{90D9BF82-4ACF-4953-B016-A37F74E208C1}"/>
              </a:ext>
            </a:extLst>
          </p:cNvPr>
          <p:cNvCxnSpPr>
            <a:cxnSpLocks/>
            <a:endCxn id="133" idx="0"/>
          </p:cNvCxnSpPr>
          <p:nvPr/>
        </p:nvCxnSpPr>
        <p:spPr>
          <a:xfrm>
            <a:off x="5828037" y="-2531095"/>
            <a:ext cx="366960" cy="938193"/>
          </a:xfrm>
          <a:prstGeom prst="straightConnector1">
            <a:avLst/>
          </a:prstGeom>
          <a:ln w="12700" cap="flat" cmpd="sng">
            <a:solidFill>
              <a:srgbClr val="FF0000"/>
            </a:solidFill>
            <a:prstDash val="dash"/>
            <a:miter lim="800000"/>
            <a:tailEnd type="triangle"/>
          </a:ln>
          <a:effectLst/>
        </p:spPr>
        <p:style>
          <a:lnRef idx="2">
            <a:schemeClr val="accent1"/>
          </a:lnRef>
          <a:fillRef idx="0">
            <a:schemeClr val="accent1"/>
          </a:fillRef>
          <a:effectRef idx="1">
            <a:schemeClr val="accent1"/>
          </a:effectRef>
          <a:fontRef idx="minor">
            <a:schemeClr val="tx1"/>
          </a:fontRef>
        </p:style>
      </p:cxnSp>
      <p:sp>
        <p:nvSpPr>
          <p:cNvPr id="124" name="Pantone 545">
            <a:extLst>
              <a:ext uri="{FF2B5EF4-FFF2-40B4-BE49-F238E27FC236}">
                <a16:creationId xmlns:a16="http://schemas.microsoft.com/office/drawing/2014/main" id="{678E4433-2C6F-4C3F-8A26-10074C9C36C4}"/>
              </a:ext>
            </a:extLst>
          </p:cNvPr>
          <p:cNvSpPr>
            <a:spLocks/>
          </p:cNvSpPr>
          <p:nvPr/>
        </p:nvSpPr>
        <p:spPr>
          <a:xfrm>
            <a:off x="5350349" y="-4151562"/>
            <a:ext cx="720000" cy="720000"/>
          </a:xfrm>
          <a:prstGeom prst="rect">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90000" rtlCol="0" anchor="t" anchorCtr="0"/>
          <a:lstStyle/>
          <a:p>
            <a:pPr>
              <a:lnSpc>
                <a:spcPct val="90000"/>
              </a:lnSpc>
              <a:spcAft>
                <a:spcPts val="600"/>
              </a:spcAft>
            </a:pPr>
            <a:r>
              <a:rPr lang="en-GB" sz="1000" dirty="0">
                <a:solidFill>
                  <a:schemeClr val="bg1"/>
                </a:solidFill>
              </a:rPr>
              <a:t>Mid Grey</a:t>
            </a:r>
            <a:br>
              <a:rPr lang="en-GB" sz="1000" dirty="0">
                <a:solidFill>
                  <a:schemeClr val="bg1"/>
                </a:solidFill>
              </a:rPr>
            </a:br>
            <a:r>
              <a:rPr lang="en-GB" sz="500" dirty="0">
                <a:solidFill>
                  <a:schemeClr val="bg1"/>
                </a:solidFill>
              </a:rPr>
              <a:t>As gradient auf the black</a:t>
            </a:r>
            <a:br>
              <a:rPr lang="en-GB" sz="900" dirty="0">
                <a:solidFill>
                  <a:schemeClr val="bg1"/>
                </a:solidFill>
              </a:rPr>
            </a:br>
            <a:r>
              <a:rPr lang="en-GB" sz="900" dirty="0">
                <a:solidFill>
                  <a:schemeClr val="bg1"/>
                </a:solidFill>
              </a:rPr>
              <a:t>91 | 91 | 91</a:t>
            </a:r>
            <a:br>
              <a:rPr lang="en-GB" sz="900" dirty="0">
                <a:solidFill>
                  <a:schemeClr val="bg1"/>
                </a:solidFill>
              </a:rPr>
            </a:br>
            <a:r>
              <a:rPr lang="en-GB" sz="900" dirty="0">
                <a:solidFill>
                  <a:schemeClr val="bg1"/>
                </a:solidFill>
              </a:rPr>
              <a:t>#5B5B5B</a:t>
            </a:r>
          </a:p>
        </p:txBody>
      </p:sp>
      <p:sp>
        <p:nvSpPr>
          <p:cNvPr id="19" name="Rechteck 80">
            <a:extLst>
              <a:ext uri="{FF2B5EF4-FFF2-40B4-BE49-F238E27FC236}">
                <a16:creationId xmlns:a16="http://schemas.microsoft.com/office/drawing/2014/main" id="{6E1B592C-4CD6-4A73-A940-82F1ED10D4B2}"/>
              </a:ext>
            </a:extLst>
          </p:cNvPr>
          <p:cNvSpPr>
            <a:spLocks/>
          </p:cNvSpPr>
          <p:nvPr/>
        </p:nvSpPr>
        <p:spPr>
          <a:xfrm>
            <a:off x="4410353" y="5398573"/>
            <a:ext cx="443648" cy="443648"/>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90000" rtlCol="0" anchor="t" anchorCtr="0"/>
          <a:lstStyle/>
          <a:p>
            <a:pPr>
              <a:lnSpc>
                <a:spcPct val="90000"/>
              </a:lnSpc>
              <a:spcAft>
                <a:spcPts val="600"/>
              </a:spcAft>
            </a:pPr>
            <a:r>
              <a:rPr lang="en-GB" sz="600" dirty="0">
                <a:solidFill>
                  <a:schemeClr val="bg1"/>
                </a:solidFill>
              </a:rPr>
              <a:t>Green</a:t>
            </a:r>
          </a:p>
          <a:p>
            <a:pPr>
              <a:lnSpc>
                <a:spcPct val="90000"/>
              </a:lnSpc>
              <a:spcAft>
                <a:spcPts val="600"/>
              </a:spcAft>
            </a:pPr>
            <a:r>
              <a:rPr lang="en-GB" sz="500" dirty="0">
                <a:solidFill>
                  <a:schemeClr val="bg1"/>
                </a:solidFill>
              </a:rPr>
              <a:t>54 | 214 | 99</a:t>
            </a:r>
            <a:br>
              <a:rPr lang="en-GB" sz="500" dirty="0">
                <a:solidFill>
                  <a:schemeClr val="bg1"/>
                </a:solidFill>
              </a:rPr>
            </a:br>
            <a:r>
              <a:rPr lang="en-GB" sz="500" dirty="0">
                <a:solidFill>
                  <a:schemeClr val="bg1"/>
                </a:solidFill>
              </a:rPr>
              <a:t>#36D663</a:t>
            </a:r>
            <a:br>
              <a:rPr lang="en-GB" sz="500" dirty="0">
                <a:solidFill>
                  <a:schemeClr val="bg1"/>
                </a:solidFill>
              </a:rPr>
            </a:br>
            <a:r>
              <a:rPr lang="en-GB" sz="500" dirty="0">
                <a:solidFill>
                  <a:schemeClr val="bg1"/>
                </a:solidFill>
              </a:rPr>
              <a:t>xxx</a:t>
            </a:r>
          </a:p>
        </p:txBody>
      </p:sp>
      <p:pic>
        <p:nvPicPr>
          <p:cNvPr id="154" name="Picture 153">
            <a:extLst>
              <a:ext uri="{FF2B5EF4-FFF2-40B4-BE49-F238E27FC236}">
                <a16:creationId xmlns:a16="http://schemas.microsoft.com/office/drawing/2014/main" id="{9D84C53D-2E45-4833-8E14-8A7D2DDC5B0A}"/>
              </a:ext>
            </a:extLst>
          </p:cNvPr>
          <p:cNvPicPr>
            <a:picLocks noChangeAspect="1"/>
          </p:cNvPicPr>
          <p:nvPr/>
        </p:nvPicPr>
        <p:blipFill>
          <a:blip r:embed="rId12"/>
          <a:stretch>
            <a:fillRect/>
          </a:stretch>
        </p:blipFill>
        <p:spPr>
          <a:xfrm>
            <a:off x="1910621" y="5296755"/>
            <a:ext cx="2462524" cy="1156602"/>
          </a:xfrm>
          <a:prstGeom prst="rect">
            <a:avLst/>
          </a:prstGeom>
        </p:spPr>
      </p:pic>
      <p:pic>
        <p:nvPicPr>
          <p:cNvPr id="155" name="Picture 154">
            <a:extLst>
              <a:ext uri="{FF2B5EF4-FFF2-40B4-BE49-F238E27FC236}">
                <a16:creationId xmlns:a16="http://schemas.microsoft.com/office/drawing/2014/main" id="{BA3C0B53-8E5B-4459-88BC-395B7AE03536}"/>
              </a:ext>
            </a:extLst>
          </p:cNvPr>
          <p:cNvPicPr>
            <a:picLocks noChangeAspect="1"/>
          </p:cNvPicPr>
          <p:nvPr/>
        </p:nvPicPr>
        <p:blipFill>
          <a:blip r:embed="rId13"/>
          <a:stretch>
            <a:fillRect/>
          </a:stretch>
        </p:blipFill>
        <p:spPr>
          <a:xfrm>
            <a:off x="1895951" y="6645102"/>
            <a:ext cx="2477194" cy="987372"/>
          </a:xfrm>
          <a:prstGeom prst="rect">
            <a:avLst/>
          </a:prstGeom>
        </p:spPr>
      </p:pic>
      <p:pic>
        <p:nvPicPr>
          <p:cNvPr id="156" name="Picture 155">
            <a:extLst>
              <a:ext uri="{FF2B5EF4-FFF2-40B4-BE49-F238E27FC236}">
                <a16:creationId xmlns:a16="http://schemas.microsoft.com/office/drawing/2014/main" id="{BDD88D8A-1C61-4EED-861A-7823A3E88A7B}"/>
              </a:ext>
            </a:extLst>
          </p:cNvPr>
          <p:cNvPicPr>
            <a:picLocks noChangeAspect="1"/>
          </p:cNvPicPr>
          <p:nvPr/>
        </p:nvPicPr>
        <p:blipFill>
          <a:blip r:embed="rId14"/>
          <a:stretch>
            <a:fillRect/>
          </a:stretch>
        </p:blipFill>
        <p:spPr>
          <a:xfrm>
            <a:off x="1910621" y="7824219"/>
            <a:ext cx="2411274" cy="966210"/>
          </a:xfrm>
          <a:prstGeom prst="rect">
            <a:avLst/>
          </a:prstGeom>
        </p:spPr>
      </p:pic>
      <p:pic>
        <p:nvPicPr>
          <p:cNvPr id="157" name="Picture 156">
            <a:extLst>
              <a:ext uri="{FF2B5EF4-FFF2-40B4-BE49-F238E27FC236}">
                <a16:creationId xmlns:a16="http://schemas.microsoft.com/office/drawing/2014/main" id="{D779B333-C96F-4188-BC0F-4116B0F794D8}"/>
              </a:ext>
            </a:extLst>
          </p:cNvPr>
          <p:cNvPicPr>
            <a:picLocks noChangeAspect="1"/>
          </p:cNvPicPr>
          <p:nvPr/>
        </p:nvPicPr>
        <p:blipFill>
          <a:blip r:embed="rId15"/>
          <a:stretch>
            <a:fillRect/>
          </a:stretch>
        </p:blipFill>
        <p:spPr>
          <a:xfrm>
            <a:off x="1936069" y="8982175"/>
            <a:ext cx="2385826" cy="954900"/>
          </a:xfrm>
          <a:prstGeom prst="rect">
            <a:avLst/>
          </a:prstGeom>
        </p:spPr>
      </p:pic>
      <p:pic>
        <p:nvPicPr>
          <p:cNvPr id="158" name="Picture 157">
            <a:extLst>
              <a:ext uri="{FF2B5EF4-FFF2-40B4-BE49-F238E27FC236}">
                <a16:creationId xmlns:a16="http://schemas.microsoft.com/office/drawing/2014/main" id="{84C1C7F3-A2B5-4F53-9553-2EEBD5C90711}"/>
              </a:ext>
            </a:extLst>
          </p:cNvPr>
          <p:cNvPicPr>
            <a:picLocks noChangeAspect="1"/>
          </p:cNvPicPr>
          <p:nvPr/>
        </p:nvPicPr>
        <p:blipFill>
          <a:blip r:embed="rId16"/>
          <a:stretch>
            <a:fillRect/>
          </a:stretch>
        </p:blipFill>
        <p:spPr>
          <a:xfrm>
            <a:off x="6038358" y="6692854"/>
            <a:ext cx="2673842" cy="1352288"/>
          </a:xfrm>
          <a:prstGeom prst="rect">
            <a:avLst/>
          </a:prstGeom>
        </p:spPr>
      </p:pic>
      <p:sp>
        <p:nvSpPr>
          <p:cNvPr id="159" name="TextBox 158">
            <a:extLst>
              <a:ext uri="{FF2B5EF4-FFF2-40B4-BE49-F238E27FC236}">
                <a16:creationId xmlns:a16="http://schemas.microsoft.com/office/drawing/2014/main" id="{E05F1C56-719E-45CE-9F0C-FAEEB04D53D9}"/>
              </a:ext>
            </a:extLst>
          </p:cNvPr>
          <p:cNvSpPr txBox="1"/>
          <p:nvPr/>
        </p:nvSpPr>
        <p:spPr>
          <a:xfrm>
            <a:off x="-44451" y="5813211"/>
            <a:ext cx="1684337" cy="4324261"/>
          </a:xfrm>
          <a:prstGeom prst="rect">
            <a:avLst/>
          </a:prstGeom>
          <a:solidFill>
            <a:schemeClr val="accent3">
              <a:lumMod val="20000"/>
              <a:lumOff val="80000"/>
            </a:schemeClr>
          </a:solidFill>
        </p:spPr>
        <p:txBody>
          <a:bodyPr wrap="square">
            <a:spAutoFit/>
          </a:bodyPr>
          <a:lstStyle/>
          <a:p>
            <a:r>
              <a:rPr lang="de-DE" sz="1100" dirty="0">
                <a:effectLst/>
                <a:latin typeface="Calibri" panose="020F0502020204030204" pitchFamily="34" charset="0"/>
                <a:ea typeface="Times New Roman" panose="02020603050405020304" pitchFamily="18" charset="0"/>
              </a:rPr>
              <a:t>Schau mal, ich hab mal ein paar Richtungen versucht, so richtig begeistert mich so ein „Farbverlauf“ nicht.. ich denke, man arbeitet nur mit einer zusätzlichen Farbplatte aus 3 Blautönen, geht ganz in die bunte Kiste oder gibt den  beiden Hautfarben und einem Blauton noch jeweils eine tiefe Farbe als Kombifarbe, damit es dann nicht zu bunt wird. Das kommt allerdings wirklich auf den Nutzen an. Du denkst da glaub ich anders als ich und mehr in </a:t>
            </a:r>
            <a:r>
              <a:rPr lang="de-DE" sz="1100" dirty="0" err="1">
                <a:effectLst/>
                <a:latin typeface="Calibri" panose="020F0502020204030204" pitchFamily="34" charset="0"/>
                <a:ea typeface="Times New Roman" panose="02020603050405020304" pitchFamily="18" charset="0"/>
              </a:rPr>
              <a:t>ppt</a:t>
            </a:r>
            <a:r>
              <a:rPr lang="de-DE" sz="1100" dirty="0">
                <a:effectLst/>
                <a:latin typeface="Calibri" panose="020F0502020204030204" pitchFamily="34" charset="0"/>
                <a:ea typeface="Times New Roman" panose="02020603050405020304" pitchFamily="18" charset="0"/>
              </a:rPr>
              <a:t> Anwendung und ich denke da glaub mehr in Gesamtbild was allerdings mit der Basis Rot Grün schon ne echte Herausforderung ist :)</a:t>
            </a:r>
            <a:endParaRPr lang="de-DE" sz="1100" dirty="0">
              <a:effectLst/>
              <a:latin typeface="Calibri" panose="020F0502020204030204" pitchFamily="34" charset="0"/>
              <a:ea typeface="Calibri" panose="020F0502020204030204" pitchFamily="34" charset="0"/>
            </a:endParaRPr>
          </a:p>
        </p:txBody>
      </p:sp>
      <p:sp>
        <p:nvSpPr>
          <p:cNvPr id="160" name="Rectangle 159">
            <a:extLst>
              <a:ext uri="{FF2B5EF4-FFF2-40B4-BE49-F238E27FC236}">
                <a16:creationId xmlns:a16="http://schemas.microsoft.com/office/drawing/2014/main" id="{4448E853-89BF-4A88-84A0-999F138BB0DC}"/>
              </a:ext>
            </a:extLst>
          </p:cNvPr>
          <p:cNvSpPr/>
          <p:nvPr/>
        </p:nvSpPr>
        <p:spPr>
          <a:xfrm>
            <a:off x="1936069" y="8713330"/>
            <a:ext cx="2482850" cy="69801"/>
          </a:xfrm>
          <a:prstGeom prst="rect">
            <a:avLst/>
          </a:prstGeom>
          <a:solidFill>
            <a:schemeClr val="accent6"/>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en-US" sz="10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61" name="Rectangle 160">
            <a:extLst>
              <a:ext uri="{FF2B5EF4-FFF2-40B4-BE49-F238E27FC236}">
                <a16:creationId xmlns:a16="http://schemas.microsoft.com/office/drawing/2014/main" id="{61E70D45-4A31-45A8-ABDD-67B77277A350}"/>
              </a:ext>
            </a:extLst>
          </p:cNvPr>
          <p:cNvSpPr/>
          <p:nvPr/>
        </p:nvSpPr>
        <p:spPr>
          <a:xfrm>
            <a:off x="1936069" y="9888380"/>
            <a:ext cx="2482850" cy="69801"/>
          </a:xfrm>
          <a:prstGeom prst="rect">
            <a:avLst/>
          </a:prstGeom>
          <a:solidFill>
            <a:schemeClr val="accent6"/>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en-US" sz="10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62" name="Rectangle 161">
            <a:extLst>
              <a:ext uri="{FF2B5EF4-FFF2-40B4-BE49-F238E27FC236}">
                <a16:creationId xmlns:a16="http://schemas.microsoft.com/office/drawing/2014/main" id="{40A37466-71C8-47D1-9DAA-A9F6E2262286}"/>
              </a:ext>
            </a:extLst>
          </p:cNvPr>
          <p:cNvSpPr/>
          <p:nvPr/>
        </p:nvSpPr>
        <p:spPr>
          <a:xfrm>
            <a:off x="1936069" y="7572635"/>
            <a:ext cx="2482850" cy="69801"/>
          </a:xfrm>
          <a:prstGeom prst="rect">
            <a:avLst/>
          </a:prstGeom>
          <a:solidFill>
            <a:schemeClr val="accent6"/>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en-US" sz="10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63" name="Rectangle 162">
            <a:extLst>
              <a:ext uri="{FF2B5EF4-FFF2-40B4-BE49-F238E27FC236}">
                <a16:creationId xmlns:a16="http://schemas.microsoft.com/office/drawing/2014/main" id="{65CEAB96-651C-4C3D-AC50-8D2D28DD50B7}"/>
              </a:ext>
            </a:extLst>
          </p:cNvPr>
          <p:cNvSpPr/>
          <p:nvPr/>
        </p:nvSpPr>
        <p:spPr>
          <a:xfrm>
            <a:off x="1936069" y="6456724"/>
            <a:ext cx="2482850" cy="69801"/>
          </a:xfrm>
          <a:prstGeom prst="rect">
            <a:avLst/>
          </a:prstGeom>
          <a:solidFill>
            <a:schemeClr val="accent6"/>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en-US" sz="10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64" name="Rectangle 163">
            <a:extLst>
              <a:ext uri="{FF2B5EF4-FFF2-40B4-BE49-F238E27FC236}">
                <a16:creationId xmlns:a16="http://schemas.microsoft.com/office/drawing/2014/main" id="{9F7D55BA-60E2-4E35-B2E4-32CCF738A113}"/>
              </a:ext>
            </a:extLst>
          </p:cNvPr>
          <p:cNvSpPr/>
          <p:nvPr/>
        </p:nvSpPr>
        <p:spPr>
          <a:xfrm>
            <a:off x="6047883" y="8010241"/>
            <a:ext cx="2482850" cy="69801"/>
          </a:xfrm>
          <a:prstGeom prst="rect">
            <a:avLst/>
          </a:prstGeom>
          <a:solidFill>
            <a:schemeClr val="accent6"/>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en-US" sz="10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65" name="Pantone 545">
            <a:extLst>
              <a:ext uri="{FF2B5EF4-FFF2-40B4-BE49-F238E27FC236}">
                <a16:creationId xmlns:a16="http://schemas.microsoft.com/office/drawing/2014/main" id="{0AA262FD-57C2-4103-B93C-EA3AF7CF1F46}"/>
              </a:ext>
            </a:extLst>
          </p:cNvPr>
          <p:cNvSpPr>
            <a:spLocks/>
          </p:cNvSpPr>
          <p:nvPr/>
        </p:nvSpPr>
        <p:spPr>
          <a:xfrm>
            <a:off x="5500801" y="5438688"/>
            <a:ext cx="443648" cy="44364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90000" rtlCol="0" anchor="t" anchorCtr="0"/>
          <a:lstStyle/>
          <a:p>
            <a:pPr>
              <a:lnSpc>
                <a:spcPct val="90000"/>
              </a:lnSpc>
              <a:spcAft>
                <a:spcPts val="600"/>
              </a:spcAft>
            </a:pPr>
            <a:r>
              <a:rPr lang="en-GB" sz="600" dirty="0">
                <a:solidFill>
                  <a:sysClr val="windowText" lastClr="000000"/>
                </a:solidFill>
              </a:rPr>
              <a:t>Light Grey</a:t>
            </a:r>
          </a:p>
          <a:p>
            <a:pPr>
              <a:lnSpc>
                <a:spcPct val="90000"/>
              </a:lnSpc>
              <a:spcAft>
                <a:spcPts val="600"/>
              </a:spcAft>
            </a:pPr>
            <a:r>
              <a:rPr lang="en-GB" sz="500" dirty="0">
                <a:solidFill>
                  <a:sysClr val="windowText" lastClr="000000"/>
                </a:solidFill>
              </a:rPr>
              <a:t>237 | 237 | 237</a:t>
            </a:r>
            <a:br>
              <a:rPr lang="en-GB" sz="500" dirty="0">
                <a:solidFill>
                  <a:sysClr val="windowText" lastClr="000000"/>
                </a:solidFill>
              </a:rPr>
            </a:br>
            <a:r>
              <a:rPr lang="en-GB" sz="500" dirty="0">
                <a:solidFill>
                  <a:sysClr val="windowText" lastClr="000000"/>
                </a:solidFill>
              </a:rPr>
              <a:t>#EDEDED</a:t>
            </a:r>
            <a:br>
              <a:rPr lang="en-GB" sz="500" dirty="0">
                <a:solidFill>
                  <a:sysClr val="windowText" lastClr="000000"/>
                </a:solidFill>
              </a:rPr>
            </a:br>
            <a:r>
              <a:rPr lang="en-GB" sz="500" dirty="0">
                <a:solidFill>
                  <a:sysClr val="windowText" lastClr="000000"/>
                </a:solidFill>
              </a:rPr>
              <a:t>xxx</a:t>
            </a:r>
          </a:p>
        </p:txBody>
      </p:sp>
      <p:sp>
        <p:nvSpPr>
          <p:cNvPr id="166" name="Rectangle 165">
            <a:extLst>
              <a:ext uri="{FF2B5EF4-FFF2-40B4-BE49-F238E27FC236}">
                <a16:creationId xmlns:a16="http://schemas.microsoft.com/office/drawing/2014/main" id="{6787FD0B-1D03-4E24-84B3-EFD8DE5A3471}"/>
              </a:ext>
            </a:extLst>
          </p:cNvPr>
          <p:cNvSpPr/>
          <p:nvPr/>
        </p:nvSpPr>
        <p:spPr>
          <a:xfrm>
            <a:off x="4916725" y="5916461"/>
            <a:ext cx="443648" cy="443648"/>
          </a:xfrm>
          <a:prstGeom prst="rect">
            <a:avLst/>
          </a:prstGeom>
          <a:solidFill>
            <a:schemeClr val="tx1"/>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6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67" name="Rectangle 166">
            <a:extLst>
              <a:ext uri="{FF2B5EF4-FFF2-40B4-BE49-F238E27FC236}">
                <a16:creationId xmlns:a16="http://schemas.microsoft.com/office/drawing/2014/main" id="{942C4367-ACED-43BF-85DD-8FA0BA93E8BB}"/>
              </a:ext>
            </a:extLst>
          </p:cNvPr>
          <p:cNvSpPr/>
          <p:nvPr/>
        </p:nvSpPr>
        <p:spPr>
          <a:xfrm>
            <a:off x="5462084" y="5916461"/>
            <a:ext cx="443648" cy="443648"/>
          </a:xfrm>
          <a:prstGeom prst="rect">
            <a:avLst/>
          </a:prstGeom>
          <a:solidFill>
            <a:schemeClr val="accent4"/>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6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68" name="Rectangle 167">
            <a:extLst>
              <a:ext uri="{FF2B5EF4-FFF2-40B4-BE49-F238E27FC236}">
                <a16:creationId xmlns:a16="http://schemas.microsoft.com/office/drawing/2014/main" id="{3C645869-B208-4029-B5C9-AFE2B0F4F5FE}"/>
              </a:ext>
            </a:extLst>
          </p:cNvPr>
          <p:cNvSpPr/>
          <p:nvPr/>
        </p:nvSpPr>
        <p:spPr>
          <a:xfrm>
            <a:off x="6119165" y="5916461"/>
            <a:ext cx="443648" cy="443648"/>
          </a:xfrm>
          <a:prstGeom prst="rect">
            <a:avLst/>
          </a:prstGeom>
          <a:solidFill>
            <a:schemeClr val="accent3"/>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6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69" name="Pantone 545">
            <a:extLst>
              <a:ext uri="{FF2B5EF4-FFF2-40B4-BE49-F238E27FC236}">
                <a16:creationId xmlns:a16="http://schemas.microsoft.com/office/drawing/2014/main" id="{E966D343-51FB-42F5-95D9-FDAB042A36F8}"/>
              </a:ext>
            </a:extLst>
          </p:cNvPr>
          <p:cNvSpPr>
            <a:spLocks/>
          </p:cNvSpPr>
          <p:nvPr/>
        </p:nvSpPr>
        <p:spPr>
          <a:xfrm>
            <a:off x="4981795" y="5446867"/>
            <a:ext cx="443648" cy="4436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90000" rtlCol="0" anchor="t" anchorCtr="0"/>
          <a:lstStyle/>
          <a:p>
            <a:pPr>
              <a:lnSpc>
                <a:spcPct val="90000"/>
              </a:lnSpc>
              <a:spcAft>
                <a:spcPts val="600"/>
              </a:spcAft>
            </a:pPr>
            <a:r>
              <a:rPr lang="en-GB" sz="600" dirty="0">
                <a:solidFill>
                  <a:schemeClr val="bg1"/>
                </a:solidFill>
              </a:rPr>
              <a:t>Mid Grey</a:t>
            </a:r>
          </a:p>
          <a:p>
            <a:pPr>
              <a:lnSpc>
                <a:spcPct val="90000"/>
              </a:lnSpc>
              <a:spcAft>
                <a:spcPts val="600"/>
              </a:spcAft>
            </a:pPr>
            <a:r>
              <a:rPr lang="en-GB" sz="500" dirty="0">
                <a:solidFill>
                  <a:schemeClr val="bg1"/>
                </a:solidFill>
              </a:rPr>
              <a:t>81 | 81 | 81</a:t>
            </a:r>
            <a:br>
              <a:rPr lang="en-GB" sz="500" dirty="0">
                <a:solidFill>
                  <a:schemeClr val="bg1"/>
                </a:solidFill>
              </a:rPr>
            </a:br>
            <a:r>
              <a:rPr lang="en-GB" sz="500" dirty="0">
                <a:solidFill>
                  <a:schemeClr val="bg1"/>
                </a:solidFill>
              </a:rPr>
              <a:t>#515151</a:t>
            </a:r>
            <a:br>
              <a:rPr lang="en-GB" sz="500" dirty="0">
                <a:solidFill>
                  <a:schemeClr val="bg1"/>
                </a:solidFill>
              </a:rPr>
            </a:br>
            <a:r>
              <a:rPr lang="en-GB" sz="500" dirty="0">
                <a:solidFill>
                  <a:schemeClr val="bg1"/>
                </a:solidFill>
              </a:rPr>
              <a:t>xx% black</a:t>
            </a:r>
          </a:p>
        </p:txBody>
      </p:sp>
      <p:cxnSp>
        <p:nvCxnSpPr>
          <p:cNvPr id="170" name="Straight Connector 169">
            <a:extLst>
              <a:ext uri="{FF2B5EF4-FFF2-40B4-BE49-F238E27FC236}">
                <a16:creationId xmlns:a16="http://schemas.microsoft.com/office/drawing/2014/main" id="{4AE28FEC-B391-458A-AF93-009808D93489}"/>
              </a:ext>
            </a:extLst>
          </p:cNvPr>
          <p:cNvCxnSpPr/>
          <p:nvPr/>
        </p:nvCxnSpPr>
        <p:spPr>
          <a:xfrm flipH="1">
            <a:off x="4897672" y="5398573"/>
            <a:ext cx="601489" cy="593189"/>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171" name="Straight Connector 170">
            <a:extLst>
              <a:ext uri="{FF2B5EF4-FFF2-40B4-BE49-F238E27FC236}">
                <a16:creationId xmlns:a16="http://schemas.microsoft.com/office/drawing/2014/main" id="{8E5A241E-C464-4909-81EB-5CC264A1E26E}"/>
              </a:ext>
            </a:extLst>
          </p:cNvPr>
          <p:cNvCxnSpPr/>
          <p:nvPr/>
        </p:nvCxnSpPr>
        <p:spPr>
          <a:xfrm flipH="1">
            <a:off x="5380112" y="5398573"/>
            <a:ext cx="601489" cy="593189"/>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172" name="Straight Connector 171">
            <a:extLst>
              <a:ext uri="{FF2B5EF4-FFF2-40B4-BE49-F238E27FC236}">
                <a16:creationId xmlns:a16="http://schemas.microsoft.com/office/drawing/2014/main" id="{25922963-074D-44A9-85E7-BE528806371B}"/>
              </a:ext>
            </a:extLst>
          </p:cNvPr>
          <p:cNvCxnSpPr/>
          <p:nvPr/>
        </p:nvCxnSpPr>
        <p:spPr>
          <a:xfrm flipH="1">
            <a:off x="4276444" y="5398573"/>
            <a:ext cx="601489" cy="593189"/>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173" name="Straight Connector 172">
            <a:extLst>
              <a:ext uri="{FF2B5EF4-FFF2-40B4-BE49-F238E27FC236}">
                <a16:creationId xmlns:a16="http://schemas.microsoft.com/office/drawing/2014/main" id="{2EFADAF9-934B-4927-91C3-67568B2DB720}"/>
              </a:ext>
            </a:extLst>
          </p:cNvPr>
          <p:cNvCxnSpPr/>
          <p:nvPr/>
        </p:nvCxnSpPr>
        <p:spPr>
          <a:xfrm flipH="1">
            <a:off x="4778357" y="5873843"/>
            <a:ext cx="601489" cy="593189"/>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174" name="Straight Connector 173">
            <a:extLst>
              <a:ext uri="{FF2B5EF4-FFF2-40B4-BE49-F238E27FC236}">
                <a16:creationId xmlns:a16="http://schemas.microsoft.com/office/drawing/2014/main" id="{BCEB6D2C-C3F5-463B-9381-CCD366C94A83}"/>
              </a:ext>
            </a:extLst>
          </p:cNvPr>
          <p:cNvCxnSpPr/>
          <p:nvPr/>
        </p:nvCxnSpPr>
        <p:spPr>
          <a:xfrm flipH="1">
            <a:off x="5468905" y="5842221"/>
            <a:ext cx="601489" cy="593189"/>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175" name="Straight Connector 174">
            <a:extLst>
              <a:ext uri="{FF2B5EF4-FFF2-40B4-BE49-F238E27FC236}">
                <a16:creationId xmlns:a16="http://schemas.microsoft.com/office/drawing/2014/main" id="{987EEC10-CC78-4B1F-B64B-F809F1558B77}"/>
              </a:ext>
            </a:extLst>
          </p:cNvPr>
          <p:cNvCxnSpPr/>
          <p:nvPr/>
        </p:nvCxnSpPr>
        <p:spPr>
          <a:xfrm flipH="1">
            <a:off x="6070394" y="5841690"/>
            <a:ext cx="601489" cy="593189"/>
          </a:xfrm>
          <a:prstGeom prst="line">
            <a:avLst/>
          </a:prstGeom>
          <a:ln/>
        </p:spPr>
        <p:style>
          <a:lnRef idx="1">
            <a:schemeClr val="accent6"/>
          </a:lnRef>
          <a:fillRef idx="0">
            <a:schemeClr val="accent6"/>
          </a:fillRef>
          <a:effectRef idx="0">
            <a:schemeClr val="accent6"/>
          </a:effectRef>
          <a:fontRef idx="minor">
            <a:schemeClr val="tx1"/>
          </a:fontRef>
        </p:style>
      </p:cxnSp>
      <p:grpSp>
        <p:nvGrpSpPr>
          <p:cNvPr id="69" name="Group 68">
            <a:extLst>
              <a:ext uri="{FF2B5EF4-FFF2-40B4-BE49-F238E27FC236}">
                <a16:creationId xmlns:a16="http://schemas.microsoft.com/office/drawing/2014/main" id="{A856FBB6-2BC4-4464-89D3-BB87EC7E232D}"/>
              </a:ext>
            </a:extLst>
          </p:cNvPr>
          <p:cNvGrpSpPr/>
          <p:nvPr/>
        </p:nvGrpSpPr>
        <p:grpSpPr>
          <a:xfrm>
            <a:off x="-5786412" y="365940"/>
            <a:ext cx="4968920" cy="2447662"/>
            <a:chOff x="1294361" y="433349"/>
            <a:chExt cx="3938476" cy="1940071"/>
          </a:xfrm>
        </p:grpSpPr>
        <p:sp>
          <p:nvSpPr>
            <p:cNvPr id="9" name="Rectangle 8">
              <a:extLst>
                <a:ext uri="{FF2B5EF4-FFF2-40B4-BE49-F238E27FC236}">
                  <a16:creationId xmlns:a16="http://schemas.microsoft.com/office/drawing/2014/main" id="{42327876-D852-4C46-9C6F-45A4897EB42C}"/>
                </a:ext>
              </a:extLst>
            </p:cNvPr>
            <p:cNvSpPr/>
            <p:nvPr/>
          </p:nvSpPr>
          <p:spPr>
            <a:xfrm>
              <a:off x="1294361" y="1104337"/>
              <a:ext cx="3876917" cy="1206184"/>
            </a:xfrm>
            <a:prstGeom prst="rect">
              <a:avLst/>
            </a:prstGeom>
            <a:solidFill>
              <a:schemeClr val="bg1"/>
            </a:solidFill>
            <a:ln>
              <a:solidFill>
                <a:schemeClr val="tx2"/>
              </a:solidFill>
              <a:miter lim="800000"/>
            </a:ln>
          </p:spPr>
          <p:txBody>
            <a:bodyPr wrap="square" lIns="72000" tIns="36000" rIns="72000" bIns="36000" rtlCol="0" anchor="t">
              <a:noAutofit/>
            </a:bodyPr>
            <a:lstStyle/>
            <a:p>
              <a:pPr algn="r" defTabSz="307644" hangingPunct="0">
                <a:lnSpc>
                  <a:spcPct val="90000"/>
                </a:lnSpc>
                <a:spcAft>
                  <a:spcPts val="596"/>
                </a:spcAft>
                <a:buClr>
                  <a:srgbClr val="E6513E"/>
                </a:buClr>
              </a:pPr>
              <a:r>
                <a:rPr lang="de-DE" sz="1000" dirty="0">
                  <a:solidFill>
                    <a:schemeClr val="tx2"/>
                  </a:solidFill>
                  <a:latin typeface="+mj-lt"/>
                  <a:ea typeface="Nokia Pure Text" panose="020B0504040602060303" pitchFamily="34" charset="0"/>
                  <a:cs typeface="Nokia Pure Text" panose="020B0504040602060303" pitchFamily="34" charset="0"/>
                  <a:sym typeface="Helvetica Neue" charset="0"/>
                </a:rPr>
                <a:t>Hauptfarben</a:t>
              </a:r>
            </a:p>
          </p:txBody>
        </p:sp>
        <p:sp>
          <p:nvSpPr>
            <p:cNvPr id="20" name="Rechteck 84">
              <a:extLst>
                <a:ext uri="{FF2B5EF4-FFF2-40B4-BE49-F238E27FC236}">
                  <a16:creationId xmlns:a16="http://schemas.microsoft.com/office/drawing/2014/main" id="{633473A4-C951-4B8C-BBA7-AB92E883820D}"/>
                </a:ext>
              </a:extLst>
            </p:cNvPr>
            <p:cNvSpPr>
              <a:spLocks/>
            </p:cNvSpPr>
            <p:nvPr/>
          </p:nvSpPr>
          <p:spPr>
            <a:xfrm>
              <a:off x="2926554" y="1340431"/>
              <a:ext cx="443648" cy="859398"/>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90000" rtlCol="0" anchor="t" anchorCtr="0"/>
            <a:lstStyle/>
            <a:p>
              <a:pPr>
                <a:lnSpc>
                  <a:spcPct val="90000"/>
                </a:lnSpc>
                <a:spcAft>
                  <a:spcPts val="600"/>
                </a:spcAft>
              </a:pPr>
              <a:r>
                <a:rPr lang="en-GB" sz="600" dirty="0">
                  <a:solidFill>
                    <a:schemeClr val="bg1"/>
                  </a:solidFill>
                </a:rPr>
                <a:t>OHOE Red</a:t>
              </a:r>
            </a:p>
            <a:p>
              <a:pPr>
                <a:lnSpc>
                  <a:spcPct val="90000"/>
                </a:lnSpc>
                <a:spcAft>
                  <a:spcPts val="600"/>
                </a:spcAft>
              </a:pPr>
              <a:r>
                <a:rPr lang="en-GB" sz="500" dirty="0">
                  <a:solidFill>
                    <a:schemeClr val="bg1"/>
                  </a:solidFill>
                </a:rPr>
                <a:t>214 | 54 | 54</a:t>
              </a:r>
              <a:br>
                <a:rPr lang="en-GB" sz="500" dirty="0">
                  <a:solidFill>
                    <a:schemeClr val="bg1"/>
                  </a:solidFill>
                </a:rPr>
              </a:br>
              <a:r>
                <a:rPr lang="en-GB" sz="500" dirty="0">
                  <a:solidFill>
                    <a:schemeClr val="bg1"/>
                  </a:solidFill>
                </a:rPr>
                <a:t>#D63636</a:t>
              </a:r>
              <a:br>
                <a:rPr lang="en-GB" sz="500" dirty="0">
                  <a:solidFill>
                    <a:schemeClr val="bg1"/>
                  </a:solidFill>
                </a:rPr>
              </a:br>
              <a:r>
                <a:rPr lang="en-GB" sz="500" dirty="0">
                  <a:solidFill>
                    <a:schemeClr val="bg1"/>
                  </a:solidFill>
                </a:rPr>
                <a:t>0-0-0-0</a:t>
              </a:r>
            </a:p>
          </p:txBody>
        </p:sp>
        <p:sp>
          <p:nvSpPr>
            <p:cNvPr id="27" name="Rectangle 26">
              <a:extLst>
                <a:ext uri="{FF2B5EF4-FFF2-40B4-BE49-F238E27FC236}">
                  <a16:creationId xmlns:a16="http://schemas.microsoft.com/office/drawing/2014/main" id="{2872EBAA-A8B2-4D48-B4B0-52FB685C2E7D}"/>
                </a:ext>
              </a:extLst>
            </p:cNvPr>
            <p:cNvSpPr/>
            <p:nvPr/>
          </p:nvSpPr>
          <p:spPr>
            <a:xfrm>
              <a:off x="4474623" y="1340431"/>
              <a:ext cx="443648" cy="859398"/>
            </a:xfrm>
            <a:prstGeom prst="rect">
              <a:avLst/>
            </a:prstGeom>
            <a:solidFill>
              <a:srgbClr val="FFDC4E"/>
            </a:solidFill>
            <a:ln>
              <a:noFill/>
              <a:prstDash val="dash"/>
            </a:ln>
          </p:spPr>
          <p:txBody>
            <a:bodyPr wrap="square" lIns="36000" tIns="36000" rIns="36000" bIns="36000" rtlCol="0" anchor="t">
              <a:noAutofit/>
            </a:bodyPr>
            <a:lstStyle/>
            <a:p>
              <a:pPr marL="0" marR="0" lvl="0" indent="0" algn="l" defTabSz="685800" rtl="0" eaLnBrk="1" fontAlgn="auto" latinLnBrk="0" hangingPunct="1">
                <a:lnSpc>
                  <a:spcPct val="90000"/>
                </a:lnSpc>
                <a:spcBef>
                  <a:spcPts val="0"/>
                </a:spcBef>
                <a:spcAft>
                  <a:spcPts val="600"/>
                </a:spcAft>
                <a:buClrTx/>
                <a:buSzTx/>
                <a:buFontTx/>
                <a:buNone/>
                <a:tabLst/>
                <a:defRPr/>
              </a:pPr>
              <a:r>
                <a:rPr kumimoji="0" lang="en-GB" sz="600" b="0" i="0" u="none" strike="noStrike" kern="1200" cap="none" spc="0" normalizeH="0" baseline="0" noProof="0" dirty="0">
                  <a:ln>
                    <a:noFill/>
                  </a:ln>
                  <a:solidFill>
                    <a:srgbClr val="FFFFFF"/>
                  </a:solidFill>
                  <a:effectLst/>
                  <a:uLnTx/>
                  <a:uFillTx/>
                  <a:latin typeface="Arial Narrow"/>
                  <a:ea typeface="+mn-ea"/>
                  <a:cs typeface="+mn-cs"/>
                </a:rPr>
                <a:t>OHOE Gelb</a:t>
              </a:r>
            </a:p>
            <a:p>
              <a:pPr marL="0" marR="0" lvl="0" indent="0" algn="l" defTabSz="685800" rtl="0" eaLnBrk="1" fontAlgn="auto" latinLnBrk="0" hangingPunct="1">
                <a:lnSpc>
                  <a:spcPct val="90000"/>
                </a:lnSpc>
                <a:spcBef>
                  <a:spcPts val="0"/>
                </a:spcBef>
                <a:spcAft>
                  <a:spcPts val="600"/>
                </a:spcAft>
                <a:buClrTx/>
                <a:buSzTx/>
                <a:buFontTx/>
                <a:buNone/>
                <a:tabLst/>
                <a:defRPr/>
              </a:pPr>
              <a:r>
                <a:rPr kumimoji="0" lang="en-GB" sz="500" b="0" i="0" u="none" strike="noStrike" kern="1200" cap="none" spc="0" normalizeH="0" baseline="0" noProof="0" dirty="0">
                  <a:ln>
                    <a:noFill/>
                  </a:ln>
                  <a:solidFill>
                    <a:srgbClr val="FFFFFF"/>
                  </a:solidFill>
                  <a:effectLst/>
                  <a:uLnTx/>
                  <a:uFillTx/>
                  <a:latin typeface="Arial Narrow"/>
                  <a:ea typeface="+mn-ea"/>
                  <a:cs typeface="+mn-cs"/>
                </a:rPr>
                <a:t>255 | 220 | 78</a:t>
              </a:r>
              <a:br>
                <a:rPr kumimoji="0" lang="en-GB" sz="500" b="0" i="0" u="none" strike="noStrike" kern="1200" cap="none" spc="0" normalizeH="0" baseline="0" noProof="0" dirty="0">
                  <a:ln>
                    <a:noFill/>
                  </a:ln>
                  <a:solidFill>
                    <a:srgbClr val="FFFFFF"/>
                  </a:solidFill>
                  <a:effectLst/>
                  <a:uLnTx/>
                  <a:uFillTx/>
                  <a:latin typeface="Arial Narrow"/>
                  <a:ea typeface="+mn-ea"/>
                  <a:cs typeface="+mn-cs"/>
                </a:rPr>
              </a:br>
              <a:r>
                <a:rPr kumimoji="0" lang="en-GB" sz="500" b="0" i="0" u="none" strike="noStrike" kern="1200" cap="none" spc="0" normalizeH="0" baseline="0" noProof="0" dirty="0">
                  <a:ln>
                    <a:noFill/>
                  </a:ln>
                  <a:solidFill>
                    <a:srgbClr val="FFFFFF"/>
                  </a:solidFill>
                  <a:effectLst/>
                  <a:uLnTx/>
                  <a:uFillTx/>
                  <a:latin typeface="Arial Narrow"/>
                  <a:ea typeface="+mn-ea"/>
                  <a:cs typeface="+mn-cs"/>
                </a:rPr>
                <a:t>#FFDC4E</a:t>
              </a:r>
              <a:br>
                <a:rPr kumimoji="0" lang="en-GB" sz="500" b="0" i="0" u="none" strike="noStrike" kern="1200" cap="none" spc="0" normalizeH="0" baseline="0" noProof="0" dirty="0">
                  <a:ln>
                    <a:noFill/>
                  </a:ln>
                  <a:solidFill>
                    <a:srgbClr val="FFFFFF"/>
                  </a:solidFill>
                  <a:effectLst/>
                  <a:uLnTx/>
                  <a:uFillTx/>
                  <a:latin typeface="Arial Narrow"/>
                  <a:ea typeface="+mn-ea"/>
                  <a:cs typeface="+mn-cs"/>
                </a:rPr>
              </a:br>
              <a:r>
                <a:rPr kumimoji="0" lang="en-GB" sz="500" b="0" i="0" u="none" strike="noStrike" kern="1200" cap="none" spc="0" normalizeH="0" baseline="0" noProof="0" dirty="0">
                  <a:ln>
                    <a:noFill/>
                  </a:ln>
                  <a:solidFill>
                    <a:srgbClr val="FFFFFF"/>
                  </a:solidFill>
                  <a:effectLst/>
                  <a:uLnTx/>
                  <a:uFillTx/>
                  <a:latin typeface="Arial Narrow"/>
                  <a:ea typeface="+mn-ea"/>
                  <a:cs typeface="+mn-cs"/>
                </a:rPr>
                <a:t>x-x-x-x</a:t>
              </a:r>
            </a:p>
            <a:p>
              <a:pPr algn="l" defTabSz="307644" hangingPunct="0">
                <a:lnSpc>
                  <a:spcPct val="90000"/>
                </a:lnSpc>
                <a:spcAft>
                  <a:spcPts val="596"/>
                </a:spcAft>
                <a:buClr>
                  <a:srgbClr val="E6513E"/>
                </a:buClr>
              </a:pPr>
              <a:endParaRPr lang="de-DE" sz="600" dirty="0">
                <a:solidFill>
                  <a:srgbClr val="FFDC4E"/>
                </a:solidFill>
                <a:latin typeface="+mj-lt"/>
                <a:ea typeface="Nokia Pure Text" panose="020B0504040602060303" pitchFamily="34" charset="0"/>
                <a:cs typeface="Nokia Pure Text" panose="020B0504040602060303" pitchFamily="34" charset="0"/>
                <a:sym typeface="Helvetica Neue" charset="0"/>
              </a:endParaRPr>
            </a:p>
          </p:txBody>
        </p:sp>
        <p:sp>
          <p:nvSpPr>
            <p:cNvPr id="28" name="Rectangle 27">
              <a:extLst>
                <a:ext uri="{FF2B5EF4-FFF2-40B4-BE49-F238E27FC236}">
                  <a16:creationId xmlns:a16="http://schemas.microsoft.com/office/drawing/2014/main" id="{DE34CDFE-6440-44F4-AA01-20E13D70619F}"/>
                </a:ext>
              </a:extLst>
            </p:cNvPr>
            <p:cNvSpPr/>
            <p:nvPr/>
          </p:nvSpPr>
          <p:spPr>
            <a:xfrm>
              <a:off x="3958600" y="1340431"/>
              <a:ext cx="443648" cy="859398"/>
            </a:xfrm>
            <a:prstGeom prst="rect">
              <a:avLst/>
            </a:prstGeom>
            <a:solidFill>
              <a:srgbClr val="80D3FF"/>
            </a:solidFill>
            <a:ln>
              <a:noFill/>
              <a:prstDash val="dash"/>
            </a:ln>
          </p:spPr>
          <p:txBody>
            <a:bodyPr wrap="square" lIns="36000" tIns="36000" rIns="36000" bIns="36000" rtlCol="0" anchor="t">
              <a:noAutofit/>
            </a:bodyPr>
            <a:lstStyle/>
            <a:p>
              <a:pPr marL="0" marR="0" lvl="0" indent="0" algn="l" defTabSz="685800" rtl="0" eaLnBrk="1" fontAlgn="auto" latinLnBrk="0" hangingPunct="1">
                <a:lnSpc>
                  <a:spcPct val="90000"/>
                </a:lnSpc>
                <a:spcBef>
                  <a:spcPts val="0"/>
                </a:spcBef>
                <a:spcAft>
                  <a:spcPts val="600"/>
                </a:spcAft>
                <a:buClrTx/>
                <a:buSzTx/>
                <a:buFontTx/>
                <a:buNone/>
                <a:tabLst/>
                <a:defRPr/>
              </a:pPr>
              <a:r>
                <a:rPr kumimoji="0" lang="en-GB" sz="600" b="0" i="0" u="none" strike="noStrike" kern="1200" cap="none" spc="0" normalizeH="0" baseline="0" noProof="0" dirty="0">
                  <a:ln>
                    <a:noFill/>
                  </a:ln>
                  <a:solidFill>
                    <a:srgbClr val="FFFFFF"/>
                  </a:solidFill>
                  <a:effectLst/>
                  <a:uLnTx/>
                  <a:uFillTx/>
                  <a:latin typeface="Arial Narrow"/>
                  <a:ea typeface="+mn-ea"/>
                  <a:cs typeface="+mn-cs"/>
                </a:rPr>
                <a:t>OHOE </a:t>
              </a:r>
              <a:r>
                <a:rPr kumimoji="0" lang="en-GB" sz="600" b="0" i="0" u="none" strike="noStrike" kern="1200" cap="none" spc="0" normalizeH="0" baseline="0" noProof="0" dirty="0" err="1">
                  <a:ln>
                    <a:noFill/>
                  </a:ln>
                  <a:solidFill>
                    <a:srgbClr val="FFFFFF"/>
                  </a:solidFill>
                  <a:effectLst/>
                  <a:uLnTx/>
                  <a:uFillTx/>
                  <a:latin typeface="Arial Narrow"/>
                  <a:ea typeface="+mn-ea"/>
                  <a:cs typeface="+mn-cs"/>
                </a:rPr>
                <a:t>Blau</a:t>
              </a:r>
              <a:endParaRPr kumimoji="0" lang="en-GB" sz="600" b="0" i="0" u="none" strike="noStrike" kern="1200" cap="none" spc="0" normalizeH="0" baseline="0" noProof="0" dirty="0">
                <a:ln>
                  <a:noFill/>
                </a:ln>
                <a:solidFill>
                  <a:srgbClr val="FFFFFF"/>
                </a:solidFill>
                <a:effectLst/>
                <a:uLnTx/>
                <a:uFillTx/>
                <a:latin typeface="Arial Narrow"/>
                <a:ea typeface="+mn-ea"/>
                <a:cs typeface="+mn-cs"/>
              </a:endParaRPr>
            </a:p>
            <a:p>
              <a:pPr marL="0" marR="0" lvl="0" indent="0" algn="l" defTabSz="685800" rtl="0" eaLnBrk="1" fontAlgn="auto" latinLnBrk="0" hangingPunct="1">
                <a:lnSpc>
                  <a:spcPct val="90000"/>
                </a:lnSpc>
                <a:spcBef>
                  <a:spcPts val="0"/>
                </a:spcBef>
                <a:spcAft>
                  <a:spcPts val="600"/>
                </a:spcAft>
                <a:buClrTx/>
                <a:buSzTx/>
                <a:buFontTx/>
                <a:buNone/>
                <a:tabLst/>
                <a:defRPr/>
              </a:pPr>
              <a:r>
                <a:rPr kumimoji="0" lang="en-GB" sz="500" b="0" i="0" u="none" strike="noStrike" kern="1200" cap="none" spc="0" normalizeH="0" baseline="0" noProof="0" dirty="0">
                  <a:ln>
                    <a:noFill/>
                  </a:ln>
                  <a:solidFill>
                    <a:srgbClr val="FFFFFF"/>
                  </a:solidFill>
                  <a:effectLst/>
                  <a:uLnTx/>
                  <a:uFillTx/>
                  <a:latin typeface="Arial Narrow"/>
                  <a:ea typeface="+mn-ea"/>
                  <a:cs typeface="+mn-cs"/>
                </a:rPr>
                <a:t>128 | 211 | 255</a:t>
              </a:r>
              <a:br>
                <a:rPr kumimoji="0" lang="en-GB" sz="500" b="0" i="0" u="none" strike="noStrike" kern="1200" cap="none" spc="0" normalizeH="0" baseline="0" noProof="0" dirty="0">
                  <a:ln>
                    <a:noFill/>
                  </a:ln>
                  <a:solidFill>
                    <a:srgbClr val="FFFFFF"/>
                  </a:solidFill>
                  <a:effectLst/>
                  <a:uLnTx/>
                  <a:uFillTx/>
                  <a:latin typeface="Arial Narrow"/>
                  <a:ea typeface="+mn-ea"/>
                  <a:cs typeface="+mn-cs"/>
                </a:rPr>
              </a:br>
              <a:r>
                <a:rPr kumimoji="0" lang="en-GB" sz="500" b="0" i="0" u="none" strike="noStrike" kern="1200" cap="none" spc="0" normalizeH="0" baseline="0" noProof="0" dirty="0">
                  <a:ln>
                    <a:noFill/>
                  </a:ln>
                  <a:solidFill>
                    <a:srgbClr val="FFFFFF"/>
                  </a:solidFill>
                  <a:effectLst/>
                  <a:uLnTx/>
                  <a:uFillTx/>
                  <a:latin typeface="Arial Narrow"/>
                  <a:ea typeface="+mn-ea"/>
                  <a:cs typeface="+mn-cs"/>
                </a:rPr>
                <a:t>#80D3FF</a:t>
              </a:r>
              <a:br>
                <a:rPr kumimoji="0" lang="en-GB" sz="500" b="0" i="0" u="none" strike="noStrike" kern="1200" cap="none" spc="0" normalizeH="0" baseline="0" noProof="0" dirty="0">
                  <a:ln>
                    <a:noFill/>
                  </a:ln>
                  <a:solidFill>
                    <a:srgbClr val="FFFFFF"/>
                  </a:solidFill>
                  <a:effectLst/>
                  <a:uLnTx/>
                  <a:uFillTx/>
                  <a:latin typeface="Arial Narrow"/>
                  <a:ea typeface="+mn-ea"/>
                  <a:cs typeface="+mn-cs"/>
                </a:rPr>
              </a:br>
              <a:r>
                <a:rPr kumimoji="0" lang="en-GB" sz="500" b="0" i="0" u="none" strike="noStrike" kern="1200" cap="none" spc="0" normalizeH="0" baseline="0" noProof="0" dirty="0">
                  <a:ln>
                    <a:noFill/>
                  </a:ln>
                  <a:solidFill>
                    <a:srgbClr val="FFFFFF"/>
                  </a:solidFill>
                  <a:effectLst/>
                  <a:uLnTx/>
                  <a:uFillTx/>
                  <a:latin typeface="Arial Narrow"/>
                  <a:ea typeface="+mn-ea"/>
                  <a:cs typeface="+mn-cs"/>
                </a:rPr>
                <a:t>-</a:t>
              </a:r>
            </a:p>
            <a:p>
              <a:pPr algn="l" defTabSz="307644" hangingPunct="0">
                <a:lnSpc>
                  <a:spcPct val="90000"/>
                </a:lnSpc>
                <a:spcAft>
                  <a:spcPts val="596"/>
                </a:spcAft>
                <a:buClr>
                  <a:srgbClr val="E6513E"/>
                </a:buClr>
              </a:pPr>
              <a:endParaRPr lang="de-DE" sz="6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76" name="Rectangle 175">
              <a:extLst>
                <a:ext uri="{FF2B5EF4-FFF2-40B4-BE49-F238E27FC236}">
                  <a16:creationId xmlns:a16="http://schemas.microsoft.com/office/drawing/2014/main" id="{E587E38C-44EE-4E8D-9B47-B401585202D3}"/>
                </a:ext>
              </a:extLst>
            </p:cNvPr>
            <p:cNvSpPr/>
            <p:nvPr/>
          </p:nvSpPr>
          <p:spPr>
            <a:xfrm>
              <a:off x="3442577" y="1340431"/>
              <a:ext cx="443648" cy="859398"/>
            </a:xfrm>
            <a:prstGeom prst="rect">
              <a:avLst/>
            </a:prstGeom>
            <a:solidFill>
              <a:srgbClr val="6BC66B"/>
            </a:solidFill>
            <a:ln>
              <a:noFill/>
              <a:prstDash val="dash"/>
            </a:ln>
          </p:spPr>
          <p:txBody>
            <a:bodyPr wrap="square" lIns="36000" tIns="36000" rIns="36000" bIns="36000" rtlCol="0" anchor="t">
              <a:noAutofit/>
            </a:bodyPr>
            <a:lstStyle/>
            <a:p>
              <a:pPr marL="0" marR="0" lvl="0" indent="0" algn="l" defTabSz="685800" rtl="0" eaLnBrk="1" fontAlgn="auto" latinLnBrk="0" hangingPunct="1">
                <a:lnSpc>
                  <a:spcPct val="90000"/>
                </a:lnSpc>
                <a:spcBef>
                  <a:spcPts val="0"/>
                </a:spcBef>
                <a:spcAft>
                  <a:spcPts val="600"/>
                </a:spcAft>
                <a:buClrTx/>
                <a:buSzTx/>
                <a:buFontTx/>
                <a:buNone/>
                <a:tabLst/>
                <a:defRPr/>
              </a:pPr>
              <a:r>
                <a:rPr kumimoji="0" lang="en-GB" sz="600" b="0" i="0" u="none" strike="noStrike" kern="1200" cap="none" spc="0" normalizeH="0" baseline="0" noProof="0" dirty="0">
                  <a:ln>
                    <a:noFill/>
                  </a:ln>
                  <a:solidFill>
                    <a:srgbClr val="FFFFFF"/>
                  </a:solidFill>
                  <a:effectLst/>
                  <a:uLnTx/>
                  <a:uFillTx/>
                  <a:latin typeface="Arial Narrow"/>
                  <a:ea typeface="+mn-ea"/>
                  <a:cs typeface="+mn-cs"/>
                </a:rPr>
                <a:t>OHOE </a:t>
              </a:r>
              <a:r>
                <a:rPr kumimoji="0" lang="en-GB" sz="600" b="0" i="0" u="none" strike="noStrike" kern="1200" cap="none" spc="0" normalizeH="0" baseline="0" noProof="0" dirty="0" err="1">
                  <a:ln>
                    <a:noFill/>
                  </a:ln>
                  <a:solidFill>
                    <a:srgbClr val="FFFFFF"/>
                  </a:solidFill>
                  <a:effectLst/>
                  <a:uLnTx/>
                  <a:uFillTx/>
                  <a:latin typeface="Arial Narrow"/>
                  <a:ea typeface="+mn-ea"/>
                  <a:cs typeface="+mn-cs"/>
                </a:rPr>
                <a:t>Grün</a:t>
              </a:r>
              <a:endParaRPr kumimoji="0" lang="en-GB" sz="600" b="0" i="0" u="none" strike="noStrike" kern="1200" cap="none" spc="0" normalizeH="0" baseline="0" noProof="0" dirty="0">
                <a:ln>
                  <a:noFill/>
                </a:ln>
                <a:solidFill>
                  <a:srgbClr val="FFFFFF"/>
                </a:solidFill>
                <a:effectLst/>
                <a:uLnTx/>
                <a:uFillTx/>
                <a:latin typeface="Arial Narrow"/>
                <a:ea typeface="+mn-ea"/>
                <a:cs typeface="+mn-cs"/>
              </a:endParaRPr>
            </a:p>
            <a:p>
              <a:pPr marL="0" marR="0" lvl="0" indent="0" algn="l" defTabSz="685800" rtl="0" eaLnBrk="1" fontAlgn="auto" latinLnBrk="0" hangingPunct="1">
                <a:lnSpc>
                  <a:spcPct val="90000"/>
                </a:lnSpc>
                <a:spcBef>
                  <a:spcPts val="0"/>
                </a:spcBef>
                <a:spcAft>
                  <a:spcPts val="600"/>
                </a:spcAft>
                <a:buClrTx/>
                <a:buSzTx/>
                <a:buFontTx/>
                <a:buNone/>
                <a:tabLst/>
                <a:defRPr/>
              </a:pPr>
              <a:r>
                <a:rPr kumimoji="0" lang="en-GB" sz="500" b="0" i="0" u="none" strike="noStrike" kern="1200" cap="none" spc="0" normalizeH="0" baseline="0" noProof="0" dirty="0">
                  <a:ln>
                    <a:noFill/>
                  </a:ln>
                  <a:solidFill>
                    <a:srgbClr val="FFFFFF"/>
                  </a:solidFill>
                  <a:effectLst/>
                  <a:uLnTx/>
                  <a:uFillTx/>
                  <a:latin typeface="Arial Narrow"/>
                  <a:ea typeface="+mn-ea"/>
                  <a:cs typeface="+mn-cs"/>
                </a:rPr>
                <a:t>107 | 198 | 107</a:t>
              </a:r>
              <a:br>
                <a:rPr kumimoji="0" lang="en-GB" sz="500" b="0" i="0" u="none" strike="noStrike" kern="1200" cap="none" spc="0" normalizeH="0" baseline="0" noProof="0" dirty="0">
                  <a:ln>
                    <a:noFill/>
                  </a:ln>
                  <a:solidFill>
                    <a:srgbClr val="FFFFFF"/>
                  </a:solidFill>
                  <a:effectLst/>
                  <a:uLnTx/>
                  <a:uFillTx/>
                  <a:latin typeface="Arial Narrow"/>
                  <a:ea typeface="+mn-ea"/>
                  <a:cs typeface="+mn-cs"/>
                </a:rPr>
              </a:br>
              <a:r>
                <a:rPr kumimoji="0" lang="en-GB" sz="500" b="0" i="0" u="none" strike="noStrike" kern="1200" cap="none" spc="0" normalizeH="0" baseline="0" noProof="0" dirty="0">
                  <a:ln>
                    <a:noFill/>
                  </a:ln>
                  <a:solidFill>
                    <a:srgbClr val="FFFFFF"/>
                  </a:solidFill>
                  <a:effectLst/>
                  <a:uLnTx/>
                  <a:uFillTx/>
                  <a:latin typeface="Arial Narrow"/>
                  <a:ea typeface="+mn-ea"/>
                  <a:cs typeface="+mn-cs"/>
                </a:rPr>
                <a:t>#6BC66B</a:t>
              </a:r>
              <a:br>
                <a:rPr kumimoji="0" lang="en-GB" sz="500" b="0" i="0" u="none" strike="noStrike" kern="1200" cap="none" spc="0" normalizeH="0" baseline="0" noProof="0" dirty="0">
                  <a:ln>
                    <a:noFill/>
                  </a:ln>
                  <a:solidFill>
                    <a:srgbClr val="FFFFFF"/>
                  </a:solidFill>
                  <a:effectLst/>
                  <a:uLnTx/>
                  <a:uFillTx/>
                  <a:latin typeface="Arial Narrow"/>
                  <a:ea typeface="+mn-ea"/>
                  <a:cs typeface="+mn-cs"/>
                </a:rPr>
              </a:br>
              <a:r>
                <a:rPr kumimoji="0" lang="en-GB" sz="500" b="0" i="0" u="none" strike="noStrike" kern="1200" cap="none" spc="0" normalizeH="0" baseline="0" noProof="0" dirty="0">
                  <a:ln>
                    <a:noFill/>
                  </a:ln>
                  <a:solidFill>
                    <a:srgbClr val="FFFFFF"/>
                  </a:solidFill>
                  <a:effectLst/>
                  <a:uLnTx/>
                  <a:uFillTx/>
                  <a:latin typeface="Arial Narrow"/>
                  <a:ea typeface="+mn-ea"/>
                  <a:cs typeface="+mn-cs"/>
                </a:rPr>
                <a:t>-</a:t>
              </a:r>
            </a:p>
            <a:p>
              <a:pPr algn="l" defTabSz="307644" hangingPunct="0">
                <a:lnSpc>
                  <a:spcPct val="90000"/>
                </a:lnSpc>
                <a:spcAft>
                  <a:spcPts val="596"/>
                </a:spcAft>
                <a:buClr>
                  <a:srgbClr val="E6513E"/>
                </a:buClr>
              </a:pPr>
              <a:endParaRPr lang="de-DE" sz="6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8" name="Rectangle 7">
              <a:extLst>
                <a:ext uri="{FF2B5EF4-FFF2-40B4-BE49-F238E27FC236}">
                  <a16:creationId xmlns:a16="http://schemas.microsoft.com/office/drawing/2014/main" id="{DF9A917D-442B-4190-9C0D-C297810E0114}"/>
                </a:ext>
              </a:extLst>
            </p:cNvPr>
            <p:cNvSpPr/>
            <p:nvPr/>
          </p:nvSpPr>
          <p:spPr>
            <a:xfrm>
              <a:off x="1378486" y="433349"/>
              <a:ext cx="1548068" cy="747006"/>
            </a:xfrm>
            <a:prstGeom prst="rect">
              <a:avLst/>
            </a:prstGeom>
            <a:solidFill>
              <a:schemeClr val="bg1"/>
            </a:solidFill>
            <a:ln>
              <a:solidFill>
                <a:schemeClr val="tx2"/>
              </a:solidFill>
              <a:prstDash val="sysDot"/>
              <a:miter lim="800000"/>
            </a:ln>
          </p:spPr>
          <p:txBody>
            <a:bodyPr wrap="square" lIns="72000" tIns="36000" rIns="72000" bIns="36000" rtlCol="0" anchor="t">
              <a:noAutofit/>
            </a:bodyPr>
            <a:lstStyle/>
            <a:p>
              <a:pPr algn="r" defTabSz="307644" hangingPunct="0">
                <a:lnSpc>
                  <a:spcPct val="90000"/>
                </a:lnSpc>
                <a:spcAft>
                  <a:spcPts val="596"/>
                </a:spcAft>
                <a:buClr>
                  <a:srgbClr val="E6513E"/>
                </a:buClr>
              </a:pPr>
              <a:r>
                <a:rPr lang="de-DE" sz="1000">
                  <a:solidFill>
                    <a:schemeClr val="tx2"/>
                  </a:solidFill>
                  <a:latin typeface="+mj-lt"/>
                  <a:ea typeface="Nokia Pure Text" panose="020B0504040602060303" pitchFamily="34" charset="0"/>
                  <a:cs typeface="Nokia Pure Text" panose="020B0504040602060303" pitchFamily="34" charset="0"/>
                  <a:sym typeface="Helvetica Neue" charset="0"/>
                </a:rPr>
                <a:t>Haupt-Abstufungen</a:t>
              </a:r>
              <a:r>
                <a:rPr lang="de-DE" sz="1000" baseline="30000">
                  <a:solidFill>
                    <a:schemeClr val="tx2"/>
                  </a:solidFill>
                  <a:latin typeface="+mj-lt"/>
                  <a:ea typeface="Nokia Pure Text" panose="020B0504040602060303" pitchFamily="34" charset="0"/>
                  <a:cs typeface="Nokia Pure Text" panose="020B0504040602060303" pitchFamily="34" charset="0"/>
                  <a:sym typeface="Helvetica Neue" charset="0"/>
                </a:rPr>
                <a:t>*</a:t>
              </a:r>
            </a:p>
          </p:txBody>
        </p:sp>
        <p:sp>
          <p:nvSpPr>
            <p:cNvPr id="17" name="Rechteck 56">
              <a:extLst>
                <a:ext uri="{FF2B5EF4-FFF2-40B4-BE49-F238E27FC236}">
                  <a16:creationId xmlns:a16="http://schemas.microsoft.com/office/drawing/2014/main" id="{D71E5E0E-8C7C-4BC2-8F74-38F2B2CCF9EF}"/>
                </a:ext>
              </a:extLst>
            </p:cNvPr>
            <p:cNvSpPr>
              <a:spLocks/>
            </p:cNvSpPr>
            <p:nvPr/>
          </p:nvSpPr>
          <p:spPr>
            <a:xfrm>
              <a:off x="1894508" y="1340431"/>
              <a:ext cx="443648" cy="4436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90000" rtlCol="0" anchor="t" anchorCtr="0"/>
            <a:lstStyle/>
            <a:p>
              <a:pPr>
                <a:lnSpc>
                  <a:spcPct val="90000"/>
                </a:lnSpc>
                <a:spcAft>
                  <a:spcPts val="600"/>
                </a:spcAft>
              </a:pPr>
              <a:r>
                <a:rPr lang="en-GB" sz="600" dirty="0">
                  <a:solidFill>
                    <a:schemeClr val="bg1"/>
                  </a:solidFill>
                </a:rPr>
                <a:t>Schwarz</a:t>
              </a:r>
            </a:p>
            <a:p>
              <a:pPr>
                <a:lnSpc>
                  <a:spcPct val="90000"/>
                </a:lnSpc>
                <a:spcAft>
                  <a:spcPts val="600"/>
                </a:spcAft>
              </a:pPr>
              <a:r>
                <a:rPr lang="en-GB" sz="500" dirty="0">
                  <a:solidFill>
                    <a:schemeClr val="bg1"/>
                  </a:solidFill>
                </a:rPr>
                <a:t>36 | 36 | 36</a:t>
              </a:r>
              <a:br>
                <a:rPr lang="en-GB" sz="500" dirty="0">
                  <a:solidFill>
                    <a:schemeClr val="bg1"/>
                  </a:solidFill>
                </a:rPr>
              </a:br>
              <a:r>
                <a:rPr lang="en-GB" sz="500" dirty="0">
                  <a:solidFill>
                    <a:srgbClr val="FFFFFF"/>
                  </a:solidFill>
                </a:rPr>
                <a:t>#242424</a:t>
              </a:r>
              <a:br>
                <a:rPr lang="en-GB" sz="500" dirty="0">
                  <a:solidFill>
                    <a:schemeClr val="bg1"/>
                  </a:solidFill>
                </a:rPr>
              </a:br>
              <a:r>
                <a:rPr lang="en-GB" sz="500" dirty="0">
                  <a:solidFill>
                    <a:srgbClr val="FFFFFF"/>
                  </a:solidFill>
                </a:rPr>
                <a:t>xx% black</a:t>
              </a:r>
            </a:p>
          </p:txBody>
        </p:sp>
        <p:sp>
          <p:nvSpPr>
            <p:cNvPr id="18" name="Rechteck 72">
              <a:extLst>
                <a:ext uri="{FF2B5EF4-FFF2-40B4-BE49-F238E27FC236}">
                  <a16:creationId xmlns:a16="http://schemas.microsoft.com/office/drawing/2014/main" id="{8AD612D5-AE90-48B4-A9C6-C908E100B2D9}"/>
                </a:ext>
              </a:extLst>
            </p:cNvPr>
            <p:cNvSpPr>
              <a:spLocks/>
            </p:cNvSpPr>
            <p:nvPr/>
          </p:nvSpPr>
          <p:spPr>
            <a:xfrm>
              <a:off x="1378485" y="1340431"/>
              <a:ext cx="443648" cy="443648"/>
            </a:xfrm>
            <a:prstGeom prst="rect">
              <a:avLst/>
            </a:prstGeom>
            <a:solidFill>
              <a:schemeClr val="bg1"/>
            </a:solidFill>
            <a:ln w="6350">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36000" tIns="36000" rIns="36000" bIns="90000" rtlCol="0" anchor="t" anchorCtr="0"/>
            <a:lstStyle/>
            <a:p>
              <a:pPr>
                <a:lnSpc>
                  <a:spcPct val="90000"/>
                </a:lnSpc>
                <a:spcAft>
                  <a:spcPts val="600"/>
                </a:spcAft>
              </a:pPr>
              <a:r>
                <a:rPr lang="en-GB" sz="600" dirty="0" err="1">
                  <a:solidFill>
                    <a:sysClr val="windowText" lastClr="000000"/>
                  </a:solidFill>
                </a:rPr>
                <a:t>Weiß</a:t>
              </a:r>
              <a:endParaRPr lang="en-GB" sz="600" dirty="0">
                <a:solidFill>
                  <a:sysClr val="windowText" lastClr="000000"/>
                </a:solidFill>
              </a:endParaRPr>
            </a:p>
            <a:p>
              <a:pPr>
                <a:lnSpc>
                  <a:spcPct val="90000"/>
                </a:lnSpc>
                <a:spcAft>
                  <a:spcPts val="600"/>
                </a:spcAft>
              </a:pPr>
              <a:r>
                <a:rPr lang="en-US" sz="500" dirty="0">
                  <a:solidFill>
                    <a:sysClr val="windowText" lastClr="000000"/>
                  </a:solidFill>
                </a:rPr>
                <a:t>Bright white, never cream or off-white</a:t>
              </a:r>
              <a:endParaRPr lang="en-GB" sz="500" dirty="0">
                <a:solidFill>
                  <a:sysClr val="windowText" lastClr="000000"/>
                </a:solidFill>
              </a:endParaRPr>
            </a:p>
          </p:txBody>
        </p:sp>
        <p:sp>
          <p:nvSpPr>
            <p:cNvPr id="21" name="Pantone 545">
              <a:extLst>
                <a:ext uri="{FF2B5EF4-FFF2-40B4-BE49-F238E27FC236}">
                  <a16:creationId xmlns:a16="http://schemas.microsoft.com/office/drawing/2014/main" id="{88CF5406-42BC-459F-9A53-5EEB2A5464BD}"/>
                </a:ext>
              </a:extLst>
            </p:cNvPr>
            <p:cNvSpPr>
              <a:spLocks/>
            </p:cNvSpPr>
            <p:nvPr/>
          </p:nvSpPr>
          <p:spPr>
            <a:xfrm>
              <a:off x="2410531" y="1340431"/>
              <a:ext cx="443648" cy="44364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90000" rtlCol="0" anchor="t" anchorCtr="0"/>
            <a:lstStyle/>
            <a:p>
              <a:pPr>
                <a:lnSpc>
                  <a:spcPct val="90000"/>
                </a:lnSpc>
                <a:spcAft>
                  <a:spcPts val="600"/>
                </a:spcAft>
              </a:pPr>
              <a:r>
                <a:rPr lang="en-GB" sz="600" dirty="0">
                  <a:solidFill>
                    <a:schemeClr val="bg1"/>
                  </a:solidFill>
                </a:rPr>
                <a:t>OHOE Grau</a:t>
              </a:r>
            </a:p>
            <a:p>
              <a:pPr>
                <a:lnSpc>
                  <a:spcPct val="90000"/>
                </a:lnSpc>
                <a:spcAft>
                  <a:spcPts val="600"/>
                </a:spcAft>
              </a:pPr>
              <a:r>
                <a:rPr lang="en-GB" sz="500" dirty="0">
                  <a:solidFill>
                    <a:schemeClr val="bg1"/>
                  </a:solidFill>
                </a:rPr>
                <a:t>51 | 51 | 51</a:t>
              </a:r>
              <a:br>
                <a:rPr lang="en-GB" sz="500" dirty="0">
                  <a:solidFill>
                    <a:schemeClr val="bg1"/>
                  </a:solidFill>
                </a:rPr>
              </a:br>
              <a:r>
                <a:rPr lang="en-GB" sz="500" dirty="0">
                  <a:solidFill>
                    <a:schemeClr val="bg1"/>
                  </a:solidFill>
                </a:rPr>
                <a:t>#333333</a:t>
              </a:r>
              <a:br>
                <a:rPr lang="en-GB" sz="500" dirty="0">
                  <a:solidFill>
                    <a:schemeClr val="bg1"/>
                  </a:solidFill>
                </a:rPr>
              </a:br>
              <a:r>
                <a:rPr lang="en-GB" sz="500" dirty="0">
                  <a:solidFill>
                    <a:schemeClr val="bg1"/>
                  </a:solidFill>
                </a:rPr>
                <a:t>70% black</a:t>
              </a:r>
            </a:p>
          </p:txBody>
        </p:sp>
        <p:sp>
          <p:nvSpPr>
            <p:cNvPr id="22" name="Pantone 545">
              <a:extLst>
                <a:ext uri="{FF2B5EF4-FFF2-40B4-BE49-F238E27FC236}">
                  <a16:creationId xmlns:a16="http://schemas.microsoft.com/office/drawing/2014/main" id="{9C8359BB-EEDE-42FC-9BFD-BE976A0A7F06}"/>
                </a:ext>
              </a:extLst>
            </p:cNvPr>
            <p:cNvSpPr>
              <a:spLocks/>
            </p:cNvSpPr>
            <p:nvPr/>
          </p:nvSpPr>
          <p:spPr>
            <a:xfrm>
              <a:off x="1894508" y="663287"/>
              <a:ext cx="443648" cy="443648"/>
            </a:xfrm>
            <a:prstGeom prst="rect">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90000" rtlCol="0" anchor="t" anchorCtr="0"/>
            <a:lstStyle/>
            <a:p>
              <a:pPr>
                <a:lnSpc>
                  <a:spcPct val="90000"/>
                </a:lnSpc>
                <a:spcAft>
                  <a:spcPts val="600"/>
                </a:spcAft>
              </a:pPr>
              <a:r>
                <a:rPr lang="en-GB" sz="600" dirty="0">
                  <a:solidFill>
                    <a:schemeClr val="bg1"/>
                  </a:solidFill>
                </a:rPr>
                <a:t>Mittel-Grau</a:t>
              </a:r>
              <a:br>
                <a:rPr lang="en-GB" sz="600" dirty="0">
                  <a:solidFill>
                    <a:schemeClr val="bg1"/>
                  </a:solidFill>
                </a:rPr>
              </a:br>
              <a:r>
                <a:rPr lang="en-GB" sz="100" dirty="0">
                  <a:solidFill>
                    <a:schemeClr val="bg1"/>
                  </a:solidFill>
                </a:rPr>
                <a:t>As gradient auf the black</a:t>
              </a:r>
              <a:br>
                <a:rPr lang="en-GB" sz="500" dirty="0">
                  <a:solidFill>
                    <a:schemeClr val="bg1"/>
                  </a:solidFill>
                </a:rPr>
              </a:br>
              <a:r>
                <a:rPr lang="en-GB" sz="500" dirty="0">
                  <a:solidFill>
                    <a:schemeClr val="bg1"/>
                  </a:solidFill>
                </a:rPr>
                <a:t>91 | 91 | 91</a:t>
              </a:r>
              <a:br>
                <a:rPr lang="en-GB" sz="500" dirty="0">
                  <a:solidFill>
                    <a:schemeClr val="bg1"/>
                  </a:solidFill>
                </a:rPr>
              </a:br>
              <a:r>
                <a:rPr lang="en-GB" sz="500" dirty="0">
                  <a:solidFill>
                    <a:schemeClr val="bg1"/>
                  </a:solidFill>
                </a:rPr>
                <a:t>#5B5B5B</a:t>
              </a:r>
            </a:p>
          </p:txBody>
        </p:sp>
        <p:sp>
          <p:nvSpPr>
            <p:cNvPr id="24" name="Pantone 545">
              <a:extLst>
                <a:ext uri="{FF2B5EF4-FFF2-40B4-BE49-F238E27FC236}">
                  <a16:creationId xmlns:a16="http://schemas.microsoft.com/office/drawing/2014/main" id="{7CC013EF-5D41-4274-9A7F-FBE6502FBD72}"/>
                </a:ext>
              </a:extLst>
            </p:cNvPr>
            <p:cNvSpPr>
              <a:spLocks/>
            </p:cNvSpPr>
            <p:nvPr/>
          </p:nvSpPr>
          <p:spPr>
            <a:xfrm>
              <a:off x="2410531" y="663287"/>
              <a:ext cx="443648" cy="443648"/>
            </a:xfrm>
            <a:prstGeom prst="rect">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90000" rtlCol="0" anchor="t" anchorCtr="0"/>
            <a:lstStyle/>
            <a:p>
              <a:pPr>
                <a:lnSpc>
                  <a:spcPct val="90000"/>
                </a:lnSpc>
                <a:spcAft>
                  <a:spcPts val="600"/>
                </a:spcAft>
              </a:pPr>
              <a:r>
                <a:rPr lang="en-GB" sz="600" dirty="0">
                  <a:solidFill>
                    <a:schemeClr val="bg2"/>
                  </a:solidFill>
                </a:rPr>
                <a:t>Hell-Grau</a:t>
              </a:r>
            </a:p>
            <a:p>
              <a:pPr>
                <a:lnSpc>
                  <a:spcPct val="90000"/>
                </a:lnSpc>
                <a:spcAft>
                  <a:spcPts val="600"/>
                </a:spcAft>
              </a:pPr>
              <a:r>
                <a:rPr lang="en-GB" sz="500" dirty="0">
                  <a:solidFill>
                    <a:schemeClr val="bg2"/>
                  </a:solidFill>
                </a:rPr>
                <a:t>236 | 237 | 237</a:t>
              </a:r>
              <a:br>
                <a:rPr lang="en-GB" sz="500" dirty="0">
                  <a:solidFill>
                    <a:schemeClr val="bg2"/>
                  </a:solidFill>
                </a:rPr>
              </a:br>
              <a:r>
                <a:rPr lang="en-GB" sz="500" dirty="0">
                  <a:solidFill>
                    <a:schemeClr val="bg2"/>
                  </a:solidFill>
                </a:rPr>
                <a:t>#ECEDED</a:t>
              </a:r>
              <a:br>
                <a:rPr lang="en-GB" sz="500" dirty="0">
                  <a:solidFill>
                    <a:schemeClr val="bg2"/>
                  </a:solidFill>
                </a:rPr>
              </a:br>
              <a:r>
                <a:rPr lang="en-GB" sz="500" dirty="0">
                  <a:solidFill>
                    <a:schemeClr val="bg2"/>
                  </a:solidFill>
                </a:rPr>
                <a:t>xxx</a:t>
              </a:r>
            </a:p>
          </p:txBody>
        </p:sp>
        <p:sp>
          <p:nvSpPr>
            <p:cNvPr id="26" name="Rectangle 25">
              <a:extLst>
                <a:ext uri="{FF2B5EF4-FFF2-40B4-BE49-F238E27FC236}">
                  <a16:creationId xmlns:a16="http://schemas.microsoft.com/office/drawing/2014/main" id="{56708C8B-6D65-45D6-82ED-9E4CCF6DF920}"/>
                </a:ext>
              </a:extLst>
            </p:cNvPr>
            <p:cNvSpPr/>
            <p:nvPr/>
          </p:nvSpPr>
          <p:spPr>
            <a:xfrm>
              <a:off x="3442577" y="1780232"/>
              <a:ext cx="443648" cy="289068"/>
            </a:xfrm>
            <a:prstGeom prst="rect">
              <a:avLst/>
            </a:prstGeom>
            <a:solidFill>
              <a:srgbClr val="08653D"/>
            </a:solidFill>
            <a:ln>
              <a:noFill/>
              <a:prstDash val="dash"/>
            </a:ln>
          </p:spPr>
          <p:txBody>
            <a:bodyPr wrap="square" lIns="36000" tIns="36000" rIns="36000" bIns="36000" rtlCol="0" anchor="ctr">
              <a:noAutofit/>
            </a:bodyPr>
            <a:lstStyle/>
            <a:p>
              <a:pPr marL="0" marR="0" lvl="0" indent="0" algn="l" defTabSz="685800" rtl="0" eaLnBrk="1" fontAlgn="auto" latinLnBrk="0" hangingPunct="1">
                <a:lnSpc>
                  <a:spcPct val="90000"/>
                </a:lnSpc>
                <a:spcBef>
                  <a:spcPts val="0"/>
                </a:spcBef>
                <a:spcAft>
                  <a:spcPts val="600"/>
                </a:spcAft>
                <a:buClrTx/>
                <a:buSzTx/>
                <a:buFontTx/>
                <a:buNone/>
                <a:tabLst/>
                <a:defRPr/>
              </a:pPr>
              <a:r>
                <a:rPr kumimoji="0" lang="en-GB" sz="500" b="0" i="0" u="none" strike="noStrike" kern="1200" cap="none" spc="0" normalizeH="0" baseline="0" noProof="0" dirty="0">
                  <a:ln>
                    <a:noFill/>
                  </a:ln>
                  <a:solidFill>
                    <a:srgbClr val="FFFFFF"/>
                  </a:solidFill>
                  <a:effectLst/>
                  <a:uLnTx/>
                  <a:uFillTx/>
                  <a:latin typeface="Arial Narrow"/>
                  <a:ea typeface="+mn-ea"/>
                  <a:cs typeface="+mn-cs"/>
                </a:rPr>
                <a:t>8 | 101 | 61</a:t>
              </a:r>
              <a:br>
                <a:rPr kumimoji="0" lang="en-GB" sz="500" b="0" i="0" u="none" strike="noStrike" kern="1200" cap="none" spc="0" normalizeH="0" baseline="0" noProof="0" dirty="0">
                  <a:ln>
                    <a:noFill/>
                  </a:ln>
                  <a:solidFill>
                    <a:srgbClr val="FFFFFF"/>
                  </a:solidFill>
                  <a:effectLst/>
                  <a:uLnTx/>
                  <a:uFillTx/>
                  <a:latin typeface="Arial Narrow"/>
                  <a:ea typeface="+mn-ea"/>
                  <a:cs typeface="+mn-cs"/>
                </a:rPr>
              </a:br>
              <a:r>
                <a:rPr kumimoji="0" lang="en-GB" sz="500" b="0" i="0" u="none" strike="noStrike" kern="1200" cap="none" spc="0" normalizeH="0" baseline="0" noProof="0" dirty="0">
                  <a:ln>
                    <a:noFill/>
                  </a:ln>
                  <a:solidFill>
                    <a:srgbClr val="FFFFFF"/>
                  </a:solidFill>
                  <a:effectLst/>
                  <a:uLnTx/>
                  <a:uFillTx/>
                  <a:latin typeface="Arial Narrow"/>
                  <a:ea typeface="+mn-ea"/>
                  <a:cs typeface="+mn-cs"/>
                </a:rPr>
                <a:t>#08653D</a:t>
              </a:r>
              <a:br>
                <a:rPr kumimoji="0" lang="en-GB" sz="500" b="0" i="0" u="none" strike="noStrike" kern="1200" cap="none" spc="0" normalizeH="0" baseline="0" noProof="0" dirty="0">
                  <a:ln>
                    <a:noFill/>
                  </a:ln>
                  <a:solidFill>
                    <a:srgbClr val="FFFFFF"/>
                  </a:solidFill>
                  <a:effectLst/>
                  <a:uLnTx/>
                  <a:uFillTx/>
                  <a:latin typeface="Arial Narrow"/>
                  <a:ea typeface="+mn-ea"/>
                  <a:cs typeface="+mn-cs"/>
                </a:rPr>
              </a:br>
              <a:r>
                <a:rPr kumimoji="0" lang="en-GB" sz="500" b="0" i="0" u="none" strike="noStrike" kern="1200" cap="none" spc="0" normalizeH="0" baseline="0" noProof="0" dirty="0">
                  <a:ln>
                    <a:noFill/>
                  </a:ln>
                  <a:solidFill>
                    <a:srgbClr val="FFFFFF"/>
                  </a:solidFill>
                  <a:effectLst/>
                  <a:uLnTx/>
                  <a:uFillTx/>
                  <a:latin typeface="Arial Narrow"/>
                  <a:ea typeface="+mn-ea"/>
                  <a:cs typeface="+mn-cs"/>
                </a:rPr>
                <a:t>-</a:t>
              </a:r>
            </a:p>
          </p:txBody>
        </p:sp>
        <p:sp>
          <p:nvSpPr>
            <p:cNvPr id="29" name="Rectangle 28">
              <a:extLst>
                <a:ext uri="{FF2B5EF4-FFF2-40B4-BE49-F238E27FC236}">
                  <a16:creationId xmlns:a16="http://schemas.microsoft.com/office/drawing/2014/main" id="{2E5693E8-0884-42A0-AA54-00C92089D831}"/>
                </a:ext>
              </a:extLst>
            </p:cNvPr>
            <p:cNvSpPr/>
            <p:nvPr/>
          </p:nvSpPr>
          <p:spPr>
            <a:xfrm>
              <a:off x="3958600" y="1780232"/>
              <a:ext cx="443648" cy="289068"/>
            </a:xfrm>
            <a:prstGeom prst="rect">
              <a:avLst/>
            </a:prstGeom>
            <a:solidFill>
              <a:srgbClr val="2B4571"/>
            </a:solidFill>
            <a:ln>
              <a:noFill/>
              <a:prstDash val="dash"/>
            </a:ln>
          </p:spPr>
          <p:txBody>
            <a:bodyPr wrap="square" lIns="36000" tIns="36000" rIns="36000" bIns="36000" rtlCol="0" anchor="ctr">
              <a:noAutofit/>
            </a:bodyPr>
            <a:lstStyle/>
            <a:p>
              <a:pPr marL="0" marR="0" lvl="0" indent="0" algn="l" defTabSz="685800" rtl="0" eaLnBrk="1" fontAlgn="auto" latinLnBrk="0" hangingPunct="1">
                <a:lnSpc>
                  <a:spcPct val="90000"/>
                </a:lnSpc>
                <a:spcBef>
                  <a:spcPts val="0"/>
                </a:spcBef>
                <a:spcAft>
                  <a:spcPts val="600"/>
                </a:spcAft>
                <a:buClrTx/>
                <a:buSzTx/>
                <a:buFontTx/>
                <a:buNone/>
                <a:tabLst/>
                <a:defRPr/>
              </a:pPr>
              <a:r>
                <a:rPr kumimoji="0" lang="en-GB" sz="500" b="0" i="0" u="none" strike="noStrike" kern="1200" cap="none" spc="0" normalizeH="0" baseline="0" noProof="0" dirty="0">
                  <a:ln>
                    <a:noFill/>
                  </a:ln>
                  <a:solidFill>
                    <a:srgbClr val="FFFFFF"/>
                  </a:solidFill>
                  <a:effectLst/>
                  <a:uLnTx/>
                  <a:uFillTx/>
                  <a:latin typeface="Arial Narrow"/>
                  <a:ea typeface="+mn-ea"/>
                  <a:cs typeface="+mn-cs"/>
                </a:rPr>
                <a:t>43 | 69 | 113</a:t>
              </a:r>
              <a:br>
                <a:rPr kumimoji="0" lang="en-GB" sz="500" b="0" i="0" u="none" strike="noStrike" kern="1200" cap="none" spc="0" normalizeH="0" baseline="0" noProof="0" dirty="0">
                  <a:ln>
                    <a:noFill/>
                  </a:ln>
                  <a:solidFill>
                    <a:srgbClr val="FFFFFF"/>
                  </a:solidFill>
                  <a:effectLst/>
                  <a:uLnTx/>
                  <a:uFillTx/>
                  <a:latin typeface="Arial Narrow"/>
                  <a:ea typeface="+mn-ea"/>
                  <a:cs typeface="+mn-cs"/>
                </a:rPr>
              </a:br>
              <a:r>
                <a:rPr kumimoji="0" lang="en-GB" sz="500" b="0" i="0" u="none" strike="noStrike" kern="1200" cap="none" spc="0" normalizeH="0" baseline="0" noProof="0" dirty="0">
                  <a:ln>
                    <a:noFill/>
                  </a:ln>
                  <a:solidFill>
                    <a:srgbClr val="FFFFFF"/>
                  </a:solidFill>
                  <a:effectLst/>
                  <a:uLnTx/>
                  <a:uFillTx/>
                  <a:latin typeface="Arial Narrow"/>
                  <a:ea typeface="+mn-ea"/>
                  <a:cs typeface="+mn-cs"/>
                </a:rPr>
                <a:t>#2B4571</a:t>
              </a:r>
              <a:br>
                <a:rPr kumimoji="0" lang="en-GB" sz="500" b="0" i="0" u="none" strike="noStrike" kern="1200" cap="none" spc="0" normalizeH="0" baseline="0" noProof="0" dirty="0">
                  <a:ln>
                    <a:noFill/>
                  </a:ln>
                  <a:solidFill>
                    <a:srgbClr val="FFFFFF"/>
                  </a:solidFill>
                  <a:effectLst/>
                  <a:uLnTx/>
                  <a:uFillTx/>
                  <a:latin typeface="Arial Narrow"/>
                  <a:ea typeface="+mn-ea"/>
                  <a:cs typeface="+mn-cs"/>
                </a:rPr>
              </a:br>
              <a:r>
                <a:rPr kumimoji="0" lang="en-GB" sz="500" b="0" i="0" u="none" strike="noStrike" kern="1200" cap="none" spc="0" normalizeH="0" baseline="0" noProof="0" dirty="0">
                  <a:ln>
                    <a:noFill/>
                  </a:ln>
                  <a:solidFill>
                    <a:srgbClr val="FFFFFF"/>
                  </a:solidFill>
                  <a:effectLst/>
                  <a:uLnTx/>
                  <a:uFillTx/>
                  <a:latin typeface="Arial Narrow"/>
                  <a:ea typeface="+mn-ea"/>
                  <a:cs typeface="+mn-cs"/>
                </a:rPr>
                <a:t>x-x-x-x</a:t>
              </a:r>
            </a:p>
          </p:txBody>
        </p:sp>
        <p:sp>
          <p:nvSpPr>
            <p:cNvPr id="30" name="Rectangle 29">
              <a:extLst>
                <a:ext uri="{FF2B5EF4-FFF2-40B4-BE49-F238E27FC236}">
                  <a16:creationId xmlns:a16="http://schemas.microsoft.com/office/drawing/2014/main" id="{97B60D6C-DC22-4C0C-89F9-1163425B0713}"/>
                </a:ext>
              </a:extLst>
            </p:cNvPr>
            <p:cNvSpPr/>
            <p:nvPr/>
          </p:nvSpPr>
          <p:spPr>
            <a:xfrm>
              <a:off x="2926554" y="1780232"/>
              <a:ext cx="443648" cy="289068"/>
            </a:xfrm>
            <a:prstGeom prst="rect">
              <a:avLst/>
            </a:prstGeom>
            <a:solidFill>
              <a:srgbClr val="9E1B23"/>
            </a:solidFill>
            <a:ln>
              <a:noFill/>
              <a:prstDash val="dash"/>
            </a:ln>
          </p:spPr>
          <p:txBody>
            <a:bodyPr wrap="square" lIns="36000" tIns="36000" rIns="36000" bIns="36000" rtlCol="0" anchor="ctr">
              <a:noAutofit/>
            </a:bodyPr>
            <a:lstStyle/>
            <a:p>
              <a:pPr marL="0" marR="0" lvl="0" indent="0" algn="l" defTabSz="685800" rtl="0" eaLnBrk="1" fontAlgn="auto" latinLnBrk="0" hangingPunct="1">
                <a:lnSpc>
                  <a:spcPct val="90000"/>
                </a:lnSpc>
                <a:spcBef>
                  <a:spcPts val="0"/>
                </a:spcBef>
                <a:spcAft>
                  <a:spcPts val="600"/>
                </a:spcAft>
                <a:buClrTx/>
                <a:buSzTx/>
                <a:buFontTx/>
                <a:buNone/>
                <a:tabLst/>
                <a:defRPr/>
              </a:pPr>
              <a:r>
                <a:rPr kumimoji="0" lang="en-GB" sz="500" b="0" i="0" u="none" strike="noStrike" kern="1200" cap="none" spc="0" normalizeH="0" baseline="0" noProof="0" dirty="0">
                  <a:ln>
                    <a:noFill/>
                  </a:ln>
                  <a:solidFill>
                    <a:srgbClr val="FFFFFF"/>
                  </a:solidFill>
                  <a:effectLst/>
                  <a:uLnTx/>
                  <a:uFillTx/>
                  <a:latin typeface="Arial Narrow"/>
                  <a:ea typeface="+mn-ea"/>
                  <a:cs typeface="+mn-cs"/>
                </a:rPr>
                <a:t>158 | 27 | 35</a:t>
              </a:r>
              <a:br>
                <a:rPr kumimoji="0" lang="en-GB" sz="500" b="0" i="0" u="none" strike="noStrike" kern="1200" cap="none" spc="0" normalizeH="0" baseline="0" noProof="0" dirty="0">
                  <a:ln>
                    <a:noFill/>
                  </a:ln>
                  <a:solidFill>
                    <a:srgbClr val="FFFFFF"/>
                  </a:solidFill>
                  <a:effectLst/>
                  <a:uLnTx/>
                  <a:uFillTx/>
                  <a:latin typeface="Arial Narrow"/>
                  <a:ea typeface="+mn-ea"/>
                  <a:cs typeface="+mn-cs"/>
                </a:rPr>
              </a:br>
              <a:r>
                <a:rPr kumimoji="0" lang="en-GB" sz="500" b="0" i="0" u="none" strike="noStrike" kern="1200" cap="none" spc="0" normalizeH="0" baseline="0" noProof="0" dirty="0">
                  <a:ln>
                    <a:noFill/>
                  </a:ln>
                  <a:solidFill>
                    <a:srgbClr val="FFFFFF"/>
                  </a:solidFill>
                  <a:effectLst/>
                  <a:uLnTx/>
                  <a:uFillTx/>
                  <a:latin typeface="Arial Narrow"/>
                  <a:ea typeface="+mn-ea"/>
                  <a:cs typeface="+mn-cs"/>
                </a:rPr>
                <a:t>#9E1B21</a:t>
              </a:r>
              <a:br>
                <a:rPr kumimoji="0" lang="en-GB" sz="500" b="0" i="0" u="none" strike="noStrike" kern="1200" cap="none" spc="0" normalizeH="0" baseline="0" noProof="0" dirty="0">
                  <a:ln>
                    <a:noFill/>
                  </a:ln>
                  <a:solidFill>
                    <a:srgbClr val="FFFFFF"/>
                  </a:solidFill>
                  <a:effectLst/>
                  <a:uLnTx/>
                  <a:uFillTx/>
                  <a:latin typeface="Arial Narrow"/>
                  <a:ea typeface="+mn-ea"/>
                  <a:cs typeface="+mn-cs"/>
                </a:rPr>
              </a:br>
              <a:r>
                <a:rPr kumimoji="0" lang="en-GB" sz="500" b="0" i="0" u="none" strike="noStrike" kern="1200" cap="none" spc="0" normalizeH="0" baseline="0" noProof="0" dirty="0">
                  <a:ln>
                    <a:noFill/>
                  </a:ln>
                  <a:solidFill>
                    <a:srgbClr val="FFFFFF"/>
                  </a:solidFill>
                  <a:effectLst/>
                  <a:uLnTx/>
                  <a:uFillTx/>
                  <a:latin typeface="Arial Narrow"/>
                  <a:ea typeface="+mn-ea"/>
                  <a:cs typeface="+mn-cs"/>
                </a:rPr>
                <a:t>-</a:t>
              </a:r>
            </a:p>
          </p:txBody>
        </p:sp>
        <p:sp>
          <p:nvSpPr>
            <p:cNvPr id="31" name="Arrow: Up 30">
              <a:extLst>
                <a:ext uri="{FF2B5EF4-FFF2-40B4-BE49-F238E27FC236}">
                  <a16:creationId xmlns:a16="http://schemas.microsoft.com/office/drawing/2014/main" id="{683CDC5C-5076-4800-97F2-A15A2188602A}"/>
                </a:ext>
              </a:extLst>
            </p:cNvPr>
            <p:cNvSpPr/>
            <p:nvPr/>
          </p:nvSpPr>
          <p:spPr>
            <a:xfrm>
              <a:off x="2040895" y="1114092"/>
              <a:ext cx="130661" cy="184151"/>
            </a:xfrm>
            <a:prstGeom prst="upArrow">
              <a:avLst/>
            </a:prstGeom>
            <a:solidFill>
              <a:schemeClr val="accent2"/>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en-US" sz="10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77" name="Rectangle 176">
              <a:extLst>
                <a:ext uri="{FF2B5EF4-FFF2-40B4-BE49-F238E27FC236}">
                  <a16:creationId xmlns:a16="http://schemas.microsoft.com/office/drawing/2014/main" id="{A0BFC410-4DCA-44AC-B984-6D58B22E6445}"/>
                </a:ext>
              </a:extLst>
            </p:cNvPr>
            <p:cNvSpPr/>
            <p:nvPr/>
          </p:nvSpPr>
          <p:spPr>
            <a:xfrm>
              <a:off x="4474623" y="1780232"/>
              <a:ext cx="443648" cy="289068"/>
            </a:xfrm>
            <a:prstGeom prst="rect">
              <a:avLst/>
            </a:prstGeom>
            <a:solidFill>
              <a:srgbClr val="FBB925"/>
            </a:solidFill>
            <a:ln>
              <a:noFill/>
              <a:prstDash val="dash"/>
            </a:ln>
          </p:spPr>
          <p:txBody>
            <a:bodyPr wrap="square" lIns="36000" tIns="36000" rIns="36000" bIns="36000" rtlCol="0" anchor="ctr">
              <a:noAutofit/>
            </a:bodyPr>
            <a:lstStyle/>
            <a:p>
              <a:pPr>
                <a:lnSpc>
                  <a:spcPct val="90000"/>
                </a:lnSpc>
                <a:spcAft>
                  <a:spcPts val="600"/>
                </a:spcAft>
                <a:defRPr/>
              </a:pPr>
              <a:r>
                <a:rPr lang="en-GB" sz="500" dirty="0">
                  <a:solidFill>
                    <a:srgbClr val="FFFFFF"/>
                  </a:solidFill>
                  <a:latin typeface="Arial Narrow"/>
                </a:rPr>
                <a:t>251 | 185 | 37</a:t>
              </a:r>
              <a:br>
                <a:rPr lang="en-GB" sz="500" dirty="0">
                  <a:solidFill>
                    <a:srgbClr val="FFFFFF"/>
                  </a:solidFill>
                  <a:latin typeface="Arial Narrow"/>
                </a:rPr>
              </a:br>
              <a:r>
                <a:rPr lang="en-GB" sz="500" dirty="0">
                  <a:solidFill>
                    <a:srgbClr val="FFFFFF"/>
                  </a:solidFill>
                  <a:latin typeface="Arial Narrow"/>
                </a:rPr>
                <a:t>#FBB925</a:t>
              </a:r>
              <a:br>
                <a:rPr lang="en-GB" sz="500" dirty="0">
                  <a:solidFill>
                    <a:srgbClr val="FFFFFF"/>
                  </a:solidFill>
                  <a:latin typeface="Arial Narrow"/>
                </a:rPr>
              </a:br>
              <a:r>
                <a:rPr lang="en-GB" sz="500" dirty="0">
                  <a:solidFill>
                    <a:srgbClr val="FFFFFF"/>
                  </a:solidFill>
                  <a:latin typeface="Arial Narrow"/>
                </a:rPr>
                <a:t>x-x-x-x</a:t>
              </a:r>
            </a:p>
          </p:txBody>
        </p:sp>
        <p:sp>
          <p:nvSpPr>
            <p:cNvPr id="45" name="Rectangle 44">
              <a:extLst>
                <a:ext uri="{FF2B5EF4-FFF2-40B4-BE49-F238E27FC236}">
                  <a16:creationId xmlns:a16="http://schemas.microsoft.com/office/drawing/2014/main" id="{A417E312-3F68-4C44-86FC-0611B36D6BD4}"/>
                </a:ext>
              </a:extLst>
            </p:cNvPr>
            <p:cNvSpPr/>
            <p:nvPr/>
          </p:nvSpPr>
          <p:spPr>
            <a:xfrm>
              <a:off x="1378485" y="2246660"/>
              <a:ext cx="959671" cy="126760"/>
            </a:xfrm>
            <a:prstGeom prst="rect">
              <a:avLst/>
            </a:prstGeom>
            <a:solidFill>
              <a:schemeClr val="bg1"/>
            </a:solidFill>
            <a:ln>
              <a:solidFill>
                <a:schemeClr val="tx2"/>
              </a:solidFill>
            </a:ln>
          </p:spPr>
          <p:txBody>
            <a:bodyPr wrap="square" lIns="72000" tIns="36000" rIns="72000" bIns="36000" rtlCol="0" anchor="ctr">
              <a:noAutofit/>
            </a:bodyPr>
            <a:lstStyle/>
            <a:p>
              <a:pPr algn="ctr" defTabSz="307644" hangingPunct="0">
                <a:lnSpc>
                  <a:spcPct val="90000"/>
                </a:lnSpc>
                <a:spcAft>
                  <a:spcPts val="596"/>
                </a:spcAft>
                <a:buClr>
                  <a:srgbClr val="E6513E"/>
                </a:buClr>
              </a:pPr>
              <a:r>
                <a:rPr lang="de-DE" sz="800">
                  <a:solidFill>
                    <a:schemeClr val="tx2"/>
                  </a:solidFill>
                  <a:latin typeface="+mj-lt"/>
                  <a:ea typeface="Nokia Pure Text" panose="020B0504040602060303" pitchFamily="34" charset="0"/>
                  <a:cs typeface="Nokia Pure Text" panose="020B0504040602060303" pitchFamily="34" charset="0"/>
                  <a:sym typeface="Helvetica Neue" charset="0"/>
                </a:rPr>
                <a:t>Basis</a:t>
              </a:r>
            </a:p>
          </p:txBody>
        </p:sp>
        <p:sp>
          <p:nvSpPr>
            <p:cNvPr id="178" name="Rectangle 177">
              <a:extLst>
                <a:ext uri="{FF2B5EF4-FFF2-40B4-BE49-F238E27FC236}">
                  <a16:creationId xmlns:a16="http://schemas.microsoft.com/office/drawing/2014/main" id="{D940F56C-C7DD-44FA-AD96-EF5DF2C4C52C}"/>
                </a:ext>
              </a:extLst>
            </p:cNvPr>
            <p:cNvSpPr/>
            <p:nvPr/>
          </p:nvSpPr>
          <p:spPr>
            <a:xfrm>
              <a:off x="2410531" y="2246660"/>
              <a:ext cx="959671" cy="126760"/>
            </a:xfrm>
            <a:prstGeom prst="rect">
              <a:avLst/>
            </a:prstGeom>
            <a:solidFill>
              <a:schemeClr val="bg1"/>
            </a:solidFill>
            <a:ln>
              <a:solidFill>
                <a:schemeClr val="tx2"/>
              </a:solidFill>
            </a:ln>
          </p:spPr>
          <p:txBody>
            <a:bodyPr wrap="square" lIns="72000" tIns="36000" rIns="72000" bIns="36000" rtlCol="0" anchor="ctr">
              <a:noAutofit/>
            </a:bodyPr>
            <a:lstStyle/>
            <a:p>
              <a:pPr algn="ctr" defTabSz="307644" hangingPunct="0">
                <a:lnSpc>
                  <a:spcPct val="90000"/>
                </a:lnSpc>
                <a:spcAft>
                  <a:spcPts val="596"/>
                </a:spcAft>
                <a:buClr>
                  <a:srgbClr val="E6513E"/>
                </a:buClr>
              </a:pPr>
              <a:r>
                <a:rPr lang="de-DE" sz="800">
                  <a:solidFill>
                    <a:schemeClr val="tx2"/>
                  </a:solidFill>
                  <a:latin typeface="+mj-lt"/>
                  <a:ea typeface="Nokia Pure Text" panose="020B0504040602060303" pitchFamily="34" charset="0"/>
                  <a:cs typeface="Nokia Pure Text" panose="020B0504040602060303" pitchFamily="34" charset="0"/>
                  <a:sym typeface="Helvetica Neue" charset="0"/>
                </a:rPr>
                <a:t>Logo</a:t>
              </a:r>
            </a:p>
          </p:txBody>
        </p:sp>
        <p:sp>
          <p:nvSpPr>
            <p:cNvPr id="179" name="Rectangle 178">
              <a:extLst>
                <a:ext uri="{FF2B5EF4-FFF2-40B4-BE49-F238E27FC236}">
                  <a16:creationId xmlns:a16="http://schemas.microsoft.com/office/drawing/2014/main" id="{CDC1032A-3FE8-4AE5-BE62-D8478F3F42EA}"/>
                </a:ext>
              </a:extLst>
            </p:cNvPr>
            <p:cNvSpPr/>
            <p:nvPr/>
          </p:nvSpPr>
          <p:spPr>
            <a:xfrm>
              <a:off x="3442578" y="2246660"/>
              <a:ext cx="1474147" cy="126760"/>
            </a:xfrm>
            <a:prstGeom prst="rect">
              <a:avLst/>
            </a:prstGeom>
            <a:solidFill>
              <a:schemeClr val="bg1"/>
            </a:solidFill>
            <a:ln>
              <a:solidFill>
                <a:schemeClr val="tx2"/>
              </a:solidFill>
            </a:ln>
          </p:spPr>
          <p:txBody>
            <a:bodyPr wrap="square" lIns="72000" tIns="36000" rIns="72000" bIns="36000" rtlCol="0" anchor="ctr">
              <a:noAutofit/>
            </a:bodyPr>
            <a:lstStyle/>
            <a:p>
              <a:pPr algn="ctr" defTabSz="307644" hangingPunct="0">
                <a:lnSpc>
                  <a:spcPct val="90000"/>
                </a:lnSpc>
                <a:spcAft>
                  <a:spcPts val="596"/>
                </a:spcAft>
                <a:buClr>
                  <a:srgbClr val="E6513E"/>
                </a:buClr>
              </a:pPr>
              <a:r>
                <a:rPr lang="de-DE" sz="800">
                  <a:solidFill>
                    <a:schemeClr val="tx2"/>
                  </a:solidFill>
                  <a:latin typeface="+mj-lt"/>
                  <a:ea typeface="Nokia Pure Text" panose="020B0504040602060303" pitchFamily="34" charset="0"/>
                  <a:cs typeface="Nokia Pure Text" panose="020B0504040602060303" pitchFamily="34" charset="0"/>
                  <a:sym typeface="Helvetica Neue" charset="0"/>
                </a:rPr>
                <a:t>Akzente </a:t>
              </a:r>
              <a:r>
                <a:rPr lang="de-DE" sz="600">
                  <a:solidFill>
                    <a:schemeClr val="tx2"/>
                  </a:solidFill>
                  <a:latin typeface="+mj-lt"/>
                  <a:ea typeface="Nokia Pure Text" panose="020B0504040602060303" pitchFamily="34" charset="0"/>
                  <a:cs typeface="Nokia Pure Text" panose="020B0504040602060303" pitchFamily="34" charset="0"/>
                  <a:sym typeface="Helvetica Neue" charset="0"/>
                </a:rPr>
                <a:t>(max 1 pro Seite)</a:t>
              </a:r>
              <a:endParaRPr lang="de-DE" sz="80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46" name="TextBox 45">
              <a:extLst>
                <a:ext uri="{FF2B5EF4-FFF2-40B4-BE49-F238E27FC236}">
                  <a16:creationId xmlns:a16="http://schemas.microsoft.com/office/drawing/2014/main" id="{256B272A-19CD-46BC-9CB5-B70FE123051A}"/>
                </a:ext>
              </a:extLst>
            </p:cNvPr>
            <p:cNvSpPr txBox="1"/>
            <p:nvPr/>
          </p:nvSpPr>
          <p:spPr>
            <a:xfrm>
              <a:off x="4916725" y="1472676"/>
              <a:ext cx="316112" cy="203133"/>
            </a:xfrm>
            <a:prstGeom prst="rect">
              <a:avLst/>
            </a:prstGeom>
            <a:noFill/>
          </p:spPr>
          <p:txBody>
            <a:bodyPr wrap="none" rtlCol="0">
              <a:spAutoFit/>
            </a:bodyPr>
            <a:lstStyle/>
            <a:p>
              <a:pPr algn="l">
                <a:lnSpc>
                  <a:spcPct val="90000"/>
                </a:lnSpc>
              </a:pPr>
              <a:r>
                <a:rPr lang="en-US" sz="800" dirty="0">
                  <a:solidFill>
                    <a:schemeClr val="accent1"/>
                  </a:solidFill>
                </a:rPr>
                <a:t>hell</a:t>
              </a:r>
            </a:p>
          </p:txBody>
        </p:sp>
        <p:sp>
          <p:nvSpPr>
            <p:cNvPr id="180" name="TextBox 179">
              <a:extLst>
                <a:ext uri="{FF2B5EF4-FFF2-40B4-BE49-F238E27FC236}">
                  <a16:creationId xmlns:a16="http://schemas.microsoft.com/office/drawing/2014/main" id="{436AEAB8-F713-43FF-9A98-17FA3ABF5462}"/>
                </a:ext>
              </a:extLst>
            </p:cNvPr>
            <p:cNvSpPr txBox="1"/>
            <p:nvPr/>
          </p:nvSpPr>
          <p:spPr>
            <a:xfrm>
              <a:off x="4916725" y="1814314"/>
              <a:ext cx="298480" cy="203133"/>
            </a:xfrm>
            <a:prstGeom prst="rect">
              <a:avLst/>
            </a:prstGeom>
            <a:noFill/>
          </p:spPr>
          <p:txBody>
            <a:bodyPr wrap="none" rtlCol="0">
              <a:spAutoFit/>
            </a:bodyPr>
            <a:lstStyle/>
            <a:p>
              <a:pPr algn="l">
                <a:lnSpc>
                  <a:spcPct val="90000"/>
                </a:lnSpc>
              </a:pPr>
              <a:r>
                <a:rPr lang="en-US" sz="800" dirty="0" err="1">
                  <a:solidFill>
                    <a:schemeClr val="accent1"/>
                  </a:solidFill>
                </a:rPr>
                <a:t>tief</a:t>
              </a:r>
              <a:endParaRPr lang="en-US" sz="800" dirty="0">
                <a:solidFill>
                  <a:schemeClr val="accent1"/>
                </a:solidFill>
              </a:endParaRPr>
            </a:p>
          </p:txBody>
        </p:sp>
        <p:sp>
          <p:nvSpPr>
            <p:cNvPr id="182" name="Arrow: Up 181">
              <a:extLst>
                <a:ext uri="{FF2B5EF4-FFF2-40B4-BE49-F238E27FC236}">
                  <a16:creationId xmlns:a16="http://schemas.microsoft.com/office/drawing/2014/main" id="{731395B9-9859-4874-973D-47CF0A47A825}"/>
                </a:ext>
              </a:extLst>
            </p:cNvPr>
            <p:cNvSpPr/>
            <p:nvPr/>
          </p:nvSpPr>
          <p:spPr>
            <a:xfrm>
              <a:off x="2564252" y="1114092"/>
              <a:ext cx="130661" cy="184151"/>
            </a:xfrm>
            <a:prstGeom prst="upArrow">
              <a:avLst/>
            </a:prstGeom>
            <a:solidFill>
              <a:schemeClr val="accent2"/>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en-US" sz="10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grpSp>
      <p:grpSp>
        <p:nvGrpSpPr>
          <p:cNvPr id="185" name="Group 184">
            <a:extLst>
              <a:ext uri="{FF2B5EF4-FFF2-40B4-BE49-F238E27FC236}">
                <a16:creationId xmlns:a16="http://schemas.microsoft.com/office/drawing/2014/main" id="{6CA1BD37-65E8-4026-9126-2D7A4C7E4284}"/>
              </a:ext>
            </a:extLst>
          </p:cNvPr>
          <p:cNvGrpSpPr/>
          <p:nvPr/>
        </p:nvGrpSpPr>
        <p:grpSpPr>
          <a:xfrm>
            <a:off x="1233326" y="490756"/>
            <a:ext cx="4973380" cy="2447662"/>
            <a:chOff x="1290826" y="433349"/>
            <a:chExt cx="3942011" cy="1940071"/>
          </a:xfrm>
        </p:grpSpPr>
        <p:sp>
          <p:nvSpPr>
            <p:cNvPr id="186" name="Rectangle 185">
              <a:extLst>
                <a:ext uri="{FF2B5EF4-FFF2-40B4-BE49-F238E27FC236}">
                  <a16:creationId xmlns:a16="http://schemas.microsoft.com/office/drawing/2014/main" id="{E2687315-53F5-4082-86FB-4E75C4FAE0D2}"/>
                </a:ext>
              </a:extLst>
            </p:cNvPr>
            <p:cNvSpPr/>
            <p:nvPr/>
          </p:nvSpPr>
          <p:spPr>
            <a:xfrm>
              <a:off x="1290826" y="1103661"/>
              <a:ext cx="3876917" cy="1206184"/>
            </a:xfrm>
            <a:prstGeom prst="rect">
              <a:avLst/>
            </a:prstGeom>
            <a:solidFill>
              <a:srgbClr val="FFFFFF"/>
            </a:solidFill>
            <a:ln>
              <a:solidFill>
                <a:srgbClr val="A2A6A3"/>
              </a:solidFill>
              <a:miter lim="800000"/>
            </a:ln>
          </p:spPr>
          <p:txBody>
            <a:bodyPr wrap="square" lIns="72000" tIns="36000" rIns="72000" bIns="36000" rtlCol="0" anchor="t">
              <a:noAutofit/>
            </a:bodyPr>
            <a:lstStyle/>
            <a:p>
              <a:pPr marL="0" marR="0" lvl="0" indent="0" algn="r" defTabSz="307644" eaLnBrk="1" fontAlgn="auto" latinLnBrk="0" hangingPunct="0">
                <a:lnSpc>
                  <a:spcPct val="90000"/>
                </a:lnSpc>
                <a:spcBef>
                  <a:spcPts val="0"/>
                </a:spcBef>
                <a:spcAft>
                  <a:spcPts val="596"/>
                </a:spcAft>
                <a:buClr>
                  <a:srgbClr val="E6513E"/>
                </a:buClr>
                <a:buSzTx/>
                <a:buFontTx/>
                <a:buNone/>
                <a:tabLst/>
                <a:defRPr/>
              </a:pPr>
              <a:r>
                <a:rPr kumimoji="0" lang="de-DE" sz="1000" b="0" i="0" u="none" strike="noStrike" kern="0" cap="none" spc="0" normalizeH="0" baseline="0" noProof="0" dirty="0">
                  <a:ln>
                    <a:noFill/>
                  </a:ln>
                  <a:solidFill>
                    <a:srgbClr val="A2A6A3"/>
                  </a:solidFill>
                  <a:effectLst/>
                  <a:uLnTx/>
                  <a:uFillTx/>
                  <a:latin typeface="Arial"/>
                  <a:ea typeface="Nokia Pure Text" panose="020B0504040602060303" pitchFamily="34" charset="0"/>
                  <a:cs typeface="Nokia Pure Text" panose="020B0504040602060303" pitchFamily="34" charset="0"/>
                  <a:sym typeface="Helvetica Neue" charset="0"/>
                </a:rPr>
                <a:t>Hauptfarben</a:t>
              </a:r>
            </a:p>
          </p:txBody>
        </p:sp>
        <p:sp>
          <p:nvSpPr>
            <p:cNvPr id="187" name="Rechteck 84">
              <a:extLst>
                <a:ext uri="{FF2B5EF4-FFF2-40B4-BE49-F238E27FC236}">
                  <a16:creationId xmlns:a16="http://schemas.microsoft.com/office/drawing/2014/main" id="{3B476B99-2E7D-41A8-909D-323FF64676A4}"/>
                </a:ext>
              </a:extLst>
            </p:cNvPr>
            <p:cNvSpPr>
              <a:spLocks/>
            </p:cNvSpPr>
            <p:nvPr/>
          </p:nvSpPr>
          <p:spPr>
            <a:xfrm>
              <a:off x="2926554" y="1340431"/>
              <a:ext cx="443648" cy="859398"/>
            </a:xfrm>
            <a:prstGeom prst="rect">
              <a:avLst/>
            </a:prstGeom>
            <a:solidFill>
              <a:srgbClr val="D63636"/>
            </a:solidFill>
            <a:ln w="9525" cap="flat" cmpd="sng" algn="ctr">
              <a:noFill/>
              <a:prstDash val="solid"/>
            </a:ln>
            <a:effectLst/>
          </p:spPr>
          <p:txBody>
            <a:bodyPr lIns="36000" tIns="36000" rIns="36000" bIns="90000" rtlCol="0" anchor="t" anchorCtr="0"/>
            <a:lstStyle/>
            <a:p>
              <a:pPr marL="0" marR="0" lvl="0" indent="0" defTabSz="914400" eaLnBrk="1" fontAlgn="auto" latinLnBrk="0" hangingPunct="1">
                <a:lnSpc>
                  <a:spcPct val="90000"/>
                </a:lnSpc>
                <a:spcBef>
                  <a:spcPts val="0"/>
                </a:spcBef>
                <a:spcAft>
                  <a:spcPts val="600"/>
                </a:spcAft>
                <a:buClrTx/>
                <a:buSzTx/>
                <a:buFontTx/>
                <a:buNone/>
                <a:tabLst/>
                <a:defRPr/>
              </a:pPr>
              <a:r>
                <a:rPr kumimoji="0" lang="en-GB" sz="600" b="0" i="0" u="none" strike="noStrike" kern="0" cap="none" spc="0" normalizeH="0" baseline="0" noProof="0" dirty="0">
                  <a:ln>
                    <a:noFill/>
                  </a:ln>
                  <a:solidFill>
                    <a:srgbClr val="FFFFFF"/>
                  </a:solidFill>
                  <a:effectLst/>
                  <a:uLnTx/>
                  <a:uFillTx/>
                  <a:latin typeface="Arial Narrow"/>
                  <a:ea typeface="+mn-ea"/>
                  <a:cs typeface="+mn-cs"/>
                </a:rPr>
                <a:t>OHOE Red</a:t>
              </a:r>
            </a:p>
            <a:p>
              <a:pPr marL="0" marR="0" lvl="0" indent="0" defTabSz="914400" eaLnBrk="1" fontAlgn="auto" latinLnBrk="0" hangingPunct="1">
                <a:lnSpc>
                  <a:spcPct val="90000"/>
                </a:lnSpc>
                <a:spcBef>
                  <a:spcPts val="0"/>
                </a:spcBef>
                <a:spcAft>
                  <a:spcPts val="600"/>
                </a:spcAft>
                <a:buClrTx/>
                <a:buSzTx/>
                <a:buFontTx/>
                <a:buNone/>
                <a:tabLst/>
                <a:defRPr/>
              </a:pPr>
              <a:r>
                <a:rPr kumimoji="0" lang="en-GB" sz="500" b="0" i="0" u="none" strike="noStrike" kern="0" cap="none" spc="0" normalizeH="0" baseline="0" noProof="0">
                  <a:ln>
                    <a:noFill/>
                  </a:ln>
                  <a:solidFill>
                    <a:srgbClr val="FFFFFF"/>
                  </a:solidFill>
                  <a:effectLst/>
                  <a:uLnTx/>
                  <a:uFillTx/>
                  <a:latin typeface="Arial Narrow"/>
                  <a:ea typeface="+mn-ea"/>
                  <a:cs typeface="+mn-cs"/>
                </a:rPr>
                <a:t>214 | 54 | 54</a:t>
              </a:r>
              <a:br>
                <a:rPr kumimoji="0" lang="en-GB" sz="500" b="0" i="0" u="none" strike="noStrike" kern="0" cap="none" spc="0" normalizeH="0" baseline="0" noProof="0" dirty="0">
                  <a:ln>
                    <a:noFill/>
                  </a:ln>
                  <a:solidFill>
                    <a:srgbClr val="FFFFFF"/>
                  </a:solidFill>
                  <a:effectLst/>
                  <a:uLnTx/>
                  <a:uFillTx/>
                  <a:latin typeface="Arial Narrow"/>
                  <a:ea typeface="+mn-ea"/>
                  <a:cs typeface="+mn-cs"/>
                </a:rPr>
              </a:br>
              <a:r>
                <a:rPr kumimoji="0" lang="en-GB" sz="500" b="0" i="0" u="none" strike="noStrike" kern="0" cap="none" spc="0" normalizeH="0" baseline="0" noProof="0">
                  <a:ln>
                    <a:noFill/>
                  </a:ln>
                  <a:solidFill>
                    <a:srgbClr val="FFFFFF"/>
                  </a:solidFill>
                  <a:effectLst/>
                  <a:uLnTx/>
                  <a:uFillTx/>
                  <a:latin typeface="Arial Narrow"/>
                  <a:ea typeface="+mn-ea"/>
                  <a:cs typeface="+mn-cs"/>
                </a:rPr>
                <a:t>#</a:t>
              </a:r>
              <a:r>
                <a:rPr lang="en-GB" sz="500" kern="0">
                  <a:solidFill>
                    <a:srgbClr val="FFFFFF"/>
                  </a:solidFill>
                  <a:latin typeface="Arial Narrow"/>
                </a:rPr>
                <a:t>D63636</a:t>
              </a:r>
              <a:br>
                <a:rPr kumimoji="0" lang="en-GB" sz="500" b="0" i="0" u="none" strike="noStrike" kern="0" cap="none" spc="0" normalizeH="0" baseline="0" noProof="0" dirty="0">
                  <a:ln>
                    <a:noFill/>
                  </a:ln>
                  <a:solidFill>
                    <a:srgbClr val="FFFFFF"/>
                  </a:solidFill>
                  <a:effectLst/>
                  <a:uLnTx/>
                  <a:uFillTx/>
                  <a:latin typeface="Arial Narrow"/>
                  <a:ea typeface="+mn-ea"/>
                  <a:cs typeface="+mn-cs"/>
                </a:rPr>
              </a:br>
              <a:r>
                <a:rPr kumimoji="0" lang="en-GB" sz="500" b="0" i="0" u="none" strike="noStrike" kern="0" cap="none" spc="0" normalizeH="0" baseline="0" noProof="0">
                  <a:ln>
                    <a:noFill/>
                  </a:ln>
                  <a:solidFill>
                    <a:srgbClr val="FFFFFF"/>
                  </a:solidFill>
                  <a:effectLst/>
                  <a:uLnTx/>
                  <a:uFillTx/>
                  <a:latin typeface="Arial Narrow"/>
                  <a:ea typeface="+mn-ea"/>
                  <a:cs typeface="+mn-cs"/>
                </a:rPr>
                <a:t>0-0-0-0</a:t>
              </a:r>
              <a:endParaRPr lang="en-GB" sz="500" b="0" i="0" u="none" strike="noStrike" kern="0" cap="none" spc="0" normalizeH="0" baseline="0" noProof="0">
                <a:ln>
                  <a:noFill/>
                </a:ln>
                <a:solidFill>
                  <a:srgbClr val="FFFFFF"/>
                </a:solidFill>
                <a:effectLst/>
                <a:uLnTx/>
                <a:uFillTx/>
                <a:latin typeface="Arial Narrow"/>
              </a:endParaRPr>
            </a:p>
          </p:txBody>
        </p:sp>
        <p:sp>
          <p:nvSpPr>
            <p:cNvPr id="188" name="Rectangle 187">
              <a:extLst>
                <a:ext uri="{FF2B5EF4-FFF2-40B4-BE49-F238E27FC236}">
                  <a16:creationId xmlns:a16="http://schemas.microsoft.com/office/drawing/2014/main" id="{9B37394F-E0E6-4214-A8A2-A1C0182FAE6B}"/>
                </a:ext>
              </a:extLst>
            </p:cNvPr>
            <p:cNvSpPr/>
            <p:nvPr/>
          </p:nvSpPr>
          <p:spPr>
            <a:xfrm>
              <a:off x="4474623" y="1340431"/>
              <a:ext cx="443648" cy="859398"/>
            </a:xfrm>
            <a:prstGeom prst="rect">
              <a:avLst/>
            </a:prstGeom>
            <a:solidFill>
              <a:srgbClr val="FFDC4E"/>
            </a:solidFill>
            <a:ln>
              <a:noFill/>
              <a:prstDash val="dash"/>
            </a:ln>
          </p:spPr>
          <p:txBody>
            <a:bodyPr wrap="square" lIns="36000" tIns="36000" rIns="36000" bIns="36000" rtlCol="0" anchor="t">
              <a:noAutofit/>
            </a:bodyPr>
            <a:lstStyle/>
            <a:p>
              <a:pPr marL="0" marR="0" lvl="0" indent="0" defTabSz="914400" eaLnBrk="1" fontAlgn="auto" latinLnBrk="0" hangingPunct="1">
                <a:lnSpc>
                  <a:spcPct val="90000"/>
                </a:lnSpc>
                <a:spcBef>
                  <a:spcPts val="0"/>
                </a:spcBef>
                <a:spcAft>
                  <a:spcPts val="600"/>
                </a:spcAft>
                <a:buClrTx/>
                <a:buSzTx/>
                <a:buFontTx/>
                <a:buNone/>
                <a:tabLst/>
                <a:defRPr/>
              </a:pPr>
              <a:r>
                <a:rPr kumimoji="0" lang="en-GB" sz="600" b="0" i="0" u="none" strike="noStrike" kern="0" cap="none" spc="0" normalizeH="0" baseline="0" noProof="0" dirty="0">
                  <a:ln>
                    <a:noFill/>
                  </a:ln>
                  <a:solidFill>
                    <a:srgbClr val="FFFFFF"/>
                  </a:solidFill>
                  <a:effectLst/>
                  <a:uLnTx/>
                  <a:uFillTx/>
                </a:rPr>
                <a:t>OHOE Gelb</a:t>
              </a:r>
            </a:p>
            <a:p>
              <a:pPr marL="0" marR="0" lvl="0" indent="0" defTabSz="914400" eaLnBrk="1" fontAlgn="auto" latinLnBrk="0" hangingPunct="1">
                <a:lnSpc>
                  <a:spcPct val="90000"/>
                </a:lnSpc>
                <a:spcBef>
                  <a:spcPts val="0"/>
                </a:spcBef>
                <a:spcAft>
                  <a:spcPts val="600"/>
                </a:spcAft>
                <a:buClrTx/>
                <a:buSzTx/>
                <a:buFontTx/>
                <a:buNone/>
                <a:tabLst/>
                <a:defRPr/>
              </a:pPr>
              <a:r>
                <a:rPr kumimoji="0" lang="en-GB" sz="500" b="0" i="0" u="none" strike="noStrike" kern="0" cap="none" spc="0" normalizeH="0" baseline="0" noProof="0" dirty="0">
                  <a:ln>
                    <a:noFill/>
                  </a:ln>
                  <a:solidFill>
                    <a:srgbClr val="FFFFFF"/>
                  </a:solidFill>
                  <a:effectLst/>
                  <a:uLnTx/>
                  <a:uFillTx/>
                </a:rPr>
                <a:t>255 | 220 | 78</a:t>
              </a:r>
              <a:br>
                <a:rPr kumimoji="0" lang="en-GB" sz="500" b="0" i="0" u="none" strike="noStrike" kern="0" cap="none" spc="0" normalizeH="0" baseline="0" noProof="0" dirty="0">
                  <a:ln>
                    <a:noFill/>
                  </a:ln>
                  <a:solidFill>
                    <a:srgbClr val="FFFFFF"/>
                  </a:solidFill>
                  <a:effectLst/>
                  <a:uLnTx/>
                  <a:uFillTx/>
                </a:rPr>
              </a:br>
              <a:r>
                <a:rPr kumimoji="0" lang="en-GB" sz="500" b="0" i="0" u="none" strike="noStrike" kern="0" cap="none" spc="0" normalizeH="0" baseline="0" noProof="0" dirty="0">
                  <a:ln>
                    <a:noFill/>
                  </a:ln>
                  <a:solidFill>
                    <a:srgbClr val="FFFFFF"/>
                  </a:solidFill>
                  <a:effectLst/>
                  <a:uLnTx/>
                  <a:uFillTx/>
                </a:rPr>
                <a:t>#FFDC4E</a:t>
              </a:r>
              <a:br>
                <a:rPr kumimoji="0" lang="en-GB" sz="500" b="0" i="0" u="none" strike="noStrike" kern="0" cap="none" spc="0" normalizeH="0" baseline="0" noProof="0" dirty="0">
                  <a:ln>
                    <a:noFill/>
                  </a:ln>
                  <a:solidFill>
                    <a:srgbClr val="FFFFFF"/>
                  </a:solidFill>
                  <a:effectLst/>
                  <a:uLnTx/>
                  <a:uFillTx/>
                </a:rPr>
              </a:br>
              <a:r>
                <a:rPr kumimoji="0" lang="en-GB" sz="500" b="0" i="0" u="none" strike="noStrike" kern="0" cap="none" spc="0" normalizeH="0" baseline="0" noProof="0" dirty="0">
                  <a:ln>
                    <a:noFill/>
                  </a:ln>
                  <a:solidFill>
                    <a:srgbClr val="FFFFFF"/>
                  </a:solidFill>
                  <a:effectLst/>
                  <a:uLnTx/>
                  <a:uFillTx/>
                </a:rPr>
                <a:t>x-x-x-x</a:t>
              </a:r>
            </a:p>
            <a:p>
              <a:pPr marL="0" marR="0" lvl="0" indent="0" defTabSz="307644" eaLnBrk="1" fontAlgn="auto" latinLnBrk="0" hangingPunct="0">
                <a:lnSpc>
                  <a:spcPct val="90000"/>
                </a:lnSpc>
                <a:spcBef>
                  <a:spcPts val="0"/>
                </a:spcBef>
                <a:spcAft>
                  <a:spcPts val="596"/>
                </a:spcAft>
                <a:buClr>
                  <a:srgbClr val="E6513E"/>
                </a:buClr>
                <a:buSzTx/>
                <a:buFontTx/>
                <a:buNone/>
                <a:tabLst/>
                <a:defRPr/>
              </a:pPr>
              <a:endParaRPr kumimoji="0" lang="de-DE" sz="600" b="0" i="0" u="none" strike="noStrike" kern="0" cap="none" spc="0" normalizeH="0" baseline="0" noProof="0" dirty="0">
                <a:ln>
                  <a:noFill/>
                </a:ln>
                <a:solidFill>
                  <a:srgbClr val="FFDC4E"/>
                </a:solidFill>
                <a:effectLst/>
                <a:uLnTx/>
                <a:uFillTx/>
                <a:latin typeface="Arial"/>
                <a:ea typeface="Nokia Pure Text" panose="020B0504040602060303" pitchFamily="34" charset="0"/>
                <a:cs typeface="Nokia Pure Text" panose="020B0504040602060303" pitchFamily="34" charset="0"/>
                <a:sym typeface="Helvetica Neue" charset="0"/>
              </a:endParaRPr>
            </a:p>
          </p:txBody>
        </p:sp>
        <p:sp>
          <p:nvSpPr>
            <p:cNvPr id="189" name="Rectangle 188">
              <a:extLst>
                <a:ext uri="{FF2B5EF4-FFF2-40B4-BE49-F238E27FC236}">
                  <a16:creationId xmlns:a16="http://schemas.microsoft.com/office/drawing/2014/main" id="{4E6145C8-29A0-4808-A628-AB4527AE87C1}"/>
                </a:ext>
              </a:extLst>
            </p:cNvPr>
            <p:cNvSpPr/>
            <p:nvPr/>
          </p:nvSpPr>
          <p:spPr>
            <a:xfrm>
              <a:off x="3958600" y="1340431"/>
              <a:ext cx="443648" cy="859398"/>
            </a:xfrm>
            <a:prstGeom prst="rect">
              <a:avLst/>
            </a:prstGeom>
            <a:solidFill>
              <a:srgbClr val="80D3FF"/>
            </a:solidFill>
            <a:ln>
              <a:noFill/>
              <a:prstDash val="dash"/>
            </a:ln>
          </p:spPr>
          <p:txBody>
            <a:bodyPr wrap="square" lIns="36000" tIns="36000" rIns="36000" bIns="36000" rtlCol="0" anchor="t">
              <a:noAutofit/>
            </a:bodyPr>
            <a:lstStyle/>
            <a:p>
              <a:pPr marL="0" marR="0" lvl="0" indent="0" defTabSz="914400" eaLnBrk="1" fontAlgn="auto" latinLnBrk="0" hangingPunct="1">
                <a:lnSpc>
                  <a:spcPct val="90000"/>
                </a:lnSpc>
                <a:spcBef>
                  <a:spcPts val="0"/>
                </a:spcBef>
                <a:spcAft>
                  <a:spcPts val="600"/>
                </a:spcAft>
                <a:buClrTx/>
                <a:buSzTx/>
                <a:buFontTx/>
                <a:buNone/>
                <a:tabLst/>
                <a:defRPr/>
              </a:pPr>
              <a:r>
                <a:rPr kumimoji="0" lang="en-GB" sz="600" b="0" i="0" u="none" strike="noStrike" kern="0" cap="none" spc="0" normalizeH="0" baseline="0" noProof="0" dirty="0">
                  <a:ln>
                    <a:noFill/>
                  </a:ln>
                  <a:solidFill>
                    <a:srgbClr val="FFFFFF"/>
                  </a:solidFill>
                  <a:effectLst/>
                  <a:uLnTx/>
                  <a:uFillTx/>
                </a:rPr>
                <a:t>OHOE </a:t>
              </a:r>
              <a:r>
                <a:rPr kumimoji="0" lang="en-GB" sz="600" b="0" i="0" u="none" strike="noStrike" kern="0" cap="none" spc="0" normalizeH="0" baseline="0" noProof="0" dirty="0" err="1">
                  <a:ln>
                    <a:noFill/>
                  </a:ln>
                  <a:solidFill>
                    <a:srgbClr val="FFFFFF"/>
                  </a:solidFill>
                  <a:effectLst/>
                  <a:uLnTx/>
                  <a:uFillTx/>
                </a:rPr>
                <a:t>Blau</a:t>
              </a:r>
              <a:endParaRPr kumimoji="0" lang="en-GB" sz="600" b="0" i="0" u="none" strike="noStrike" kern="0" cap="none" spc="0" normalizeH="0" baseline="0" noProof="0" dirty="0">
                <a:ln>
                  <a:noFill/>
                </a:ln>
                <a:solidFill>
                  <a:srgbClr val="FFFFFF"/>
                </a:solidFill>
                <a:effectLst/>
                <a:uLnTx/>
                <a:uFillTx/>
              </a:endParaRPr>
            </a:p>
            <a:p>
              <a:pPr marL="0" marR="0" lvl="0" indent="0" defTabSz="914400" eaLnBrk="1" fontAlgn="auto" latinLnBrk="0" hangingPunct="1">
                <a:lnSpc>
                  <a:spcPct val="90000"/>
                </a:lnSpc>
                <a:spcBef>
                  <a:spcPts val="0"/>
                </a:spcBef>
                <a:spcAft>
                  <a:spcPts val="600"/>
                </a:spcAft>
                <a:buClrTx/>
                <a:buSzTx/>
                <a:buFontTx/>
                <a:buNone/>
                <a:tabLst/>
                <a:defRPr/>
              </a:pPr>
              <a:r>
                <a:rPr kumimoji="0" lang="en-GB" sz="500" b="0" i="0" u="none" strike="noStrike" kern="1200" cap="none" spc="0" normalizeH="0" baseline="0" noProof="0" dirty="0">
                  <a:ln>
                    <a:noFill/>
                  </a:ln>
                  <a:solidFill>
                    <a:srgbClr val="FFFFFF"/>
                  </a:solidFill>
                  <a:effectLst/>
                  <a:uLnTx/>
                  <a:uFillTx/>
                  <a:latin typeface="Arial Narrow"/>
                  <a:ea typeface="+mn-ea"/>
                  <a:cs typeface="+mn-cs"/>
                </a:rPr>
                <a:t>128 | 211 | 255</a:t>
              </a:r>
              <a:br>
                <a:rPr kumimoji="0" lang="en-GB" sz="500" b="0" i="0" u="none" strike="noStrike" kern="1200" cap="none" spc="0" normalizeH="0" baseline="0" noProof="0" dirty="0">
                  <a:ln>
                    <a:noFill/>
                  </a:ln>
                  <a:solidFill>
                    <a:srgbClr val="FFFFFF"/>
                  </a:solidFill>
                  <a:effectLst/>
                  <a:uLnTx/>
                  <a:uFillTx/>
                  <a:latin typeface="Arial Narrow"/>
                  <a:ea typeface="+mn-ea"/>
                  <a:cs typeface="+mn-cs"/>
                </a:rPr>
              </a:br>
              <a:r>
                <a:rPr kumimoji="0" lang="en-GB" sz="500" b="0" i="0" u="none" strike="noStrike" kern="1200" cap="none" spc="0" normalizeH="0" baseline="0" noProof="0" dirty="0">
                  <a:ln>
                    <a:noFill/>
                  </a:ln>
                  <a:solidFill>
                    <a:srgbClr val="FFFFFF"/>
                  </a:solidFill>
                  <a:effectLst/>
                  <a:uLnTx/>
                  <a:uFillTx/>
                  <a:latin typeface="Arial Narrow"/>
                  <a:ea typeface="+mn-ea"/>
                  <a:cs typeface="+mn-cs"/>
                </a:rPr>
                <a:t>#80D3FF</a:t>
              </a:r>
              <a:br>
                <a:rPr kumimoji="0" lang="en-GB" sz="500" b="0" i="0" u="none" strike="noStrike" kern="0" cap="none" spc="0" normalizeH="0" baseline="0" noProof="0" dirty="0">
                  <a:ln>
                    <a:noFill/>
                  </a:ln>
                  <a:solidFill>
                    <a:srgbClr val="FFFFFF"/>
                  </a:solidFill>
                  <a:effectLst/>
                  <a:uLnTx/>
                  <a:uFillTx/>
                </a:rPr>
              </a:br>
              <a:r>
                <a:rPr kumimoji="0" lang="en-GB" sz="500" b="0" i="0" u="none" strike="noStrike" kern="0" cap="none" spc="0" normalizeH="0" baseline="0" noProof="0" dirty="0">
                  <a:ln>
                    <a:noFill/>
                  </a:ln>
                  <a:solidFill>
                    <a:srgbClr val="FFFFFF"/>
                  </a:solidFill>
                  <a:effectLst/>
                  <a:uLnTx/>
                  <a:uFillTx/>
                </a:rPr>
                <a:t>-</a:t>
              </a:r>
            </a:p>
            <a:p>
              <a:pPr marL="0" marR="0" lvl="0" indent="0" defTabSz="307644" eaLnBrk="1" fontAlgn="auto" latinLnBrk="0" hangingPunct="0">
                <a:lnSpc>
                  <a:spcPct val="90000"/>
                </a:lnSpc>
                <a:spcBef>
                  <a:spcPts val="0"/>
                </a:spcBef>
                <a:spcAft>
                  <a:spcPts val="596"/>
                </a:spcAft>
                <a:buClr>
                  <a:srgbClr val="E6513E"/>
                </a:buClr>
                <a:buSzTx/>
                <a:buFontTx/>
                <a:buNone/>
                <a:tabLst/>
                <a:defRPr/>
              </a:pPr>
              <a:endParaRPr kumimoji="0" lang="de-DE" sz="600" b="0" i="0" u="none" strike="noStrike" kern="0" cap="none" spc="0" normalizeH="0" baseline="0" noProof="0" dirty="0">
                <a:ln>
                  <a:noFill/>
                </a:ln>
                <a:solidFill>
                  <a:srgbClr val="A2A6A3"/>
                </a:solidFill>
                <a:effectLst/>
                <a:uLnTx/>
                <a:uFillTx/>
                <a:latin typeface="Arial"/>
                <a:ea typeface="Nokia Pure Text" panose="020B0504040602060303" pitchFamily="34" charset="0"/>
                <a:cs typeface="Nokia Pure Text" panose="020B0504040602060303" pitchFamily="34" charset="0"/>
                <a:sym typeface="Helvetica Neue" charset="0"/>
              </a:endParaRPr>
            </a:p>
          </p:txBody>
        </p:sp>
        <p:sp>
          <p:nvSpPr>
            <p:cNvPr id="190" name="Rectangle 189">
              <a:extLst>
                <a:ext uri="{FF2B5EF4-FFF2-40B4-BE49-F238E27FC236}">
                  <a16:creationId xmlns:a16="http://schemas.microsoft.com/office/drawing/2014/main" id="{F7011E7C-E8F0-4792-94B8-F4ED0F6BCE48}"/>
                </a:ext>
              </a:extLst>
            </p:cNvPr>
            <p:cNvSpPr/>
            <p:nvPr/>
          </p:nvSpPr>
          <p:spPr>
            <a:xfrm>
              <a:off x="3442577" y="1340431"/>
              <a:ext cx="443648" cy="859398"/>
            </a:xfrm>
            <a:prstGeom prst="rect">
              <a:avLst/>
            </a:prstGeom>
            <a:solidFill>
              <a:srgbClr val="6BC66B"/>
            </a:solidFill>
            <a:ln>
              <a:noFill/>
              <a:prstDash val="dash"/>
            </a:ln>
          </p:spPr>
          <p:txBody>
            <a:bodyPr wrap="square" lIns="36000" tIns="36000" rIns="36000" bIns="36000" rtlCol="0" anchor="t">
              <a:noAutofit/>
            </a:bodyPr>
            <a:lstStyle/>
            <a:p>
              <a:pPr marL="0" marR="0" lvl="0" indent="0" defTabSz="914400" eaLnBrk="1" fontAlgn="auto" latinLnBrk="0" hangingPunct="1">
                <a:lnSpc>
                  <a:spcPct val="90000"/>
                </a:lnSpc>
                <a:spcBef>
                  <a:spcPts val="0"/>
                </a:spcBef>
                <a:spcAft>
                  <a:spcPts val="600"/>
                </a:spcAft>
                <a:buClrTx/>
                <a:buSzTx/>
                <a:buFontTx/>
                <a:buNone/>
                <a:tabLst/>
                <a:defRPr/>
              </a:pPr>
              <a:r>
                <a:rPr kumimoji="0" lang="en-GB" sz="600" b="0" i="0" u="none" strike="noStrike" kern="0" cap="none" spc="0" normalizeH="0" baseline="0" noProof="0" dirty="0">
                  <a:ln>
                    <a:noFill/>
                  </a:ln>
                  <a:solidFill>
                    <a:srgbClr val="FFFFFF"/>
                  </a:solidFill>
                  <a:effectLst/>
                  <a:uLnTx/>
                  <a:uFillTx/>
                </a:rPr>
                <a:t>OHOE </a:t>
              </a:r>
              <a:r>
                <a:rPr kumimoji="0" lang="en-GB" sz="600" b="0" i="0" u="none" strike="noStrike" kern="0" cap="none" spc="0" normalizeH="0" baseline="0" noProof="0" dirty="0" err="1">
                  <a:ln>
                    <a:noFill/>
                  </a:ln>
                  <a:solidFill>
                    <a:srgbClr val="FFFFFF"/>
                  </a:solidFill>
                  <a:effectLst/>
                  <a:uLnTx/>
                  <a:uFillTx/>
                </a:rPr>
                <a:t>Grün</a:t>
              </a:r>
              <a:endParaRPr kumimoji="0" lang="en-GB" sz="600" b="0" i="0" u="none" strike="noStrike" kern="0" cap="none" spc="0" normalizeH="0" baseline="0" noProof="0" dirty="0">
                <a:ln>
                  <a:noFill/>
                </a:ln>
                <a:solidFill>
                  <a:srgbClr val="FFFFFF"/>
                </a:solidFill>
                <a:effectLst/>
                <a:uLnTx/>
                <a:uFillTx/>
              </a:endParaRPr>
            </a:p>
            <a:p>
              <a:pPr marL="0" marR="0" lvl="0" indent="0" defTabSz="914400" eaLnBrk="1" fontAlgn="auto" latinLnBrk="0" hangingPunct="1">
                <a:lnSpc>
                  <a:spcPct val="90000"/>
                </a:lnSpc>
                <a:spcBef>
                  <a:spcPts val="0"/>
                </a:spcBef>
                <a:spcAft>
                  <a:spcPts val="600"/>
                </a:spcAft>
                <a:buClrTx/>
                <a:buSzTx/>
                <a:buFontTx/>
                <a:buNone/>
                <a:tabLst/>
                <a:defRPr/>
              </a:pPr>
              <a:r>
                <a:rPr kumimoji="0" lang="en-GB" sz="500" b="0" i="0" u="none" strike="noStrike" kern="0" cap="none" spc="0" normalizeH="0" baseline="0" noProof="0" dirty="0">
                  <a:ln>
                    <a:noFill/>
                  </a:ln>
                  <a:solidFill>
                    <a:srgbClr val="FFFFFF"/>
                  </a:solidFill>
                  <a:effectLst/>
                  <a:uLnTx/>
                  <a:uFillTx/>
                </a:rPr>
                <a:t>107 | 198 | 107</a:t>
              </a:r>
              <a:br>
                <a:rPr kumimoji="0" lang="en-GB" sz="500" b="0" i="0" u="none" strike="noStrike" kern="0" cap="none" spc="0" normalizeH="0" baseline="0" noProof="0" dirty="0">
                  <a:ln>
                    <a:noFill/>
                  </a:ln>
                  <a:solidFill>
                    <a:srgbClr val="FFFFFF"/>
                  </a:solidFill>
                  <a:effectLst/>
                  <a:uLnTx/>
                  <a:uFillTx/>
                </a:rPr>
              </a:br>
              <a:r>
                <a:rPr kumimoji="0" lang="en-GB" sz="500" b="0" i="0" u="none" strike="noStrike" kern="0" cap="none" spc="0" normalizeH="0" baseline="0" noProof="0" dirty="0">
                  <a:ln>
                    <a:noFill/>
                  </a:ln>
                  <a:solidFill>
                    <a:srgbClr val="FFFFFF"/>
                  </a:solidFill>
                  <a:effectLst/>
                  <a:uLnTx/>
                  <a:uFillTx/>
                </a:rPr>
                <a:t>#6BC66B</a:t>
              </a:r>
              <a:br>
                <a:rPr kumimoji="0" lang="en-GB" sz="500" b="0" i="0" u="none" strike="noStrike" kern="0" cap="none" spc="0" normalizeH="0" baseline="0" noProof="0" dirty="0">
                  <a:ln>
                    <a:noFill/>
                  </a:ln>
                  <a:solidFill>
                    <a:srgbClr val="FFFFFF"/>
                  </a:solidFill>
                  <a:effectLst/>
                  <a:uLnTx/>
                  <a:uFillTx/>
                </a:rPr>
              </a:br>
              <a:r>
                <a:rPr kumimoji="0" lang="en-GB" sz="500" b="0" i="0" u="none" strike="noStrike" kern="0" cap="none" spc="0" normalizeH="0" baseline="0" noProof="0" dirty="0">
                  <a:ln>
                    <a:noFill/>
                  </a:ln>
                  <a:solidFill>
                    <a:srgbClr val="FFFFFF"/>
                  </a:solidFill>
                  <a:effectLst/>
                  <a:uLnTx/>
                  <a:uFillTx/>
                </a:rPr>
                <a:t>-</a:t>
              </a:r>
            </a:p>
            <a:p>
              <a:pPr marL="0" marR="0" lvl="0" indent="0" defTabSz="307644" eaLnBrk="1" fontAlgn="auto" latinLnBrk="0" hangingPunct="0">
                <a:lnSpc>
                  <a:spcPct val="90000"/>
                </a:lnSpc>
                <a:spcBef>
                  <a:spcPts val="0"/>
                </a:spcBef>
                <a:spcAft>
                  <a:spcPts val="596"/>
                </a:spcAft>
                <a:buClr>
                  <a:srgbClr val="E6513E"/>
                </a:buClr>
                <a:buSzTx/>
                <a:buFontTx/>
                <a:buNone/>
                <a:tabLst/>
                <a:defRPr/>
              </a:pPr>
              <a:endParaRPr kumimoji="0" lang="de-DE" sz="600" b="0" i="0" u="none" strike="noStrike" kern="0" cap="none" spc="0" normalizeH="0" baseline="0" noProof="0" dirty="0">
                <a:ln>
                  <a:noFill/>
                </a:ln>
                <a:solidFill>
                  <a:srgbClr val="A2A6A3"/>
                </a:solidFill>
                <a:effectLst/>
                <a:uLnTx/>
                <a:uFillTx/>
                <a:latin typeface="Arial"/>
                <a:ea typeface="Nokia Pure Text" panose="020B0504040602060303" pitchFamily="34" charset="0"/>
                <a:cs typeface="Nokia Pure Text" panose="020B0504040602060303" pitchFamily="34" charset="0"/>
                <a:sym typeface="Helvetica Neue" charset="0"/>
              </a:endParaRPr>
            </a:p>
          </p:txBody>
        </p:sp>
        <p:sp>
          <p:nvSpPr>
            <p:cNvPr id="191" name="Rectangle 190">
              <a:extLst>
                <a:ext uri="{FF2B5EF4-FFF2-40B4-BE49-F238E27FC236}">
                  <a16:creationId xmlns:a16="http://schemas.microsoft.com/office/drawing/2014/main" id="{4757BDDD-4CF1-4D57-AC6A-BB1AE18CCEA9}"/>
                </a:ext>
              </a:extLst>
            </p:cNvPr>
            <p:cNvSpPr/>
            <p:nvPr/>
          </p:nvSpPr>
          <p:spPr>
            <a:xfrm>
              <a:off x="1378486" y="433349"/>
              <a:ext cx="1548068" cy="747006"/>
            </a:xfrm>
            <a:prstGeom prst="rect">
              <a:avLst/>
            </a:prstGeom>
            <a:solidFill>
              <a:srgbClr val="FFFFFF"/>
            </a:solidFill>
            <a:ln>
              <a:solidFill>
                <a:srgbClr val="A2A6A3"/>
              </a:solidFill>
              <a:prstDash val="sysDot"/>
              <a:miter lim="800000"/>
            </a:ln>
          </p:spPr>
          <p:txBody>
            <a:bodyPr wrap="square" lIns="72000" tIns="36000" rIns="72000" bIns="36000" rtlCol="0" anchor="t">
              <a:noAutofit/>
            </a:bodyPr>
            <a:lstStyle/>
            <a:p>
              <a:pPr marL="0" marR="0" lvl="0" indent="0" algn="r" defTabSz="307644" eaLnBrk="1" fontAlgn="auto" latinLnBrk="0" hangingPunct="0">
                <a:lnSpc>
                  <a:spcPct val="90000"/>
                </a:lnSpc>
                <a:spcBef>
                  <a:spcPts val="0"/>
                </a:spcBef>
                <a:spcAft>
                  <a:spcPts val="596"/>
                </a:spcAft>
                <a:buClr>
                  <a:srgbClr val="E6513E"/>
                </a:buClr>
                <a:buSzTx/>
                <a:buFontTx/>
                <a:buNone/>
                <a:tabLst/>
                <a:defRPr/>
              </a:pPr>
              <a:r>
                <a:rPr kumimoji="0" lang="de-DE" sz="1000" b="0" i="0" u="none" strike="noStrike" kern="0" cap="none" spc="0" normalizeH="0" baseline="0" noProof="0">
                  <a:ln>
                    <a:noFill/>
                  </a:ln>
                  <a:solidFill>
                    <a:srgbClr val="A2A6A3"/>
                  </a:solidFill>
                  <a:effectLst/>
                  <a:uLnTx/>
                  <a:uFillTx/>
                  <a:latin typeface="Arial"/>
                  <a:ea typeface="Nokia Pure Text" panose="020B0504040602060303" pitchFamily="34" charset="0"/>
                  <a:cs typeface="Nokia Pure Text" panose="020B0504040602060303" pitchFamily="34" charset="0"/>
                  <a:sym typeface="Helvetica Neue" charset="0"/>
                </a:rPr>
                <a:t>Haupt-Abstufungen</a:t>
              </a:r>
              <a:r>
                <a:rPr kumimoji="0" lang="de-DE" sz="1000" b="0" i="0" u="none" strike="noStrike" kern="0" cap="none" spc="0" normalizeH="0" baseline="30000" noProof="0">
                  <a:ln>
                    <a:noFill/>
                  </a:ln>
                  <a:solidFill>
                    <a:srgbClr val="A2A6A3"/>
                  </a:solidFill>
                  <a:effectLst/>
                  <a:uLnTx/>
                  <a:uFillTx/>
                  <a:latin typeface="Arial"/>
                  <a:ea typeface="Nokia Pure Text" panose="020B0504040602060303" pitchFamily="34" charset="0"/>
                  <a:cs typeface="Nokia Pure Text" panose="020B0504040602060303" pitchFamily="34" charset="0"/>
                  <a:sym typeface="Helvetica Neue" charset="0"/>
                </a:rPr>
                <a:t>*</a:t>
              </a:r>
            </a:p>
          </p:txBody>
        </p:sp>
        <p:sp>
          <p:nvSpPr>
            <p:cNvPr id="192" name="Rechteck 56">
              <a:extLst>
                <a:ext uri="{FF2B5EF4-FFF2-40B4-BE49-F238E27FC236}">
                  <a16:creationId xmlns:a16="http://schemas.microsoft.com/office/drawing/2014/main" id="{FB37546A-C8A1-4F95-9EC5-71F9F3B9C1BF}"/>
                </a:ext>
              </a:extLst>
            </p:cNvPr>
            <p:cNvSpPr>
              <a:spLocks/>
            </p:cNvSpPr>
            <p:nvPr/>
          </p:nvSpPr>
          <p:spPr>
            <a:xfrm>
              <a:off x="1894508" y="1340431"/>
              <a:ext cx="443648" cy="443648"/>
            </a:xfrm>
            <a:prstGeom prst="rect">
              <a:avLst/>
            </a:prstGeom>
            <a:solidFill>
              <a:srgbClr val="242424"/>
            </a:solidFill>
            <a:ln w="9525" cap="flat" cmpd="sng" algn="ctr">
              <a:noFill/>
              <a:prstDash val="solid"/>
            </a:ln>
            <a:effectLst/>
          </p:spPr>
          <p:txBody>
            <a:bodyPr lIns="36000" tIns="36000" rIns="36000" bIns="90000" rtlCol="0" anchor="t" anchorCtr="0"/>
            <a:lstStyle/>
            <a:p>
              <a:pPr marL="0" marR="0" lvl="0" indent="0" defTabSz="914400" eaLnBrk="1" fontAlgn="auto" latinLnBrk="0" hangingPunct="1">
                <a:lnSpc>
                  <a:spcPct val="90000"/>
                </a:lnSpc>
                <a:spcBef>
                  <a:spcPts val="0"/>
                </a:spcBef>
                <a:spcAft>
                  <a:spcPts val="600"/>
                </a:spcAft>
                <a:buClrTx/>
                <a:buSzTx/>
                <a:buFontTx/>
                <a:buNone/>
                <a:tabLst/>
                <a:defRPr/>
              </a:pPr>
              <a:r>
                <a:rPr kumimoji="0" lang="en-GB" sz="600" b="0" i="0" u="none" strike="noStrike" kern="0" cap="none" spc="0" normalizeH="0" baseline="0" noProof="0" dirty="0">
                  <a:ln>
                    <a:noFill/>
                  </a:ln>
                  <a:solidFill>
                    <a:srgbClr val="FFFFFF"/>
                  </a:solidFill>
                  <a:effectLst/>
                  <a:uLnTx/>
                  <a:uFillTx/>
                  <a:latin typeface="Arial Narrow"/>
                  <a:ea typeface="+mn-ea"/>
                  <a:cs typeface="+mn-cs"/>
                </a:rPr>
                <a:t>Schwarz</a:t>
              </a:r>
            </a:p>
            <a:p>
              <a:pPr marL="0" marR="0" lvl="0" indent="0" defTabSz="914400" eaLnBrk="1" fontAlgn="auto" latinLnBrk="0" hangingPunct="1">
                <a:lnSpc>
                  <a:spcPct val="90000"/>
                </a:lnSpc>
                <a:spcBef>
                  <a:spcPts val="0"/>
                </a:spcBef>
                <a:spcAft>
                  <a:spcPts val="600"/>
                </a:spcAft>
                <a:buClrTx/>
                <a:buSzTx/>
                <a:buFontTx/>
                <a:buNone/>
                <a:tabLst/>
                <a:defRPr/>
              </a:pPr>
              <a:r>
                <a:rPr kumimoji="0" lang="en-GB" sz="500" b="0" i="0" u="none" strike="noStrike" kern="0" cap="none" spc="0" normalizeH="0" baseline="0" noProof="0" dirty="0">
                  <a:ln>
                    <a:noFill/>
                  </a:ln>
                  <a:solidFill>
                    <a:srgbClr val="FFFFFF"/>
                  </a:solidFill>
                  <a:effectLst/>
                  <a:uLnTx/>
                  <a:uFillTx/>
                  <a:latin typeface="Arial Narrow"/>
                  <a:ea typeface="+mn-ea"/>
                  <a:cs typeface="+mn-cs"/>
                </a:rPr>
                <a:t>36 | 36 | 36</a:t>
              </a:r>
              <a:br>
                <a:rPr kumimoji="0" lang="en-GB" sz="500" b="0" i="0" u="none" strike="noStrike" kern="0" cap="none" spc="0" normalizeH="0" baseline="0" noProof="0" dirty="0">
                  <a:ln>
                    <a:noFill/>
                  </a:ln>
                  <a:solidFill>
                    <a:srgbClr val="FFFFFF"/>
                  </a:solidFill>
                  <a:effectLst/>
                  <a:uLnTx/>
                  <a:uFillTx/>
                  <a:latin typeface="Arial Narrow"/>
                  <a:ea typeface="+mn-ea"/>
                  <a:cs typeface="+mn-cs"/>
                </a:rPr>
              </a:br>
              <a:r>
                <a:rPr kumimoji="0" lang="en-GB" sz="500" b="0" i="0" u="none" strike="noStrike" kern="0" cap="none" spc="0" normalizeH="0" baseline="0" noProof="0" dirty="0">
                  <a:ln>
                    <a:noFill/>
                  </a:ln>
                  <a:solidFill>
                    <a:srgbClr val="FFFFFF"/>
                  </a:solidFill>
                  <a:effectLst/>
                  <a:uLnTx/>
                  <a:uFillTx/>
                  <a:latin typeface="Arial Narrow"/>
                  <a:ea typeface="+mn-ea"/>
                  <a:cs typeface="+mn-cs"/>
                </a:rPr>
                <a:t>#242424</a:t>
              </a:r>
              <a:br>
                <a:rPr kumimoji="0" lang="en-GB" sz="500" b="0" i="0" u="none" strike="noStrike" kern="0" cap="none" spc="0" normalizeH="0" baseline="0" noProof="0" dirty="0">
                  <a:ln>
                    <a:noFill/>
                  </a:ln>
                  <a:solidFill>
                    <a:srgbClr val="FFFFFF"/>
                  </a:solidFill>
                  <a:effectLst/>
                  <a:uLnTx/>
                  <a:uFillTx/>
                  <a:latin typeface="Arial Narrow"/>
                  <a:ea typeface="+mn-ea"/>
                  <a:cs typeface="+mn-cs"/>
                </a:rPr>
              </a:br>
              <a:r>
                <a:rPr kumimoji="0" lang="en-GB" sz="500" b="0" i="0" u="none" strike="noStrike" kern="0" cap="none" spc="0" normalizeH="0" baseline="0" noProof="0" dirty="0">
                  <a:ln>
                    <a:noFill/>
                  </a:ln>
                  <a:solidFill>
                    <a:srgbClr val="FFFFFF"/>
                  </a:solidFill>
                  <a:effectLst/>
                  <a:uLnTx/>
                  <a:uFillTx/>
                  <a:latin typeface="Arial Narrow"/>
                  <a:ea typeface="+mn-ea"/>
                  <a:cs typeface="+mn-cs"/>
                </a:rPr>
                <a:t>xx% black</a:t>
              </a:r>
            </a:p>
          </p:txBody>
        </p:sp>
        <p:sp>
          <p:nvSpPr>
            <p:cNvPr id="193" name="Rechteck 72">
              <a:extLst>
                <a:ext uri="{FF2B5EF4-FFF2-40B4-BE49-F238E27FC236}">
                  <a16:creationId xmlns:a16="http://schemas.microsoft.com/office/drawing/2014/main" id="{AA1B181D-44A4-4B63-9EEA-C0FE3094F447}"/>
                </a:ext>
              </a:extLst>
            </p:cNvPr>
            <p:cNvSpPr>
              <a:spLocks/>
            </p:cNvSpPr>
            <p:nvPr/>
          </p:nvSpPr>
          <p:spPr>
            <a:xfrm>
              <a:off x="1378485" y="1340431"/>
              <a:ext cx="443648" cy="443648"/>
            </a:xfrm>
            <a:prstGeom prst="rect">
              <a:avLst/>
            </a:prstGeom>
            <a:solidFill>
              <a:srgbClr val="FFFFFF"/>
            </a:solidFill>
            <a:ln w="6350" cap="flat" cmpd="sng" algn="ctr">
              <a:solidFill>
                <a:srgbClr val="515151"/>
              </a:solidFill>
              <a:prstDash val="solid"/>
            </a:ln>
            <a:effectLst/>
          </p:spPr>
          <p:txBody>
            <a:bodyPr lIns="36000" tIns="36000" rIns="36000" bIns="90000" rtlCol="0" anchor="t" anchorCtr="0"/>
            <a:lstStyle/>
            <a:p>
              <a:pPr marL="0" marR="0" lvl="0" indent="0" defTabSz="914400" eaLnBrk="1" fontAlgn="auto" latinLnBrk="0" hangingPunct="1">
                <a:lnSpc>
                  <a:spcPct val="90000"/>
                </a:lnSpc>
                <a:spcBef>
                  <a:spcPts val="0"/>
                </a:spcBef>
                <a:spcAft>
                  <a:spcPts val="600"/>
                </a:spcAft>
                <a:buClrTx/>
                <a:buSzTx/>
                <a:buFontTx/>
                <a:buNone/>
                <a:tabLst/>
                <a:defRPr/>
              </a:pPr>
              <a:r>
                <a:rPr kumimoji="0" lang="en-GB" sz="600" b="0" i="0" u="none" strike="noStrike" kern="0" cap="none" spc="0" normalizeH="0" baseline="0" noProof="0" dirty="0" err="1">
                  <a:ln>
                    <a:noFill/>
                  </a:ln>
                  <a:solidFill>
                    <a:sysClr val="windowText" lastClr="000000"/>
                  </a:solidFill>
                  <a:effectLst/>
                  <a:uLnTx/>
                  <a:uFillTx/>
                  <a:latin typeface="Arial Narrow"/>
                  <a:ea typeface="+mn-ea"/>
                  <a:cs typeface="+mn-cs"/>
                </a:rPr>
                <a:t>Weiß</a:t>
              </a:r>
              <a:endParaRPr kumimoji="0" lang="en-GB" sz="600" b="0" i="0" u="none" strike="noStrike" kern="0" cap="none" spc="0" normalizeH="0" baseline="0" noProof="0" dirty="0">
                <a:ln>
                  <a:noFill/>
                </a:ln>
                <a:solidFill>
                  <a:sysClr val="windowText" lastClr="000000"/>
                </a:solidFill>
                <a:effectLst/>
                <a:uLnTx/>
                <a:uFillTx/>
                <a:latin typeface="Arial Narrow"/>
                <a:ea typeface="+mn-ea"/>
                <a:cs typeface="+mn-cs"/>
              </a:endParaRPr>
            </a:p>
            <a:p>
              <a:pPr marL="0" marR="0" lvl="0" indent="0" defTabSz="914400" eaLnBrk="1" fontAlgn="auto" latinLnBrk="0" hangingPunct="1">
                <a:lnSpc>
                  <a:spcPct val="90000"/>
                </a:lnSpc>
                <a:spcBef>
                  <a:spcPts val="0"/>
                </a:spcBef>
                <a:spcAft>
                  <a:spcPts val="600"/>
                </a:spcAft>
                <a:buClrTx/>
                <a:buSzTx/>
                <a:buFontTx/>
                <a:buNone/>
                <a:tabLst/>
                <a:defRPr/>
              </a:pPr>
              <a:r>
                <a:rPr kumimoji="0" lang="en-US" sz="500" b="0" i="0" u="none" strike="noStrike" kern="0" cap="none" spc="0" normalizeH="0" baseline="0" noProof="0" dirty="0">
                  <a:ln>
                    <a:noFill/>
                  </a:ln>
                  <a:solidFill>
                    <a:sysClr val="windowText" lastClr="000000"/>
                  </a:solidFill>
                  <a:effectLst/>
                  <a:uLnTx/>
                  <a:uFillTx/>
                  <a:latin typeface="Arial Narrow"/>
                  <a:ea typeface="+mn-ea"/>
                  <a:cs typeface="+mn-cs"/>
                </a:rPr>
                <a:t>Bright white, never cream or off-white</a:t>
              </a:r>
              <a:endParaRPr kumimoji="0" lang="en-GB" sz="500" b="0" i="0" u="none" strike="noStrike" kern="0" cap="none" spc="0" normalizeH="0" baseline="0" noProof="0" dirty="0">
                <a:ln>
                  <a:noFill/>
                </a:ln>
                <a:solidFill>
                  <a:sysClr val="windowText" lastClr="000000"/>
                </a:solidFill>
                <a:effectLst/>
                <a:uLnTx/>
                <a:uFillTx/>
                <a:latin typeface="Arial Narrow"/>
                <a:ea typeface="+mn-ea"/>
                <a:cs typeface="+mn-cs"/>
              </a:endParaRPr>
            </a:p>
          </p:txBody>
        </p:sp>
        <p:sp>
          <p:nvSpPr>
            <p:cNvPr id="194" name="Pantone 545">
              <a:extLst>
                <a:ext uri="{FF2B5EF4-FFF2-40B4-BE49-F238E27FC236}">
                  <a16:creationId xmlns:a16="http://schemas.microsoft.com/office/drawing/2014/main" id="{D8E68D82-5729-4050-9A6A-3B1C01AED5B3}"/>
                </a:ext>
              </a:extLst>
            </p:cNvPr>
            <p:cNvSpPr>
              <a:spLocks/>
            </p:cNvSpPr>
            <p:nvPr/>
          </p:nvSpPr>
          <p:spPr>
            <a:xfrm>
              <a:off x="2410531" y="1340431"/>
              <a:ext cx="443648" cy="443648"/>
            </a:xfrm>
            <a:prstGeom prst="rect">
              <a:avLst/>
            </a:prstGeom>
            <a:solidFill>
              <a:schemeClr val="bg2"/>
            </a:solidFill>
            <a:ln w="9525" cap="flat" cmpd="sng" algn="ctr">
              <a:noFill/>
              <a:prstDash val="solid"/>
            </a:ln>
            <a:effectLst/>
          </p:spPr>
          <p:txBody>
            <a:bodyPr lIns="36000" tIns="36000" rIns="36000" bIns="90000" rtlCol="0" anchor="t" anchorCtr="0"/>
            <a:lstStyle/>
            <a:p>
              <a:pPr marL="0" marR="0" lvl="0" indent="0" defTabSz="914400" eaLnBrk="1" fontAlgn="auto" latinLnBrk="0" hangingPunct="1">
                <a:lnSpc>
                  <a:spcPct val="90000"/>
                </a:lnSpc>
                <a:spcBef>
                  <a:spcPts val="0"/>
                </a:spcBef>
                <a:spcAft>
                  <a:spcPts val="600"/>
                </a:spcAft>
                <a:buClrTx/>
                <a:buSzTx/>
                <a:buFontTx/>
                <a:buNone/>
                <a:tabLst/>
                <a:defRPr/>
              </a:pPr>
              <a:r>
                <a:rPr kumimoji="0" lang="en-GB" sz="600" b="0" i="0" u="none" strike="noStrike" kern="0" cap="none" spc="0" normalizeH="0" baseline="0" noProof="0" dirty="0">
                  <a:ln>
                    <a:noFill/>
                  </a:ln>
                  <a:solidFill>
                    <a:srgbClr val="FFFFFF"/>
                  </a:solidFill>
                  <a:effectLst/>
                  <a:uLnTx/>
                  <a:uFillTx/>
                  <a:latin typeface="Arial Narrow"/>
                  <a:ea typeface="+mn-ea"/>
                  <a:cs typeface="+mn-cs"/>
                </a:rPr>
                <a:t>OHOE Grau</a:t>
              </a:r>
            </a:p>
            <a:p>
              <a:pPr marL="0" marR="0" lvl="0" indent="0" defTabSz="914400" eaLnBrk="1" fontAlgn="auto" latinLnBrk="0" hangingPunct="1">
                <a:lnSpc>
                  <a:spcPct val="90000"/>
                </a:lnSpc>
                <a:spcBef>
                  <a:spcPts val="0"/>
                </a:spcBef>
                <a:spcAft>
                  <a:spcPts val="600"/>
                </a:spcAft>
                <a:buClrTx/>
                <a:buSzTx/>
                <a:buFontTx/>
                <a:buNone/>
                <a:tabLst/>
                <a:defRPr/>
              </a:pPr>
              <a:r>
                <a:rPr kumimoji="0" lang="en-GB" sz="500" b="0" i="0" u="none" strike="noStrike" kern="0" cap="none" spc="0" normalizeH="0" baseline="0" noProof="0" dirty="0">
                  <a:ln>
                    <a:noFill/>
                  </a:ln>
                  <a:solidFill>
                    <a:srgbClr val="FFFFFF"/>
                  </a:solidFill>
                  <a:effectLst/>
                  <a:uLnTx/>
                  <a:uFillTx/>
                  <a:latin typeface="Arial Narrow"/>
                  <a:ea typeface="+mn-ea"/>
                  <a:cs typeface="+mn-cs"/>
                </a:rPr>
                <a:t>51 | 51 | 51</a:t>
              </a:r>
              <a:br>
                <a:rPr kumimoji="0" lang="en-GB" sz="500" b="0" i="0" u="none" strike="noStrike" kern="0" cap="none" spc="0" normalizeH="0" baseline="0" noProof="0" dirty="0">
                  <a:ln>
                    <a:noFill/>
                  </a:ln>
                  <a:solidFill>
                    <a:srgbClr val="FFFFFF"/>
                  </a:solidFill>
                  <a:effectLst/>
                  <a:uLnTx/>
                  <a:uFillTx/>
                  <a:latin typeface="Arial Narrow"/>
                  <a:ea typeface="+mn-ea"/>
                  <a:cs typeface="+mn-cs"/>
                </a:rPr>
              </a:br>
              <a:r>
                <a:rPr kumimoji="0" lang="en-GB" sz="500" b="0" i="0" u="none" strike="noStrike" kern="0" cap="none" spc="0" normalizeH="0" baseline="0" noProof="0" dirty="0">
                  <a:ln>
                    <a:noFill/>
                  </a:ln>
                  <a:solidFill>
                    <a:srgbClr val="FFFFFF"/>
                  </a:solidFill>
                  <a:effectLst/>
                  <a:uLnTx/>
                  <a:uFillTx/>
                  <a:latin typeface="Arial Narrow"/>
                  <a:ea typeface="+mn-ea"/>
                  <a:cs typeface="+mn-cs"/>
                </a:rPr>
                <a:t>#333333</a:t>
              </a:r>
              <a:br>
                <a:rPr kumimoji="0" lang="en-GB" sz="500" b="0" i="0" u="none" strike="noStrike" kern="0" cap="none" spc="0" normalizeH="0" baseline="0" noProof="0" dirty="0">
                  <a:ln>
                    <a:noFill/>
                  </a:ln>
                  <a:solidFill>
                    <a:srgbClr val="FFFFFF"/>
                  </a:solidFill>
                  <a:effectLst/>
                  <a:uLnTx/>
                  <a:uFillTx/>
                  <a:latin typeface="Arial Narrow"/>
                  <a:ea typeface="+mn-ea"/>
                  <a:cs typeface="+mn-cs"/>
                </a:rPr>
              </a:br>
              <a:r>
                <a:rPr kumimoji="0" lang="en-GB" sz="500" b="0" i="0" u="none" strike="noStrike" kern="0" cap="none" spc="0" normalizeH="0" baseline="0" noProof="0" dirty="0">
                  <a:ln>
                    <a:noFill/>
                  </a:ln>
                  <a:solidFill>
                    <a:srgbClr val="FFFFFF"/>
                  </a:solidFill>
                  <a:effectLst/>
                  <a:uLnTx/>
                  <a:uFillTx/>
                  <a:latin typeface="Arial Narrow"/>
                  <a:ea typeface="+mn-ea"/>
                  <a:cs typeface="+mn-cs"/>
                </a:rPr>
                <a:t>70% black</a:t>
              </a:r>
            </a:p>
          </p:txBody>
        </p:sp>
        <p:sp>
          <p:nvSpPr>
            <p:cNvPr id="195" name="Pantone 545">
              <a:extLst>
                <a:ext uri="{FF2B5EF4-FFF2-40B4-BE49-F238E27FC236}">
                  <a16:creationId xmlns:a16="http://schemas.microsoft.com/office/drawing/2014/main" id="{9B1FAAF1-EB61-4F0A-B814-CA7150C23FA0}"/>
                </a:ext>
              </a:extLst>
            </p:cNvPr>
            <p:cNvSpPr>
              <a:spLocks/>
            </p:cNvSpPr>
            <p:nvPr/>
          </p:nvSpPr>
          <p:spPr>
            <a:xfrm>
              <a:off x="1894508" y="663287"/>
              <a:ext cx="443648" cy="443648"/>
            </a:xfrm>
            <a:prstGeom prst="rect">
              <a:avLst/>
            </a:prstGeom>
            <a:solidFill>
              <a:srgbClr val="5B5B5B"/>
            </a:solidFill>
            <a:ln w="9525" cap="flat" cmpd="sng" algn="ctr">
              <a:noFill/>
              <a:prstDash val="solid"/>
            </a:ln>
            <a:effectLst/>
          </p:spPr>
          <p:txBody>
            <a:bodyPr lIns="36000" tIns="36000" rIns="36000" bIns="90000" rtlCol="0" anchor="t" anchorCtr="0"/>
            <a:lstStyle/>
            <a:p>
              <a:pPr marL="0" marR="0" lvl="0" indent="0" defTabSz="914400" eaLnBrk="1" fontAlgn="auto" latinLnBrk="0" hangingPunct="1">
                <a:lnSpc>
                  <a:spcPct val="90000"/>
                </a:lnSpc>
                <a:spcBef>
                  <a:spcPts val="0"/>
                </a:spcBef>
                <a:spcAft>
                  <a:spcPts val="600"/>
                </a:spcAft>
                <a:buClrTx/>
                <a:buSzTx/>
                <a:buFontTx/>
                <a:buNone/>
                <a:tabLst/>
                <a:defRPr/>
              </a:pPr>
              <a:r>
                <a:rPr kumimoji="0" lang="en-GB" sz="600" b="0" i="0" u="none" strike="noStrike" kern="0" cap="none" spc="0" normalizeH="0" baseline="0" noProof="0" dirty="0">
                  <a:ln>
                    <a:noFill/>
                  </a:ln>
                  <a:solidFill>
                    <a:srgbClr val="FFFFFF"/>
                  </a:solidFill>
                  <a:effectLst/>
                  <a:uLnTx/>
                  <a:uFillTx/>
                  <a:latin typeface="Arial Narrow"/>
                  <a:ea typeface="+mn-ea"/>
                  <a:cs typeface="+mn-cs"/>
                </a:rPr>
                <a:t>Mittel-Grau</a:t>
              </a:r>
              <a:br>
                <a:rPr kumimoji="0" lang="en-GB" sz="600" b="0" i="0" u="none" strike="noStrike" kern="0" cap="none" spc="0" normalizeH="0" baseline="0" noProof="0" dirty="0">
                  <a:ln>
                    <a:noFill/>
                  </a:ln>
                  <a:solidFill>
                    <a:srgbClr val="FFFFFF"/>
                  </a:solidFill>
                  <a:effectLst/>
                  <a:uLnTx/>
                  <a:uFillTx/>
                  <a:latin typeface="Arial Narrow"/>
                  <a:ea typeface="+mn-ea"/>
                  <a:cs typeface="+mn-cs"/>
                </a:rPr>
              </a:br>
              <a:r>
                <a:rPr kumimoji="0" lang="en-GB" sz="100" b="0" i="0" u="none" strike="noStrike" kern="0" cap="none" spc="0" normalizeH="0" baseline="0" noProof="0" dirty="0">
                  <a:ln>
                    <a:noFill/>
                  </a:ln>
                  <a:solidFill>
                    <a:srgbClr val="FFFFFF"/>
                  </a:solidFill>
                  <a:effectLst/>
                  <a:uLnTx/>
                  <a:uFillTx/>
                  <a:latin typeface="Arial Narrow"/>
                  <a:ea typeface="+mn-ea"/>
                  <a:cs typeface="+mn-cs"/>
                </a:rPr>
                <a:t>As gradient auf the black</a:t>
              </a:r>
              <a:br>
                <a:rPr kumimoji="0" lang="en-GB" sz="500" b="0" i="0" u="none" strike="noStrike" kern="0" cap="none" spc="0" normalizeH="0" baseline="0" noProof="0" dirty="0">
                  <a:ln>
                    <a:noFill/>
                  </a:ln>
                  <a:solidFill>
                    <a:srgbClr val="FFFFFF"/>
                  </a:solidFill>
                  <a:effectLst/>
                  <a:uLnTx/>
                  <a:uFillTx/>
                  <a:latin typeface="Arial Narrow"/>
                  <a:ea typeface="+mn-ea"/>
                  <a:cs typeface="+mn-cs"/>
                </a:rPr>
              </a:br>
              <a:r>
                <a:rPr kumimoji="0" lang="en-GB" sz="500" b="0" i="0" u="none" strike="noStrike" kern="0" cap="none" spc="0" normalizeH="0" baseline="0" noProof="0" dirty="0">
                  <a:ln>
                    <a:noFill/>
                  </a:ln>
                  <a:solidFill>
                    <a:srgbClr val="FFFFFF"/>
                  </a:solidFill>
                  <a:effectLst/>
                  <a:uLnTx/>
                  <a:uFillTx/>
                  <a:latin typeface="Arial Narrow"/>
                  <a:ea typeface="+mn-ea"/>
                  <a:cs typeface="+mn-cs"/>
                </a:rPr>
                <a:t>91 | 91 | 91</a:t>
              </a:r>
              <a:br>
                <a:rPr kumimoji="0" lang="en-GB" sz="500" b="0" i="0" u="none" strike="noStrike" kern="0" cap="none" spc="0" normalizeH="0" baseline="0" noProof="0" dirty="0">
                  <a:ln>
                    <a:noFill/>
                  </a:ln>
                  <a:solidFill>
                    <a:srgbClr val="FFFFFF"/>
                  </a:solidFill>
                  <a:effectLst/>
                  <a:uLnTx/>
                  <a:uFillTx/>
                  <a:latin typeface="Arial Narrow"/>
                  <a:ea typeface="+mn-ea"/>
                  <a:cs typeface="+mn-cs"/>
                </a:rPr>
              </a:br>
              <a:r>
                <a:rPr kumimoji="0" lang="en-GB" sz="500" b="0" i="0" u="none" strike="noStrike" kern="0" cap="none" spc="0" normalizeH="0" baseline="0" noProof="0" dirty="0">
                  <a:ln>
                    <a:noFill/>
                  </a:ln>
                  <a:solidFill>
                    <a:srgbClr val="FFFFFF"/>
                  </a:solidFill>
                  <a:effectLst/>
                  <a:uLnTx/>
                  <a:uFillTx/>
                  <a:latin typeface="Arial Narrow"/>
                  <a:ea typeface="+mn-ea"/>
                  <a:cs typeface="+mn-cs"/>
                </a:rPr>
                <a:t>#5B5B5B</a:t>
              </a:r>
            </a:p>
          </p:txBody>
        </p:sp>
        <p:sp>
          <p:nvSpPr>
            <p:cNvPr id="196" name="Pantone 545">
              <a:extLst>
                <a:ext uri="{FF2B5EF4-FFF2-40B4-BE49-F238E27FC236}">
                  <a16:creationId xmlns:a16="http://schemas.microsoft.com/office/drawing/2014/main" id="{1931E965-702B-43BC-BE14-C4AA37DBB659}"/>
                </a:ext>
              </a:extLst>
            </p:cNvPr>
            <p:cNvSpPr>
              <a:spLocks/>
            </p:cNvSpPr>
            <p:nvPr/>
          </p:nvSpPr>
          <p:spPr>
            <a:xfrm>
              <a:off x="2410531" y="663287"/>
              <a:ext cx="443648" cy="443648"/>
            </a:xfrm>
            <a:prstGeom prst="rect">
              <a:avLst/>
            </a:prstGeom>
            <a:solidFill>
              <a:schemeClr val="bg2">
                <a:lumMod val="20000"/>
                <a:lumOff val="80000"/>
              </a:schemeClr>
            </a:solidFill>
            <a:ln w="9525" cap="flat" cmpd="sng" algn="ctr">
              <a:noFill/>
              <a:prstDash val="solid"/>
            </a:ln>
            <a:effectLst/>
          </p:spPr>
          <p:txBody>
            <a:bodyPr lIns="36000" tIns="36000" rIns="36000" bIns="90000" rtlCol="0" anchor="t" anchorCtr="0"/>
            <a:lstStyle/>
            <a:p>
              <a:pPr marL="0" marR="0" lvl="0" indent="0" defTabSz="914400" eaLnBrk="1" fontAlgn="auto" latinLnBrk="0" hangingPunct="1">
                <a:lnSpc>
                  <a:spcPct val="90000"/>
                </a:lnSpc>
                <a:spcBef>
                  <a:spcPts val="0"/>
                </a:spcBef>
                <a:spcAft>
                  <a:spcPts val="600"/>
                </a:spcAft>
                <a:buClrTx/>
                <a:buSzTx/>
                <a:buFontTx/>
                <a:buNone/>
                <a:tabLst/>
                <a:defRPr/>
              </a:pPr>
              <a:r>
                <a:rPr kumimoji="0" lang="en-GB" sz="600" b="0" i="0" u="none" strike="noStrike" kern="0" cap="none" spc="0" normalizeH="0" baseline="0" noProof="0" dirty="0">
                  <a:ln>
                    <a:noFill/>
                  </a:ln>
                  <a:solidFill>
                    <a:srgbClr val="242424"/>
                  </a:solidFill>
                  <a:effectLst/>
                  <a:uLnTx/>
                  <a:uFillTx/>
                  <a:latin typeface="Arial Narrow"/>
                  <a:ea typeface="+mn-ea"/>
                  <a:cs typeface="+mn-cs"/>
                </a:rPr>
                <a:t>Hell-Grau</a:t>
              </a:r>
            </a:p>
            <a:p>
              <a:pPr marL="0" marR="0" lvl="0" indent="0" defTabSz="914400" eaLnBrk="1" fontAlgn="auto" latinLnBrk="0" hangingPunct="1">
                <a:lnSpc>
                  <a:spcPct val="90000"/>
                </a:lnSpc>
                <a:spcBef>
                  <a:spcPts val="0"/>
                </a:spcBef>
                <a:spcAft>
                  <a:spcPts val="600"/>
                </a:spcAft>
                <a:buClrTx/>
                <a:buSzTx/>
                <a:buFontTx/>
                <a:buNone/>
                <a:tabLst/>
                <a:defRPr/>
              </a:pPr>
              <a:r>
                <a:rPr kumimoji="0" lang="en-GB" sz="500" b="0" i="0" u="none" strike="noStrike" kern="0" cap="none" spc="0" normalizeH="0" baseline="0" noProof="0" dirty="0">
                  <a:ln>
                    <a:noFill/>
                  </a:ln>
                  <a:solidFill>
                    <a:srgbClr val="242424"/>
                  </a:solidFill>
                  <a:effectLst/>
                  <a:uLnTx/>
                  <a:uFillTx/>
                  <a:latin typeface="Arial Narrow"/>
                  <a:ea typeface="+mn-ea"/>
                  <a:cs typeface="+mn-cs"/>
                </a:rPr>
                <a:t>236 | 237 | 237</a:t>
              </a:r>
              <a:br>
                <a:rPr kumimoji="0" lang="en-GB" sz="500" b="0" i="0" u="none" strike="noStrike" kern="0" cap="none" spc="0" normalizeH="0" baseline="0" noProof="0" dirty="0">
                  <a:ln>
                    <a:noFill/>
                  </a:ln>
                  <a:solidFill>
                    <a:srgbClr val="242424"/>
                  </a:solidFill>
                  <a:effectLst/>
                  <a:uLnTx/>
                  <a:uFillTx/>
                  <a:latin typeface="Arial Narrow"/>
                  <a:ea typeface="+mn-ea"/>
                  <a:cs typeface="+mn-cs"/>
                </a:rPr>
              </a:br>
              <a:r>
                <a:rPr kumimoji="0" lang="en-GB" sz="500" b="0" i="0" u="none" strike="noStrike" kern="0" cap="none" spc="0" normalizeH="0" baseline="0" noProof="0" dirty="0">
                  <a:ln>
                    <a:noFill/>
                  </a:ln>
                  <a:solidFill>
                    <a:srgbClr val="242424"/>
                  </a:solidFill>
                  <a:effectLst/>
                  <a:uLnTx/>
                  <a:uFillTx/>
                  <a:latin typeface="Arial Narrow"/>
                  <a:ea typeface="+mn-ea"/>
                  <a:cs typeface="+mn-cs"/>
                </a:rPr>
                <a:t>#ECEDED</a:t>
              </a:r>
              <a:br>
                <a:rPr kumimoji="0" lang="en-GB" sz="500" b="0" i="0" u="none" strike="noStrike" kern="0" cap="none" spc="0" normalizeH="0" baseline="0" noProof="0" dirty="0">
                  <a:ln>
                    <a:noFill/>
                  </a:ln>
                  <a:solidFill>
                    <a:srgbClr val="242424"/>
                  </a:solidFill>
                  <a:effectLst/>
                  <a:uLnTx/>
                  <a:uFillTx/>
                  <a:latin typeface="Arial Narrow"/>
                  <a:ea typeface="+mn-ea"/>
                  <a:cs typeface="+mn-cs"/>
                </a:rPr>
              </a:br>
              <a:r>
                <a:rPr kumimoji="0" lang="en-GB" sz="500" b="0" i="0" u="none" strike="noStrike" kern="0" cap="none" spc="0" normalizeH="0" baseline="0" noProof="0" dirty="0">
                  <a:ln>
                    <a:noFill/>
                  </a:ln>
                  <a:solidFill>
                    <a:srgbClr val="242424"/>
                  </a:solidFill>
                  <a:effectLst/>
                  <a:uLnTx/>
                  <a:uFillTx/>
                  <a:latin typeface="Arial Narrow"/>
                  <a:ea typeface="+mn-ea"/>
                  <a:cs typeface="+mn-cs"/>
                </a:rPr>
                <a:t>xxx</a:t>
              </a:r>
            </a:p>
          </p:txBody>
        </p:sp>
        <p:sp>
          <p:nvSpPr>
            <p:cNvPr id="197" name="Rectangle 196">
              <a:extLst>
                <a:ext uri="{FF2B5EF4-FFF2-40B4-BE49-F238E27FC236}">
                  <a16:creationId xmlns:a16="http://schemas.microsoft.com/office/drawing/2014/main" id="{960E6F72-C8DD-487C-891C-83BC3C4900FC}"/>
                </a:ext>
              </a:extLst>
            </p:cNvPr>
            <p:cNvSpPr/>
            <p:nvPr/>
          </p:nvSpPr>
          <p:spPr>
            <a:xfrm>
              <a:off x="3442577" y="1780232"/>
              <a:ext cx="443648" cy="289068"/>
            </a:xfrm>
            <a:prstGeom prst="rect">
              <a:avLst/>
            </a:prstGeom>
            <a:solidFill>
              <a:srgbClr val="08653D"/>
            </a:solidFill>
            <a:ln>
              <a:noFill/>
              <a:prstDash val="dash"/>
            </a:ln>
          </p:spPr>
          <p:txBody>
            <a:bodyPr wrap="square" lIns="36000" tIns="36000" rIns="36000" bIns="36000" rtlCol="0" anchor="ctr">
              <a:noAutofit/>
            </a:bodyPr>
            <a:lstStyle/>
            <a:p>
              <a:pPr marL="0" marR="0" lvl="0" indent="0" defTabSz="914400" eaLnBrk="1" fontAlgn="auto" latinLnBrk="0" hangingPunct="1">
                <a:lnSpc>
                  <a:spcPct val="90000"/>
                </a:lnSpc>
                <a:spcBef>
                  <a:spcPts val="0"/>
                </a:spcBef>
                <a:spcAft>
                  <a:spcPts val="600"/>
                </a:spcAft>
                <a:buClrTx/>
                <a:buSzTx/>
                <a:buFontTx/>
                <a:buNone/>
                <a:tabLst/>
                <a:defRPr/>
              </a:pPr>
              <a:r>
                <a:rPr kumimoji="0" lang="en-GB" sz="500" b="0" i="0" u="none" strike="noStrike" kern="0" cap="none" spc="0" normalizeH="0" baseline="0" noProof="0" dirty="0">
                  <a:ln>
                    <a:noFill/>
                  </a:ln>
                  <a:solidFill>
                    <a:srgbClr val="FFFFFF"/>
                  </a:solidFill>
                  <a:effectLst/>
                  <a:uLnTx/>
                  <a:uFillTx/>
                </a:rPr>
                <a:t>8 | 101 | 61</a:t>
              </a:r>
              <a:br>
                <a:rPr kumimoji="0" lang="en-GB" sz="500" b="0" i="0" u="none" strike="noStrike" kern="0" cap="none" spc="0" normalizeH="0" baseline="0" noProof="0" dirty="0">
                  <a:ln>
                    <a:noFill/>
                  </a:ln>
                  <a:solidFill>
                    <a:srgbClr val="FFFFFF"/>
                  </a:solidFill>
                  <a:effectLst/>
                  <a:uLnTx/>
                  <a:uFillTx/>
                </a:rPr>
              </a:br>
              <a:r>
                <a:rPr kumimoji="0" lang="en-GB" sz="500" b="0" i="0" u="none" strike="noStrike" kern="0" cap="none" spc="0" normalizeH="0" baseline="0" noProof="0" dirty="0">
                  <a:ln>
                    <a:noFill/>
                  </a:ln>
                  <a:solidFill>
                    <a:srgbClr val="FFFFFF"/>
                  </a:solidFill>
                  <a:effectLst/>
                  <a:uLnTx/>
                  <a:uFillTx/>
                </a:rPr>
                <a:t>#08653D</a:t>
              </a:r>
              <a:br>
                <a:rPr kumimoji="0" lang="en-GB" sz="500" b="0" i="0" u="none" strike="noStrike" kern="0" cap="none" spc="0" normalizeH="0" baseline="0" noProof="0" dirty="0">
                  <a:ln>
                    <a:noFill/>
                  </a:ln>
                  <a:solidFill>
                    <a:srgbClr val="FFFFFF"/>
                  </a:solidFill>
                  <a:effectLst/>
                  <a:uLnTx/>
                  <a:uFillTx/>
                </a:rPr>
              </a:br>
              <a:r>
                <a:rPr kumimoji="0" lang="en-GB" sz="500" b="0" i="0" u="none" strike="noStrike" kern="0" cap="none" spc="0" normalizeH="0" baseline="0" noProof="0" dirty="0">
                  <a:ln>
                    <a:noFill/>
                  </a:ln>
                  <a:solidFill>
                    <a:srgbClr val="FFFFFF"/>
                  </a:solidFill>
                  <a:effectLst/>
                  <a:uLnTx/>
                  <a:uFillTx/>
                </a:rPr>
                <a:t>-</a:t>
              </a:r>
            </a:p>
          </p:txBody>
        </p:sp>
        <p:sp>
          <p:nvSpPr>
            <p:cNvPr id="198" name="Rectangle 197">
              <a:extLst>
                <a:ext uri="{FF2B5EF4-FFF2-40B4-BE49-F238E27FC236}">
                  <a16:creationId xmlns:a16="http://schemas.microsoft.com/office/drawing/2014/main" id="{DFDB5562-6143-489D-9361-2CA5F37B03B9}"/>
                </a:ext>
              </a:extLst>
            </p:cNvPr>
            <p:cNvSpPr/>
            <p:nvPr/>
          </p:nvSpPr>
          <p:spPr>
            <a:xfrm>
              <a:off x="3958600" y="1780232"/>
              <a:ext cx="443648" cy="289068"/>
            </a:xfrm>
            <a:prstGeom prst="rect">
              <a:avLst/>
            </a:prstGeom>
            <a:solidFill>
              <a:srgbClr val="2B4571"/>
            </a:solidFill>
            <a:ln>
              <a:noFill/>
              <a:prstDash val="dash"/>
            </a:ln>
          </p:spPr>
          <p:txBody>
            <a:bodyPr wrap="square" lIns="36000" tIns="36000" rIns="36000" bIns="36000" rtlCol="0" anchor="ctr">
              <a:noAutofit/>
            </a:bodyPr>
            <a:lstStyle/>
            <a:p>
              <a:pPr marL="0" marR="0" lvl="0" indent="0" defTabSz="914400" eaLnBrk="1" fontAlgn="auto" latinLnBrk="0" hangingPunct="1">
                <a:lnSpc>
                  <a:spcPct val="90000"/>
                </a:lnSpc>
                <a:spcBef>
                  <a:spcPts val="0"/>
                </a:spcBef>
                <a:spcAft>
                  <a:spcPts val="600"/>
                </a:spcAft>
                <a:buClrTx/>
                <a:buSzTx/>
                <a:buFontTx/>
                <a:buNone/>
                <a:tabLst/>
                <a:defRPr/>
              </a:pPr>
              <a:r>
                <a:rPr kumimoji="0" lang="en-GB" sz="500" b="0" i="0" u="none" strike="noStrike" kern="0" cap="none" spc="0" normalizeH="0" baseline="0" noProof="0" dirty="0">
                  <a:ln>
                    <a:noFill/>
                  </a:ln>
                  <a:solidFill>
                    <a:srgbClr val="FFFFFF"/>
                  </a:solidFill>
                  <a:effectLst/>
                  <a:uLnTx/>
                  <a:uFillTx/>
                </a:rPr>
                <a:t>43 | 69 | 113</a:t>
              </a:r>
              <a:br>
                <a:rPr kumimoji="0" lang="en-GB" sz="500" b="0" i="0" u="none" strike="noStrike" kern="0" cap="none" spc="0" normalizeH="0" baseline="0" noProof="0" dirty="0">
                  <a:ln>
                    <a:noFill/>
                  </a:ln>
                  <a:solidFill>
                    <a:srgbClr val="FFFFFF"/>
                  </a:solidFill>
                  <a:effectLst/>
                  <a:uLnTx/>
                  <a:uFillTx/>
                </a:rPr>
              </a:br>
              <a:r>
                <a:rPr kumimoji="0" lang="en-GB" sz="500" b="0" i="0" u="none" strike="noStrike" kern="0" cap="none" spc="0" normalizeH="0" baseline="0" noProof="0" dirty="0">
                  <a:ln>
                    <a:noFill/>
                  </a:ln>
                  <a:solidFill>
                    <a:srgbClr val="FFFFFF"/>
                  </a:solidFill>
                  <a:effectLst/>
                  <a:uLnTx/>
                  <a:uFillTx/>
                </a:rPr>
                <a:t>#2B4571</a:t>
              </a:r>
              <a:br>
                <a:rPr kumimoji="0" lang="en-GB" sz="500" b="0" i="0" u="none" strike="noStrike" kern="0" cap="none" spc="0" normalizeH="0" baseline="0" noProof="0" dirty="0">
                  <a:ln>
                    <a:noFill/>
                  </a:ln>
                  <a:solidFill>
                    <a:srgbClr val="FFFFFF"/>
                  </a:solidFill>
                  <a:effectLst/>
                  <a:uLnTx/>
                  <a:uFillTx/>
                </a:rPr>
              </a:br>
              <a:r>
                <a:rPr kumimoji="0" lang="en-GB" sz="500" b="0" i="0" u="none" strike="noStrike" kern="0" cap="none" spc="0" normalizeH="0" baseline="0" noProof="0" dirty="0">
                  <a:ln>
                    <a:noFill/>
                  </a:ln>
                  <a:solidFill>
                    <a:srgbClr val="FFFFFF"/>
                  </a:solidFill>
                  <a:effectLst/>
                  <a:uLnTx/>
                  <a:uFillTx/>
                </a:rPr>
                <a:t>x-x-x-x</a:t>
              </a:r>
            </a:p>
          </p:txBody>
        </p:sp>
        <p:sp>
          <p:nvSpPr>
            <p:cNvPr id="199" name="Rectangle 198">
              <a:extLst>
                <a:ext uri="{FF2B5EF4-FFF2-40B4-BE49-F238E27FC236}">
                  <a16:creationId xmlns:a16="http://schemas.microsoft.com/office/drawing/2014/main" id="{7C691CB9-F106-4BF9-9453-EB7BC5CA61E8}"/>
                </a:ext>
              </a:extLst>
            </p:cNvPr>
            <p:cNvSpPr/>
            <p:nvPr/>
          </p:nvSpPr>
          <p:spPr>
            <a:xfrm>
              <a:off x="2926554" y="1780232"/>
              <a:ext cx="443648" cy="289068"/>
            </a:xfrm>
            <a:prstGeom prst="rect">
              <a:avLst/>
            </a:prstGeom>
            <a:solidFill>
              <a:srgbClr val="9E1B23"/>
            </a:solidFill>
            <a:ln>
              <a:noFill/>
              <a:prstDash val="dash"/>
            </a:ln>
          </p:spPr>
          <p:txBody>
            <a:bodyPr wrap="square" lIns="36000" tIns="36000" rIns="36000" bIns="36000" rtlCol="0" anchor="ctr">
              <a:noAutofit/>
            </a:bodyPr>
            <a:lstStyle/>
            <a:p>
              <a:pPr marL="0" marR="0" lvl="0" indent="0" defTabSz="914400" eaLnBrk="1" fontAlgn="auto" latinLnBrk="0" hangingPunct="1">
                <a:lnSpc>
                  <a:spcPct val="90000"/>
                </a:lnSpc>
                <a:spcBef>
                  <a:spcPts val="0"/>
                </a:spcBef>
                <a:spcAft>
                  <a:spcPts val="600"/>
                </a:spcAft>
                <a:buClrTx/>
                <a:buSzTx/>
                <a:buFontTx/>
                <a:buNone/>
                <a:tabLst/>
                <a:defRPr/>
              </a:pPr>
              <a:r>
                <a:rPr kumimoji="0" lang="en-GB" sz="500" b="0" i="0" u="none" strike="noStrike" kern="0" cap="none" spc="0" normalizeH="0" baseline="0" noProof="0" dirty="0">
                  <a:ln>
                    <a:noFill/>
                  </a:ln>
                  <a:solidFill>
                    <a:srgbClr val="FFFFFF"/>
                  </a:solidFill>
                  <a:effectLst/>
                  <a:uLnTx/>
                  <a:uFillTx/>
                </a:rPr>
                <a:t>158 | 27 | 35</a:t>
              </a:r>
              <a:br>
                <a:rPr kumimoji="0" lang="en-GB" sz="500" b="0" i="0" u="none" strike="noStrike" kern="0" cap="none" spc="0" normalizeH="0" baseline="0" noProof="0" dirty="0">
                  <a:ln>
                    <a:noFill/>
                  </a:ln>
                  <a:solidFill>
                    <a:srgbClr val="FFFFFF"/>
                  </a:solidFill>
                  <a:effectLst/>
                  <a:uLnTx/>
                  <a:uFillTx/>
                </a:rPr>
              </a:br>
              <a:r>
                <a:rPr kumimoji="0" lang="en-GB" sz="500" b="0" i="0" u="none" strike="noStrike" kern="0" cap="none" spc="0" normalizeH="0" baseline="0" noProof="0" dirty="0">
                  <a:ln>
                    <a:noFill/>
                  </a:ln>
                  <a:solidFill>
                    <a:srgbClr val="FFFFFF"/>
                  </a:solidFill>
                  <a:effectLst/>
                  <a:uLnTx/>
                  <a:uFillTx/>
                </a:rPr>
                <a:t>#9E1B21</a:t>
              </a:r>
              <a:br>
                <a:rPr kumimoji="0" lang="en-GB" sz="500" b="0" i="0" u="none" strike="noStrike" kern="0" cap="none" spc="0" normalizeH="0" baseline="0" noProof="0" dirty="0">
                  <a:ln>
                    <a:noFill/>
                  </a:ln>
                  <a:solidFill>
                    <a:srgbClr val="FFFFFF"/>
                  </a:solidFill>
                  <a:effectLst/>
                  <a:uLnTx/>
                  <a:uFillTx/>
                </a:rPr>
              </a:br>
              <a:r>
                <a:rPr kumimoji="0" lang="en-GB" sz="500" b="0" i="0" u="none" strike="noStrike" kern="0" cap="none" spc="0" normalizeH="0" baseline="0" noProof="0" dirty="0">
                  <a:ln>
                    <a:noFill/>
                  </a:ln>
                  <a:solidFill>
                    <a:srgbClr val="FFFFFF"/>
                  </a:solidFill>
                  <a:effectLst/>
                  <a:uLnTx/>
                  <a:uFillTx/>
                </a:rPr>
                <a:t>-</a:t>
              </a:r>
            </a:p>
          </p:txBody>
        </p:sp>
        <p:sp>
          <p:nvSpPr>
            <p:cNvPr id="200" name="Arrow: Up 199">
              <a:extLst>
                <a:ext uri="{FF2B5EF4-FFF2-40B4-BE49-F238E27FC236}">
                  <a16:creationId xmlns:a16="http://schemas.microsoft.com/office/drawing/2014/main" id="{067CE8DF-5048-4092-840E-3C4630E9A353}"/>
                </a:ext>
              </a:extLst>
            </p:cNvPr>
            <p:cNvSpPr/>
            <p:nvPr/>
          </p:nvSpPr>
          <p:spPr>
            <a:xfrm>
              <a:off x="2040895" y="1114092"/>
              <a:ext cx="130661" cy="184151"/>
            </a:xfrm>
            <a:prstGeom prst="upArrow">
              <a:avLst/>
            </a:prstGeom>
            <a:solidFill>
              <a:srgbClr val="EDEDED"/>
            </a:solidFill>
          </p:spPr>
          <p:txBody>
            <a:bodyPr wrap="square" lIns="72000" tIns="36000" rIns="72000" bIns="36000" rtlCol="0" anchor="ctr">
              <a:noAutofit/>
            </a:bodyPr>
            <a:lstStyle/>
            <a:p>
              <a:pPr marL="0" marR="0" lvl="0" indent="0" defTabSz="307644" eaLnBrk="1" fontAlgn="auto" latinLnBrk="0" hangingPunct="0">
                <a:lnSpc>
                  <a:spcPct val="90000"/>
                </a:lnSpc>
                <a:spcBef>
                  <a:spcPts val="0"/>
                </a:spcBef>
                <a:spcAft>
                  <a:spcPts val="596"/>
                </a:spcAft>
                <a:buClr>
                  <a:srgbClr val="E6513E"/>
                </a:buClr>
                <a:buSzTx/>
                <a:buFontTx/>
                <a:buNone/>
                <a:tabLst/>
                <a:defRPr/>
              </a:pPr>
              <a:endParaRPr kumimoji="0" lang="en-US" sz="1000" b="0" i="0" u="none" strike="noStrike" kern="0" cap="none" spc="0" normalizeH="0" baseline="0" noProof="0" dirty="0">
                <a:ln>
                  <a:noFill/>
                </a:ln>
                <a:solidFill>
                  <a:srgbClr val="A2A6A3"/>
                </a:solidFill>
                <a:effectLst/>
                <a:uLnTx/>
                <a:uFillTx/>
                <a:latin typeface="Arial"/>
                <a:ea typeface="Nokia Pure Text" panose="020B0504040602060303" pitchFamily="34" charset="0"/>
                <a:cs typeface="Nokia Pure Text" panose="020B0504040602060303" pitchFamily="34" charset="0"/>
                <a:sym typeface="Helvetica Neue" charset="0"/>
              </a:endParaRPr>
            </a:p>
          </p:txBody>
        </p:sp>
        <p:sp>
          <p:nvSpPr>
            <p:cNvPr id="201" name="Rectangle 200">
              <a:extLst>
                <a:ext uri="{FF2B5EF4-FFF2-40B4-BE49-F238E27FC236}">
                  <a16:creationId xmlns:a16="http://schemas.microsoft.com/office/drawing/2014/main" id="{9DB9FD04-2825-4FA3-9C62-CBE978C75CC0}"/>
                </a:ext>
              </a:extLst>
            </p:cNvPr>
            <p:cNvSpPr/>
            <p:nvPr/>
          </p:nvSpPr>
          <p:spPr>
            <a:xfrm>
              <a:off x="4474623" y="1780232"/>
              <a:ext cx="443648" cy="289068"/>
            </a:xfrm>
            <a:prstGeom prst="rect">
              <a:avLst/>
            </a:prstGeom>
            <a:solidFill>
              <a:srgbClr val="FBB925"/>
            </a:solidFill>
            <a:ln>
              <a:noFill/>
              <a:prstDash val="dash"/>
            </a:ln>
          </p:spPr>
          <p:txBody>
            <a:bodyPr wrap="square" lIns="36000" tIns="36000" rIns="36000" bIns="36000" rtlCol="0" anchor="ctr">
              <a:noAutofit/>
            </a:bodyPr>
            <a:lstStyle/>
            <a:p>
              <a:pPr marL="0" marR="0" lvl="0" indent="0" defTabSz="914400" eaLnBrk="1" fontAlgn="auto" latinLnBrk="0" hangingPunct="1">
                <a:lnSpc>
                  <a:spcPct val="90000"/>
                </a:lnSpc>
                <a:spcBef>
                  <a:spcPts val="0"/>
                </a:spcBef>
                <a:spcAft>
                  <a:spcPts val="600"/>
                </a:spcAft>
                <a:buClrTx/>
                <a:buSzTx/>
                <a:buFontTx/>
                <a:buNone/>
                <a:tabLst/>
                <a:defRPr/>
              </a:pPr>
              <a:r>
                <a:rPr kumimoji="0" lang="en-GB" sz="500" b="0" i="0" u="none" strike="noStrike" kern="0" cap="none" spc="0" normalizeH="0" baseline="0" noProof="0" dirty="0">
                  <a:ln>
                    <a:noFill/>
                  </a:ln>
                  <a:solidFill>
                    <a:srgbClr val="FFFFFF"/>
                  </a:solidFill>
                  <a:effectLst/>
                  <a:uLnTx/>
                  <a:uFillTx/>
                </a:rPr>
                <a:t>251 | 185 | 37</a:t>
              </a:r>
              <a:br>
                <a:rPr kumimoji="0" lang="en-GB" sz="500" b="0" i="0" u="none" strike="noStrike" kern="0" cap="none" spc="0" normalizeH="0" baseline="0" noProof="0" dirty="0">
                  <a:ln>
                    <a:noFill/>
                  </a:ln>
                  <a:solidFill>
                    <a:srgbClr val="FFFFFF"/>
                  </a:solidFill>
                  <a:effectLst/>
                  <a:uLnTx/>
                  <a:uFillTx/>
                </a:rPr>
              </a:br>
              <a:r>
                <a:rPr kumimoji="0" lang="en-GB" sz="500" b="0" i="0" u="none" strike="noStrike" kern="0" cap="none" spc="0" normalizeH="0" baseline="0" noProof="0" dirty="0">
                  <a:ln>
                    <a:noFill/>
                  </a:ln>
                  <a:solidFill>
                    <a:srgbClr val="FFFFFF"/>
                  </a:solidFill>
                  <a:effectLst/>
                  <a:uLnTx/>
                  <a:uFillTx/>
                </a:rPr>
                <a:t>#FBB925</a:t>
              </a:r>
              <a:br>
                <a:rPr kumimoji="0" lang="en-GB" sz="500" b="0" i="0" u="none" strike="noStrike" kern="0" cap="none" spc="0" normalizeH="0" baseline="0" noProof="0" dirty="0">
                  <a:ln>
                    <a:noFill/>
                  </a:ln>
                  <a:solidFill>
                    <a:srgbClr val="FFFFFF"/>
                  </a:solidFill>
                  <a:effectLst/>
                  <a:uLnTx/>
                  <a:uFillTx/>
                </a:rPr>
              </a:br>
              <a:r>
                <a:rPr kumimoji="0" lang="en-GB" sz="500" b="0" i="0" u="none" strike="noStrike" kern="0" cap="none" spc="0" normalizeH="0" baseline="0" noProof="0" dirty="0">
                  <a:ln>
                    <a:noFill/>
                  </a:ln>
                  <a:solidFill>
                    <a:srgbClr val="FFFFFF"/>
                  </a:solidFill>
                  <a:effectLst/>
                  <a:uLnTx/>
                  <a:uFillTx/>
                </a:rPr>
                <a:t>x-x-x-x</a:t>
              </a:r>
            </a:p>
          </p:txBody>
        </p:sp>
        <p:sp>
          <p:nvSpPr>
            <p:cNvPr id="202" name="Rectangle 201">
              <a:extLst>
                <a:ext uri="{FF2B5EF4-FFF2-40B4-BE49-F238E27FC236}">
                  <a16:creationId xmlns:a16="http://schemas.microsoft.com/office/drawing/2014/main" id="{E325292A-0CDE-41AF-A437-AC29E90F4E63}"/>
                </a:ext>
              </a:extLst>
            </p:cNvPr>
            <p:cNvSpPr/>
            <p:nvPr/>
          </p:nvSpPr>
          <p:spPr>
            <a:xfrm>
              <a:off x="1378485" y="2246660"/>
              <a:ext cx="959671" cy="126760"/>
            </a:xfrm>
            <a:prstGeom prst="rect">
              <a:avLst/>
            </a:prstGeom>
            <a:solidFill>
              <a:srgbClr val="FFFFFF"/>
            </a:solidFill>
            <a:ln>
              <a:solidFill>
                <a:srgbClr val="A2A6A3"/>
              </a:solidFill>
            </a:ln>
          </p:spPr>
          <p:txBody>
            <a:bodyPr wrap="square" lIns="72000" tIns="36000" rIns="72000" bIns="36000" rtlCol="0" anchor="ctr">
              <a:noAutofit/>
            </a:bodyPr>
            <a:lstStyle/>
            <a:p>
              <a:pPr marL="0" marR="0" lvl="0" indent="0" algn="ctr" defTabSz="307644" eaLnBrk="1" fontAlgn="auto" latinLnBrk="0" hangingPunct="0">
                <a:lnSpc>
                  <a:spcPct val="90000"/>
                </a:lnSpc>
                <a:spcBef>
                  <a:spcPts val="0"/>
                </a:spcBef>
                <a:spcAft>
                  <a:spcPts val="596"/>
                </a:spcAft>
                <a:buClr>
                  <a:srgbClr val="E6513E"/>
                </a:buClr>
                <a:buSzTx/>
                <a:buFontTx/>
                <a:buNone/>
                <a:tabLst/>
                <a:defRPr/>
              </a:pPr>
              <a:r>
                <a:rPr kumimoji="0" lang="de-DE" sz="800" b="0" i="0" u="none" strike="noStrike" kern="0" cap="none" spc="0" normalizeH="0" baseline="0" noProof="0">
                  <a:ln>
                    <a:noFill/>
                  </a:ln>
                  <a:solidFill>
                    <a:srgbClr val="A2A6A3"/>
                  </a:solidFill>
                  <a:effectLst/>
                  <a:uLnTx/>
                  <a:uFillTx/>
                  <a:latin typeface="Arial"/>
                  <a:ea typeface="Nokia Pure Text" panose="020B0504040602060303" pitchFamily="34" charset="0"/>
                  <a:cs typeface="Nokia Pure Text" panose="020B0504040602060303" pitchFamily="34" charset="0"/>
                  <a:sym typeface="Helvetica Neue" charset="0"/>
                </a:rPr>
                <a:t>Basis</a:t>
              </a:r>
            </a:p>
          </p:txBody>
        </p:sp>
        <p:sp>
          <p:nvSpPr>
            <p:cNvPr id="203" name="Rectangle 202">
              <a:extLst>
                <a:ext uri="{FF2B5EF4-FFF2-40B4-BE49-F238E27FC236}">
                  <a16:creationId xmlns:a16="http://schemas.microsoft.com/office/drawing/2014/main" id="{D334475D-58FC-46D0-9745-4B30A6EFE263}"/>
                </a:ext>
              </a:extLst>
            </p:cNvPr>
            <p:cNvSpPr/>
            <p:nvPr/>
          </p:nvSpPr>
          <p:spPr>
            <a:xfrm>
              <a:off x="2410531" y="2246660"/>
              <a:ext cx="959671" cy="126760"/>
            </a:xfrm>
            <a:prstGeom prst="rect">
              <a:avLst/>
            </a:prstGeom>
            <a:solidFill>
              <a:srgbClr val="FFFFFF"/>
            </a:solidFill>
            <a:ln>
              <a:solidFill>
                <a:srgbClr val="A2A6A3"/>
              </a:solidFill>
            </a:ln>
          </p:spPr>
          <p:txBody>
            <a:bodyPr wrap="square" lIns="72000" tIns="36000" rIns="72000" bIns="36000" rtlCol="0" anchor="ctr">
              <a:noAutofit/>
            </a:bodyPr>
            <a:lstStyle/>
            <a:p>
              <a:pPr marL="0" marR="0" lvl="0" indent="0" algn="ctr" defTabSz="307644" eaLnBrk="1" fontAlgn="auto" latinLnBrk="0" hangingPunct="0">
                <a:lnSpc>
                  <a:spcPct val="90000"/>
                </a:lnSpc>
                <a:spcBef>
                  <a:spcPts val="0"/>
                </a:spcBef>
                <a:spcAft>
                  <a:spcPts val="596"/>
                </a:spcAft>
                <a:buClr>
                  <a:srgbClr val="E6513E"/>
                </a:buClr>
                <a:buSzTx/>
                <a:buFontTx/>
                <a:buNone/>
                <a:tabLst/>
                <a:defRPr/>
              </a:pPr>
              <a:r>
                <a:rPr kumimoji="0" lang="de-DE" sz="800" b="0" i="0" u="none" strike="noStrike" kern="0" cap="none" spc="0" normalizeH="0" baseline="0" noProof="0" dirty="0">
                  <a:ln>
                    <a:noFill/>
                  </a:ln>
                  <a:solidFill>
                    <a:srgbClr val="A2A6A3"/>
                  </a:solidFill>
                  <a:effectLst/>
                  <a:uLnTx/>
                  <a:uFillTx/>
                  <a:latin typeface="Arial"/>
                  <a:ea typeface="Nokia Pure Text" panose="020B0504040602060303" pitchFamily="34" charset="0"/>
                  <a:cs typeface="Nokia Pure Text" panose="020B0504040602060303" pitchFamily="34" charset="0"/>
                  <a:sym typeface="Helvetica Neue" charset="0"/>
                </a:rPr>
                <a:t>Logo</a:t>
              </a:r>
              <a:r>
                <a:rPr kumimoji="0" lang="de-DE" sz="500" b="0" i="0" u="none" strike="noStrike" kern="0" cap="none" spc="0" normalizeH="0" baseline="0" noProof="0" dirty="0">
                  <a:ln>
                    <a:noFill/>
                  </a:ln>
                  <a:solidFill>
                    <a:srgbClr val="A2A6A3"/>
                  </a:solidFill>
                  <a:effectLst/>
                  <a:uLnTx/>
                  <a:uFillTx/>
                  <a:latin typeface="Arial"/>
                  <a:ea typeface="Nokia Pure Text" panose="020B0504040602060303" pitchFamily="34" charset="0"/>
                  <a:cs typeface="Nokia Pure Text" panose="020B0504040602060303" pitchFamily="34" charset="0"/>
                  <a:sym typeface="Helvetica Neue" charset="0"/>
                </a:rPr>
                <a:t> (+ Abstufung)</a:t>
              </a:r>
              <a:endParaRPr kumimoji="0" lang="de-DE" sz="800" b="0" i="0" u="none" strike="noStrike" kern="0" cap="none" spc="0" normalizeH="0" baseline="0" noProof="0" dirty="0">
                <a:ln>
                  <a:noFill/>
                </a:ln>
                <a:solidFill>
                  <a:srgbClr val="A2A6A3"/>
                </a:solidFill>
                <a:effectLst/>
                <a:uLnTx/>
                <a:uFillTx/>
                <a:latin typeface="Arial"/>
                <a:ea typeface="Nokia Pure Text" panose="020B0504040602060303" pitchFamily="34" charset="0"/>
                <a:cs typeface="Nokia Pure Text" panose="020B0504040602060303" pitchFamily="34" charset="0"/>
                <a:sym typeface="Helvetica Neue" charset="0"/>
              </a:endParaRPr>
            </a:p>
          </p:txBody>
        </p:sp>
        <p:sp>
          <p:nvSpPr>
            <p:cNvPr id="204" name="Rectangle 203">
              <a:extLst>
                <a:ext uri="{FF2B5EF4-FFF2-40B4-BE49-F238E27FC236}">
                  <a16:creationId xmlns:a16="http://schemas.microsoft.com/office/drawing/2014/main" id="{887D3966-1AE6-4A7C-BC32-CF404B7FDC05}"/>
                </a:ext>
              </a:extLst>
            </p:cNvPr>
            <p:cNvSpPr/>
            <p:nvPr/>
          </p:nvSpPr>
          <p:spPr>
            <a:xfrm>
              <a:off x="3442578" y="2246660"/>
              <a:ext cx="1474147" cy="126760"/>
            </a:xfrm>
            <a:prstGeom prst="rect">
              <a:avLst/>
            </a:prstGeom>
            <a:solidFill>
              <a:srgbClr val="FFFFFF"/>
            </a:solidFill>
            <a:ln>
              <a:solidFill>
                <a:srgbClr val="A2A6A3"/>
              </a:solidFill>
            </a:ln>
          </p:spPr>
          <p:txBody>
            <a:bodyPr wrap="square" lIns="72000" tIns="36000" rIns="72000" bIns="36000" rtlCol="0" anchor="ctr">
              <a:noAutofit/>
            </a:bodyPr>
            <a:lstStyle/>
            <a:p>
              <a:pPr marL="0" marR="0" lvl="0" indent="0" algn="ctr" defTabSz="307644" eaLnBrk="1" fontAlgn="auto" latinLnBrk="0" hangingPunct="0">
                <a:lnSpc>
                  <a:spcPct val="90000"/>
                </a:lnSpc>
                <a:spcBef>
                  <a:spcPts val="0"/>
                </a:spcBef>
                <a:spcAft>
                  <a:spcPts val="596"/>
                </a:spcAft>
                <a:buClr>
                  <a:srgbClr val="E6513E"/>
                </a:buClr>
                <a:buSzTx/>
                <a:buFontTx/>
                <a:buNone/>
                <a:tabLst/>
                <a:defRPr/>
              </a:pPr>
              <a:r>
                <a:rPr kumimoji="0" lang="de-DE" sz="800" b="0" i="0" u="none" strike="noStrike" kern="0" cap="none" spc="0" normalizeH="0" baseline="0" noProof="0">
                  <a:ln>
                    <a:noFill/>
                  </a:ln>
                  <a:solidFill>
                    <a:srgbClr val="A2A6A3"/>
                  </a:solidFill>
                  <a:effectLst/>
                  <a:uLnTx/>
                  <a:uFillTx/>
                  <a:latin typeface="Arial"/>
                  <a:ea typeface="Nokia Pure Text" panose="020B0504040602060303" pitchFamily="34" charset="0"/>
                  <a:cs typeface="Nokia Pure Text" panose="020B0504040602060303" pitchFamily="34" charset="0"/>
                  <a:sym typeface="Helvetica Neue" charset="0"/>
                </a:rPr>
                <a:t>Akzente </a:t>
              </a:r>
              <a:r>
                <a:rPr kumimoji="0" lang="de-DE" sz="600" b="0" i="0" u="none" strike="noStrike" kern="0" cap="none" spc="0" normalizeH="0" baseline="0" noProof="0">
                  <a:ln>
                    <a:noFill/>
                  </a:ln>
                  <a:solidFill>
                    <a:srgbClr val="A2A6A3"/>
                  </a:solidFill>
                  <a:effectLst/>
                  <a:uLnTx/>
                  <a:uFillTx/>
                  <a:latin typeface="Arial"/>
                  <a:ea typeface="Nokia Pure Text" panose="020B0504040602060303" pitchFamily="34" charset="0"/>
                  <a:cs typeface="Nokia Pure Text" panose="020B0504040602060303" pitchFamily="34" charset="0"/>
                  <a:sym typeface="Helvetica Neue" charset="0"/>
                </a:rPr>
                <a:t>(max 1 pro Seite)</a:t>
              </a:r>
              <a:endParaRPr kumimoji="0" lang="de-DE" sz="800" b="0" i="0" u="none" strike="noStrike" kern="0" cap="none" spc="0" normalizeH="0" baseline="0" noProof="0">
                <a:ln>
                  <a:noFill/>
                </a:ln>
                <a:solidFill>
                  <a:srgbClr val="A2A6A3"/>
                </a:solidFill>
                <a:effectLst/>
                <a:uLnTx/>
                <a:uFillTx/>
                <a:latin typeface="Arial"/>
                <a:ea typeface="Nokia Pure Text" panose="020B0504040602060303" pitchFamily="34" charset="0"/>
                <a:cs typeface="Nokia Pure Text" panose="020B0504040602060303" pitchFamily="34" charset="0"/>
                <a:sym typeface="Helvetica Neue" charset="0"/>
              </a:endParaRPr>
            </a:p>
          </p:txBody>
        </p:sp>
        <p:sp>
          <p:nvSpPr>
            <p:cNvPr id="205" name="TextBox 204">
              <a:extLst>
                <a:ext uri="{FF2B5EF4-FFF2-40B4-BE49-F238E27FC236}">
                  <a16:creationId xmlns:a16="http://schemas.microsoft.com/office/drawing/2014/main" id="{40326EF5-A50F-4C54-B6F0-9568BE2A9253}"/>
                </a:ext>
              </a:extLst>
            </p:cNvPr>
            <p:cNvSpPr txBox="1"/>
            <p:nvPr/>
          </p:nvSpPr>
          <p:spPr>
            <a:xfrm>
              <a:off x="4916725" y="1472676"/>
              <a:ext cx="316112" cy="203133"/>
            </a:xfrm>
            <a:prstGeom prst="rect">
              <a:avLst/>
            </a:prstGeom>
            <a:noFill/>
          </p:spPr>
          <p:txBody>
            <a:bodyPr wrap="none" rtlCol="0">
              <a:sp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515151"/>
                  </a:solidFill>
                  <a:effectLst/>
                  <a:uLnTx/>
                  <a:uFillTx/>
                </a:rPr>
                <a:t>hell</a:t>
              </a:r>
            </a:p>
          </p:txBody>
        </p:sp>
        <p:sp>
          <p:nvSpPr>
            <p:cNvPr id="206" name="TextBox 205">
              <a:extLst>
                <a:ext uri="{FF2B5EF4-FFF2-40B4-BE49-F238E27FC236}">
                  <a16:creationId xmlns:a16="http://schemas.microsoft.com/office/drawing/2014/main" id="{C30DF808-B9EE-493F-8940-AD7388281C86}"/>
                </a:ext>
              </a:extLst>
            </p:cNvPr>
            <p:cNvSpPr txBox="1"/>
            <p:nvPr/>
          </p:nvSpPr>
          <p:spPr>
            <a:xfrm>
              <a:off x="4916725" y="1814314"/>
              <a:ext cx="298480" cy="203133"/>
            </a:xfrm>
            <a:prstGeom prst="rect">
              <a:avLst/>
            </a:prstGeom>
            <a:noFill/>
          </p:spPr>
          <p:txBody>
            <a:bodyPr wrap="none" rtlCol="0">
              <a:sp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US" sz="800" b="0" i="0" u="none" strike="noStrike" kern="0" cap="none" spc="0" normalizeH="0" baseline="0" noProof="0" dirty="0" err="1">
                  <a:ln>
                    <a:noFill/>
                  </a:ln>
                  <a:solidFill>
                    <a:srgbClr val="515151"/>
                  </a:solidFill>
                  <a:effectLst/>
                  <a:uLnTx/>
                  <a:uFillTx/>
                </a:rPr>
                <a:t>tief</a:t>
              </a:r>
              <a:endParaRPr kumimoji="0" lang="en-US" sz="800" b="0" i="0" u="none" strike="noStrike" kern="0" cap="none" spc="0" normalizeH="0" baseline="0" noProof="0" dirty="0">
                <a:ln>
                  <a:noFill/>
                </a:ln>
                <a:solidFill>
                  <a:srgbClr val="515151"/>
                </a:solidFill>
                <a:effectLst/>
                <a:uLnTx/>
                <a:uFillTx/>
              </a:endParaRPr>
            </a:p>
          </p:txBody>
        </p:sp>
        <p:sp>
          <p:nvSpPr>
            <p:cNvPr id="207" name="Arrow: Up 206">
              <a:extLst>
                <a:ext uri="{FF2B5EF4-FFF2-40B4-BE49-F238E27FC236}">
                  <a16:creationId xmlns:a16="http://schemas.microsoft.com/office/drawing/2014/main" id="{81912B0C-5F45-44E6-BF85-999C47947FFE}"/>
                </a:ext>
              </a:extLst>
            </p:cNvPr>
            <p:cNvSpPr/>
            <p:nvPr/>
          </p:nvSpPr>
          <p:spPr>
            <a:xfrm>
              <a:off x="2564252" y="1114092"/>
              <a:ext cx="130661" cy="184151"/>
            </a:xfrm>
            <a:prstGeom prst="upArrow">
              <a:avLst/>
            </a:prstGeom>
            <a:solidFill>
              <a:srgbClr val="EDEDED"/>
            </a:solidFill>
          </p:spPr>
          <p:txBody>
            <a:bodyPr wrap="square" lIns="72000" tIns="36000" rIns="72000" bIns="36000" rtlCol="0" anchor="ctr">
              <a:noAutofit/>
            </a:bodyPr>
            <a:lstStyle/>
            <a:p>
              <a:pPr marL="0" marR="0" lvl="0" indent="0" defTabSz="307644" eaLnBrk="1" fontAlgn="auto" latinLnBrk="0" hangingPunct="0">
                <a:lnSpc>
                  <a:spcPct val="90000"/>
                </a:lnSpc>
                <a:spcBef>
                  <a:spcPts val="0"/>
                </a:spcBef>
                <a:spcAft>
                  <a:spcPts val="596"/>
                </a:spcAft>
                <a:buClr>
                  <a:srgbClr val="E6513E"/>
                </a:buClr>
                <a:buSzTx/>
                <a:buFontTx/>
                <a:buNone/>
                <a:tabLst/>
                <a:defRPr/>
              </a:pPr>
              <a:endParaRPr kumimoji="0" lang="en-US" sz="1000" b="0" i="0" u="none" strike="noStrike" kern="0" cap="none" spc="0" normalizeH="0" baseline="0" noProof="0" dirty="0">
                <a:ln>
                  <a:noFill/>
                </a:ln>
                <a:solidFill>
                  <a:srgbClr val="A2A6A3"/>
                </a:solidFill>
                <a:effectLst/>
                <a:uLnTx/>
                <a:uFillTx/>
                <a:latin typeface="Arial"/>
                <a:ea typeface="Nokia Pure Text" panose="020B0504040602060303" pitchFamily="34" charset="0"/>
                <a:cs typeface="Nokia Pure Text" panose="020B0504040602060303" pitchFamily="34" charset="0"/>
                <a:sym typeface="Helvetica Neue" charset="0"/>
              </a:endParaRPr>
            </a:p>
          </p:txBody>
        </p:sp>
      </p:grpSp>
      <p:grpSp>
        <p:nvGrpSpPr>
          <p:cNvPr id="75" name="Group 74">
            <a:extLst>
              <a:ext uri="{FF2B5EF4-FFF2-40B4-BE49-F238E27FC236}">
                <a16:creationId xmlns:a16="http://schemas.microsoft.com/office/drawing/2014/main" id="{BA650EA4-209C-46EB-AEBD-D21D3A8FAA67}"/>
              </a:ext>
            </a:extLst>
          </p:cNvPr>
          <p:cNvGrpSpPr/>
          <p:nvPr/>
        </p:nvGrpSpPr>
        <p:grpSpPr>
          <a:xfrm>
            <a:off x="6189553" y="1342420"/>
            <a:ext cx="1185622" cy="765794"/>
            <a:chOff x="-791349" y="490751"/>
            <a:chExt cx="1657143" cy="1070350"/>
          </a:xfrm>
        </p:grpSpPr>
        <p:pic>
          <p:nvPicPr>
            <p:cNvPr id="209" name="Picture 208">
              <a:extLst>
                <a:ext uri="{FF2B5EF4-FFF2-40B4-BE49-F238E27FC236}">
                  <a16:creationId xmlns:a16="http://schemas.microsoft.com/office/drawing/2014/main" id="{F2FA6F39-65A4-4A33-A1D8-7D0AF37F6189}"/>
                </a:ext>
              </a:extLst>
            </p:cNvPr>
            <p:cNvPicPr>
              <a:picLocks noChangeAspect="1"/>
            </p:cNvPicPr>
            <p:nvPr/>
          </p:nvPicPr>
          <p:blipFill rotWithShape="1">
            <a:blip r:embed="rId17"/>
            <a:srcRect b="67042"/>
            <a:stretch/>
          </p:blipFill>
          <p:spPr>
            <a:xfrm>
              <a:off x="-791349" y="490751"/>
              <a:ext cx="1657143" cy="1070350"/>
            </a:xfrm>
            <a:prstGeom prst="rect">
              <a:avLst/>
            </a:prstGeom>
          </p:spPr>
        </p:pic>
        <p:sp>
          <p:nvSpPr>
            <p:cNvPr id="210" name="Rectangle 209">
              <a:extLst>
                <a:ext uri="{FF2B5EF4-FFF2-40B4-BE49-F238E27FC236}">
                  <a16:creationId xmlns:a16="http://schemas.microsoft.com/office/drawing/2014/main" id="{E1EC0A6E-6A30-4FE3-875C-870D05E9E7A7}"/>
                </a:ext>
              </a:extLst>
            </p:cNvPr>
            <p:cNvSpPr>
              <a:spLocks noChangeAspect="1"/>
            </p:cNvSpPr>
            <p:nvPr/>
          </p:nvSpPr>
          <p:spPr>
            <a:xfrm>
              <a:off x="-588450" y="1286825"/>
              <a:ext cx="118800" cy="118800"/>
            </a:xfrm>
            <a:prstGeom prst="rect">
              <a:avLst/>
            </a:prstGeom>
            <a:noFill/>
            <a:ln>
              <a:solidFill>
                <a:srgbClr val="F39E4A"/>
              </a:solidFill>
            </a:ln>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en-US" sz="10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grpSp>
    </p:spTree>
    <p:extLst>
      <p:ext uri="{BB962C8B-B14F-4D97-AF65-F5344CB8AC3E}">
        <p14:creationId xmlns:p14="http://schemas.microsoft.com/office/powerpoint/2010/main" val="2534783431"/>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C223841-FF23-4C44-8333-0C638721DC20}"/>
              </a:ext>
            </a:extLst>
          </p:cNvPr>
          <p:cNvSpPr>
            <a:spLocks noGrp="1"/>
          </p:cNvSpPr>
          <p:nvPr>
            <p:ph type="title"/>
          </p:nvPr>
        </p:nvSpPr>
        <p:spPr/>
        <p:txBody>
          <a:bodyPr/>
          <a:lstStyle/>
          <a:p>
            <a:endParaRPr lang="de-DE"/>
          </a:p>
        </p:txBody>
      </p:sp>
      <p:sp>
        <p:nvSpPr>
          <p:cNvPr id="3" name="Textplatzhalter 2">
            <a:extLst>
              <a:ext uri="{FF2B5EF4-FFF2-40B4-BE49-F238E27FC236}">
                <a16:creationId xmlns:a16="http://schemas.microsoft.com/office/drawing/2014/main" id="{D2C63DD9-D4EA-4CB1-994B-DAE46C26B1CB}"/>
              </a:ext>
            </a:extLst>
          </p:cNvPr>
          <p:cNvSpPr>
            <a:spLocks noGrp="1"/>
          </p:cNvSpPr>
          <p:nvPr>
            <p:ph type="body" sz="quarter" idx="14"/>
          </p:nvPr>
        </p:nvSpPr>
        <p:spPr/>
        <p:txBody>
          <a:bodyPr/>
          <a:lstStyle/>
          <a:p>
            <a:endParaRPr lang="de-DE"/>
          </a:p>
        </p:txBody>
      </p:sp>
      <p:sp>
        <p:nvSpPr>
          <p:cNvPr id="4" name="Textplatzhalter 3">
            <a:extLst>
              <a:ext uri="{FF2B5EF4-FFF2-40B4-BE49-F238E27FC236}">
                <a16:creationId xmlns:a16="http://schemas.microsoft.com/office/drawing/2014/main" id="{2E51FB2F-A2B6-49E6-925A-3A4D1BDCE827}"/>
              </a:ext>
            </a:extLst>
          </p:cNvPr>
          <p:cNvSpPr>
            <a:spLocks noGrp="1"/>
          </p:cNvSpPr>
          <p:nvPr>
            <p:ph type="body" sz="quarter" idx="15"/>
          </p:nvPr>
        </p:nvSpPr>
        <p:spPr/>
        <p:txBody>
          <a:bodyPr/>
          <a:lstStyle/>
          <a:p>
            <a:endParaRPr lang="de-DE"/>
          </a:p>
        </p:txBody>
      </p:sp>
    </p:spTree>
    <p:extLst>
      <p:ext uri="{BB962C8B-B14F-4D97-AF65-F5344CB8AC3E}">
        <p14:creationId xmlns:p14="http://schemas.microsoft.com/office/powerpoint/2010/main" val="1731974129"/>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Fonts</a:t>
            </a:r>
          </a:p>
        </p:txBody>
      </p:sp>
      <p:sp>
        <p:nvSpPr>
          <p:cNvPr id="7" name="Textplatzhalter 6"/>
          <p:cNvSpPr>
            <a:spLocks noGrp="1"/>
          </p:cNvSpPr>
          <p:nvPr>
            <p:ph type="body" sz="quarter" idx="14"/>
          </p:nvPr>
        </p:nvSpPr>
        <p:spPr/>
        <p:txBody>
          <a:bodyPr/>
          <a:lstStyle/>
          <a:p>
            <a:r>
              <a:rPr lang="de-DE" dirty="0" err="1"/>
              <a:t>Typography</a:t>
            </a:r>
            <a:r>
              <a:rPr lang="de-DE" dirty="0"/>
              <a:t> ist ein wichtiges Element unseres Brand-Design. Konsistente Anwendung unsere Prinzipien unterstützt die Wahrnehmung unserer Brand. </a:t>
            </a:r>
          </a:p>
        </p:txBody>
      </p:sp>
      <p:sp>
        <p:nvSpPr>
          <p:cNvPr id="3" name="Text Placeholder 2">
            <a:extLst>
              <a:ext uri="{FF2B5EF4-FFF2-40B4-BE49-F238E27FC236}">
                <a16:creationId xmlns:a16="http://schemas.microsoft.com/office/drawing/2014/main" id="{12B73CD3-1A0E-4CA3-936E-888D5FD37322}"/>
              </a:ext>
            </a:extLst>
          </p:cNvPr>
          <p:cNvSpPr>
            <a:spLocks noGrp="1"/>
          </p:cNvSpPr>
          <p:nvPr>
            <p:ph type="body" sz="quarter" idx="15"/>
          </p:nvPr>
        </p:nvSpPr>
        <p:spPr/>
        <p:txBody>
          <a:bodyPr/>
          <a:lstStyle/>
          <a:p>
            <a:r>
              <a:rPr lang="de-DE" b="1" dirty="0"/>
              <a:t>HINWEIS</a:t>
            </a:r>
            <a:r>
              <a:rPr lang="de-DE" dirty="0"/>
              <a:t> | </a:t>
            </a:r>
            <a:br>
              <a:rPr lang="de-DE" dirty="0"/>
            </a:br>
            <a:r>
              <a:rPr lang="de-DE" dirty="0"/>
              <a:t>Wir verwenden ‘Fett’ so wenig wie möglich, ebenso kursive Schrift. </a:t>
            </a:r>
          </a:p>
          <a:p>
            <a:r>
              <a:rPr lang="de-DE" dirty="0"/>
              <a:t>Stattdessen können besser verschiedene Schriftgrößen verwendet werden, um Texte zu strukturieren.. </a:t>
            </a:r>
          </a:p>
          <a:p>
            <a:endParaRPr lang="de-DE" dirty="0"/>
          </a:p>
        </p:txBody>
      </p:sp>
      <p:sp>
        <p:nvSpPr>
          <p:cNvPr id="25" name="Rechteck 24"/>
          <p:cNvSpPr/>
          <p:nvPr/>
        </p:nvSpPr>
        <p:spPr>
          <a:xfrm>
            <a:off x="4932052" y="4574893"/>
            <a:ext cx="3924300" cy="377402"/>
          </a:xfrm>
          <a:prstGeom prst="rect">
            <a:avLst/>
          </a:prstGeom>
        </p:spPr>
        <p:txBody>
          <a:bodyPr wrap="square" lIns="0" tIns="36000" rIns="0" bIns="36000">
            <a:spAutoFit/>
          </a:bodyPr>
          <a:lstStyle/>
          <a:p>
            <a:pPr defTabSz="457189" fontAlgn="base">
              <a:lnSpc>
                <a:spcPct val="90000"/>
              </a:lnSpc>
              <a:spcBef>
                <a:spcPct val="0"/>
              </a:spcBef>
              <a:spcAft>
                <a:spcPct val="0"/>
              </a:spcAft>
            </a:pPr>
            <a:br>
              <a:rPr lang="en-GB" sz="1100" dirty="0">
                <a:solidFill>
                  <a:srgbClr val="333333"/>
                </a:solidFill>
                <a:latin typeface="Roboto" panose="02000000000000000000" pitchFamily="2" charset="0"/>
                <a:ea typeface="Roboto" panose="02000000000000000000" pitchFamily="2" charset="0"/>
                <a:cs typeface="Verdana" panose="020B0604030504040204" pitchFamily="34" charset="0"/>
              </a:rPr>
            </a:br>
            <a:endParaRPr lang="en-GB" sz="1100" dirty="0">
              <a:solidFill>
                <a:srgbClr val="333333"/>
              </a:solidFill>
              <a:latin typeface="Roboto" panose="02000000000000000000" pitchFamily="2" charset="0"/>
              <a:ea typeface="Roboto" panose="02000000000000000000" pitchFamily="2" charset="0"/>
              <a:cs typeface="Verdana" panose="020B0604030504040204" pitchFamily="34" charset="0"/>
            </a:endParaRPr>
          </a:p>
        </p:txBody>
      </p:sp>
      <p:sp>
        <p:nvSpPr>
          <p:cNvPr id="26" name="Rechteck 25"/>
          <p:cNvSpPr/>
          <p:nvPr/>
        </p:nvSpPr>
        <p:spPr>
          <a:xfrm>
            <a:off x="1228275" y="1146671"/>
            <a:ext cx="2824900" cy="759045"/>
          </a:xfrm>
          <a:prstGeom prst="rect">
            <a:avLst/>
          </a:prstGeom>
        </p:spPr>
        <p:txBody>
          <a:bodyPr wrap="square" lIns="0" tIns="36000" rIns="0" bIns="36000">
            <a:spAutoFit/>
          </a:bodyPr>
          <a:lstStyle/>
          <a:p>
            <a:pPr defTabSz="457189" fontAlgn="base">
              <a:lnSpc>
                <a:spcPct val="90000"/>
              </a:lnSpc>
              <a:spcBef>
                <a:spcPct val="0"/>
              </a:spcBef>
              <a:spcAft>
                <a:spcPts val="600"/>
              </a:spcAft>
            </a:pPr>
            <a:r>
              <a:rPr lang="de-DE" sz="1100" dirty="0">
                <a:solidFill>
                  <a:schemeClr val="accent1"/>
                </a:solidFill>
                <a:latin typeface="+mj-lt"/>
              </a:rPr>
              <a:t>Arial</a:t>
            </a:r>
            <a:r>
              <a:rPr lang="de-DE" sz="1100" dirty="0">
                <a:solidFill>
                  <a:srgbClr val="333333"/>
                </a:solidFill>
                <a:latin typeface="+mj-lt"/>
              </a:rPr>
              <a:t> für Überschriften </a:t>
            </a:r>
            <a:r>
              <a:rPr lang="de-DE" sz="1100" dirty="0">
                <a:solidFill>
                  <a:srgbClr val="333333"/>
                </a:solidFill>
              </a:rPr>
              <a:t>&amp; </a:t>
            </a:r>
            <a:r>
              <a:rPr lang="de-DE" sz="1100" dirty="0">
                <a:solidFill>
                  <a:schemeClr val="accent1"/>
                </a:solidFill>
              </a:rPr>
              <a:t>Arial Narrow </a:t>
            </a:r>
            <a:r>
              <a:rPr lang="de-DE" sz="1100" dirty="0">
                <a:solidFill>
                  <a:srgbClr val="333333"/>
                </a:solidFill>
              </a:rPr>
              <a:t>für Fließtexte. </a:t>
            </a:r>
          </a:p>
          <a:p>
            <a:pPr defTabSz="457189" fontAlgn="base">
              <a:lnSpc>
                <a:spcPct val="90000"/>
              </a:lnSpc>
              <a:spcBef>
                <a:spcPct val="0"/>
              </a:spcBef>
              <a:spcAft>
                <a:spcPts val="600"/>
              </a:spcAft>
            </a:pPr>
            <a:r>
              <a:rPr lang="de-DE" sz="1100" dirty="0">
                <a:solidFill>
                  <a:srgbClr val="333333"/>
                </a:solidFill>
              </a:rPr>
              <a:t>Beides sind System-Schriftarten sowohl für Mac als auch PCs. </a:t>
            </a:r>
          </a:p>
        </p:txBody>
      </p:sp>
      <p:sp>
        <p:nvSpPr>
          <p:cNvPr id="16" name="Textfeld 76">
            <a:extLst>
              <a:ext uri="{FF2B5EF4-FFF2-40B4-BE49-F238E27FC236}">
                <a16:creationId xmlns:a16="http://schemas.microsoft.com/office/drawing/2014/main" id="{DA36F9BE-A2F4-4761-AD34-214E0D95D867}"/>
              </a:ext>
            </a:extLst>
          </p:cNvPr>
          <p:cNvSpPr txBox="1"/>
          <p:nvPr/>
        </p:nvSpPr>
        <p:spPr>
          <a:xfrm>
            <a:off x="1223963" y="1085180"/>
            <a:ext cx="2880000" cy="10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defPPr>
              <a:defRPr lang="de-DE"/>
            </a:defPPr>
            <a:lvl1pPr defTabSz="457189">
              <a:defRPr sz="100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dirty="0"/>
              <a:t>MS Office products</a:t>
            </a:r>
          </a:p>
        </p:txBody>
      </p:sp>
      <p:sp>
        <p:nvSpPr>
          <p:cNvPr id="18" name="Rechteck 25">
            <a:extLst>
              <a:ext uri="{FF2B5EF4-FFF2-40B4-BE49-F238E27FC236}">
                <a16:creationId xmlns:a16="http://schemas.microsoft.com/office/drawing/2014/main" id="{BD7F6D8B-74F9-44D0-81CB-85C0FC452B58}"/>
              </a:ext>
            </a:extLst>
          </p:cNvPr>
          <p:cNvSpPr/>
          <p:nvPr/>
        </p:nvSpPr>
        <p:spPr>
          <a:xfrm>
            <a:off x="4779988" y="1146670"/>
            <a:ext cx="3204344" cy="377402"/>
          </a:xfrm>
          <a:prstGeom prst="rect">
            <a:avLst/>
          </a:prstGeom>
        </p:spPr>
        <p:txBody>
          <a:bodyPr wrap="square" lIns="0" tIns="36000" rIns="0" bIns="36000">
            <a:spAutoFit/>
          </a:bodyPr>
          <a:lstStyle/>
          <a:p>
            <a:pPr defTabSz="457189" fontAlgn="base">
              <a:lnSpc>
                <a:spcPct val="90000"/>
              </a:lnSpc>
              <a:spcBef>
                <a:spcPct val="0"/>
              </a:spcBef>
              <a:spcAft>
                <a:spcPts val="600"/>
              </a:spcAft>
            </a:pPr>
            <a:r>
              <a:rPr lang="en-GB" sz="1100" dirty="0">
                <a:solidFill>
                  <a:schemeClr val="accent1"/>
                </a:solidFill>
                <a:latin typeface="Roboto" panose="02000000000000000000" pitchFamily="2" charset="0"/>
                <a:ea typeface="Roboto" panose="02000000000000000000" pitchFamily="2" charset="0"/>
              </a:rPr>
              <a:t>Roboto</a:t>
            </a:r>
            <a:br>
              <a:rPr lang="en-GB" sz="1100" dirty="0">
                <a:solidFill>
                  <a:srgbClr val="333333"/>
                </a:solidFill>
                <a:latin typeface="Roboto" panose="02000000000000000000" pitchFamily="2" charset="0"/>
                <a:ea typeface="Roboto" panose="02000000000000000000" pitchFamily="2" charset="0"/>
              </a:rPr>
            </a:br>
            <a:r>
              <a:rPr lang="en-US" sz="1100" dirty="0">
                <a:solidFill>
                  <a:srgbClr val="333333"/>
                </a:solidFill>
                <a:latin typeface="Roboto" panose="02000000000000000000" pitchFamily="2" charset="0"/>
                <a:ea typeface="Roboto" panose="02000000000000000000" pitchFamily="2" charset="0"/>
              </a:rPr>
              <a:t>is used as web font as it ensures best readability.</a:t>
            </a:r>
          </a:p>
        </p:txBody>
      </p:sp>
      <p:sp>
        <p:nvSpPr>
          <p:cNvPr id="23" name="Textfeld 76">
            <a:extLst>
              <a:ext uri="{FF2B5EF4-FFF2-40B4-BE49-F238E27FC236}">
                <a16:creationId xmlns:a16="http://schemas.microsoft.com/office/drawing/2014/main" id="{D8B4DC67-2007-4694-98DF-AD92A44B0117}"/>
              </a:ext>
            </a:extLst>
          </p:cNvPr>
          <p:cNvSpPr txBox="1"/>
          <p:nvPr/>
        </p:nvSpPr>
        <p:spPr>
          <a:xfrm>
            <a:off x="4775675" y="1099447"/>
            <a:ext cx="2880000" cy="10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defPPr>
              <a:defRPr lang="de-DE"/>
            </a:defPPr>
            <a:lvl1pPr defTabSz="457189">
              <a:defRPr sz="100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dirty="0"/>
              <a:t>Web</a:t>
            </a:r>
          </a:p>
        </p:txBody>
      </p:sp>
      <p:sp>
        <p:nvSpPr>
          <p:cNvPr id="11" name="Rechteck 18">
            <a:hlinkClick r:id="rId3" action="ppaction://hlinksldjump"/>
            <a:extLst>
              <a:ext uri="{FF2B5EF4-FFF2-40B4-BE49-F238E27FC236}">
                <a16:creationId xmlns:a16="http://schemas.microsoft.com/office/drawing/2014/main" id="{B122C74C-1C57-487C-8181-AB18AA4811CB}"/>
              </a:ext>
            </a:extLst>
          </p:cNvPr>
          <p:cNvSpPr/>
          <p:nvPr/>
        </p:nvSpPr>
        <p:spPr>
          <a:xfrm>
            <a:off x="71500" y="2036740"/>
            <a:ext cx="792100" cy="216000"/>
          </a:xfrm>
          <a:prstGeom prst="rect">
            <a:avLst/>
          </a:prstGeom>
          <a:solidFill>
            <a:schemeClr val="tx2"/>
          </a:solidFill>
          <a:ln w="19050">
            <a:noFill/>
          </a:ln>
        </p:spPr>
        <p:txBody>
          <a:bodyPr wrap="none" lIns="36000" tIns="72000" bIns="72000" anchor="ctr">
            <a:noAutofit/>
          </a:bodyPr>
          <a:lstStyle/>
          <a:p>
            <a:pPr>
              <a:lnSpc>
                <a:spcPct val="90000"/>
              </a:lnSpc>
            </a:pPr>
            <a:r>
              <a:rPr lang="en-GB" sz="1000" dirty="0" err="1">
                <a:solidFill>
                  <a:schemeClr val="bg1"/>
                </a:solidFill>
              </a:rPr>
              <a:t>Schriften</a:t>
            </a:r>
            <a:endParaRPr lang="en-GB" sz="1000" dirty="0">
              <a:solidFill>
                <a:schemeClr val="bg1"/>
              </a:solidFill>
            </a:endParaRPr>
          </a:p>
        </p:txBody>
      </p:sp>
      <p:sp>
        <p:nvSpPr>
          <p:cNvPr id="12" name="Textfeld 76">
            <a:extLst>
              <a:ext uri="{FF2B5EF4-FFF2-40B4-BE49-F238E27FC236}">
                <a16:creationId xmlns:a16="http://schemas.microsoft.com/office/drawing/2014/main" id="{CD9E5ECE-D97B-4F67-9C69-594EDFD9BC93}"/>
              </a:ext>
            </a:extLst>
          </p:cNvPr>
          <p:cNvSpPr txBox="1"/>
          <p:nvPr/>
        </p:nvSpPr>
        <p:spPr>
          <a:xfrm>
            <a:off x="4775675" y="2403269"/>
            <a:ext cx="2880000" cy="10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defPPr>
              <a:defRPr lang="de-DE"/>
            </a:defPPr>
            <a:lvl1pPr defTabSz="457189">
              <a:defRPr sz="100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dirty="0"/>
              <a:t>Web for result tables</a:t>
            </a:r>
          </a:p>
        </p:txBody>
      </p:sp>
      <p:sp>
        <p:nvSpPr>
          <p:cNvPr id="13" name="Rechteck 25">
            <a:extLst>
              <a:ext uri="{FF2B5EF4-FFF2-40B4-BE49-F238E27FC236}">
                <a16:creationId xmlns:a16="http://schemas.microsoft.com/office/drawing/2014/main" id="{EB956E66-FA44-40AF-BE96-D994E03BF3E4}"/>
              </a:ext>
            </a:extLst>
          </p:cNvPr>
          <p:cNvSpPr/>
          <p:nvPr/>
        </p:nvSpPr>
        <p:spPr>
          <a:xfrm>
            <a:off x="4779988" y="2474795"/>
            <a:ext cx="3204344" cy="377402"/>
          </a:xfrm>
          <a:prstGeom prst="rect">
            <a:avLst/>
          </a:prstGeom>
        </p:spPr>
        <p:txBody>
          <a:bodyPr wrap="square" lIns="0" tIns="36000" rIns="0" bIns="36000">
            <a:spAutoFit/>
          </a:bodyPr>
          <a:lstStyle/>
          <a:p>
            <a:pPr defTabSz="457189" fontAlgn="base">
              <a:lnSpc>
                <a:spcPct val="90000"/>
              </a:lnSpc>
              <a:spcBef>
                <a:spcPct val="0"/>
              </a:spcBef>
              <a:spcAft>
                <a:spcPts val="600"/>
              </a:spcAft>
            </a:pPr>
            <a:r>
              <a:rPr lang="en-GB" sz="1100" dirty="0">
                <a:solidFill>
                  <a:schemeClr val="accent1"/>
                </a:solidFill>
              </a:rPr>
              <a:t>Roboto Mono </a:t>
            </a:r>
            <a:br>
              <a:rPr lang="en-GB" sz="1100" dirty="0">
                <a:solidFill>
                  <a:srgbClr val="333333"/>
                </a:solidFill>
              </a:rPr>
            </a:br>
            <a:r>
              <a:rPr lang="en-US" sz="1100" dirty="0">
                <a:solidFill>
                  <a:srgbClr val="333333"/>
                </a:solidFill>
              </a:rPr>
              <a:t>condensed and numbers in same width</a:t>
            </a:r>
          </a:p>
        </p:txBody>
      </p:sp>
      <p:sp>
        <p:nvSpPr>
          <p:cNvPr id="31" name="Rechteck 25">
            <a:extLst>
              <a:ext uri="{FF2B5EF4-FFF2-40B4-BE49-F238E27FC236}">
                <a16:creationId xmlns:a16="http://schemas.microsoft.com/office/drawing/2014/main" id="{B8A3244B-E6C6-4106-9513-86DA895D3430}"/>
              </a:ext>
            </a:extLst>
          </p:cNvPr>
          <p:cNvSpPr/>
          <p:nvPr/>
        </p:nvSpPr>
        <p:spPr>
          <a:xfrm>
            <a:off x="4779988" y="1569857"/>
            <a:ext cx="3204344" cy="377402"/>
          </a:xfrm>
          <a:prstGeom prst="rect">
            <a:avLst/>
          </a:prstGeom>
        </p:spPr>
        <p:txBody>
          <a:bodyPr wrap="square" lIns="0" tIns="36000" rIns="0" bIns="36000">
            <a:spAutoFit/>
          </a:bodyPr>
          <a:lstStyle/>
          <a:p>
            <a:pPr defTabSz="457189" fontAlgn="base">
              <a:lnSpc>
                <a:spcPct val="90000"/>
              </a:lnSpc>
              <a:spcBef>
                <a:spcPct val="0"/>
              </a:spcBef>
              <a:spcAft>
                <a:spcPts val="600"/>
              </a:spcAft>
            </a:pPr>
            <a:r>
              <a:rPr lang="en-GB" sz="1100" b="1" dirty="0">
                <a:solidFill>
                  <a:srgbClr val="333333"/>
                </a:solidFill>
                <a:latin typeface="Roboto Light" panose="02000000000000000000" pitchFamily="2" charset="0"/>
                <a:ea typeface="Roboto Light" panose="02000000000000000000" pitchFamily="2" charset="0"/>
              </a:rPr>
              <a:t>Roboto</a:t>
            </a:r>
            <a:br>
              <a:rPr lang="en-GB" sz="1100" dirty="0">
                <a:solidFill>
                  <a:srgbClr val="333333"/>
                </a:solidFill>
                <a:latin typeface="Roboto Light" panose="02000000000000000000" pitchFamily="2" charset="0"/>
                <a:ea typeface="Roboto Light" panose="02000000000000000000" pitchFamily="2" charset="0"/>
              </a:rPr>
            </a:br>
            <a:r>
              <a:rPr lang="en-US" sz="1100" dirty="0">
                <a:solidFill>
                  <a:srgbClr val="333333"/>
                </a:solidFill>
                <a:latin typeface="Roboto Light" panose="02000000000000000000" pitchFamily="2" charset="0"/>
                <a:ea typeface="Roboto Light" panose="02000000000000000000" pitchFamily="2" charset="0"/>
              </a:rPr>
              <a:t>is used for headlines --- TBC</a:t>
            </a:r>
          </a:p>
        </p:txBody>
      </p:sp>
      <p:sp>
        <p:nvSpPr>
          <p:cNvPr id="30" name="Textfeld 76">
            <a:extLst>
              <a:ext uri="{FF2B5EF4-FFF2-40B4-BE49-F238E27FC236}">
                <a16:creationId xmlns:a16="http://schemas.microsoft.com/office/drawing/2014/main" id="{F5D76C30-2161-4B24-B236-688A10EDBFAB}"/>
              </a:ext>
            </a:extLst>
          </p:cNvPr>
          <p:cNvSpPr txBox="1"/>
          <p:nvPr/>
        </p:nvSpPr>
        <p:spPr>
          <a:xfrm>
            <a:off x="1223963" y="2593305"/>
            <a:ext cx="2880000" cy="10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defPPr>
              <a:defRPr lang="de-DE"/>
            </a:defPPr>
            <a:lvl1pPr defTabSz="457189">
              <a:defRPr sz="100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dirty="0"/>
              <a:t>External print material </a:t>
            </a:r>
          </a:p>
        </p:txBody>
      </p:sp>
      <p:sp>
        <p:nvSpPr>
          <p:cNvPr id="17" name="Rectangle 16">
            <a:extLst>
              <a:ext uri="{FF2B5EF4-FFF2-40B4-BE49-F238E27FC236}">
                <a16:creationId xmlns:a16="http://schemas.microsoft.com/office/drawing/2014/main" id="{9C4A1CF4-2B66-4030-8ACD-945497E0FA50}"/>
              </a:ext>
            </a:extLst>
          </p:cNvPr>
          <p:cNvSpPr/>
          <p:nvPr/>
        </p:nvSpPr>
        <p:spPr>
          <a:xfrm rot="1081500">
            <a:off x="5554352" y="402653"/>
            <a:ext cx="2679700" cy="159477"/>
          </a:xfrm>
          <a:prstGeom prst="rect">
            <a:avLst/>
          </a:prstGeom>
          <a:solidFill>
            <a:srgbClr val="FFFF00"/>
          </a:solidFill>
        </p:spPr>
        <p:txBody>
          <a:bodyPr wrap="square" lIns="72000" tIns="36000" rIns="72000" bIns="36000" rtlCol="0" anchor="ctr">
            <a:noAutofit/>
          </a:bodyPr>
          <a:lstStyle/>
          <a:p>
            <a:pPr algn="l" defTabSz="307644" hangingPunct="0">
              <a:lnSpc>
                <a:spcPct val="90000"/>
              </a:lnSpc>
              <a:spcAft>
                <a:spcPts val="596"/>
              </a:spcAft>
              <a:buClr>
                <a:srgbClr val="E6513E"/>
              </a:buClr>
            </a:pPr>
            <a:r>
              <a:rPr lang="de-DE" sz="1000" dirty="0">
                <a:solidFill>
                  <a:schemeClr val="bg2"/>
                </a:solidFill>
                <a:latin typeface="+mj-lt"/>
                <a:ea typeface="Nokia Pure Text" panose="020B0504040602060303" pitchFamily="34" charset="0"/>
                <a:cs typeface="Nokia Pure Text" panose="020B0504040602060303" pitchFamily="34" charset="0"/>
                <a:sym typeface="Helvetica Neue" charset="0"/>
              </a:rPr>
              <a:t>Doro &amp; Holger….</a:t>
            </a:r>
          </a:p>
        </p:txBody>
      </p:sp>
      <p:pic>
        <p:nvPicPr>
          <p:cNvPr id="14" name="Picture 13">
            <a:extLst>
              <a:ext uri="{FF2B5EF4-FFF2-40B4-BE49-F238E27FC236}">
                <a16:creationId xmlns:a16="http://schemas.microsoft.com/office/drawing/2014/main" id="{82DCD6BD-3E32-4E14-8CD7-1D16567B8F64}"/>
              </a:ext>
            </a:extLst>
          </p:cNvPr>
          <p:cNvPicPr>
            <a:picLocks noChangeAspect="1"/>
          </p:cNvPicPr>
          <p:nvPr/>
        </p:nvPicPr>
        <p:blipFill>
          <a:blip r:embed="rId4"/>
          <a:stretch>
            <a:fillRect/>
          </a:stretch>
        </p:blipFill>
        <p:spPr>
          <a:xfrm>
            <a:off x="7915725" y="966826"/>
            <a:ext cx="1854976" cy="2622883"/>
          </a:xfrm>
          <a:prstGeom prst="rect">
            <a:avLst/>
          </a:prstGeom>
        </p:spPr>
      </p:pic>
      <p:pic>
        <p:nvPicPr>
          <p:cNvPr id="19" name="Picture 18">
            <a:extLst>
              <a:ext uri="{FF2B5EF4-FFF2-40B4-BE49-F238E27FC236}">
                <a16:creationId xmlns:a16="http://schemas.microsoft.com/office/drawing/2014/main" id="{4664F61E-B4BB-405E-B67E-53F2B36DDE16}"/>
              </a:ext>
            </a:extLst>
          </p:cNvPr>
          <p:cNvPicPr>
            <a:picLocks noChangeAspect="1"/>
          </p:cNvPicPr>
          <p:nvPr/>
        </p:nvPicPr>
        <p:blipFill>
          <a:blip r:embed="rId5"/>
          <a:stretch>
            <a:fillRect/>
          </a:stretch>
        </p:blipFill>
        <p:spPr>
          <a:xfrm>
            <a:off x="7129124" y="2598705"/>
            <a:ext cx="2594029" cy="991004"/>
          </a:xfrm>
          <a:prstGeom prst="rect">
            <a:avLst/>
          </a:prstGeom>
          <a:effectLst>
            <a:outerShdw blurRad="50800" dist="38100" dir="2700000" algn="tl" rotWithShape="0">
              <a:prstClr val="black">
                <a:alpha val="40000"/>
              </a:prstClr>
            </a:outerShdw>
          </a:effectLst>
        </p:spPr>
      </p:pic>
      <p:pic>
        <p:nvPicPr>
          <p:cNvPr id="21" name="Picture 20">
            <a:extLst>
              <a:ext uri="{FF2B5EF4-FFF2-40B4-BE49-F238E27FC236}">
                <a16:creationId xmlns:a16="http://schemas.microsoft.com/office/drawing/2014/main" id="{243A7694-7E18-46EF-B894-C89181B3F284}"/>
              </a:ext>
            </a:extLst>
          </p:cNvPr>
          <p:cNvPicPr>
            <a:picLocks noChangeAspect="1"/>
          </p:cNvPicPr>
          <p:nvPr/>
        </p:nvPicPr>
        <p:blipFill>
          <a:blip r:embed="rId6"/>
          <a:stretch>
            <a:fillRect/>
          </a:stretch>
        </p:blipFill>
        <p:spPr>
          <a:xfrm>
            <a:off x="4845831" y="3018447"/>
            <a:ext cx="2107521" cy="339106"/>
          </a:xfrm>
          <a:prstGeom prst="rect">
            <a:avLst/>
          </a:prstGeom>
          <a:ln>
            <a:solidFill>
              <a:schemeClr val="accent3"/>
            </a:solidFill>
          </a:ln>
        </p:spPr>
      </p:pic>
      <p:sp>
        <p:nvSpPr>
          <p:cNvPr id="27" name="Rechteck 25">
            <a:extLst>
              <a:ext uri="{FF2B5EF4-FFF2-40B4-BE49-F238E27FC236}">
                <a16:creationId xmlns:a16="http://schemas.microsoft.com/office/drawing/2014/main" id="{A7EA7967-01F5-42F3-984E-191F36931624}"/>
              </a:ext>
            </a:extLst>
          </p:cNvPr>
          <p:cNvSpPr/>
          <p:nvPr/>
        </p:nvSpPr>
        <p:spPr>
          <a:xfrm>
            <a:off x="1228275" y="2655032"/>
            <a:ext cx="2824900" cy="225053"/>
          </a:xfrm>
          <a:prstGeom prst="rect">
            <a:avLst/>
          </a:prstGeom>
        </p:spPr>
        <p:txBody>
          <a:bodyPr wrap="square" lIns="0" tIns="36000" rIns="0" bIns="36000">
            <a:spAutoFit/>
          </a:bodyPr>
          <a:lstStyle/>
          <a:p>
            <a:pPr defTabSz="457189" fontAlgn="base">
              <a:lnSpc>
                <a:spcPct val="90000"/>
              </a:lnSpc>
              <a:spcBef>
                <a:spcPct val="0"/>
              </a:spcBef>
              <a:spcAft>
                <a:spcPts val="600"/>
              </a:spcAft>
            </a:pPr>
            <a:r>
              <a:rPr lang="en-US" sz="1100" dirty="0" err="1">
                <a:solidFill>
                  <a:schemeClr val="accent3"/>
                </a:solidFill>
              </a:rPr>
              <a:t>Tbd</a:t>
            </a:r>
            <a:r>
              <a:rPr lang="en-US" sz="1100" dirty="0">
                <a:solidFill>
                  <a:schemeClr val="accent3"/>
                </a:solidFill>
              </a:rPr>
              <a:t>.</a:t>
            </a:r>
            <a:endParaRPr lang="en-GB" sz="1100" dirty="0">
              <a:solidFill>
                <a:schemeClr val="accent3"/>
              </a:solidFill>
            </a:endParaRPr>
          </a:p>
        </p:txBody>
      </p:sp>
    </p:spTree>
    <p:extLst>
      <p:ext uri="{BB962C8B-B14F-4D97-AF65-F5344CB8AC3E}">
        <p14:creationId xmlns:p14="http://schemas.microsoft.com/office/powerpoint/2010/main" val="1028469970"/>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Shapes, </a:t>
            </a:r>
            <a:r>
              <a:rPr lang="de-DE" dirty="0" err="1"/>
              <a:t>shadows</a:t>
            </a:r>
            <a:r>
              <a:rPr lang="de-DE" dirty="0"/>
              <a:t> and </a:t>
            </a:r>
            <a:r>
              <a:rPr lang="de-DE" dirty="0" err="1"/>
              <a:t>gradations</a:t>
            </a:r>
          </a:p>
        </p:txBody>
      </p:sp>
      <p:sp>
        <p:nvSpPr>
          <p:cNvPr id="6" name="Textplatzhalter 5"/>
          <p:cNvSpPr>
            <a:spLocks noGrp="1"/>
          </p:cNvSpPr>
          <p:nvPr>
            <p:ph type="body" sz="quarter" idx="14"/>
          </p:nvPr>
        </p:nvSpPr>
        <p:spPr/>
        <p:txBody>
          <a:bodyPr/>
          <a:lstStyle/>
          <a:p>
            <a:r>
              <a:rPr lang="de-DE" dirty="0"/>
              <a:t>Shapes</a:t>
            </a:r>
            <a:br>
              <a:rPr lang="de-DE"/>
            </a:br>
            <a:r>
              <a:rPr lang="de-DE" dirty="0" err="1"/>
              <a:t>We</a:t>
            </a:r>
            <a:r>
              <a:rPr lang="de-DE" dirty="0"/>
              <a:t> </a:t>
            </a:r>
            <a:r>
              <a:rPr lang="de-DE" dirty="0" err="1"/>
              <a:t>use</a:t>
            </a:r>
            <a:r>
              <a:rPr lang="de-DE" dirty="0"/>
              <a:t> </a:t>
            </a:r>
            <a:r>
              <a:rPr lang="de-DE" dirty="0" err="1"/>
              <a:t>boxes</a:t>
            </a:r>
            <a:r>
              <a:rPr lang="de-DE" dirty="0"/>
              <a:t> and </a:t>
            </a:r>
            <a:r>
              <a:rPr lang="de-DE" dirty="0" err="1"/>
              <a:t>other</a:t>
            </a:r>
            <a:r>
              <a:rPr lang="de-DE" dirty="0"/>
              <a:t> </a:t>
            </a:r>
            <a:r>
              <a:rPr lang="de-DE" dirty="0" err="1"/>
              <a:t>shapes</a:t>
            </a:r>
            <a:r>
              <a:rPr lang="de-DE" dirty="0"/>
              <a:t> </a:t>
            </a:r>
            <a:r>
              <a:rPr lang="de-DE" dirty="0" err="1"/>
              <a:t>preferably</a:t>
            </a:r>
            <a:r>
              <a:rPr lang="de-DE" dirty="0"/>
              <a:t> in </a:t>
            </a:r>
            <a:r>
              <a:rPr lang="de-DE" dirty="0" err="1"/>
              <a:t>colour</a:t>
            </a:r>
            <a:r>
              <a:rPr lang="de-DE" dirty="0"/>
              <a:t> </a:t>
            </a:r>
            <a:r>
              <a:rPr lang="de-DE" dirty="0" err="1"/>
              <a:t>with</a:t>
            </a:r>
            <a:r>
              <a:rPr lang="de-DE" dirty="0"/>
              <a:t> </a:t>
            </a:r>
            <a:r>
              <a:rPr lang="de-DE" dirty="0" err="1"/>
              <a:t>no</a:t>
            </a:r>
            <a:r>
              <a:rPr lang="de-DE" dirty="0"/>
              <a:t> additional </a:t>
            </a:r>
            <a:r>
              <a:rPr lang="de-DE" dirty="0" err="1"/>
              <a:t>outline</a:t>
            </a:r>
            <a:r>
              <a:rPr lang="de-DE" dirty="0"/>
              <a:t> </a:t>
            </a:r>
            <a:r>
              <a:rPr lang="de-DE" dirty="0" err="1"/>
              <a:t>as</a:t>
            </a:r>
            <a:r>
              <a:rPr lang="de-DE" dirty="0"/>
              <a:t> </a:t>
            </a:r>
            <a:r>
              <a:rPr lang="de-DE" dirty="0" err="1"/>
              <a:t>this</a:t>
            </a:r>
            <a:r>
              <a:rPr lang="de-DE" dirty="0"/>
              <a:t> </a:t>
            </a:r>
            <a:r>
              <a:rPr lang="de-DE" dirty="0" err="1"/>
              <a:t>only</a:t>
            </a:r>
            <a:r>
              <a:rPr lang="de-DE" dirty="0"/>
              <a:t> </a:t>
            </a:r>
            <a:r>
              <a:rPr lang="de-DE" dirty="0" err="1"/>
              <a:t>adds</a:t>
            </a:r>
            <a:r>
              <a:rPr lang="de-DE" dirty="0"/>
              <a:t> </a:t>
            </a:r>
            <a:r>
              <a:rPr lang="de-DE" dirty="0" err="1"/>
              <a:t>weight</a:t>
            </a:r>
            <a:r>
              <a:rPr lang="de-DE" dirty="0"/>
              <a:t> </a:t>
            </a:r>
            <a:r>
              <a:rPr lang="de-DE" dirty="0" err="1"/>
              <a:t>to</a:t>
            </a:r>
            <a:r>
              <a:rPr lang="de-DE" dirty="0"/>
              <a:t> </a:t>
            </a:r>
            <a:r>
              <a:rPr lang="de-DE" dirty="0" err="1"/>
              <a:t>the</a:t>
            </a:r>
            <a:r>
              <a:rPr lang="de-DE" dirty="0"/>
              <a:t> </a:t>
            </a:r>
            <a:r>
              <a:rPr lang="de-DE" dirty="0" err="1"/>
              <a:t>visuals</a:t>
            </a:r>
            <a:r>
              <a:rPr lang="de-DE" dirty="0"/>
              <a:t>. </a:t>
            </a:r>
            <a:r>
              <a:rPr lang="de-DE" dirty="0" err="1"/>
              <a:t>Exception</a:t>
            </a:r>
            <a:r>
              <a:rPr lang="de-DE" dirty="0"/>
              <a:t>: White on </a:t>
            </a:r>
            <a:r>
              <a:rPr lang="de-DE" dirty="0" err="1"/>
              <a:t>white</a:t>
            </a:r>
            <a:r>
              <a:rPr lang="de-DE" dirty="0"/>
              <a:t>. </a:t>
            </a:r>
          </a:p>
          <a:p>
            <a:r>
              <a:rPr lang="de-DE" dirty="0">
                <a:sym typeface="Wingdings" panose="05000000000000000000" pitchFamily="2" charset="2"/>
              </a:rPr>
              <a:t>Shadows, </a:t>
            </a:r>
            <a:r>
              <a:rPr lang="de-DE" dirty="0" err="1">
                <a:sym typeface="Wingdings" panose="05000000000000000000" pitchFamily="2" charset="2"/>
              </a:rPr>
              <a:t>mirror</a:t>
            </a:r>
            <a:r>
              <a:rPr lang="de-DE" dirty="0">
                <a:sym typeface="Wingdings" panose="05000000000000000000" pitchFamily="2" charset="2"/>
              </a:rPr>
              <a:t> </a:t>
            </a:r>
            <a:r>
              <a:rPr lang="de-DE" dirty="0" err="1">
                <a:sym typeface="Wingdings" panose="05000000000000000000" pitchFamily="2" charset="2"/>
              </a:rPr>
              <a:t>effects</a:t>
            </a:r>
            <a:r>
              <a:rPr lang="de-DE" dirty="0">
                <a:sym typeface="Wingdings" panose="05000000000000000000" pitchFamily="2" charset="2"/>
              </a:rPr>
              <a:t> etc.</a:t>
            </a:r>
            <a:br>
              <a:rPr lang="de-DE">
                <a:sym typeface="Wingdings" panose="05000000000000000000" pitchFamily="2" charset="2"/>
              </a:rPr>
            </a:br>
            <a:r>
              <a:rPr lang="de-DE" dirty="0">
                <a:sym typeface="Wingdings" panose="05000000000000000000" pitchFamily="2" charset="2"/>
              </a:rPr>
              <a:t>In </a:t>
            </a:r>
            <a:r>
              <a:rPr lang="de-DE" dirty="0" err="1">
                <a:sym typeface="Wingdings" panose="05000000000000000000" pitchFamily="2" charset="2"/>
              </a:rPr>
              <a:t>general</a:t>
            </a:r>
            <a:r>
              <a:rPr lang="de-DE" dirty="0">
                <a:sym typeface="Wingdings" panose="05000000000000000000" pitchFamily="2" charset="2"/>
              </a:rPr>
              <a:t> </a:t>
            </a:r>
            <a:r>
              <a:rPr lang="de-DE" dirty="0" err="1">
                <a:sym typeface="Wingdings" panose="05000000000000000000" pitchFamily="2" charset="2"/>
              </a:rPr>
              <a:t>we</a:t>
            </a:r>
            <a:r>
              <a:rPr lang="de-DE" dirty="0">
                <a:sym typeface="Wingdings" panose="05000000000000000000" pitchFamily="2" charset="2"/>
              </a:rPr>
              <a:t> </a:t>
            </a:r>
            <a:r>
              <a:rPr lang="de-DE" dirty="0" err="1">
                <a:sym typeface="Wingdings" panose="05000000000000000000" pitchFamily="2" charset="2"/>
              </a:rPr>
              <a:t>avoid</a:t>
            </a:r>
            <a:r>
              <a:rPr lang="de-DE" dirty="0">
                <a:sym typeface="Wingdings" panose="05000000000000000000" pitchFamily="2" charset="2"/>
              </a:rPr>
              <a:t> extra </a:t>
            </a:r>
            <a:r>
              <a:rPr lang="de-DE" dirty="0" err="1">
                <a:sym typeface="Wingdings" panose="05000000000000000000" pitchFamily="2" charset="2"/>
              </a:rPr>
              <a:t>effects</a:t>
            </a:r>
            <a:r>
              <a:rPr lang="de-DE" dirty="0">
                <a:sym typeface="Wingdings" panose="05000000000000000000" pitchFamily="2" charset="2"/>
              </a:rPr>
              <a:t> in </a:t>
            </a:r>
            <a:r>
              <a:rPr lang="de-DE" dirty="0" err="1">
                <a:sym typeface="Wingdings" panose="05000000000000000000" pitchFamily="2" charset="2"/>
              </a:rPr>
              <a:t>the</a:t>
            </a:r>
            <a:r>
              <a:rPr lang="de-DE" dirty="0">
                <a:sym typeface="Wingdings" panose="05000000000000000000" pitchFamily="2" charset="2"/>
              </a:rPr>
              <a:t> </a:t>
            </a:r>
            <a:r>
              <a:rPr lang="de-DE" dirty="0" err="1">
                <a:sym typeface="Wingdings" panose="05000000000000000000" pitchFamily="2" charset="2"/>
              </a:rPr>
              <a:t>favour</a:t>
            </a:r>
            <a:r>
              <a:rPr lang="de-DE" dirty="0">
                <a:sym typeface="Wingdings" panose="05000000000000000000" pitchFamily="2" charset="2"/>
              </a:rPr>
              <a:t> </a:t>
            </a:r>
            <a:r>
              <a:rPr lang="de-DE" dirty="0" err="1">
                <a:sym typeface="Wingdings" panose="05000000000000000000" pitchFamily="2" charset="2"/>
              </a:rPr>
              <a:t>of</a:t>
            </a:r>
            <a:r>
              <a:rPr lang="de-DE" dirty="0">
                <a:sym typeface="Wingdings" panose="05000000000000000000" pitchFamily="2" charset="2"/>
              </a:rPr>
              <a:t> </a:t>
            </a:r>
            <a:r>
              <a:rPr lang="de-DE" dirty="0" err="1">
                <a:sym typeface="Wingdings" panose="05000000000000000000" pitchFamily="2" charset="2"/>
              </a:rPr>
              <a:t>clarity</a:t>
            </a:r>
            <a:r>
              <a:rPr lang="de-DE" dirty="0">
                <a:sym typeface="Wingdings" panose="05000000000000000000" pitchFamily="2" charset="2"/>
              </a:rPr>
              <a:t> </a:t>
            </a:r>
            <a:r>
              <a:rPr lang="de-DE" dirty="0" err="1">
                <a:sym typeface="Wingdings" panose="05000000000000000000" pitchFamily="2" charset="2"/>
              </a:rPr>
              <a:t>of</a:t>
            </a:r>
            <a:r>
              <a:rPr lang="de-DE" dirty="0">
                <a:sym typeface="Wingdings" panose="05000000000000000000" pitchFamily="2" charset="2"/>
              </a:rPr>
              <a:t> </a:t>
            </a:r>
            <a:r>
              <a:rPr lang="de-DE" dirty="0" err="1">
                <a:sym typeface="Wingdings" panose="05000000000000000000" pitchFamily="2" charset="2"/>
              </a:rPr>
              <a:t>the</a:t>
            </a:r>
            <a:r>
              <a:rPr lang="de-DE" dirty="0">
                <a:sym typeface="Wingdings" panose="05000000000000000000" pitchFamily="2" charset="2"/>
              </a:rPr>
              <a:t> </a:t>
            </a:r>
            <a:r>
              <a:rPr lang="de-DE" dirty="0" err="1">
                <a:sym typeface="Wingdings" panose="05000000000000000000" pitchFamily="2" charset="2"/>
              </a:rPr>
              <a:t>visuals</a:t>
            </a:r>
            <a:r>
              <a:rPr lang="de-DE" dirty="0">
                <a:sym typeface="Wingdings" panose="05000000000000000000" pitchFamily="2" charset="2"/>
              </a:rPr>
              <a:t>. </a:t>
            </a:r>
            <a:r>
              <a:rPr lang="de-DE" dirty="0" err="1">
                <a:sym typeface="Wingdings" panose="05000000000000000000" pitchFamily="2" charset="2"/>
              </a:rPr>
              <a:t>Exception</a:t>
            </a:r>
            <a:r>
              <a:rPr lang="de-DE" dirty="0">
                <a:sym typeface="Wingdings" panose="05000000000000000000" pitchFamily="2" charset="2"/>
              </a:rPr>
              <a:t>: </a:t>
            </a:r>
            <a:r>
              <a:rPr lang="de-DE" dirty="0" err="1">
                <a:sym typeface="Wingdings" panose="05000000000000000000" pitchFamily="2" charset="2"/>
              </a:rPr>
              <a:t>To</a:t>
            </a:r>
            <a:r>
              <a:rPr lang="de-DE" dirty="0">
                <a:sym typeface="Wingdings" panose="05000000000000000000" pitchFamily="2" charset="2"/>
              </a:rPr>
              <a:t> </a:t>
            </a:r>
            <a:r>
              <a:rPr lang="de-DE" dirty="0" err="1">
                <a:sym typeface="Wingdings" panose="05000000000000000000" pitchFamily="2" charset="2"/>
              </a:rPr>
              <a:t>effectively</a:t>
            </a:r>
            <a:r>
              <a:rPr lang="de-DE" dirty="0">
                <a:sym typeface="Wingdings" panose="05000000000000000000" pitchFamily="2" charset="2"/>
              </a:rPr>
              <a:t> support </a:t>
            </a:r>
            <a:r>
              <a:rPr lang="de-DE" dirty="0" err="1">
                <a:sym typeface="Wingdings" panose="05000000000000000000" pitchFamily="2" charset="2"/>
              </a:rPr>
              <a:t>the</a:t>
            </a:r>
            <a:r>
              <a:rPr lang="de-DE" dirty="0">
                <a:sym typeface="Wingdings" panose="05000000000000000000" pitchFamily="2" charset="2"/>
              </a:rPr>
              <a:t> </a:t>
            </a:r>
            <a:r>
              <a:rPr lang="de-DE" dirty="0" err="1">
                <a:sym typeface="Wingdings" panose="05000000000000000000" pitchFamily="2" charset="2"/>
              </a:rPr>
              <a:t>message</a:t>
            </a:r>
            <a:r>
              <a:rPr lang="de-DE" dirty="0">
                <a:sym typeface="Wingdings" panose="05000000000000000000" pitchFamily="2" charset="2"/>
              </a:rPr>
              <a:t>/</a:t>
            </a:r>
            <a:r>
              <a:rPr lang="de-DE" dirty="0" err="1">
                <a:sym typeface="Wingdings" panose="05000000000000000000" pitchFamily="2" charset="2"/>
              </a:rPr>
              <a:t>function</a:t>
            </a:r>
            <a:r>
              <a:rPr lang="de-DE" dirty="0">
                <a:sym typeface="Wingdings" panose="05000000000000000000" pitchFamily="2" charset="2"/>
              </a:rPr>
              <a:t> e.g. </a:t>
            </a:r>
            <a:r>
              <a:rPr lang="de-DE" dirty="0" err="1">
                <a:sym typeface="Wingdings" panose="05000000000000000000" pitchFamily="2" charset="2"/>
              </a:rPr>
              <a:t>when</a:t>
            </a:r>
            <a:r>
              <a:rPr lang="de-DE" dirty="0">
                <a:sym typeface="Wingdings" panose="05000000000000000000" pitchFamily="2" charset="2"/>
              </a:rPr>
              <a:t> </a:t>
            </a:r>
            <a:r>
              <a:rPr lang="de-DE" dirty="0" err="1">
                <a:sym typeface="Wingdings" panose="05000000000000000000" pitchFamily="2" charset="2"/>
              </a:rPr>
              <a:t>talking</a:t>
            </a:r>
            <a:r>
              <a:rPr lang="de-DE" dirty="0">
                <a:sym typeface="Wingdings" panose="05000000000000000000" pitchFamily="2" charset="2"/>
              </a:rPr>
              <a:t> </a:t>
            </a:r>
            <a:r>
              <a:rPr lang="de-DE" dirty="0" err="1">
                <a:sym typeface="Wingdings" panose="05000000000000000000" pitchFamily="2" charset="2"/>
              </a:rPr>
              <a:t>about</a:t>
            </a:r>
            <a:r>
              <a:rPr lang="de-DE" dirty="0">
                <a:sym typeface="Wingdings" panose="05000000000000000000" pitchFamily="2" charset="2"/>
              </a:rPr>
              <a:t> </a:t>
            </a:r>
            <a:r>
              <a:rPr lang="de-DE" dirty="0" err="1">
                <a:sym typeface="Wingdings" panose="05000000000000000000" pitchFamily="2" charset="2"/>
              </a:rPr>
              <a:t>overlays</a:t>
            </a:r>
            <a:r>
              <a:rPr lang="de-DE" dirty="0">
                <a:sym typeface="Wingdings" panose="05000000000000000000" pitchFamily="2" charset="2"/>
              </a:rPr>
              <a:t> a </a:t>
            </a:r>
            <a:r>
              <a:rPr lang="de-DE" dirty="0" err="1">
                <a:sym typeface="Wingdings" panose="05000000000000000000" pitchFamily="2" charset="2"/>
              </a:rPr>
              <a:t>shadow</a:t>
            </a:r>
            <a:r>
              <a:rPr lang="de-DE" dirty="0">
                <a:sym typeface="Wingdings" panose="05000000000000000000" pitchFamily="2" charset="2"/>
              </a:rPr>
              <a:t> </a:t>
            </a:r>
            <a:r>
              <a:rPr lang="de-DE" dirty="0" err="1">
                <a:sym typeface="Wingdings" panose="05000000000000000000" pitchFamily="2" charset="2"/>
              </a:rPr>
              <a:t>might</a:t>
            </a:r>
            <a:r>
              <a:rPr lang="de-DE" dirty="0">
                <a:sym typeface="Wingdings" panose="05000000000000000000" pitchFamily="2" charset="2"/>
              </a:rPr>
              <a:t> </a:t>
            </a:r>
            <a:r>
              <a:rPr lang="de-DE" dirty="0" err="1">
                <a:sym typeface="Wingdings" panose="05000000000000000000" pitchFamily="2" charset="2"/>
              </a:rPr>
              <a:t>be</a:t>
            </a:r>
            <a:r>
              <a:rPr lang="de-DE" dirty="0">
                <a:sym typeface="Wingdings" panose="05000000000000000000" pitchFamily="2" charset="2"/>
              </a:rPr>
              <a:t> </a:t>
            </a:r>
            <a:r>
              <a:rPr lang="de-DE" dirty="0" err="1">
                <a:sym typeface="Wingdings" panose="05000000000000000000" pitchFamily="2" charset="2"/>
              </a:rPr>
              <a:t>useful</a:t>
            </a:r>
            <a:r>
              <a:rPr lang="de-DE" dirty="0">
                <a:sym typeface="Wingdings" panose="05000000000000000000" pitchFamily="2" charset="2"/>
              </a:rPr>
              <a:t>. </a:t>
            </a:r>
            <a:endParaRPr lang="de-DE" dirty="0"/>
          </a:p>
          <a:p>
            <a:endParaRPr lang="de-DE"/>
          </a:p>
        </p:txBody>
      </p:sp>
      <p:sp>
        <p:nvSpPr>
          <p:cNvPr id="9" name="Text Placeholder 8">
            <a:extLst>
              <a:ext uri="{FF2B5EF4-FFF2-40B4-BE49-F238E27FC236}">
                <a16:creationId xmlns:a16="http://schemas.microsoft.com/office/drawing/2014/main" id="{0B2BB24A-90A8-4DCC-85E4-6CFA08F842C4}"/>
              </a:ext>
            </a:extLst>
          </p:cNvPr>
          <p:cNvSpPr>
            <a:spLocks noGrp="1"/>
          </p:cNvSpPr>
          <p:nvPr>
            <p:ph type="body" sz="quarter" idx="15"/>
          </p:nvPr>
        </p:nvSpPr>
        <p:spPr/>
        <p:txBody>
          <a:bodyPr/>
          <a:lstStyle/>
          <a:p>
            <a:r>
              <a:rPr lang="de-DE" dirty="0"/>
              <a:t>HINWEIS | Ziel aller grafischen Darstellungen ist klar und sachlich Sachverhalte zu vermitteln. Dies wird durch diese Guidelines unterstützt, ohne zu sehr einzuschränken.</a:t>
            </a:r>
          </a:p>
        </p:txBody>
      </p:sp>
      <p:sp>
        <p:nvSpPr>
          <p:cNvPr id="68" name="Gleichschenkliges Dreieck 67"/>
          <p:cNvSpPr>
            <a:spLocks noChangeAspect="1"/>
          </p:cNvSpPr>
          <p:nvPr/>
        </p:nvSpPr>
        <p:spPr>
          <a:xfrm>
            <a:off x="2011258" y="1735510"/>
            <a:ext cx="360000" cy="360000"/>
          </a:xfrm>
          <a:prstGeom prst="triangl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endParaRPr lang="de-DE" sz="1800">
              <a:solidFill>
                <a:srgbClr val="F0A51E"/>
              </a:solidFill>
            </a:endParaRPr>
          </a:p>
        </p:txBody>
      </p:sp>
      <p:sp>
        <p:nvSpPr>
          <p:cNvPr id="69" name="Ellipse 68"/>
          <p:cNvSpPr>
            <a:spLocks noChangeAspect="1"/>
          </p:cNvSpPr>
          <p:nvPr/>
        </p:nvSpPr>
        <p:spPr>
          <a:xfrm>
            <a:off x="1362835" y="1729646"/>
            <a:ext cx="360000" cy="360000"/>
          </a:xfrm>
          <a:prstGeom prst="pentagon">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endParaRPr lang="de-DE" sz="1800">
              <a:solidFill>
                <a:srgbClr val="F0A51E"/>
              </a:solidFill>
            </a:endParaRPr>
          </a:p>
        </p:txBody>
      </p:sp>
      <p:sp>
        <p:nvSpPr>
          <p:cNvPr id="71" name="Rechteck 70"/>
          <p:cNvSpPr/>
          <p:nvPr/>
        </p:nvSpPr>
        <p:spPr>
          <a:xfrm>
            <a:off x="3715914" y="1167788"/>
            <a:ext cx="752511" cy="396536"/>
          </a:xfrm>
          <a:prstGeom prst="rect">
            <a:avLst/>
          </a:prstGeom>
          <a:solidFill>
            <a:schemeClr val="bg2">
              <a:lumMod val="20000"/>
              <a:lumOff val="80000"/>
            </a:schemeClr>
          </a:solidFill>
          <a:ln w="19050">
            <a:solidFill>
              <a:schemeClr val="bg2"/>
            </a:solidFill>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endParaRPr lang="de-DE" sz="1800">
              <a:solidFill>
                <a:srgbClr val="F0A51E"/>
              </a:solidFill>
            </a:endParaRPr>
          </a:p>
        </p:txBody>
      </p:sp>
      <p:sp>
        <p:nvSpPr>
          <p:cNvPr id="72" name="Gleichschenkliges Dreieck 71"/>
          <p:cNvSpPr/>
          <p:nvPr/>
        </p:nvSpPr>
        <p:spPr>
          <a:xfrm>
            <a:off x="4468425" y="1245128"/>
            <a:ext cx="539375" cy="539375"/>
          </a:xfrm>
          <a:prstGeom prst="triangle">
            <a:avLst/>
          </a:prstGeom>
          <a:solidFill>
            <a:schemeClr val="bg2"/>
          </a:solidFill>
          <a:ln>
            <a:noFill/>
          </a:ln>
          <a:effectLst>
            <a:outerShdw blurRad="50800" dist="38100" dir="2700000" algn="tl" rotWithShape="0">
              <a:schemeClr val="tx1">
                <a:lumMod val="75000"/>
                <a:lumOff val="25000"/>
                <a:alpha val="40000"/>
              </a:schemeClr>
            </a:outerShdw>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endParaRPr lang="de-DE" sz="1800">
              <a:solidFill>
                <a:srgbClr val="F0A51E"/>
              </a:solidFill>
            </a:endParaRPr>
          </a:p>
        </p:txBody>
      </p:sp>
      <p:sp>
        <p:nvSpPr>
          <p:cNvPr id="73" name="Ellipse 72"/>
          <p:cNvSpPr/>
          <p:nvPr/>
        </p:nvSpPr>
        <p:spPr>
          <a:xfrm>
            <a:off x="7122592" y="2625819"/>
            <a:ext cx="539375" cy="539375"/>
          </a:xfrm>
          <a:prstGeom prst="ellipse">
            <a:avLst/>
          </a:prstGeom>
          <a:solidFill>
            <a:schemeClr val="tx2"/>
          </a:solidFill>
          <a:ln>
            <a:noFill/>
          </a:ln>
          <a:effectLst>
            <a:reflection blurRad="6350" stA="50000" endA="300" endPos="38500" dist="50800" dir="5400000" sy="-100000" algn="bl" rotWithShape="0"/>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endParaRPr lang="de-DE" sz="1800">
              <a:solidFill>
                <a:srgbClr val="F0A51E"/>
              </a:solidFill>
            </a:endParaRPr>
          </a:p>
        </p:txBody>
      </p:sp>
      <p:grpSp>
        <p:nvGrpSpPr>
          <p:cNvPr id="74" name="Gruppieren 73"/>
          <p:cNvGrpSpPr/>
          <p:nvPr/>
        </p:nvGrpSpPr>
        <p:grpSpPr>
          <a:xfrm>
            <a:off x="7305395" y="3164995"/>
            <a:ext cx="173768" cy="173766"/>
            <a:chOff x="5044244" y="3136131"/>
            <a:chExt cx="277833" cy="277833"/>
          </a:xfrm>
        </p:grpSpPr>
        <p:cxnSp>
          <p:nvCxnSpPr>
            <p:cNvPr id="75" name="Gerade Verbindung 74"/>
            <p:cNvCxnSpPr/>
            <p:nvPr/>
          </p:nvCxnSpPr>
          <p:spPr>
            <a:xfrm>
              <a:off x="5044244" y="3136131"/>
              <a:ext cx="277833" cy="277833"/>
            </a:xfrm>
            <a:prstGeom prst="line">
              <a:avLst/>
            </a:prstGeom>
            <a:ln w="12700" cap="rnd" cmpd="sng">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76" name="Gerade Verbindung 75"/>
            <p:cNvCxnSpPr/>
            <p:nvPr/>
          </p:nvCxnSpPr>
          <p:spPr>
            <a:xfrm flipH="1">
              <a:off x="5044244" y="3136131"/>
              <a:ext cx="277833" cy="277833"/>
            </a:xfrm>
            <a:prstGeom prst="line">
              <a:avLst/>
            </a:prstGeom>
            <a:ln w="12700" cap="rnd" cmpd="sng">
              <a:solidFill>
                <a:srgbClr val="FF0000"/>
              </a:solidFill>
            </a:ln>
            <a:effectLst/>
          </p:spPr>
          <p:style>
            <a:lnRef idx="2">
              <a:schemeClr val="accent1"/>
            </a:lnRef>
            <a:fillRef idx="0">
              <a:schemeClr val="accent1"/>
            </a:fillRef>
            <a:effectRef idx="1">
              <a:schemeClr val="accent1"/>
            </a:effectRef>
            <a:fontRef idx="minor">
              <a:schemeClr val="tx1"/>
            </a:fontRef>
          </p:style>
        </p:cxnSp>
      </p:grpSp>
      <p:sp>
        <p:nvSpPr>
          <p:cNvPr id="77" name="Textfeld 76"/>
          <p:cNvSpPr txBox="1"/>
          <p:nvPr/>
        </p:nvSpPr>
        <p:spPr>
          <a:xfrm>
            <a:off x="3700776" y="1967125"/>
            <a:ext cx="2312673" cy="626701"/>
          </a:xfrm>
          <a:prstGeom prst="rect">
            <a:avLst/>
          </a:prstGeom>
          <a:noFill/>
        </p:spPr>
        <p:txBody>
          <a:bodyPr wrap="square" lIns="0" tIns="36000" rIns="0" bIns="36000" rtlCol="0">
            <a:spAutoFit/>
          </a:bodyPr>
          <a:lstStyle/>
          <a:p>
            <a:pPr defTabSz="457189" fontAlgn="base">
              <a:lnSpc>
                <a:spcPct val="90000"/>
              </a:lnSpc>
              <a:spcBef>
                <a:spcPct val="0"/>
              </a:spcBef>
              <a:spcAft>
                <a:spcPts val="600"/>
              </a:spcAft>
            </a:pPr>
            <a:r>
              <a:rPr lang="de-DE" sz="800" dirty="0">
                <a:solidFill>
                  <a:srgbClr val="626469"/>
                </a:solidFill>
              </a:rPr>
              <a:t>Zusätzlich Linien zu gefüllten Formen, Schatten, Farbverläufe etc. sollen grundsätzlich vermieden werden. Es sei denn, es unterstützt das “Story </a:t>
            </a:r>
            <a:r>
              <a:rPr lang="de-DE" sz="800" dirty="0" err="1">
                <a:solidFill>
                  <a:srgbClr val="626469"/>
                </a:solidFill>
              </a:rPr>
              <a:t>telling</a:t>
            </a:r>
            <a:r>
              <a:rPr lang="de-DE" sz="800" dirty="0">
                <a:solidFill>
                  <a:srgbClr val="626469"/>
                </a:solidFill>
              </a:rPr>
              <a:t>” – z.B. um verschiedene Zustände eines Elementes zu visualisieren oder deutlich zu machen, dass es sich um eine Overlay handelt.</a:t>
            </a:r>
          </a:p>
        </p:txBody>
      </p:sp>
      <p:sp>
        <p:nvSpPr>
          <p:cNvPr id="78" name="Gleichschenkliges Dreieck 77"/>
          <p:cNvSpPr/>
          <p:nvPr/>
        </p:nvSpPr>
        <p:spPr>
          <a:xfrm>
            <a:off x="7691016" y="2625819"/>
            <a:ext cx="539375" cy="539375"/>
          </a:xfrm>
          <a:prstGeom prst="triangle">
            <a:avLst/>
          </a:prstGeom>
          <a:gradFill>
            <a:gsLst>
              <a:gs pos="885">
                <a:schemeClr val="accent3"/>
              </a:gs>
              <a:gs pos="100000">
                <a:schemeClr val="bg1">
                  <a:alpha val="80000"/>
                </a:schemeClr>
              </a:gs>
            </a:gsLst>
            <a:lin ang="5400000" scaled="1"/>
          </a:gradFill>
          <a:ln>
            <a:noFill/>
          </a:ln>
          <a:effectLst/>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endParaRPr lang="de-DE" sz="1800">
              <a:solidFill>
                <a:srgbClr val="F0A51E"/>
              </a:solidFill>
            </a:endParaRPr>
          </a:p>
        </p:txBody>
      </p:sp>
      <p:grpSp>
        <p:nvGrpSpPr>
          <p:cNvPr id="79" name="Gruppieren 78"/>
          <p:cNvGrpSpPr/>
          <p:nvPr/>
        </p:nvGrpSpPr>
        <p:grpSpPr>
          <a:xfrm>
            <a:off x="8033639" y="2836193"/>
            <a:ext cx="173768" cy="173766"/>
            <a:chOff x="5044244" y="3136131"/>
            <a:chExt cx="277833" cy="277833"/>
          </a:xfrm>
        </p:grpSpPr>
        <p:cxnSp>
          <p:nvCxnSpPr>
            <p:cNvPr id="80" name="Gerade Verbindung 79"/>
            <p:cNvCxnSpPr/>
            <p:nvPr/>
          </p:nvCxnSpPr>
          <p:spPr>
            <a:xfrm>
              <a:off x="5044244" y="3136131"/>
              <a:ext cx="277833" cy="277833"/>
            </a:xfrm>
            <a:prstGeom prst="line">
              <a:avLst/>
            </a:prstGeom>
            <a:ln w="12700" cap="rnd" cmpd="sng">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81" name="Gerade Verbindung 80"/>
            <p:cNvCxnSpPr/>
            <p:nvPr/>
          </p:nvCxnSpPr>
          <p:spPr>
            <a:xfrm flipH="1">
              <a:off x="5044244" y="3136131"/>
              <a:ext cx="277833" cy="277833"/>
            </a:xfrm>
            <a:prstGeom prst="line">
              <a:avLst/>
            </a:prstGeom>
            <a:ln w="12700" cap="rnd" cmpd="sng">
              <a:solidFill>
                <a:srgbClr val="FF0000"/>
              </a:solidFill>
            </a:ln>
            <a:effectLst/>
          </p:spPr>
          <p:style>
            <a:lnRef idx="2">
              <a:schemeClr val="accent1"/>
            </a:lnRef>
            <a:fillRef idx="0">
              <a:schemeClr val="accent1"/>
            </a:fillRef>
            <a:effectRef idx="1">
              <a:schemeClr val="accent1"/>
            </a:effectRef>
            <a:fontRef idx="minor">
              <a:schemeClr val="tx1"/>
            </a:fontRef>
          </p:style>
        </p:cxnSp>
      </p:grpSp>
      <p:sp>
        <p:nvSpPr>
          <p:cNvPr id="83" name="Abgerundetes Rechteck 82"/>
          <p:cNvSpPr/>
          <p:nvPr/>
        </p:nvSpPr>
        <p:spPr>
          <a:xfrm>
            <a:off x="1223963" y="962123"/>
            <a:ext cx="1836000" cy="10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p>
            <a:pPr defTabSz="457189"/>
            <a:r>
              <a:rPr lang="de-DE" sz="1000" dirty="0">
                <a:solidFill>
                  <a:schemeClr val="tx1"/>
                </a:solidFill>
              </a:rPr>
              <a:t>Klare Formen und Farben</a:t>
            </a:r>
          </a:p>
        </p:txBody>
      </p:sp>
      <p:sp>
        <p:nvSpPr>
          <p:cNvPr id="30" name="Abgerundetes Rechteck 82">
            <a:extLst>
              <a:ext uri="{FF2B5EF4-FFF2-40B4-BE49-F238E27FC236}">
                <a16:creationId xmlns:a16="http://schemas.microsoft.com/office/drawing/2014/main" id="{97656184-B4B2-47C4-A983-AFE363497F5D}"/>
              </a:ext>
            </a:extLst>
          </p:cNvPr>
          <p:cNvSpPr/>
          <p:nvPr/>
        </p:nvSpPr>
        <p:spPr>
          <a:xfrm>
            <a:off x="3715913" y="962123"/>
            <a:ext cx="2232000" cy="10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p>
            <a:pPr defTabSz="457189"/>
            <a:r>
              <a:rPr lang="de-DE" sz="1000" dirty="0">
                <a:solidFill>
                  <a:schemeClr val="tx1"/>
                </a:solidFill>
              </a:rPr>
              <a:t>Bitte nur in besonderen Fällen verwenden</a:t>
            </a:r>
          </a:p>
        </p:txBody>
      </p:sp>
      <p:sp>
        <p:nvSpPr>
          <p:cNvPr id="35" name="Abgerundetes Rechteck 82">
            <a:extLst>
              <a:ext uri="{FF2B5EF4-FFF2-40B4-BE49-F238E27FC236}">
                <a16:creationId xmlns:a16="http://schemas.microsoft.com/office/drawing/2014/main" id="{C7259161-16CD-4597-AD62-207FAC75C15F}"/>
              </a:ext>
            </a:extLst>
          </p:cNvPr>
          <p:cNvSpPr/>
          <p:nvPr/>
        </p:nvSpPr>
        <p:spPr>
          <a:xfrm>
            <a:off x="7112739" y="2510502"/>
            <a:ext cx="1368000" cy="10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p>
            <a:pPr defTabSz="457189"/>
            <a:r>
              <a:rPr lang="de-DE" sz="1000" dirty="0">
                <a:solidFill>
                  <a:schemeClr val="tx1"/>
                </a:solidFill>
              </a:rPr>
              <a:t>Don’ts</a:t>
            </a:r>
          </a:p>
        </p:txBody>
      </p:sp>
      <p:sp>
        <p:nvSpPr>
          <p:cNvPr id="34" name="Rechteck 39">
            <a:hlinkClick r:id="rId2" action="ppaction://hlinksldjump"/>
            <a:extLst>
              <a:ext uri="{FF2B5EF4-FFF2-40B4-BE49-F238E27FC236}">
                <a16:creationId xmlns:a16="http://schemas.microsoft.com/office/drawing/2014/main" id="{D9BAEE79-5114-4B56-AE5B-338CD8C11B7E}"/>
              </a:ext>
            </a:extLst>
          </p:cNvPr>
          <p:cNvSpPr/>
          <p:nvPr/>
        </p:nvSpPr>
        <p:spPr>
          <a:xfrm>
            <a:off x="73437" y="2304000"/>
            <a:ext cx="790163" cy="216000"/>
          </a:xfrm>
          <a:prstGeom prst="rect">
            <a:avLst/>
          </a:prstGeom>
          <a:solidFill>
            <a:schemeClr val="tx2"/>
          </a:solidFill>
          <a:ln w="19050">
            <a:noFill/>
          </a:ln>
        </p:spPr>
        <p:txBody>
          <a:bodyPr wrap="none" lIns="36000" tIns="72000" bIns="72000" anchor="ctr">
            <a:noAutofit/>
          </a:bodyPr>
          <a:lstStyle/>
          <a:p>
            <a:pPr>
              <a:lnSpc>
                <a:spcPct val="90000"/>
              </a:lnSpc>
            </a:pPr>
            <a:r>
              <a:rPr lang="de-DE" sz="1000" dirty="0">
                <a:solidFill>
                  <a:schemeClr val="bg1"/>
                </a:solidFill>
              </a:rPr>
              <a:t>Grafik</a:t>
            </a:r>
          </a:p>
        </p:txBody>
      </p:sp>
      <p:sp>
        <p:nvSpPr>
          <p:cNvPr id="38" name="Rectangle 37">
            <a:extLst>
              <a:ext uri="{FF2B5EF4-FFF2-40B4-BE49-F238E27FC236}">
                <a16:creationId xmlns:a16="http://schemas.microsoft.com/office/drawing/2014/main" id="{AF2ECF60-932B-4C5E-8FB1-4DBBEE207409}"/>
              </a:ext>
            </a:extLst>
          </p:cNvPr>
          <p:cNvSpPr>
            <a:spLocks noChangeAspect="1"/>
          </p:cNvSpPr>
          <p:nvPr/>
        </p:nvSpPr>
        <p:spPr>
          <a:xfrm>
            <a:off x="1223035" y="1167788"/>
            <a:ext cx="639600" cy="4043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7333" tIns="107333" rIns="107333" bIns="107333" numCol="1" spcCol="0" rtlCol="0" fromWordArt="0" anchor="t" anchorCtr="0" forceAA="0" compatLnSpc="1">
            <a:prstTxWarp prst="textNoShape">
              <a:avLst/>
            </a:prstTxWarp>
            <a:noAutofit/>
          </a:bodyPr>
          <a:lstStyle/>
          <a:p>
            <a:pPr defTabSz="454354">
              <a:lnSpc>
                <a:spcPct val="90000"/>
              </a:lnSpc>
              <a:spcAft>
                <a:spcPts val="600"/>
              </a:spcAft>
            </a:pPr>
            <a:endParaRPr lang="de-DE" sz="1600">
              <a:solidFill>
                <a:srgbClr val="001135"/>
              </a:solidFill>
              <a:latin typeface="Nokia Pure Headline Ultra Light" charset="0"/>
              <a:ea typeface="Nokia Pure Headline Ultra Light" charset="0"/>
              <a:cs typeface="Nokia Pure Headline Ultra Light" charset="0"/>
            </a:endParaRPr>
          </a:p>
        </p:txBody>
      </p:sp>
      <p:sp>
        <p:nvSpPr>
          <p:cNvPr id="14" name="Diamond 13">
            <a:extLst>
              <a:ext uri="{FF2B5EF4-FFF2-40B4-BE49-F238E27FC236}">
                <a16:creationId xmlns:a16="http://schemas.microsoft.com/office/drawing/2014/main" id="{5D07C2A1-2DB4-4931-8DC5-DD5A3DBB930E}"/>
              </a:ext>
            </a:extLst>
          </p:cNvPr>
          <p:cNvSpPr>
            <a:spLocks noChangeAspect="1"/>
          </p:cNvSpPr>
          <p:nvPr/>
        </p:nvSpPr>
        <p:spPr>
          <a:xfrm>
            <a:off x="2030503" y="1187670"/>
            <a:ext cx="360000" cy="360000"/>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7333" tIns="107333" rIns="107333" bIns="107333" numCol="1" spcCol="0" rtlCol="0" fromWordArt="0" anchor="ctr" anchorCtr="0" forceAA="0" compatLnSpc="1">
            <a:prstTxWarp prst="textNoShape">
              <a:avLst/>
            </a:prstTxWarp>
            <a:noAutofit/>
          </a:bodyPr>
          <a:lstStyle/>
          <a:p>
            <a:pPr algn="ctr" defTabSz="454354">
              <a:lnSpc>
                <a:spcPct val="90000"/>
              </a:lnSpc>
              <a:spcAft>
                <a:spcPts val="600"/>
              </a:spcAft>
            </a:pPr>
            <a:endParaRPr lang="de-DE" sz="1600">
              <a:solidFill>
                <a:srgbClr val="001135"/>
              </a:solidFill>
              <a:ea typeface="Nokia Pure Headline Ultra Light" charset="0"/>
              <a:cs typeface="Nokia Pure Headline Ultra Light" charset="0"/>
            </a:endParaRPr>
          </a:p>
        </p:txBody>
      </p:sp>
      <p:grpSp>
        <p:nvGrpSpPr>
          <p:cNvPr id="39" name="Gruppieren 73">
            <a:extLst>
              <a:ext uri="{FF2B5EF4-FFF2-40B4-BE49-F238E27FC236}">
                <a16:creationId xmlns:a16="http://schemas.microsoft.com/office/drawing/2014/main" id="{C926D8E0-525A-4657-8C7B-1E2DB6756FA2}"/>
              </a:ext>
            </a:extLst>
          </p:cNvPr>
          <p:cNvGrpSpPr/>
          <p:nvPr/>
        </p:nvGrpSpPr>
        <p:grpSpPr>
          <a:xfrm>
            <a:off x="3647478" y="1486036"/>
            <a:ext cx="156576" cy="156576"/>
            <a:chOff x="5044244" y="3136131"/>
            <a:chExt cx="277833" cy="277833"/>
          </a:xfrm>
        </p:grpSpPr>
        <p:cxnSp>
          <p:nvCxnSpPr>
            <p:cNvPr id="40" name="Gerade Verbindung 74">
              <a:extLst>
                <a:ext uri="{FF2B5EF4-FFF2-40B4-BE49-F238E27FC236}">
                  <a16:creationId xmlns:a16="http://schemas.microsoft.com/office/drawing/2014/main" id="{40F9AA60-0C37-41D8-BE10-447923CA7362}"/>
                </a:ext>
              </a:extLst>
            </p:cNvPr>
            <p:cNvCxnSpPr/>
            <p:nvPr/>
          </p:nvCxnSpPr>
          <p:spPr>
            <a:xfrm>
              <a:off x="5044244" y="3136131"/>
              <a:ext cx="277833" cy="277833"/>
            </a:xfrm>
            <a:prstGeom prst="line">
              <a:avLst/>
            </a:prstGeom>
            <a:ln w="12700" cap="rnd" cmpd="sng">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42" name="Gerade Verbindung 75">
              <a:extLst>
                <a:ext uri="{FF2B5EF4-FFF2-40B4-BE49-F238E27FC236}">
                  <a16:creationId xmlns:a16="http://schemas.microsoft.com/office/drawing/2014/main" id="{E2D2E77A-EFCB-42E3-97B2-0A4BF20538D4}"/>
                </a:ext>
              </a:extLst>
            </p:cNvPr>
            <p:cNvCxnSpPr/>
            <p:nvPr/>
          </p:nvCxnSpPr>
          <p:spPr>
            <a:xfrm flipH="1">
              <a:off x="5044244" y="3136131"/>
              <a:ext cx="277833" cy="277833"/>
            </a:xfrm>
            <a:prstGeom prst="line">
              <a:avLst/>
            </a:prstGeom>
            <a:ln w="12700" cap="rnd" cmpd="sng">
              <a:solidFill>
                <a:schemeClr val="accent1"/>
              </a:solidFill>
            </a:ln>
            <a:effectLst/>
          </p:spPr>
          <p:style>
            <a:lnRef idx="2">
              <a:schemeClr val="accent1"/>
            </a:lnRef>
            <a:fillRef idx="0">
              <a:schemeClr val="accent1"/>
            </a:fillRef>
            <a:effectRef idx="1">
              <a:schemeClr val="accent1"/>
            </a:effectRef>
            <a:fontRef idx="minor">
              <a:schemeClr val="tx1"/>
            </a:fontRef>
          </p:style>
        </p:cxnSp>
      </p:grpSp>
      <p:grpSp>
        <p:nvGrpSpPr>
          <p:cNvPr id="43" name="Gruppieren 73">
            <a:extLst>
              <a:ext uri="{FF2B5EF4-FFF2-40B4-BE49-F238E27FC236}">
                <a16:creationId xmlns:a16="http://schemas.microsoft.com/office/drawing/2014/main" id="{05CDEACF-07D3-4727-A157-8270896C286A}"/>
              </a:ext>
            </a:extLst>
          </p:cNvPr>
          <p:cNvGrpSpPr/>
          <p:nvPr/>
        </p:nvGrpSpPr>
        <p:grpSpPr>
          <a:xfrm>
            <a:off x="4918912" y="1694023"/>
            <a:ext cx="156576" cy="156576"/>
            <a:chOff x="5044244" y="3136131"/>
            <a:chExt cx="277833" cy="277833"/>
          </a:xfrm>
        </p:grpSpPr>
        <p:cxnSp>
          <p:nvCxnSpPr>
            <p:cNvPr id="44" name="Gerade Verbindung 74">
              <a:extLst>
                <a:ext uri="{FF2B5EF4-FFF2-40B4-BE49-F238E27FC236}">
                  <a16:creationId xmlns:a16="http://schemas.microsoft.com/office/drawing/2014/main" id="{169CAB44-FD2E-4F87-847E-68E7B7AB1325}"/>
                </a:ext>
              </a:extLst>
            </p:cNvPr>
            <p:cNvCxnSpPr/>
            <p:nvPr/>
          </p:nvCxnSpPr>
          <p:spPr>
            <a:xfrm>
              <a:off x="5044244" y="3136131"/>
              <a:ext cx="277833" cy="277833"/>
            </a:xfrm>
            <a:prstGeom prst="line">
              <a:avLst/>
            </a:prstGeom>
            <a:ln w="12700" cap="rnd" cmpd="sng">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45" name="Gerade Verbindung 75">
              <a:extLst>
                <a:ext uri="{FF2B5EF4-FFF2-40B4-BE49-F238E27FC236}">
                  <a16:creationId xmlns:a16="http://schemas.microsoft.com/office/drawing/2014/main" id="{18CAC907-79A0-40D5-93F6-A80B02706DB0}"/>
                </a:ext>
              </a:extLst>
            </p:cNvPr>
            <p:cNvCxnSpPr/>
            <p:nvPr/>
          </p:nvCxnSpPr>
          <p:spPr>
            <a:xfrm flipH="1">
              <a:off x="5044244" y="3136131"/>
              <a:ext cx="277833" cy="277833"/>
            </a:xfrm>
            <a:prstGeom prst="line">
              <a:avLst/>
            </a:prstGeom>
            <a:ln w="12700" cap="rnd" cmpd="sng">
              <a:solidFill>
                <a:schemeClr val="accent1"/>
              </a:solidFill>
            </a:ln>
            <a:effectLst/>
          </p:spPr>
          <p:style>
            <a:lnRef idx="2">
              <a:schemeClr val="accent1"/>
            </a:lnRef>
            <a:fillRef idx="0">
              <a:schemeClr val="accent1"/>
            </a:fillRef>
            <a:effectRef idx="1">
              <a:schemeClr val="accent1"/>
            </a:effectRef>
            <a:fontRef idx="minor">
              <a:schemeClr val="tx1"/>
            </a:fontRef>
          </p:style>
        </p:cxnSp>
      </p:grpSp>
      <p:sp>
        <p:nvSpPr>
          <p:cNvPr id="46" name="Rectangle 45">
            <a:extLst>
              <a:ext uri="{FF2B5EF4-FFF2-40B4-BE49-F238E27FC236}">
                <a16:creationId xmlns:a16="http://schemas.microsoft.com/office/drawing/2014/main" id="{5DAC2157-8C59-4EDD-A280-05DAD5670211}"/>
              </a:ext>
            </a:extLst>
          </p:cNvPr>
          <p:cNvSpPr>
            <a:spLocks/>
          </p:cNvSpPr>
          <p:nvPr/>
        </p:nvSpPr>
        <p:spPr>
          <a:xfrm>
            <a:off x="5071443" y="1182385"/>
            <a:ext cx="687294" cy="386845"/>
          </a:xfrm>
          <a:prstGeom prst="rect">
            <a:avLst/>
          </a:prstGeom>
          <a:gradFill>
            <a:gsLst>
              <a:gs pos="0">
                <a:schemeClr val="bg2">
                  <a:lumMod val="40000"/>
                  <a:lumOff val="60000"/>
                </a:schemeClr>
              </a:gs>
              <a:gs pos="41000">
                <a:schemeClr val="bg2"/>
              </a:gs>
              <a:gs pos="83000">
                <a:schemeClr val="tx1">
                  <a:lumMod val="75000"/>
                  <a:lumOff val="25000"/>
                </a:schemeClr>
              </a:gs>
              <a:gs pos="100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7333" tIns="107333" rIns="107333" bIns="107333" numCol="1" spcCol="0" rtlCol="0" fromWordArt="0" anchor="t" anchorCtr="0" forceAA="0" compatLnSpc="1">
            <a:prstTxWarp prst="textNoShape">
              <a:avLst/>
            </a:prstTxWarp>
            <a:noAutofit/>
          </a:bodyPr>
          <a:lstStyle/>
          <a:p>
            <a:pPr defTabSz="454354">
              <a:lnSpc>
                <a:spcPct val="90000"/>
              </a:lnSpc>
              <a:spcAft>
                <a:spcPts val="600"/>
              </a:spcAft>
            </a:pPr>
            <a:endParaRPr lang="de-DE" sz="1600">
              <a:solidFill>
                <a:srgbClr val="001135"/>
              </a:solidFill>
              <a:latin typeface="Nokia Pure Headline Ultra Light" charset="0"/>
              <a:ea typeface="Nokia Pure Headline Ultra Light" charset="0"/>
              <a:cs typeface="Nokia Pure Headline Ultra Light" charset="0"/>
            </a:endParaRPr>
          </a:p>
        </p:txBody>
      </p:sp>
      <p:grpSp>
        <p:nvGrpSpPr>
          <p:cNvPr id="47" name="Gruppieren 73">
            <a:extLst>
              <a:ext uri="{FF2B5EF4-FFF2-40B4-BE49-F238E27FC236}">
                <a16:creationId xmlns:a16="http://schemas.microsoft.com/office/drawing/2014/main" id="{0AFC86BF-3784-4347-ABA3-201DCEBA1F1E}"/>
              </a:ext>
            </a:extLst>
          </p:cNvPr>
          <p:cNvGrpSpPr/>
          <p:nvPr/>
        </p:nvGrpSpPr>
        <p:grpSpPr>
          <a:xfrm>
            <a:off x="5672171" y="1338876"/>
            <a:ext cx="156576" cy="156576"/>
            <a:chOff x="5044244" y="3136131"/>
            <a:chExt cx="277833" cy="277833"/>
          </a:xfrm>
        </p:grpSpPr>
        <p:cxnSp>
          <p:nvCxnSpPr>
            <p:cNvPr id="48" name="Gerade Verbindung 74">
              <a:extLst>
                <a:ext uri="{FF2B5EF4-FFF2-40B4-BE49-F238E27FC236}">
                  <a16:creationId xmlns:a16="http://schemas.microsoft.com/office/drawing/2014/main" id="{38B289F4-92FD-4733-BF0B-E910837201E1}"/>
                </a:ext>
              </a:extLst>
            </p:cNvPr>
            <p:cNvCxnSpPr/>
            <p:nvPr/>
          </p:nvCxnSpPr>
          <p:spPr>
            <a:xfrm>
              <a:off x="5044244" y="3136131"/>
              <a:ext cx="277833" cy="277833"/>
            </a:xfrm>
            <a:prstGeom prst="line">
              <a:avLst/>
            </a:prstGeom>
            <a:ln w="12700" cap="rnd" cmpd="sng">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49" name="Gerade Verbindung 75">
              <a:extLst>
                <a:ext uri="{FF2B5EF4-FFF2-40B4-BE49-F238E27FC236}">
                  <a16:creationId xmlns:a16="http://schemas.microsoft.com/office/drawing/2014/main" id="{A2BD8BBD-079E-4508-848C-6CA2B884514E}"/>
                </a:ext>
              </a:extLst>
            </p:cNvPr>
            <p:cNvCxnSpPr/>
            <p:nvPr/>
          </p:nvCxnSpPr>
          <p:spPr>
            <a:xfrm flipH="1">
              <a:off x="5044244" y="3136131"/>
              <a:ext cx="277833" cy="277833"/>
            </a:xfrm>
            <a:prstGeom prst="line">
              <a:avLst/>
            </a:prstGeom>
            <a:ln w="12700" cap="rnd" cmpd="sng">
              <a:solidFill>
                <a:schemeClr val="accent1"/>
              </a:solidFill>
            </a:ln>
            <a:effectLst/>
          </p:spPr>
          <p:style>
            <a:lnRef idx="2">
              <a:schemeClr val="accent1"/>
            </a:lnRef>
            <a:fillRef idx="0">
              <a:schemeClr val="accent1"/>
            </a:fillRef>
            <a:effectRef idx="1">
              <a:schemeClr val="accent1"/>
            </a:effectRef>
            <a:fontRef idx="minor">
              <a:schemeClr val="tx1"/>
            </a:fontRef>
          </p:style>
        </p:cxnSp>
      </p:grpSp>
      <p:grpSp>
        <p:nvGrpSpPr>
          <p:cNvPr id="50" name="Gruppieren 78">
            <a:extLst>
              <a:ext uri="{FF2B5EF4-FFF2-40B4-BE49-F238E27FC236}">
                <a16:creationId xmlns:a16="http://schemas.microsoft.com/office/drawing/2014/main" id="{C5E8F0F1-97F9-44C2-A17D-7DDA9AD939A2}"/>
              </a:ext>
            </a:extLst>
          </p:cNvPr>
          <p:cNvGrpSpPr/>
          <p:nvPr/>
        </p:nvGrpSpPr>
        <p:grpSpPr>
          <a:xfrm>
            <a:off x="7796739" y="2895506"/>
            <a:ext cx="173768" cy="173766"/>
            <a:chOff x="5044244" y="3136131"/>
            <a:chExt cx="277833" cy="277833"/>
          </a:xfrm>
        </p:grpSpPr>
        <p:cxnSp>
          <p:nvCxnSpPr>
            <p:cNvPr id="51" name="Gerade Verbindung 79">
              <a:extLst>
                <a:ext uri="{FF2B5EF4-FFF2-40B4-BE49-F238E27FC236}">
                  <a16:creationId xmlns:a16="http://schemas.microsoft.com/office/drawing/2014/main" id="{25472934-972C-496D-B815-E2E598E48894}"/>
                </a:ext>
              </a:extLst>
            </p:cNvPr>
            <p:cNvCxnSpPr/>
            <p:nvPr/>
          </p:nvCxnSpPr>
          <p:spPr>
            <a:xfrm>
              <a:off x="5044244" y="3136131"/>
              <a:ext cx="277833" cy="277833"/>
            </a:xfrm>
            <a:prstGeom prst="line">
              <a:avLst/>
            </a:prstGeom>
            <a:ln w="12700" cap="rnd" cmpd="sng">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52" name="Gerade Verbindung 80">
              <a:extLst>
                <a:ext uri="{FF2B5EF4-FFF2-40B4-BE49-F238E27FC236}">
                  <a16:creationId xmlns:a16="http://schemas.microsoft.com/office/drawing/2014/main" id="{E7BFFABB-188A-42EC-8016-AE8FE3262482}"/>
                </a:ext>
              </a:extLst>
            </p:cNvPr>
            <p:cNvCxnSpPr/>
            <p:nvPr/>
          </p:nvCxnSpPr>
          <p:spPr>
            <a:xfrm flipH="1">
              <a:off x="5044244" y="3136131"/>
              <a:ext cx="277833" cy="277833"/>
            </a:xfrm>
            <a:prstGeom prst="line">
              <a:avLst/>
            </a:prstGeom>
            <a:ln w="12700" cap="rnd" cmpd="sng">
              <a:solidFill>
                <a:srgbClr val="FF0000"/>
              </a:solidFill>
            </a:ln>
            <a:effectLst/>
          </p:spPr>
          <p:style>
            <a:lnRef idx="2">
              <a:schemeClr val="accent1"/>
            </a:lnRef>
            <a:fillRef idx="0">
              <a:schemeClr val="accent1"/>
            </a:fillRef>
            <a:effectRef idx="1">
              <a:schemeClr val="accent1"/>
            </a:effectRef>
            <a:fontRef idx="minor">
              <a:schemeClr val="tx1"/>
            </a:fontRef>
          </p:style>
        </p:cxnSp>
      </p:grpSp>
      <p:sp>
        <p:nvSpPr>
          <p:cNvPr id="7" name="Star: 5 Points 6">
            <a:extLst>
              <a:ext uri="{FF2B5EF4-FFF2-40B4-BE49-F238E27FC236}">
                <a16:creationId xmlns:a16="http://schemas.microsoft.com/office/drawing/2014/main" id="{3F17362C-6906-4D29-BBC7-E74FCBE232E6}"/>
              </a:ext>
            </a:extLst>
          </p:cNvPr>
          <p:cNvSpPr/>
          <p:nvPr/>
        </p:nvSpPr>
        <p:spPr>
          <a:xfrm>
            <a:off x="5201174" y="1595971"/>
            <a:ext cx="311762" cy="311762"/>
          </a:xfrm>
          <a:prstGeom prst="star5">
            <a:avLst/>
          </a:prstGeom>
          <a:solidFill>
            <a:schemeClr val="tx1">
              <a:lumMod val="25000"/>
              <a:lumOff val="75000"/>
            </a:schemeClr>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00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grpSp>
        <p:nvGrpSpPr>
          <p:cNvPr id="54" name="Gruppieren 73">
            <a:extLst>
              <a:ext uri="{FF2B5EF4-FFF2-40B4-BE49-F238E27FC236}">
                <a16:creationId xmlns:a16="http://schemas.microsoft.com/office/drawing/2014/main" id="{659CB142-C651-4CD0-91DB-2FC7E2C1EF50}"/>
              </a:ext>
            </a:extLst>
          </p:cNvPr>
          <p:cNvGrpSpPr/>
          <p:nvPr/>
        </p:nvGrpSpPr>
        <p:grpSpPr>
          <a:xfrm>
            <a:off x="5309718" y="1649176"/>
            <a:ext cx="156576" cy="156576"/>
            <a:chOff x="5044244" y="3136131"/>
            <a:chExt cx="277833" cy="277833"/>
          </a:xfrm>
        </p:grpSpPr>
        <p:cxnSp>
          <p:nvCxnSpPr>
            <p:cNvPr id="55" name="Gerade Verbindung 74">
              <a:extLst>
                <a:ext uri="{FF2B5EF4-FFF2-40B4-BE49-F238E27FC236}">
                  <a16:creationId xmlns:a16="http://schemas.microsoft.com/office/drawing/2014/main" id="{37C83350-3188-4609-B0B2-625E7B61E24B}"/>
                </a:ext>
              </a:extLst>
            </p:cNvPr>
            <p:cNvCxnSpPr/>
            <p:nvPr/>
          </p:nvCxnSpPr>
          <p:spPr>
            <a:xfrm>
              <a:off x="5044244" y="3136131"/>
              <a:ext cx="277833" cy="277833"/>
            </a:xfrm>
            <a:prstGeom prst="line">
              <a:avLst/>
            </a:prstGeom>
            <a:ln w="12700" cap="rnd" cmpd="sng">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56" name="Gerade Verbindung 75">
              <a:extLst>
                <a:ext uri="{FF2B5EF4-FFF2-40B4-BE49-F238E27FC236}">
                  <a16:creationId xmlns:a16="http://schemas.microsoft.com/office/drawing/2014/main" id="{AEEB70A2-31E2-44BA-AF8E-606F4F7270F0}"/>
                </a:ext>
              </a:extLst>
            </p:cNvPr>
            <p:cNvCxnSpPr/>
            <p:nvPr/>
          </p:nvCxnSpPr>
          <p:spPr>
            <a:xfrm flipH="1">
              <a:off x="5044244" y="3136131"/>
              <a:ext cx="277833" cy="277833"/>
            </a:xfrm>
            <a:prstGeom prst="line">
              <a:avLst/>
            </a:prstGeom>
            <a:ln w="12700" cap="rnd" cmpd="sng">
              <a:solidFill>
                <a:schemeClr val="accent1"/>
              </a:solidFill>
            </a:ln>
            <a:effectLst/>
          </p:spPr>
          <p:style>
            <a:lnRef idx="2">
              <a:schemeClr val="accent1"/>
            </a:lnRef>
            <a:fillRef idx="0">
              <a:schemeClr val="accent1"/>
            </a:fillRef>
            <a:effectRef idx="1">
              <a:schemeClr val="accent1"/>
            </a:effectRef>
            <a:fontRef idx="minor">
              <a:schemeClr val="tx1"/>
            </a:fontRef>
          </p:style>
        </p:cxnSp>
      </p:grpSp>
      <p:sp>
        <p:nvSpPr>
          <p:cNvPr id="58" name="Gleichschenkliges Dreieck 67">
            <a:extLst>
              <a:ext uri="{FF2B5EF4-FFF2-40B4-BE49-F238E27FC236}">
                <a16:creationId xmlns:a16="http://schemas.microsoft.com/office/drawing/2014/main" id="{607181AB-FFCD-47EB-9DBC-9C5DC2FBF933}"/>
              </a:ext>
            </a:extLst>
          </p:cNvPr>
          <p:cNvSpPr>
            <a:spLocks noChangeAspect="1"/>
          </p:cNvSpPr>
          <p:nvPr/>
        </p:nvSpPr>
        <p:spPr>
          <a:xfrm>
            <a:off x="2011258" y="3285161"/>
            <a:ext cx="360000" cy="360000"/>
          </a:xfrm>
          <a:prstGeom prst="triangle">
            <a:avLst/>
          </a:prstGeom>
          <a:solidFill>
            <a:schemeClr val="bg1"/>
          </a:solidFill>
          <a:ln w="6350">
            <a:solidFill>
              <a:schemeClr val="bg2"/>
            </a:solidFill>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endParaRPr lang="de-DE" sz="1800">
              <a:solidFill>
                <a:srgbClr val="F0A51E"/>
              </a:solidFill>
            </a:endParaRPr>
          </a:p>
        </p:txBody>
      </p:sp>
      <p:sp>
        <p:nvSpPr>
          <p:cNvPr id="59" name="Ellipse 68">
            <a:extLst>
              <a:ext uri="{FF2B5EF4-FFF2-40B4-BE49-F238E27FC236}">
                <a16:creationId xmlns:a16="http://schemas.microsoft.com/office/drawing/2014/main" id="{BECD9A84-94DB-45EA-A65F-F45B130F4CDE}"/>
              </a:ext>
            </a:extLst>
          </p:cNvPr>
          <p:cNvSpPr>
            <a:spLocks noChangeAspect="1"/>
          </p:cNvSpPr>
          <p:nvPr/>
        </p:nvSpPr>
        <p:spPr>
          <a:xfrm>
            <a:off x="1362835" y="3279297"/>
            <a:ext cx="398264" cy="360000"/>
          </a:xfrm>
          <a:prstGeom prst="hexagon">
            <a:avLst/>
          </a:prstGeom>
          <a:solidFill>
            <a:schemeClr val="bg1"/>
          </a:solidFill>
          <a:ln w="6350">
            <a:solidFill>
              <a:schemeClr val="bg2"/>
            </a:solidFill>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defTabSz="457189"/>
            <a:endParaRPr lang="de-DE" sz="1800">
              <a:solidFill>
                <a:srgbClr val="F0A51E"/>
              </a:solidFill>
            </a:endParaRPr>
          </a:p>
        </p:txBody>
      </p:sp>
      <p:sp>
        <p:nvSpPr>
          <p:cNvPr id="60" name="Rectangle 59">
            <a:extLst>
              <a:ext uri="{FF2B5EF4-FFF2-40B4-BE49-F238E27FC236}">
                <a16:creationId xmlns:a16="http://schemas.microsoft.com/office/drawing/2014/main" id="{1BF05396-D682-4BBC-BE51-75F15A85A0B5}"/>
              </a:ext>
            </a:extLst>
          </p:cNvPr>
          <p:cNvSpPr>
            <a:spLocks noChangeAspect="1"/>
          </p:cNvSpPr>
          <p:nvPr/>
        </p:nvSpPr>
        <p:spPr>
          <a:xfrm>
            <a:off x="1223035" y="2717439"/>
            <a:ext cx="639600" cy="404368"/>
          </a:xfrm>
          <a:prstGeom prst="rect">
            <a:avLst/>
          </a:prstGeom>
          <a:solidFill>
            <a:schemeClr val="bg1"/>
          </a:solid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7333" tIns="107333" rIns="107333" bIns="107333" numCol="1" spcCol="0" rtlCol="0" fromWordArt="0" anchor="t" anchorCtr="0" forceAA="0" compatLnSpc="1">
            <a:prstTxWarp prst="textNoShape">
              <a:avLst/>
            </a:prstTxWarp>
            <a:noAutofit/>
          </a:bodyPr>
          <a:lstStyle/>
          <a:p>
            <a:pPr defTabSz="454354">
              <a:lnSpc>
                <a:spcPct val="90000"/>
              </a:lnSpc>
              <a:spcAft>
                <a:spcPts val="600"/>
              </a:spcAft>
            </a:pPr>
            <a:endParaRPr lang="de-DE" sz="1600">
              <a:solidFill>
                <a:srgbClr val="001135"/>
              </a:solidFill>
              <a:latin typeface="Nokia Pure Headline Ultra Light" charset="0"/>
              <a:ea typeface="Nokia Pure Headline Ultra Light" charset="0"/>
              <a:cs typeface="Nokia Pure Headline Ultra Light" charset="0"/>
            </a:endParaRPr>
          </a:p>
        </p:txBody>
      </p:sp>
      <p:sp>
        <p:nvSpPr>
          <p:cNvPr id="61" name="Diamond 60">
            <a:extLst>
              <a:ext uri="{FF2B5EF4-FFF2-40B4-BE49-F238E27FC236}">
                <a16:creationId xmlns:a16="http://schemas.microsoft.com/office/drawing/2014/main" id="{94E698B4-3F1E-4B58-866C-C522B519D2AF}"/>
              </a:ext>
            </a:extLst>
          </p:cNvPr>
          <p:cNvSpPr>
            <a:spLocks noChangeAspect="1"/>
          </p:cNvSpPr>
          <p:nvPr/>
        </p:nvSpPr>
        <p:spPr>
          <a:xfrm>
            <a:off x="2112793" y="2717439"/>
            <a:ext cx="360000" cy="360000"/>
          </a:xfrm>
          <a:prstGeom prst="diamond">
            <a:avLst/>
          </a:prstGeom>
          <a:solidFill>
            <a:schemeClr val="bg1"/>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7333" tIns="107333" rIns="107333" bIns="107333" numCol="1" spcCol="0" rtlCol="0" fromWordArt="0" anchor="ctr" anchorCtr="0" forceAA="0" compatLnSpc="1">
            <a:prstTxWarp prst="textNoShape">
              <a:avLst/>
            </a:prstTxWarp>
            <a:noAutofit/>
          </a:bodyPr>
          <a:lstStyle/>
          <a:p>
            <a:pPr algn="ctr" defTabSz="454354">
              <a:lnSpc>
                <a:spcPct val="90000"/>
              </a:lnSpc>
              <a:spcAft>
                <a:spcPts val="600"/>
              </a:spcAft>
            </a:pPr>
            <a:endParaRPr lang="de-DE" sz="1600">
              <a:solidFill>
                <a:srgbClr val="001135"/>
              </a:solidFill>
              <a:ea typeface="Nokia Pure Headline Ultra Light" charset="0"/>
              <a:cs typeface="Nokia Pure Headline Ultra Light" charset="0"/>
            </a:endParaRPr>
          </a:p>
        </p:txBody>
      </p:sp>
      <p:sp>
        <p:nvSpPr>
          <p:cNvPr id="62" name="Abgerundetes Rechteck 82">
            <a:extLst>
              <a:ext uri="{FF2B5EF4-FFF2-40B4-BE49-F238E27FC236}">
                <a16:creationId xmlns:a16="http://schemas.microsoft.com/office/drawing/2014/main" id="{B3E77DD4-BB2C-48BA-BFDC-FACBB430B014}"/>
              </a:ext>
            </a:extLst>
          </p:cNvPr>
          <p:cNvSpPr/>
          <p:nvPr/>
        </p:nvSpPr>
        <p:spPr>
          <a:xfrm>
            <a:off x="1223963" y="2515902"/>
            <a:ext cx="1836000" cy="10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p>
            <a:pPr defTabSz="457189"/>
            <a:r>
              <a:rPr lang="de-DE" sz="1000">
                <a:solidFill>
                  <a:schemeClr val="tx1"/>
                </a:solidFill>
              </a:rPr>
              <a:t>Möglichst einheitliche Linienstärken</a:t>
            </a:r>
          </a:p>
        </p:txBody>
      </p:sp>
      <p:sp>
        <p:nvSpPr>
          <p:cNvPr id="63" name="Textfeld 76">
            <a:extLst>
              <a:ext uri="{FF2B5EF4-FFF2-40B4-BE49-F238E27FC236}">
                <a16:creationId xmlns:a16="http://schemas.microsoft.com/office/drawing/2014/main" id="{4F9BA596-FB87-4C6B-84B2-52612640E27E}"/>
              </a:ext>
            </a:extLst>
          </p:cNvPr>
          <p:cNvSpPr txBox="1"/>
          <p:nvPr/>
        </p:nvSpPr>
        <p:spPr>
          <a:xfrm>
            <a:off x="2621417" y="2996270"/>
            <a:ext cx="1182638" cy="515901"/>
          </a:xfrm>
          <a:prstGeom prst="rect">
            <a:avLst/>
          </a:prstGeom>
          <a:noFill/>
        </p:spPr>
        <p:txBody>
          <a:bodyPr wrap="square" lIns="0" tIns="36000" rIns="0" bIns="36000" rtlCol="0">
            <a:spAutoFit/>
          </a:bodyPr>
          <a:lstStyle/>
          <a:p>
            <a:pPr defTabSz="457189" fontAlgn="base">
              <a:lnSpc>
                <a:spcPct val="90000"/>
              </a:lnSpc>
              <a:spcBef>
                <a:spcPct val="0"/>
              </a:spcBef>
              <a:spcAft>
                <a:spcPts val="600"/>
              </a:spcAft>
            </a:pPr>
            <a:r>
              <a:rPr lang="de-DE" sz="800" dirty="0">
                <a:solidFill>
                  <a:srgbClr val="626469"/>
                </a:solidFill>
              </a:rPr>
              <a:t>Maximal zwei verschiedenen Linienstärken pro Seite, im Idealfall über das gesamte Dokument)</a:t>
            </a:r>
          </a:p>
        </p:txBody>
      </p:sp>
    </p:spTree>
    <p:extLst>
      <p:ext uri="{BB962C8B-B14F-4D97-AF65-F5344CB8AC3E}">
        <p14:creationId xmlns:p14="http://schemas.microsoft.com/office/powerpoint/2010/main" val="4110682927"/>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C78A8D73-5DF2-48F7-966E-D83B79A63101}"/>
              </a:ext>
            </a:extLst>
          </p:cNvPr>
          <p:cNvSpPr txBox="1"/>
          <p:nvPr/>
        </p:nvSpPr>
        <p:spPr>
          <a:xfrm>
            <a:off x="5279102" y="1171501"/>
            <a:ext cx="2899476" cy="994118"/>
          </a:xfrm>
          <a:prstGeom prst="rect">
            <a:avLst/>
          </a:prstGeom>
          <a:noFill/>
        </p:spPr>
        <p:txBody>
          <a:bodyPr wrap="square" lIns="0" rIns="36000" rtlCol="0">
            <a:spAutoFit/>
          </a:bodyPr>
          <a:lstStyle>
            <a:defPPr>
              <a:defRPr lang="de-DE"/>
            </a:defPPr>
            <a:lvl1pPr>
              <a:lnSpc>
                <a:spcPct val="90000"/>
              </a:lnSpc>
              <a:spcAft>
                <a:spcPts val="400"/>
              </a:spcAft>
              <a:defRPr sz="900">
                <a:solidFill>
                  <a:schemeClr val="accent1"/>
                </a:solidFill>
              </a:defRPr>
            </a:lvl1pPr>
          </a:lstStyle>
          <a:p>
            <a:r>
              <a:rPr lang="de-DE" dirty="0">
                <a:solidFill>
                  <a:schemeClr val="tx1">
                    <a:lumMod val="75000"/>
                    <a:lumOff val="25000"/>
                  </a:schemeClr>
                </a:solidFill>
              </a:rPr>
              <a:t>Der Prozess bzw. die Dienstleistung wird über dargestellt. </a:t>
            </a:r>
          </a:p>
          <a:p>
            <a:r>
              <a:rPr lang="de-DE" dirty="0">
                <a:solidFill>
                  <a:schemeClr val="tx1">
                    <a:lumMod val="75000"/>
                    <a:lumOff val="25000"/>
                  </a:schemeClr>
                </a:solidFill>
              </a:rPr>
              <a:t>Das eigentlich Icon gibt den thematischen Kontext wieder.</a:t>
            </a:r>
          </a:p>
          <a:p>
            <a:r>
              <a:rPr lang="de-DE" dirty="0">
                <a:solidFill>
                  <a:schemeClr val="tx1">
                    <a:lumMod val="75000"/>
                    <a:lumOff val="25000"/>
                  </a:schemeClr>
                </a:solidFill>
              </a:rPr>
              <a:t>Fokus liegt auf der Handlung/Ergebnis (vom Partner oder OHOE) und wird im roten Kreiselement in den Vordergrund gestellt.</a:t>
            </a:r>
          </a:p>
          <a:p>
            <a:r>
              <a:rPr lang="de-DE" dirty="0">
                <a:solidFill>
                  <a:schemeClr val="tx1">
                    <a:lumMod val="75000"/>
                    <a:lumOff val="25000"/>
                  </a:schemeClr>
                </a:solidFill>
              </a:rPr>
              <a:t>Das Kreiselement nimmt Bezug auf das Logo und schafft somit einen Link zur Marke. </a:t>
            </a:r>
          </a:p>
        </p:txBody>
      </p:sp>
      <p:sp>
        <p:nvSpPr>
          <p:cNvPr id="2" name="Titel 1"/>
          <p:cNvSpPr>
            <a:spLocks noGrp="1"/>
          </p:cNvSpPr>
          <p:nvPr>
            <p:ph type="title"/>
          </p:nvPr>
        </p:nvSpPr>
        <p:spPr/>
        <p:txBody>
          <a:bodyPr/>
          <a:lstStyle/>
          <a:p>
            <a:r>
              <a:rPr lang="de-DE" dirty="0"/>
              <a:t>Icons </a:t>
            </a:r>
          </a:p>
        </p:txBody>
      </p:sp>
      <p:sp>
        <p:nvSpPr>
          <p:cNvPr id="13" name="Textplatzhalter 12"/>
          <p:cNvSpPr>
            <a:spLocks noGrp="1"/>
          </p:cNvSpPr>
          <p:nvPr>
            <p:ph type="body" sz="quarter" idx="14"/>
          </p:nvPr>
        </p:nvSpPr>
        <p:spPr/>
        <p:txBody>
          <a:bodyPr/>
          <a:lstStyle/>
          <a:p>
            <a:r>
              <a:rPr lang="de-DE" dirty="0"/>
              <a:t>Icons sind ein wichtiges Mittel, um Inhalte vereinfacht und symbolhaft zu vermitteln.</a:t>
            </a:r>
          </a:p>
        </p:txBody>
      </p:sp>
      <p:sp>
        <p:nvSpPr>
          <p:cNvPr id="5" name="Text Placeholder 4">
            <a:extLst>
              <a:ext uri="{FF2B5EF4-FFF2-40B4-BE49-F238E27FC236}">
                <a16:creationId xmlns:a16="http://schemas.microsoft.com/office/drawing/2014/main" id="{5D4F6BD4-B2EC-45C1-BFEE-B2141BB01047}"/>
              </a:ext>
            </a:extLst>
          </p:cNvPr>
          <p:cNvSpPr>
            <a:spLocks noGrp="1"/>
          </p:cNvSpPr>
          <p:nvPr>
            <p:ph type="body" sz="quarter" idx="15"/>
          </p:nvPr>
        </p:nvSpPr>
        <p:spPr/>
        <p:txBody>
          <a:bodyPr/>
          <a:lstStyle/>
          <a:p>
            <a:r>
              <a:rPr lang="de-DE" dirty="0"/>
              <a:t>Durch die </a:t>
            </a:r>
            <a:r>
              <a:rPr lang="de-DE" b="1" dirty="0"/>
              <a:t>Kombination Icons mit Text</a:t>
            </a:r>
            <a:r>
              <a:rPr lang="de-DE" dirty="0"/>
              <a:t> (s. Beispiel oben) lassen sich generische</a:t>
            </a:r>
            <a:r>
              <a:rPr lang="de-DE" b="1" dirty="0"/>
              <a:t> </a:t>
            </a:r>
            <a:r>
              <a:rPr lang="de-DE" dirty="0"/>
              <a:t>Icons spezifizieren und es müssen nicht unendlich viele Icons erstellt werden. </a:t>
            </a:r>
            <a:br>
              <a:rPr lang="de-DE" dirty="0"/>
            </a:br>
            <a:r>
              <a:rPr lang="de-DE" dirty="0"/>
              <a:t>Grundsätzlich verwenden </a:t>
            </a:r>
            <a:r>
              <a:rPr lang="de-DE" dirty="0" err="1"/>
              <a:t>wi</a:t>
            </a:r>
            <a:r>
              <a:rPr lang="de-DE" dirty="0"/>
              <a:t> als Schriftgröße hierfür 8 </a:t>
            </a:r>
            <a:r>
              <a:rPr lang="de-DE" dirty="0" err="1"/>
              <a:t>pt</a:t>
            </a:r>
            <a:r>
              <a:rPr lang="de-DE" dirty="0"/>
              <a:t> und Dunkelgrau als Farbe.</a:t>
            </a:r>
          </a:p>
        </p:txBody>
      </p:sp>
      <p:sp>
        <p:nvSpPr>
          <p:cNvPr id="10" name="Rechteck 36">
            <a:hlinkClick r:id="rId3" action="ppaction://hlinksldjump"/>
            <a:extLst>
              <a:ext uri="{FF2B5EF4-FFF2-40B4-BE49-F238E27FC236}">
                <a16:creationId xmlns:a16="http://schemas.microsoft.com/office/drawing/2014/main" id="{DDA6BA26-80F9-4A74-8475-F64E2FBE65BF}"/>
              </a:ext>
            </a:extLst>
          </p:cNvPr>
          <p:cNvSpPr/>
          <p:nvPr/>
        </p:nvSpPr>
        <p:spPr>
          <a:xfrm>
            <a:off x="71500" y="2578110"/>
            <a:ext cx="792100" cy="216000"/>
          </a:xfrm>
          <a:prstGeom prst="rect">
            <a:avLst/>
          </a:prstGeom>
          <a:solidFill>
            <a:schemeClr val="tx2"/>
          </a:solidFill>
          <a:ln w="19050">
            <a:noFill/>
          </a:ln>
        </p:spPr>
        <p:txBody>
          <a:bodyPr wrap="none" lIns="36000" tIns="72000" bIns="72000" anchor="ctr">
            <a:noAutofit/>
          </a:bodyPr>
          <a:lstStyle/>
          <a:p>
            <a:pPr>
              <a:lnSpc>
                <a:spcPct val="90000"/>
              </a:lnSpc>
            </a:pPr>
            <a:r>
              <a:rPr lang="de-DE" sz="1000" dirty="0">
                <a:solidFill>
                  <a:schemeClr val="bg1"/>
                </a:solidFill>
              </a:rPr>
              <a:t>Icons</a:t>
            </a:r>
          </a:p>
        </p:txBody>
      </p:sp>
      <p:grpSp>
        <p:nvGrpSpPr>
          <p:cNvPr id="6" name="Group 5">
            <a:extLst>
              <a:ext uri="{FF2B5EF4-FFF2-40B4-BE49-F238E27FC236}">
                <a16:creationId xmlns:a16="http://schemas.microsoft.com/office/drawing/2014/main" id="{AFD01265-4D72-4602-9BCE-3349A68FDF85}"/>
              </a:ext>
            </a:extLst>
          </p:cNvPr>
          <p:cNvGrpSpPr/>
          <p:nvPr/>
        </p:nvGrpSpPr>
        <p:grpSpPr>
          <a:xfrm>
            <a:off x="3609275" y="1251806"/>
            <a:ext cx="1178691" cy="622884"/>
            <a:chOff x="3680842" y="1384939"/>
            <a:chExt cx="1178691" cy="622884"/>
          </a:xfrm>
        </p:grpSpPr>
        <p:sp>
          <p:nvSpPr>
            <p:cNvPr id="12" name="Rectangle 11">
              <a:extLst>
                <a:ext uri="{FF2B5EF4-FFF2-40B4-BE49-F238E27FC236}">
                  <a16:creationId xmlns:a16="http://schemas.microsoft.com/office/drawing/2014/main" id="{DA896EE0-B0C5-436F-849B-1CA8864FAEBB}"/>
                </a:ext>
              </a:extLst>
            </p:cNvPr>
            <p:cNvSpPr/>
            <p:nvPr/>
          </p:nvSpPr>
          <p:spPr>
            <a:xfrm>
              <a:off x="3680842" y="1384939"/>
              <a:ext cx="561393" cy="622884"/>
            </a:xfrm>
            <a:prstGeom prst="rect">
              <a:avLst/>
            </a:prstGeom>
            <a:solidFill>
              <a:schemeClr val="bg1"/>
            </a:solidFill>
            <a:ln>
              <a:solidFill>
                <a:schemeClr val="tx1">
                  <a:lumMod val="75000"/>
                  <a:lumOff val="25000"/>
                </a:schemeClr>
              </a:solidFill>
            </a:ln>
          </p:spPr>
          <p:txBody>
            <a:bodyPr wrap="none" lIns="36000" tIns="36000" rIns="36000" bIns="36000" rtlCol="0" anchor="b">
              <a:noAutofit/>
            </a:bodyPr>
            <a:lstStyle/>
            <a:p>
              <a:pPr algn="l" defTabSz="307644" hangingPunct="0">
                <a:lnSpc>
                  <a:spcPct val="90000"/>
                </a:lnSpc>
                <a:spcAft>
                  <a:spcPts val="596"/>
                </a:spcAft>
                <a:buClr>
                  <a:srgbClr val="E6513E"/>
                </a:buClr>
              </a:pPr>
              <a:r>
                <a:rPr lang="de-DE" sz="900" dirty="0">
                  <a:solidFill>
                    <a:schemeClr val="tx1">
                      <a:lumMod val="75000"/>
                      <a:lumOff val="25000"/>
                    </a:schemeClr>
                  </a:solidFill>
                  <a:sym typeface="Helvetica Neue" charset="0"/>
                </a:rPr>
                <a:t>Maßnahme/</a:t>
              </a:r>
              <a:br>
                <a:rPr lang="de-DE" sz="900" dirty="0">
                  <a:solidFill>
                    <a:schemeClr val="tx1">
                      <a:lumMod val="75000"/>
                      <a:lumOff val="25000"/>
                    </a:schemeClr>
                  </a:solidFill>
                  <a:sym typeface="Helvetica Neue" charset="0"/>
                </a:rPr>
              </a:br>
              <a:r>
                <a:rPr lang="de-DE" sz="900" dirty="0">
                  <a:solidFill>
                    <a:schemeClr val="tx1">
                      <a:lumMod val="75000"/>
                      <a:lumOff val="25000"/>
                    </a:schemeClr>
                  </a:solidFill>
                  <a:sym typeface="Helvetica Neue" charset="0"/>
                </a:rPr>
                <a:t>Aktivität</a:t>
              </a:r>
            </a:p>
          </p:txBody>
        </p:sp>
        <p:sp>
          <p:nvSpPr>
            <p:cNvPr id="4" name="Oval 3">
              <a:extLst>
                <a:ext uri="{FF2B5EF4-FFF2-40B4-BE49-F238E27FC236}">
                  <a16:creationId xmlns:a16="http://schemas.microsoft.com/office/drawing/2014/main" id="{FB7AD2A8-FA0E-41DA-BF82-CE66530ACC35}"/>
                </a:ext>
              </a:extLst>
            </p:cNvPr>
            <p:cNvSpPr/>
            <p:nvPr/>
          </p:nvSpPr>
          <p:spPr>
            <a:xfrm>
              <a:off x="4102137" y="1435416"/>
              <a:ext cx="282961" cy="282961"/>
            </a:xfrm>
            <a:prstGeom prst="ellipse">
              <a:avLst/>
            </a:prstGeom>
            <a:solidFill>
              <a:schemeClr val="tx2"/>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0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8" name="TextBox 7">
              <a:extLst>
                <a:ext uri="{FF2B5EF4-FFF2-40B4-BE49-F238E27FC236}">
                  <a16:creationId xmlns:a16="http://schemas.microsoft.com/office/drawing/2014/main" id="{4B8F9DBF-70F5-4BC3-B86A-1C937FF35001}"/>
                </a:ext>
              </a:extLst>
            </p:cNvPr>
            <p:cNvSpPr txBox="1"/>
            <p:nvPr/>
          </p:nvSpPr>
          <p:spPr>
            <a:xfrm>
              <a:off x="4411727" y="1531893"/>
              <a:ext cx="447806" cy="124650"/>
            </a:xfrm>
            <a:prstGeom prst="rect">
              <a:avLst/>
            </a:prstGeom>
            <a:noFill/>
          </p:spPr>
          <p:txBody>
            <a:bodyPr wrap="none" lIns="36000" tIns="0" rIns="36000" bIns="0" rtlCol="0">
              <a:spAutoFit/>
            </a:bodyPr>
            <a:lstStyle/>
            <a:p>
              <a:pPr algn="l">
                <a:lnSpc>
                  <a:spcPct val="90000"/>
                </a:lnSpc>
              </a:pPr>
              <a:r>
                <a:rPr lang="de-DE" sz="900" dirty="0">
                  <a:solidFill>
                    <a:schemeClr val="tx2"/>
                  </a:solidFill>
                </a:rPr>
                <a:t>Ergebnis</a:t>
              </a:r>
            </a:p>
          </p:txBody>
        </p:sp>
      </p:grpSp>
      <p:sp>
        <p:nvSpPr>
          <p:cNvPr id="24" name="Abgerundetes Rechteck 82">
            <a:extLst>
              <a:ext uri="{FF2B5EF4-FFF2-40B4-BE49-F238E27FC236}">
                <a16:creationId xmlns:a16="http://schemas.microsoft.com/office/drawing/2014/main" id="{ECBBD8AC-6910-44CC-9824-1391DEB3A594}"/>
              </a:ext>
            </a:extLst>
          </p:cNvPr>
          <p:cNvSpPr/>
          <p:nvPr/>
        </p:nvSpPr>
        <p:spPr>
          <a:xfrm>
            <a:off x="3600889" y="2495351"/>
            <a:ext cx="5112000" cy="10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p>
            <a:pPr defTabSz="457189"/>
            <a:r>
              <a:rPr lang="de-DE" sz="1000" dirty="0">
                <a:solidFill>
                  <a:schemeClr val="tx1"/>
                </a:solidFill>
              </a:rPr>
              <a:t>Icons für die Open House </a:t>
            </a:r>
            <a:r>
              <a:rPr lang="de-DE" sz="1000" dirty="0">
                <a:solidFill>
                  <a:schemeClr val="tx2"/>
                </a:solidFill>
              </a:rPr>
              <a:t>E³</a:t>
            </a:r>
            <a:r>
              <a:rPr lang="de-DE" sz="1000" dirty="0">
                <a:solidFill>
                  <a:schemeClr val="tx1"/>
                </a:solidFill>
              </a:rPr>
              <a:t>ngine</a:t>
            </a:r>
          </a:p>
        </p:txBody>
      </p:sp>
      <p:sp>
        <p:nvSpPr>
          <p:cNvPr id="27" name="Abgerundetes Rechteck 82">
            <a:extLst>
              <a:ext uri="{FF2B5EF4-FFF2-40B4-BE49-F238E27FC236}">
                <a16:creationId xmlns:a16="http://schemas.microsoft.com/office/drawing/2014/main" id="{404B49DF-D157-461C-8963-5D1E32CE3E51}"/>
              </a:ext>
            </a:extLst>
          </p:cNvPr>
          <p:cNvSpPr/>
          <p:nvPr/>
        </p:nvSpPr>
        <p:spPr>
          <a:xfrm>
            <a:off x="1225988" y="1081488"/>
            <a:ext cx="1800000" cy="10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p>
            <a:pPr defTabSz="457189"/>
            <a:r>
              <a:rPr lang="de-DE" sz="1000" dirty="0">
                <a:solidFill>
                  <a:schemeClr val="tx1"/>
                </a:solidFill>
              </a:rPr>
              <a:t>Icons Guidelines</a:t>
            </a:r>
          </a:p>
        </p:txBody>
      </p:sp>
      <p:sp>
        <p:nvSpPr>
          <p:cNvPr id="28" name="TextBox 27">
            <a:extLst>
              <a:ext uri="{FF2B5EF4-FFF2-40B4-BE49-F238E27FC236}">
                <a16:creationId xmlns:a16="http://schemas.microsoft.com/office/drawing/2014/main" id="{E2D29F13-570A-42D2-A0A1-93E14799E114}"/>
              </a:ext>
            </a:extLst>
          </p:cNvPr>
          <p:cNvSpPr txBox="1"/>
          <p:nvPr/>
        </p:nvSpPr>
        <p:spPr>
          <a:xfrm>
            <a:off x="1225988" y="1171501"/>
            <a:ext cx="1800000" cy="1544012"/>
          </a:xfrm>
          <a:prstGeom prst="rect">
            <a:avLst/>
          </a:prstGeom>
          <a:noFill/>
        </p:spPr>
        <p:txBody>
          <a:bodyPr wrap="square" lIns="0" rIns="36000" rtlCol="0">
            <a:spAutoFit/>
          </a:bodyPr>
          <a:lstStyle/>
          <a:p>
            <a:pPr algn="l">
              <a:lnSpc>
                <a:spcPct val="90000"/>
              </a:lnSpc>
              <a:spcAft>
                <a:spcPts val="400"/>
              </a:spcAft>
            </a:pPr>
            <a:r>
              <a:rPr lang="de-DE" sz="900" dirty="0">
                <a:solidFill>
                  <a:schemeClr val="tx1">
                    <a:lumMod val="75000"/>
                    <a:lumOff val="25000"/>
                  </a:schemeClr>
                </a:solidFill>
              </a:rPr>
              <a:t>Die Icons von OHOE sind klar und reduziert. Die Linienführung wirkt technisch und fein - fast schon mit Liebe zum Detail.</a:t>
            </a:r>
          </a:p>
          <a:p>
            <a:pPr algn="l">
              <a:lnSpc>
                <a:spcPct val="90000"/>
              </a:lnSpc>
              <a:spcAft>
                <a:spcPts val="400"/>
              </a:spcAft>
            </a:pPr>
            <a:r>
              <a:rPr lang="de-DE" sz="900" dirty="0">
                <a:solidFill>
                  <a:schemeClr val="tx1">
                    <a:lumMod val="75000"/>
                    <a:lumOff val="25000"/>
                  </a:schemeClr>
                </a:solidFill>
              </a:rPr>
              <a:t>Die Umsetzung erfolgt in den Farben des Unternehmens Grau, Schwarz und Rot.</a:t>
            </a:r>
          </a:p>
          <a:p>
            <a:pPr>
              <a:lnSpc>
                <a:spcPct val="90000"/>
              </a:lnSpc>
              <a:spcAft>
                <a:spcPts val="400"/>
              </a:spcAft>
            </a:pPr>
            <a:r>
              <a:rPr lang="de-DE" sz="900" dirty="0">
                <a:solidFill>
                  <a:schemeClr val="tx1">
                    <a:lumMod val="75000"/>
                    <a:lumOff val="25000"/>
                  </a:schemeClr>
                </a:solidFill>
              </a:rPr>
              <a:t>Es werden max. 2 verschiedene Linienstärken verwendet.</a:t>
            </a:r>
          </a:p>
          <a:p>
            <a:pPr>
              <a:lnSpc>
                <a:spcPct val="90000"/>
              </a:lnSpc>
              <a:spcAft>
                <a:spcPts val="400"/>
              </a:spcAft>
            </a:pPr>
            <a:r>
              <a:rPr lang="de-DE" sz="900" dirty="0">
                <a:solidFill>
                  <a:schemeClr val="tx1">
                    <a:lumMod val="75000"/>
                    <a:lumOff val="25000"/>
                  </a:schemeClr>
                </a:solidFill>
              </a:rPr>
              <a:t> </a:t>
            </a:r>
          </a:p>
          <a:p>
            <a:pPr algn="l">
              <a:lnSpc>
                <a:spcPct val="90000"/>
              </a:lnSpc>
              <a:spcAft>
                <a:spcPts val="400"/>
              </a:spcAft>
            </a:pPr>
            <a:endParaRPr lang="de-DE" sz="900" dirty="0">
              <a:solidFill>
                <a:schemeClr val="tx1">
                  <a:lumMod val="75000"/>
                  <a:lumOff val="25000"/>
                </a:schemeClr>
              </a:solidFill>
            </a:endParaRPr>
          </a:p>
        </p:txBody>
      </p:sp>
      <p:pic>
        <p:nvPicPr>
          <p:cNvPr id="1024" name="Picture 1023">
            <a:extLst>
              <a:ext uri="{FF2B5EF4-FFF2-40B4-BE49-F238E27FC236}">
                <a16:creationId xmlns:a16="http://schemas.microsoft.com/office/drawing/2014/main" id="{1F42F621-F452-4D43-B4DF-A8BF932A6653}"/>
              </a:ext>
            </a:extLst>
          </p:cNvPr>
          <p:cNvPicPr>
            <a:picLocks noChangeAspect="1"/>
          </p:cNvPicPr>
          <p:nvPr/>
        </p:nvPicPr>
        <p:blipFill>
          <a:blip r:embed="rId4"/>
          <a:stretch>
            <a:fillRect/>
          </a:stretch>
        </p:blipFill>
        <p:spPr>
          <a:xfrm>
            <a:off x="-4680894" y="2537456"/>
            <a:ext cx="4638095" cy="1238095"/>
          </a:xfrm>
          <a:prstGeom prst="rect">
            <a:avLst/>
          </a:prstGeom>
        </p:spPr>
      </p:pic>
      <p:sp>
        <p:nvSpPr>
          <p:cNvPr id="67" name="Abgerundetes Rechteck 82">
            <a:extLst>
              <a:ext uri="{FF2B5EF4-FFF2-40B4-BE49-F238E27FC236}">
                <a16:creationId xmlns:a16="http://schemas.microsoft.com/office/drawing/2014/main" id="{CB71FDBD-3000-4871-A7EB-2F8EA959A9D1}"/>
              </a:ext>
            </a:extLst>
          </p:cNvPr>
          <p:cNvSpPr/>
          <p:nvPr/>
        </p:nvSpPr>
        <p:spPr>
          <a:xfrm>
            <a:off x="3600889" y="1081488"/>
            <a:ext cx="5112000" cy="10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p>
            <a:pPr defTabSz="457189"/>
            <a:r>
              <a:rPr lang="de-DE" sz="1000" dirty="0">
                <a:solidFill>
                  <a:schemeClr val="tx1"/>
                </a:solidFill>
              </a:rPr>
              <a:t>Action Icons verbinden zwei Kommunikationsebenen im Icon</a:t>
            </a:r>
          </a:p>
        </p:txBody>
      </p:sp>
      <p:grpSp>
        <p:nvGrpSpPr>
          <p:cNvPr id="1073" name="Group 1072">
            <a:extLst>
              <a:ext uri="{FF2B5EF4-FFF2-40B4-BE49-F238E27FC236}">
                <a16:creationId xmlns:a16="http://schemas.microsoft.com/office/drawing/2014/main" id="{872305E1-85B0-4227-B591-1636202248EA}"/>
              </a:ext>
            </a:extLst>
          </p:cNvPr>
          <p:cNvGrpSpPr/>
          <p:nvPr/>
        </p:nvGrpSpPr>
        <p:grpSpPr>
          <a:xfrm>
            <a:off x="3605213" y="2725738"/>
            <a:ext cx="458787" cy="517525"/>
            <a:chOff x="3605213" y="2725738"/>
            <a:chExt cx="458787" cy="517525"/>
          </a:xfrm>
        </p:grpSpPr>
        <p:grpSp>
          <p:nvGrpSpPr>
            <p:cNvPr id="1060" name="Group 1059">
              <a:extLst>
                <a:ext uri="{FF2B5EF4-FFF2-40B4-BE49-F238E27FC236}">
                  <a16:creationId xmlns:a16="http://schemas.microsoft.com/office/drawing/2014/main" id="{92E1A005-C042-4F61-B558-79D231C656C9}"/>
                </a:ext>
              </a:extLst>
            </p:cNvPr>
            <p:cNvGrpSpPr/>
            <p:nvPr/>
          </p:nvGrpSpPr>
          <p:grpSpPr>
            <a:xfrm>
              <a:off x="3605213" y="2725738"/>
              <a:ext cx="296863" cy="517525"/>
              <a:chOff x="3605213" y="2725738"/>
              <a:chExt cx="296863" cy="517525"/>
            </a:xfrm>
          </p:grpSpPr>
          <p:sp>
            <p:nvSpPr>
              <p:cNvPr id="18" name="Freeform 5">
                <a:extLst>
                  <a:ext uri="{FF2B5EF4-FFF2-40B4-BE49-F238E27FC236}">
                    <a16:creationId xmlns:a16="http://schemas.microsoft.com/office/drawing/2014/main" id="{8C8DAF89-38DF-477F-8F64-CEBCCE73C70C}"/>
                  </a:ext>
                </a:extLst>
              </p:cNvPr>
              <p:cNvSpPr>
                <a:spLocks/>
              </p:cNvSpPr>
              <p:nvPr/>
            </p:nvSpPr>
            <p:spPr bwMode="auto">
              <a:xfrm>
                <a:off x="3605213" y="2725738"/>
                <a:ext cx="296863" cy="517525"/>
              </a:xfrm>
              <a:custGeom>
                <a:avLst/>
                <a:gdLst>
                  <a:gd name="T0" fmla="*/ 1096 w 1115"/>
                  <a:gd name="T1" fmla="*/ 174 h 1946"/>
                  <a:gd name="T2" fmla="*/ 1096 w 1115"/>
                  <a:gd name="T3" fmla="*/ 124 h 1946"/>
                  <a:gd name="T4" fmla="*/ 972 w 1115"/>
                  <a:gd name="T5" fmla="*/ 0 h 1946"/>
                  <a:gd name="T6" fmla="*/ 124 w 1115"/>
                  <a:gd name="T7" fmla="*/ 0 h 1946"/>
                  <a:gd name="T8" fmla="*/ 0 w 1115"/>
                  <a:gd name="T9" fmla="*/ 124 h 1946"/>
                  <a:gd name="T10" fmla="*/ 0 w 1115"/>
                  <a:gd name="T11" fmla="*/ 1822 h 1946"/>
                  <a:gd name="T12" fmla="*/ 124 w 1115"/>
                  <a:gd name="T13" fmla="*/ 1946 h 1946"/>
                  <a:gd name="T14" fmla="*/ 972 w 1115"/>
                  <a:gd name="T15" fmla="*/ 1946 h 1946"/>
                  <a:gd name="T16" fmla="*/ 1096 w 1115"/>
                  <a:gd name="T17" fmla="*/ 1822 h 1946"/>
                  <a:gd name="T18" fmla="*/ 1096 w 1115"/>
                  <a:gd name="T19" fmla="*/ 1418 h 1946"/>
                  <a:gd name="T20" fmla="*/ 1068 w 1115"/>
                  <a:gd name="T21" fmla="*/ 1406 h 1946"/>
                  <a:gd name="T22" fmla="*/ 1068 w 1115"/>
                  <a:gd name="T23" fmla="*/ 1822 h 1946"/>
                  <a:gd name="T24" fmla="*/ 972 w 1115"/>
                  <a:gd name="T25" fmla="*/ 1918 h 1946"/>
                  <a:gd name="T26" fmla="*/ 124 w 1115"/>
                  <a:gd name="T27" fmla="*/ 1918 h 1946"/>
                  <a:gd name="T28" fmla="*/ 28 w 1115"/>
                  <a:gd name="T29" fmla="*/ 1822 h 1946"/>
                  <a:gd name="T30" fmla="*/ 28 w 1115"/>
                  <a:gd name="T31" fmla="*/ 124 h 1946"/>
                  <a:gd name="T32" fmla="*/ 124 w 1115"/>
                  <a:gd name="T33" fmla="*/ 28 h 1946"/>
                  <a:gd name="T34" fmla="*/ 972 w 1115"/>
                  <a:gd name="T35" fmla="*/ 28 h 1946"/>
                  <a:gd name="T36" fmla="*/ 1068 w 1115"/>
                  <a:gd name="T37" fmla="*/ 124 h 1946"/>
                  <a:gd name="T38" fmla="*/ 1068 w 1115"/>
                  <a:gd name="T39" fmla="*/ 170 h 1946"/>
                  <a:gd name="T40" fmla="*/ 1068 w 1115"/>
                  <a:gd name="T41" fmla="*/ 406 h 1946"/>
                  <a:gd name="T42" fmla="*/ 1068 w 1115"/>
                  <a:gd name="T43" fmla="*/ 540 h 1946"/>
                  <a:gd name="T44" fmla="*/ 1096 w 1115"/>
                  <a:gd name="T45" fmla="*/ 529 h 1946"/>
                  <a:gd name="T46" fmla="*/ 1096 w 1115"/>
                  <a:gd name="T47" fmla="*/ 403 h 1946"/>
                  <a:gd name="T48" fmla="*/ 1115 w 1115"/>
                  <a:gd name="T49" fmla="*/ 373 h 1946"/>
                  <a:gd name="T50" fmla="*/ 1115 w 1115"/>
                  <a:gd name="T51" fmla="*/ 204 h 1946"/>
                  <a:gd name="T52" fmla="*/ 1096 w 1115"/>
                  <a:gd name="T53" fmla="*/ 174 h 19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15" h="1946">
                    <a:moveTo>
                      <a:pt x="1096" y="174"/>
                    </a:moveTo>
                    <a:lnTo>
                      <a:pt x="1096" y="124"/>
                    </a:lnTo>
                    <a:cubicBezTo>
                      <a:pt x="1096" y="56"/>
                      <a:pt x="1040" y="0"/>
                      <a:pt x="972" y="0"/>
                    </a:cubicBezTo>
                    <a:lnTo>
                      <a:pt x="124" y="0"/>
                    </a:lnTo>
                    <a:cubicBezTo>
                      <a:pt x="56" y="0"/>
                      <a:pt x="0" y="56"/>
                      <a:pt x="0" y="124"/>
                    </a:cubicBezTo>
                    <a:lnTo>
                      <a:pt x="0" y="1822"/>
                    </a:lnTo>
                    <a:cubicBezTo>
                      <a:pt x="0" y="1891"/>
                      <a:pt x="56" y="1946"/>
                      <a:pt x="124" y="1946"/>
                    </a:cubicBezTo>
                    <a:lnTo>
                      <a:pt x="972" y="1946"/>
                    </a:lnTo>
                    <a:cubicBezTo>
                      <a:pt x="1040" y="1946"/>
                      <a:pt x="1096" y="1891"/>
                      <a:pt x="1096" y="1822"/>
                    </a:cubicBezTo>
                    <a:lnTo>
                      <a:pt x="1096" y="1418"/>
                    </a:lnTo>
                    <a:cubicBezTo>
                      <a:pt x="1086" y="1414"/>
                      <a:pt x="1077" y="1410"/>
                      <a:pt x="1068" y="1406"/>
                    </a:cubicBezTo>
                    <a:lnTo>
                      <a:pt x="1068" y="1822"/>
                    </a:lnTo>
                    <a:cubicBezTo>
                      <a:pt x="1068" y="1875"/>
                      <a:pt x="1025" y="1918"/>
                      <a:pt x="972" y="1918"/>
                    </a:cubicBezTo>
                    <a:lnTo>
                      <a:pt x="124" y="1918"/>
                    </a:lnTo>
                    <a:cubicBezTo>
                      <a:pt x="71" y="1918"/>
                      <a:pt x="28" y="1875"/>
                      <a:pt x="28" y="1822"/>
                    </a:cubicBezTo>
                    <a:lnTo>
                      <a:pt x="28" y="124"/>
                    </a:lnTo>
                    <a:cubicBezTo>
                      <a:pt x="28" y="71"/>
                      <a:pt x="71" y="28"/>
                      <a:pt x="124" y="28"/>
                    </a:cubicBezTo>
                    <a:lnTo>
                      <a:pt x="972" y="28"/>
                    </a:lnTo>
                    <a:cubicBezTo>
                      <a:pt x="1025" y="28"/>
                      <a:pt x="1068" y="71"/>
                      <a:pt x="1068" y="124"/>
                    </a:cubicBezTo>
                    <a:lnTo>
                      <a:pt x="1068" y="170"/>
                    </a:lnTo>
                    <a:lnTo>
                      <a:pt x="1068" y="406"/>
                    </a:lnTo>
                    <a:lnTo>
                      <a:pt x="1068" y="540"/>
                    </a:lnTo>
                    <a:cubicBezTo>
                      <a:pt x="1077" y="536"/>
                      <a:pt x="1086" y="532"/>
                      <a:pt x="1096" y="529"/>
                    </a:cubicBezTo>
                    <a:lnTo>
                      <a:pt x="1096" y="403"/>
                    </a:lnTo>
                    <a:cubicBezTo>
                      <a:pt x="1107" y="397"/>
                      <a:pt x="1115" y="386"/>
                      <a:pt x="1115" y="373"/>
                    </a:cubicBezTo>
                    <a:lnTo>
                      <a:pt x="1115" y="204"/>
                    </a:lnTo>
                    <a:cubicBezTo>
                      <a:pt x="1115" y="191"/>
                      <a:pt x="1107" y="179"/>
                      <a:pt x="1096" y="174"/>
                    </a:cubicBezTo>
                  </a:path>
                </a:pathLst>
              </a:custGeom>
              <a:solidFill>
                <a:srgbClr val="171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9" name="Rectangle 6">
                <a:extLst>
                  <a:ext uri="{FF2B5EF4-FFF2-40B4-BE49-F238E27FC236}">
                    <a16:creationId xmlns:a16="http://schemas.microsoft.com/office/drawing/2014/main" id="{E46EAE1B-31D7-4DC2-88E7-4F06F0858990}"/>
                  </a:ext>
                </a:extLst>
              </p:cNvPr>
              <p:cNvSpPr>
                <a:spLocks noChangeArrowheads="1"/>
              </p:cNvSpPr>
              <p:nvPr/>
            </p:nvSpPr>
            <p:spPr bwMode="auto">
              <a:xfrm>
                <a:off x="3651250" y="3159125"/>
                <a:ext cx="200025" cy="3175"/>
              </a:xfrm>
              <a:prstGeom prst="rect">
                <a:avLst/>
              </a:prstGeom>
              <a:solidFill>
                <a:srgbClr val="17171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21" name="Rectangle 7">
                <a:extLst>
                  <a:ext uri="{FF2B5EF4-FFF2-40B4-BE49-F238E27FC236}">
                    <a16:creationId xmlns:a16="http://schemas.microsoft.com/office/drawing/2014/main" id="{8CABA572-674A-4BE1-8AB9-D05E75087420}"/>
                  </a:ext>
                </a:extLst>
              </p:cNvPr>
              <p:cNvSpPr>
                <a:spLocks noChangeArrowheads="1"/>
              </p:cNvSpPr>
              <p:nvPr/>
            </p:nvSpPr>
            <p:spPr bwMode="auto">
              <a:xfrm>
                <a:off x="3651250" y="2757488"/>
                <a:ext cx="200025" cy="3175"/>
              </a:xfrm>
              <a:prstGeom prst="rect">
                <a:avLst/>
              </a:prstGeom>
              <a:solidFill>
                <a:srgbClr val="17171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31" name="Rectangle 8">
                <a:extLst>
                  <a:ext uri="{FF2B5EF4-FFF2-40B4-BE49-F238E27FC236}">
                    <a16:creationId xmlns:a16="http://schemas.microsoft.com/office/drawing/2014/main" id="{D075A6DE-1275-4FB7-AB95-EAF398FD6241}"/>
                  </a:ext>
                </a:extLst>
              </p:cNvPr>
              <p:cNvSpPr>
                <a:spLocks noChangeArrowheads="1"/>
              </p:cNvSpPr>
              <p:nvPr/>
            </p:nvSpPr>
            <p:spPr bwMode="auto">
              <a:xfrm>
                <a:off x="3651250" y="2868613"/>
                <a:ext cx="149225" cy="6350"/>
              </a:xfrm>
              <a:prstGeom prst="rect">
                <a:avLst/>
              </a:prstGeom>
              <a:solidFill>
                <a:srgbClr val="17171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68" name="Rectangle 9">
                <a:extLst>
                  <a:ext uri="{FF2B5EF4-FFF2-40B4-BE49-F238E27FC236}">
                    <a16:creationId xmlns:a16="http://schemas.microsoft.com/office/drawing/2014/main" id="{A56BD760-1896-4F5C-88A5-588C396B037A}"/>
                  </a:ext>
                </a:extLst>
              </p:cNvPr>
              <p:cNvSpPr>
                <a:spLocks noChangeArrowheads="1"/>
              </p:cNvSpPr>
              <p:nvPr/>
            </p:nvSpPr>
            <p:spPr bwMode="auto">
              <a:xfrm>
                <a:off x="3652838" y="2843213"/>
                <a:ext cx="147638" cy="7938"/>
              </a:xfrm>
              <a:prstGeom prst="rect">
                <a:avLst/>
              </a:prstGeom>
              <a:solidFill>
                <a:srgbClr val="17171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69" name="Oval 10">
                <a:extLst>
                  <a:ext uri="{FF2B5EF4-FFF2-40B4-BE49-F238E27FC236}">
                    <a16:creationId xmlns:a16="http://schemas.microsoft.com/office/drawing/2014/main" id="{2FA4AB86-8F40-453D-8FED-9DF080741716}"/>
                  </a:ext>
                </a:extLst>
              </p:cNvPr>
              <p:cNvSpPr>
                <a:spLocks noChangeArrowheads="1"/>
              </p:cNvSpPr>
              <p:nvPr/>
            </p:nvSpPr>
            <p:spPr bwMode="auto">
              <a:xfrm>
                <a:off x="3736975" y="3186113"/>
                <a:ext cx="25400" cy="25400"/>
              </a:xfrm>
              <a:prstGeom prst="ellipse">
                <a:avLst/>
              </a:prstGeom>
              <a:solidFill>
                <a:srgbClr val="171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70" name="Freeform 11">
                <a:extLst>
                  <a:ext uri="{FF2B5EF4-FFF2-40B4-BE49-F238E27FC236}">
                    <a16:creationId xmlns:a16="http://schemas.microsoft.com/office/drawing/2014/main" id="{96147B0A-612B-4565-92D9-CB98C0D34FEA}"/>
                  </a:ext>
                </a:extLst>
              </p:cNvPr>
              <p:cNvSpPr>
                <a:spLocks/>
              </p:cNvSpPr>
              <p:nvPr/>
            </p:nvSpPr>
            <p:spPr bwMode="auto">
              <a:xfrm>
                <a:off x="3651250" y="3071813"/>
                <a:ext cx="200025" cy="38100"/>
              </a:xfrm>
              <a:custGeom>
                <a:avLst/>
                <a:gdLst>
                  <a:gd name="T0" fmla="*/ 749 w 756"/>
                  <a:gd name="T1" fmla="*/ 0 h 142"/>
                  <a:gd name="T2" fmla="*/ 0 w 756"/>
                  <a:gd name="T3" fmla="*/ 0 h 142"/>
                  <a:gd name="T4" fmla="*/ 0 w 756"/>
                  <a:gd name="T5" fmla="*/ 142 h 142"/>
                  <a:gd name="T6" fmla="*/ 756 w 756"/>
                  <a:gd name="T7" fmla="*/ 142 h 142"/>
                  <a:gd name="T8" fmla="*/ 756 w 756"/>
                  <a:gd name="T9" fmla="*/ 6 h 142"/>
                  <a:gd name="T10" fmla="*/ 749 w 756"/>
                  <a:gd name="T11" fmla="*/ 0 h 142"/>
                </a:gdLst>
                <a:ahLst/>
                <a:cxnLst>
                  <a:cxn ang="0">
                    <a:pos x="T0" y="T1"/>
                  </a:cxn>
                  <a:cxn ang="0">
                    <a:pos x="T2" y="T3"/>
                  </a:cxn>
                  <a:cxn ang="0">
                    <a:pos x="T4" y="T5"/>
                  </a:cxn>
                  <a:cxn ang="0">
                    <a:pos x="T6" y="T7"/>
                  </a:cxn>
                  <a:cxn ang="0">
                    <a:pos x="T8" y="T9"/>
                  </a:cxn>
                  <a:cxn ang="0">
                    <a:pos x="T10" y="T11"/>
                  </a:cxn>
                </a:cxnLst>
                <a:rect l="0" t="0" r="r" b="b"/>
                <a:pathLst>
                  <a:path w="756" h="142">
                    <a:moveTo>
                      <a:pt x="749" y="0"/>
                    </a:moveTo>
                    <a:lnTo>
                      <a:pt x="0" y="0"/>
                    </a:lnTo>
                    <a:lnTo>
                      <a:pt x="0" y="142"/>
                    </a:lnTo>
                    <a:lnTo>
                      <a:pt x="756" y="142"/>
                    </a:lnTo>
                    <a:lnTo>
                      <a:pt x="756" y="6"/>
                    </a:lnTo>
                    <a:cubicBezTo>
                      <a:pt x="754" y="4"/>
                      <a:pt x="751" y="2"/>
                      <a:pt x="749" y="0"/>
                    </a:cubicBezTo>
                    <a:close/>
                  </a:path>
                </a:pathLst>
              </a:custGeom>
              <a:solidFill>
                <a:srgbClr val="BBBD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71" name="Freeform 12">
                <a:extLst>
                  <a:ext uri="{FF2B5EF4-FFF2-40B4-BE49-F238E27FC236}">
                    <a16:creationId xmlns:a16="http://schemas.microsoft.com/office/drawing/2014/main" id="{F21AC92C-EE21-4822-B7E1-B88489C5A2F1}"/>
                  </a:ext>
                </a:extLst>
              </p:cNvPr>
              <p:cNvSpPr>
                <a:spLocks/>
              </p:cNvSpPr>
              <p:nvPr/>
            </p:nvSpPr>
            <p:spPr bwMode="auto">
              <a:xfrm>
                <a:off x="3651250" y="3022600"/>
                <a:ext cx="187325" cy="38100"/>
              </a:xfrm>
              <a:custGeom>
                <a:avLst/>
                <a:gdLst>
                  <a:gd name="T0" fmla="*/ 0 w 709"/>
                  <a:gd name="T1" fmla="*/ 0 h 142"/>
                  <a:gd name="T2" fmla="*/ 0 w 709"/>
                  <a:gd name="T3" fmla="*/ 142 h 142"/>
                  <a:gd name="T4" fmla="*/ 709 w 709"/>
                  <a:gd name="T5" fmla="*/ 142 h 142"/>
                  <a:gd name="T6" fmla="*/ 636 w 709"/>
                  <a:gd name="T7" fmla="*/ 0 h 142"/>
                  <a:gd name="T8" fmla="*/ 0 w 709"/>
                  <a:gd name="T9" fmla="*/ 0 h 142"/>
                </a:gdLst>
                <a:ahLst/>
                <a:cxnLst>
                  <a:cxn ang="0">
                    <a:pos x="T0" y="T1"/>
                  </a:cxn>
                  <a:cxn ang="0">
                    <a:pos x="T2" y="T3"/>
                  </a:cxn>
                  <a:cxn ang="0">
                    <a:pos x="T4" y="T5"/>
                  </a:cxn>
                  <a:cxn ang="0">
                    <a:pos x="T6" y="T7"/>
                  </a:cxn>
                  <a:cxn ang="0">
                    <a:pos x="T8" y="T9"/>
                  </a:cxn>
                </a:cxnLst>
                <a:rect l="0" t="0" r="r" b="b"/>
                <a:pathLst>
                  <a:path w="709" h="142">
                    <a:moveTo>
                      <a:pt x="0" y="0"/>
                    </a:moveTo>
                    <a:lnTo>
                      <a:pt x="0" y="142"/>
                    </a:lnTo>
                    <a:lnTo>
                      <a:pt x="709" y="142"/>
                    </a:lnTo>
                    <a:cubicBezTo>
                      <a:pt x="677" y="99"/>
                      <a:pt x="652" y="52"/>
                      <a:pt x="636" y="0"/>
                    </a:cubicBezTo>
                    <a:lnTo>
                      <a:pt x="0" y="0"/>
                    </a:lnTo>
                    <a:close/>
                  </a:path>
                </a:pathLst>
              </a:custGeom>
              <a:solidFill>
                <a:srgbClr val="BBBD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72" name="Freeform 13">
                <a:extLst>
                  <a:ext uri="{FF2B5EF4-FFF2-40B4-BE49-F238E27FC236}">
                    <a16:creationId xmlns:a16="http://schemas.microsoft.com/office/drawing/2014/main" id="{DC89BB36-9E83-409E-A819-0386645252FE}"/>
                  </a:ext>
                </a:extLst>
              </p:cNvPr>
              <p:cNvSpPr>
                <a:spLocks/>
              </p:cNvSpPr>
              <p:nvPr/>
            </p:nvSpPr>
            <p:spPr bwMode="auto">
              <a:xfrm>
                <a:off x="3651250" y="2971800"/>
                <a:ext cx="165100" cy="38100"/>
              </a:xfrm>
              <a:custGeom>
                <a:avLst/>
                <a:gdLst>
                  <a:gd name="T0" fmla="*/ 617 w 624"/>
                  <a:gd name="T1" fmla="*/ 0 h 142"/>
                  <a:gd name="T2" fmla="*/ 0 w 624"/>
                  <a:gd name="T3" fmla="*/ 0 h 142"/>
                  <a:gd name="T4" fmla="*/ 0 w 624"/>
                  <a:gd name="T5" fmla="*/ 142 h 142"/>
                  <a:gd name="T6" fmla="*/ 624 w 624"/>
                  <a:gd name="T7" fmla="*/ 142 h 142"/>
                  <a:gd name="T8" fmla="*/ 614 w 624"/>
                  <a:gd name="T9" fmla="*/ 47 h 142"/>
                  <a:gd name="T10" fmla="*/ 617 w 624"/>
                  <a:gd name="T11" fmla="*/ 0 h 142"/>
                </a:gdLst>
                <a:ahLst/>
                <a:cxnLst>
                  <a:cxn ang="0">
                    <a:pos x="T0" y="T1"/>
                  </a:cxn>
                  <a:cxn ang="0">
                    <a:pos x="T2" y="T3"/>
                  </a:cxn>
                  <a:cxn ang="0">
                    <a:pos x="T4" y="T5"/>
                  </a:cxn>
                  <a:cxn ang="0">
                    <a:pos x="T6" y="T7"/>
                  </a:cxn>
                  <a:cxn ang="0">
                    <a:pos x="T8" y="T9"/>
                  </a:cxn>
                  <a:cxn ang="0">
                    <a:pos x="T10" y="T11"/>
                  </a:cxn>
                </a:cxnLst>
                <a:rect l="0" t="0" r="r" b="b"/>
                <a:pathLst>
                  <a:path w="624" h="142">
                    <a:moveTo>
                      <a:pt x="617" y="0"/>
                    </a:moveTo>
                    <a:lnTo>
                      <a:pt x="0" y="0"/>
                    </a:lnTo>
                    <a:lnTo>
                      <a:pt x="0" y="142"/>
                    </a:lnTo>
                    <a:lnTo>
                      <a:pt x="624" y="142"/>
                    </a:lnTo>
                    <a:cubicBezTo>
                      <a:pt x="617" y="111"/>
                      <a:pt x="614" y="80"/>
                      <a:pt x="614" y="47"/>
                    </a:cubicBezTo>
                    <a:cubicBezTo>
                      <a:pt x="614" y="31"/>
                      <a:pt x="615" y="16"/>
                      <a:pt x="617" y="0"/>
                    </a:cubicBezTo>
                  </a:path>
                </a:pathLst>
              </a:custGeom>
              <a:solidFill>
                <a:srgbClr val="BBBD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73" name="Freeform 14">
                <a:extLst>
                  <a:ext uri="{FF2B5EF4-FFF2-40B4-BE49-F238E27FC236}">
                    <a16:creationId xmlns:a16="http://schemas.microsoft.com/office/drawing/2014/main" id="{0A3A77DC-63C8-4750-805B-C25679C31B74}"/>
                  </a:ext>
                </a:extLst>
              </p:cNvPr>
              <p:cNvSpPr>
                <a:spLocks/>
              </p:cNvSpPr>
              <p:nvPr/>
            </p:nvSpPr>
            <p:spPr bwMode="auto">
              <a:xfrm>
                <a:off x="3651250" y="2922588"/>
                <a:ext cx="179388" cy="36513"/>
              </a:xfrm>
              <a:custGeom>
                <a:avLst/>
                <a:gdLst>
                  <a:gd name="T0" fmla="*/ 0 w 678"/>
                  <a:gd name="T1" fmla="*/ 0 h 142"/>
                  <a:gd name="T2" fmla="*/ 0 w 678"/>
                  <a:gd name="T3" fmla="*/ 142 h 142"/>
                  <a:gd name="T4" fmla="*/ 624 w 678"/>
                  <a:gd name="T5" fmla="*/ 142 h 142"/>
                  <a:gd name="T6" fmla="*/ 678 w 678"/>
                  <a:gd name="T7" fmla="*/ 0 h 142"/>
                  <a:gd name="T8" fmla="*/ 0 w 678"/>
                  <a:gd name="T9" fmla="*/ 0 h 142"/>
                </a:gdLst>
                <a:ahLst/>
                <a:cxnLst>
                  <a:cxn ang="0">
                    <a:pos x="T0" y="T1"/>
                  </a:cxn>
                  <a:cxn ang="0">
                    <a:pos x="T2" y="T3"/>
                  </a:cxn>
                  <a:cxn ang="0">
                    <a:pos x="T4" y="T5"/>
                  </a:cxn>
                  <a:cxn ang="0">
                    <a:pos x="T6" y="T7"/>
                  </a:cxn>
                  <a:cxn ang="0">
                    <a:pos x="T8" y="T9"/>
                  </a:cxn>
                </a:cxnLst>
                <a:rect l="0" t="0" r="r" b="b"/>
                <a:pathLst>
                  <a:path w="678" h="142">
                    <a:moveTo>
                      <a:pt x="0" y="0"/>
                    </a:moveTo>
                    <a:lnTo>
                      <a:pt x="0" y="142"/>
                    </a:lnTo>
                    <a:lnTo>
                      <a:pt x="624" y="142"/>
                    </a:lnTo>
                    <a:cubicBezTo>
                      <a:pt x="634" y="91"/>
                      <a:pt x="652" y="43"/>
                      <a:pt x="678" y="0"/>
                    </a:cubicBezTo>
                    <a:lnTo>
                      <a:pt x="0" y="0"/>
                    </a:lnTo>
                    <a:close/>
                  </a:path>
                </a:pathLst>
              </a:custGeom>
              <a:solidFill>
                <a:srgbClr val="BBBD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74" name="Freeform 15">
                <a:extLst>
                  <a:ext uri="{FF2B5EF4-FFF2-40B4-BE49-F238E27FC236}">
                    <a16:creationId xmlns:a16="http://schemas.microsoft.com/office/drawing/2014/main" id="{B6E5E6B7-733F-45E8-8317-3B48B9C51FDC}"/>
                  </a:ext>
                </a:extLst>
              </p:cNvPr>
              <p:cNvSpPr>
                <a:spLocks/>
              </p:cNvSpPr>
              <p:nvPr/>
            </p:nvSpPr>
            <p:spPr bwMode="auto">
              <a:xfrm>
                <a:off x="3849688" y="3071813"/>
                <a:ext cx="1588" cy="1588"/>
              </a:xfrm>
              <a:custGeom>
                <a:avLst/>
                <a:gdLst>
                  <a:gd name="T0" fmla="*/ 0 w 7"/>
                  <a:gd name="T1" fmla="*/ 0 h 6"/>
                  <a:gd name="T2" fmla="*/ 7 w 7"/>
                  <a:gd name="T3" fmla="*/ 6 h 6"/>
                  <a:gd name="T4" fmla="*/ 7 w 7"/>
                  <a:gd name="T5" fmla="*/ 0 h 6"/>
                  <a:gd name="T6" fmla="*/ 0 w 7"/>
                  <a:gd name="T7" fmla="*/ 0 h 6"/>
                </a:gdLst>
                <a:ahLst/>
                <a:cxnLst>
                  <a:cxn ang="0">
                    <a:pos x="T0" y="T1"/>
                  </a:cxn>
                  <a:cxn ang="0">
                    <a:pos x="T2" y="T3"/>
                  </a:cxn>
                  <a:cxn ang="0">
                    <a:pos x="T4" y="T5"/>
                  </a:cxn>
                  <a:cxn ang="0">
                    <a:pos x="T6" y="T7"/>
                  </a:cxn>
                </a:cxnLst>
                <a:rect l="0" t="0" r="r" b="b"/>
                <a:pathLst>
                  <a:path w="7" h="6">
                    <a:moveTo>
                      <a:pt x="0" y="0"/>
                    </a:moveTo>
                    <a:cubicBezTo>
                      <a:pt x="2" y="2"/>
                      <a:pt x="5" y="4"/>
                      <a:pt x="7" y="6"/>
                    </a:cubicBezTo>
                    <a:lnTo>
                      <a:pt x="7" y="0"/>
                    </a:lnTo>
                    <a:lnTo>
                      <a:pt x="0" y="0"/>
                    </a:lnTo>
                    <a:close/>
                  </a:path>
                </a:pathLst>
              </a:custGeom>
              <a:solidFill>
                <a:srgbClr val="DB2E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grpSp>
        <p:sp>
          <p:nvSpPr>
            <p:cNvPr id="75" name="Freeform 16">
              <a:extLst>
                <a:ext uri="{FF2B5EF4-FFF2-40B4-BE49-F238E27FC236}">
                  <a16:creationId xmlns:a16="http://schemas.microsoft.com/office/drawing/2014/main" id="{56A5768A-8C79-48BB-BA96-6210E82645D6}"/>
                </a:ext>
              </a:extLst>
            </p:cNvPr>
            <p:cNvSpPr>
              <a:spLocks noEditPoints="1"/>
            </p:cNvSpPr>
            <p:nvPr/>
          </p:nvSpPr>
          <p:spPr bwMode="auto">
            <a:xfrm>
              <a:off x="3813175" y="2859088"/>
              <a:ext cx="250825" cy="250825"/>
            </a:xfrm>
            <a:custGeom>
              <a:avLst/>
              <a:gdLst>
                <a:gd name="T0" fmla="*/ 520 w 945"/>
                <a:gd name="T1" fmla="*/ 378 h 945"/>
                <a:gd name="T2" fmla="*/ 520 w 945"/>
                <a:gd name="T3" fmla="*/ 756 h 945"/>
                <a:gd name="T4" fmla="*/ 425 w 945"/>
                <a:gd name="T5" fmla="*/ 756 h 945"/>
                <a:gd name="T6" fmla="*/ 425 w 945"/>
                <a:gd name="T7" fmla="*/ 378 h 945"/>
                <a:gd name="T8" fmla="*/ 331 w 945"/>
                <a:gd name="T9" fmla="*/ 378 h 945"/>
                <a:gd name="T10" fmla="*/ 473 w 945"/>
                <a:gd name="T11" fmla="*/ 189 h 945"/>
                <a:gd name="T12" fmla="*/ 614 w 945"/>
                <a:gd name="T13" fmla="*/ 378 h 945"/>
                <a:gd name="T14" fmla="*/ 520 w 945"/>
                <a:gd name="T15" fmla="*/ 378 h 945"/>
                <a:gd name="T16" fmla="*/ 473 w 945"/>
                <a:gd name="T17" fmla="*/ 0 h 945"/>
                <a:gd name="T18" fmla="*/ 312 w 945"/>
                <a:gd name="T19" fmla="*/ 28 h 945"/>
                <a:gd name="T20" fmla="*/ 284 w 945"/>
                <a:gd name="T21" fmla="*/ 39 h 945"/>
                <a:gd name="T22" fmla="*/ 64 w 945"/>
                <a:gd name="T23" fmla="*/ 236 h 945"/>
                <a:gd name="T24" fmla="*/ 10 w 945"/>
                <a:gd name="T25" fmla="*/ 378 h 945"/>
                <a:gd name="T26" fmla="*/ 3 w 945"/>
                <a:gd name="T27" fmla="*/ 425 h 945"/>
                <a:gd name="T28" fmla="*/ 0 w 945"/>
                <a:gd name="T29" fmla="*/ 472 h 945"/>
                <a:gd name="T30" fmla="*/ 10 w 945"/>
                <a:gd name="T31" fmla="*/ 567 h 945"/>
                <a:gd name="T32" fmla="*/ 22 w 945"/>
                <a:gd name="T33" fmla="*/ 614 h 945"/>
                <a:gd name="T34" fmla="*/ 95 w 945"/>
                <a:gd name="T35" fmla="*/ 756 h 945"/>
                <a:gd name="T36" fmla="*/ 135 w 945"/>
                <a:gd name="T37" fmla="*/ 803 h 945"/>
                <a:gd name="T38" fmla="*/ 142 w 945"/>
                <a:gd name="T39" fmla="*/ 803 h 945"/>
                <a:gd name="T40" fmla="*/ 142 w 945"/>
                <a:gd name="T41" fmla="*/ 809 h 945"/>
                <a:gd name="T42" fmla="*/ 284 w 945"/>
                <a:gd name="T43" fmla="*/ 905 h 945"/>
                <a:gd name="T44" fmla="*/ 312 w 945"/>
                <a:gd name="T45" fmla="*/ 917 h 945"/>
                <a:gd name="T46" fmla="*/ 473 w 945"/>
                <a:gd name="T47" fmla="*/ 945 h 945"/>
                <a:gd name="T48" fmla="*/ 945 w 945"/>
                <a:gd name="T49" fmla="*/ 472 h 945"/>
                <a:gd name="T50" fmla="*/ 473 w 945"/>
                <a:gd name="T51" fmla="*/ 0 h 9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45" h="945">
                  <a:moveTo>
                    <a:pt x="520" y="378"/>
                  </a:moveTo>
                  <a:lnTo>
                    <a:pt x="520" y="756"/>
                  </a:lnTo>
                  <a:lnTo>
                    <a:pt x="425" y="756"/>
                  </a:lnTo>
                  <a:lnTo>
                    <a:pt x="425" y="378"/>
                  </a:lnTo>
                  <a:lnTo>
                    <a:pt x="331" y="378"/>
                  </a:lnTo>
                  <a:lnTo>
                    <a:pt x="473" y="189"/>
                  </a:lnTo>
                  <a:lnTo>
                    <a:pt x="614" y="378"/>
                  </a:lnTo>
                  <a:lnTo>
                    <a:pt x="520" y="378"/>
                  </a:lnTo>
                  <a:close/>
                  <a:moveTo>
                    <a:pt x="473" y="0"/>
                  </a:moveTo>
                  <a:cubicBezTo>
                    <a:pt x="416" y="0"/>
                    <a:pt x="362" y="10"/>
                    <a:pt x="312" y="28"/>
                  </a:cubicBezTo>
                  <a:cubicBezTo>
                    <a:pt x="302" y="31"/>
                    <a:pt x="293" y="35"/>
                    <a:pt x="284" y="39"/>
                  </a:cubicBezTo>
                  <a:cubicBezTo>
                    <a:pt x="191" y="80"/>
                    <a:pt x="114" y="149"/>
                    <a:pt x="64" y="236"/>
                  </a:cubicBezTo>
                  <a:cubicBezTo>
                    <a:pt x="38" y="279"/>
                    <a:pt x="20" y="327"/>
                    <a:pt x="10" y="378"/>
                  </a:cubicBezTo>
                  <a:cubicBezTo>
                    <a:pt x="6" y="393"/>
                    <a:pt x="4" y="409"/>
                    <a:pt x="3" y="425"/>
                  </a:cubicBezTo>
                  <a:cubicBezTo>
                    <a:pt x="1" y="441"/>
                    <a:pt x="0" y="456"/>
                    <a:pt x="0" y="472"/>
                  </a:cubicBezTo>
                  <a:cubicBezTo>
                    <a:pt x="0" y="505"/>
                    <a:pt x="3" y="536"/>
                    <a:pt x="10" y="567"/>
                  </a:cubicBezTo>
                  <a:cubicBezTo>
                    <a:pt x="13" y="583"/>
                    <a:pt x="17" y="599"/>
                    <a:pt x="22" y="614"/>
                  </a:cubicBezTo>
                  <a:cubicBezTo>
                    <a:pt x="38" y="666"/>
                    <a:pt x="63" y="713"/>
                    <a:pt x="95" y="756"/>
                  </a:cubicBezTo>
                  <a:cubicBezTo>
                    <a:pt x="107" y="772"/>
                    <a:pt x="121" y="788"/>
                    <a:pt x="135" y="803"/>
                  </a:cubicBezTo>
                  <a:lnTo>
                    <a:pt x="142" y="803"/>
                  </a:lnTo>
                  <a:lnTo>
                    <a:pt x="142" y="809"/>
                  </a:lnTo>
                  <a:cubicBezTo>
                    <a:pt x="183" y="849"/>
                    <a:pt x="231" y="882"/>
                    <a:pt x="284" y="905"/>
                  </a:cubicBezTo>
                  <a:cubicBezTo>
                    <a:pt x="293" y="909"/>
                    <a:pt x="302" y="913"/>
                    <a:pt x="312" y="917"/>
                  </a:cubicBezTo>
                  <a:cubicBezTo>
                    <a:pt x="362" y="935"/>
                    <a:pt x="416" y="945"/>
                    <a:pt x="473" y="945"/>
                  </a:cubicBezTo>
                  <a:cubicBezTo>
                    <a:pt x="734" y="945"/>
                    <a:pt x="945" y="733"/>
                    <a:pt x="945" y="472"/>
                  </a:cubicBezTo>
                  <a:cubicBezTo>
                    <a:pt x="945" y="211"/>
                    <a:pt x="734" y="0"/>
                    <a:pt x="473" y="0"/>
                  </a:cubicBezTo>
                </a:path>
              </a:pathLst>
            </a:custGeom>
            <a:solidFill>
              <a:srgbClr val="DB2E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grpSp>
      <p:grpSp>
        <p:nvGrpSpPr>
          <p:cNvPr id="1072" name="Group 1071">
            <a:extLst>
              <a:ext uri="{FF2B5EF4-FFF2-40B4-BE49-F238E27FC236}">
                <a16:creationId xmlns:a16="http://schemas.microsoft.com/office/drawing/2014/main" id="{002BAD9D-9F7B-4496-9483-0B03F6F5F648}"/>
              </a:ext>
            </a:extLst>
          </p:cNvPr>
          <p:cNvGrpSpPr/>
          <p:nvPr/>
        </p:nvGrpSpPr>
        <p:grpSpPr>
          <a:xfrm>
            <a:off x="4475163" y="2725738"/>
            <a:ext cx="685800" cy="514350"/>
            <a:chOff x="4475163" y="2725738"/>
            <a:chExt cx="685800" cy="514350"/>
          </a:xfrm>
        </p:grpSpPr>
        <p:grpSp>
          <p:nvGrpSpPr>
            <p:cNvPr id="1061" name="Group 1060">
              <a:extLst>
                <a:ext uri="{FF2B5EF4-FFF2-40B4-BE49-F238E27FC236}">
                  <a16:creationId xmlns:a16="http://schemas.microsoft.com/office/drawing/2014/main" id="{E8559BF3-7A7E-43A7-B857-CEFA5FDD7C33}"/>
                </a:ext>
              </a:extLst>
            </p:cNvPr>
            <p:cNvGrpSpPr/>
            <p:nvPr/>
          </p:nvGrpSpPr>
          <p:grpSpPr>
            <a:xfrm>
              <a:off x="4475163" y="2725738"/>
              <a:ext cx="517525" cy="514350"/>
              <a:chOff x="4475163" y="2725738"/>
              <a:chExt cx="517525" cy="514350"/>
            </a:xfrm>
          </p:grpSpPr>
          <p:sp>
            <p:nvSpPr>
              <p:cNvPr id="78" name="Freeform 20">
                <a:extLst>
                  <a:ext uri="{FF2B5EF4-FFF2-40B4-BE49-F238E27FC236}">
                    <a16:creationId xmlns:a16="http://schemas.microsoft.com/office/drawing/2014/main" id="{B896A82B-5CDD-44F8-8A84-3B6A3BE210C8}"/>
                  </a:ext>
                </a:extLst>
              </p:cNvPr>
              <p:cNvSpPr>
                <a:spLocks noEditPoints="1"/>
              </p:cNvSpPr>
              <p:nvPr/>
            </p:nvSpPr>
            <p:spPr bwMode="auto">
              <a:xfrm>
                <a:off x="4475163" y="2725738"/>
                <a:ext cx="517525" cy="514350"/>
              </a:xfrm>
              <a:custGeom>
                <a:avLst/>
                <a:gdLst>
                  <a:gd name="T0" fmla="*/ 1621 w 1946"/>
                  <a:gd name="T1" fmla="*/ 1838 h 1932"/>
                  <a:gd name="T2" fmla="*/ 1621 w 1946"/>
                  <a:gd name="T3" fmla="*/ 1904 h 1932"/>
                  <a:gd name="T4" fmla="*/ 327 w 1946"/>
                  <a:gd name="T5" fmla="*/ 1904 h 1932"/>
                  <a:gd name="T6" fmla="*/ 327 w 1946"/>
                  <a:gd name="T7" fmla="*/ 1837 h 1932"/>
                  <a:gd name="T8" fmla="*/ 892 w 1946"/>
                  <a:gd name="T9" fmla="*/ 1837 h 1932"/>
                  <a:gd name="T10" fmla="*/ 892 w 1946"/>
                  <a:gd name="T11" fmla="*/ 1474 h 1932"/>
                  <a:gd name="T12" fmla="*/ 1054 w 1946"/>
                  <a:gd name="T13" fmla="*/ 1474 h 1932"/>
                  <a:gd name="T14" fmla="*/ 1054 w 1946"/>
                  <a:gd name="T15" fmla="*/ 1838 h 1932"/>
                  <a:gd name="T16" fmla="*/ 1621 w 1946"/>
                  <a:gd name="T17" fmla="*/ 1838 h 1932"/>
                  <a:gd name="T18" fmla="*/ 1828 w 1946"/>
                  <a:gd name="T19" fmla="*/ 1446 h 1932"/>
                  <a:gd name="T20" fmla="*/ 118 w 1946"/>
                  <a:gd name="T21" fmla="*/ 1446 h 1932"/>
                  <a:gd name="T22" fmla="*/ 28 w 1946"/>
                  <a:gd name="T23" fmla="*/ 1356 h 1932"/>
                  <a:gd name="T24" fmla="*/ 28 w 1946"/>
                  <a:gd name="T25" fmla="*/ 118 h 1932"/>
                  <a:gd name="T26" fmla="*/ 118 w 1946"/>
                  <a:gd name="T27" fmla="*/ 28 h 1932"/>
                  <a:gd name="T28" fmla="*/ 1828 w 1946"/>
                  <a:gd name="T29" fmla="*/ 28 h 1932"/>
                  <a:gd name="T30" fmla="*/ 1918 w 1946"/>
                  <a:gd name="T31" fmla="*/ 118 h 1932"/>
                  <a:gd name="T32" fmla="*/ 1918 w 1946"/>
                  <a:gd name="T33" fmla="*/ 540 h 1932"/>
                  <a:gd name="T34" fmla="*/ 1946 w 1946"/>
                  <a:gd name="T35" fmla="*/ 529 h 1932"/>
                  <a:gd name="T36" fmla="*/ 1946 w 1946"/>
                  <a:gd name="T37" fmla="*/ 118 h 1932"/>
                  <a:gd name="T38" fmla="*/ 1828 w 1946"/>
                  <a:gd name="T39" fmla="*/ 0 h 1932"/>
                  <a:gd name="T40" fmla="*/ 118 w 1946"/>
                  <a:gd name="T41" fmla="*/ 0 h 1932"/>
                  <a:gd name="T42" fmla="*/ 0 w 1946"/>
                  <a:gd name="T43" fmla="*/ 118 h 1932"/>
                  <a:gd name="T44" fmla="*/ 0 w 1946"/>
                  <a:gd name="T45" fmla="*/ 1356 h 1932"/>
                  <a:gd name="T46" fmla="*/ 118 w 1946"/>
                  <a:gd name="T47" fmla="*/ 1474 h 1932"/>
                  <a:gd name="T48" fmla="*/ 864 w 1946"/>
                  <a:gd name="T49" fmla="*/ 1474 h 1932"/>
                  <a:gd name="T50" fmla="*/ 864 w 1946"/>
                  <a:gd name="T51" fmla="*/ 1809 h 1932"/>
                  <a:gd name="T52" fmla="*/ 298 w 1946"/>
                  <a:gd name="T53" fmla="*/ 1809 h 1932"/>
                  <a:gd name="T54" fmla="*/ 298 w 1946"/>
                  <a:gd name="T55" fmla="*/ 1932 h 1932"/>
                  <a:gd name="T56" fmla="*/ 1649 w 1946"/>
                  <a:gd name="T57" fmla="*/ 1932 h 1932"/>
                  <a:gd name="T58" fmla="*/ 1649 w 1946"/>
                  <a:gd name="T59" fmla="*/ 1809 h 1932"/>
                  <a:gd name="T60" fmla="*/ 1083 w 1946"/>
                  <a:gd name="T61" fmla="*/ 1809 h 1932"/>
                  <a:gd name="T62" fmla="*/ 1083 w 1946"/>
                  <a:gd name="T63" fmla="*/ 1474 h 1932"/>
                  <a:gd name="T64" fmla="*/ 1828 w 1946"/>
                  <a:gd name="T65" fmla="*/ 1474 h 1932"/>
                  <a:gd name="T66" fmla="*/ 1932 w 1946"/>
                  <a:gd name="T67" fmla="*/ 1412 h 1932"/>
                  <a:gd name="T68" fmla="*/ 1906 w 1946"/>
                  <a:gd name="T69" fmla="*/ 1401 h 1932"/>
                  <a:gd name="T70" fmla="*/ 1828 w 1946"/>
                  <a:gd name="T71" fmla="*/ 1446 h 19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46" h="1932">
                    <a:moveTo>
                      <a:pt x="1621" y="1838"/>
                    </a:moveTo>
                    <a:lnTo>
                      <a:pt x="1621" y="1904"/>
                    </a:lnTo>
                    <a:lnTo>
                      <a:pt x="327" y="1904"/>
                    </a:lnTo>
                    <a:lnTo>
                      <a:pt x="327" y="1837"/>
                    </a:lnTo>
                    <a:lnTo>
                      <a:pt x="892" y="1837"/>
                    </a:lnTo>
                    <a:lnTo>
                      <a:pt x="892" y="1474"/>
                    </a:lnTo>
                    <a:lnTo>
                      <a:pt x="1054" y="1474"/>
                    </a:lnTo>
                    <a:lnTo>
                      <a:pt x="1054" y="1838"/>
                    </a:lnTo>
                    <a:lnTo>
                      <a:pt x="1621" y="1838"/>
                    </a:lnTo>
                    <a:close/>
                    <a:moveTo>
                      <a:pt x="1828" y="1446"/>
                    </a:moveTo>
                    <a:lnTo>
                      <a:pt x="118" y="1446"/>
                    </a:lnTo>
                    <a:cubicBezTo>
                      <a:pt x="69" y="1446"/>
                      <a:pt x="28" y="1405"/>
                      <a:pt x="28" y="1356"/>
                    </a:cubicBezTo>
                    <a:lnTo>
                      <a:pt x="28" y="118"/>
                    </a:lnTo>
                    <a:cubicBezTo>
                      <a:pt x="28" y="69"/>
                      <a:pt x="69" y="28"/>
                      <a:pt x="118" y="28"/>
                    </a:cubicBezTo>
                    <a:lnTo>
                      <a:pt x="1828" y="28"/>
                    </a:lnTo>
                    <a:cubicBezTo>
                      <a:pt x="1878" y="28"/>
                      <a:pt x="1918" y="69"/>
                      <a:pt x="1918" y="118"/>
                    </a:cubicBezTo>
                    <a:lnTo>
                      <a:pt x="1918" y="540"/>
                    </a:lnTo>
                    <a:cubicBezTo>
                      <a:pt x="1927" y="536"/>
                      <a:pt x="1937" y="532"/>
                      <a:pt x="1946" y="529"/>
                    </a:cubicBezTo>
                    <a:lnTo>
                      <a:pt x="1946" y="118"/>
                    </a:lnTo>
                    <a:cubicBezTo>
                      <a:pt x="1946" y="53"/>
                      <a:pt x="1893" y="0"/>
                      <a:pt x="1828" y="0"/>
                    </a:cubicBezTo>
                    <a:lnTo>
                      <a:pt x="118" y="0"/>
                    </a:lnTo>
                    <a:cubicBezTo>
                      <a:pt x="53" y="0"/>
                      <a:pt x="0" y="53"/>
                      <a:pt x="0" y="118"/>
                    </a:cubicBezTo>
                    <a:lnTo>
                      <a:pt x="0" y="1356"/>
                    </a:lnTo>
                    <a:cubicBezTo>
                      <a:pt x="0" y="1421"/>
                      <a:pt x="53" y="1474"/>
                      <a:pt x="118" y="1474"/>
                    </a:cubicBezTo>
                    <a:lnTo>
                      <a:pt x="864" y="1474"/>
                    </a:lnTo>
                    <a:lnTo>
                      <a:pt x="864" y="1809"/>
                    </a:lnTo>
                    <a:lnTo>
                      <a:pt x="298" y="1809"/>
                    </a:lnTo>
                    <a:lnTo>
                      <a:pt x="298" y="1932"/>
                    </a:lnTo>
                    <a:lnTo>
                      <a:pt x="1649" y="1932"/>
                    </a:lnTo>
                    <a:lnTo>
                      <a:pt x="1649" y="1809"/>
                    </a:lnTo>
                    <a:lnTo>
                      <a:pt x="1083" y="1809"/>
                    </a:lnTo>
                    <a:lnTo>
                      <a:pt x="1083" y="1474"/>
                    </a:lnTo>
                    <a:lnTo>
                      <a:pt x="1828" y="1474"/>
                    </a:lnTo>
                    <a:cubicBezTo>
                      <a:pt x="1873" y="1474"/>
                      <a:pt x="1912" y="1449"/>
                      <a:pt x="1932" y="1412"/>
                    </a:cubicBezTo>
                    <a:cubicBezTo>
                      <a:pt x="1923" y="1408"/>
                      <a:pt x="1914" y="1405"/>
                      <a:pt x="1906" y="1401"/>
                    </a:cubicBezTo>
                    <a:cubicBezTo>
                      <a:pt x="1890" y="1427"/>
                      <a:pt x="1861" y="1446"/>
                      <a:pt x="1828" y="1446"/>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79" name="Rectangle 21">
                <a:extLst>
                  <a:ext uri="{FF2B5EF4-FFF2-40B4-BE49-F238E27FC236}">
                    <a16:creationId xmlns:a16="http://schemas.microsoft.com/office/drawing/2014/main" id="{695DE3B9-F64C-4FB6-AFB6-AAF26DFCE4B0}"/>
                  </a:ext>
                </a:extLst>
              </p:cNvPr>
              <p:cNvSpPr>
                <a:spLocks noChangeArrowheads="1"/>
              </p:cNvSpPr>
              <p:nvPr/>
            </p:nvSpPr>
            <p:spPr bwMode="auto">
              <a:xfrm>
                <a:off x="4521200" y="2757488"/>
                <a:ext cx="427038" cy="1588"/>
              </a:xfrm>
              <a:prstGeom prst="rect">
                <a:avLst/>
              </a:prstGeom>
              <a:solidFill>
                <a:srgbClr val="17171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80" name="Rectangle 22">
                <a:extLst>
                  <a:ext uri="{FF2B5EF4-FFF2-40B4-BE49-F238E27FC236}">
                    <a16:creationId xmlns:a16="http://schemas.microsoft.com/office/drawing/2014/main" id="{AD166904-3B95-4D50-95EE-4FE77C67CC38}"/>
                  </a:ext>
                </a:extLst>
              </p:cNvPr>
              <p:cNvSpPr>
                <a:spLocks noChangeArrowheads="1"/>
              </p:cNvSpPr>
              <p:nvPr/>
            </p:nvSpPr>
            <p:spPr bwMode="auto">
              <a:xfrm>
                <a:off x="4521200" y="3084513"/>
                <a:ext cx="427038" cy="1588"/>
              </a:xfrm>
              <a:prstGeom prst="rect">
                <a:avLst/>
              </a:prstGeom>
              <a:solidFill>
                <a:srgbClr val="17171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81" name="Rectangle 23">
                <a:extLst>
                  <a:ext uri="{FF2B5EF4-FFF2-40B4-BE49-F238E27FC236}">
                    <a16:creationId xmlns:a16="http://schemas.microsoft.com/office/drawing/2014/main" id="{12F809F2-0B0C-4178-919F-8724FCC2E691}"/>
                  </a:ext>
                </a:extLst>
              </p:cNvPr>
              <p:cNvSpPr>
                <a:spLocks noChangeArrowheads="1"/>
              </p:cNvSpPr>
              <p:nvPr/>
            </p:nvSpPr>
            <p:spPr bwMode="auto">
              <a:xfrm>
                <a:off x="4595813" y="2797175"/>
                <a:ext cx="38100" cy="263525"/>
              </a:xfrm>
              <a:prstGeom prst="rect">
                <a:avLst/>
              </a:prstGeom>
              <a:solidFill>
                <a:srgbClr val="BBBDB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82" name="Rectangle 24">
                <a:extLst>
                  <a:ext uri="{FF2B5EF4-FFF2-40B4-BE49-F238E27FC236}">
                    <a16:creationId xmlns:a16="http://schemas.microsoft.com/office/drawing/2014/main" id="{AEA2B10B-4079-4025-A10F-74D17E92768B}"/>
                  </a:ext>
                </a:extLst>
              </p:cNvPr>
              <p:cNvSpPr>
                <a:spLocks noChangeArrowheads="1"/>
              </p:cNvSpPr>
              <p:nvPr/>
            </p:nvSpPr>
            <p:spPr bwMode="auto">
              <a:xfrm>
                <a:off x="4646613" y="2871788"/>
                <a:ext cx="38100" cy="188913"/>
              </a:xfrm>
              <a:prstGeom prst="rect">
                <a:avLst/>
              </a:prstGeom>
              <a:solidFill>
                <a:srgbClr val="BBBDB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83" name="Rectangle 25">
                <a:extLst>
                  <a:ext uri="{FF2B5EF4-FFF2-40B4-BE49-F238E27FC236}">
                    <a16:creationId xmlns:a16="http://schemas.microsoft.com/office/drawing/2014/main" id="{F6820022-7A3F-436C-9A05-5DEC03C7D0F6}"/>
                  </a:ext>
                </a:extLst>
              </p:cNvPr>
              <p:cNvSpPr>
                <a:spLocks noChangeArrowheads="1"/>
              </p:cNvSpPr>
              <p:nvPr/>
            </p:nvSpPr>
            <p:spPr bwMode="auto">
              <a:xfrm>
                <a:off x="4545013" y="2922588"/>
                <a:ext cx="38100" cy="138113"/>
              </a:xfrm>
              <a:prstGeom prst="rect">
                <a:avLst/>
              </a:prstGeom>
              <a:solidFill>
                <a:srgbClr val="BBBDB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84" name="Freeform 26">
                <a:extLst>
                  <a:ext uri="{FF2B5EF4-FFF2-40B4-BE49-F238E27FC236}">
                    <a16:creationId xmlns:a16="http://schemas.microsoft.com/office/drawing/2014/main" id="{00288BB7-F332-4992-BF12-C9F5D38070AC}"/>
                  </a:ext>
                </a:extLst>
              </p:cNvPr>
              <p:cNvSpPr>
                <a:spLocks/>
              </p:cNvSpPr>
              <p:nvPr/>
            </p:nvSpPr>
            <p:spPr bwMode="auto">
              <a:xfrm>
                <a:off x="4719638" y="2871788"/>
                <a:ext cx="190500" cy="188913"/>
              </a:xfrm>
              <a:custGeom>
                <a:avLst/>
                <a:gdLst>
                  <a:gd name="T0" fmla="*/ 120 w 120"/>
                  <a:gd name="T1" fmla="*/ 119 h 119"/>
                  <a:gd name="T2" fmla="*/ 0 w 120"/>
                  <a:gd name="T3" fmla="*/ 119 h 119"/>
                  <a:gd name="T4" fmla="*/ 0 w 120"/>
                  <a:gd name="T5" fmla="*/ 0 h 119"/>
                  <a:gd name="T6" fmla="*/ 2 w 120"/>
                  <a:gd name="T7" fmla="*/ 0 h 119"/>
                  <a:gd name="T8" fmla="*/ 2 w 120"/>
                  <a:gd name="T9" fmla="*/ 117 h 119"/>
                  <a:gd name="T10" fmla="*/ 120 w 120"/>
                  <a:gd name="T11" fmla="*/ 117 h 119"/>
                  <a:gd name="T12" fmla="*/ 120 w 120"/>
                  <a:gd name="T13" fmla="*/ 119 h 119"/>
                </a:gdLst>
                <a:ahLst/>
                <a:cxnLst>
                  <a:cxn ang="0">
                    <a:pos x="T0" y="T1"/>
                  </a:cxn>
                  <a:cxn ang="0">
                    <a:pos x="T2" y="T3"/>
                  </a:cxn>
                  <a:cxn ang="0">
                    <a:pos x="T4" y="T5"/>
                  </a:cxn>
                  <a:cxn ang="0">
                    <a:pos x="T6" y="T7"/>
                  </a:cxn>
                  <a:cxn ang="0">
                    <a:pos x="T8" y="T9"/>
                  </a:cxn>
                  <a:cxn ang="0">
                    <a:pos x="T10" y="T11"/>
                  </a:cxn>
                  <a:cxn ang="0">
                    <a:pos x="T12" y="T13"/>
                  </a:cxn>
                </a:cxnLst>
                <a:rect l="0" t="0" r="r" b="b"/>
                <a:pathLst>
                  <a:path w="120" h="119">
                    <a:moveTo>
                      <a:pt x="120" y="119"/>
                    </a:moveTo>
                    <a:lnTo>
                      <a:pt x="0" y="119"/>
                    </a:lnTo>
                    <a:lnTo>
                      <a:pt x="0" y="0"/>
                    </a:lnTo>
                    <a:lnTo>
                      <a:pt x="2" y="0"/>
                    </a:lnTo>
                    <a:lnTo>
                      <a:pt x="2" y="117"/>
                    </a:lnTo>
                    <a:lnTo>
                      <a:pt x="120" y="117"/>
                    </a:lnTo>
                    <a:lnTo>
                      <a:pt x="120" y="119"/>
                    </a:lnTo>
                    <a:close/>
                  </a:path>
                </a:pathLst>
              </a:custGeom>
              <a:solidFill>
                <a:srgbClr val="171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85" name="Freeform 27">
                <a:extLst>
                  <a:ext uri="{FF2B5EF4-FFF2-40B4-BE49-F238E27FC236}">
                    <a16:creationId xmlns:a16="http://schemas.microsoft.com/office/drawing/2014/main" id="{AF0A39F8-9B24-4908-AAA6-0D8102EACD19}"/>
                  </a:ext>
                </a:extLst>
              </p:cNvPr>
              <p:cNvSpPr>
                <a:spLocks/>
              </p:cNvSpPr>
              <p:nvPr/>
            </p:nvSpPr>
            <p:spPr bwMode="auto">
              <a:xfrm>
                <a:off x="4741863" y="2871788"/>
                <a:ext cx="158750" cy="166688"/>
              </a:xfrm>
              <a:custGeom>
                <a:avLst/>
                <a:gdLst>
                  <a:gd name="T0" fmla="*/ 19 w 599"/>
                  <a:gd name="T1" fmla="*/ 628 h 628"/>
                  <a:gd name="T2" fmla="*/ 17 w 599"/>
                  <a:gd name="T3" fmla="*/ 628 h 628"/>
                  <a:gd name="T4" fmla="*/ 1 w 599"/>
                  <a:gd name="T5" fmla="*/ 608 h 628"/>
                  <a:gd name="T6" fmla="*/ 161 w 599"/>
                  <a:gd name="T7" fmla="*/ 314 h 628"/>
                  <a:gd name="T8" fmla="*/ 290 w 599"/>
                  <a:gd name="T9" fmla="*/ 405 h 628"/>
                  <a:gd name="T10" fmla="*/ 397 w 599"/>
                  <a:gd name="T11" fmla="*/ 486 h 628"/>
                  <a:gd name="T12" fmla="*/ 562 w 599"/>
                  <a:gd name="T13" fmla="*/ 17 h 628"/>
                  <a:gd name="T14" fmla="*/ 582 w 599"/>
                  <a:gd name="T15" fmla="*/ 1 h 628"/>
                  <a:gd name="T16" fmla="*/ 599 w 599"/>
                  <a:gd name="T17" fmla="*/ 20 h 628"/>
                  <a:gd name="T18" fmla="*/ 397 w 599"/>
                  <a:gd name="T19" fmla="*/ 522 h 628"/>
                  <a:gd name="T20" fmla="*/ 261 w 599"/>
                  <a:gd name="T21" fmla="*/ 427 h 628"/>
                  <a:gd name="T22" fmla="*/ 161 w 599"/>
                  <a:gd name="T23" fmla="*/ 350 h 628"/>
                  <a:gd name="T24" fmla="*/ 37 w 599"/>
                  <a:gd name="T25" fmla="*/ 613 h 628"/>
                  <a:gd name="T26" fmla="*/ 19 w 599"/>
                  <a:gd name="T27" fmla="*/ 628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99" h="628">
                    <a:moveTo>
                      <a:pt x="19" y="628"/>
                    </a:moveTo>
                    <a:cubicBezTo>
                      <a:pt x="19" y="628"/>
                      <a:pt x="18" y="628"/>
                      <a:pt x="17" y="628"/>
                    </a:cubicBezTo>
                    <a:cubicBezTo>
                      <a:pt x="7" y="627"/>
                      <a:pt x="0" y="618"/>
                      <a:pt x="1" y="608"/>
                    </a:cubicBezTo>
                    <a:cubicBezTo>
                      <a:pt x="6" y="577"/>
                      <a:pt x="46" y="314"/>
                      <a:pt x="161" y="314"/>
                    </a:cubicBezTo>
                    <a:cubicBezTo>
                      <a:pt x="220" y="314"/>
                      <a:pt x="255" y="360"/>
                      <a:pt x="290" y="405"/>
                    </a:cubicBezTo>
                    <a:cubicBezTo>
                      <a:pt x="322" y="446"/>
                      <a:pt x="352" y="486"/>
                      <a:pt x="397" y="486"/>
                    </a:cubicBezTo>
                    <a:cubicBezTo>
                      <a:pt x="488" y="486"/>
                      <a:pt x="547" y="198"/>
                      <a:pt x="562" y="17"/>
                    </a:cubicBezTo>
                    <a:cubicBezTo>
                      <a:pt x="563" y="7"/>
                      <a:pt x="572" y="0"/>
                      <a:pt x="582" y="1"/>
                    </a:cubicBezTo>
                    <a:cubicBezTo>
                      <a:pt x="592" y="1"/>
                      <a:pt x="599" y="10"/>
                      <a:pt x="599" y="20"/>
                    </a:cubicBezTo>
                    <a:cubicBezTo>
                      <a:pt x="594" y="72"/>
                      <a:pt x="551" y="522"/>
                      <a:pt x="397" y="522"/>
                    </a:cubicBezTo>
                    <a:cubicBezTo>
                      <a:pt x="334" y="522"/>
                      <a:pt x="296" y="472"/>
                      <a:pt x="261" y="427"/>
                    </a:cubicBezTo>
                    <a:cubicBezTo>
                      <a:pt x="231" y="387"/>
                      <a:pt x="202" y="350"/>
                      <a:pt x="161" y="350"/>
                    </a:cubicBezTo>
                    <a:cubicBezTo>
                      <a:pt x="98" y="350"/>
                      <a:pt x="52" y="511"/>
                      <a:pt x="37" y="613"/>
                    </a:cubicBezTo>
                    <a:cubicBezTo>
                      <a:pt x="36" y="622"/>
                      <a:pt x="28" y="628"/>
                      <a:pt x="19" y="628"/>
                    </a:cubicBezTo>
                  </a:path>
                </a:pathLst>
              </a:custGeom>
              <a:solidFill>
                <a:srgbClr val="BBBD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grpSp>
        <p:sp>
          <p:nvSpPr>
            <p:cNvPr id="86" name="Freeform 28">
              <a:extLst>
                <a:ext uri="{FF2B5EF4-FFF2-40B4-BE49-F238E27FC236}">
                  <a16:creationId xmlns:a16="http://schemas.microsoft.com/office/drawing/2014/main" id="{4A882333-A987-4948-A720-AE59361F674E}"/>
                </a:ext>
              </a:extLst>
            </p:cNvPr>
            <p:cNvSpPr>
              <a:spLocks/>
            </p:cNvSpPr>
            <p:nvPr/>
          </p:nvSpPr>
          <p:spPr bwMode="auto">
            <a:xfrm>
              <a:off x="4910138" y="2859088"/>
              <a:ext cx="250825" cy="250825"/>
            </a:xfrm>
            <a:custGeom>
              <a:avLst/>
              <a:gdLst>
                <a:gd name="T0" fmla="*/ 806 w 944"/>
                <a:gd name="T1" fmla="*/ 138 h 945"/>
                <a:gd name="T2" fmla="*/ 472 w 944"/>
                <a:gd name="T3" fmla="*/ 472 h 945"/>
                <a:gd name="T4" fmla="*/ 472 w 944"/>
                <a:gd name="T5" fmla="*/ 0 h 945"/>
                <a:gd name="T6" fmla="*/ 311 w 944"/>
                <a:gd name="T7" fmla="*/ 28 h 945"/>
                <a:gd name="T8" fmla="*/ 283 w 944"/>
                <a:gd name="T9" fmla="*/ 39 h 945"/>
                <a:gd name="T10" fmla="*/ 0 w 944"/>
                <a:gd name="T11" fmla="*/ 472 h 945"/>
                <a:gd name="T12" fmla="*/ 271 w 944"/>
                <a:gd name="T13" fmla="*/ 900 h 945"/>
                <a:gd name="T14" fmla="*/ 297 w 944"/>
                <a:gd name="T15" fmla="*/ 911 h 945"/>
                <a:gd name="T16" fmla="*/ 472 w 944"/>
                <a:gd name="T17" fmla="*/ 945 h 945"/>
                <a:gd name="T18" fmla="*/ 944 w 944"/>
                <a:gd name="T19" fmla="*/ 472 h 945"/>
                <a:gd name="T20" fmla="*/ 806 w 944"/>
                <a:gd name="T21" fmla="*/ 138 h 9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4" h="945">
                  <a:moveTo>
                    <a:pt x="806" y="138"/>
                  </a:moveTo>
                  <a:lnTo>
                    <a:pt x="472" y="472"/>
                  </a:lnTo>
                  <a:lnTo>
                    <a:pt x="472" y="0"/>
                  </a:lnTo>
                  <a:cubicBezTo>
                    <a:pt x="416" y="0"/>
                    <a:pt x="361" y="10"/>
                    <a:pt x="311" y="28"/>
                  </a:cubicBezTo>
                  <a:cubicBezTo>
                    <a:pt x="302" y="31"/>
                    <a:pt x="292" y="35"/>
                    <a:pt x="283" y="39"/>
                  </a:cubicBezTo>
                  <a:cubicBezTo>
                    <a:pt x="116" y="112"/>
                    <a:pt x="0" y="278"/>
                    <a:pt x="0" y="472"/>
                  </a:cubicBezTo>
                  <a:cubicBezTo>
                    <a:pt x="0" y="661"/>
                    <a:pt x="110" y="824"/>
                    <a:pt x="271" y="900"/>
                  </a:cubicBezTo>
                  <a:cubicBezTo>
                    <a:pt x="279" y="904"/>
                    <a:pt x="288" y="907"/>
                    <a:pt x="297" y="911"/>
                  </a:cubicBezTo>
                  <a:cubicBezTo>
                    <a:pt x="351" y="933"/>
                    <a:pt x="410" y="945"/>
                    <a:pt x="472" y="945"/>
                  </a:cubicBezTo>
                  <a:cubicBezTo>
                    <a:pt x="733" y="945"/>
                    <a:pt x="944" y="733"/>
                    <a:pt x="944" y="472"/>
                  </a:cubicBezTo>
                  <a:cubicBezTo>
                    <a:pt x="944" y="342"/>
                    <a:pt x="892" y="224"/>
                    <a:pt x="806" y="138"/>
                  </a:cubicBezTo>
                </a:path>
              </a:pathLst>
            </a:custGeom>
            <a:solidFill>
              <a:srgbClr val="DB2E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87" name="Freeform 29">
              <a:extLst>
                <a:ext uri="{FF2B5EF4-FFF2-40B4-BE49-F238E27FC236}">
                  <a16:creationId xmlns:a16="http://schemas.microsoft.com/office/drawing/2014/main" id="{8DFE921D-8AA6-4184-9BD7-876B16264AB9}"/>
                </a:ext>
              </a:extLst>
            </p:cNvPr>
            <p:cNvSpPr>
              <a:spLocks/>
            </p:cNvSpPr>
            <p:nvPr/>
          </p:nvSpPr>
          <p:spPr bwMode="auto">
            <a:xfrm>
              <a:off x="5054600" y="2811463"/>
              <a:ext cx="88900" cy="125413"/>
            </a:xfrm>
            <a:custGeom>
              <a:avLst/>
              <a:gdLst>
                <a:gd name="T0" fmla="*/ 334 w 334"/>
                <a:gd name="T1" fmla="*/ 139 h 473"/>
                <a:gd name="T2" fmla="*/ 0 w 334"/>
                <a:gd name="T3" fmla="*/ 0 h 473"/>
                <a:gd name="T4" fmla="*/ 0 w 334"/>
                <a:gd name="T5" fmla="*/ 473 h 473"/>
                <a:gd name="T6" fmla="*/ 334 w 334"/>
                <a:gd name="T7" fmla="*/ 139 h 473"/>
              </a:gdLst>
              <a:ahLst/>
              <a:cxnLst>
                <a:cxn ang="0">
                  <a:pos x="T0" y="T1"/>
                </a:cxn>
                <a:cxn ang="0">
                  <a:pos x="T2" y="T3"/>
                </a:cxn>
                <a:cxn ang="0">
                  <a:pos x="T4" y="T5"/>
                </a:cxn>
                <a:cxn ang="0">
                  <a:pos x="T6" y="T7"/>
                </a:cxn>
              </a:cxnLst>
              <a:rect l="0" t="0" r="r" b="b"/>
              <a:pathLst>
                <a:path w="334" h="473">
                  <a:moveTo>
                    <a:pt x="334" y="139"/>
                  </a:moveTo>
                  <a:cubicBezTo>
                    <a:pt x="249" y="53"/>
                    <a:pt x="131" y="0"/>
                    <a:pt x="0" y="0"/>
                  </a:cubicBezTo>
                  <a:lnTo>
                    <a:pt x="0" y="473"/>
                  </a:lnTo>
                  <a:lnTo>
                    <a:pt x="334" y="139"/>
                  </a:lnTo>
                  <a:close/>
                </a:path>
              </a:pathLst>
            </a:custGeom>
            <a:solidFill>
              <a:srgbClr val="DB2E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grpSp>
      <p:grpSp>
        <p:nvGrpSpPr>
          <p:cNvPr id="1071" name="Group 1070">
            <a:extLst>
              <a:ext uri="{FF2B5EF4-FFF2-40B4-BE49-F238E27FC236}">
                <a16:creationId xmlns:a16="http://schemas.microsoft.com/office/drawing/2014/main" id="{1F346ACC-3E34-429C-861C-E84C614A7728}"/>
              </a:ext>
            </a:extLst>
          </p:cNvPr>
          <p:cNvGrpSpPr/>
          <p:nvPr/>
        </p:nvGrpSpPr>
        <p:grpSpPr>
          <a:xfrm>
            <a:off x="5346701" y="2732088"/>
            <a:ext cx="534987" cy="511175"/>
            <a:chOff x="5346701" y="2732088"/>
            <a:chExt cx="534987" cy="511175"/>
          </a:xfrm>
        </p:grpSpPr>
        <p:sp>
          <p:nvSpPr>
            <p:cNvPr id="1028" name="Oval 41">
              <a:extLst>
                <a:ext uri="{FF2B5EF4-FFF2-40B4-BE49-F238E27FC236}">
                  <a16:creationId xmlns:a16="http://schemas.microsoft.com/office/drawing/2014/main" id="{A8109B19-3F8A-4EA5-9079-5E240BE25526}"/>
                </a:ext>
              </a:extLst>
            </p:cNvPr>
            <p:cNvSpPr>
              <a:spLocks noChangeArrowheads="1"/>
            </p:cNvSpPr>
            <p:nvPr/>
          </p:nvSpPr>
          <p:spPr bwMode="auto">
            <a:xfrm>
              <a:off x="5692776" y="2921000"/>
              <a:ext cx="90488" cy="92075"/>
            </a:xfrm>
            <a:prstGeom prst="ellipse">
              <a:avLst/>
            </a:prstGeom>
            <a:solidFill>
              <a:srgbClr val="DB2E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029" name="Freeform 42">
              <a:extLst>
                <a:ext uri="{FF2B5EF4-FFF2-40B4-BE49-F238E27FC236}">
                  <a16:creationId xmlns:a16="http://schemas.microsoft.com/office/drawing/2014/main" id="{1C636DE5-BACA-4AC4-9FA8-126ADD650668}"/>
                </a:ext>
              </a:extLst>
            </p:cNvPr>
            <p:cNvSpPr>
              <a:spLocks noEditPoints="1"/>
            </p:cNvSpPr>
            <p:nvPr/>
          </p:nvSpPr>
          <p:spPr bwMode="auto">
            <a:xfrm>
              <a:off x="5630863" y="2859088"/>
              <a:ext cx="250825" cy="250825"/>
            </a:xfrm>
            <a:custGeom>
              <a:avLst/>
              <a:gdLst>
                <a:gd name="T0" fmla="*/ 678 w 944"/>
                <a:gd name="T1" fmla="*/ 745 h 945"/>
                <a:gd name="T2" fmla="*/ 538 w 944"/>
                <a:gd name="T3" fmla="*/ 605 h 945"/>
                <a:gd name="T4" fmla="*/ 406 w 944"/>
                <a:gd name="T5" fmla="*/ 645 h 945"/>
                <a:gd name="T6" fmla="*/ 168 w 944"/>
                <a:gd name="T7" fmla="*/ 406 h 945"/>
                <a:gd name="T8" fmla="*/ 406 w 944"/>
                <a:gd name="T9" fmla="*/ 168 h 945"/>
                <a:gd name="T10" fmla="*/ 645 w 944"/>
                <a:gd name="T11" fmla="*/ 406 h 945"/>
                <a:gd name="T12" fmla="*/ 605 w 944"/>
                <a:gd name="T13" fmla="*/ 538 h 945"/>
                <a:gd name="T14" fmla="*/ 745 w 944"/>
                <a:gd name="T15" fmla="*/ 678 h 945"/>
                <a:gd name="T16" fmla="*/ 678 w 944"/>
                <a:gd name="T17" fmla="*/ 745 h 945"/>
                <a:gd name="T18" fmla="*/ 472 w 944"/>
                <a:gd name="T19" fmla="*/ 0 h 945"/>
                <a:gd name="T20" fmla="*/ 288 w 944"/>
                <a:gd name="T21" fmla="*/ 37 h 945"/>
                <a:gd name="T22" fmla="*/ 278 w 944"/>
                <a:gd name="T23" fmla="*/ 42 h 945"/>
                <a:gd name="T24" fmla="*/ 217 w 944"/>
                <a:gd name="T25" fmla="*/ 75 h 945"/>
                <a:gd name="T26" fmla="*/ 189 w 944"/>
                <a:gd name="T27" fmla="*/ 94 h 945"/>
                <a:gd name="T28" fmla="*/ 0 w 944"/>
                <a:gd name="T29" fmla="*/ 472 h 945"/>
                <a:gd name="T30" fmla="*/ 189 w 944"/>
                <a:gd name="T31" fmla="*/ 850 h 945"/>
                <a:gd name="T32" fmla="*/ 217 w 944"/>
                <a:gd name="T33" fmla="*/ 870 h 945"/>
                <a:gd name="T34" fmla="*/ 278 w 944"/>
                <a:gd name="T35" fmla="*/ 903 h 945"/>
                <a:gd name="T36" fmla="*/ 288 w 944"/>
                <a:gd name="T37" fmla="*/ 908 h 945"/>
                <a:gd name="T38" fmla="*/ 472 w 944"/>
                <a:gd name="T39" fmla="*/ 945 h 945"/>
                <a:gd name="T40" fmla="*/ 944 w 944"/>
                <a:gd name="T41" fmla="*/ 472 h 945"/>
                <a:gd name="T42" fmla="*/ 472 w 944"/>
                <a:gd name="T43" fmla="*/ 0 h 9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44" h="945">
                  <a:moveTo>
                    <a:pt x="678" y="745"/>
                  </a:moveTo>
                  <a:lnTo>
                    <a:pt x="538" y="605"/>
                  </a:lnTo>
                  <a:cubicBezTo>
                    <a:pt x="500" y="630"/>
                    <a:pt x="455" y="645"/>
                    <a:pt x="406" y="645"/>
                  </a:cubicBezTo>
                  <a:cubicBezTo>
                    <a:pt x="274" y="645"/>
                    <a:pt x="168" y="538"/>
                    <a:pt x="168" y="406"/>
                  </a:cubicBezTo>
                  <a:cubicBezTo>
                    <a:pt x="168" y="274"/>
                    <a:pt x="274" y="168"/>
                    <a:pt x="406" y="168"/>
                  </a:cubicBezTo>
                  <a:cubicBezTo>
                    <a:pt x="538" y="168"/>
                    <a:pt x="645" y="274"/>
                    <a:pt x="645" y="406"/>
                  </a:cubicBezTo>
                  <a:cubicBezTo>
                    <a:pt x="645" y="455"/>
                    <a:pt x="630" y="500"/>
                    <a:pt x="605" y="538"/>
                  </a:cubicBezTo>
                  <a:lnTo>
                    <a:pt x="745" y="678"/>
                  </a:lnTo>
                  <a:lnTo>
                    <a:pt x="678" y="745"/>
                  </a:lnTo>
                  <a:close/>
                  <a:moveTo>
                    <a:pt x="472" y="0"/>
                  </a:moveTo>
                  <a:cubicBezTo>
                    <a:pt x="407" y="0"/>
                    <a:pt x="345" y="13"/>
                    <a:pt x="288" y="37"/>
                  </a:cubicBezTo>
                  <a:cubicBezTo>
                    <a:pt x="285" y="38"/>
                    <a:pt x="281" y="40"/>
                    <a:pt x="278" y="42"/>
                  </a:cubicBezTo>
                  <a:cubicBezTo>
                    <a:pt x="257" y="51"/>
                    <a:pt x="236" y="62"/>
                    <a:pt x="217" y="75"/>
                  </a:cubicBezTo>
                  <a:cubicBezTo>
                    <a:pt x="207" y="81"/>
                    <a:pt x="198" y="87"/>
                    <a:pt x="189" y="94"/>
                  </a:cubicBezTo>
                  <a:cubicBezTo>
                    <a:pt x="74" y="180"/>
                    <a:pt x="0" y="318"/>
                    <a:pt x="0" y="472"/>
                  </a:cubicBezTo>
                  <a:cubicBezTo>
                    <a:pt x="0" y="627"/>
                    <a:pt x="74" y="764"/>
                    <a:pt x="189" y="850"/>
                  </a:cubicBezTo>
                  <a:cubicBezTo>
                    <a:pt x="198" y="857"/>
                    <a:pt x="207" y="864"/>
                    <a:pt x="217" y="870"/>
                  </a:cubicBezTo>
                  <a:cubicBezTo>
                    <a:pt x="236" y="882"/>
                    <a:pt x="257" y="893"/>
                    <a:pt x="278" y="903"/>
                  </a:cubicBezTo>
                  <a:cubicBezTo>
                    <a:pt x="281" y="904"/>
                    <a:pt x="285" y="906"/>
                    <a:pt x="288" y="908"/>
                  </a:cubicBezTo>
                  <a:cubicBezTo>
                    <a:pt x="345" y="931"/>
                    <a:pt x="407" y="945"/>
                    <a:pt x="472" y="945"/>
                  </a:cubicBezTo>
                  <a:cubicBezTo>
                    <a:pt x="733" y="945"/>
                    <a:pt x="944" y="733"/>
                    <a:pt x="944" y="472"/>
                  </a:cubicBezTo>
                  <a:cubicBezTo>
                    <a:pt x="944" y="211"/>
                    <a:pt x="733" y="0"/>
                    <a:pt x="472" y="0"/>
                  </a:cubicBezTo>
                </a:path>
              </a:pathLst>
            </a:custGeom>
            <a:solidFill>
              <a:srgbClr val="DB2E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grpSp>
          <p:nvGrpSpPr>
            <p:cNvPr id="1062" name="Group 1061">
              <a:extLst>
                <a:ext uri="{FF2B5EF4-FFF2-40B4-BE49-F238E27FC236}">
                  <a16:creationId xmlns:a16="http://schemas.microsoft.com/office/drawing/2014/main" id="{F1CA4783-C715-4684-B057-4591186397B7}"/>
                </a:ext>
              </a:extLst>
            </p:cNvPr>
            <p:cNvGrpSpPr/>
            <p:nvPr/>
          </p:nvGrpSpPr>
          <p:grpSpPr>
            <a:xfrm>
              <a:off x="5346701" y="2732088"/>
              <a:ext cx="360362" cy="511175"/>
              <a:chOff x="5346701" y="2732088"/>
              <a:chExt cx="360362" cy="511175"/>
            </a:xfrm>
          </p:grpSpPr>
          <p:sp>
            <p:nvSpPr>
              <p:cNvPr id="90" name="Rectangle 33">
                <a:extLst>
                  <a:ext uri="{FF2B5EF4-FFF2-40B4-BE49-F238E27FC236}">
                    <a16:creationId xmlns:a16="http://schemas.microsoft.com/office/drawing/2014/main" id="{5DFC10C2-1746-4247-ADD0-0C152B07A297}"/>
                  </a:ext>
                </a:extLst>
              </p:cNvPr>
              <p:cNvSpPr>
                <a:spLocks noChangeArrowheads="1"/>
              </p:cNvSpPr>
              <p:nvPr/>
            </p:nvSpPr>
            <p:spPr bwMode="auto">
              <a:xfrm>
                <a:off x="5392738" y="2805113"/>
                <a:ext cx="250825" cy="7938"/>
              </a:xfrm>
              <a:prstGeom prst="rect">
                <a:avLst/>
              </a:prstGeom>
              <a:solidFill>
                <a:srgbClr val="17171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91" name="Rectangle 34">
                <a:extLst>
                  <a:ext uri="{FF2B5EF4-FFF2-40B4-BE49-F238E27FC236}">
                    <a16:creationId xmlns:a16="http://schemas.microsoft.com/office/drawing/2014/main" id="{D3EC4908-F2C4-42A6-B7BA-5B1C181CCDB9}"/>
                  </a:ext>
                </a:extLst>
              </p:cNvPr>
              <p:cNvSpPr>
                <a:spLocks noChangeArrowheads="1"/>
              </p:cNvSpPr>
              <p:nvPr/>
            </p:nvSpPr>
            <p:spPr bwMode="auto">
              <a:xfrm>
                <a:off x="5392738" y="2830513"/>
                <a:ext cx="250825" cy="6350"/>
              </a:xfrm>
              <a:prstGeom prst="rect">
                <a:avLst/>
              </a:prstGeom>
              <a:solidFill>
                <a:srgbClr val="17171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92" name="Rectangle 35">
                <a:extLst>
                  <a:ext uri="{FF2B5EF4-FFF2-40B4-BE49-F238E27FC236}">
                    <a16:creationId xmlns:a16="http://schemas.microsoft.com/office/drawing/2014/main" id="{4294698D-3330-4731-8F60-181F37359549}"/>
                  </a:ext>
                </a:extLst>
              </p:cNvPr>
              <p:cNvSpPr>
                <a:spLocks noChangeArrowheads="1"/>
              </p:cNvSpPr>
              <p:nvPr/>
            </p:nvSpPr>
            <p:spPr bwMode="auto">
              <a:xfrm>
                <a:off x="5392738" y="2855913"/>
                <a:ext cx="161925" cy="6350"/>
              </a:xfrm>
              <a:prstGeom prst="rect">
                <a:avLst/>
              </a:prstGeom>
              <a:solidFill>
                <a:srgbClr val="17171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93" name="Freeform 36">
                <a:extLst>
                  <a:ext uri="{FF2B5EF4-FFF2-40B4-BE49-F238E27FC236}">
                    <a16:creationId xmlns:a16="http://schemas.microsoft.com/office/drawing/2014/main" id="{4C870DEB-D23B-4351-87EC-B9C536C0D446}"/>
                  </a:ext>
                </a:extLst>
              </p:cNvPr>
              <p:cNvSpPr>
                <a:spLocks/>
              </p:cNvSpPr>
              <p:nvPr/>
            </p:nvSpPr>
            <p:spPr bwMode="auto">
              <a:xfrm>
                <a:off x="5392738" y="2989263"/>
                <a:ext cx="250825" cy="212725"/>
              </a:xfrm>
              <a:custGeom>
                <a:avLst/>
                <a:gdLst>
                  <a:gd name="T0" fmla="*/ 158 w 158"/>
                  <a:gd name="T1" fmla="*/ 124 h 134"/>
                  <a:gd name="T2" fmla="*/ 140 w 158"/>
                  <a:gd name="T3" fmla="*/ 114 h 134"/>
                  <a:gd name="T4" fmla="*/ 140 w 158"/>
                  <a:gd name="T5" fmla="*/ 122 h 134"/>
                  <a:gd name="T6" fmla="*/ 5 w 158"/>
                  <a:gd name="T7" fmla="*/ 122 h 134"/>
                  <a:gd name="T8" fmla="*/ 5 w 158"/>
                  <a:gd name="T9" fmla="*/ 0 h 134"/>
                  <a:gd name="T10" fmla="*/ 0 w 158"/>
                  <a:gd name="T11" fmla="*/ 0 h 134"/>
                  <a:gd name="T12" fmla="*/ 0 w 158"/>
                  <a:gd name="T13" fmla="*/ 127 h 134"/>
                  <a:gd name="T14" fmla="*/ 140 w 158"/>
                  <a:gd name="T15" fmla="*/ 127 h 134"/>
                  <a:gd name="T16" fmla="*/ 140 w 158"/>
                  <a:gd name="T17" fmla="*/ 134 h 134"/>
                  <a:gd name="T18" fmla="*/ 158 w 158"/>
                  <a:gd name="T19" fmla="*/ 12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8" h="134">
                    <a:moveTo>
                      <a:pt x="158" y="124"/>
                    </a:moveTo>
                    <a:lnTo>
                      <a:pt x="140" y="114"/>
                    </a:lnTo>
                    <a:lnTo>
                      <a:pt x="140" y="122"/>
                    </a:lnTo>
                    <a:lnTo>
                      <a:pt x="5" y="122"/>
                    </a:lnTo>
                    <a:lnTo>
                      <a:pt x="5" y="0"/>
                    </a:lnTo>
                    <a:lnTo>
                      <a:pt x="0" y="0"/>
                    </a:lnTo>
                    <a:lnTo>
                      <a:pt x="0" y="127"/>
                    </a:lnTo>
                    <a:lnTo>
                      <a:pt x="140" y="127"/>
                    </a:lnTo>
                    <a:lnTo>
                      <a:pt x="140" y="134"/>
                    </a:lnTo>
                    <a:lnTo>
                      <a:pt x="158" y="124"/>
                    </a:lnTo>
                    <a:close/>
                  </a:path>
                </a:pathLst>
              </a:custGeom>
              <a:solidFill>
                <a:srgbClr val="171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94" name="Freeform 37">
                <a:extLst>
                  <a:ext uri="{FF2B5EF4-FFF2-40B4-BE49-F238E27FC236}">
                    <a16:creationId xmlns:a16="http://schemas.microsoft.com/office/drawing/2014/main" id="{A3BB362A-E56D-442A-9474-94AAC8A0E222}"/>
                  </a:ext>
                </a:extLst>
              </p:cNvPr>
              <p:cNvSpPr>
                <a:spLocks/>
              </p:cNvSpPr>
              <p:nvPr/>
            </p:nvSpPr>
            <p:spPr bwMode="auto">
              <a:xfrm>
                <a:off x="5703888" y="3098800"/>
                <a:ext cx="3175" cy="112713"/>
              </a:xfrm>
              <a:custGeom>
                <a:avLst/>
                <a:gdLst>
                  <a:gd name="T0" fmla="*/ 0 w 10"/>
                  <a:gd name="T1" fmla="*/ 420 h 420"/>
                  <a:gd name="T2" fmla="*/ 10 w 10"/>
                  <a:gd name="T3" fmla="*/ 420 h 420"/>
                  <a:gd name="T4" fmla="*/ 10 w 10"/>
                  <a:gd name="T5" fmla="*/ 5 h 420"/>
                  <a:gd name="T6" fmla="*/ 0 w 10"/>
                  <a:gd name="T7" fmla="*/ 0 h 420"/>
                  <a:gd name="T8" fmla="*/ 0 w 10"/>
                  <a:gd name="T9" fmla="*/ 420 h 420"/>
                </a:gdLst>
                <a:ahLst/>
                <a:cxnLst>
                  <a:cxn ang="0">
                    <a:pos x="T0" y="T1"/>
                  </a:cxn>
                  <a:cxn ang="0">
                    <a:pos x="T2" y="T3"/>
                  </a:cxn>
                  <a:cxn ang="0">
                    <a:pos x="T4" y="T5"/>
                  </a:cxn>
                  <a:cxn ang="0">
                    <a:pos x="T6" y="T7"/>
                  </a:cxn>
                  <a:cxn ang="0">
                    <a:pos x="T8" y="T9"/>
                  </a:cxn>
                </a:cxnLst>
                <a:rect l="0" t="0" r="r" b="b"/>
                <a:pathLst>
                  <a:path w="10" h="420">
                    <a:moveTo>
                      <a:pt x="0" y="420"/>
                    </a:moveTo>
                    <a:lnTo>
                      <a:pt x="10" y="420"/>
                    </a:lnTo>
                    <a:lnTo>
                      <a:pt x="10" y="5"/>
                    </a:lnTo>
                    <a:cubicBezTo>
                      <a:pt x="7" y="3"/>
                      <a:pt x="3" y="1"/>
                      <a:pt x="0" y="0"/>
                    </a:cubicBezTo>
                    <a:lnTo>
                      <a:pt x="0" y="42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95" name="Freeform 38">
                <a:extLst>
                  <a:ext uri="{FF2B5EF4-FFF2-40B4-BE49-F238E27FC236}">
                    <a16:creationId xmlns:a16="http://schemas.microsoft.com/office/drawing/2014/main" id="{33A43D92-238F-4C24-8EAC-FB75FE81761B}"/>
                  </a:ext>
                </a:extLst>
              </p:cNvPr>
              <p:cNvSpPr>
                <a:spLocks/>
              </p:cNvSpPr>
              <p:nvPr/>
            </p:nvSpPr>
            <p:spPr bwMode="auto">
              <a:xfrm>
                <a:off x="5430838" y="2732088"/>
                <a:ext cx="276225" cy="138113"/>
              </a:xfrm>
              <a:custGeom>
                <a:avLst/>
                <a:gdLst>
                  <a:gd name="T0" fmla="*/ 1041 w 1041"/>
                  <a:gd name="T1" fmla="*/ 0 h 520"/>
                  <a:gd name="T2" fmla="*/ 0 w 1041"/>
                  <a:gd name="T3" fmla="*/ 0 h 520"/>
                  <a:gd name="T4" fmla="*/ 0 w 1041"/>
                  <a:gd name="T5" fmla="*/ 11 h 520"/>
                  <a:gd name="T6" fmla="*/ 1031 w 1041"/>
                  <a:gd name="T7" fmla="*/ 11 h 520"/>
                  <a:gd name="T8" fmla="*/ 1031 w 1041"/>
                  <a:gd name="T9" fmla="*/ 520 h 520"/>
                  <a:gd name="T10" fmla="*/ 1041 w 1041"/>
                  <a:gd name="T11" fmla="*/ 515 h 520"/>
                  <a:gd name="T12" fmla="*/ 1041 w 1041"/>
                  <a:gd name="T13" fmla="*/ 0 h 520"/>
                </a:gdLst>
                <a:ahLst/>
                <a:cxnLst>
                  <a:cxn ang="0">
                    <a:pos x="T0" y="T1"/>
                  </a:cxn>
                  <a:cxn ang="0">
                    <a:pos x="T2" y="T3"/>
                  </a:cxn>
                  <a:cxn ang="0">
                    <a:pos x="T4" y="T5"/>
                  </a:cxn>
                  <a:cxn ang="0">
                    <a:pos x="T6" y="T7"/>
                  </a:cxn>
                  <a:cxn ang="0">
                    <a:pos x="T8" y="T9"/>
                  </a:cxn>
                  <a:cxn ang="0">
                    <a:pos x="T10" y="T11"/>
                  </a:cxn>
                  <a:cxn ang="0">
                    <a:pos x="T12" y="T13"/>
                  </a:cxn>
                </a:cxnLst>
                <a:rect l="0" t="0" r="r" b="b"/>
                <a:pathLst>
                  <a:path w="1041" h="520">
                    <a:moveTo>
                      <a:pt x="1041" y="0"/>
                    </a:moveTo>
                    <a:lnTo>
                      <a:pt x="0" y="0"/>
                    </a:lnTo>
                    <a:lnTo>
                      <a:pt x="0" y="11"/>
                    </a:lnTo>
                    <a:lnTo>
                      <a:pt x="1031" y="11"/>
                    </a:lnTo>
                    <a:lnTo>
                      <a:pt x="1031" y="520"/>
                    </a:lnTo>
                    <a:cubicBezTo>
                      <a:pt x="1034" y="518"/>
                      <a:pt x="1038" y="516"/>
                      <a:pt x="1041" y="515"/>
                    </a:cubicBezTo>
                    <a:lnTo>
                      <a:pt x="1041"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025" name="Freeform 39">
                <a:extLst>
                  <a:ext uri="{FF2B5EF4-FFF2-40B4-BE49-F238E27FC236}">
                    <a16:creationId xmlns:a16="http://schemas.microsoft.com/office/drawing/2014/main" id="{CD49B1E6-F727-4DD5-A9E8-A4040222B8DE}"/>
                  </a:ext>
                </a:extLst>
              </p:cNvPr>
              <p:cNvSpPr>
                <a:spLocks/>
              </p:cNvSpPr>
              <p:nvPr/>
            </p:nvSpPr>
            <p:spPr bwMode="auto">
              <a:xfrm>
                <a:off x="5419726" y="2955925"/>
                <a:ext cx="192088" cy="203200"/>
              </a:xfrm>
              <a:custGeom>
                <a:avLst/>
                <a:gdLst>
                  <a:gd name="T0" fmla="*/ 23 w 724"/>
                  <a:gd name="T1" fmla="*/ 759 h 759"/>
                  <a:gd name="T2" fmla="*/ 20 w 724"/>
                  <a:gd name="T3" fmla="*/ 759 h 759"/>
                  <a:gd name="T4" fmla="*/ 1 w 724"/>
                  <a:gd name="T5" fmla="*/ 734 h 759"/>
                  <a:gd name="T6" fmla="*/ 194 w 724"/>
                  <a:gd name="T7" fmla="*/ 379 h 759"/>
                  <a:gd name="T8" fmla="*/ 350 w 724"/>
                  <a:gd name="T9" fmla="*/ 489 h 759"/>
                  <a:gd name="T10" fmla="*/ 480 w 724"/>
                  <a:gd name="T11" fmla="*/ 587 h 759"/>
                  <a:gd name="T12" fmla="*/ 679 w 724"/>
                  <a:gd name="T13" fmla="*/ 21 h 759"/>
                  <a:gd name="T14" fmla="*/ 703 w 724"/>
                  <a:gd name="T15" fmla="*/ 1 h 759"/>
                  <a:gd name="T16" fmla="*/ 723 w 724"/>
                  <a:gd name="T17" fmla="*/ 24 h 759"/>
                  <a:gd name="T18" fmla="*/ 480 w 724"/>
                  <a:gd name="T19" fmla="*/ 631 h 759"/>
                  <a:gd name="T20" fmla="*/ 315 w 724"/>
                  <a:gd name="T21" fmla="*/ 516 h 759"/>
                  <a:gd name="T22" fmla="*/ 194 w 724"/>
                  <a:gd name="T23" fmla="*/ 423 h 759"/>
                  <a:gd name="T24" fmla="*/ 45 w 724"/>
                  <a:gd name="T25" fmla="*/ 740 h 759"/>
                  <a:gd name="T26" fmla="*/ 23 w 724"/>
                  <a:gd name="T27" fmla="*/ 759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4" h="759">
                    <a:moveTo>
                      <a:pt x="23" y="759"/>
                    </a:moveTo>
                    <a:cubicBezTo>
                      <a:pt x="22" y="759"/>
                      <a:pt x="21" y="759"/>
                      <a:pt x="20" y="759"/>
                    </a:cubicBezTo>
                    <a:cubicBezTo>
                      <a:pt x="8" y="757"/>
                      <a:pt x="0" y="746"/>
                      <a:pt x="1" y="734"/>
                    </a:cubicBezTo>
                    <a:cubicBezTo>
                      <a:pt x="6" y="698"/>
                      <a:pt x="55" y="379"/>
                      <a:pt x="194" y="379"/>
                    </a:cubicBezTo>
                    <a:cubicBezTo>
                      <a:pt x="265" y="379"/>
                      <a:pt x="308" y="435"/>
                      <a:pt x="350" y="489"/>
                    </a:cubicBezTo>
                    <a:cubicBezTo>
                      <a:pt x="389" y="539"/>
                      <a:pt x="425" y="587"/>
                      <a:pt x="480" y="587"/>
                    </a:cubicBezTo>
                    <a:cubicBezTo>
                      <a:pt x="590" y="587"/>
                      <a:pt x="660" y="240"/>
                      <a:pt x="679" y="21"/>
                    </a:cubicBezTo>
                    <a:cubicBezTo>
                      <a:pt x="680" y="9"/>
                      <a:pt x="691" y="0"/>
                      <a:pt x="703" y="1"/>
                    </a:cubicBezTo>
                    <a:cubicBezTo>
                      <a:pt x="715" y="2"/>
                      <a:pt x="724" y="12"/>
                      <a:pt x="723" y="24"/>
                    </a:cubicBezTo>
                    <a:cubicBezTo>
                      <a:pt x="718" y="86"/>
                      <a:pt x="666" y="631"/>
                      <a:pt x="480" y="631"/>
                    </a:cubicBezTo>
                    <a:cubicBezTo>
                      <a:pt x="404" y="631"/>
                      <a:pt x="357" y="570"/>
                      <a:pt x="315" y="516"/>
                    </a:cubicBezTo>
                    <a:cubicBezTo>
                      <a:pt x="278" y="468"/>
                      <a:pt x="243" y="423"/>
                      <a:pt x="194" y="423"/>
                    </a:cubicBezTo>
                    <a:cubicBezTo>
                      <a:pt x="118" y="423"/>
                      <a:pt x="62" y="617"/>
                      <a:pt x="45" y="740"/>
                    </a:cubicBezTo>
                    <a:cubicBezTo>
                      <a:pt x="43" y="751"/>
                      <a:pt x="34" y="759"/>
                      <a:pt x="23" y="759"/>
                    </a:cubicBezTo>
                  </a:path>
                </a:pathLst>
              </a:custGeom>
              <a:solidFill>
                <a:srgbClr val="BBBD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026" name="Freeform 40">
                <a:extLst>
                  <a:ext uri="{FF2B5EF4-FFF2-40B4-BE49-F238E27FC236}">
                    <a16:creationId xmlns:a16="http://schemas.microsoft.com/office/drawing/2014/main" id="{CE01C130-F9F5-4269-8B76-9E125AB99724}"/>
                  </a:ext>
                </a:extLst>
              </p:cNvPr>
              <p:cNvSpPr>
                <a:spLocks/>
              </p:cNvSpPr>
              <p:nvPr/>
            </p:nvSpPr>
            <p:spPr bwMode="auto">
              <a:xfrm>
                <a:off x="5376863" y="2916238"/>
                <a:ext cx="39688" cy="53975"/>
              </a:xfrm>
              <a:custGeom>
                <a:avLst/>
                <a:gdLst>
                  <a:gd name="T0" fmla="*/ 109 w 151"/>
                  <a:gd name="T1" fmla="*/ 22 h 202"/>
                  <a:gd name="T2" fmla="*/ 71 w 151"/>
                  <a:gd name="T3" fmla="*/ 33 h 202"/>
                  <a:gd name="T4" fmla="*/ 55 w 151"/>
                  <a:gd name="T5" fmla="*/ 51 h 202"/>
                  <a:gd name="T6" fmla="*/ 46 w 151"/>
                  <a:gd name="T7" fmla="*/ 74 h 202"/>
                  <a:gd name="T8" fmla="*/ 137 w 151"/>
                  <a:gd name="T9" fmla="*/ 74 h 202"/>
                  <a:gd name="T10" fmla="*/ 133 w 151"/>
                  <a:gd name="T11" fmla="*/ 92 h 202"/>
                  <a:gd name="T12" fmla="*/ 44 w 151"/>
                  <a:gd name="T13" fmla="*/ 92 h 202"/>
                  <a:gd name="T14" fmla="*/ 44 w 151"/>
                  <a:gd name="T15" fmla="*/ 97 h 202"/>
                  <a:gd name="T16" fmla="*/ 44 w 151"/>
                  <a:gd name="T17" fmla="*/ 109 h 202"/>
                  <a:gd name="T18" fmla="*/ 129 w 151"/>
                  <a:gd name="T19" fmla="*/ 109 h 202"/>
                  <a:gd name="T20" fmla="*/ 126 w 151"/>
                  <a:gd name="T21" fmla="*/ 127 h 202"/>
                  <a:gd name="T22" fmla="*/ 46 w 151"/>
                  <a:gd name="T23" fmla="*/ 127 h 202"/>
                  <a:gd name="T24" fmla="*/ 73 w 151"/>
                  <a:gd name="T25" fmla="*/ 171 h 202"/>
                  <a:gd name="T26" fmla="*/ 107 w 151"/>
                  <a:gd name="T27" fmla="*/ 180 h 202"/>
                  <a:gd name="T28" fmla="*/ 145 w 151"/>
                  <a:gd name="T29" fmla="*/ 167 h 202"/>
                  <a:gd name="T30" fmla="*/ 145 w 151"/>
                  <a:gd name="T31" fmla="*/ 194 h 202"/>
                  <a:gd name="T32" fmla="*/ 109 w 151"/>
                  <a:gd name="T33" fmla="*/ 202 h 202"/>
                  <a:gd name="T34" fmla="*/ 27 w 151"/>
                  <a:gd name="T35" fmla="*/ 152 h 202"/>
                  <a:gd name="T36" fmla="*/ 20 w 151"/>
                  <a:gd name="T37" fmla="*/ 127 h 202"/>
                  <a:gd name="T38" fmla="*/ 0 w 151"/>
                  <a:gd name="T39" fmla="*/ 127 h 202"/>
                  <a:gd name="T40" fmla="*/ 3 w 151"/>
                  <a:gd name="T41" fmla="*/ 109 h 202"/>
                  <a:gd name="T42" fmla="*/ 17 w 151"/>
                  <a:gd name="T43" fmla="*/ 109 h 202"/>
                  <a:gd name="T44" fmla="*/ 17 w 151"/>
                  <a:gd name="T45" fmla="*/ 97 h 202"/>
                  <a:gd name="T46" fmla="*/ 17 w 151"/>
                  <a:gd name="T47" fmla="*/ 92 h 202"/>
                  <a:gd name="T48" fmla="*/ 0 w 151"/>
                  <a:gd name="T49" fmla="*/ 92 h 202"/>
                  <a:gd name="T50" fmla="*/ 3 w 151"/>
                  <a:gd name="T51" fmla="*/ 74 h 202"/>
                  <a:gd name="T52" fmla="*/ 19 w 151"/>
                  <a:gd name="T53" fmla="*/ 74 h 202"/>
                  <a:gd name="T54" fmla="*/ 62 w 151"/>
                  <a:gd name="T55" fmla="*/ 12 h 202"/>
                  <a:gd name="T56" fmla="*/ 109 w 151"/>
                  <a:gd name="T57" fmla="*/ 0 h 202"/>
                  <a:gd name="T58" fmla="*/ 151 w 151"/>
                  <a:gd name="T59" fmla="*/ 11 h 202"/>
                  <a:gd name="T60" fmla="*/ 145 w 151"/>
                  <a:gd name="T61" fmla="*/ 36 h 202"/>
                  <a:gd name="T62" fmla="*/ 109 w 151"/>
                  <a:gd name="T63" fmla="*/ 2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1" h="202">
                    <a:moveTo>
                      <a:pt x="109" y="22"/>
                    </a:moveTo>
                    <a:cubicBezTo>
                      <a:pt x="94" y="22"/>
                      <a:pt x="81" y="26"/>
                      <a:pt x="71" y="33"/>
                    </a:cubicBezTo>
                    <a:cubicBezTo>
                      <a:pt x="65" y="37"/>
                      <a:pt x="59" y="43"/>
                      <a:pt x="55" y="51"/>
                    </a:cubicBezTo>
                    <a:cubicBezTo>
                      <a:pt x="50" y="59"/>
                      <a:pt x="47" y="67"/>
                      <a:pt x="46" y="74"/>
                    </a:cubicBezTo>
                    <a:lnTo>
                      <a:pt x="137" y="74"/>
                    </a:lnTo>
                    <a:lnTo>
                      <a:pt x="133" y="92"/>
                    </a:lnTo>
                    <a:lnTo>
                      <a:pt x="44" y="92"/>
                    </a:lnTo>
                    <a:cubicBezTo>
                      <a:pt x="44" y="94"/>
                      <a:pt x="44" y="96"/>
                      <a:pt x="44" y="97"/>
                    </a:cubicBezTo>
                    <a:cubicBezTo>
                      <a:pt x="44" y="104"/>
                      <a:pt x="44" y="108"/>
                      <a:pt x="44" y="109"/>
                    </a:cubicBezTo>
                    <a:lnTo>
                      <a:pt x="129" y="109"/>
                    </a:lnTo>
                    <a:lnTo>
                      <a:pt x="126" y="127"/>
                    </a:lnTo>
                    <a:lnTo>
                      <a:pt x="46" y="127"/>
                    </a:lnTo>
                    <a:cubicBezTo>
                      <a:pt x="50" y="148"/>
                      <a:pt x="59" y="162"/>
                      <a:pt x="73" y="171"/>
                    </a:cubicBezTo>
                    <a:cubicBezTo>
                      <a:pt x="84" y="177"/>
                      <a:pt x="95" y="180"/>
                      <a:pt x="107" y="180"/>
                    </a:cubicBezTo>
                    <a:cubicBezTo>
                      <a:pt x="123" y="180"/>
                      <a:pt x="136" y="175"/>
                      <a:pt x="145" y="167"/>
                    </a:cubicBezTo>
                    <a:lnTo>
                      <a:pt x="145" y="194"/>
                    </a:lnTo>
                    <a:cubicBezTo>
                      <a:pt x="134" y="199"/>
                      <a:pt x="122" y="202"/>
                      <a:pt x="109" y="202"/>
                    </a:cubicBezTo>
                    <a:cubicBezTo>
                      <a:pt x="68" y="202"/>
                      <a:pt x="41" y="185"/>
                      <a:pt x="27" y="152"/>
                    </a:cubicBezTo>
                    <a:cubicBezTo>
                      <a:pt x="24" y="145"/>
                      <a:pt x="22" y="137"/>
                      <a:pt x="20" y="127"/>
                    </a:cubicBezTo>
                    <a:lnTo>
                      <a:pt x="0" y="127"/>
                    </a:lnTo>
                    <a:lnTo>
                      <a:pt x="3" y="109"/>
                    </a:lnTo>
                    <a:lnTo>
                      <a:pt x="17" y="109"/>
                    </a:lnTo>
                    <a:cubicBezTo>
                      <a:pt x="17" y="106"/>
                      <a:pt x="17" y="102"/>
                      <a:pt x="17" y="97"/>
                    </a:cubicBezTo>
                    <a:cubicBezTo>
                      <a:pt x="17" y="96"/>
                      <a:pt x="17" y="94"/>
                      <a:pt x="17" y="92"/>
                    </a:cubicBezTo>
                    <a:lnTo>
                      <a:pt x="0" y="92"/>
                    </a:lnTo>
                    <a:lnTo>
                      <a:pt x="3" y="74"/>
                    </a:lnTo>
                    <a:lnTo>
                      <a:pt x="19" y="74"/>
                    </a:lnTo>
                    <a:cubicBezTo>
                      <a:pt x="24" y="45"/>
                      <a:pt x="39" y="24"/>
                      <a:pt x="62" y="12"/>
                    </a:cubicBezTo>
                    <a:cubicBezTo>
                      <a:pt x="76" y="4"/>
                      <a:pt x="92" y="0"/>
                      <a:pt x="109" y="0"/>
                    </a:cubicBezTo>
                    <a:cubicBezTo>
                      <a:pt x="126" y="0"/>
                      <a:pt x="139" y="4"/>
                      <a:pt x="151" y="11"/>
                    </a:cubicBezTo>
                    <a:lnTo>
                      <a:pt x="145" y="36"/>
                    </a:lnTo>
                    <a:cubicBezTo>
                      <a:pt x="135" y="27"/>
                      <a:pt x="122" y="22"/>
                      <a:pt x="109" y="22"/>
                    </a:cubicBezTo>
                  </a:path>
                </a:pathLst>
              </a:custGeom>
              <a:solidFill>
                <a:srgbClr val="171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030" name="Freeform 43">
                <a:extLst>
                  <a:ext uri="{FF2B5EF4-FFF2-40B4-BE49-F238E27FC236}">
                    <a16:creationId xmlns:a16="http://schemas.microsoft.com/office/drawing/2014/main" id="{28438D56-DA05-4329-9ADC-83B62336C001}"/>
                  </a:ext>
                </a:extLst>
              </p:cNvPr>
              <p:cNvSpPr>
                <a:spLocks/>
              </p:cNvSpPr>
              <p:nvPr/>
            </p:nvSpPr>
            <p:spPr bwMode="auto">
              <a:xfrm>
                <a:off x="5346701" y="2751138"/>
                <a:ext cx="341313" cy="492125"/>
              </a:xfrm>
              <a:custGeom>
                <a:avLst/>
                <a:gdLst>
                  <a:gd name="T0" fmla="*/ 1257 w 1285"/>
                  <a:gd name="T1" fmla="*/ 1824 h 1852"/>
                  <a:gd name="T2" fmla="*/ 28 w 1285"/>
                  <a:gd name="T3" fmla="*/ 1824 h 1852"/>
                  <a:gd name="T4" fmla="*/ 28 w 1285"/>
                  <a:gd name="T5" fmla="*/ 29 h 1852"/>
                  <a:gd name="T6" fmla="*/ 1257 w 1285"/>
                  <a:gd name="T7" fmla="*/ 29 h 1852"/>
                  <a:gd name="T8" fmla="*/ 1257 w 1285"/>
                  <a:gd name="T9" fmla="*/ 317 h 1852"/>
                  <a:gd name="T10" fmla="*/ 1257 w 1285"/>
                  <a:gd name="T11" fmla="*/ 501 h 1852"/>
                  <a:gd name="T12" fmla="*/ 1285 w 1285"/>
                  <a:gd name="T13" fmla="*/ 482 h 1852"/>
                  <a:gd name="T14" fmla="*/ 1285 w 1285"/>
                  <a:gd name="T15" fmla="*/ 317 h 1852"/>
                  <a:gd name="T16" fmla="*/ 1285 w 1285"/>
                  <a:gd name="T17" fmla="*/ 29 h 1852"/>
                  <a:gd name="T18" fmla="*/ 1285 w 1285"/>
                  <a:gd name="T19" fmla="*/ 0 h 1852"/>
                  <a:gd name="T20" fmla="*/ 1257 w 1285"/>
                  <a:gd name="T21" fmla="*/ 0 h 1852"/>
                  <a:gd name="T22" fmla="*/ 28 w 1285"/>
                  <a:gd name="T23" fmla="*/ 0 h 1852"/>
                  <a:gd name="T24" fmla="*/ 0 w 1285"/>
                  <a:gd name="T25" fmla="*/ 0 h 1852"/>
                  <a:gd name="T26" fmla="*/ 0 w 1285"/>
                  <a:gd name="T27" fmla="*/ 29 h 1852"/>
                  <a:gd name="T28" fmla="*/ 0 w 1285"/>
                  <a:gd name="T29" fmla="*/ 1824 h 1852"/>
                  <a:gd name="T30" fmla="*/ 0 w 1285"/>
                  <a:gd name="T31" fmla="*/ 1852 h 1852"/>
                  <a:gd name="T32" fmla="*/ 28 w 1285"/>
                  <a:gd name="T33" fmla="*/ 1852 h 1852"/>
                  <a:gd name="T34" fmla="*/ 1257 w 1285"/>
                  <a:gd name="T35" fmla="*/ 1852 h 1852"/>
                  <a:gd name="T36" fmla="*/ 1285 w 1285"/>
                  <a:gd name="T37" fmla="*/ 1852 h 1852"/>
                  <a:gd name="T38" fmla="*/ 1285 w 1285"/>
                  <a:gd name="T39" fmla="*/ 1824 h 1852"/>
                  <a:gd name="T40" fmla="*/ 1285 w 1285"/>
                  <a:gd name="T41" fmla="*/ 1277 h 1852"/>
                  <a:gd name="T42" fmla="*/ 1257 w 1285"/>
                  <a:gd name="T43" fmla="*/ 1257 h 1852"/>
                  <a:gd name="T44" fmla="*/ 1257 w 1285"/>
                  <a:gd name="T45" fmla="*/ 1824 h 18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85" h="1852">
                    <a:moveTo>
                      <a:pt x="1257" y="1824"/>
                    </a:moveTo>
                    <a:lnTo>
                      <a:pt x="28" y="1824"/>
                    </a:lnTo>
                    <a:lnTo>
                      <a:pt x="28" y="29"/>
                    </a:lnTo>
                    <a:lnTo>
                      <a:pt x="1257" y="29"/>
                    </a:lnTo>
                    <a:lnTo>
                      <a:pt x="1257" y="317"/>
                    </a:lnTo>
                    <a:lnTo>
                      <a:pt x="1257" y="501"/>
                    </a:lnTo>
                    <a:cubicBezTo>
                      <a:pt x="1266" y="494"/>
                      <a:pt x="1275" y="488"/>
                      <a:pt x="1285" y="482"/>
                    </a:cubicBezTo>
                    <a:lnTo>
                      <a:pt x="1285" y="317"/>
                    </a:lnTo>
                    <a:lnTo>
                      <a:pt x="1285" y="29"/>
                    </a:lnTo>
                    <a:lnTo>
                      <a:pt x="1285" y="0"/>
                    </a:lnTo>
                    <a:lnTo>
                      <a:pt x="1257" y="0"/>
                    </a:lnTo>
                    <a:lnTo>
                      <a:pt x="28" y="0"/>
                    </a:lnTo>
                    <a:lnTo>
                      <a:pt x="0" y="0"/>
                    </a:lnTo>
                    <a:lnTo>
                      <a:pt x="0" y="29"/>
                    </a:lnTo>
                    <a:lnTo>
                      <a:pt x="0" y="1824"/>
                    </a:lnTo>
                    <a:lnTo>
                      <a:pt x="0" y="1852"/>
                    </a:lnTo>
                    <a:lnTo>
                      <a:pt x="28" y="1852"/>
                    </a:lnTo>
                    <a:lnTo>
                      <a:pt x="1257" y="1852"/>
                    </a:lnTo>
                    <a:lnTo>
                      <a:pt x="1285" y="1852"/>
                    </a:lnTo>
                    <a:lnTo>
                      <a:pt x="1285" y="1824"/>
                    </a:lnTo>
                    <a:lnTo>
                      <a:pt x="1285" y="1277"/>
                    </a:lnTo>
                    <a:cubicBezTo>
                      <a:pt x="1275" y="1271"/>
                      <a:pt x="1266" y="1264"/>
                      <a:pt x="1257" y="1257"/>
                    </a:cubicBezTo>
                    <a:lnTo>
                      <a:pt x="1257" y="182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grpSp>
      </p:grpSp>
      <p:grpSp>
        <p:nvGrpSpPr>
          <p:cNvPr id="1070" name="Group 1069">
            <a:extLst>
              <a:ext uri="{FF2B5EF4-FFF2-40B4-BE49-F238E27FC236}">
                <a16:creationId xmlns:a16="http://schemas.microsoft.com/office/drawing/2014/main" id="{E3125F2F-4FF4-4CD5-9727-437D7FE8263A}"/>
              </a:ext>
            </a:extLst>
          </p:cNvPr>
          <p:cNvGrpSpPr/>
          <p:nvPr/>
        </p:nvGrpSpPr>
        <p:grpSpPr>
          <a:xfrm>
            <a:off x="6216650" y="2732088"/>
            <a:ext cx="534988" cy="511175"/>
            <a:chOff x="6216650" y="2732088"/>
            <a:chExt cx="534988" cy="511175"/>
          </a:xfrm>
        </p:grpSpPr>
        <p:sp>
          <p:nvSpPr>
            <p:cNvPr id="1041" name="Freeform 55">
              <a:extLst>
                <a:ext uri="{FF2B5EF4-FFF2-40B4-BE49-F238E27FC236}">
                  <a16:creationId xmlns:a16="http://schemas.microsoft.com/office/drawing/2014/main" id="{A0CAE69C-EC63-4707-B965-1F910C1CB6D6}"/>
                </a:ext>
              </a:extLst>
            </p:cNvPr>
            <p:cNvSpPr>
              <a:spLocks noEditPoints="1"/>
            </p:cNvSpPr>
            <p:nvPr/>
          </p:nvSpPr>
          <p:spPr bwMode="auto">
            <a:xfrm>
              <a:off x="6500813" y="2859088"/>
              <a:ext cx="250825" cy="250825"/>
            </a:xfrm>
            <a:custGeom>
              <a:avLst/>
              <a:gdLst>
                <a:gd name="T0" fmla="*/ 443 w 944"/>
                <a:gd name="T1" fmla="*/ 674 h 945"/>
                <a:gd name="T2" fmla="*/ 376 w 944"/>
                <a:gd name="T3" fmla="*/ 741 h 945"/>
                <a:gd name="T4" fmla="*/ 310 w 944"/>
                <a:gd name="T5" fmla="*/ 675 h 945"/>
                <a:gd name="T6" fmla="*/ 288 w 944"/>
                <a:gd name="T7" fmla="*/ 654 h 945"/>
                <a:gd name="T8" fmla="*/ 278 w 944"/>
                <a:gd name="T9" fmla="*/ 643 h 945"/>
                <a:gd name="T10" fmla="*/ 217 w 944"/>
                <a:gd name="T11" fmla="*/ 582 h 945"/>
                <a:gd name="T12" fmla="*/ 189 w 944"/>
                <a:gd name="T13" fmla="*/ 554 h 945"/>
                <a:gd name="T14" fmla="*/ 142 w 944"/>
                <a:gd name="T15" fmla="*/ 507 h 945"/>
                <a:gd name="T16" fmla="*/ 189 w 944"/>
                <a:gd name="T17" fmla="*/ 461 h 945"/>
                <a:gd name="T18" fmla="*/ 209 w 944"/>
                <a:gd name="T19" fmla="*/ 440 h 945"/>
                <a:gd name="T20" fmla="*/ 217 w 944"/>
                <a:gd name="T21" fmla="*/ 448 h 945"/>
                <a:gd name="T22" fmla="*/ 278 w 944"/>
                <a:gd name="T23" fmla="*/ 509 h 945"/>
                <a:gd name="T24" fmla="*/ 288 w 944"/>
                <a:gd name="T25" fmla="*/ 520 h 945"/>
                <a:gd name="T26" fmla="*/ 376 w 944"/>
                <a:gd name="T27" fmla="*/ 608 h 945"/>
                <a:gd name="T28" fmla="*/ 728 w 944"/>
                <a:gd name="T29" fmla="*/ 256 h 945"/>
                <a:gd name="T30" fmla="*/ 794 w 944"/>
                <a:gd name="T31" fmla="*/ 323 h 945"/>
                <a:gd name="T32" fmla="*/ 443 w 944"/>
                <a:gd name="T33" fmla="*/ 674 h 945"/>
                <a:gd name="T34" fmla="*/ 472 w 944"/>
                <a:gd name="T35" fmla="*/ 0 h 945"/>
                <a:gd name="T36" fmla="*/ 288 w 944"/>
                <a:gd name="T37" fmla="*/ 37 h 945"/>
                <a:gd name="T38" fmla="*/ 278 w 944"/>
                <a:gd name="T39" fmla="*/ 42 h 945"/>
                <a:gd name="T40" fmla="*/ 217 w 944"/>
                <a:gd name="T41" fmla="*/ 75 h 945"/>
                <a:gd name="T42" fmla="*/ 189 w 944"/>
                <a:gd name="T43" fmla="*/ 94 h 945"/>
                <a:gd name="T44" fmla="*/ 21 w 944"/>
                <a:gd name="T45" fmla="*/ 330 h 945"/>
                <a:gd name="T46" fmla="*/ 0 w 944"/>
                <a:gd name="T47" fmla="*/ 472 h 945"/>
                <a:gd name="T48" fmla="*/ 44 w 944"/>
                <a:gd name="T49" fmla="*/ 673 h 945"/>
                <a:gd name="T50" fmla="*/ 189 w 944"/>
                <a:gd name="T51" fmla="*/ 850 h 945"/>
                <a:gd name="T52" fmla="*/ 217 w 944"/>
                <a:gd name="T53" fmla="*/ 870 h 945"/>
                <a:gd name="T54" fmla="*/ 278 w 944"/>
                <a:gd name="T55" fmla="*/ 903 h 945"/>
                <a:gd name="T56" fmla="*/ 288 w 944"/>
                <a:gd name="T57" fmla="*/ 908 h 945"/>
                <a:gd name="T58" fmla="*/ 472 w 944"/>
                <a:gd name="T59" fmla="*/ 945 h 945"/>
                <a:gd name="T60" fmla="*/ 944 w 944"/>
                <a:gd name="T61" fmla="*/ 472 h 945"/>
                <a:gd name="T62" fmla="*/ 472 w 944"/>
                <a:gd name="T63" fmla="*/ 0 h 9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44" h="945">
                  <a:moveTo>
                    <a:pt x="443" y="674"/>
                  </a:moveTo>
                  <a:lnTo>
                    <a:pt x="376" y="741"/>
                  </a:lnTo>
                  <a:lnTo>
                    <a:pt x="310" y="675"/>
                  </a:lnTo>
                  <a:lnTo>
                    <a:pt x="288" y="654"/>
                  </a:lnTo>
                  <a:lnTo>
                    <a:pt x="278" y="643"/>
                  </a:lnTo>
                  <a:lnTo>
                    <a:pt x="217" y="582"/>
                  </a:lnTo>
                  <a:lnTo>
                    <a:pt x="189" y="554"/>
                  </a:lnTo>
                  <a:lnTo>
                    <a:pt x="142" y="507"/>
                  </a:lnTo>
                  <a:lnTo>
                    <a:pt x="189" y="461"/>
                  </a:lnTo>
                  <a:lnTo>
                    <a:pt x="209" y="440"/>
                  </a:lnTo>
                  <a:lnTo>
                    <a:pt x="217" y="448"/>
                  </a:lnTo>
                  <a:lnTo>
                    <a:pt x="278" y="509"/>
                  </a:lnTo>
                  <a:lnTo>
                    <a:pt x="288" y="520"/>
                  </a:lnTo>
                  <a:lnTo>
                    <a:pt x="376" y="608"/>
                  </a:lnTo>
                  <a:lnTo>
                    <a:pt x="728" y="256"/>
                  </a:lnTo>
                  <a:lnTo>
                    <a:pt x="794" y="323"/>
                  </a:lnTo>
                  <a:lnTo>
                    <a:pt x="443" y="674"/>
                  </a:lnTo>
                  <a:close/>
                  <a:moveTo>
                    <a:pt x="472" y="0"/>
                  </a:moveTo>
                  <a:cubicBezTo>
                    <a:pt x="407" y="0"/>
                    <a:pt x="345" y="13"/>
                    <a:pt x="288" y="37"/>
                  </a:cubicBezTo>
                  <a:cubicBezTo>
                    <a:pt x="285" y="38"/>
                    <a:pt x="281" y="40"/>
                    <a:pt x="278" y="42"/>
                  </a:cubicBezTo>
                  <a:cubicBezTo>
                    <a:pt x="257" y="51"/>
                    <a:pt x="236" y="62"/>
                    <a:pt x="217" y="75"/>
                  </a:cubicBezTo>
                  <a:cubicBezTo>
                    <a:pt x="207" y="81"/>
                    <a:pt x="198" y="87"/>
                    <a:pt x="189" y="94"/>
                  </a:cubicBezTo>
                  <a:cubicBezTo>
                    <a:pt x="111" y="153"/>
                    <a:pt x="51" y="235"/>
                    <a:pt x="21" y="330"/>
                  </a:cubicBezTo>
                  <a:cubicBezTo>
                    <a:pt x="7" y="375"/>
                    <a:pt x="0" y="423"/>
                    <a:pt x="0" y="472"/>
                  </a:cubicBezTo>
                  <a:cubicBezTo>
                    <a:pt x="0" y="544"/>
                    <a:pt x="16" y="612"/>
                    <a:pt x="44" y="673"/>
                  </a:cubicBezTo>
                  <a:cubicBezTo>
                    <a:pt x="77" y="743"/>
                    <a:pt x="127" y="804"/>
                    <a:pt x="189" y="850"/>
                  </a:cubicBezTo>
                  <a:cubicBezTo>
                    <a:pt x="198" y="857"/>
                    <a:pt x="207" y="864"/>
                    <a:pt x="217" y="870"/>
                  </a:cubicBezTo>
                  <a:cubicBezTo>
                    <a:pt x="236" y="882"/>
                    <a:pt x="257" y="893"/>
                    <a:pt x="278" y="903"/>
                  </a:cubicBezTo>
                  <a:cubicBezTo>
                    <a:pt x="281" y="904"/>
                    <a:pt x="285" y="906"/>
                    <a:pt x="288" y="908"/>
                  </a:cubicBezTo>
                  <a:cubicBezTo>
                    <a:pt x="345" y="931"/>
                    <a:pt x="407" y="945"/>
                    <a:pt x="472" y="945"/>
                  </a:cubicBezTo>
                  <a:cubicBezTo>
                    <a:pt x="733" y="945"/>
                    <a:pt x="944" y="733"/>
                    <a:pt x="944" y="472"/>
                  </a:cubicBezTo>
                  <a:cubicBezTo>
                    <a:pt x="944" y="211"/>
                    <a:pt x="733" y="0"/>
                    <a:pt x="472" y="0"/>
                  </a:cubicBezTo>
                </a:path>
              </a:pathLst>
            </a:custGeom>
            <a:solidFill>
              <a:srgbClr val="DB2E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grpSp>
          <p:nvGrpSpPr>
            <p:cNvPr id="1063" name="Group 1062">
              <a:extLst>
                <a:ext uri="{FF2B5EF4-FFF2-40B4-BE49-F238E27FC236}">
                  <a16:creationId xmlns:a16="http://schemas.microsoft.com/office/drawing/2014/main" id="{8FFE6BD8-F6F6-4309-B382-FA2B0308BB27}"/>
                </a:ext>
              </a:extLst>
            </p:cNvPr>
            <p:cNvGrpSpPr/>
            <p:nvPr/>
          </p:nvGrpSpPr>
          <p:grpSpPr>
            <a:xfrm>
              <a:off x="6216650" y="2732088"/>
              <a:ext cx="360363" cy="511175"/>
              <a:chOff x="6216650" y="2732088"/>
              <a:chExt cx="360363" cy="511175"/>
            </a:xfrm>
          </p:grpSpPr>
          <p:sp>
            <p:nvSpPr>
              <p:cNvPr id="1033" name="Freeform 47">
                <a:extLst>
                  <a:ext uri="{FF2B5EF4-FFF2-40B4-BE49-F238E27FC236}">
                    <a16:creationId xmlns:a16="http://schemas.microsoft.com/office/drawing/2014/main" id="{239FBFB7-A452-4542-9CDB-066210AFC61C}"/>
                  </a:ext>
                </a:extLst>
              </p:cNvPr>
              <p:cNvSpPr>
                <a:spLocks/>
              </p:cNvSpPr>
              <p:nvPr/>
            </p:nvSpPr>
            <p:spPr bwMode="auto">
              <a:xfrm>
                <a:off x="6261100" y="2946400"/>
                <a:ext cx="252412" cy="101600"/>
              </a:xfrm>
              <a:custGeom>
                <a:avLst/>
                <a:gdLst>
                  <a:gd name="T0" fmla="*/ 0 w 945"/>
                  <a:gd name="T1" fmla="*/ 189 h 378"/>
                  <a:gd name="T2" fmla="*/ 189 w 945"/>
                  <a:gd name="T3" fmla="*/ 378 h 378"/>
                  <a:gd name="T4" fmla="*/ 945 w 945"/>
                  <a:gd name="T5" fmla="*/ 378 h 378"/>
                  <a:gd name="T6" fmla="*/ 945 w 945"/>
                  <a:gd name="T7" fmla="*/ 343 h 378"/>
                  <a:gd name="T8" fmla="*/ 901 w 945"/>
                  <a:gd name="T9" fmla="*/ 142 h 378"/>
                  <a:gd name="T10" fmla="*/ 922 w 945"/>
                  <a:gd name="T11" fmla="*/ 0 h 378"/>
                  <a:gd name="T12" fmla="*/ 189 w 945"/>
                  <a:gd name="T13" fmla="*/ 0 h 378"/>
                  <a:gd name="T14" fmla="*/ 0 w 945"/>
                  <a:gd name="T15" fmla="*/ 189 h 3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45" h="378">
                    <a:moveTo>
                      <a:pt x="0" y="189"/>
                    </a:moveTo>
                    <a:cubicBezTo>
                      <a:pt x="0" y="294"/>
                      <a:pt x="85" y="378"/>
                      <a:pt x="189" y="378"/>
                    </a:cubicBezTo>
                    <a:lnTo>
                      <a:pt x="945" y="378"/>
                    </a:lnTo>
                    <a:lnTo>
                      <a:pt x="945" y="343"/>
                    </a:lnTo>
                    <a:cubicBezTo>
                      <a:pt x="917" y="282"/>
                      <a:pt x="901" y="214"/>
                      <a:pt x="901" y="142"/>
                    </a:cubicBezTo>
                    <a:cubicBezTo>
                      <a:pt x="901" y="93"/>
                      <a:pt x="908" y="45"/>
                      <a:pt x="922" y="0"/>
                    </a:cubicBezTo>
                    <a:lnTo>
                      <a:pt x="189" y="0"/>
                    </a:lnTo>
                    <a:cubicBezTo>
                      <a:pt x="85" y="0"/>
                      <a:pt x="0" y="85"/>
                      <a:pt x="0" y="189"/>
                    </a:cubicBezTo>
                  </a:path>
                </a:pathLst>
              </a:custGeom>
              <a:solidFill>
                <a:srgbClr val="BBBD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034" name="Rectangle 48">
                <a:extLst>
                  <a:ext uri="{FF2B5EF4-FFF2-40B4-BE49-F238E27FC236}">
                    <a16:creationId xmlns:a16="http://schemas.microsoft.com/office/drawing/2014/main" id="{78C4F89B-88DF-4B32-B8BF-81F08DAA64DA}"/>
                  </a:ext>
                </a:extLst>
              </p:cNvPr>
              <p:cNvSpPr>
                <a:spLocks noChangeArrowheads="1"/>
              </p:cNvSpPr>
              <p:nvPr/>
            </p:nvSpPr>
            <p:spPr bwMode="auto">
              <a:xfrm>
                <a:off x="6261100" y="3132138"/>
                <a:ext cx="252412" cy="6350"/>
              </a:xfrm>
              <a:prstGeom prst="rect">
                <a:avLst/>
              </a:prstGeom>
              <a:solidFill>
                <a:srgbClr val="17171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035" name="Rectangle 49">
                <a:extLst>
                  <a:ext uri="{FF2B5EF4-FFF2-40B4-BE49-F238E27FC236}">
                    <a16:creationId xmlns:a16="http://schemas.microsoft.com/office/drawing/2014/main" id="{06F22D69-C660-470F-B78B-6064E33A7C08}"/>
                  </a:ext>
                </a:extLst>
              </p:cNvPr>
              <p:cNvSpPr>
                <a:spLocks noChangeArrowheads="1"/>
              </p:cNvSpPr>
              <p:nvPr/>
            </p:nvSpPr>
            <p:spPr bwMode="auto">
              <a:xfrm>
                <a:off x="6261100" y="3155950"/>
                <a:ext cx="252412" cy="7938"/>
              </a:xfrm>
              <a:prstGeom prst="rect">
                <a:avLst/>
              </a:prstGeom>
              <a:solidFill>
                <a:srgbClr val="17171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036" name="Rectangle 50">
                <a:extLst>
                  <a:ext uri="{FF2B5EF4-FFF2-40B4-BE49-F238E27FC236}">
                    <a16:creationId xmlns:a16="http://schemas.microsoft.com/office/drawing/2014/main" id="{7BD92BE7-789F-4CE8-A498-74B69BB7F92D}"/>
                  </a:ext>
                </a:extLst>
              </p:cNvPr>
              <p:cNvSpPr>
                <a:spLocks noChangeArrowheads="1"/>
              </p:cNvSpPr>
              <p:nvPr/>
            </p:nvSpPr>
            <p:spPr bwMode="auto">
              <a:xfrm>
                <a:off x="6261100" y="3181350"/>
                <a:ext cx="163512" cy="7938"/>
              </a:xfrm>
              <a:prstGeom prst="rect">
                <a:avLst/>
              </a:prstGeom>
              <a:solidFill>
                <a:srgbClr val="17171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037" name="Freeform 51">
                <a:extLst>
                  <a:ext uri="{FF2B5EF4-FFF2-40B4-BE49-F238E27FC236}">
                    <a16:creationId xmlns:a16="http://schemas.microsoft.com/office/drawing/2014/main" id="{7A3CC568-26C9-4123-8B28-EC0CE37E3E25}"/>
                  </a:ext>
                </a:extLst>
              </p:cNvPr>
              <p:cNvSpPr>
                <a:spLocks noEditPoints="1"/>
              </p:cNvSpPr>
              <p:nvPr/>
            </p:nvSpPr>
            <p:spPr bwMode="auto">
              <a:xfrm>
                <a:off x="6283325" y="2971800"/>
                <a:ext cx="60325" cy="52388"/>
              </a:xfrm>
              <a:custGeom>
                <a:avLst/>
                <a:gdLst>
                  <a:gd name="T0" fmla="*/ 130 w 224"/>
                  <a:gd name="T1" fmla="*/ 173 h 198"/>
                  <a:gd name="T2" fmla="*/ 95 w 224"/>
                  <a:gd name="T3" fmla="*/ 174 h 198"/>
                  <a:gd name="T4" fmla="*/ 24 w 224"/>
                  <a:gd name="T5" fmla="*/ 99 h 198"/>
                  <a:gd name="T6" fmla="*/ 95 w 224"/>
                  <a:gd name="T7" fmla="*/ 26 h 198"/>
                  <a:gd name="T8" fmla="*/ 130 w 224"/>
                  <a:gd name="T9" fmla="*/ 25 h 198"/>
                  <a:gd name="T10" fmla="*/ 130 w 224"/>
                  <a:gd name="T11" fmla="*/ 173 h 198"/>
                  <a:gd name="T12" fmla="*/ 224 w 224"/>
                  <a:gd name="T13" fmla="*/ 124 h 198"/>
                  <a:gd name="T14" fmla="*/ 154 w 224"/>
                  <a:gd name="T15" fmla="*/ 124 h 198"/>
                  <a:gd name="T16" fmla="*/ 154 w 224"/>
                  <a:gd name="T17" fmla="*/ 75 h 198"/>
                  <a:gd name="T18" fmla="*/ 222 w 224"/>
                  <a:gd name="T19" fmla="*/ 75 h 198"/>
                  <a:gd name="T20" fmla="*/ 222 w 224"/>
                  <a:gd name="T21" fmla="*/ 56 h 198"/>
                  <a:gd name="T22" fmla="*/ 154 w 224"/>
                  <a:gd name="T23" fmla="*/ 56 h 198"/>
                  <a:gd name="T24" fmla="*/ 154 w 224"/>
                  <a:gd name="T25" fmla="*/ 0 h 198"/>
                  <a:gd name="T26" fmla="*/ 94 w 224"/>
                  <a:gd name="T27" fmla="*/ 1 h 198"/>
                  <a:gd name="T28" fmla="*/ 94 w 224"/>
                  <a:gd name="T29" fmla="*/ 1 h 198"/>
                  <a:gd name="T30" fmla="*/ 0 w 224"/>
                  <a:gd name="T31" fmla="*/ 99 h 198"/>
                  <a:gd name="T32" fmla="*/ 94 w 224"/>
                  <a:gd name="T33" fmla="*/ 198 h 198"/>
                  <a:gd name="T34" fmla="*/ 154 w 224"/>
                  <a:gd name="T35" fmla="*/ 197 h 198"/>
                  <a:gd name="T36" fmla="*/ 154 w 224"/>
                  <a:gd name="T37" fmla="*/ 143 h 198"/>
                  <a:gd name="T38" fmla="*/ 224 w 224"/>
                  <a:gd name="T39" fmla="*/ 143 h 198"/>
                  <a:gd name="T40" fmla="*/ 224 w 224"/>
                  <a:gd name="T41" fmla="*/ 124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198">
                    <a:moveTo>
                      <a:pt x="130" y="173"/>
                    </a:moveTo>
                    <a:lnTo>
                      <a:pt x="95" y="174"/>
                    </a:lnTo>
                    <a:cubicBezTo>
                      <a:pt x="56" y="171"/>
                      <a:pt x="24" y="138"/>
                      <a:pt x="24" y="99"/>
                    </a:cubicBezTo>
                    <a:cubicBezTo>
                      <a:pt x="24" y="60"/>
                      <a:pt x="55" y="28"/>
                      <a:pt x="95" y="26"/>
                    </a:cubicBezTo>
                    <a:lnTo>
                      <a:pt x="130" y="25"/>
                    </a:lnTo>
                    <a:lnTo>
                      <a:pt x="130" y="173"/>
                    </a:lnTo>
                    <a:close/>
                    <a:moveTo>
                      <a:pt x="224" y="124"/>
                    </a:moveTo>
                    <a:lnTo>
                      <a:pt x="154" y="124"/>
                    </a:lnTo>
                    <a:lnTo>
                      <a:pt x="154" y="75"/>
                    </a:lnTo>
                    <a:lnTo>
                      <a:pt x="222" y="75"/>
                    </a:lnTo>
                    <a:lnTo>
                      <a:pt x="222" y="56"/>
                    </a:lnTo>
                    <a:lnTo>
                      <a:pt x="154" y="56"/>
                    </a:lnTo>
                    <a:lnTo>
                      <a:pt x="154" y="0"/>
                    </a:lnTo>
                    <a:lnTo>
                      <a:pt x="94" y="1"/>
                    </a:lnTo>
                    <a:lnTo>
                      <a:pt x="94" y="1"/>
                    </a:lnTo>
                    <a:cubicBezTo>
                      <a:pt x="41" y="5"/>
                      <a:pt x="0" y="48"/>
                      <a:pt x="0" y="99"/>
                    </a:cubicBezTo>
                    <a:cubicBezTo>
                      <a:pt x="0" y="150"/>
                      <a:pt x="42" y="195"/>
                      <a:pt x="94" y="198"/>
                    </a:cubicBezTo>
                    <a:lnTo>
                      <a:pt x="154" y="197"/>
                    </a:lnTo>
                    <a:lnTo>
                      <a:pt x="154" y="143"/>
                    </a:lnTo>
                    <a:lnTo>
                      <a:pt x="224" y="143"/>
                    </a:lnTo>
                    <a:lnTo>
                      <a:pt x="224" y="124"/>
                    </a:lnTo>
                    <a:close/>
                  </a:path>
                </a:pathLst>
              </a:custGeom>
              <a:solidFill>
                <a:srgbClr val="171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038" name="Freeform 52">
                <a:extLst>
                  <a:ext uri="{FF2B5EF4-FFF2-40B4-BE49-F238E27FC236}">
                    <a16:creationId xmlns:a16="http://schemas.microsoft.com/office/drawing/2014/main" id="{F872D43F-5804-4C9E-B874-8362E9CE745D}"/>
                  </a:ext>
                </a:extLst>
              </p:cNvPr>
              <p:cNvSpPr>
                <a:spLocks/>
              </p:cNvSpPr>
              <p:nvPr/>
            </p:nvSpPr>
            <p:spPr bwMode="auto">
              <a:xfrm>
                <a:off x="6300788" y="2732088"/>
                <a:ext cx="276225" cy="138113"/>
              </a:xfrm>
              <a:custGeom>
                <a:avLst/>
                <a:gdLst>
                  <a:gd name="T0" fmla="*/ 1041 w 1041"/>
                  <a:gd name="T1" fmla="*/ 0 h 520"/>
                  <a:gd name="T2" fmla="*/ 0 w 1041"/>
                  <a:gd name="T3" fmla="*/ 0 h 520"/>
                  <a:gd name="T4" fmla="*/ 0 w 1041"/>
                  <a:gd name="T5" fmla="*/ 11 h 520"/>
                  <a:gd name="T6" fmla="*/ 1031 w 1041"/>
                  <a:gd name="T7" fmla="*/ 11 h 520"/>
                  <a:gd name="T8" fmla="*/ 1031 w 1041"/>
                  <a:gd name="T9" fmla="*/ 520 h 520"/>
                  <a:gd name="T10" fmla="*/ 1041 w 1041"/>
                  <a:gd name="T11" fmla="*/ 515 h 520"/>
                  <a:gd name="T12" fmla="*/ 1041 w 1041"/>
                  <a:gd name="T13" fmla="*/ 0 h 520"/>
                </a:gdLst>
                <a:ahLst/>
                <a:cxnLst>
                  <a:cxn ang="0">
                    <a:pos x="T0" y="T1"/>
                  </a:cxn>
                  <a:cxn ang="0">
                    <a:pos x="T2" y="T3"/>
                  </a:cxn>
                  <a:cxn ang="0">
                    <a:pos x="T4" y="T5"/>
                  </a:cxn>
                  <a:cxn ang="0">
                    <a:pos x="T6" y="T7"/>
                  </a:cxn>
                  <a:cxn ang="0">
                    <a:pos x="T8" y="T9"/>
                  </a:cxn>
                  <a:cxn ang="0">
                    <a:pos x="T10" y="T11"/>
                  </a:cxn>
                  <a:cxn ang="0">
                    <a:pos x="T12" y="T13"/>
                  </a:cxn>
                </a:cxnLst>
                <a:rect l="0" t="0" r="r" b="b"/>
                <a:pathLst>
                  <a:path w="1041" h="520">
                    <a:moveTo>
                      <a:pt x="1041" y="0"/>
                    </a:moveTo>
                    <a:lnTo>
                      <a:pt x="0" y="0"/>
                    </a:lnTo>
                    <a:lnTo>
                      <a:pt x="0" y="11"/>
                    </a:lnTo>
                    <a:lnTo>
                      <a:pt x="1031" y="11"/>
                    </a:lnTo>
                    <a:lnTo>
                      <a:pt x="1031" y="520"/>
                    </a:lnTo>
                    <a:cubicBezTo>
                      <a:pt x="1034" y="518"/>
                      <a:pt x="1038" y="516"/>
                      <a:pt x="1041" y="515"/>
                    </a:cubicBezTo>
                    <a:lnTo>
                      <a:pt x="1041"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039" name="Freeform 53">
                <a:extLst>
                  <a:ext uri="{FF2B5EF4-FFF2-40B4-BE49-F238E27FC236}">
                    <a16:creationId xmlns:a16="http://schemas.microsoft.com/office/drawing/2014/main" id="{158AF7B2-1A1E-4737-AB77-8C417CDECF22}"/>
                  </a:ext>
                </a:extLst>
              </p:cNvPr>
              <p:cNvSpPr>
                <a:spLocks/>
              </p:cNvSpPr>
              <p:nvPr/>
            </p:nvSpPr>
            <p:spPr bwMode="auto">
              <a:xfrm>
                <a:off x="6575425" y="3098800"/>
                <a:ext cx="1587" cy="112713"/>
              </a:xfrm>
              <a:custGeom>
                <a:avLst/>
                <a:gdLst>
                  <a:gd name="T0" fmla="*/ 0 w 10"/>
                  <a:gd name="T1" fmla="*/ 420 h 420"/>
                  <a:gd name="T2" fmla="*/ 10 w 10"/>
                  <a:gd name="T3" fmla="*/ 420 h 420"/>
                  <a:gd name="T4" fmla="*/ 10 w 10"/>
                  <a:gd name="T5" fmla="*/ 5 h 420"/>
                  <a:gd name="T6" fmla="*/ 0 w 10"/>
                  <a:gd name="T7" fmla="*/ 0 h 420"/>
                  <a:gd name="T8" fmla="*/ 0 w 10"/>
                  <a:gd name="T9" fmla="*/ 420 h 420"/>
                </a:gdLst>
                <a:ahLst/>
                <a:cxnLst>
                  <a:cxn ang="0">
                    <a:pos x="T0" y="T1"/>
                  </a:cxn>
                  <a:cxn ang="0">
                    <a:pos x="T2" y="T3"/>
                  </a:cxn>
                  <a:cxn ang="0">
                    <a:pos x="T4" y="T5"/>
                  </a:cxn>
                  <a:cxn ang="0">
                    <a:pos x="T6" y="T7"/>
                  </a:cxn>
                  <a:cxn ang="0">
                    <a:pos x="T8" y="T9"/>
                  </a:cxn>
                </a:cxnLst>
                <a:rect l="0" t="0" r="r" b="b"/>
                <a:pathLst>
                  <a:path w="10" h="420">
                    <a:moveTo>
                      <a:pt x="0" y="420"/>
                    </a:moveTo>
                    <a:lnTo>
                      <a:pt x="10" y="420"/>
                    </a:lnTo>
                    <a:lnTo>
                      <a:pt x="10" y="5"/>
                    </a:lnTo>
                    <a:cubicBezTo>
                      <a:pt x="7" y="3"/>
                      <a:pt x="3" y="1"/>
                      <a:pt x="0" y="0"/>
                    </a:cubicBezTo>
                    <a:lnTo>
                      <a:pt x="0" y="42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040" name="Freeform 54">
                <a:extLst>
                  <a:ext uri="{FF2B5EF4-FFF2-40B4-BE49-F238E27FC236}">
                    <a16:creationId xmlns:a16="http://schemas.microsoft.com/office/drawing/2014/main" id="{69B41D9E-2FC8-4133-B1DA-6E31CEF36070}"/>
                  </a:ext>
                </a:extLst>
              </p:cNvPr>
              <p:cNvSpPr>
                <a:spLocks/>
              </p:cNvSpPr>
              <p:nvPr/>
            </p:nvSpPr>
            <p:spPr bwMode="auto">
              <a:xfrm>
                <a:off x="6261100" y="2820988"/>
                <a:ext cx="252412" cy="101600"/>
              </a:xfrm>
              <a:custGeom>
                <a:avLst/>
                <a:gdLst>
                  <a:gd name="T0" fmla="*/ 189 w 945"/>
                  <a:gd name="T1" fmla="*/ 378 h 378"/>
                  <a:gd name="T2" fmla="*/ 945 w 945"/>
                  <a:gd name="T3" fmla="*/ 378 h 378"/>
                  <a:gd name="T4" fmla="*/ 945 w 945"/>
                  <a:gd name="T5" fmla="*/ 0 h 378"/>
                  <a:gd name="T6" fmla="*/ 189 w 945"/>
                  <a:gd name="T7" fmla="*/ 0 h 378"/>
                  <a:gd name="T8" fmla="*/ 0 w 945"/>
                  <a:gd name="T9" fmla="*/ 189 h 378"/>
                  <a:gd name="T10" fmla="*/ 189 w 945"/>
                  <a:gd name="T11" fmla="*/ 378 h 378"/>
                </a:gdLst>
                <a:ahLst/>
                <a:cxnLst>
                  <a:cxn ang="0">
                    <a:pos x="T0" y="T1"/>
                  </a:cxn>
                  <a:cxn ang="0">
                    <a:pos x="T2" y="T3"/>
                  </a:cxn>
                  <a:cxn ang="0">
                    <a:pos x="T4" y="T5"/>
                  </a:cxn>
                  <a:cxn ang="0">
                    <a:pos x="T6" y="T7"/>
                  </a:cxn>
                  <a:cxn ang="0">
                    <a:pos x="T8" y="T9"/>
                  </a:cxn>
                  <a:cxn ang="0">
                    <a:pos x="T10" y="T11"/>
                  </a:cxn>
                </a:cxnLst>
                <a:rect l="0" t="0" r="r" b="b"/>
                <a:pathLst>
                  <a:path w="945" h="378">
                    <a:moveTo>
                      <a:pt x="189" y="378"/>
                    </a:moveTo>
                    <a:lnTo>
                      <a:pt x="945" y="378"/>
                    </a:lnTo>
                    <a:lnTo>
                      <a:pt x="945" y="0"/>
                    </a:lnTo>
                    <a:lnTo>
                      <a:pt x="189" y="0"/>
                    </a:lnTo>
                    <a:cubicBezTo>
                      <a:pt x="85" y="0"/>
                      <a:pt x="0" y="85"/>
                      <a:pt x="0" y="189"/>
                    </a:cubicBezTo>
                    <a:cubicBezTo>
                      <a:pt x="0" y="293"/>
                      <a:pt x="85" y="378"/>
                      <a:pt x="189" y="378"/>
                    </a:cubicBezTo>
                    <a:close/>
                  </a:path>
                </a:pathLst>
              </a:custGeom>
              <a:solidFill>
                <a:srgbClr val="BBBD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042" name="Freeform 56">
                <a:extLst>
                  <a:ext uri="{FF2B5EF4-FFF2-40B4-BE49-F238E27FC236}">
                    <a16:creationId xmlns:a16="http://schemas.microsoft.com/office/drawing/2014/main" id="{E675E7E2-DA94-4F28-8199-F58A6AF7D1F6}"/>
                  </a:ext>
                </a:extLst>
              </p:cNvPr>
              <p:cNvSpPr>
                <a:spLocks/>
              </p:cNvSpPr>
              <p:nvPr/>
            </p:nvSpPr>
            <p:spPr bwMode="auto">
              <a:xfrm>
                <a:off x="6286500" y="2844800"/>
                <a:ext cx="39687" cy="53975"/>
              </a:xfrm>
              <a:custGeom>
                <a:avLst/>
                <a:gdLst>
                  <a:gd name="T0" fmla="*/ 109 w 151"/>
                  <a:gd name="T1" fmla="*/ 22 h 202"/>
                  <a:gd name="T2" fmla="*/ 72 w 151"/>
                  <a:gd name="T3" fmla="*/ 33 h 202"/>
                  <a:gd name="T4" fmla="*/ 55 w 151"/>
                  <a:gd name="T5" fmla="*/ 51 h 202"/>
                  <a:gd name="T6" fmla="*/ 46 w 151"/>
                  <a:gd name="T7" fmla="*/ 74 h 202"/>
                  <a:gd name="T8" fmla="*/ 137 w 151"/>
                  <a:gd name="T9" fmla="*/ 74 h 202"/>
                  <a:gd name="T10" fmla="*/ 134 w 151"/>
                  <a:gd name="T11" fmla="*/ 92 h 202"/>
                  <a:gd name="T12" fmla="*/ 44 w 151"/>
                  <a:gd name="T13" fmla="*/ 92 h 202"/>
                  <a:gd name="T14" fmla="*/ 44 w 151"/>
                  <a:gd name="T15" fmla="*/ 97 h 202"/>
                  <a:gd name="T16" fmla="*/ 44 w 151"/>
                  <a:gd name="T17" fmla="*/ 109 h 202"/>
                  <a:gd name="T18" fmla="*/ 130 w 151"/>
                  <a:gd name="T19" fmla="*/ 109 h 202"/>
                  <a:gd name="T20" fmla="*/ 126 w 151"/>
                  <a:gd name="T21" fmla="*/ 127 h 202"/>
                  <a:gd name="T22" fmla="*/ 47 w 151"/>
                  <a:gd name="T23" fmla="*/ 127 h 202"/>
                  <a:gd name="T24" fmla="*/ 74 w 151"/>
                  <a:gd name="T25" fmla="*/ 170 h 202"/>
                  <a:gd name="T26" fmla="*/ 107 w 151"/>
                  <a:gd name="T27" fmla="*/ 180 h 202"/>
                  <a:gd name="T28" fmla="*/ 146 w 151"/>
                  <a:gd name="T29" fmla="*/ 167 h 202"/>
                  <a:gd name="T30" fmla="*/ 146 w 151"/>
                  <a:gd name="T31" fmla="*/ 194 h 202"/>
                  <a:gd name="T32" fmla="*/ 109 w 151"/>
                  <a:gd name="T33" fmla="*/ 202 h 202"/>
                  <a:gd name="T34" fmla="*/ 28 w 151"/>
                  <a:gd name="T35" fmla="*/ 152 h 202"/>
                  <a:gd name="T36" fmla="*/ 21 w 151"/>
                  <a:gd name="T37" fmla="*/ 127 h 202"/>
                  <a:gd name="T38" fmla="*/ 0 w 151"/>
                  <a:gd name="T39" fmla="*/ 127 h 202"/>
                  <a:gd name="T40" fmla="*/ 4 w 151"/>
                  <a:gd name="T41" fmla="*/ 109 h 202"/>
                  <a:gd name="T42" fmla="*/ 18 w 151"/>
                  <a:gd name="T43" fmla="*/ 109 h 202"/>
                  <a:gd name="T44" fmla="*/ 18 w 151"/>
                  <a:gd name="T45" fmla="*/ 97 h 202"/>
                  <a:gd name="T46" fmla="*/ 18 w 151"/>
                  <a:gd name="T47" fmla="*/ 92 h 202"/>
                  <a:gd name="T48" fmla="*/ 0 w 151"/>
                  <a:gd name="T49" fmla="*/ 92 h 202"/>
                  <a:gd name="T50" fmla="*/ 4 w 151"/>
                  <a:gd name="T51" fmla="*/ 74 h 202"/>
                  <a:gd name="T52" fmla="*/ 19 w 151"/>
                  <a:gd name="T53" fmla="*/ 74 h 202"/>
                  <a:gd name="T54" fmla="*/ 62 w 151"/>
                  <a:gd name="T55" fmla="*/ 12 h 202"/>
                  <a:gd name="T56" fmla="*/ 110 w 151"/>
                  <a:gd name="T57" fmla="*/ 0 h 202"/>
                  <a:gd name="T58" fmla="*/ 151 w 151"/>
                  <a:gd name="T59" fmla="*/ 11 h 202"/>
                  <a:gd name="T60" fmla="*/ 146 w 151"/>
                  <a:gd name="T61" fmla="*/ 35 h 202"/>
                  <a:gd name="T62" fmla="*/ 109 w 151"/>
                  <a:gd name="T63" fmla="*/ 2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1" h="202">
                    <a:moveTo>
                      <a:pt x="109" y="22"/>
                    </a:moveTo>
                    <a:cubicBezTo>
                      <a:pt x="94" y="22"/>
                      <a:pt x="82" y="25"/>
                      <a:pt x="72" y="33"/>
                    </a:cubicBezTo>
                    <a:cubicBezTo>
                      <a:pt x="66" y="37"/>
                      <a:pt x="60" y="43"/>
                      <a:pt x="55" y="51"/>
                    </a:cubicBezTo>
                    <a:cubicBezTo>
                      <a:pt x="50" y="59"/>
                      <a:pt x="47" y="67"/>
                      <a:pt x="46" y="74"/>
                    </a:cubicBezTo>
                    <a:lnTo>
                      <a:pt x="137" y="74"/>
                    </a:lnTo>
                    <a:lnTo>
                      <a:pt x="134" y="92"/>
                    </a:lnTo>
                    <a:lnTo>
                      <a:pt x="44" y="92"/>
                    </a:lnTo>
                    <a:cubicBezTo>
                      <a:pt x="44" y="94"/>
                      <a:pt x="44" y="95"/>
                      <a:pt x="44" y="97"/>
                    </a:cubicBezTo>
                    <a:cubicBezTo>
                      <a:pt x="44" y="104"/>
                      <a:pt x="44" y="108"/>
                      <a:pt x="44" y="109"/>
                    </a:cubicBezTo>
                    <a:lnTo>
                      <a:pt x="130" y="109"/>
                    </a:lnTo>
                    <a:lnTo>
                      <a:pt x="126" y="127"/>
                    </a:lnTo>
                    <a:lnTo>
                      <a:pt x="47" y="127"/>
                    </a:lnTo>
                    <a:cubicBezTo>
                      <a:pt x="51" y="147"/>
                      <a:pt x="60" y="162"/>
                      <a:pt x="74" y="170"/>
                    </a:cubicBezTo>
                    <a:cubicBezTo>
                      <a:pt x="84" y="177"/>
                      <a:pt x="95" y="180"/>
                      <a:pt x="107" y="180"/>
                    </a:cubicBezTo>
                    <a:cubicBezTo>
                      <a:pt x="124" y="180"/>
                      <a:pt x="137" y="175"/>
                      <a:pt x="146" y="167"/>
                    </a:cubicBezTo>
                    <a:lnTo>
                      <a:pt x="146" y="194"/>
                    </a:lnTo>
                    <a:cubicBezTo>
                      <a:pt x="135" y="199"/>
                      <a:pt x="123" y="202"/>
                      <a:pt x="109" y="202"/>
                    </a:cubicBezTo>
                    <a:cubicBezTo>
                      <a:pt x="69" y="202"/>
                      <a:pt x="42" y="185"/>
                      <a:pt x="28" y="152"/>
                    </a:cubicBezTo>
                    <a:cubicBezTo>
                      <a:pt x="25" y="145"/>
                      <a:pt x="23" y="137"/>
                      <a:pt x="21" y="127"/>
                    </a:cubicBezTo>
                    <a:lnTo>
                      <a:pt x="0" y="127"/>
                    </a:lnTo>
                    <a:lnTo>
                      <a:pt x="4" y="109"/>
                    </a:lnTo>
                    <a:lnTo>
                      <a:pt x="18" y="109"/>
                    </a:lnTo>
                    <a:cubicBezTo>
                      <a:pt x="18" y="106"/>
                      <a:pt x="18" y="102"/>
                      <a:pt x="18" y="97"/>
                    </a:cubicBezTo>
                    <a:cubicBezTo>
                      <a:pt x="18" y="95"/>
                      <a:pt x="18" y="94"/>
                      <a:pt x="18" y="92"/>
                    </a:cubicBezTo>
                    <a:lnTo>
                      <a:pt x="0" y="92"/>
                    </a:lnTo>
                    <a:lnTo>
                      <a:pt x="4" y="74"/>
                    </a:lnTo>
                    <a:lnTo>
                      <a:pt x="19" y="74"/>
                    </a:lnTo>
                    <a:cubicBezTo>
                      <a:pt x="25" y="45"/>
                      <a:pt x="39" y="24"/>
                      <a:pt x="62" y="12"/>
                    </a:cubicBezTo>
                    <a:cubicBezTo>
                      <a:pt x="77" y="4"/>
                      <a:pt x="93" y="0"/>
                      <a:pt x="110" y="0"/>
                    </a:cubicBezTo>
                    <a:cubicBezTo>
                      <a:pt x="126" y="0"/>
                      <a:pt x="140" y="3"/>
                      <a:pt x="151" y="11"/>
                    </a:cubicBezTo>
                    <a:lnTo>
                      <a:pt x="146" y="35"/>
                    </a:lnTo>
                    <a:cubicBezTo>
                      <a:pt x="135" y="26"/>
                      <a:pt x="123" y="22"/>
                      <a:pt x="109" y="22"/>
                    </a:cubicBezTo>
                  </a:path>
                </a:pathLst>
              </a:custGeom>
              <a:solidFill>
                <a:srgbClr val="171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043" name="Freeform 57">
                <a:extLst>
                  <a:ext uri="{FF2B5EF4-FFF2-40B4-BE49-F238E27FC236}">
                    <a16:creationId xmlns:a16="http://schemas.microsoft.com/office/drawing/2014/main" id="{EBE8A4D6-16CF-41FF-968C-DBE00EDB6C9B}"/>
                  </a:ext>
                </a:extLst>
              </p:cNvPr>
              <p:cNvSpPr>
                <a:spLocks/>
              </p:cNvSpPr>
              <p:nvPr/>
            </p:nvSpPr>
            <p:spPr bwMode="auto">
              <a:xfrm>
                <a:off x="6216650" y="2751138"/>
                <a:ext cx="342900" cy="492125"/>
              </a:xfrm>
              <a:custGeom>
                <a:avLst/>
                <a:gdLst>
                  <a:gd name="T0" fmla="*/ 1257 w 1285"/>
                  <a:gd name="T1" fmla="*/ 1824 h 1852"/>
                  <a:gd name="T2" fmla="*/ 28 w 1285"/>
                  <a:gd name="T3" fmla="*/ 1824 h 1852"/>
                  <a:gd name="T4" fmla="*/ 28 w 1285"/>
                  <a:gd name="T5" fmla="*/ 29 h 1852"/>
                  <a:gd name="T6" fmla="*/ 1257 w 1285"/>
                  <a:gd name="T7" fmla="*/ 29 h 1852"/>
                  <a:gd name="T8" fmla="*/ 1257 w 1285"/>
                  <a:gd name="T9" fmla="*/ 317 h 1852"/>
                  <a:gd name="T10" fmla="*/ 1257 w 1285"/>
                  <a:gd name="T11" fmla="*/ 501 h 1852"/>
                  <a:gd name="T12" fmla="*/ 1285 w 1285"/>
                  <a:gd name="T13" fmla="*/ 482 h 1852"/>
                  <a:gd name="T14" fmla="*/ 1285 w 1285"/>
                  <a:gd name="T15" fmla="*/ 317 h 1852"/>
                  <a:gd name="T16" fmla="*/ 1285 w 1285"/>
                  <a:gd name="T17" fmla="*/ 29 h 1852"/>
                  <a:gd name="T18" fmla="*/ 1285 w 1285"/>
                  <a:gd name="T19" fmla="*/ 0 h 1852"/>
                  <a:gd name="T20" fmla="*/ 1257 w 1285"/>
                  <a:gd name="T21" fmla="*/ 0 h 1852"/>
                  <a:gd name="T22" fmla="*/ 28 w 1285"/>
                  <a:gd name="T23" fmla="*/ 0 h 1852"/>
                  <a:gd name="T24" fmla="*/ 0 w 1285"/>
                  <a:gd name="T25" fmla="*/ 0 h 1852"/>
                  <a:gd name="T26" fmla="*/ 0 w 1285"/>
                  <a:gd name="T27" fmla="*/ 29 h 1852"/>
                  <a:gd name="T28" fmla="*/ 0 w 1285"/>
                  <a:gd name="T29" fmla="*/ 1824 h 1852"/>
                  <a:gd name="T30" fmla="*/ 0 w 1285"/>
                  <a:gd name="T31" fmla="*/ 1852 h 1852"/>
                  <a:gd name="T32" fmla="*/ 28 w 1285"/>
                  <a:gd name="T33" fmla="*/ 1852 h 1852"/>
                  <a:gd name="T34" fmla="*/ 1257 w 1285"/>
                  <a:gd name="T35" fmla="*/ 1852 h 1852"/>
                  <a:gd name="T36" fmla="*/ 1285 w 1285"/>
                  <a:gd name="T37" fmla="*/ 1852 h 1852"/>
                  <a:gd name="T38" fmla="*/ 1285 w 1285"/>
                  <a:gd name="T39" fmla="*/ 1824 h 1852"/>
                  <a:gd name="T40" fmla="*/ 1285 w 1285"/>
                  <a:gd name="T41" fmla="*/ 1277 h 1852"/>
                  <a:gd name="T42" fmla="*/ 1257 w 1285"/>
                  <a:gd name="T43" fmla="*/ 1257 h 1852"/>
                  <a:gd name="T44" fmla="*/ 1257 w 1285"/>
                  <a:gd name="T45" fmla="*/ 1824 h 18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85" h="1852">
                    <a:moveTo>
                      <a:pt x="1257" y="1824"/>
                    </a:moveTo>
                    <a:lnTo>
                      <a:pt x="28" y="1824"/>
                    </a:lnTo>
                    <a:lnTo>
                      <a:pt x="28" y="29"/>
                    </a:lnTo>
                    <a:lnTo>
                      <a:pt x="1257" y="29"/>
                    </a:lnTo>
                    <a:lnTo>
                      <a:pt x="1257" y="317"/>
                    </a:lnTo>
                    <a:lnTo>
                      <a:pt x="1257" y="501"/>
                    </a:lnTo>
                    <a:cubicBezTo>
                      <a:pt x="1266" y="494"/>
                      <a:pt x="1275" y="488"/>
                      <a:pt x="1285" y="482"/>
                    </a:cubicBezTo>
                    <a:lnTo>
                      <a:pt x="1285" y="317"/>
                    </a:lnTo>
                    <a:lnTo>
                      <a:pt x="1285" y="29"/>
                    </a:lnTo>
                    <a:lnTo>
                      <a:pt x="1285" y="0"/>
                    </a:lnTo>
                    <a:lnTo>
                      <a:pt x="1257" y="0"/>
                    </a:lnTo>
                    <a:lnTo>
                      <a:pt x="28" y="0"/>
                    </a:lnTo>
                    <a:lnTo>
                      <a:pt x="0" y="0"/>
                    </a:lnTo>
                    <a:lnTo>
                      <a:pt x="0" y="29"/>
                    </a:lnTo>
                    <a:lnTo>
                      <a:pt x="0" y="1824"/>
                    </a:lnTo>
                    <a:lnTo>
                      <a:pt x="0" y="1852"/>
                    </a:lnTo>
                    <a:lnTo>
                      <a:pt x="28" y="1852"/>
                    </a:lnTo>
                    <a:lnTo>
                      <a:pt x="1257" y="1852"/>
                    </a:lnTo>
                    <a:lnTo>
                      <a:pt x="1285" y="1852"/>
                    </a:lnTo>
                    <a:lnTo>
                      <a:pt x="1285" y="1824"/>
                    </a:lnTo>
                    <a:lnTo>
                      <a:pt x="1285" y="1277"/>
                    </a:lnTo>
                    <a:cubicBezTo>
                      <a:pt x="1275" y="1271"/>
                      <a:pt x="1266" y="1264"/>
                      <a:pt x="1257" y="1257"/>
                    </a:cubicBezTo>
                    <a:lnTo>
                      <a:pt x="1257" y="182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grpSp>
      </p:grpSp>
      <p:grpSp>
        <p:nvGrpSpPr>
          <p:cNvPr id="1069" name="Group 1068">
            <a:extLst>
              <a:ext uri="{FF2B5EF4-FFF2-40B4-BE49-F238E27FC236}">
                <a16:creationId xmlns:a16="http://schemas.microsoft.com/office/drawing/2014/main" id="{E24A953F-8C7E-4168-AC0A-EFC372B7BC1D}"/>
              </a:ext>
            </a:extLst>
          </p:cNvPr>
          <p:cNvGrpSpPr/>
          <p:nvPr/>
        </p:nvGrpSpPr>
        <p:grpSpPr>
          <a:xfrm>
            <a:off x="7096125" y="2733675"/>
            <a:ext cx="552450" cy="501651"/>
            <a:chOff x="7096125" y="2733675"/>
            <a:chExt cx="552450" cy="501651"/>
          </a:xfrm>
        </p:grpSpPr>
        <p:grpSp>
          <p:nvGrpSpPr>
            <p:cNvPr id="1067" name="Group 1066">
              <a:extLst>
                <a:ext uri="{FF2B5EF4-FFF2-40B4-BE49-F238E27FC236}">
                  <a16:creationId xmlns:a16="http://schemas.microsoft.com/office/drawing/2014/main" id="{68842560-8CE0-42ED-AAA0-3AA72998EEEA}"/>
                </a:ext>
              </a:extLst>
            </p:cNvPr>
            <p:cNvGrpSpPr/>
            <p:nvPr/>
          </p:nvGrpSpPr>
          <p:grpSpPr>
            <a:xfrm>
              <a:off x="7096125" y="2733675"/>
              <a:ext cx="427038" cy="501651"/>
              <a:chOff x="7096125" y="2733675"/>
              <a:chExt cx="427038" cy="501651"/>
            </a:xfrm>
          </p:grpSpPr>
          <p:grpSp>
            <p:nvGrpSpPr>
              <p:cNvPr id="1064" name="Group 1063">
                <a:extLst>
                  <a:ext uri="{FF2B5EF4-FFF2-40B4-BE49-F238E27FC236}">
                    <a16:creationId xmlns:a16="http://schemas.microsoft.com/office/drawing/2014/main" id="{B388AF5B-A9A7-4A01-8A63-A594144E82C9}"/>
                  </a:ext>
                </a:extLst>
              </p:cNvPr>
              <p:cNvGrpSpPr/>
              <p:nvPr/>
            </p:nvGrpSpPr>
            <p:grpSpPr>
              <a:xfrm>
                <a:off x="7096125" y="2733675"/>
                <a:ext cx="301625" cy="501651"/>
                <a:chOff x="7096125" y="2733675"/>
                <a:chExt cx="301625" cy="501651"/>
              </a:xfrm>
            </p:grpSpPr>
            <p:sp>
              <p:nvSpPr>
                <p:cNvPr id="1046" name="Freeform 61">
                  <a:extLst>
                    <a:ext uri="{FF2B5EF4-FFF2-40B4-BE49-F238E27FC236}">
                      <a16:creationId xmlns:a16="http://schemas.microsoft.com/office/drawing/2014/main" id="{27B45EC9-0FAB-40DC-A2F7-9801D57DD917}"/>
                    </a:ext>
                  </a:extLst>
                </p:cNvPr>
                <p:cNvSpPr>
                  <a:spLocks/>
                </p:cNvSpPr>
                <p:nvPr/>
              </p:nvSpPr>
              <p:spPr bwMode="auto">
                <a:xfrm>
                  <a:off x="7096125" y="2733675"/>
                  <a:ext cx="301625" cy="125413"/>
                </a:xfrm>
                <a:custGeom>
                  <a:avLst/>
                  <a:gdLst>
                    <a:gd name="T0" fmla="*/ 44 w 190"/>
                    <a:gd name="T1" fmla="*/ 59 h 79"/>
                    <a:gd name="T2" fmla="*/ 47 w 190"/>
                    <a:gd name="T3" fmla="*/ 55 h 79"/>
                    <a:gd name="T4" fmla="*/ 190 w 190"/>
                    <a:gd name="T5" fmla="*/ 55 h 79"/>
                    <a:gd name="T6" fmla="*/ 190 w 190"/>
                    <a:gd name="T7" fmla="*/ 0 h 79"/>
                    <a:gd name="T8" fmla="*/ 30 w 190"/>
                    <a:gd name="T9" fmla="*/ 0 h 79"/>
                    <a:gd name="T10" fmla="*/ 0 w 190"/>
                    <a:gd name="T11" fmla="*/ 0 h 79"/>
                    <a:gd name="T12" fmla="*/ 0 w 190"/>
                    <a:gd name="T13" fmla="*/ 55 h 79"/>
                    <a:gd name="T14" fmla="*/ 24 w 190"/>
                    <a:gd name="T15" fmla="*/ 79 h 79"/>
                    <a:gd name="T16" fmla="*/ 44 w 190"/>
                    <a:gd name="T17" fmla="*/ 5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0" h="79">
                      <a:moveTo>
                        <a:pt x="44" y="59"/>
                      </a:moveTo>
                      <a:lnTo>
                        <a:pt x="47" y="55"/>
                      </a:lnTo>
                      <a:lnTo>
                        <a:pt x="190" y="55"/>
                      </a:lnTo>
                      <a:lnTo>
                        <a:pt x="190" y="0"/>
                      </a:lnTo>
                      <a:lnTo>
                        <a:pt x="30" y="0"/>
                      </a:lnTo>
                      <a:lnTo>
                        <a:pt x="0" y="0"/>
                      </a:lnTo>
                      <a:lnTo>
                        <a:pt x="0" y="55"/>
                      </a:lnTo>
                      <a:lnTo>
                        <a:pt x="24" y="79"/>
                      </a:lnTo>
                      <a:lnTo>
                        <a:pt x="44" y="59"/>
                      </a:lnTo>
                      <a:close/>
                    </a:path>
                  </a:pathLst>
                </a:custGeom>
                <a:solidFill>
                  <a:srgbClr val="BBBD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047" name="Freeform 62">
                  <a:extLst>
                    <a:ext uri="{FF2B5EF4-FFF2-40B4-BE49-F238E27FC236}">
                      <a16:creationId xmlns:a16="http://schemas.microsoft.com/office/drawing/2014/main" id="{5DA87283-A8F6-45EA-842A-94DAD34BC73F}"/>
                    </a:ext>
                  </a:extLst>
                </p:cNvPr>
                <p:cNvSpPr>
                  <a:spLocks/>
                </p:cNvSpPr>
                <p:nvPr/>
              </p:nvSpPr>
              <p:spPr bwMode="auto">
                <a:xfrm>
                  <a:off x="7096125" y="2871788"/>
                  <a:ext cx="268288" cy="125413"/>
                </a:xfrm>
                <a:custGeom>
                  <a:avLst/>
                  <a:gdLst>
                    <a:gd name="T0" fmla="*/ 856 w 1013"/>
                    <a:gd name="T1" fmla="*/ 230 h 472"/>
                    <a:gd name="T2" fmla="*/ 832 w 1013"/>
                    <a:gd name="T3" fmla="*/ 215 h 472"/>
                    <a:gd name="T4" fmla="*/ 846 w 1013"/>
                    <a:gd name="T5" fmla="*/ 191 h 472"/>
                    <a:gd name="T6" fmla="*/ 956 w 1013"/>
                    <a:gd name="T7" fmla="*/ 0 h 472"/>
                    <a:gd name="T8" fmla="*/ 182 w 1013"/>
                    <a:gd name="T9" fmla="*/ 0 h 472"/>
                    <a:gd name="T10" fmla="*/ 0 w 1013"/>
                    <a:gd name="T11" fmla="*/ 0 h 472"/>
                    <a:gd name="T12" fmla="*/ 0 w 1013"/>
                    <a:gd name="T13" fmla="*/ 331 h 472"/>
                    <a:gd name="T14" fmla="*/ 331 w 1013"/>
                    <a:gd name="T15" fmla="*/ 331 h 472"/>
                    <a:gd name="T16" fmla="*/ 473 w 1013"/>
                    <a:gd name="T17" fmla="*/ 472 h 472"/>
                    <a:gd name="T18" fmla="*/ 592 w 1013"/>
                    <a:gd name="T19" fmla="*/ 353 h 472"/>
                    <a:gd name="T20" fmla="*/ 614 w 1013"/>
                    <a:gd name="T21" fmla="*/ 331 h 472"/>
                    <a:gd name="T22" fmla="*/ 1012 w 1013"/>
                    <a:gd name="T23" fmla="*/ 331 h 472"/>
                    <a:gd name="T24" fmla="*/ 1013 w 1013"/>
                    <a:gd name="T25" fmla="*/ 320 h 472"/>
                    <a:gd name="T26" fmla="*/ 856 w 1013"/>
                    <a:gd name="T27" fmla="*/ 230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3" h="472">
                      <a:moveTo>
                        <a:pt x="856" y="230"/>
                      </a:moveTo>
                      <a:lnTo>
                        <a:pt x="832" y="215"/>
                      </a:lnTo>
                      <a:lnTo>
                        <a:pt x="846" y="191"/>
                      </a:lnTo>
                      <a:lnTo>
                        <a:pt x="956" y="0"/>
                      </a:lnTo>
                      <a:lnTo>
                        <a:pt x="182" y="0"/>
                      </a:lnTo>
                      <a:lnTo>
                        <a:pt x="0" y="0"/>
                      </a:lnTo>
                      <a:lnTo>
                        <a:pt x="0" y="331"/>
                      </a:lnTo>
                      <a:lnTo>
                        <a:pt x="331" y="331"/>
                      </a:lnTo>
                      <a:lnTo>
                        <a:pt x="473" y="472"/>
                      </a:lnTo>
                      <a:lnTo>
                        <a:pt x="592" y="353"/>
                      </a:lnTo>
                      <a:lnTo>
                        <a:pt x="614" y="331"/>
                      </a:lnTo>
                      <a:lnTo>
                        <a:pt x="1012" y="331"/>
                      </a:lnTo>
                      <a:cubicBezTo>
                        <a:pt x="1012" y="327"/>
                        <a:pt x="1012" y="324"/>
                        <a:pt x="1013" y="320"/>
                      </a:cubicBezTo>
                      <a:lnTo>
                        <a:pt x="856" y="230"/>
                      </a:lnTo>
                    </a:path>
                  </a:pathLst>
                </a:custGeom>
                <a:solidFill>
                  <a:srgbClr val="BBBD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048" name="Freeform 63">
                  <a:extLst>
                    <a:ext uri="{FF2B5EF4-FFF2-40B4-BE49-F238E27FC236}">
                      <a16:creationId xmlns:a16="http://schemas.microsoft.com/office/drawing/2014/main" id="{6A26E976-B679-4606-BA19-6C0FC79D5AAD}"/>
                    </a:ext>
                  </a:extLst>
                </p:cNvPr>
                <p:cNvSpPr>
                  <a:spLocks/>
                </p:cNvSpPr>
                <p:nvPr/>
              </p:nvSpPr>
              <p:spPr bwMode="auto">
                <a:xfrm>
                  <a:off x="7096125" y="3009900"/>
                  <a:ext cx="260350" cy="125413"/>
                </a:xfrm>
                <a:custGeom>
                  <a:avLst/>
                  <a:gdLst>
                    <a:gd name="T0" fmla="*/ 139 w 164"/>
                    <a:gd name="T1" fmla="*/ 11 h 79"/>
                    <a:gd name="T2" fmla="*/ 143 w 164"/>
                    <a:gd name="T3" fmla="*/ 9 h 79"/>
                    <a:gd name="T4" fmla="*/ 158 w 164"/>
                    <a:gd name="T5" fmla="*/ 0 h 79"/>
                    <a:gd name="T6" fmla="*/ 0 w 164"/>
                    <a:gd name="T7" fmla="*/ 0 h 79"/>
                    <a:gd name="T8" fmla="*/ 0 w 164"/>
                    <a:gd name="T9" fmla="*/ 55 h 79"/>
                    <a:gd name="T10" fmla="*/ 111 w 164"/>
                    <a:gd name="T11" fmla="*/ 55 h 79"/>
                    <a:gd name="T12" fmla="*/ 134 w 164"/>
                    <a:gd name="T13" fmla="*/ 79 h 79"/>
                    <a:gd name="T14" fmla="*/ 154 w 164"/>
                    <a:gd name="T15" fmla="*/ 59 h 79"/>
                    <a:gd name="T16" fmla="*/ 158 w 164"/>
                    <a:gd name="T17" fmla="*/ 55 h 79"/>
                    <a:gd name="T18" fmla="*/ 164 w 164"/>
                    <a:gd name="T19" fmla="*/ 55 h 79"/>
                    <a:gd name="T20" fmla="*/ 141 w 164"/>
                    <a:gd name="T21" fmla="*/ 15 h 79"/>
                    <a:gd name="T22" fmla="*/ 139 w 164"/>
                    <a:gd name="T23" fmla="*/ 1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79">
                      <a:moveTo>
                        <a:pt x="139" y="11"/>
                      </a:moveTo>
                      <a:lnTo>
                        <a:pt x="143" y="9"/>
                      </a:lnTo>
                      <a:lnTo>
                        <a:pt x="158" y="0"/>
                      </a:lnTo>
                      <a:lnTo>
                        <a:pt x="0" y="0"/>
                      </a:lnTo>
                      <a:lnTo>
                        <a:pt x="0" y="55"/>
                      </a:lnTo>
                      <a:lnTo>
                        <a:pt x="111" y="55"/>
                      </a:lnTo>
                      <a:lnTo>
                        <a:pt x="134" y="79"/>
                      </a:lnTo>
                      <a:lnTo>
                        <a:pt x="154" y="59"/>
                      </a:lnTo>
                      <a:lnTo>
                        <a:pt x="158" y="55"/>
                      </a:lnTo>
                      <a:lnTo>
                        <a:pt x="164" y="55"/>
                      </a:lnTo>
                      <a:lnTo>
                        <a:pt x="141" y="15"/>
                      </a:lnTo>
                      <a:lnTo>
                        <a:pt x="139" y="11"/>
                      </a:lnTo>
                      <a:close/>
                    </a:path>
                  </a:pathLst>
                </a:custGeom>
                <a:solidFill>
                  <a:srgbClr val="BBBD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049" name="Freeform 64">
                  <a:extLst>
                    <a:ext uri="{FF2B5EF4-FFF2-40B4-BE49-F238E27FC236}">
                      <a16:creationId xmlns:a16="http://schemas.microsoft.com/office/drawing/2014/main" id="{D7B4C95A-B6C3-497C-9DA3-D6DEE4466723}"/>
                    </a:ext>
                  </a:extLst>
                </p:cNvPr>
                <p:cNvSpPr>
                  <a:spLocks/>
                </p:cNvSpPr>
                <p:nvPr/>
              </p:nvSpPr>
              <p:spPr bwMode="auto">
                <a:xfrm>
                  <a:off x="7096125" y="3148013"/>
                  <a:ext cx="301625" cy="87313"/>
                </a:xfrm>
                <a:custGeom>
                  <a:avLst/>
                  <a:gdLst>
                    <a:gd name="T0" fmla="*/ 0 w 190"/>
                    <a:gd name="T1" fmla="*/ 0 h 55"/>
                    <a:gd name="T2" fmla="*/ 0 w 190"/>
                    <a:gd name="T3" fmla="*/ 55 h 55"/>
                    <a:gd name="T4" fmla="*/ 190 w 190"/>
                    <a:gd name="T5" fmla="*/ 55 h 55"/>
                    <a:gd name="T6" fmla="*/ 190 w 190"/>
                    <a:gd name="T7" fmla="*/ 0 h 55"/>
                    <a:gd name="T8" fmla="*/ 30 w 190"/>
                    <a:gd name="T9" fmla="*/ 0 h 55"/>
                    <a:gd name="T10" fmla="*/ 0 w 190"/>
                    <a:gd name="T11" fmla="*/ 0 h 55"/>
                  </a:gdLst>
                  <a:ahLst/>
                  <a:cxnLst>
                    <a:cxn ang="0">
                      <a:pos x="T0" y="T1"/>
                    </a:cxn>
                    <a:cxn ang="0">
                      <a:pos x="T2" y="T3"/>
                    </a:cxn>
                    <a:cxn ang="0">
                      <a:pos x="T4" y="T5"/>
                    </a:cxn>
                    <a:cxn ang="0">
                      <a:pos x="T6" y="T7"/>
                    </a:cxn>
                    <a:cxn ang="0">
                      <a:pos x="T8" y="T9"/>
                    </a:cxn>
                    <a:cxn ang="0">
                      <a:pos x="T10" y="T11"/>
                    </a:cxn>
                  </a:cxnLst>
                  <a:rect l="0" t="0" r="r" b="b"/>
                  <a:pathLst>
                    <a:path w="190" h="55">
                      <a:moveTo>
                        <a:pt x="0" y="0"/>
                      </a:moveTo>
                      <a:lnTo>
                        <a:pt x="0" y="55"/>
                      </a:lnTo>
                      <a:lnTo>
                        <a:pt x="190" y="55"/>
                      </a:lnTo>
                      <a:lnTo>
                        <a:pt x="190" y="0"/>
                      </a:lnTo>
                      <a:lnTo>
                        <a:pt x="30" y="0"/>
                      </a:lnTo>
                      <a:lnTo>
                        <a:pt x="0" y="0"/>
                      </a:lnTo>
                      <a:close/>
                    </a:path>
                  </a:pathLst>
                </a:custGeom>
                <a:solidFill>
                  <a:srgbClr val="BBBD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grpSp>
          <p:sp>
            <p:nvSpPr>
              <p:cNvPr id="1050" name="Freeform 65">
                <a:extLst>
                  <a:ext uri="{FF2B5EF4-FFF2-40B4-BE49-F238E27FC236}">
                    <a16:creationId xmlns:a16="http://schemas.microsoft.com/office/drawing/2014/main" id="{2A3D1EFF-7471-46E6-B9F8-6F594B9C1CBF}"/>
                  </a:ext>
                </a:extLst>
              </p:cNvPr>
              <p:cNvSpPr>
                <a:spLocks/>
              </p:cNvSpPr>
              <p:nvPr/>
            </p:nvSpPr>
            <p:spPr bwMode="auto">
              <a:xfrm>
                <a:off x="7316788" y="2774950"/>
                <a:ext cx="206375" cy="406400"/>
              </a:xfrm>
              <a:custGeom>
                <a:avLst/>
                <a:gdLst>
                  <a:gd name="T0" fmla="*/ 776 w 776"/>
                  <a:gd name="T1" fmla="*/ 0 h 1524"/>
                  <a:gd name="T2" fmla="*/ 576 w 776"/>
                  <a:gd name="T3" fmla="*/ 0 h 1524"/>
                  <a:gd name="T4" fmla="*/ 547 w 776"/>
                  <a:gd name="T5" fmla="*/ 0 h 1524"/>
                  <a:gd name="T6" fmla="*/ 547 w 776"/>
                  <a:gd name="T7" fmla="*/ 28 h 1524"/>
                  <a:gd name="T8" fmla="*/ 547 w 776"/>
                  <a:gd name="T9" fmla="*/ 209 h 1524"/>
                  <a:gd name="T10" fmla="*/ 408 w 776"/>
                  <a:gd name="T11" fmla="*/ 290 h 1524"/>
                  <a:gd name="T12" fmla="*/ 251 w 776"/>
                  <a:gd name="T13" fmla="*/ 199 h 1524"/>
                  <a:gd name="T14" fmla="*/ 226 w 776"/>
                  <a:gd name="T15" fmla="*/ 185 h 1524"/>
                  <a:gd name="T16" fmla="*/ 212 w 776"/>
                  <a:gd name="T17" fmla="*/ 210 h 1524"/>
                  <a:gd name="T18" fmla="*/ 125 w 776"/>
                  <a:gd name="T19" fmla="*/ 361 h 1524"/>
                  <a:gd name="T20" fmla="*/ 15 w 776"/>
                  <a:gd name="T21" fmla="*/ 552 h 1524"/>
                  <a:gd name="T22" fmla="*/ 1 w 776"/>
                  <a:gd name="T23" fmla="*/ 576 h 1524"/>
                  <a:gd name="T24" fmla="*/ 25 w 776"/>
                  <a:gd name="T25" fmla="*/ 591 h 1524"/>
                  <a:gd name="T26" fmla="*/ 182 w 776"/>
                  <a:gd name="T27" fmla="*/ 681 h 1524"/>
                  <a:gd name="T28" fmla="*/ 181 w 776"/>
                  <a:gd name="T29" fmla="*/ 692 h 1524"/>
                  <a:gd name="T30" fmla="*/ 182 w 776"/>
                  <a:gd name="T31" fmla="*/ 842 h 1524"/>
                  <a:gd name="T32" fmla="*/ 115 w 776"/>
                  <a:gd name="T33" fmla="*/ 881 h 1524"/>
                  <a:gd name="T34" fmla="*/ 25 w 776"/>
                  <a:gd name="T35" fmla="*/ 933 h 1524"/>
                  <a:gd name="T36" fmla="*/ 0 w 776"/>
                  <a:gd name="T37" fmla="*/ 947 h 1524"/>
                  <a:gd name="T38" fmla="*/ 15 w 776"/>
                  <a:gd name="T39" fmla="*/ 972 h 1524"/>
                  <a:gd name="T40" fmla="*/ 153 w 776"/>
                  <a:gd name="T41" fmla="*/ 1211 h 1524"/>
                  <a:gd name="T42" fmla="*/ 212 w 776"/>
                  <a:gd name="T43" fmla="*/ 1314 h 1524"/>
                  <a:gd name="T44" fmla="*/ 226 w 776"/>
                  <a:gd name="T45" fmla="*/ 1338 h 1524"/>
                  <a:gd name="T46" fmla="*/ 251 w 776"/>
                  <a:gd name="T47" fmla="*/ 1324 h 1524"/>
                  <a:gd name="T48" fmla="*/ 408 w 776"/>
                  <a:gd name="T49" fmla="*/ 1234 h 1524"/>
                  <a:gd name="T50" fmla="*/ 475 w 776"/>
                  <a:gd name="T51" fmla="*/ 1279 h 1524"/>
                  <a:gd name="T52" fmla="*/ 547 w 776"/>
                  <a:gd name="T53" fmla="*/ 1315 h 1524"/>
                  <a:gd name="T54" fmla="*/ 547 w 776"/>
                  <a:gd name="T55" fmla="*/ 1495 h 1524"/>
                  <a:gd name="T56" fmla="*/ 547 w 776"/>
                  <a:gd name="T57" fmla="*/ 1524 h 1524"/>
                  <a:gd name="T58" fmla="*/ 576 w 776"/>
                  <a:gd name="T59" fmla="*/ 1524 h 1524"/>
                  <a:gd name="T60" fmla="*/ 776 w 776"/>
                  <a:gd name="T61" fmla="*/ 1524 h 1524"/>
                  <a:gd name="T62" fmla="*/ 776 w 776"/>
                  <a:gd name="T63" fmla="*/ 1495 h 1524"/>
                  <a:gd name="T64" fmla="*/ 576 w 776"/>
                  <a:gd name="T65" fmla="*/ 1495 h 1524"/>
                  <a:gd name="T66" fmla="*/ 576 w 776"/>
                  <a:gd name="T67" fmla="*/ 1295 h 1524"/>
                  <a:gd name="T68" fmla="*/ 489 w 776"/>
                  <a:gd name="T69" fmla="*/ 1254 h 1524"/>
                  <a:gd name="T70" fmla="*/ 410 w 776"/>
                  <a:gd name="T71" fmla="*/ 1200 h 1524"/>
                  <a:gd name="T72" fmla="*/ 237 w 776"/>
                  <a:gd name="T73" fmla="*/ 1300 h 1524"/>
                  <a:gd name="T74" fmla="*/ 186 w 776"/>
                  <a:gd name="T75" fmla="*/ 1211 h 1524"/>
                  <a:gd name="T76" fmla="*/ 39 w 776"/>
                  <a:gd name="T77" fmla="*/ 957 h 1524"/>
                  <a:gd name="T78" fmla="*/ 172 w 776"/>
                  <a:gd name="T79" fmla="*/ 881 h 1524"/>
                  <a:gd name="T80" fmla="*/ 213 w 776"/>
                  <a:gd name="T81" fmla="*/ 857 h 1524"/>
                  <a:gd name="T82" fmla="*/ 209 w 776"/>
                  <a:gd name="T83" fmla="*/ 692 h 1524"/>
                  <a:gd name="T84" fmla="*/ 213 w 776"/>
                  <a:gd name="T85" fmla="*/ 666 h 1524"/>
                  <a:gd name="T86" fmla="*/ 39 w 776"/>
                  <a:gd name="T87" fmla="*/ 566 h 1524"/>
                  <a:gd name="T88" fmla="*/ 158 w 776"/>
                  <a:gd name="T89" fmla="*/ 361 h 1524"/>
                  <a:gd name="T90" fmla="*/ 237 w 776"/>
                  <a:gd name="T91" fmla="*/ 224 h 1524"/>
                  <a:gd name="T92" fmla="*/ 410 w 776"/>
                  <a:gd name="T93" fmla="*/ 324 h 1524"/>
                  <a:gd name="T94" fmla="*/ 576 w 776"/>
                  <a:gd name="T95" fmla="*/ 229 h 1524"/>
                  <a:gd name="T96" fmla="*/ 576 w 776"/>
                  <a:gd name="T97" fmla="*/ 28 h 1524"/>
                  <a:gd name="T98" fmla="*/ 776 w 776"/>
                  <a:gd name="T99" fmla="*/ 28 h 1524"/>
                  <a:gd name="T100" fmla="*/ 776 w 776"/>
                  <a:gd name="T101"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76" h="1524">
                    <a:moveTo>
                      <a:pt x="776" y="0"/>
                    </a:moveTo>
                    <a:lnTo>
                      <a:pt x="576" y="0"/>
                    </a:lnTo>
                    <a:lnTo>
                      <a:pt x="547" y="0"/>
                    </a:lnTo>
                    <a:lnTo>
                      <a:pt x="547" y="28"/>
                    </a:lnTo>
                    <a:lnTo>
                      <a:pt x="547" y="209"/>
                    </a:lnTo>
                    <a:cubicBezTo>
                      <a:pt x="497" y="230"/>
                      <a:pt x="450" y="257"/>
                      <a:pt x="408" y="290"/>
                    </a:cubicBezTo>
                    <a:lnTo>
                      <a:pt x="251" y="199"/>
                    </a:lnTo>
                    <a:lnTo>
                      <a:pt x="226" y="185"/>
                    </a:lnTo>
                    <a:lnTo>
                      <a:pt x="212" y="210"/>
                    </a:lnTo>
                    <a:lnTo>
                      <a:pt x="125" y="361"/>
                    </a:lnTo>
                    <a:lnTo>
                      <a:pt x="15" y="552"/>
                    </a:lnTo>
                    <a:lnTo>
                      <a:pt x="1" y="576"/>
                    </a:lnTo>
                    <a:lnTo>
                      <a:pt x="25" y="591"/>
                    </a:lnTo>
                    <a:lnTo>
                      <a:pt x="182" y="681"/>
                    </a:lnTo>
                    <a:cubicBezTo>
                      <a:pt x="181" y="685"/>
                      <a:pt x="181" y="688"/>
                      <a:pt x="181" y="692"/>
                    </a:cubicBezTo>
                    <a:cubicBezTo>
                      <a:pt x="175" y="742"/>
                      <a:pt x="175" y="792"/>
                      <a:pt x="182" y="842"/>
                    </a:cubicBezTo>
                    <a:lnTo>
                      <a:pt x="115" y="881"/>
                    </a:lnTo>
                    <a:lnTo>
                      <a:pt x="25" y="933"/>
                    </a:lnTo>
                    <a:lnTo>
                      <a:pt x="0" y="947"/>
                    </a:lnTo>
                    <a:lnTo>
                      <a:pt x="15" y="972"/>
                    </a:lnTo>
                    <a:lnTo>
                      <a:pt x="153" y="1211"/>
                    </a:lnTo>
                    <a:lnTo>
                      <a:pt x="212" y="1314"/>
                    </a:lnTo>
                    <a:lnTo>
                      <a:pt x="226" y="1338"/>
                    </a:lnTo>
                    <a:lnTo>
                      <a:pt x="251" y="1324"/>
                    </a:lnTo>
                    <a:lnTo>
                      <a:pt x="408" y="1234"/>
                    </a:lnTo>
                    <a:cubicBezTo>
                      <a:pt x="429" y="1250"/>
                      <a:pt x="451" y="1266"/>
                      <a:pt x="475" y="1279"/>
                    </a:cubicBezTo>
                    <a:cubicBezTo>
                      <a:pt x="498" y="1292"/>
                      <a:pt x="522" y="1304"/>
                      <a:pt x="547" y="1315"/>
                    </a:cubicBezTo>
                    <a:lnTo>
                      <a:pt x="547" y="1495"/>
                    </a:lnTo>
                    <a:lnTo>
                      <a:pt x="547" y="1524"/>
                    </a:lnTo>
                    <a:lnTo>
                      <a:pt x="576" y="1524"/>
                    </a:lnTo>
                    <a:lnTo>
                      <a:pt x="776" y="1524"/>
                    </a:lnTo>
                    <a:lnTo>
                      <a:pt x="776" y="1495"/>
                    </a:lnTo>
                    <a:lnTo>
                      <a:pt x="576" y="1495"/>
                    </a:lnTo>
                    <a:lnTo>
                      <a:pt x="576" y="1295"/>
                    </a:lnTo>
                    <a:cubicBezTo>
                      <a:pt x="546" y="1284"/>
                      <a:pt x="516" y="1270"/>
                      <a:pt x="489" y="1254"/>
                    </a:cubicBezTo>
                    <a:cubicBezTo>
                      <a:pt x="461" y="1239"/>
                      <a:pt x="435" y="1220"/>
                      <a:pt x="410" y="1200"/>
                    </a:cubicBezTo>
                    <a:lnTo>
                      <a:pt x="237" y="1300"/>
                    </a:lnTo>
                    <a:lnTo>
                      <a:pt x="186" y="1211"/>
                    </a:lnTo>
                    <a:lnTo>
                      <a:pt x="39" y="957"/>
                    </a:lnTo>
                    <a:lnTo>
                      <a:pt x="172" y="881"/>
                    </a:lnTo>
                    <a:lnTo>
                      <a:pt x="213" y="857"/>
                    </a:lnTo>
                    <a:cubicBezTo>
                      <a:pt x="203" y="802"/>
                      <a:pt x="202" y="747"/>
                      <a:pt x="209" y="692"/>
                    </a:cubicBezTo>
                    <a:cubicBezTo>
                      <a:pt x="210" y="683"/>
                      <a:pt x="211" y="675"/>
                      <a:pt x="213" y="666"/>
                    </a:cubicBezTo>
                    <a:lnTo>
                      <a:pt x="39" y="566"/>
                    </a:lnTo>
                    <a:lnTo>
                      <a:pt x="158" y="361"/>
                    </a:lnTo>
                    <a:lnTo>
                      <a:pt x="237" y="224"/>
                    </a:lnTo>
                    <a:lnTo>
                      <a:pt x="410" y="324"/>
                    </a:lnTo>
                    <a:cubicBezTo>
                      <a:pt x="460" y="283"/>
                      <a:pt x="515" y="251"/>
                      <a:pt x="576" y="229"/>
                    </a:cubicBezTo>
                    <a:lnTo>
                      <a:pt x="576" y="28"/>
                    </a:lnTo>
                    <a:lnTo>
                      <a:pt x="776" y="28"/>
                    </a:lnTo>
                    <a:lnTo>
                      <a:pt x="776" y="0"/>
                    </a:ln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grpSp>
        <p:grpSp>
          <p:nvGrpSpPr>
            <p:cNvPr id="1066" name="Group 1065">
              <a:extLst>
                <a:ext uri="{FF2B5EF4-FFF2-40B4-BE49-F238E27FC236}">
                  <a16:creationId xmlns:a16="http://schemas.microsoft.com/office/drawing/2014/main" id="{72A1B2E2-5A7E-4905-8DE5-1DAB751DD3AC}"/>
                </a:ext>
              </a:extLst>
            </p:cNvPr>
            <p:cNvGrpSpPr/>
            <p:nvPr/>
          </p:nvGrpSpPr>
          <p:grpSpPr>
            <a:xfrm>
              <a:off x="7397750" y="2852738"/>
              <a:ext cx="250825" cy="250825"/>
              <a:chOff x="7397750" y="2852738"/>
              <a:chExt cx="250825" cy="250825"/>
            </a:xfrm>
          </p:grpSpPr>
          <p:sp>
            <p:nvSpPr>
              <p:cNvPr id="1051" name="Freeform 66">
                <a:extLst>
                  <a:ext uri="{FF2B5EF4-FFF2-40B4-BE49-F238E27FC236}">
                    <a16:creationId xmlns:a16="http://schemas.microsoft.com/office/drawing/2014/main" id="{7F2FA7C1-9167-47D4-9B5C-C88D75F8713F}"/>
                  </a:ext>
                </a:extLst>
              </p:cNvPr>
              <p:cNvSpPr>
                <a:spLocks noEditPoints="1"/>
              </p:cNvSpPr>
              <p:nvPr/>
            </p:nvSpPr>
            <p:spPr bwMode="auto">
              <a:xfrm>
                <a:off x="7453313" y="2922588"/>
                <a:ext cx="80963" cy="109538"/>
              </a:xfrm>
              <a:custGeom>
                <a:avLst/>
                <a:gdLst>
                  <a:gd name="T0" fmla="*/ 230 w 302"/>
                  <a:gd name="T1" fmla="*/ 136 h 414"/>
                  <a:gd name="T2" fmla="*/ 191 w 302"/>
                  <a:gd name="T3" fmla="*/ 121 h 414"/>
                  <a:gd name="T4" fmla="*/ 151 w 302"/>
                  <a:gd name="T5" fmla="*/ 133 h 414"/>
                  <a:gd name="T6" fmla="*/ 134 w 302"/>
                  <a:gd name="T7" fmla="*/ 152 h 414"/>
                  <a:gd name="T8" fmla="*/ 124 w 302"/>
                  <a:gd name="T9" fmla="*/ 176 h 414"/>
                  <a:gd name="T10" fmla="*/ 220 w 302"/>
                  <a:gd name="T11" fmla="*/ 176 h 414"/>
                  <a:gd name="T12" fmla="*/ 217 w 302"/>
                  <a:gd name="T13" fmla="*/ 195 h 414"/>
                  <a:gd name="T14" fmla="*/ 122 w 302"/>
                  <a:gd name="T15" fmla="*/ 195 h 414"/>
                  <a:gd name="T16" fmla="*/ 122 w 302"/>
                  <a:gd name="T17" fmla="*/ 201 h 414"/>
                  <a:gd name="T18" fmla="*/ 122 w 302"/>
                  <a:gd name="T19" fmla="*/ 214 h 414"/>
                  <a:gd name="T20" fmla="*/ 213 w 302"/>
                  <a:gd name="T21" fmla="*/ 214 h 414"/>
                  <a:gd name="T22" fmla="*/ 209 w 302"/>
                  <a:gd name="T23" fmla="*/ 233 h 414"/>
                  <a:gd name="T24" fmla="*/ 125 w 302"/>
                  <a:gd name="T25" fmla="*/ 233 h 414"/>
                  <a:gd name="T26" fmla="*/ 153 w 302"/>
                  <a:gd name="T27" fmla="*/ 279 h 414"/>
                  <a:gd name="T28" fmla="*/ 189 w 302"/>
                  <a:gd name="T29" fmla="*/ 288 h 414"/>
                  <a:gd name="T30" fmla="*/ 230 w 302"/>
                  <a:gd name="T31" fmla="*/ 275 h 414"/>
                  <a:gd name="T32" fmla="*/ 230 w 302"/>
                  <a:gd name="T33" fmla="*/ 304 h 414"/>
                  <a:gd name="T34" fmla="*/ 191 w 302"/>
                  <a:gd name="T35" fmla="*/ 312 h 414"/>
                  <a:gd name="T36" fmla="*/ 105 w 302"/>
                  <a:gd name="T37" fmla="*/ 259 h 414"/>
                  <a:gd name="T38" fmla="*/ 97 w 302"/>
                  <a:gd name="T39" fmla="*/ 233 h 414"/>
                  <a:gd name="T40" fmla="*/ 75 w 302"/>
                  <a:gd name="T41" fmla="*/ 233 h 414"/>
                  <a:gd name="T42" fmla="*/ 79 w 302"/>
                  <a:gd name="T43" fmla="*/ 214 h 414"/>
                  <a:gd name="T44" fmla="*/ 94 w 302"/>
                  <a:gd name="T45" fmla="*/ 214 h 414"/>
                  <a:gd name="T46" fmla="*/ 94 w 302"/>
                  <a:gd name="T47" fmla="*/ 201 h 414"/>
                  <a:gd name="T48" fmla="*/ 94 w 302"/>
                  <a:gd name="T49" fmla="*/ 195 h 414"/>
                  <a:gd name="T50" fmla="*/ 75 w 302"/>
                  <a:gd name="T51" fmla="*/ 195 h 414"/>
                  <a:gd name="T52" fmla="*/ 79 w 302"/>
                  <a:gd name="T53" fmla="*/ 176 h 414"/>
                  <a:gd name="T54" fmla="*/ 96 w 302"/>
                  <a:gd name="T55" fmla="*/ 176 h 414"/>
                  <a:gd name="T56" fmla="*/ 141 w 302"/>
                  <a:gd name="T57" fmla="*/ 110 h 414"/>
                  <a:gd name="T58" fmla="*/ 191 w 302"/>
                  <a:gd name="T59" fmla="*/ 98 h 414"/>
                  <a:gd name="T60" fmla="*/ 235 w 302"/>
                  <a:gd name="T61" fmla="*/ 109 h 414"/>
                  <a:gd name="T62" fmla="*/ 230 w 302"/>
                  <a:gd name="T63" fmla="*/ 136 h 414"/>
                  <a:gd name="T64" fmla="*/ 0 w 302"/>
                  <a:gd name="T65" fmla="*/ 206 h 414"/>
                  <a:gd name="T66" fmla="*/ 199 w 302"/>
                  <a:gd name="T67" fmla="*/ 414 h 414"/>
                  <a:gd name="T68" fmla="*/ 302 w 302"/>
                  <a:gd name="T69" fmla="*/ 414 h 414"/>
                  <a:gd name="T70" fmla="*/ 302 w 302"/>
                  <a:gd name="T71" fmla="*/ 0 h 414"/>
                  <a:gd name="T72" fmla="*/ 200 w 302"/>
                  <a:gd name="T73" fmla="*/ 0 h 414"/>
                  <a:gd name="T74" fmla="*/ 0 w 302"/>
                  <a:gd name="T75" fmla="*/ 206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2" h="414">
                    <a:moveTo>
                      <a:pt x="230" y="136"/>
                    </a:moveTo>
                    <a:cubicBezTo>
                      <a:pt x="218" y="126"/>
                      <a:pt x="205" y="121"/>
                      <a:pt x="191" y="121"/>
                    </a:cubicBezTo>
                    <a:cubicBezTo>
                      <a:pt x="175" y="121"/>
                      <a:pt x="162" y="125"/>
                      <a:pt x="151" y="133"/>
                    </a:cubicBezTo>
                    <a:cubicBezTo>
                      <a:pt x="144" y="137"/>
                      <a:pt x="139" y="144"/>
                      <a:pt x="134" y="152"/>
                    </a:cubicBezTo>
                    <a:cubicBezTo>
                      <a:pt x="128" y="161"/>
                      <a:pt x="125" y="169"/>
                      <a:pt x="124" y="176"/>
                    </a:cubicBezTo>
                    <a:lnTo>
                      <a:pt x="220" y="176"/>
                    </a:lnTo>
                    <a:lnTo>
                      <a:pt x="217" y="195"/>
                    </a:lnTo>
                    <a:lnTo>
                      <a:pt x="122" y="195"/>
                    </a:lnTo>
                    <a:cubicBezTo>
                      <a:pt x="122" y="197"/>
                      <a:pt x="122" y="199"/>
                      <a:pt x="122" y="201"/>
                    </a:cubicBezTo>
                    <a:cubicBezTo>
                      <a:pt x="122" y="208"/>
                      <a:pt x="122" y="212"/>
                      <a:pt x="122" y="214"/>
                    </a:cubicBezTo>
                    <a:lnTo>
                      <a:pt x="213" y="214"/>
                    </a:lnTo>
                    <a:lnTo>
                      <a:pt x="209" y="233"/>
                    </a:lnTo>
                    <a:lnTo>
                      <a:pt x="125" y="233"/>
                    </a:lnTo>
                    <a:cubicBezTo>
                      <a:pt x="129" y="254"/>
                      <a:pt x="138" y="270"/>
                      <a:pt x="153" y="279"/>
                    </a:cubicBezTo>
                    <a:cubicBezTo>
                      <a:pt x="164" y="285"/>
                      <a:pt x="176" y="288"/>
                      <a:pt x="189" y="288"/>
                    </a:cubicBezTo>
                    <a:cubicBezTo>
                      <a:pt x="206" y="288"/>
                      <a:pt x="220" y="284"/>
                      <a:pt x="230" y="275"/>
                    </a:cubicBezTo>
                    <a:lnTo>
                      <a:pt x="230" y="304"/>
                    </a:lnTo>
                    <a:cubicBezTo>
                      <a:pt x="218" y="309"/>
                      <a:pt x="205" y="312"/>
                      <a:pt x="191" y="312"/>
                    </a:cubicBezTo>
                    <a:cubicBezTo>
                      <a:pt x="148" y="312"/>
                      <a:pt x="120" y="294"/>
                      <a:pt x="105" y="259"/>
                    </a:cubicBezTo>
                    <a:cubicBezTo>
                      <a:pt x="102" y="252"/>
                      <a:pt x="99" y="243"/>
                      <a:pt x="97" y="233"/>
                    </a:cubicBezTo>
                    <a:lnTo>
                      <a:pt x="75" y="233"/>
                    </a:lnTo>
                    <a:lnTo>
                      <a:pt x="79" y="214"/>
                    </a:lnTo>
                    <a:lnTo>
                      <a:pt x="94" y="214"/>
                    </a:lnTo>
                    <a:cubicBezTo>
                      <a:pt x="94" y="210"/>
                      <a:pt x="94" y="206"/>
                      <a:pt x="94" y="201"/>
                    </a:cubicBezTo>
                    <a:cubicBezTo>
                      <a:pt x="94" y="199"/>
                      <a:pt x="94" y="197"/>
                      <a:pt x="94" y="195"/>
                    </a:cubicBezTo>
                    <a:lnTo>
                      <a:pt x="75" y="195"/>
                    </a:lnTo>
                    <a:lnTo>
                      <a:pt x="79" y="176"/>
                    </a:lnTo>
                    <a:lnTo>
                      <a:pt x="96" y="176"/>
                    </a:lnTo>
                    <a:cubicBezTo>
                      <a:pt x="101" y="146"/>
                      <a:pt x="117" y="124"/>
                      <a:pt x="141" y="110"/>
                    </a:cubicBezTo>
                    <a:cubicBezTo>
                      <a:pt x="156" y="102"/>
                      <a:pt x="173" y="98"/>
                      <a:pt x="191" y="98"/>
                    </a:cubicBezTo>
                    <a:cubicBezTo>
                      <a:pt x="209" y="98"/>
                      <a:pt x="223" y="102"/>
                      <a:pt x="235" y="109"/>
                    </a:cubicBezTo>
                    <a:lnTo>
                      <a:pt x="230" y="136"/>
                    </a:lnTo>
                    <a:close/>
                    <a:moveTo>
                      <a:pt x="0" y="206"/>
                    </a:moveTo>
                    <a:cubicBezTo>
                      <a:pt x="0" y="315"/>
                      <a:pt x="87" y="407"/>
                      <a:pt x="199" y="414"/>
                    </a:cubicBezTo>
                    <a:lnTo>
                      <a:pt x="302" y="414"/>
                    </a:lnTo>
                    <a:lnTo>
                      <a:pt x="302" y="0"/>
                    </a:lnTo>
                    <a:lnTo>
                      <a:pt x="200" y="0"/>
                    </a:lnTo>
                    <a:cubicBezTo>
                      <a:pt x="87" y="8"/>
                      <a:pt x="0" y="98"/>
                      <a:pt x="0" y="206"/>
                    </a:cubicBezTo>
                    <a:close/>
                  </a:path>
                </a:pathLst>
              </a:custGeom>
              <a:solidFill>
                <a:srgbClr val="DB2E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052" name="Freeform 67">
                <a:extLst>
                  <a:ext uri="{FF2B5EF4-FFF2-40B4-BE49-F238E27FC236}">
                    <a16:creationId xmlns:a16="http://schemas.microsoft.com/office/drawing/2014/main" id="{4F716405-854D-4AB4-B30B-DE4242C2A6A1}"/>
                  </a:ext>
                </a:extLst>
              </p:cNvPr>
              <p:cNvSpPr>
                <a:spLocks noEditPoints="1"/>
              </p:cNvSpPr>
              <p:nvPr/>
            </p:nvSpPr>
            <p:spPr bwMode="auto">
              <a:xfrm>
                <a:off x="7397750" y="2852738"/>
                <a:ext cx="250825" cy="250825"/>
              </a:xfrm>
              <a:custGeom>
                <a:avLst/>
                <a:gdLst>
                  <a:gd name="T0" fmla="*/ 765 w 944"/>
                  <a:gd name="T1" fmla="*/ 592 h 945"/>
                  <a:gd name="T2" fmla="*/ 568 w 944"/>
                  <a:gd name="T3" fmla="*/ 592 h 945"/>
                  <a:gd name="T4" fmla="*/ 568 w 944"/>
                  <a:gd name="T5" fmla="*/ 738 h 945"/>
                  <a:gd name="T6" fmla="*/ 404 w 944"/>
                  <a:gd name="T7" fmla="*/ 738 h 945"/>
                  <a:gd name="T8" fmla="*/ 149 w 944"/>
                  <a:gd name="T9" fmla="*/ 471 h 945"/>
                  <a:gd name="T10" fmla="*/ 405 w 944"/>
                  <a:gd name="T11" fmla="*/ 207 h 945"/>
                  <a:gd name="T12" fmla="*/ 407 w 944"/>
                  <a:gd name="T13" fmla="*/ 207 h 945"/>
                  <a:gd name="T14" fmla="*/ 568 w 944"/>
                  <a:gd name="T15" fmla="*/ 207 h 945"/>
                  <a:gd name="T16" fmla="*/ 568 w 944"/>
                  <a:gd name="T17" fmla="*/ 353 h 945"/>
                  <a:gd name="T18" fmla="*/ 761 w 944"/>
                  <a:gd name="T19" fmla="*/ 353 h 945"/>
                  <a:gd name="T20" fmla="*/ 761 w 944"/>
                  <a:gd name="T21" fmla="*/ 404 h 945"/>
                  <a:gd name="T22" fmla="*/ 568 w 944"/>
                  <a:gd name="T23" fmla="*/ 404 h 945"/>
                  <a:gd name="T24" fmla="*/ 568 w 944"/>
                  <a:gd name="T25" fmla="*/ 540 h 945"/>
                  <a:gd name="T26" fmla="*/ 765 w 944"/>
                  <a:gd name="T27" fmla="*/ 540 h 945"/>
                  <a:gd name="T28" fmla="*/ 765 w 944"/>
                  <a:gd name="T29" fmla="*/ 592 h 945"/>
                  <a:gd name="T30" fmla="*/ 472 w 944"/>
                  <a:gd name="T31" fmla="*/ 0 h 945"/>
                  <a:gd name="T32" fmla="*/ 0 w 944"/>
                  <a:gd name="T33" fmla="*/ 472 h 945"/>
                  <a:gd name="T34" fmla="*/ 472 w 944"/>
                  <a:gd name="T35" fmla="*/ 945 h 945"/>
                  <a:gd name="T36" fmla="*/ 944 w 944"/>
                  <a:gd name="T37" fmla="*/ 472 h 945"/>
                  <a:gd name="T38" fmla="*/ 472 w 944"/>
                  <a:gd name="T39" fmla="*/ 0 h 9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44" h="945">
                    <a:moveTo>
                      <a:pt x="765" y="592"/>
                    </a:moveTo>
                    <a:lnTo>
                      <a:pt x="568" y="592"/>
                    </a:lnTo>
                    <a:lnTo>
                      <a:pt x="568" y="738"/>
                    </a:lnTo>
                    <a:lnTo>
                      <a:pt x="404" y="738"/>
                    </a:lnTo>
                    <a:cubicBezTo>
                      <a:pt x="261" y="728"/>
                      <a:pt x="149" y="611"/>
                      <a:pt x="149" y="471"/>
                    </a:cubicBezTo>
                    <a:cubicBezTo>
                      <a:pt x="149" y="332"/>
                      <a:pt x="261" y="216"/>
                      <a:pt x="405" y="207"/>
                    </a:cubicBezTo>
                    <a:lnTo>
                      <a:pt x="407" y="207"/>
                    </a:lnTo>
                    <a:lnTo>
                      <a:pt x="568" y="207"/>
                    </a:lnTo>
                    <a:lnTo>
                      <a:pt x="568" y="353"/>
                    </a:lnTo>
                    <a:lnTo>
                      <a:pt x="761" y="353"/>
                    </a:lnTo>
                    <a:lnTo>
                      <a:pt x="761" y="404"/>
                    </a:lnTo>
                    <a:lnTo>
                      <a:pt x="568" y="404"/>
                    </a:lnTo>
                    <a:lnTo>
                      <a:pt x="568" y="540"/>
                    </a:lnTo>
                    <a:lnTo>
                      <a:pt x="765" y="540"/>
                    </a:lnTo>
                    <a:lnTo>
                      <a:pt x="765" y="592"/>
                    </a:lnTo>
                    <a:close/>
                    <a:moveTo>
                      <a:pt x="472" y="0"/>
                    </a:moveTo>
                    <a:cubicBezTo>
                      <a:pt x="211" y="0"/>
                      <a:pt x="0" y="211"/>
                      <a:pt x="0" y="472"/>
                    </a:cubicBezTo>
                    <a:cubicBezTo>
                      <a:pt x="0" y="733"/>
                      <a:pt x="211" y="945"/>
                      <a:pt x="472" y="945"/>
                    </a:cubicBezTo>
                    <a:cubicBezTo>
                      <a:pt x="733" y="945"/>
                      <a:pt x="944" y="733"/>
                      <a:pt x="944" y="472"/>
                    </a:cubicBezTo>
                    <a:cubicBezTo>
                      <a:pt x="944" y="211"/>
                      <a:pt x="733" y="0"/>
                      <a:pt x="472" y="0"/>
                    </a:cubicBezTo>
                    <a:close/>
                  </a:path>
                </a:pathLst>
              </a:custGeom>
              <a:solidFill>
                <a:srgbClr val="DB2E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grpSp>
      </p:grpSp>
      <p:grpSp>
        <p:nvGrpSpPr>
          <p:cNvPr id="1068" name="Group 1067">
            <a:extLst>
              <a:ext uri="{FF2B5EF4-FFF2-40B4-BE49-F238E27FC236}">
                <a16:creationId xmlns:a16="http://schemas.microsoft.com/office/drawing/2014/main" id="{AE525F61-C6B8-43DA-9AA2-AAC674BCFD28}"/>
              </a:ext>
            </a:extLst>
          </p:cNvPr>
          <p:cNvGrpSpPr/>
          <p:nvPr/>
        </p:nvGrpSpPr>
        <p:grpSpPr>
          <a:xfrm>
            <a:off x="7964488" y="2728913"/>
            <a:ext cx="511175" cy="514350"/>
            <a:chOff x="7964488" y="2728913"/>
            <a:chExt cx="511175" cy="514350"/>
          </a:xfrm>
        </p:grpSpPr>
        <p:grpSp>
          <p:nvGrpSpPr>
            <p:cNvPr id="1065" name="Group 1064">
              <a:extLst>
                <a:ext uri="{FF2B5EF4-FFF2-40B4-BE49-F238E27FC236}">
                  <a16:creationId xmlns:a16="http://schemas.microsoft.com/office/drawing/2014/main" id="{5D20F867-E39D-4CE2-AD2D-B7DACDEEAB04}"/>
                </a:ext>
              </a:extLst>
            </p:cNvPr>
            <p:cNvGrpSpPr/>
            <p:nvPr/>
          </p:nvGrpSpPr>
          <p:grpSpPr>
            <a:xfrm>
              <a:off x="7964488" y="2728913"/>
              <a:ext cx="511175" cy="514350"/>
              <a:chOff x="7964488" y="2728913"/>
              <a:chExt cx="511175" cy="514350"/>
            </a:xfrm>
          </p:grpSpPr>
          <p:sp>
            <p:nvSpPr>
              <p:cNvPr id="1055" name="Freeform 71">
                <a:extLst>
                  <a:ext uri="{FF2B5EF4-FFF2-40B4-BE49-F238E27FC236}">
                    <a16:creationId xmlns:a16="http://schemas.microsoft.com/office/drawing/2014/main" id="{60480753-0D06-487F-A793-2419C732701F}"/>
                  </a:ext>
                </a:extLst>
              </p:cNvPr>
              <p:cNvSpPr>
                <a:spLocks/>
              </p:cNvSpPr>
              <p:nvPr/>
            </p:nvSpPr>
            <p:spPr bwMode="auto">
              <a:xfrm>
                <a:off x="8167688" y="2820988"/>
                <a:ext cx="74613" cy="338138"/>
              </a:xfrm>
              <a:custGeom>
                <a:avLst/>
                <a:gdLst>
                  <a:gd name="T0" fmla="*/ 142 w 284"/>
                  <a:gd name="T1" fmla="*/ 0 h 1270"/>
                  <a:gd name="T2" fmla="*/ 0 w 284"/>
                  <a:gd name="T3" fmla="*/ 0 h 1270"/>
                  <a:gd name="T4" fmla="*/ 0 w 284"/>
                  <a:gd name="T5" fmla="*/ 1270 h 1270"/>
                  <a:gd name="T6" fmla="*/ 284 w 284"/>
                  <a:gd name="T7" fmla="*/ 1270 h 1270"/>
                  <a:gd name="T8" fmla="*/ 284 w 284"/>
                  <a:gd name="T9" fmla="*/ 975 h 1270"/>
                  <a:gd name="T10" fmla="*/ 161 w 284"/>
                  <a:gd name="T11" fmla="*/ 610 h 1270"/>
                  <a:gd name="T12" fmla="*/ 284 w 284"/>
                  <a:gd name="T13" fmla="*/ 282 h 1270"/>
                  <a:gd name="T14" fmla="*/ 284 w 284"/>
                  <a:gd name="T15" fmla="*/ 205 h 1270"/>
                  <a:gd name="T16" fmla="*/ 284 w 284"/>
                  <a:gd name="T17" fmla="*/ 0 h 1270"/>
                  <a:gd name="T18" fmla="*/ 142 w 284"/>
                  <a:gd name="T19" fmla="*/ 0 h 1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4" h="1270">
                    <a:moveTo>
                      <a:pt x="142" y="0"/>
                    </a:moveTo>
                    <a:lnTo>
                      <a:pt x="0" y="0"/>
                    </a:lnTo>
                    <a:lnTo>
                      <a:pt x="0" y="1270"/>
                    </a:lnTo>
                    <a:lnTo>
                      <a:pt x="284" y="1270"/>
                    </a:lnTo>
                    <a:lnTo>
                      <a:pt x="284" y="975"/>
                    </a:lnTo>
                    <a:cubicBezTo>
                      <a:pt x="213" y="835"/>
                      <a:pt x="161" y="701"/>
                      <a:pt x="161" y="610"/>
                    </a:cubicBezTo>
                    <a:cubicBezTo>
                      <a:pt x="161" y="485"/>
                      <a:pt x="207" y="370"/>
                      <a:pt x="284" y="282"/>
                    </a:cubicBezTo>
                    <a:lnTo>
                      <a:pt x="284" y="205"/>
                    </a:lnTo>
                    <a:lnTo>
                      <a:pt x="284" y="0"/>
                    </a:lnTo>
                    <a:lnTo>
                      <a:pt x="142" y="0"/>
                    </a:lnTo>
                    <a:close/>
                  </a:path>
                </a:pathLst>
              </a:custGeom>
              <a:solidFill>
                <a:srgbClr val="BBBD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056" name="Freeform 72">
                <a:extLst>
                  <a:ext uri="{FF2B5EF4-FFF2-40B4-BE49-F238E27FC236}">
                    <a16:creationId xmlns:a16="http://schemas.microsoft.com/office/drawing/2014/main" id="{E3971844-5A8E-46EB-AEF9-D601C85A4765}"/>
                  </a:ext>
                </a:extLst>
              </p:cNvPr>
              <p:cNvSpPr>
                <a:spLocks/>
              </p:cNvSpPr>
              <p:nvPr/>
            </p:nvSpPr>
            <p:spPr bwMode="auto">
              <a:xfrm>
                <a:off x="8027988" y="2909888"/>
                <a:ext cx="76200" cy="249238"/>
              </a:xfrm>
              <a:custGeom>
                <a:avLst/>
                <a:gdLst>
                  <a:gd name="T0" fmla="*/ 32 w 48"/>
                  <a:gd name="T1" fmla="*/ 0 h 157"/>
                  <a:gd name="T2" fmla="*/ 0 w 48"/>
                  <a:gd name="T3" fmla="*/ 0 h 157"/>
                  <a:gd name="T4" fmla="*/ 0 w 48"/>
                  <a:gd name="T5" fmla="*/ 157 h 157"/>
                  <a:gd name="T6" fmla="*/ 48 w 48"/>
                  <a:gd name="T7" fmla="*/ 157 h 157"/>
                  <a:gd name="T8" fmla="*/ 48 w 48"/>
                  <a:gd name="T9" fmla="*/ 25 h 157"/>
                  <a:gd name="T10" fmla="*/ 48 w 48"/>
                  <a:gd name="T11" fmla="*/ 0 h 157"/>
                  <a:gd name="T12" fmla="*/ 32 w 48"/>
                  <a:gd name="T13" fmla="*/ 0 h 157"/>
                </a:gdLst>
                <a:ahLst/>
                <a:cxnLst>
                  <a:cxn ang="0">
                    <a:pos x="T0" y="T1"/>
                  </a:cxn>
                  <a:cxn ang="0">
                    <a:pos x="T2" y="T3"/>
                  </a:cxn>
                  <a:cxn ang="0">
                    <a:pos x="T4" y="T5"/>
                  </a:cxn>
                  <a:cxn ang="0">
                    <a:pos x="T6" y="T7"/>
                  </a:cxn>
                  <a:cxn ang="0">
                    <a:pos x="T8" y="T9"/>
                  </a:cxn>
                  <a:cxn ang="0">
                    <a:pos x="T10" y="T11"/>
                  </a:cxn>
                  <a:cxn ang="0">
                    <a:pos x="T12" y="T13"/>
                  </a:cxn>
                </a:cxnLst>
                <a:rect l="0" t="0" r="r" b="b"/>
                <a:pathLst>
                  <a:path w="48" h="157">
                    <a:moveTo>
                      <a:pt x="32" y="0"/>
                    </a:moveTo>
                    <a:lnTo>
                      <a:pt x="0" y="0"/>
                    </a:lnTo>
                    <a:lnTo>
                      <a:pt x="0" y="157"/>
                    </a:lnTo>
                    <a:lnTo>
                      <a:pt x="48" y="157"/>
                    </a:lnTo>
                    <a:lnTo>
                      <a:pt x="48" y="25"/>
                    </a:lnTo>
                    <a:lnTo>
                      <a:pt x="48" y="0"/>
                    </a:lnTo>
                    <a:lnTo>
                      <a:pt x="32" y="0"/>
                    </a:lnTo>
                    <a:close/>
                  </a:path>
                </a:pathLst>
              </a:custGeom>
              <a:solidFill>
                <a:srgbClr val="BBBD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057" name="Freeform 73">
                <a:extLst>
                  <a:ext uri="{FF2B5EF4-FFF2-40B4-BE49-F238E27FC236}">
                    <a16:creationId xmlns:a16="http://schemas.microsoft.com/office/drawing/2014/main" id="{31D14772-97CC-428E-A18F-7735ACB3AB44}"/>
                  </a:ext>
                </a:extLst>
              </p:cNvPr>
              <p:cNvSpPr>
                <a:spLocks noEditPoints="1"/>
              </p:cNvSpPr>
              <p:nvPr/>
            </p:nvSpPr>
            <p:spPr bwMode="auto">
              <a:xfrm>
                <a:off x="7964488" y="2728913"/>
                <a:ext cx="511175" cy="514350"/>
              </a:xfrm>
              <a:custGeom>
                <a:avLst/>
                <a:gdLst>
                  <a:gd name="T0" fmla="*/ 1422 w 1922"/>
                  <a:gd name="T1" fmla="*/ 1886 h 1935"/>
                  <a:gd name="T2" fmla="*/ 1251 w 1922"/>
                  <a:gd name="T3" fmla="*/ 1627 h 1935"/>
                  <a:gd name="T4" fmla="*/ 1244 w 1922"/>
                  <a:gd name="T5" fmla="*/ 1616 h 1935"/>
                  <a:gd name="T6" fmla="*/ 1152 w 1922"/>
                  <a:gd name="T7" fmla="*/ 1462 h 1935"/>
                  <a:gd name="T8" fmla="*/ 1124 w 1922"/>
                  <a:gd name="T9" fmla="*/ 1412 h 1935"/>
                  <a:gd name="T10" fmla="*/ 1044 w 1922"/>
                  <a:gd name="T11" fmla="*/ 1256 h 1935"/>
                  <a:gd name="T12" fmla="*/ 949 w 1922"/>
                  <a:gd name="T13" fmla="*/ 956 h 1935"/>
                  <a:gd name="T14" fmla="*/ 1044 w 1922"/>
                  <a:gd name="T15" fmla="*/ 673 h 1935"/>
                  <a:gd name="T16" fmla="*/ 1124 w 1922"/>
                  <a:gd name="T17" fmla="*/ 590 h 1935"/>
                  <a:gd name="T18" fmla="*/ 1152 w 1922"/>
                  <a:gd name="T19" fmla="*/ 568 h 1935"/>
                  <a:gd name="T20" fmla="*/ 1422 w 1922"/>
                  <a:gd name="T21" fmla="*/ 484 h 1935"/>
                  <a:gd name="T22" fmla="*/ 1894 w 1922"/>
                  <a:gd name="T23" fmla="*/ 956 h 1935"/>
                  <a:gd name="T24" fmla="*/ 1422 w 1922"/>
                  <a:gd name="T25" fmla="*/ 1886 h 1935"/>
                  <a:gd name="T26" fmla="*/ 1152 w 1922"/>
                  <a:gd name="T27" fmla="*/ 1616 h 1935"/>
                  <a:gd name="T28" fmla="*/ 1152 w 1922"/>
                  <a:gd name="T29" fmla="*/ 1519 h 1935"/>
                  <a:gd name="T30" fmla="*/ 1211 w 1922"/>
                  <a:gd name="T31" fmla="*/ 1616 h 1935"/>
                  <a:gd name="T32" fmla="*/ 1152 w 1922"/>
                  <a:gd name="T33" fmla="*/ 1616 h 1935"/>
                  <a:gd name="T34" fmla="*/ 1422 w 1922"/>
                  <a:gd name="T35" fmla="*/ 456 h 1935"/>
                  <a:gd name="T36" fmla="*/ 1152 w 1922"/>
                  <a:gd name="T37" fmla="*/ 535 h 1935"/>
                  <a:gd name="T38" fmla="*/ 1152 w 1922"/>
                  <a:gd name="T39" fmla="*/ 0 h 1935"/>
                  <a:gd name="T40" fmla="*/ 840 w 1922"/>
                  <a:gd name="T41" fmla="*/ 0 h 1935"/>
                  <a:gd name="T42" fmla="*/ 840 w 1922"/>
                  <a:gd name="T43" fmla="*/ 204 h 1935"/>
                  <a:gd name="T44" fmla="*/ 869 w 1922"/>
                  <a:gd name="T45" fmla="*/ 204 h 1935"/>
                  <a:gd name="T46" fmla="*/ 869 w 1922"/>
                  <a:gd name="T47" fmla="*/ 28 h 1935"/>
                  <a:gd name="T48" fmla="*/ 1124 w 1922"/>
                  <a:gd name="T49" fmla="*/ 28 h 1935"/>
                  <a:gd name="T50" fmla="*/ 1124 w 1922"/>
                  <a:gd name="T51" fmla="*/ 554 h 1935"/>
                  <a:gd name="T52" fmla="*/ 1044 w 1922"/>
                  <a:gd name="T53" fmla="*/ 628 h 1935"/>
                  <a:gd name="T54" fmla="*/ 921 w 1922"/>
                  <a:gd name="T55" fmla="*/ 956 h 1935"/>
                  <a:gd name="T56" fmla="*/ 1044 w 1922"/>
                  <a:gd name="T57" fmla="*/ 1321 h 1935"/>
                  <a:gd name="T58" fmla="*/ 1124 w 1922"/>
                  <a:gd name="T59" fmla="*/ 1470 h 1935"/>
                  <a:gd name="T60" fmla="*/ 1124 w 1922"/>
                  <a:gd name="T61" fmla="*/ 1616 h 1935"/>
                  <a:gd name="T62" fmla="*/ 1044 w 1922"/>
                  <a:gd name="T63" fmla="*/ 1616 h 1935"/>
                  <a:gd name="T64" fmla="*/ 869 w 1922"/>
                  <a:gd name="T65" fmla="*/ 1616 h 1935"/>
                  <a:gd name="T66" fmla="*/ 840 w 1922"/>
                  <a:gd name="T67" fmla="*/ 1616 h 1935"/>
                  <a:gd name="T68" fmla="*/ 760 w 1922"/>
                  <a:gd name="T69" fmla="*/ 1616 h 1935"/>
                  <a:gd name="T70" fmla="*/ 633 w 1922"/>
                  <a:gd name="T71" fmla="*/ 1616 h 1935"/>
                  <a:gd name="T72" fmla="*/ 633 w 1922"/>
                  <a:gd name="T73" fmla="*/ 330 h 1935"/>
                  <a:gd name="T74" fmla="*/ 321 w 1922"/>
                  <a:gd name="T75" fmla="*/ 330 h 1935"/>
                  <a:gd name="T76" fmla="*/ 321 w 1922"/>
                  <a:gd name="T77" fmla="*/ 535 h 1935"/>
                  <a:gd name="T78" fmla="*/ 349 w 1922"/>
                  <a:gd name="T79" fmla="*/ 535 h 1935"/>
                  <a:gd name="T80" fmla="*/ 349 w 1922"/>
                  <a:gd name="T81" fmla="*/ 359 h 1935"/>
                  <a:gd name="T82" fmla="*/ 604 w 1922"/>
                  <a:gd name="T83" fmla="*/ 359 h 1935"/>
                  <a:gd name="T84" fmla="*/ 604 w 1922"/>
                  <a:gd name="T85" fmla="*/ 1616 h 1935"/>
                  <a:gd name="T86" fmla="*/ 524 w 1922"/>
                  <a:gd name="T87" fmla="*/ 1616 h 1935"/>
                  <a:gd name="T88" fmla="*/ 349 w 1922"/>
                  <a:gd name="T89" fmla="*/ 1616 h 1935"/>
                  <a:gd name="T90" fmla="*/ 321 w 1922"/>
                  <a:gd name="T91" fmla="*/ 1616 h 1935"/>
                  <a:gd name="T92" fmla="*/ 240 w 1922"/>
                  <a:gd name="T93" fmla="*/ 1616 h 1935"/>
                  <a:gd name="T94" fmla="*/ 0 w 1922"/>
                  <a:gd name="T95" fmla="*/ 1616 h 1935"/>
                  <a:gd name="T96" fmla="*/ 0 w 1922"/>
                  <a:gd name="T97" fmla="*/ 1627 h 1935"/>
                  <a:gd name="T98" fmla="*/ 1218 w 1922"/>
                  <a:gd name="T99" fmla="*/ 1627 h 1935"/>
                  <a:gd name="T100" fmla="*/ 1398 w 1922"/>
                  <a:gd name="T101" fmla="*/ 1902 h 1935"/>
                  <a:gd name="T102" fmla="*/ 1422 w 1922"/>
                  <a:gd name="T103" fmla="*/ 1935 h 1935"/>
                  <a:gd name="T104" fmla="*/ 1445 w 1922"/>
                  <a:gd name="T105" fmla="*/ 1902 h 1935"/>
                  <a:gd name="T106" fmla="*/ 1922 w 1922"/>
                  <a:gd name="T107" fmla="*/ 956 h 1935"/>
                  <a:gd name="T108" fmla="*/ 1422 w 1922"/>
                  <a:gd name="T109" fmla="*/ 456 h 19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922" h="1935">
                    <a:moveTo>
                      <a:pt x="1422" y="1886"/>
                    </a:moveTo>
                    <a:cubicBezTo>
                      <a:pt x="1422" y="1886"/>
                      <a:pt x="1344" y="1775"/>
                      <a:pt x="1251" y="1627"/>
                    </a:cubicBezTo>
                    <a:cubicBezTo>
                      <a:pt x="1249" y="1623"/>
                      <a:pt x="1247" y="1620"/>
                      <a:pt x="1244" y="1616"/>
                    </a:cubicBezTo>
                    <a:cubicBezTo>
                      <a:pt x="1214" y="1568"/>
                      <a:pt x="1183" y="1516"/>
                      <a:pt x="1152" y="1462"/>
                    </a:cubicBezTo>
                    <a:cubicBezTo>
                      <a:pt x="1143" y="1445"/>
                      <a:pt x="1133" y="1429"/>
                      <a:pt x="1124" y="1412"/>
                    </a:cubicBezTo>
                    <a:cubicBezTo>
                      <a:pt x="1095" y="1360"/>
                      <a:pt x="1068" y="1307"/>
                      <a:pt x="1044" y="1256"/>
                    </a:cubicBezTo>
                    <a:cubicBezTo>
                      <a:pt x="988" y="1140"/>
                      <a:pt x="949" y="1031"/>
                      <a:pt x="949" y="956"/>
                    </a:cubicBezTo>
                    <a:cubicBezTo>
                      <a:pt x="949" y="850"/>
                      <a:pt x="984" y="752"/>
                      <a:pt x="1044" y="673"/>
                    </a:cubicBezTo>
                    <a:cubicBezTo>
                      <a:pt x="1067" y="642"/>
                      <a:pt x="1094" y="614"/>
                      <a:pt x="1124" y="590"/>
                    </a:cubicBezTo>
                    <a:cubicBezTo>
                      <a:pt x="1133" y="582"/>
                      <a:pt x="1143" y="575"/>
                      <a:pt x="1152" y="568"/>
                    </a:cubicBezTo>
                    <a:cubicBezTo>
                      <a:pt x="1229" y="515"/>
                      <a:pt x="1321" y="484"/>
                      <a:pt x="1422" y="484"/>
                    </a:cubicBezTo>
                    <a:cubicBezTo>
                      <a:pt x="1682" y="484"/>
                      <a:pt x="1894" y="695"/>
                      <a:pt x="1894" y="956"/>
                    </a:cubicBezTo>
                    <a:cubicBezTo>
                      <a:pt x="1894" y="1217"/>
                      <a:pt x="1422" y="1886"/>
                      <a:pt x="1422" y="1886"/>
                    </a:cubicBezTo>
                    <a:close/>
                    <a:moveTo>
                      <a:pt x="1152" y="1616"/>
                    </a:moveTo>
                    <a:lnTo>
                      <a:pt x="1152" y="1519"/>
                    </a:lnTo>
                    <a:cubicBezTo>
                      <a:pt x="1172" y="1552"/>
                      <a:pt x="1192" y="1585"/>
                      <a:pt x="1211" y="1616"/>
                    </a:cubicBezTo>
                    <a:lnTo>
                      <a:pt x="1152" y="1616"/>
                    </a:lnTo>
                    <a:close/>
                    <a:moveTo>
                      <a:pt x="1422" y="456"/>
                    </a:moveTo>
                    <a:cubicBezTo>
                      <a:pt x="1322" y="456"/>
                      <a:pt x="1230" y="485"/>
                      <a:pt x="1152" y="535"/>
                    </a:cubicBezTo>
                    <a:lnTo>
                      <a:pt x="1152" y="0"/>
                    </a:lnTo>
                    <a:lnTo>
                      <a:pt x="840" y="0"/>
                    </a:lnTo>
                    <a:lnTo>
                      <a:pt x="840" y="204"/>
                    </a:lnTo>
                    <a:lnTo>
                      <a:pt x="869" y="204"/>
                    </a:lnTo>
                    <a:lnTo>
                      <a:pt x="869" y="28"/>
                    </a:lnTo>
                    <a:lnTo>
                      <a:pt x="1124" y="28"/>
                    </a:lnTo>
                    <a:lnTo>
                      <a:pt x="1124" y="554"/>
                    </a:lnTo>
                    <a:cubicBezTo>
                      <a:pt x="1094" y="576"/>
                      <a:pt x="1068" y="601"/>
                      <a:pt x="1044" y="628"/>
                    </a:cubicBezTo>
                    <a:cubicBezTo>
                      <a:pt x="967" y="716"/>
                      <a:pt x="921" y="831"/>
                      <a:pt x="921" y="956"/>
                    </a:cubicBezTo>
                    <a:cubicBezTo>
                      <a:pt x="921" y="1047"/>
                      <a:pt x="973" y="1181"/>
                      <a:pt x="1044" y="1321"/>
                    </a:cubicBezTo>
                    <a:cubicBezTo>
                      <a:pt x="1069" y="1370"/>
                      <a:pt x="1096" y="1421"/>
                      <a:pt x="1124" y="1470"/>
                    </a:cubicBezTo>
                    <a:lnTo>
                      <a:pt x="1124" y="1616"/>
                    </a:lnTo>
                    <a:lnTo>
                      <a:pt x="1044" y="1616"/>
                    </a:lnTo>
                    <a:lnTo>
                      <a:pt x="869" y="1616"/>
                    </a:lnTo>
                    <a:lnTo>
                      <a:pt x="840" y="1616"/>
                    </a:lnTo>
                    <a:lnTo>
                      <a:pt x="760" y="1616"/>
                    </a:lnTo>
                    <a:lnTo>
                      <a:pt x="633" y="1616"/>
                    </a:lnTo>
                    <a:lnTo>
                      <a:pt x="633" y="330"/>
                    </a:lnTo>
                    <a:lnTo>
                      <a:pt x="321" y="330"/>
                    </a:lnTo>
                    <a:lnTo>
                      <a:pt x="321" y="535"/>
                    </a:lnTo>
                    <a:lnTo>
                      <a:pt x="349" y="535"/>
                    </a:lnTo>
                    <a:lnTo>
                      <a:pt x="349" y="359"/>
                    </a:lnTo>
                    <a:lnTo>
                      <a:pt x="604" y="359"/>
                    </a:lnTo>
                    <a:lnTo>
                      <a:pt x="604" y="1616"/>
                    </a:lnTo>
                    <a:lnTo>
                      <a:pt x="524" y="1616"/>
                    </a:lnTo>
                    <a:lnTo>
                      <a:pt x="349" y="1616"/>
                    </a:lnTo>
                    <a:lnTo>
                      <a:pt x="321" y="1616"/>
                    </a:lnTo>
                    <a:lnTo>
                      <a:pt x="240" y="1616"/>
                    </a:lnTo>
                    <a:lnTo>
                      <a:pt x="0" y="1616"/>
                    </a:lnTo>
                    <a:lnTo>
                      <a:pt x="0" y="1627"/>
                    </a:lnTo>
                    <a:lnTo>
                      <a:pt x="1218" y="1627"/>
                    </a:lnTo>
                    <a:cubicBezTo>
                      <a:pt x="1310" y="1777"/>
                      <a:pt x="1390" y="1891"/>
                      <a:pt x="1398" y="1902"/>
                    </a:cubicBezTo>
                    <a:lnTo>
                      <a:pt x="1422" y="1935"/>
                    </a:lnTo>
                    <a:lnTo>
                      <a:pt x="1445" y="1902"/>
                    </a:lnTo>
                    <a:cubicBezTo>
                      <a:pt x="1464" y="1874"/>
                      <a:pt x="1922" y="1223"/>
                      <a:pt x="1922" y="956"/>
                    </a:cubicBezTo>
                    <a:cubicBezTo>
                      <a:pt x="1922" y="680"/>
                      <a:pt x="1698" y="456"/>
                      <a:pt x="1422" y="456"/>
                    </a:cubicBez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grpSp>
        <p:sp>
          <p:nvSpPr>
            <p:cNvPr id="1058" name="Freeform 74">
              <a:extLst>
                <a:ext uri="{FF2B5EF4-FFF2-40B4-BE49-F238E27FC236}">
                  <a16:creationId xmlns:a16="http://schemas.microsoft.com/office/drawing/2014/main" id="{9CBE9046-D09D-4BA9-ABF4-397E842021F2}"/>
                </a:ext>
              </a:extLst>
            </p:cNvPr>
            <p:cNvSpPr>
              <a:spLocks noEditPoints="1"/>
            </p:cNvSpPr>
            <p:nvPr/>
          </p:nvSpPr>
          <p:spPr bwMode="auto">
            <a:xfrm>
              <a:off x="8242300" y="2884488"/>
              <a:ext cx="201613" cy="200025"/>
            </a:xfrm>
            <a:custGeom>
              <a:avLst/>
              <a:gdLst>
                <a:gd name="T0" fmla="*/ 378 w 756"/>
                <a:gd name="T1" fmla="*/ 95 h 756"/>
                <a:gd name="T2" fmla="*/ 108 w 756"/>
                <a:gd name="T3" fmla="*/ 290 h 756"/>
                <a:gd name="T4" fmla="*/ 94 w 756"/>
                <a:gd name="T5" fmla="*/ 378 h 756"/>
                <a:gd name="T6" fmla="*/ 80 w 756"/>
                <a:gd name="T7" fmla="*/ 378 h 756"/>
                <a:gd name="T8" fmla="*/ 47 w 756"/>
                <a:gd name="T9" fmla="*/ 378 h 756"/>
                <a:gd name="T10" fmla="*/ 80 w 756"/>
                <a:gd name="T11" fmla="*/ 235 h 756"/>
                <a:gd name="T12" fmla="*/ 108 w 756"/>
                <a:gd name="T13" fmla="*/ 187 h 756"/>
                <a:gd name="T14" fmla="*/ 378 w 756"/>
                <a:gd name="T15" fmla="*/ 48 h 756"/>
                <a:gd name="T16" fmla="*/ 708 w 756"/>
                <a:gd name="T17" fmla="*/ 378 h 756"/>
                <a:gd name="T18" fmla="*/ 661 w 756"/>
                <a:gd name="T19" fmla="*/ 378 h 756"/>
                <a:gd name="T20" fmla="*/ 378 w 756"/>
                <a:gd name="T21" fmla="*/ 95 h 756"/>
                <a:gd name="T22" fmla="*/ 378 w 756"/>
                <a:gd name="T23" fmla="*/ 425 h 756"/>
                <a:gd name="T24" fmla="*/ 330 w 756"/>
                <a:gd name="T25" fmla="*/ 378 h 756"/>
                <a:gd name="T26" fmla="*/ 378 w 756"/>
                <a:gd name="T27" fmla="*/ 331 h 756"/>
                <a:gd name="T28" fmla="*/ 388 w 756"/>
                <a:gd name="T29" fmla="*/ 332 h 756"/>
                <a:gd name="T30" fmla="*/ 444 w 756"/>
                <a:gd name="T31" fmla="*/ 236 h 756"/>
                <a:gd name="T32" fmla="*/ 465 w 756"/>
                <a:gd name="T33" fmla="*/ 248 h 756"/>
                <a:gd name="T34" fmla="*/ 410 w 756"/>
                <a:gd name="T35" fmla="*/ 344 h 756"/>
                <a:gd name="T36" fmla="*/ 425 w 756"/>
                <a:gd name="T37" fmla="*/ 378 h 756"/>
                <a:gd name="T38" fmla="*/ 378 w 756"/>
                <a:gd name="T39" fmla="*/ 425 h 756"/>
                <a:gd name="T40" fmla="*/ 378 w 756"/>
                <a:gd name="T41" fmla="*/ 0 h 756"/>
                <a:gd name="T42" fmla="*/ 108 w 756"/>
                <a:gd name="T43" fmla="*/ 113 h 756"/>
                <a:gd name="T44" fmla="*/ 80 w 756"/>
                <a:gd name="T45" fmla="*/ 145 h 756"/>
                <a:gd name="T46" fmla="*/ 0 w 756"/>
                <a:gd name="T47" fmla="*/ 378 h 756"/>
                <a:gd name="T48" fmla="*/ 80 w 756"/>
                <a:gd name="T49" fmla="*/ 611 h 756"/>
                <a:gd name="T50" fmla="*/ 108 w 756"/>
                <a:gd name="T51" fmla="*/ 643 h 756"/>
                <a:gd name="T52" fmla="*/ 378 w 756"/>
                <a:gd name="T53" fmla="*/ 756 h 756"/>
                <a:gd name="T54" fmla="*/ 756 w 756"/>
                <a:gd name="T55" fmla="*/ 378 h 756"/>
                <a:gd name="T56" fmla="*/ 378 w 756"/>
                <a:gd name="T57" fmla="*/ 0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56" h="756">
                  <a:moveTo>
                    <a:pt x="378" y="95"/>
                  </a:moveTo>
                  <a:cubicBezTo>
                    <a:pt x="252" y="95"/>
                    <a:pt x="145" y="177"/>
                    <a:pt x="108" y="290"/>
                  </a:cubicBezTo>
                  <a:cubicBezTo>
                    <a:pt x="99" y="318"/>
                    <a:pt x="94" y="347"/>
                    <a:pt x="94" y="378"/>
                  </a:cubicBezTo>
                  <a:lnTo>
                    <a:pt x="80" y="378"/>
                  </a:lnTo>
                  <a:lnTo>
                    <a:pt x="47" y="378"/>
                  </a:lnTo>
                  <a:cubicBezTo>
                    <a:pt x="47" y="327"/>
                    <a:pt x="59" y="278"/>
                    <a:pt x="80" y="235"/>
                  </a:cubicBezTo>
                  <a:cubicBezTo>
                    <a:pt x="88" y="218"/>
                    <a:pt x="98" y="202"/>
                    <a:pt x="108" y="187"/>
                  </a:cubicBezTo>
                  <a:cubicBezTo>
                    <a:pt x="168" y="103"/>
                    <a:pt x="266" y="48"/>
                    <a:pt x="378" y="48"/>
                  </a:cubicBezTo>
                  <a:cubicBezTo>
                    <a:pt x="560" y="48"/>
                    <a:pt x="708" y="196"/>
                    <a:pt x="708" y="378"/>
                  </a:cubicBezTo>
                  <a:lnTo>
                    <a:pt x="661" y="378"/>
                  </a:lnTo>
                  <a:cubicBezTo>
                    <a:pt x="661" y="222"/>
                    <a:pt x="534" y="95"/>
                    <a:pt x="378" y="95"/>
                  </a:cubicBezTo>
                  <a:close/>
                  <a:moveTo>
                    <a:pt x="378" y="425"/>
                  </a:moveTo>
                  <a:cubicBezTo>
                    <a:pt x="351" y="425"/>
                    <a:pt x="330" y="404"/>
                    <a:pt x="330" y="378"/>
                  </a:cubicBezTo>
                  <a:cubicBezTo>
                    <a:pt x="330" y="352"/>
                    <a:pt x="351" y="331"/>
                    <a:pt x="378" y="331"/>
                  </a:cubicBezTo>
                  <a:cubicBezTo>
                    <a:pt x="381" y="331"/>
                    <a:pt x="385" y="331"/>
                    <a:pt x="388" y="332"/>
                  </a:cubicBezTo>
                  <a:lnTo>
                    <a:pt x="444" y="236"/>
                  </a:lnTo>
                  <a:lnTo>
                    <a:pt x="465" y="248"/>
                  </a:lnTo>
                  <a:lnTo>
                    <a:pt x="410" y="344"/>
                  </a:lnTo>
                  <a:cubicBezTo>
                    <a:pt x="419" y="353"/>
                    <a:pt x="425" y="365"/>
                    <a:pt x="425" y="378"/>
                  </a:cubicBezTo>
                  <a:cubicBezTo>
                    <a:pt x="425" y="404"/>
                    <a:pt x="404" y="425"/>
                    <a:pt x="378" y="425"/>
                  </a:cubicBezTo>
                  <a:close/>
                  <a:moveTo>
                    <a:pt x="378" y="0"/>
                  </a:moveTo>
                  <a:cubicBezTo>
                    <a:pt x="272" y="0"/>
                    <a:pt x="177" y="43"/>
                    <a:pt x="108" y="113"/>
                  </a:cubicBezTo>
                  <a:cubicBezTo>
                    <a:pt x="98" y="123"/>
                    <a:pt x="89" y="134"/>
                    <a:pt x="80" y="145"/>
                  </a:cubicBezTo>
                  <a:cubicBezTo>
                    <a:pt x="30" y="210"/>
                    <a:pt x="0" y="290"/>
                    <a:pt x="0" y="378"/>
                  </a:cubicBezTo>
                  <a:cubicBezTo>
                    <a:pt x="0" y="466"/>
                    <a:pt x="30" y="547"/>
                    <a:pt x="80" y="611"/>
                  </a:cubicBezTo>
                  <a:cubicBezTo>
                    <a:pt x="89" y="622"/>
                    <a:pt x="98" y="633"/>
                    <a:pt x="108" y="643"/>
                  </a:cubicBezTo>
                  <a:cubicBezTo>
                    <a:pt x="177" y="713"/>
                    <a:pt x="272" y="756"/>
                    <a:pt x="378" y="756"/>
                  </a:cubicBezTo>
                  <a:cubicBezTo>
                    <a:pt x="586" y="756"/>
                    <a:pt x="756" y="587"/>
                    <a:pt x="756" y="378"/>
                  </a:cubicBezTo>
                  <a:cubicBezTo>
                    <a:pt x="756" y="169"/>
                    <a:pt x="586" y="0"/>
                    <a:pt x="378" y="0"/>
                  </a:cubicBezTo>
                  <a:close/>
                </a:path>
              </a:pathLst>
            </a:custGeom>
            <a:solidFill>
              <a:srgbClr val="DB2E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grpSp>
      <p:sp>
        <p:nvSpPr>
          <p:cNvPr id="1074" name="TextBox 1073">
            <a:extLst>
              <a:ext uri="{FF2B5EF4-FFF2-40B4-BE49-F238E27FC236}">
                <a16:creationId xmlns:a16="http://schemas.microsoft.com/office/drawing/2014/main" id="{013C14A1-EED1-4121-A311-17206203E761}"/>
              </a:ext>
            </a:extLst>
          </p:cNvPr>
          <p:cNvSpPr txBox="1"/>
          <p:nvPr/>
        </p:nvSpPr>
        <p:spPr>
          <a:xfrm>
            <a:off x="6216650" y="3239744"/>
            <a:ext cx="559449" cy="165327"/>
          </a:xfrm>
          <a:prstGeom prst="rect">
            <a:avLst/>
          </a:prstGeom>
          <a:noFill/>
        </p:spPr>
        <p:txBody>
          <a:bodyPr wrap="none" lIns="0" tIns="54000" rIns="0" bIns="0" rtlCol="0">
            <a:spAutoFit/>
          </a:bodyPr>
          <a:lstStyle>
            <a:defPPr>
              <a:defRPr lang="de-DE"/>
            </a:defPPr>
            <a:lvl1pPr>
              <a:lnSpc>
                <a:spcPct val="90000"/>
              </a:lnSpc>
              <a:spcAft>
                <a:spcPts val="450"/>
              </a:spcAft>
              <a:defRPr sz="800" i="1">
                <a:solidFill>
                  <a:schemeClr val="accent6"/>
                </a:solidFill>
                <a:latin typeface="Arial Narrow" panose="020B0606020202030204" pitchFamily="34" charset="0"/>
              </a:defRPr>
            </a:lvl1pPr>
          </a:lstStyle>
          <a:p>
            <a:r>
              <a:rPr lang="de-DE" i="0" noProof="1">
                <a:solidFill>
                  <a:schemeClr val="tx1"/>
                </a:solidFill>
              </a:rPr>
              <a:t>Benchmarking </a:t>
            </a:r>
          </a:p>
        </p:txBody>
      </p:sp>
      <p:sp>
        <p:nvSpPr>
          <p:cNvPr id="1075" name="TextBox 1074">
            <a:extLst>
              <a:ext uri="{FF2B5EF4-FFF2-40B4-BE49-F238E27FC236}">
                <a16:creationId xmlns:a16="http://schemas.microsoft.com/office/drawing/2014/main" id="{9EF917AD-578D-4B78-BF09-2DD9E29291A0}"/>
              </a:ext>
            </a:extLst>
          </p:cNvPr>
          <p:cNvSpPr txBox="1"/>
          <p:nvPr/>
        </p:nvSpPr>
        <p:spPr>
          <a:xfrm>
            <a:off x="5347423" y="3239744"/>
            <a:ext cx="310983" cy="276126"/>
          </a:xfrm>
          <a:prstGeom prst="rect">
            <a:avLst/>
          </a:prstGeom>
          <a:noFill/>
        </p:spPr>
        <p:txBody>
          <a:bodyPr wrap="none" lIns="0" tIns="54000" rIns="0" bIns="0" rtlCol="0">
            <a:spAutoFit/>
          </a:bodyPr>
          <a:lstStyle/>
          <a:p>
            <a:pPr>
              <a:lnSpc>
                <a:spcPct val="90000"/>
              </a:lnSpc>
              <a:spcAft>
                <a:spcPts val="450"/>
              </a:spcAft>
            </a:pPr>
            <a:r>
              <a:rPr lang="de-DE" sz="800" noProof="1">
                <a:latin typeface="Arial Narrow" panose="020B0606020202030204" pitchFamily="34" charset="0"/>
              </a:rPr>
              <a:t>Einspar-</a:t>
            </a:r>
            <a:br>
              <a:rPr lang="de-DE" sz="800" noProof="1">
                <a:latin typeface="Arial Narrow" panose="020B0606020202030204" pitchFamily="34" charset="0"/>
              </a:rPr>
            </a:br>
            <a:r>
              <a:rPr lang="de-DE" sz="800" noProof="1">
                <a:latin typeface="Arial Narrow" panose="020B0606020202030204" pitchFamily="34" charset="0"/>
              </a:rPr>
              <a:t>Cases</a:t>
            </a:r>
          </a:p>
        </p:txBody>
      </p:sp>
      <p:sp>
        <p:nvSpPr>
          <p:cNvPr id="1076" name="TextBox 1075">
            <a:extLst>
              <a:ext uri="{FF2B5EF4-FFF2-40B4-BE49-F238E27FC236}">
                <a16:creationId xmlns:a16="http://schemas.microsoft.com/office/drawing/2014/main" id="{10F95415-FE61-430E-AF29-049AA6252CC6}"/>
              </a:ext>
            </a:extLst>
          </p:cNvPr>
          <p:cNvSpPr txBox="1"/>
          <p:nvPr/>
        </p:nvSpPr>
        <p:spPr>
          <a:xfrm>
            <a:off x="4541072" y="3239744"/>
            <a:ext cx="408766" cy="165327"/>
          </a:xfrm>
          <a:prstGeom prst="rect">
            <a:avLst/>
          </a:prstGeom>
          <a:noFill/>
        </p:spPr>
        <p:txBody>
          <a:bodyPr wrap="none" lIns="0" tIns="54000" rIns="0" bIns="0" rtlCol="0">
            <a:spAutoFit/>
          </a:bodyPr>
          <a:lstStyle>
            <a:defPPr>
              <a:defRPr lang="de-DE"/>
            </a:defPPr>
            <a:lvl1pPr>
              <a:lnSpc>
                <a:spcPct val="90000"/>
              </a:lnSpc>
              <a:spcAft>
                <a:spcPts val="450"/>
              </a:spcAft>
              <a:defRPr sz="800" i="1">
                <a:solidFill>
                  <a:schemeClr val="accent6"/>
                </a:solidFill>
                <a:latin typeface="Arial Narrow" panose="020B0606020202030204" pitchFamily="34" charset="0"/>
              </a:defRPr>
            </a:lvl1pPr>
          </a:lstStyle>
          <a:p>
            <a:r>
              <a:rPr lang="de-DE" i="0" noProof="1">
                <a:solidFill>
                  <a:schemeClr val="tx1"/>
                </a:solidFill>
              </a:rPr>
              <a:t>Dashboard</a:t>
            </a:r>
          </a:p>
        </p:txBody>
      </p:sp>
      <p:sp>
        <p:nvSpPr>
          <p:cNvPr id="1077" name="TextBox 1076">
            <a:extLst>
              <a:ext uri="{FF2B5EF4-FFF2-40B4-BE49-F238E27FC236}">
                <a16:creationId xmlns:a16="http://schemas.microsoft.com/office/drawing/2014/main" id="{A468D311-3FD4-4D7F-8FEC-EB310774C788}"/>
              </a:ext>
            </a:extLst>
          </p:cNvPr>
          <p:cNvSpPr txBox="1"/>
          <p:nvPr/>
        </p:nvSpPr>
        <p:spPr>
          <a:xfrm>
            <a:off x="7975365" y="3239744"/>
            <a:ext cx="392736" cy="165327"/>
          </a:xfrm>
          <a:prstGeom prst="rect">
            <a:avLst/>
          </a:prstGeom>
          <a:noFill/>
        </p:spPr>
        <p:txBody>
          <a:bodyPr wrap="none" lIns="0" tIns="54000" rIns="0" bIns="0" rtlCol="0">
            <a:spAutoFit/>
          </a:bodyPr>
          <a:lstStyle/>
          <a:p>
            <a:pPr>
              <a:lnSpc>
                <a:spcPct val="90000"/>
              </a:lnSpc>
              <a:spcAft>
                <a:spcPts val="450"/>
              </a:spcAft>
            </a:pPr>
            <a:r>
              <a:rPr lang="de-DE" sz="800" noProof="1">
                <a:latin typeface="Arial Narrow" panose="020B0606020202030204" pitchFamily="34" charset="0"/>
              </a:rPr>
              <a:t>Monitoring</a:t>
            </a:r>
          </a:p>
        </p:txBody>
      </p:sp>
      <p:sp>
        <p:nvSpPr>
          <p:cNvPr id="1078" name="TextBox 1077">
            <a:extLst>
              <a:ext uri="{FF2B5EF4-FFF2-40B4-BE49-F238E27FC236}">
                <a16:creationId xmlns:a16="http://schemas.microsoft.com/office/drawing/2014/main" id="{A7AD8A43-DCF5-465C-BD8D-FC35C30A14D5}"/>
              </a:ext>
            </a:extLst>
          </p:cNvPr>
          <p:cNvSpPr txBox="1"/>
          <p:nvPr/>
        </p:nvSpPr>
        <p:spPr>
          <a:xfrm>
            <a:off x="3590519" y="3239744"/>
            <a:ext cx="445635" cy="276126"/>
          </a:xfrm>
          <a:prstGeom prst="rect">
            <a:avLst/>
          </a:prstGeom>
          <a:noFill/>
        </p:spPr>
        <p:txBody>
          <a:bodyPr wrap="none" lIns="0" tIns="54000" rIns="0" bIns="0" rtlCol="0">
            <a:spAutoFit/>
          </a:bodyPr>
          <a:lstStyle>
            <a:defPPr>
              <a:defRPr lang="de-DE"/>
            </a:defPPr>
            <a:lvl1pPr>
              <a:lnSpc>
                <a:spcPct val="90000"/>
              </a:lnSpc>
              <a:spcAft>
                <a:spcPts val="450"/>
              </a:spcAft>
              <a:defRPr sz="800" i="1">
                <a:solidFill>
                  <a:schemeClr val="accent6"/>
                </a:solidFill>
                <a:latin typeface="Arial Narrow" panose="020B0606020202030204" pitchFamily="34" charset="0"/>
              </a:defRPr>
            </a:lvl1pPr>
          </a:lstStyle>
          <a:p>
            <a:r>
              <a:rPr lang="de-DE" i="0" noProof="1">
                <a:solidFill>
                  <a:schemeClr val="tx1"/>
                </a:solidFill>
              </a:rPr>
              <a:t>Erfassungs-</a:t>
            </a:r>
            <a:br>
              <a:rPr lang="de-DE" i="0" noProof="1">
                <a:solidFill>
                  <a:schemeClr val="tx1"/>
                </a:solidFill>
              </a:rPr>
            </a:br>
            <a:r>
              <a:rPr lang="de-DE" i="0" noProof="1">
                <a:solidFill>
                  <a:schemeClr val="tx1"/>
                </a:solidFill>
              </a:rPr>
              <a:t>tool</a:t>
            </a:r>
          </a:p>
        </p:txBody>
      </p:sp>
      <p:sp>
        <p:nvSpPr>
          <p:cNvPr id="1079" name="Ellipse 14">
            <a:extLst>
              <a:ext uri="{FF2B5EF4-FFF2-40B4-BE49-F238E27FC236}">
                <a16:creationId xmlns:a16="http://schemas.microsoft.com/office/drawing/2014/main" id="{DA3B00E6-2C47-4914-B7AE-C93A4DE66D61}"/>
              </a:ext>
            </a:extLst>
          </p:cNvPr>
          <p:cNvSpPr/>
          <p:nvPr/>
        </p:nvSpPr>
        <p:spPr>
          <a:xfrm flipH="1">
            <a:off x="7096125" y="3239744"/>
            <a:ext cx="468077" cy="276126"/>
          </a:xfrm>
          <a:prstGeom prst="rect">
            <a:avLst/>
          </a:prstGeom>
          <a:noFill/>
        </p:spPr>
        <p:txBody>
          <a:bodyPr wrap="none" lIns="0" tIns="54000" rIns="0" bIns="0" rtlCol="0">
            <a:spAutoFit/>
          </a:bodyPr>
          <a:lstStyle/>
          <a:p>
            <a:pPr>
              <a:lnSpc>
                <a:spcPct val="90000"/>
              </a:lnSpc>
              <a:spcAft>
                <a:spcPts val="450"/>
              </a:spcAft>
            </a:pPr>
            <a:r>
              <a:rPr lang="de-DE" sz="800" dirty="0">
                <a:latin typeface="Arial Narrow" panose="020B0606020202030204" pitchFamily="34" charset="0"/>
              </a:rPr>
              <a:t>Effizienz-</a:t>
            </a:r>
            <a:br>
              <a:rPr lang="de-DE" sz="800" dirty="0">
                <a:latin typeface="Arial Narrow" panose="020B0606020202030204" pitchFamily="34" charset="0"/>
              </a:rPr>
            </a:br>
            <a:r>
              <a:rPr lang="de-DE" sz="800" dirty="0" err="1">
                <a:latin typeface="Arial Narrow" panose="020B0606020202030204" pitchFamily="34" charset="0"/>
              </a:rPr>
              <a:t>as</a:t>
            </a:r>
            <a:r>
              <a:rPr lang="de-DE" sz="800" dirty="0">
                <a:latin typeface="Arial Narrow" panose="020B0606020202030204" pitchFamily="34" charset="0"/>
              </a:rPr>
              <a:t>-a-Service</a:t>
            </a:r>
          </a:p>
        </p:txBody>
      </p:sp>
      <p:grpSp>
        <p:nvGrpSpPr>
          <p:cNvPr id="152" name="Group 151">
            <a:extLst>
              <a:ext uri="{FF2B5EF4-FFF2-40B4-BE49-F238E27FC236}">
                <a16:creationId xmlns:a16="http://schemas.microsoft.com/office/drawing/2014/main" id="{E4147F99-4541-4A40-9752-8A671C878A10}"/>
              </a:ext>
            </a:extLst>
          </p:cNvPr>
          <p:cNvGrpSpPr>
            <a:grpSpLocks noChangeAspect="1"/>
          </p:cNvGrpSpPr>
          <p:nvPr/>
        </p:nvGrpSpPr>
        <p:grpSpPr>
          <a:xfrm>
            <a:off x="1257686" y="2455738"/>
            <a:ext cx="206500" cy="360000"/>
            <a:chOff x="3605213" y="2725738"/>
            <a:chExt cx="296863" cy="517525"/>
          </a:xfrm>
        </p:grpSpPr>
        <p:sp>
          <p:nvSpPr>
            <p:cNvPr id="153" name="Freeform 5">
              <a:extLst>
                <a:ext uri="{FF2B5EF4-FFF2-40B4-BE49-F238E27FC236}">
                  <a16:creationId xmlns:a16="http://schemas.microsoft.com/office/drawing/2014/main" id="{E5488583-7104-45B2-9E31-0E1E60FAD60E}"/>
                </a:ext>
              </a:extLst>
            </p:cNvPr>
            <p:cNvSpPr>
              <a:spLocks/>
            </p:cNvSpPr>
            <p:nvPr/>
          </p:nvSpPr>
          <p:spPr bwMode="auto">
            <a:xfrm>
              <a:off x="3605213" y="2725738"/>
              <a:ext cx="296863" cy="517525"/>
            </a:xfrm>
            <a:custGeom>
              <a:avLst/>
              <a:gdLst>
                <a:gd name="T0" fmla="*/ 1096 w 1115"/>
                <a:gd name="T1" fmla="*/ 174 h 1946"/>
                <a:gd name="T2" fmla="*/ 1096 w 1115"/>
                <a:gd name="T3" fmla="*/ 124 h 1946"/>
                <a:gd name="T4" fmla="*/ 972 w 1115"/>
                <a:gd name="T5" fmla="*/ 0 h 1946"/>
                <a:gd name="T6" fmla="*/ 124 w 1115"/>
                <a:gd name="T7" fmla="*/ 0 h 1946"/>
                <a:gd name="T8" fmla="*/ 0 w 1115"/>
                <a:gd name="T9" fmla="*/ 124 h 1946"/>
                <a:gd name="T10" fmla="*/ 0 w 1115"/>
                <a:gd name="T11" fmla="*/ 1822 h 1946"/>
                <a:gd name="T12" fmla="*/ 124 w 1115"/>
                <a:gd name="T13" fmla="*/ 1946 h 1946"/>
                <a:gd name="T14" fmla="*/ 972 w 1115"/>
                <a:gd name="T15" fmla="*/ 1946 h 1946"/>
                <a:gd name="T16" fmla="*/ 1096 w 1115"/>
                <a:gd name="T17" fmla="*/ 1822 h 1946"/>
                <a:gd name="T18" fmla="*/ 1096 w 1115"/>
                <a:gd name="T19" fmla="*/ 1418 h 1946"/>
                <a:gd name="T20" fmla="*/ 1068 w 1115"/>
                <a:gd name="T21" fmla="*/ 1406 h 1946"/>
                <a:gd name="T22" fmla="*/ 1068 w 1115"/>
                <a:gd name="T23" fmla="*/ 1822 h 1946"/>
                <a:gd name="T24" fmla="*/ 972 w 1115"/>
                <a:gd name="T25" fmla="*/ 1918 h 1946"/>
                <a:gd name="T26" fmla="*/ 124 w 1115"/>
                <a:gd name="T27" fmla="*/ 1918 h 1946"/>
                <a:gd name="T28" fmla="*/ 28 w 1115"/>
                <a:gd name="T29" fmla="*/ 1822 h 1946"/>
                <a:gd name="T30" fmla="*/ 28 w 1115"/>
                <a:gd name="T31" fmla="*/ 124 h 1946"/>
                <a:gd name="T32" fmla="*/ 124 w 1115"/>
                <a:gd name="T33" fmla="*/ 28 h 1946"/>
                <a:gd name="T34" fmla="*/ 972 w 1115"/>
                <a:gd name="T35" fmla="*/ 28 h 1946"/>
                <a:gd name="T36" fmla="*/ 1068 w 1115"/>
                <a:gd name="T37" fmla="*/ 124 h 1946"/>
                <a:gd name="T38" fmla="*/ 1068 w 1115"/>
                <a:gd name="T39" fmla="*/ 170 h 1946"/>
                <a:gd name="T40" fmla="*/ 1068 w 1115"/>
                <a:gd name="T41" fmla="*/ 406 h 1946"/>
                <a:gd name="T42" fmla="*/ 1068 w 1115"/>
                <a:gd name="T43" fmla="*/ 540 h 1946"/>
                <a:gd name="T44" fmla="*/ 1096 w 1115"/>
                <a:gd name="T45" fmla="*/ 529 h 1946"/>
                <a:gd name="T46" fmla="*/ 1096 w 1115"/>
                <a:gd name="T47" fmla="*/ 403 h 1946"/>
                <a:gd name="T48" fmla="*/ 1115 w 1115"/>
                <a:gd name="T49" fmla="*/ 373 h 1946"/>
                <a:gd name="T50" fmla="*/ 1115 w 1115"/>
                <a:gd name="T51" fmla="*/ 204 h 1946"/>
                <a:gd name="T52" fmla="*/ 1096 w 1115"/>
                <a:gd name="T53" fmla="*/ 174 h 1946"/>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287 h 10000"/>
                <a:gd name="connsiteX10" fmla="*/ 9578 w 10000"/>
                <a:gd name="connsiteY10" fmla="*/ 7225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28 w 10000"/>
                <a:gd name="connsiteY21" fmla="*/ 7387 h 10000"/>
                <a:gd name="connsiteX22" fmla="*/ 9830 w 10000"/>
                <a:gd name="connsiteY22" fmla="*/ 2718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287 h 10000"/>
                <a:gd name="connsiteX10" fmla="*/ 9578 w 10000"/>
                <a:gd name="connsiteY10" fmla="*/ 7225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28 w 10000"/>
                <a:gd name="connsiteY21" fmla="*/ 7387 h 10000"/>
                <a:gd name="connsiteX22" fmla="*/ 9830 w 10000"/>
                <a:gd name="connsiteY22" fmla="*/ 7460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287 h 10000"/>
                <a:gd name="connsiteX10" fmla="*/ 9578 w 10000"/>
                <a:gd name="connsiteY10" fmla="*/ 7225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49 w 10000"/>
                <a:gd name="connsiteY21" fmla="*/ 7387 h 10000"/>
                <a:gd name="connsiteX22" fmla="*/ 9830 w 10000"/>
                <a:gd name="connsiteY22" fmla="*/ 7460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287 h 10000"/>
                <a:gd name="connsiteX10" fmla="*/ 9578 w 10000"/>
                <a:gd name="connsiteY10" fmla="*/ 7225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59 w 10000"/>
                <a:gd name="connsiteY21" fmla="*/ 7387 h 10000"/>
                <a:gd name="connsiteX22" fmla="*/ 9830 w 10000"/>
                <a:gd name="connsiteY22" fmla="*/ 7460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287 h 10000"/>
                <a:gd name="connsiteX10" fmla="*/ 9578 w 10000"/>
                <a:gd name="connsiteY10" fmla="*/ 7225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59 w 10000"/>
                <a:gd name="connsiteY21" fmla="*/ 7387 h 10000"/>
                <a:gd name="connsiteX22" fmla="*/ 9830 w 10000"/>
                <a:gd name="connsiteY22" fmla="*/ 7460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287 h 10000"/>
                <a:gd name="connsiteX10" fmla="*/ 9578 w 10000"/>
                <a:gd name="connsiteY10" fmla="*/ 7225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69 w 10000"/>
                <a:gd name="connsiteY21" fmla="*/ 7393 h 10000"/>
                <a:gd name="connsiteX22" fmla="*/ 9830 w 10000"/>
                <a:gd name="connsiteY22" fmla="*/ 7460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287 h 10000"/>
                <a:gd name="connsiteX10" fmla="*/ 9578 w 10000"/>
                <a:gd name="connsiteY10" fmla="*/ 7225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69 w 10000"/>
                <a:gd name="connsiteY21" fmla="*/ 7393 h 10000"/>
                <a:gd name="connsiteX22" fmla="*/ 9799 w 10000"/>
                <a:gd name="connsiteY22" fmla="*/ 7490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287 h 10000"/>
                <a:gd name="connsiteX10" fmla="*/ 9578 w 10000"/>
                <a:gd name="connsiteY10" fmla="*/ 7225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69 w 10000"/>
                <a:gd name="connsiteY21" fmla="*/ 7393 h 10000"/>
                <a:gd name="connsiteX22" fmla="*/ 9830 w 10000"/>
                <a:gd name="connsiteY22" fmla="*/ 7412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287 h 10000"/>
                <a:gd name="connsiteX10" fmla="*/ 9578 w 10000"/>
                <a:gd name="connsiteY10" fmla="*/ 7225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90 w 10000"/>
                <a:gd name="connsiteY21" fmla="*/ 7375 h 10000"/>
                <a:gd name="connsiteX22" fmla="*/ 9830 w 10000"/>
                <a:gd name="connsiteY22" fmla="*/ 7412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287 h 10000"/>
                <a:gd name="connsiteX10" fmla="*/ 9578 w 10000"/>
                <a:gd name="connsiteY10" fmla="*/ 7072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90 w 10000"/>
                <a:gd name="connsiteY21" fmla="*/ 7375 h 10000"/>
                <a:gd name="connsiteX22" fmla="*/ 9830 w 10000"/>
                <a:gd name="connsiteY22" fmla="*/ 7412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287 h 10000"/>
                <a:gd name="connsiteX10" fmla="*/ 9578 w 10000"/>
                <a:gd name="connsiteY10" fmla="*/ 7279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90 w 10000"/>
                <a:gd name="connsiteY21" fmla="*/ 7375 h 10000"/>
                <a:gd name="connsiteX22" fmla="*/ 9830 w 10000"/>
                <a:gd name="connsiteY22" fmla="*/ 7412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422 h 10000"/>
                <a:gd name="connsiteX10" fmla="*/ 9578 w 10000"/>
                <a:gd name="connsiteY10" fmla="*/ 7279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90 w 10000"/>
                <a:gd name="connsiteY21" fmla="*/ 7375 h 10000"/>
                <a:gd name="connsiteX22" fmla="*/ 9830 w 10000"/>
                <a:gd name="connsiteY22" fmla="*/ 7412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422 h 10000"/>
                <a:gd name="connsiteX10" fmla="*/ 9586 w 10000"/>
                <a:gd name="connsiteY10" fmla="*/ 7369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90 w 10000"/>
                <a:gd name="connsiteY21" fmla="*/ 7375 h 10000"/>
                <a:gd name="connsiteX22" fmla="*/ 9830 w 10000"/>
                <a:gd name="connsiteY22" fmla="*/ 7412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422 h 10000"/>
                <a:gd name="connsiteX10" fmla="*/ 9586 w 10000"/>
                <a:gd name="connsiteY10" fmla="*/ 7369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90 w 10000"/>
                <a:gd name="connsiteY21" fmla="*/ 7375 h 10000"/>
                <a:gd name="connsiteX22" fmla="*/ 9830 w 10000"/>
                <a:gd name="connsiteY22" fmla="*/ 7425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422 h 10000"/>
                <a:gd name="connsiteX10" fmla="*/ 9586 w 10000"/>
                <a:gd name="connsiteY10" fmla="*/ 7369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90 w 10000"/>
                <a:gd name="connsiteY21" fmla="*/ 7371 h 10000"/>
                <a:gd name="connsiteX22" fmla="*/ 9830 w 10000"/>
                <a:gd name="connsiteY22" fmla="*/ 7425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000" h="10000">
                  <a:moveTo>
                    <a:pt x="9830" y="894"/>
                  </a:moveTo>
                  <a:lnTo>
                    <a:pt x="9830" y="637"/>
                  </a:lnTo>
                  <a:cubicBezTo>
                    <a:pt x="9830" y="288"/>
                    <a:pt x="9327" y="0"/>
                    <a:pt x="8717" y="0"/>
                  </a:cubicBezTo>
                  <a:lnTo>
                    <a:pt x="1112" y="0"/>
                  </a:lnTo>
                  <a:cubicBezTo>
                    <a:pt x="502" y="0"/>
                    <a:pt x="0" y="288"/>
                    <a:pt x="0" y="637"/>
                  </a:cubicBezTo>
                  <a:lnTo>
                    <a:pt x="0" y="9363"/>
                  </a:lnTo>
                  <a:cubicBezTo>
                    <a:pt x="0" y="9717"/>
                    <a:pt x="502" y="10000"/>
                    <a:pt x="1112" y="10000"/>
                  </a:cubicBezTo>
                  <a:lnTo>
                    <a:pt x="8717" y="10000"/>
                  </a:lnTo>
                  <a:cubicBezTo>
                    <a:pt x="9327" y="10000"/>
                    <a:pt x="9830" y="9717"/>
                    <a:pt x="9830" y="9363"/>
                  </a:cubicBezTo>
                  <a:lnTo>
                    <a:pt x="9830" y="7422"/>
                  </a:lnTo>
                  <a:cubicBezTo>
                    <a:pt x="9740" y="7401"/>
                    <a:pt x="9667" y="7390"/>
                    <a:pt x="9586" y="7369"/>
                  </a:cubicBezTo>
                  <a:cubicBezTo>
                    <a:pt x="9583" y="8034"/>
                    <a:pt x="9581" y="8698"/>
                    <a:pt x="9578" y="9363"/>
                  </a:cubicBezTo>
                  <a:cubicBezTo>
                    <a:pt x="9578" y="9635"/>
                    <a:pt x="9193" y="9856"/>
                    <a:pt x="8717" y="9856"/>
                  </a:cubicBezTo>
                  <a:lnTo>
                    <a:pt x="1112" y="9856"/>
                  </a:lnTo>
                  <a:cubicBezTo>
                    <a:pt x="637" y="9856"/>
                    <a:pt x="251" y="9635"/>
                    <a:pt x="251" y="9363"/>
                  </a:cubicBezTo>
                  <a:lnTo>
                    <a:pt x="251" y="637"/>
                  </a:lnTo>
                  <a:cubicBezTo>
                    <a:pt x="251" y="365"/>
                    <a:pt x="637" y="144"/>
                    <a:pt x="1112" y="144"/>
                  </a:cubicBezTo>
                  <a:lnTo>
                    <a:pt x="8717" y="144"/>
                  </a:lnTo>
                  <a:cubicBezTo>
                    <a:pt x="9193" y="144"/>
                    <a:pt x="9578" y="365"/>
                    <a:pt x="9578" y="637"/>
                  </a:cubicBezTo>
                  <a:lnTo>
                    <a:pt x="9578" y="874"/>
                  </a:lnTo>
                  <a:lnTo>
                    <a:pt x="9578" y="2086"/>
                  </a:lnTo>
                  <a:cubicBezTo>
                    <a:pt x="9578" y="2316"/>
                    <a:pt x="9590" y="7141"/>
                    <a:pt x="9590" y="7371"/>
                  </a:cubicBezTo>
                  <a:cubicBezTo>
                    <a:pt x="9671" y="7350"/>
                    <a:pt x="9740" y="7441"/>
                    <a:pt x="9830" y="7425"/>
                  </a:cubicBezTo>
                  <a:cubicBezTo>
                    <a:pt x="9840" y="5619"/>
                    <a:pt x="9820" y="3877"/>
                    <a:pt x="9830" y="2071"/>
                  </a:cubicBezTo>
                  <a:cubicBezTo>
                    <a:pt x="9928" y="2040"/>
                    <a:pt x="10000" y="1984"/>
                    <a:pt x="10000" y="1917"/>
                  </a:cubicBezTo>
                  <a:lnTo>
                    <a:pt x="10000" y="1048"/>
                  </a:lnTo>
                  <a:cubicBezTo>
                    <a:pt x="10000" y="982"/>
                    <a:pt x="9928" y="920"/>
                    <a:pt x="9830" y="894"/>
                  </a:cubicBezTo>
                </a:path>
              </a:pathLst>
            </a:custGeom>
            <a:solidFill>
              <a:srgbClr val="171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54" name="Rectangle 6">
              <a:extLst>
                <a:ext uri="{FF2B5EF4-FFF2-40B4-BE49-F238E27FC236}">
                  <a16:creationId xmlns:a16="http://schemas.microsoft.com/office/drawing/2014/main" id="{92570DE0-F2B6-4889-8024-FBA41BA99851}"/>
                </a:ext>
              </a:extLst>
            </p:cNvPr>
            <p:cNvSpPr>
              <a:spLocks noChangeArrowheads="1"/>
            </p:cNvSpPr>
            <p:nvPr/>
          </p:nvSpPr>
          <p:spPr bwMode="auto">
            <a:xfrm>
              <a:off x="3651250" y="3159125"/>
              <a:ext cx="200025" cy="3175"/>
            </a:xfrm>
            <a:prstGeom prst="rect">
              <a:avLst/>
            </a:prstGeom>
            <a:solidFill>
              <a:srgbClr val="17171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55" name="Rectangle 7">
              <a:extLst>
                <a:ext uri="{FF2B5EF4-FFF2-40B4-BE49-F238E27FC236}">
                  <a16:creationId xmlns:a16="http://schemas.microsoft.com/office/drawing/2014/main" id="{25534C28-FE85-4A49-901F-B1BEACE1409C}"/>
                </a:ext>
              </a:extLst>
            </p:cNvPr>
            <p:cNvSpPr>
              <a:spLocks noChangeArrowheads="1"/>
            </p:cNvSpPr>
            <p:nvPr/>
          </p:nvSpPr>
          <p:spPr bwMode="auto">
            <a:xfrm>
              <a:off x="3651250" y="2757488"/>
              <a:ext cx="200025" cy="3175"/>
            </a:xfrm>
            <a:prstGeom prst="rect">
              <a:avLst/>
            </a:prstGeom>
            <a:solidFill>
              <a:srgbClr val="17171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58" name="Oval 10">
              <a:extLst>
                <a:ext uri="{FF2B5EF4-FFF2-40B4-BE49-F238E27FC236}">
                  <a16:creationId xmlns:a16="http://schemas.microsoft.com/office/drawing/2014/main" id="{DFB85876-C731-4C77-BACA-E1D8766C7ED2}"/>
                </a:ext>
              </a:extLst>
            </p:cNvPr>
            <p:cNvSpPr>
              <a:spLocks noChangeArrowheads="1"/>
            </p:cNvSpPr>
            <p:nvPr/>
          </p:nvSpPr>
          <p:spPr bwMode="auto">
            <a:xfrm>
              <a:off x="3736975" y="3186113"/>
              <a:ext cx="25400" cy="25400"/>
            </a:xfrm>
            <a:prstGeom prst="ellipse">
              <a:avLst/>
            </a:prstGeom>
            <a:solidFill>
              <a:srgbClr val="171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63" name="Freeform 15">
              <a:extLst>
                <a:ext uri="{FF2B5EF4-FFF2-40B4-BE49-F238E27FC236}">
                  <a16:creationId xmlns:a16="http://schemas.microsoft.com/office/drawing/2014/main" id="{B90D293D-BAD9-4D0B-A108-D4116EF34904}"/>
                </a:ext>
              </a:extLst>
            </p:cNvPr>
            <p:cNvSpPr>
              <a:spLocks/>
            </p:cNvSpPr>
            <p:nvPr/>
          </p:nvSpPr>
          <p:spPr bwMode="auto">
            <a:xfrm>
              <a:off x="3849688" y="3071813"/>
              <a:ext cx="1588" cy="1588"/>
            </a:xfrm>
            <a:custGeom>
              <a:avLst/>
              <a:gdLst>
                <a:gd name="T0" fmla="*/ 0 w 7"/>
                <a:gd name="T1" fmla="*/ 0 h 6"/>
                <a:gd name="T2" fmla="*/ 7 w 7"/>
                <a:gd name="T3" fmla="*/ 6 h 6"/>
                <a:gd name="T4" fmla="*/ 7 w 7"/>
                <a:gd name="T5" fmla="*/ 0 h 6"/>
                <a:gd name="T6" fmla="*/ 0 w 7"/>
                <a:gd name="T7" fmla="*/ 0 h 6"/>
              </a:gdLst>
              <a:ahLst/>
              <a:cxnLst>
                <a:cxn ang="0">
                  <a:pos x="T0" y="T1"/>
                </a:cxn>
                <a:cxn ang="0">
                  <a:pos x="T2" y="T3"/>
                </a:cxn>
                <a:cxn ang="0">
                  <a:pos x="T4" y="T5"/>
                </a:cxn>
                <a:cxn ang="0">
                  <a:pos x="T6" y="T7"/>
                </a:cxn>
              </a:cxnLst>
              <a:rect l="0" t="0" r="r" b="b"/>
              <a:pathLst>
                <a:path w="7" h="6">
                  <a:moveTo>
                    <a:pt x="0" y="0"/>
                  </a:moveTo>
                  <a:cubicBezTo>
                    <a:pt x="2" y="2"/>
                    <a:pt x="5" y="4"/>
                    <a:pt x="7" y="6"/>
                  </a:cubicBezTo>
                  <a:lnTo>
                    <a:pt x="7" y="0"/>
                  </a:lnTo>
                  <a:lnTo>
                    <a:pt x="0" y="0"/>
                  </a:lnTo>
                  <a:close/>
                </a:path>
              </a:pathLst>
            </a:custGeom>
            <a:solidFill>
              <a:srgbClr val="DB2E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grpSp>
      <p:grpSp>
        <p:nvGrpSpPr>
          <p:cNvPr id="164" name="Group 163">
            <a:extLst>
              <a:ext uri="{FF2B5EF4-FFF2-40B4-BE49-F238E27FC236}">
                <a16:creationId xmlns:a16="http://schemas.microsoft.com/office/drawing/2014/main" id="{8C05E712-2EAF-47A4-9236-862D2D111E17}"/>
              </a:ext>
            </a:extLst>
          </p:cNvPr>
          <p:cNvGrpSpPr>
            <a:grpSpLocks noChangeAspect="1"/>
          </p:cNvGrpSpPr>
          <p:nvPr/>
        </p:nvGrpSpPr>
        <p:grpSpPr>
          <a:xfrm>
            <a:off x="1667386" y="2455738"/>
            <a:ext cx="206500" cy="360000"/>
            <a:chOff x="3605213" y="2725738"/>
            <a:chExt cx="296863" cy="517525"/>
          </a:xfrm>
        </p:grpSpPr>
        <p:sp>
          <p:nvSpPr>
            <p:cNvPr id="165" name="Freeform 5">
              <a:extLst>
                <a:ext uri="{FF2B5EF4-FFF2-40B4-BE49-F238E27FC236}">
                  <a16:creationId xmlns:a16="http://schemas.microsoft.com/office/drawing/2014/main" id="{15CC076B-C474-47D3-9CA8-FE0241060E0D}"/>
                </a:ext>
              </a:extLst>
            </p:cNvPr>
            <p:cNvSpPr>
              <a:spLocks/>
            </p:cNvSpPr>
            <p:nvPr/>
          </p:nvSpPr>
          <p:spPr bwMode="auto">
            <a:xfrm>
              <a:off x="3605213" y="2725738"/>
              <a:ext cx="296863" cy="517525"/>
            </a:xfrm>
            <a:custGeom>
              <a:avLst/>
              <a:gdLst>
                <a:gd name="T0" fmla="*/ 1096 w 1115"/>
                <a:gd name="T1" fmla="*/ 174 h 1946"/>
                <a:gd name="T2" fmla="*/ 1096 w 1115"/>
                <a:gd name="T3" fmla="*/ 124 h 1946"/>
                <a:gd name="T4" fmla="*/ 972 w 1115"/>
                <a:gd name="T5" fmla="*/ 0 h 1946"/>
                <a:gd name="T6" fmla="*/ 124 w 1115"/>
                <a:gd name="T7" fmla="*/ 0 h 1946"/>
                <a:gd name="T8" fmla="*/ 0 w 1115"/>
                <a:gd name="T9" fmla="*/ 124 h 1946"/>
                <a:gd name="T10" fmla="*/ 0 w 1115"/>
                <a:gd name="T11" fmla="*/ 1822 h 1946"/>
                <a:gd name="T12" fmla="*/ 124 w 1115"/>
                <a:gd name="T13" fmla="*/ 1946 h 1946"/>
                <a:gd name="T14" fmla="*/ 972 w 1115"/>
                <a:gd name="T15" fmla="*/ 1946 h 1946"/>
                <a:gd name="T16" fmla="*/ 1096 w 1115"/>
                <a:gd name="T17" fmla="*/ 1822 h 1946"/>
                <a:gd name="T18" fmla="*/ 1096 w 1115"/>
                <a:gd name="T19" fmla="*/ 1418 h 1946"/>
                <a:gd name="T20" fmla="*/ 1068 w 1115"/>
                <a:gd name="T21" fmla="*/ 1406 h 1946"/>
                <a:gd name="T22" fmla="*/ 1068 w 1115"/>
                <a:gd name="T23" fmla="*/ 1822 h 1946"/>
                <a:gd name="T24" fmla="*/ 972 w 1115"/>
                <a:gd name="T25" fmla="*/ 1918 h 1946"/>
                <a:gd name="T26" fmla="*/ 124 w 1115"/>
                <a:gd name="T27" fmla="*/ 1918 h 1946"/>
                <a:gd name="T28" fmla="*/ 28 w 1115"/>
                <a:gd name="T29" fmla="*/ 1822 h 1946"/>
                <a:gd name="T30" fmla="*/ 28 w 1115"/>
                <a:gd name="T31" fmla="*/ 124 h 1946"/>
                <a:gd name="T32" fmla="*/ 124 w 1115"/>
                <a:gd name="T33" fmla="*/ 28 h 1946"/>
                <a:gd name="T34" fmla="*/ 972 w 1115"/>
                <a:gd name="T35" fmla="*/ 28 h 1946"/>
                <a:gd name="T36" fmla="*/ 1068 w 1115"/>
                <a:gd name="T37" fmla="*/ 124 h 1946"/>
                <a:gd name="T38" fmla="*/ 1068 w 1115"/>
                <a:gd name="T39" fmla="*/ 170 h 1946"/>
                <a:gd name="T40" fmla="*/ 1068 w 1115"/>
                <a:gd name="T41" fmla="*/ 406 h 1946"/>
                <a:gd name="T42" fmla="*/ 1068 w 1115"/>
                <a:gd name="T43" fmla="*/ 540 h 1946"/>
                <a:gd name="T44" fmla="*/ 1096 w 1115"/>
                <a:gd name="T45" fmla="*/ 529 h 1946"/>
                <a:gd name="T46" fmla="*/ 1096 w 1115"/>
                <a:gd name="T47" fmla="*/ 403 h 1946"/>
                <a:gd name="T48" fmla="*/ 1115 w 1115"/>
                <a:gd name="T49" fmla="*/ 373 h 1946"/>
                <a:gd name="T50" fmla="*/ 1115 w 1115"/>
                <a:gd name="T51" fmla="*/ 204 h 1946"/>
                <a:gd name="T52" fmla="*/ 1096 w 1115"/>
                <a:gd name="T53" fmla="*/ 174 h 1946"/>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287 h 10000"/>
                <a:gd name="connsiteX10" fmla="*/ 9578 w 10000"/>
                <a:gd name="connsiteY10" fmla="*/ 7225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28 w 10000"/>
                <a:gd name="connsiteY21" fmla="*/ 7387 h 10000"/>
                <a:gd name="connsiteX22" fmla="*/ 9830 w 10000"/>
                <a:gd name="connsiteY22" fmla="*/ 2718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287 h 10000"/>
                <a:gd name="connsiteX10" fmla="*/ 9578 w 10000"/>
                <a:gd name="connsiteY10" fmla="*/ 7225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28 w 10000"/>
                <a:gd name="connsiteY21" fmla="*/ 7387 h 10000"/>
                <a:gd name="connsiteX22" fmla="*/ 9830 w 10000"/>
                <a:gd name="connsiteY22" fmla="*/ 7460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287 h 10000"/>
                <a:gd name="connsiteX10" fmla="*/ 9578 w 10000"/>
                <a:gd name="connsiteY10" fmla="*/ 7225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49 w 10000"/>
                <a:gd name="connsiteY21" fmla="*/ 7387 h 10000"/>
                <a:gd name="connsiteX22" fmla="*/ 9830 w 10000"/>
                <a:gd name="connsiteY22" fmla="*/ 7460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287 h 10000"/>
                <a:gd name="connsiteX10" fmla="*/ 9578 w 10000"/>
                <a:gd name="connsiteY10" fmla="*/ 7225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59 w 10000"/>
                <a:gd name="connsiteY21" fmla="*/ 7387 h 10000"/>
                <a:gd name="connsiteX22" fmla="*/ 9830 w 10000"/>
                <a:gd name="connsiteY22" fmla="*/ 7460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287 h 10000"/>
                <a:gd name="connsiteX10" fmla="*/ 9578 w 10000"/>
                <a:gd name="connsiteY10" fmla="*/ 7225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59 w 10000"/>
                <a:gd name="connsiteY21" fmla="*/ 7387 h 10000"/>
                <a:gd name="connsiteX22" fmla="*/ 9830 w 10000"/>
                <a:gd name="connsiteY22" fmla="*/ 7460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287 h 10000"/>
                <a:gd name="connsiteX10" fmla="*/ 9578 w 10000"/>
                <a:gd name="connsiteY10" fmla="*/ 7225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69 w 10000"/>
                <a:gd name="connsiteY21" fmla="*/ 7393 h 10000"/>
                <a:gd name="connsiteX22" fmla="*/ 9830 w 10000"/>
                <a:gd name="connsiteY22" fmla="*/ 7460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287 h 10000"/>
                <a:gd name="connsiteX10" fmla="*/ 9578 w 10000"/>
                <a:gd name="connsiteY10" fmla="*/ 7225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69 w 10000"/>
                <a:gd name="connsiteY21" fmla="*/ 7393 h 10000"/>
                <a:gd name="connsiteX22" fmla="*/ 9799 w 10000"/>
                <a:gd name="connsiteY22" fmla="*/ 7490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287 h 10000"/>
                <a:gd name="connsiteX10" fmla="*/ 9578 w 10000"/>
                <a:gd name="connsiteY10" fmla="*/ 7225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69 w 10000"/>
                <a:gd name="connsiteY21" fmla="*/ 7393 h 10000"/>
                <a:gd name="connsiteX22" fmla="*/ 9830 w 10000"/>
                <a:gd name="connsiteY22" fmla="*/ 7412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287 h 10000"/>
                <a:gd name="connsiteX10" fmla="*/ 9578 w 10000"/>
                <a:gd name="connsiteY10" fmla="*/ 7225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90 w 10000"/>
                <a:gd name="connsiteY21" fmla="*/ 7375 h 10000"/>
                <a:gd name="connsiteX22" fmla="*/ 9830 w 10000"/>
                <a:gd name="connsiteY22" fmla="*/ 7412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287 h 10000"/>
                <a:gd name="connsiteX10" fmla="*/ 9578 w 10000"/>
                <a:gd name="connsiteY10" fmla="*/ 7072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90 w 10000"/>
                <a:gd name="connsiteY21" fmla="*/ 7375 h 10000"/>
                <a:gd name="connsiteX22" fmla="*/ 9830 w 10000"/>
                <a:gd name="connsiteY22" fmla="*/ 7412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287 h 10000"/>
                <a:gd name="connsiteX10" fmla="*/ 9578 w 10000"/>
                <a:gd name="connsiteY10" fmla="*/ 7279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90 w 10000"/>
                <a:gd name="connsiteY21" fmla="*/ 7375 h 10000"/>
                <a:gd name="connsiteX22" fmla="*/ 9830 w 10000"/>
                <a:gd name="connsiteY22" fmla="*/ 7412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422 h 10000"/>
                <a:gd name="connsiteX10" fmla="*/ 9578 w 10000"/>
                <a:gd name="connsiteY10" fmla="*/ 7279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90 w 10000"/>
                <a:gd name="connsiteY21" fmla="*/ 7375 h 10000"/>
                <a:gd name="connsiteX22" fmla="*/ 9830 w 10000"/>
                <a:gd name="connsiteY22" fmla="*/ 7412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422 h 10000"/>
                <a:gd name="connsiteX10" fmla="*/ 9586 w 10000"/>
                <a:gd name="connsiteY10" fmla="*/ 7369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90 w 10000"/>
                <a:gd name="connsiteY21" fmla="*/ 7375 h 10000"/>
                <a:gd name="connsiteX22" fmla="*/ 9830 w 10000"/>
                <a:gd name="connsiteY22" fmla="*/ 7412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422 h 10000"/>
                <a:gd name="connsiteX10" fmla="*/ 9586 w 10000"/>
                <a:gd name="connsiteY10" fmla="*/ 7369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90 w 10000"/>
                <a:gd name="connsiteY21" fmla="*/ 7375 h 10000"/>
                <a:gd name="connsiteX22" fmla="*/ 9830 w 10000"/>
                <a:gd name="connsiteY22" fmla="*/ 7425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 name="connsiteX0" fmla="*/ 9830 w 10000"/>
                <a:gd name="connsiteY0" fmla="*/ 894 h 10000"/>
                <a:gd name="connsiteX1" fmla="*/ 9830 w 10000"/>
                <a:gd name="connsiteY1" fmla="*/ 637 h 10000"/>
                <a:gd name="connsiteX2" fmla="*/ 8717 w 10000"/>
                <a:gd name="connsiteY2" fmla="*/ 0 h 10000"/>
                <a:gd name="connsiteX3" fmla="*/ 1112 w 10000"/>
                <a:gd name="connsiteY3" fmla="*/ 0 h 10000"/>
                <a:gd name="connsiteX4" fmla="*/ 0 w 10000"/>
                <a:gd name="connsiteY4" fmla="*/ 637 h 10000"/>
                <a:gd name="connsiteX5" fmla="*/ 0 w 10000"/>
                <a:gd name="connsiteY5" fmla="*/ 9363 h 10000"/>
                <a:gd name="connsiteX6" fmla="*/ 1112 w 10000"/>
                <a:gd name="connsiteY6" fmla="*/ 10000 h 10000"/>
                <a:gd name="connsiteX7" fmla="*/ 8717 w 10000"/>
                <a:gd name="connsiteY7" fmla="*/ 10000 h 10000"/>
                <a:gd name="connsiteX8" fmla="*/ 9830 w 10000"/>
                <a:gd name="connsiteY8" fmla="*/ 9363 h 10000"/>
                <a:gd name="connsiteX9" fmla="*/ 9830 w 10000"/>
                <a:gd name="connsiteY9" fmla="*/ 7422 h 10000"/>
                <a:gd name="connsiteX10" fmla="*/ 9586 w 10000"/>
                <a:gd name="connsiteY10" fmla="*/ 7369 h 10000"/>
                <a:gd name="connsiteX11" fmla="*/ 9578 w 10000"/>
                <a:gd name="connsiteY11" fmla="*/ 9363 h 10000"/>
                <a:gd name="connsiteX12" fmla="*/ 8717 w 10000"/>
                <a:gd name="connsiteY12" fmla="*/ 9856 h 10000"/>
                <a:gd name="connsiteX13" fmla="*/ 1112 w 10000"/>
                <a:gd name="connsiteY13" fmla="*/ 9856 h 10000"/>
                <a:gd name="connsiteX14" fmla="*/ 251 w 10000"/>
                <a:gd name="connsiteY14" fmla="*/ 9363 h 10000"/>
                <a:gd name="connsiteX15" fmla="*/ 251 w 10000"/>
                <a:gd name="connsiteY15" fmla="*/ 637 h 10000"/>
                <a:gd name="connsiteX16" fmla="*/ 1112 w 10000"/>
                <a:gd name="connsiteY16" fmla="*/ 144 h 10000"/>
                <a:gd name="connsiteX17" fmla="*/ 8717 w 10000"/>
                <a:gd name="connsiteY17" fmla="*/ 144 h 10000"/>
                <a:gd name="connsiteX18" fmla="*/ 9578 w 10000"/>
                <a:gd name="connsiteY18" fmla="*/ 637 h 10000"/>
                <a:gd name="connsiteX19" fmla="*/ 9578 w 10000"/>
                <a:gd name="connsiteY19" fmla="*/ 874 h 10000"/>
                <a:gd name="connsiteX20" fmla="*/ 9578 w 10000"/>
                <a:gd name="connsiteY20" fmla="*/ 2086 h 10000"/>
                <a:gd name="connsiteX21" fmla="*/ 9590 w 10000"/>
                <a:gd name="connsiteY21" fmla="*/ 7371 h 10000"/>
                <a:gd name="connsiteX22" fmla="*/ 9830 w 10000"/>
                <a:gd name="connsiteY22" fmla="*/ 7425 h 10000"/>
                <a:gd name="connsiteX23" fmla="*/ 9830 w 10000"/>
                <a:gd name="connsiteY23" fmla="*/ 2071 h 10000"/>
                <a:gd name="connsiteX24" fmla="*/ 10000 w 10000"/>
                <a:gd name="connsiteY24" fmla="*/ 1917 h 10000"/>
                <a:gd name="connsiteX25" fmla="*/ 10000 w 10000"/>
                <a:gd name="connsiteY25" fmla="*/ 1048 h 10000"/>
                <a:gd name="connsiteX26" fmla="*/ 9830 w 10000"/>
                <a:gd name="connsiteY26" fmla="*/ 894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000" h="10000">
                  <a:moveTo>
                    <a:pt x="9830" y="894"/>
                  </a:moveTo>
                  <a:lnTo>
                    <a:pt x="9830" y="637"/>
                  </a:lnTo>
                  <a:cubicBezTo>
                    <a:pt x="9830" y="288"/>
                    <a:pt x="9327" y="0"/>
                    <a:pt x="8717" y="0"/>
                  </a:cubicBezTo>
                  <a:lnTo>
                    <a:pt x="1112" y="0"/>
                  </a:lnTo>
                  <a:cubicBezTo>
                    <a:pt x="502" y="0"/>
                    <a:pt x="0" y="288"/>
                    <a:pt x="0" y="637"/>
                  </a:cubicBezTo>
                  <a:lnTo>
                    <a:pt x="0" y="9363"/>
                  </a:lnTo>
                  <a:cubicBezTo>
                    <a:pt x="0" y="9717"/>
                    <a:pt x="502" y="10000"/>
                    <a:pt x="1112" y="10000"/>
                  </a:cubicBezTo>
                  <a:lnTo>
                    <a:pt x="8717" y="10000"/>
                  </a:lnTo>
                  <a:cubicBezTo>
                    <a:pt x="9327" y="10000"/>
                    <a:pt x="9830" y="9717"/>
                    <a:pt x="9830" y="9363"/>
                  </a:cubicBezTo>
                  <a:lnTo>
                    <a:pt x="9830" y="7422"/>
                  </a:lnTo>
                  <a:cubicBezTo>
                    <a:pt x="9740" y="7401"/>
                    <a:pt x="9667" y="7390"/>
                    <a:pt x="9586" y="7369"/>
                  </a:cubicBezTo>
                  <a:cubicBezTo>
                    <a:pt x="9583" y="8034"/>
                    <a:pt x="9581" y="8698"/>
                    <a:pt x="9578" y="9363"/>
                  </a:cubicBezTo>
                  <a:cubicBezTo>
                    <a:pt x="9578" y="9635"/>
                    <a:pt x="9193" y="9856"/>
                    <a:pt x="8717" y="9856"/>
                  </a:cubicBezTo>
                  <a:lnTo>
                    <a:pt x="1112" y="9856"/>
                  </a:lnTo>
                  <a:cubicBezTo>
                    <a:pt x="637" y="9856"/>
                    <a:pt x="251" y="9635"/>
                    <a:pt x="251" y="9363"/>
                  </a:cubicBezTo>
                  <a:lnTo>
                    <a:pt x="251" y="637"/>
                  </a:lnTo>
                  <a:cubicBezTo>
                    <a:pt x="251" y="365"/>
                    <a:pt x="637" y="144"/>
                    <a:pt x="1112" y="144"/>
                  </a:cubicBezTo>
                  <a:lnTo>
                    <a:pt x="8717" y="144"/>
                  </a:lnTo>
                  <a:cubicBezTo>
                    <a:pt x="9193" y="144"/>
                    <a:pt x="9578" y="365"/>
                    <a:pt x="9578" y="637"/>
                  </a:cubicBezTo>
                  <a:lnTo>
                    <a:pt x="9578" y="874"/>
                  </a:lnTo>
                  <a:lnTo>
                    <a:pt x="9578" y="2086"/>
                  </a:lnTo>
                  <a:cubicBezTo>
                    <a:pt x="9578" y="2316"/>
                    <a:pt x="9590" y="7141"/>
                    <a:pt x="9590" y="7371"/>
                  </a:cubicBezTo>
                  <a:cubicBezTo>
                    <a:pt x="9671" y="7350"/>
                    <a:pt x="9740" y="7441"/>
                    <a:pt x="9830" y="7425"/>
                  </a:cubicBezTo>
                  <a:cubicBezTo>
                    <a:pt x="9840" y="5619"/>
                    <a:pt x="9820" y="3877"/>
                    <a:pt x="9830" y="2071"/>
                  </a:cubicBezTo>
                  <a:cubicBezTo>
                    <a:pt x="9928" y="2040"/>
                    <a:pt x="10000" y="1984"/>
                    <a:pt x="10000" y="1917"/>
                  </a:cubicBezTo>
                  <a:lnTo>
                    <a:pt x="10000" y="1048"/>
                  </a:lnTo>
                  <a:cubicBezTo>
                    <a:pt x="10000" y="982"/>
                    <a:pt x="9928" y="920"/>
                    <a:pt x="9830" y="894"/>
                  </a:cubicBezTo>
                </a:path>
              </a:pathLst>
            </a:custGeom>
            <a:solidFill>
              <a:srgbClr val="171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66" name="Rectangle 6">
              <a:extLst>
                <a:ext uri="{FF2B5EF4-FFF2-40B4-BE49-F238E27FC236}">
                  <a16:creationId xmlns:a16="http://schemas.microsoft.com/office/drawing/2014/main" id="{437F6022-A61B-497C-B1B2-49B490FB1453}"/>
                </a:ext>
              </a:extLst>
            </p:cNvPr>
            <p:cNvSpPr>
              <a:spLocks noChangeArrowheads="1"/>
            </p:cNvSpPr>
            <p:nvPr/>
          </p:nvSpPr>
          <p:spPr bwMode="auto">
            <a:xfrm>
              <a:off x="3651250" y="3159125"/>
              <a:ext cx="200025" cy="3175"/>
            </a:xfrm>
            <a:prstGeom prst="rect">
              <a:avLst/>
            </a:prstGeom>
            <a:solidFill>
              <a:srgbClr val="17171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67" name="Rectangle 7">
              <a:extLst>
                <a:ext uri="{FF2B5EF4-FFF2-40B4-BE49-F238E27FC236}">
                  <a16:creationId xmlns:a16="http://schemas.microsoft.com/office/drawing/2014/main" id="{DBE8D4BA-346B-4B6D-A564-FB0C79D2E306}"/>
                </a:ext>
              </a:extLst>
            </p:cNvPr>
            <p:cNvSpPr>
              <a:spLocks noChangeArrowheads="1"/>
            </p:cNvSpPr>
            <p:nvPr/>
          </p:nvSpPr>
          <p:spPr bwMode="auto">
            <a:xfrm>
              <a:off x="3651250" y="2757488"/>
              <a:ext cx="200025" cy="3175"/>
            </a:xfrm>
            <a:prstGeom prst="rect">
              <a:avLst/>
            </a:prstGeom>
            <a:solidFill>
              <a:srgbClr val="17171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68" name="Rectangle 8">
              <a:extLst>
                <a:ext uri="{FF2B5EF4-FFF2-40B4-BE49-F238E27FC236}">
                  <a16:creationId xmlns:a16="http://schemas.microsoft.com/office/drawing/2014/main" id="{50BC6B57-27E5-4E09-A34D-65053FDC1215}"/>
                </a:ext>
              </a:extLst>
            </p:cNvPr>
            <p:cNvSpPr>
              <a:spLocks noChangeArrowheads="1"/>
            </p:cNvSpPr>
            <p:nvPr/>
          </p:nvSpPr>
          <p:spPr bwMode="auto">
            <a:xfrm>
              <a:off x="3651250" y="2868613"/>
              <a:ext cx="149225" cy="6350"/>
            </a:xfrm>
            <a:prstGeom prst="rect">
              <a:avLst/>
            </a:prstGeom>
            <a:solidFill>
              <a:srgbClr val="17171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69" name="Rectangle 9">
              <a:extLst>
                <a:ext uri="{FF2B5EF4-FFF2-40B4-BE49-F238E27FC236}">
                  <a16:creationId xmlns:a16="http://schemas.microsoft.com/office/drawing/2014/main" id="{F2A46F06-B928-449A-91B8-0E9AADAB95BE}"/>
                </a:ext>
              </a:extLst>
            </p:cNvPr>
            <p:cNvSpPr>
              <a:spLocks noChangeArrowheads="1"/>
            </p:cNvSpPr>
            <p:nvPr/>
          </p:nvSpPr>
          <p:spPr bwMode="auto">
            <a:xfrm>
              <a:off x="3652838" y="2843213"/>
              <a:ext cx="147638" cy="7938"/>
            </a:xfrm>
            <a:prstGeom prst="rect">
              <a:avLst/>
            </a:prstGeom>
            <a:solidFill>
              <a:srgbClr val="17171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70" name="Oval 10">
              <a:extLst>
                <a:ext uri="{FF2B5EF4-FFF2-40B4-BE49-F238E27FC236}">
                  <a16:creationId xmlns:a16="http://schemas.microsoft.com/office/drawing/2014/main" id="{D68F530E-B161-4C78-A564-CD3DFA723A4E}"/>
                </a:ext>
              </a:extLst>
            </p:cNvPr>
            <p:cNvSpPr>
              <a:spLocks noChangeArrowheads="1"/>
            </p:cNvSpPr>
            <p:nvPr/>
          </p:nvSpPr>
          <p:spPr bwMode="auto">
            <a:xfrm>
              <a:off x="3736975" y="3186113"/>
              <a:ext cx="25400" cy="25400"/>
            </a:xfrm>
            <a:prstGeom prst="ellipse">
              <a:avLst/>
            </a:prstGeom>
            <a:solidFill>
              <a:srgbClr val="171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71" name="Freeform 11">
              <a:extLst>
                <a:ext uri="{FF2B5EF4-FFF2-40B4-BE49-F238E27FC236}">
                  <a16:creationId xmlns:a16="http://schemas.microsoft.com/office/drawing/2014/main" id="{218FF7EB-17CC-4382-8EED-0850FFE91877}"/>
                </a:ext>
              </a:extLst>
            </p:cNvPr>
            <p:cNvSpPr>
              <a:spLocks/>
            </p:cNvSpPr>
            <p:nvPr/>
          </p:nvSpPr>
          <p:spPr bwMode="auto">
            <a:xfrm>
              <a:off x="3651250" y="3071813"/>
              <a:ext cx="200025" cy="38100"/>
            </a:xfrm>
            <a:custGeom>
              <a:avLst/>
              <a:gdLst>
                <a:gd name="T0" fmla="*/ 749 w 756"/>
                <a:gd name="T1" fmla="*/ 0 h 142"/>
                <a:gd name="T2" fmla="*/ 0 w 756"/>
                <a:gd name="T3" fmla="*/ 0 h 142"/>
                <a:gd name="T4" fmla="*/ 0 w 756"/>
                <a:gd name="T5" fmla="*/ 142 h 142"/>
                <a:gd name="T6" fmla="*/ 756 w 756"/>
                <a:gd name="T7" fmla="*/ 142 h 142"/>
                <a:gd name="T8" fmla="*/ 756 w 756"/>
                <a:gd name="T9" fmla="*/ 6 h 142"/>
                <a:gd name="T10" fmla="*/ 749 w 756"/>
                <a:gd name="T11" fmla="*/ 0 h 142"/>
              </a:gdLst>
              <a:ahLst/>
              <a:cxnLst>
                <a:cxn ang="0">
                  <a:pos x="T0" y="T1"/>
                </a:cxn>
                <a:cxn ang="0">
                  <a:pos x="T2" y="T3"/>
                </a:cxn>
                <a:cxn ang="0">
                  <a:pos x="T4" y="T5"/>
                </a:cxn>
                <a:cxn ang="0">
                  <a:pos x="T6" y="T7"/>
                </a:cxn>
                <a:cxn ang="0">
                  <a:pos x="T8" y="T9"/>
                </a:cxn>
                <a:cxn ang="0">
                  <a:pos x="T10" y="T11"/>
                </a:cxn>
              </a:cxnLst>
              <a:rect l="0" t="0" r="r" b="b"/>
              <a:pathLst>
                <a:path w="756" h="142">
                  <a:moveTo>
                    <a:pt x="749" y="0"/>
                  </a:moveTo>
                  <a:lnTo>
                    <a:pt x="0" y="0"/>
                  </a:lnTo>
                  <a:lnTo>
                    <a:pt x="0" y="142"/>
                  </a:lnTo>
                  <a:lnTo>
                    <a:pt x="756" y="142"/>
                  </a:lnTo>
                  <a:lnTo>
                    <a:pt x="756" y="6"/>
                  </a:lnTo>
                  <a:cubicBezTo>
                    <a:pt x="754" y="4"/>
                    <a:pt x="751" y="2"/>
                    <a:pt x="749" y="0"/>
                  </a:cubicBezTo>
                  <a:close/>
                </a:path>
              </a:pathLst>
            </a:custGeom>
            <a:solidFill>
              <a:srgbClr val="BBBD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72" name="Freeform 12">
              <a:extLst>
                <a:ext uri="{FF2B5EF4-FFF2-40B4-BE49-F238E27FC236}">
                  <a16:creationId xmlns:a16="http://schemas.microsoft.com/office/drawing/2014/main" id="{5AD5966C-FD03-45C1-9568-A4740D0BEA69}"/>
                </a:ext>
              </a:extLst>
            </p:cNvPr>
            <p:cNvSpPr>
              <a:spLocks/>
            </p:cNvSpPr>
            <p:nvPr/>
          </p:nvSpPr>
          <p:spPr bwMode="auto">
            <a:xfrm>
              <a:off x="3651250" y="3022600"/>
              <a:ext cx="198438" cy="38100"/>
            </a:xfrm>
            <a:prstGeom prst="rect">
              <a:avLst/>
            </a:prstGeom>
            <a:solidFill>
              <a:srgbClr val="BBBD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73" name="Freeform 13">
              <a:extLst>
                <a:ext uri="{FF2B5EF4-FFF2-40B4-BE49-F238E27FC236}">
                  <a16:creationId xmlns:a16="http://schemas.microsoft.com/office/drawing/2014/main" id="{5DFFB064-F150-4F32-93CF-41107D423A21}"/>
                </a:ext>
              </a:extLst>
            </p:cNvPr>
            <p:cNvSpPr>
              <a:spLocks/>
            </p:cNvSpPr>
            <p:nvPr/>
          </p:nvSpPr>
          <p:spPr bwMode="auto">
            <a:xfrm>
              <a:off x="3651250" y="2971800"/>
              <a:ext cx="198438" cy="38100"/>
            </a:xfrm>
            <a:prstGeom prst="rect">
              <a:avLst/>
            </a:prstGeom>
            <a:solidFill>
              <a:srgbClr val="BBBD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74" name="Freeform 14">
              <a:extLst>
                <a:ext uri="{FF2B5EF4-FFF2-40B4-BE49-F238E27FC236}">
                  <a16:creationId xmlns:a16="http://schemas.microsoft.com/office/drawing/2014/main" id="{90E35FA4-B261-4783-A392-D4450C1763C4}"/>
                </a:ext>
              </a:extLst>
            </p:cNvPr>
            <p:cNvSpPr>
              <a:spLocks/>
            </p:cNvSpPr>
            <p:nvPr/>
          </p:nvSpPr>
          <p:spPr bwMode="auto">
            <a:xfrm>
              <a:off x="3651250" y="2922588"/>
              <a:ext cx="198438" cy="36513"/>
            </a:xfrm>
            <a:prstGeom prst="rect">
              <a:avLst/>
            </a:prstGeom>
            <a:solidFill>
              <a:srgbClr val="BBBD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175" name="Freeform 15">
              <a:extLst>
                <a:ext uri="{FF2B5EF4-FFF2-40B4-BE49-F238E27FC236}">
                  <a16:creationId xmlns:a16="http://schemas.microsoft.com/office/drawing/2014/main" id="{5CD7FDF3-8178-42FF-A19B-2A81232D9569}"/>
                </a:ext>
              </a:extLst>
            </p:cNvPr>
            <p:cNvSpPr>
              <a:spLocks/>
            </p:cNvSpPr>
            <p:nvPr/>
          </p:nvSpPr>
          <p:spPr bwMode="auto">
            <a:xfrm>
              <a:off x="3849688" y="3071813"/>
              <a:ext cx="1588" cy="1588"/>
            </a:xfrm>
            <a:custGeom>
              <a:avLst/>
              <a:gdLst>
                <a:gd name="T0" fmla="*/ 0 w 7"/>
                <a:gd name="T1" fmla="*/ 0 h 6"/>
                <a:gd name="T2" fmla="*/ 7 w 7"/>
                <a:gd name="T3" fmla="*/ 6 h 6"/>
                <a:gd name="T4" fmla="*/ 7 w 7"/>
                <a:gd name="T5" fmla="*/ 0 h 6"/>
                <a:gd name="T6" fmla="*/ 0 w 7"/>
                <a:gd name="T7" fmla="*/ 0 h 6"/>
              </a:gdLst>
              <a:ahLst/>
              <a:cxnLst>
                <a:cxn ang="0">
                  <a:pos x="T0" y="T1"/>
                </a:cxn>
                <a:cxn ang="0">
                  <a:pos x="T2" y="T3"/>
                </a:cxn>
                <a:cxn ang="0">
                  <a:pos x="T4" y="T5"/>
                </a:cxn>
                <a:cxn ang="0">
                  <a:pos x="T6" y="T7"/>
                </a:cxn>
              </a:cxnLst>
              <a:rect l="0" t="0" r="r" b="b"/>
              <a:pathLst>
                <a:path w="7" h="6">
                  <a:moveTo>
                    <a:pt x="0" y="0"/>
                  </a:moveTo>
                  <a:cubicBezTo>
                    <a:pt x="2" y="2"/>
                    <a:pt x="5" y="4"/>
                    <a:pt x="7" y="6"/>
                  </a:cubicBezTo>
                  <a:lnTo>
                    <a:pt x="7" y="0"/>
                  </a:lnTo>
                  <a:lnTo>
                    <a:pt x="0" y="0"/>
                  </a:lnTo>
                  <a:close/>
                </a:path>
              </a:pathLst>
            </a:custGeom>
            <a:solidFill>
              <a:srgbClr val="DB2E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grpSp>
      <p:sp>
        <p:nvSpPr>
          <p:cNvPr id="209" name="Freeform: Shape 208">
            <a:extLst>
              <a:ext uri="{FF2B5EF4-FFF2-40B4-BE49-F238E27FC236}">
                <a16:creationId xmlns:a16="http://schemas.microsoft.com/office/drawing/2014/main" id="{ACAE9CEA-7609-42F3-84F4-69173CE9E49B}"/>
              </a:ext>
            </a:extLst>
          </p:cNvPr>
          <p:cNvSpPr>
            <a:spLocks noChangeAspect="1"/>
          </p:cNvSpPr>
          <p:nvPr/>
        </p:nvSpPr>
        <p:spPr>
          <a:xfrm>
            <a:off x="2082650" y="2455738"/>
            <a:ext cx="362250" cy="360000"/>
          </a:xfrm>
          <a:custGeom>
            <a:avLst/>
            <a:gdLst>
              <a:gd name="connsiteX0" fmla="*/ 1991659 w 4345833"/>
              <a:gd name="connsiteY0" fmla="*/ 3293450 h 4318873"/>
              <a:gd name="connsiteX1" fmla="*/ 1991659 w 4345833"/>
              <a:gd name="connsiteY1" fmla="*/ 4044157 h 4318873"/>
              <a:gd name="connsiteX2" fmla="*/ 1991659 w 4345833"/>
              <a:gd name="connsiteY2" fmla="*/ 4103767 h 4318873"/>
              <a:gd name="connsiteX3" fmla="*/ 1932049 w 4345833"/>
              <a:gd name="connsiteY3" fmla="*/ 4103767 h 4318873"/>
              <a:gd name="connsiteX4" fmla="*/ 727216 w 4345833"/>
              <a:gd name="connsiteY4" fmla="*/ 4103767 h 4318873"/>
              <a:gd name="connsiteX5" fmla="*/ 727216 w 4345833"/>
              <a:gd name="connsiteY5" fmla="*/ 4259263 h 4318873"/>
              <a:gd name="connsiteX6" fmla="*/ 3622472 w 4345833"/>
              <a:gd name="connsiteY6" fmla="*/ 4259263 h 4318873"/>
              <a:gd name="connsiteX7" fmla="*/ 3622472 w 4345833"/>
              <a:gd name="connsiteY7" fmla="*/ 4103767 h 4318873"/>
              <a:gd name="connsiteX8" fmla="*/ 2417639 w 4345833"/>
              <a:gd name="connsiteY8" fmla="*/ 4103767 h 4318873"/>
              <a:gd name="connsiteX9" fmla="*/ 2358030 w 4345833"/>
              <a:gd name="connsiteY9" fmla="*/ 4103767 h 4318873"/>
              <a:gd name="connsiteX10" fmla="*/ 2358029 w 4345833"/>
              <a:gd name="connsiteY10" fmla="*/ 4103767 h 4318873"/>
              <a:gd name="connsiteX11" fmla="*/ 2358029 w 4345833"/>
              <a:gd name="connsiteY11" fmla="*/ 3293450 h 4318873"/>
              <a:gd name="connsiteX12" fmla="*/ 386588 w 4345833"/>
              <a:gd name="connsiteY12" fmla="*/ 3012755 h 4318873"/>
              <a:gd name="connsiteX13" fmla="*/ 3972571 w 4345833"/>
              <a:gd name="connsiteY13" fmla="*/ 3012755 h 4318873"/>
              <a:gd name="connsiteX14" fmla="*/ 3972571 w 4345833"/>
              <a:gd name="connsiteY14" fmla="*/ 3026090 h 4318873"/>
              <a:gd name="connsiteX15" fmla="*/ 386588 w 4345833"/>
              <a:gd name="connsiteY15" fmla="*/ 3026090 h 4318873"/>
              <a:gd name="connsiteX16" fmla="*/ 386588 w 4345833"/>
              <a:gd name="connsiteY16" fmla="*/ 266615 h 4318873"/>
              <a:gd name="connsiteX17" fmla="*/ 3972571 w 4345833"/>
              <a:gd name="connsiteY17" fmla="*/ 266615 h 4318873"/>
              <a:gd name="connsiteX18" fmla="*/ 3972571 w 4345833"/>
              <a:gd name="connsiteY18" fmla="*/ 279950 h 4318873"/>
              <a:gd name="connsiteX19" fmla="*/ 386588 w 4345833"/>
              <a:gd name="connsiteY19" fmla="*/ 279950 h 4318873"/>
              <a:gd name="connsiteX20" fmla="*/ 260866 w 4345833"/>
              <a:gd name="connsiteY20" fmla="*/ 59610 h 4318873"/>
              <a:gd name="connsiteX21" fmla="*/ 61891 w 4345833"/>
              <a:gd name="connsiteY21" fmla="*/ 258585 h 4318873"/>
              <a:gd name="connsiteX22" fmla="*/ 61891 w 4345833"/>
              <a:gd name="connsiteY22" fmla="*/ 3032563 h 4318873"/>
              <a:gd name="connsiteX23" fmla="*/ 260866 w 4345833"/>
              <a:gd name="connsiteY23" fmla="*/ 3231538 h 4318873"/>
              <a:gd name="connsiteX24" fmla="*/ 4084266 w 4345833"/>
              <a:gd name="connsiteY24" fmla="*/ 3231538 h 4318873"/>
              <a:gd name="connsiteX25" fmla="*/ 4283241 w 4345833"/>
              <a:gd name="connsiteY25" fmla="*/ 3032563 h 4318873"/>
              <a:gd name="connsiteX26" fmla="*/ 4283241 w 4345833"/>
              <a:gd name="connsiteY26" fmla="*/ 258585 h 4318873"/>
              <a:gd name="connsiteX27" fmla="*/ 4084266 w 4345833"/>
              <a:gd name="connsiteY27" fmla="*/ 59610 h 4318873"/>
              <a:gd name="connsiteX28" fmla="*/ 256033 w 4345833"/>
              <a:gd name="connsiteY28" fmla="*/ 0 h 4318873"/>
              <a:gd name="connsiteX29" fmla="*/ 4089800 w 4345833"/>
              <a:gd name="connsiteY29" fmla="*/ 0 h 4318873"/>
              <a:gd name="connsiteX30" fmla="*/ 4345833 w 4345833"/>
              <a:gd name="connsiteY30" fmla="*/ 256033 h 4318873"/>
              <a:gd name="connsiteX31" fmla="*/ 4345833 w 4345833"/>
              <a:gd name="connsiteY31" fmla="*/ 3037417 h 4318873"/>
              <a:gd name="connsiteX32" fmla="*/ 4089800 w 4345833"/>
              <a:gd name="connsiteY32" fmla="*/ 3293450 h 4318873"/>
              <a:gd name="connsiteX33" fmla="*/ 2417639 w 4345833"/>
              <a:gd name="connsiteY33" fmla="*/ 3293450 h 4318873"/>
              <a:gd name="connsiteX34" fmla="*/ 2417639 w 4345833"/>
              <a:gd name="connsiteY34" fmla="*/ 4044157 h 4318873"/>
              <a:gd name="connsiteX35" fmla="*/ 3622472 w 4345833"/>
              <a:gd name="connsiteY35" fmla="*/ 4044157 h 4318873"/>
              <a:gd name="connsiteX36" fmla="*/ 3682082 w 4345833"/>
              <a:gd name="connsiteY36" fmla="*/ 4044157 h 4318873"/>
              <a:gd name="connsiteX37" fmla="*/ 3682082 w 4345833"/>
              <a:gd name="connsiteY37" fmla="*/ 4103767 h 4318873"/>
              <a:gd name="connsiteX38" fmla="*/ 3682082 w 4345833"/>
              <a:gd name="connsiteY38" fmla="*/ 4259263 h 4318873"/>
              <a:gd name="connsiteX39" fmla="*/ 3682082 w 4345833"/>
              <a:gd name="connsiteY39" fmla="*/ 4318873 h 4318873"/>
              <a:gd name="connsiteX40" fmla="*/ 3622472 w 4345833"/>
              <a:gd name="connsiteY40" fmla="*/ 4318873 h 4318873"/>
              <a:gd name="connsiteX41" fmla="*/ 727216 w 4345833"/>
              <a:gd name="connsiteY41" fmla="*/ 4318873 h 4318873"/>
              <a:gd name="connsiteX42" fmla="*/ 667606 w 4345833"/>
              <a:gd name="connsiteY42" fmla="*/ 4318873 h 4318873"/>
              <a:gd name="connsiteX43" fmla="*/ 667606 w 4345833"/>
              <a:gd name="connsiteY43" fmla="*/ 4259263 h 4318873"/>
              <a:gd name="connsiteX44" fmla="*/ 667606 w 4345833"/>
              <a:gd name="connsiteY44" fmla="*/ 4103767 h 4318873"/>
              <a:gd name="connsiteX45" fmla="*/ 667606 w 4345833"/>
              <a:gd name="connsiteY45" fmla="*/ 4044157 h 4318873"/>
              <a:gd name="connsiteX46" fmla="*/ 727216 w 4345833"/>
              <a:gd name="connsiteY46" fmla="*/ 4044157 h 4318873"/>
              <a:gd name="connsiteX47" fmla="*/ 1932049 w 4345833"/>
              <a:gd name="connsiteY47" fmla="*/ 4044157 h 4318873"/>
              <a:gd name="connsiteX48" fmla="*/ 1932049 w 4345833"/>
              <a:gd name="connsiteY48" fmla="*/ 3293450 h 4318873"/>
              <a:gd name="connsiteX49" fmla="*/ 256033 w 4345833"/>
              <a:gd name="connsiteY49" fmla="*/ 3293450 h 4318873"/>
              <a:gd name="connsiteX50" fmla="*/ 0 w 4345833"/>
              <a:gd name="connsiteY50" fmla="*/ 3037417 h 4318873"/>
              <a:gd name="connsiteX51" fmla="*/ 0 w 4345833"/>
              <a:gd name="connsiteY51" fmla="*/ 256033 h 4318873"/>
              <a:gd name="connsiteX52" fmla="*/ 256033 w 4345833"/>
              <a:gd name="connsiteY52" fmla="*/ 0 h 4318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345833" h="4318873">
                <a:moveTo>
                  <a:pt x="1991659" y="3293450"/>
                </a:moveTo>
                <a:lnTo>
                  <a:pt x="1991659" y="4044157"/>
                </a:lnTo>
                <a:lnTo>
                  <a:pt x="1991659" y="4103767"/>
                </a:lnTo>
                <a:lnTo>
                  <a:pt x="1932049" y="4103767"/>
                </a:lnTo>
                <a:lnTo>
                  <a:pt x="727216" y="4103767"/>
                </a:lnTo>
                <a:lnTo>
                  <a:pt x="727216" y="4259263"/>
                </a:lnTo>
                <a:lnTo>
                  <a:pt x="3622472" y="4259263"/>
                </a:lnTo>
                <a:lnTo>
                  <a:pt x="3622472" y="4103767"/>
                </a:lnTo>
                <a:lnTo>
                  <a:pt x="2417639" y="4103767"/>
                </a:lnTo>
                <a:lnTo>
                  <a:pt x="2358030" y="4103767"/>
                </a:lnTo>
                <a:lnTo>
                  <a:pt x="2358029" y="4103767"/>
                </a:lnTo>
                <a:lnTo>
                  <a:pt x="2358029" y="3293450"/>
                </a:lnTo>
                <a:close/>
                <a:moveTo>
                  <a:pt x="386588" y="3012755"/>
                </a:moveTo>
                <a:lnTo>
                  <a:pt x="3972571" y="3012755"/>
                </a:lnTo>
                <a:lnTo>
                  <a:pt x="3972571" y="3026090"/>
                </a:lnTo>
                <a:lnTo>
                  <a:pt x="386588" y="3026090"/>
                </a:lnTo>
                <a:close/>
                <a:moveTo>
                  <a:pt x="386588" y="266615"/>
                </a:moveTo>
                <a:lnTo>
                  <a:pt x="3972571" y="266615"/>
                </a:lnTo>
                <a:lnTo>
                  <a:pt x="3972571" y="279950"/>
                </a:lnTo>
                <a:lnTo>
                  <a:pt x="386588" y="279950"/>
                </a:lnTo>
                <a:close/>
                <a:moveTo>
                  <a:pt x="260866" y="59610"/>
                </a:moveTo>
                <a:cubicBezTo>
                  <a:pt x="150975" y="59610"/>
                  <a:pt x="61891" y="148694"/>
                  <a:pt x="61891" y="258585"/>
                </a:cubicBezTo>
                <a:lnTo>
                  <a:pt x="61891" y="3032563"/>
                </a:lnTo>
                <a:cubicBezTo>
                  <a:pt x="61891" y="3142454"/>
                  <a:pt x="150975" y="3231538"/>
                  <a:pt x="260866" y="3231538"/>
                </a:cubicBezTo>
                <a:lnTo>
                  <a:pt x="4084266" y="3231538"/>
                </a:lnTo>
                <a:cubicBezTo>
                  <a:pt x="4194157" y="3231538"/>
                  <a:pt x="4283241" y="3142454"/>
                  <a:pt x="4283241" y="3032563"/>
                </a:cubicBezTo>
                <a:lnTo>
                  <a:pt x="4283241" y="258585"/>
                </a:lnTo>
                <a:cubicBezTo>
                  <a:pt x="4283241" y="148694"/>
                  <a:pt x="4194157" y="59610"/>
                  <a:pt x="4084266" y="59610"/>
                </a:cubicBezTo>
                <a:close/>
                <a:moveTo>
                  <a:pt x="256033" y="0"/>
                </a:moveTo>
                <a:lnTo>
                  <a:pt x="4089800" y="0"/>
                </a:lnTo>
                <a:cubicBezTo>
                  <a:pt x="4231203" y="0"/>
                  <a:pt x="4345833" y="114630"/>
                  <a:pt x="4345833" y="256033"/>
                </a:cubicBezTo>
                <a:lnTo>
                  <a:pt x="4345833" y="3037417"/>
                </a:lnTo>
                <a:cubicBezTo>
                  <a:pt x="4345833" y="3178820"/>
                  <a:pt x="4231203" y="3293450"/>
                  <a:pt x="4089800" y="3293450"/>
                </a:cubicBezTo>
                <a:lnTo>
                  <a:pt x="2417639" y="3293450"/>
                </a:lnTo>
                <a:lnTo>
                  <a:pt x="2417639" y="4044157"/>
                </a:lnTo>
                <a:lnTo>
                  <a:pt x="3622472" y="4044157"/>
                </a:lnTo>
                <a:lnTo>
                  <a:pt x="3682082" y="4044157"/>
                </a:lnTo>
                <a:lnTo>
                  <a:pt x="3682082" y="4103767"/>
                </a:lnTo>
                <a:lnTo>
                  <a:pt x="3682082" y="4259263"/>
                </a:lnTo>
                <a:lnTo>
                  <a:pt x="3682082" y="4318873"/>
                </a:lnTo>
                <a:lnTo>
                  <a:pt x="3622472" y="4318873"/>
                </a:lnTo>
                <a:lnTo>
                  <a:pt x="727216" y="4318873"/>
                </a:lnTo>
                <a:lnTo>
                  <a:pt x="667606" y="4318873"/>
                </a:lnTo>
                <a:lnTo>
                  <a:pt x="667606" y="4259263"/>
                </a:lnTo>
                <a:lnTo>
                  <a:pt x="667606" y="4103767"/>
                </a:lnTo>
                <a:lnTo>
                  <a:pt x="667606" y="4044157"/>
                </a:lnTo>
                <a:lnTo>
                  <a:pt x="727216" y="4044157"/>
                </a:lnTo>
                <a:lnTo>
                  <a:pt x="1932049" y="4044157"/>
                </a:lnTo>
                <a:lnTo>
                  <a:pt x="1932049" y="3293450"/>
                </a:lnTo>
                <a:lnTo>
                  <a:pt x="256033" y="3293450"/>
                </a:lnTo>
                <a:cubicBezTo>
                  <a:pt x="114630" y="3293450"/>
                  <a:pt x="0" y="3178820"/>
                  <a:pt x="0" y="3037417"/>
                </a:cubicBezTo>
                <a:lnTo>
                  <a:pt x="0" y="256033"/>
                </a:lnTo>
                <a:cubicBezTo>
                  <a:pt x="0" y="114630"/>
                  <a:pt x="114630" y="0"/>
                  <a:pt x="256033" y="0"/>
                </a:cubicBezTo>
                <a:close/>
              </a:path>
            </a:pathLst>
          </a:custGeom>
          <a:solidFill>
            <a:schemeClr val="bg2"/>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0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grpSp>
        <p:nvGrpSpPr>
          <p:cNvPr id="215" name="Group 214">
            <a:extLst>
              <a:ext uri="{FF2B5EF4-FFF2-40B4-BE49-F238E27FC236}">
                <a16:creationId xmlns:a16="http://schemas.microsoft.com/office/drawing/2014/main" id="{78305580-52E2-4D1D-8C18-B0B49A7DDF31}"/>
              </a:ext>
            </a:extLst>
          </p:cNvPr>
          <p:cNvGrpSpPr>
            <a:grpSpLocks noChangeAspect="1"/>
          </p:cNvGrpSpPr>
          <p:nvPr/>
        </p:nvGrpSpPr>
        <p:grpSpPr>
          <a:xfrm>
            <a:off x="2663584" y="2455738"/>
            <a:ext cx="362250" cy="360000"/>
            <a:chOff x="4667157" y="340981"/>
            <a:chExt cx="4345833" cy="4318873"/>
          </a:xfrm>
        </p:grpSpPr>
        <p:sp>
          <p:nvSpPr>
            <p:cNvPr id="216" name="Freeform: Shape 215">
              <a:extLst>
                <a:ext uri="{FF2B5EF4-FFF2-40B4-BE49-F238E27FC236}">
                  <a16:creationId xmlns:a16="http://schemas.microsoft.com/office/drawing/2014/main" id="{C382D78E-923B-497B-AC77-DBD4F3892298}"/>
                </a:ext>
              </a:extLst>
            </p:cNvPr>
            <p:cNvSpPr/>
            <p:nvPr/>
          </p:nvSpPr>
          <p:spPr>
            <a:xfrm>
              <a:off x="4667157" y="340981"/>
              <a:ext cx="4345833" cy="4318873"/>
            </a:xfrm>
            <a:custGeom>
              <a:avLst/>
              <a:gdLst>
                <a:gd name="connsiteX0" fmla="*/ 1991659 w 4345833"/>
                <a:gd name="connsiteY0" fmla="*/ 3293450 h 4318873"/>
                <a:gd name="connsiteX1" fmla="*/ 1991659 w 4345833"/>
                <a:gd name="connsiteY1" fmla="*/ 4044157 h 4318873"/>
                <a:gd name="connsiteX2" fmla="*/ 1991659 w 4345833"/>
                <a:gd name="connsiteY2" fmla="*/ 4103767 h 4318873"/>
                <a:gd name="connsiteX3" fmla="*/ 1932049 w 4345833"/>
                <a:gd name="connsiteY3" fmla="*/ 4103767 h 4318873"/>
                <a:gd name="connsiteX4" fmla="*/ 727216 w 4345833"/>
                <a:gd name="connsiteY4" fmla="*/ 4103767 h 4318873"/>
                <a:gd name="connsiteX5" fmla="*/ 727216 w 4345833"/>
                <a:gd name="connsiteY5" fmla="*/ 4259263 h 4318873"/>
                <a:gd name="connsiteX6" fmla="*/ 3622472 w 4345833"/>
                <a:gd name="connsiteY6" fmla="*/ 4259263 h 4318873"/>
                <a:gd name="connsiteX7" fmla="*/ 3622472 w 4345833"/>
                <a:gd name="connsiteY7" fmla="*/ 4103767 h 4318873"/>
                <a:gd name="connsiteX8" fmla="*/ 2417639 w 4345833"/>
                <a:gd name="connsiteY8" fmla="*/ 4103767 h 4318873"/>
                <a:gd name="connsiteX9" fmla="*/ 2358030 w 4345833"/>
                <a:gd name="connsiteY9" fmla="*/ 4103767 h 4318873"/>
                <a:gd name="connsiteX10" fmla="*/ 2358029 w 4345833"/>
                <a:gd name="connsiteY10" fmla="*/ 4103767 h 4318873"/>
                <a:gd name="connsiteX11" fmla="*/ 2358029 w 4345833"/>
                <a:gd name="connsiteY11" fmla="*/ 3293450 h 4318873"/>
                <a:gd name="connsiteX12" fmla="*/ 386588 w 4345833"/>
                <a:gd name="connsiteY12" fmla="*/ 3012755 h 4318873"/>
                <a:gd name="connsiteX13" fmla="*/ 3972571 w 4345833"/>
                <a:gd name="connsiteY13" fmla="*/ 3012755 h 4318873"/>
                <a:gd name="connsiteX14" fmla="*/ 3972571 w 4345833"/>
                <a:gd name="connsiteY14" fmla="*/ 3026090 h 4318873"/>
                <a:gd name="connsiteX15" fmla="*/ 386588 w 4345833"/>
                <a:gd name="connsiteY15" fmla="*/ 3026090 h 4318873"/>
                <a:gd name="connsiteX16" fmla="*/ 386588 w 4345833"/>
                <a:gd name="connsiteY16" fmla="*/ 266615 h 4318873"/>
                <a:gd name="connsiteX17" fmla="*/ 3972571 w 4345833"/>
                <a:gd name="connsiteY17" fmla="*/ 266615 h 4318873"/>
                <a:gd name="connsiteX18" fmla="*/ 3972571 w 4345833"/>
                <a:gd name="connsiteY18" fmla="*/ 279950 h 4318873"/>
                <a:gd name="connsiteX19" fmla="*/ 386588 w 4345833"/>
                <a:gd name="connsiteY19" fmla="*/ 279950 h 4318873"/>
                <a:gd name="connsiteX20" fmla="*/ 260866 w 4345833"/>
                <a:gd name="connsiteY20" fmla="*/ 59610 h 4318873"/>
                <a:gd name="connsiteX21" fmla="*/ 61891 w 4345833"/>
                <a:gd name="connsiteY21" fmla="*/ 258585 h 4318873"/>
                <a:gd name="connsiteX22" fmla="*/ 61891 w 4345833"/>
                <a:gd name="connsiteY22" fmla="*/ 3032563 h 4318873"/>
                <a:gd name="connsiteX23" fmla="*/ 260866 w 4345833"/>
                <a:gd name="connsiteY23" fmla="*/ 3231538 h 4318873"/>
                <a:gd name="connsiteX24" fmla="*/ 4084266 w 4345833"/>
                <a:gd name="connsiteY24" fmla="*/ 3231538 h 4318873"/>
                <a:gd name="connsiteX25" fmla="*/ 4283241 w 4345833"/>
                <a:gd name="connsiteY25" fmla="*/ 3032563 h 4318873"/>
                <a:gd name="connsiteX26" fmla="*/ 4283241 w 4345833"/>
                <a:gd name="connsiteY26" fmla="*/ 258585 h 4318873"/>
                <a:gd name="connsiteX27" fmla="*/ 4084266 w 4345833"/>
                <a:gd name="connsiteY27" fmla="*/ 59610 h 4318873"/>
                <a:gd name="connsiteX28" fmla="*/ 256033 w 4345833"/>
                <a:gd name="connsiteY28" fmla="*/ 0 h 4318873"/>
                <a:gd name="connsiteX29" fmla="*/ 4089800 w 4345833"/>
                <a:gd name="connsiteY29" fmla="*/ 0 h 4318873"/>
                <a:gd name="connsiteX30" fmla="*/ 4345833 w 4345833"/>
                <a:gd name="connsiteY30" fmla="*/ 256033 h 4318873"/>
                <a:gd name="connsiteX31" fmla="*/ 4345833 w 4345833"/>
                <a:gd name="connsiteY31" fmla="*/ 3037417 h 4318873"/>
                <a:gd name="connsiteX32" fmla="*/ 4089800 w 4345833"/>
                <a:gd name="connsiteY32" fmla="*/ 3293450 h 4318873"/>
                <a:gd name="connsiteX33" fmla="*/ 2417639 w 4345833"/>
                <a:gd name="connsiteY33" fmla="*/ 3293450 h 4318873"/>
                <a:gd name="connsiteX34" fmla="*/ 2417639 w 4345833"/>
                <a:gd name="connsiteY34" fmla="*/ 4044157 h 4318873"/>
                <a:gd name="connsiteX35" fmla="*/ 3622472 w 4345833"/>
                <a:gd name="connsiteY35" fmla="*/ 4044157 h 4318873"/>
                <a:gd name="connsiteX36" fmla="*/ 3682082 w 4345833"/>
                <a:gd name="connsiteY36" fmla="*/ 4044157 h 4318873"/>
                <a:gd name="connsiteX37" fmla="*/ 3682082 w 4345833"/>
                <a:gd name="connsiteY37" fmla="*/ 4103767 h 4318873"/>
                <a:gd name="connsiteX38" fmla="*/ 3682082 w 4345833"/>
                <a:gd name="connsiteY38" fmla="*/ 4259263 h 4318873"/>
                <a:gd name="connsiteX39" fmla="*/ 3682082 w 4345833"/>
                <a:gd name="connsiteY39" fmla="*/ 4318873 h 4318873"/>
                <a:gd name="connsiteX40" fmla="*/ 3622472 w 4345833"/>
                <a:gd name="connsiteY40" fmla="*/ 4318873 h 4318873"/>
                <a:gd name="connsiteX41" fmla="*/ 727216 w 4345833"/>
                <a:gd name="connsiteY41" fmla="*/ 4318873 h 4318873"/>
                <a:gd name="connsiteX42" fmla="*/ 667606 w 4345833"/>
                <a:gd name="connsiteY42" fmla="*/ 4318873 h 4318873"/>
                <a:gd name="connsiteX43" fmla="*/ 667606 w 4345833"/>
                <a:gd name="connsiteY43" fmla="*/ 4259263 h 4318873"/>
                <a:gd name="connsiteX44" fmla="*/ 667606 w 4345833"/>
                <a:gd name="connsiteY44" fmla="*/ 4103767 h 4318873"/>
                <a:gd name="connsiteX45" fmla="*/ 667606 w 4345833"/>
                <a:gd name="connsiteY45" fmla="*/ 4044157 h 4318873"/>
                <a:gd name="connsiteX46" fmla="*/ 727216 w 4345833"/>
                <a:gd name="connsiteY46" fmla="*/ 4044157 h 4318873"/>
                <a:gd name="connsiteX47" fmla="*/ 1932049 w 4345833"/>
                <a:gd name="connsiteY47" fmla="*/ 4044157 h 4318873"/>
                <a:gd name="connsiteX48" fmla="*/ 1932049 w 4345833"/>
                <a:gd name="connsiteY48" fmla="*/ 3293450 h 4318873"/>
                <a:gd name="connsiteX49" fmla="*/ 256033 w 4345833"/>
                <a:gd name="connsiteY49" fmla="*/ 3293450 h 4318873"/>
                <a:gd name="connsiteX50" fmla="*/ 0 w 4345833"/>
                <a:gd name="connsiteY50" fmla="*/ 3037417 h 4318873"/>
                <a:gd name="connsiteX51" fmla="*/ 0 w 4345833"/>
                <a:gd name="connsiteY51" fmla="*/ 256033 h 4318873"/>
                <a:gd name="connsiteX52" fmla="*/ 256033 w 4345833"/>
                <a:gd name="connsiteY52" fmla="*/ 0 h 4318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345833" h="4318873">
                  <a:moveTo>
                    <a:pt x="1991659" y="3293450"/>
                  </a:moveTo>
                  <a:lnTo>
                    <a:pt x="1991659" y="4044157"/>
                  </a:lnTo>
                  <a:lnTo>
                    <a:pt x="1991659" y="4103767"/>
                  </a:lnTo>
                  <a:lnTo>
                    <a:pt x="1932049" y="4103767"/>
                  </a:lnTo>
                  <a:lnTo>
                    <a:pt x="727216" y="4103767"/>
                  </a:lnTo>
                  <a:lnTo>
                    <a:pt x="727216" y="4259263"/>
                  </a:lnTo>
                  <a:lnTo>
                    <a:pt x="3622472" y="4259263"/>
                  </a:lnTo>
                  <a:lnTo>
                    <a:pt x="3622472" y="4103767"/>
                  </a:lnTo>
                  <a:lnTo>
                    <a:pt x="2417639" y="4103767"/>
                  </a:lnTo>
                  <a:lnTo>
                    <a:pt x="2358030" y="4103767"/>
                  </a:lnTo>
                  <a:lnTo>
                    <a:pt x="2358029" y="4103767"/>
                  </a:lnTo>
                  <a:lnTo>
                    <a:pt x="2358029" y="3293450"/>
                  </a:lnTo>
                  <a:close/>
                  <a:moveTo>
                    <a:pt x="386588" y="3012755"/>
                  </a:moveTo>
                  <a:lnTo>
                    <a:pt x="3972571" y="3012755"/>
                  </a:lnTo>
                  <a:lnTo>
                    <a:pt x="3972571" y="3026090"/>
                  </a:lnTo>
                  <a:lnTo>
                    <a:pt x="386588" y="3026090"/>
                  </a:lnTo>
                  <a:close/>
                  <a:moveTo>
                    <a:pt x="386588" y="266615"/>
                  </a:moveTo>
                  <a:lnTo>
                    <a:pt x="3972571" y="266615"/>
                  </a:lnTo>
                  <a:lnTo>
                    <a:pt x="3972571" y="279950"/>
                  </a:lnTo>
                  <a:lnTo>
                    <a:pt x="386588" y="279950"/>
                  </a:lnTo>
                  <a:close/>
                  <a:moveTo>
                    <a:pt x="260866" y="59610"/>
                  </a:moveTo>
                  <a:cubicBezTo>
                    <a:pt x="150975" y="59610"/>
                    <a:pt x="61891" y="148694"/>
                    <a:pt x="61891" y="258585"/>
                  </a:cubicBezTo>
                  <a:lnTo>
                    <a:pt x="61891" y="3032563"/>
                  </a:lnTo>
                  <a:cubicBezTo>
                    <a:pt x="61891" y="3142454"/>
                    <a:pt x="150975" y="3231538"/>
                    <a:pt x="260866" y="3231538"/>
                  </a:cubicBezTo>
                  <a:lnTo>
                    <a:pt x="4084266" y="3231538"/>
                  </a:lnTo>
                  <a:cubicBezTo>
                    <a:pt x="4194157" y="3231538"/>
                    <a:pt x="4283241" y="3142454"/>
                    <a:pt x="4283241" y="3032563"/>
                  </a:cubicBezTo>
                  <a:lnTo>
                    <a:pt x="4283241" y="258585"/>
                  </a:lnTo>
                  <a:cubicBezTo>
                    <a:pt x="4283241" y="148694"/>
                    <a:pt x="4194157" y="59610"/>
                    <a:pt x="4084266" y="59610"/>
                  </a:cubicBezTo>
                  <a:close/>
                  <a:moveTo>
                    <a:pt x="256033" y="0"/>
                  </a:moveTo>
                  <a:lnTo>
                    <a:pt x="4089800" y="0"/>
                  </a:lnTo>
                  <a:cubicBezTo>
                    <a:pt x="4231203" y="0"/>
                    <a:pt x="4345833" y="114630"/>
                    <a:pt x="4345833" y="256033"/>
                  </a:cubicBezTo>
                  <a:lnTo>
                    <a:pt x="4345833" y="3037417"/>
                  </a:lnTo>
                  <a:cubicBezTo>
                    <a:pt x="4345833" y="3178820"/>
                    <a:pt x="4231203" y="3293450"/>
                    <a:pt x="4089800" y="3293450"/>
                  </a:cubicBezTo>
                  <a:lnTo>
                    <a:pt x="2417639" y="3293450"/>
                  </a:lnTo>
                  <a:lnTo>
                    <a:pt x="2417639" y="4044157"/>
                  </a:lnTo>
                  <a:lnTo>
                    <a:pt x="3622472" y="4044157"/>
                  </a:lnTo>
                  <a:lnTo>
                    <a:pt x="3682082" y="4044157"/>
                  </a:lnTo>
                  <a:lnTo>
                    <a:pt x="3682082" y="4103767"/>
                  </a:lnTo>
                  <a:lnTo>
                    <a:pt x="3682082" y="4259263"/>
                  </a:lnTo>
                  <a:lnTo>
                    <a:pt x="3682082" y="4318873"/>
                  </a:lnTo>
                  <a:lnTo>
                    <a:pt x="3622472" y="4318873"/>
                  </a:lnTo>
                  <a:lnTo>
                    <a:pt x="727216" y="4318873"/>
                  </a:lnTo>
                  <a:lnTo>
                    <a:pt x="667606" y="4318873"/>
                  </a:lnTo>
                  <a:lnTo>
                    <a:pt x="667606" y="4259263"/>
                  </a:lnTo>
                  <a:lnTo>
                    <a:pt x="667606" y="4103767"/>
                  </a:lnTo>
                  <a:lnTo>
                    <a:pt x="667606" y="4044157"/>
                  </a:lnTo>
                  <a:lnTo>
                    <a:pt x="727216" y="4044157"/>
                  </a:lnTo>
                  <a:lnTo>
                    <a:pt x="1932049" y="4044157"/>
                  </a:lnTo>
                  <a:lnTo>
                    <a:pt x="1932049" y="3293450"/>
                  </a:lnTo>
                  <a:lnTo>
                    <a:pt x="256033" y="3293450"/>
                  </a:lnTo>
                  <a:cubicBezTo>
                    <a:pt x="114630" y="3293450"/>
                    <a:pt x="0" y="3178820"/>
                    <a:pt x="0" y="3037417"/>
                  </a:cubicBezTo>
                  <a:lnTo>
                    <a:pt x="0" y="256033"/>
                  </a:lnTo>
                  <a:cubicBezTo>
                    <a:pt x="0" y="114630"/>
                    <a:pt x="114630" y="0"/>
                    <a:pt x="256033" y="0"/>
                  </a:cubicBezTo>
                  <a:close/>
                </a:path>
              </a:pathLst>
            </a:custGeom>
            <a:solidFill>
              <a:schemeClr val="bg2"/>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0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217" name="Rectangle 23">
              <a:extLst>
                <a:ext uri="{FF2B5EF4-FFF2-40B4-BE49-F238E27FC236}">
                  <a16:creationId xmlns:a16="http://schemas.microsoft.com/office/drawing/2014/main" id="{BD01E02E-5A39-4736-ADA2-DD5FFA015058}"/>
                </a:ext>
              </a:extLst>
            </p:cNvPr>
            <p:cNvSpPr>
              <a:spLocks noChangeArrowheads="1"/>
            </p:cNvSpPr>
            <p:nvPr/>
          </p:nvSpPr>
          <p:spPr bwMode="auto">
            <a:xfrm>
              <a:off x="5680296" y="940862"/>
              <a:ext cx="319939" cy="2212909"/>
            </a:xfrm>
            <a:prstGeom prst="rect">
              <a:avLst/>
            </a:prstGeom>
            <a:solidFill>
              <a:srgbClr val="BBBDB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218" name="Rectangle 24">
              <a:extLst>
                <a:ext uri="{FF2B5EF4-FFF2-40B4-BE49-F238E27FC236}">
                  <a16:creationId xmlns:a16="http://schemas.microsoft.com/office/drawing/2014/main" id="{A18BDC6C-E0D1-4125-B800-8DAC22537421}"/>
                </a:ext>
              </a:extLst>
            </p:cNvPr>
            <p:cNvSpPr>
              <a:spLocks noChangeArrowheads="1"/>
            </p:cNvSpPr>
            <p:nvPr/>
          </p:nvSpPr>
          <p:spPr bwMode="auto">
            <a:xfrm>
              <a:off x="6106881" y="1567412"/>
              <a:ext cx="319939" cy="1586366"/>
            </a:xfrm>
            <a:prstGeom prst="rect">
              <a:avLst/>
            </a:prstGeom>
            <a:solidFill>
              <a:srgbClr val="BBBDB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219" name="Rectangle 25">
              <a:extLst>
                <a:ext uri="{FF2B5EF4-FFF2-40B4-BE49-F238E27FC236}">
                  <a16:creationId xmlns:a16="http://schemas.microsoft.com/office/drawing/2014/main" id="{40388B82-5B38-47F3-87E8-B94169EEB615}"/>
                </a:ext>
              </a:extLst>
            </p:cNvPr>
            <p:cNvSpPr>
              <a:spLocks noChangeArrowheads="1"/>
            </p:cNvSpPr>
            <p:nvPr/>
          </p:nvSpPr>
          <p:spPr bwMode="auto">
            <a:xfrm>
              <a:off x="5253711" y="1993997"/>
              <a:ext cx="319939" cy="1159782"/>
            </a:xfrm>
            <a:prstGeom prst="rect">
              <a:avLst/>
            </a:prstGeom>
            <a:solidFill>
              <a:srgbClr val="BBBDB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220" name="Freeform 26">
              <a:extLst>
                <a:ext uri="{FF2B5EF4-FFF2-40B4-BE49-F238E27FC236}">
                  <a16:creationId xmlns:a16="http://schemas.microsoft.com/office/drawing/2014/main" id="{0DB58ACB-964C-4635-91B8-C3B2B2BABDCD}"/>
                </a:ext>
              </a:extLst>
            </p:cNvPr>
            <p:cNvSpPr>
              <a:spLocks/>
            </p:cNvSpPr>
            <p:nvPr/>
          </p:nvSpPr>
          <p:spPr bwMode="auto">
            <a:xfrm>
              <a:off x="6720097" y="1567412"/>
              <a:ext cx="1599693" cy="1586366"/>
            </a:xfrm>
            <a:custGeom>
              <a:avLst/>
              <a:gdLst>
                <a:gd name="T0" fmla="*/ 120 w 120"/>
                <a:gd name="T1" fmla="*/ 119 h 119"/>
                <a:gd name="T2" fmla="*/ 0 w 120"/>
                <a:gd name="T3" fmla="*/ 119 h 119"/>
                <a:gd name="T4" fmla="*/ 0 w 120"/>
                <a:gd name="T5" fmla="*/ 0 h 119"/>
                <a:gd name="T6" fmla="*/ 2 w 120"/>
                <a:gd name="T7" fmla="*/ 0 h 119"/>
                <a:gd name="T8" fmla="*/ 2 w 120"/>
                <a:gd name="T9" fmla="*/ 117 h 119"/>
                <a:gd name="T10" fmla="*/ 120 w 120"/>
                <a:gd name="T11" fmla="*/ 117 h 119"/>
                <a:gd name="T12" fmla="*/ 120 w 120"/>
                <a:gd name="T13" fmla="*/ 119 h 119"/>
              </a:gdLst>
              <a:ahLst/>
              <a:cxnLst>
                <a:cxn ang="0">
                  <a:pos x="T0" y="T1"/>
                </a:cxn>
                <a:cxn ang="0">
                  <a:pos x="T2" y="T3"/>
                </a:cxn>
                <a:cxn ang="0">
                  <a:pos x="T4" y="T5"/>
                </a:cxn>
                <a:cxn ang="0">
                  <a:pos x="T6" y="T7"/>
                </a:cxn>
                <a:cxn ang="0">
                  <a:pos x="T8" y="T9"/>
                </a:cxn>
                <a:cxn ang="0">
                  <a:pos x="T10" y="T11"/>
                </a:cxn>
                <a:cxn ang="0">
                  <a:pos x="T12" y="T13"/>
                </a:cxn>
              </a:cxnLst>
              <a:rect l="0" t="0" r="r" b="b"/>
              <a:pathLst>
                <a:path w="120" h="119">
                  <a:moveTo>
                    <a:pt x="120" y="119"/>
                  </a:moveTo>
                  <a:lnTo>
                    <a:pt x="0" y="119"/>
                  </a:lnTo>
                  <a:lnTo>
                    <a:pt x="0" y="0"/>
                  </a:lnTo>
                  <a:lnTo>
                    <a:pt x="2" y="0"/>
                  </a:lnTo>
                  <a:lnTo>
                    <a:pt x="2" y="117"/>
                  </a:lnTo>
                  <a:lnTo>
                    <a:pt x="120" y="117"/>
                  </a:lnTo>
                  <a:lnTo>
                    <a:pt x="120" y="119"/>
                  </a:lnTo>
                  <a:close/>
                </a:path>
              </a:pathLst>
            </a:custGeom>
            <a:solidFill>
              <a:srgbClr val="171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sp>
          <p:nvSpPr>
            <p:cNvPr id="221" name="Freeform 27">
              <a:extLst>
                <a:ext uri="{FF2B5EF4-FFF2-40B4-BE49-F238E27FC236}">
                  <a16:creationId xmlns:a16="http://schemas.microsoft.com/office/drawing/2014/main" id="{4D4A1DC0-AF6D-4879-A470-C35B5A4E56F6}"/>
                </a:ext>
              </a:extLst>
            </p:cNvPr>
            <p:cNvSpPr>
              <a:spLocks/>
            </p:cNvSpPr>
            <p:nvPr/>
          </p:nvSpPr>
          <p:spPr bwMode="auto">
            <a:xfrm>
              <a:off x="6906727" y="1567412"/>
              <a:ext cx="1333078" cy="1399736"/>
            </a:xfrm>
            <a:custGeom>
              <a:avLst/>
              <a:gdLst>
                <a:gd name="T0" fmla="*/ 19 w 599"/>
                <a:gd name="T1" fmla="*/ 628 h 628"/>
                <a:gd name="T2" fmla="*/ 17 w 599"/>
                <a:gd name="T3" fmla="*/ 628 h 628"/>
                <a:gd name="T4" fmla="*/ 1 w 599"/>
                <a:gd name="T5" fmla="*/ 608 h 628"/>
                <a:gd name="T6" fmla="*/ 161 w 599"/>
                <a:gd name="T7" fmla="*/ 314 h 628"/>
                <a:gd name="T8" fmla="*/ 290 w 599"/>
                <a:gd name="T9" fmla="*/ 405 h 628"/>
                <a:gd name="T10" fmla="*/ 397 w 599"/>
                <a:gd name="T11" fmla="*/ 486 h 628"/>
                <a:gd name="T12" fmla="*/ 562 w 599"/>
                <a:gd name="T13" fmla="*/ 17 h 628"/>
                <a:gd name="T14" fmla="*/ 582 w 599"/>
                <a:gd name="T15" fmla="*/ 1 h 628"/>
                <a:gd name="T16" fmla="*/ 599 w 599"/>
                <a:gd name="T17" fmla="*/ 20 h 628"/>
                <a:gd name="T18" fmla="*/ 397 w 599"/>
                <a:gd name="T19" fmla="*/ 522 h 628"/>
                <a:gd name="T20" fmla="*/ 261 w 599"/>
                <a:gd name="T21" fmla="*/ 427 h 628"/>
                <a:gd name="T22" fmla="*/ 161 w 599"/>
                <a:gd name="T23" fmla="*/ 350 h 628"/>
                <a:gd name="T24" fmla="*/ 37 w 599"/>
                <a:gd name="T25" fmla="*/ 613 h 628"/>
                <a:gd name="T26" fmla="*/ 19 w 599"/>
                <a:gd name="T27" fmla="*/ 628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99" h="628">
                  <a:moveTo>
                    <a:pt x="19" y="628"/>
                  </a:moveTo>
                  <a:cubicBezTo>
                    <a:pt x="19" y="628"/>
                    <a:pt x="18" y="628"/>
                    <a:pt x="17" y="628"/>
                  </a:cubicBezTo>
                  <a:cubicBezTo>
                    <a:pt x="7" y="627"/>
                    <a:pt x="0" y="618"/>
                    <a:pt x="1" y="608"/>
                  </a:cubicBezTo>
                  <a:cubicBezTo>
                    <a:pt x="6" y="577"/>
                    <a:pt x="46" y="314"/>
                    <a:pt x="161" y="314"/>
                  </a:cubicBezTo>
                  <a:cubicBezTo>
                    <a:pt x="220" y="314"/>
                    <a:pt x="255" y="360"/>
                    <a:pt x="290" y="405"/>
                  </a:cubicBezTo>
                  <a:cubicBezTo>
                    <a:pt x="322" y="446"/>
                    <a:pt x="352" y="486"/>
                    <a:pt x="397" y="486"/>
                  </a:cubicBezTo>
                  <a:cubicBezTo>
                    <a:pt x="488" y="486"/>
                    <a:pt x="547" y="198"/>
                    <a:pt x="562" y="17"/>
                  </a:cubicBezTo>
                  <a:cubicBezTo>
                    <a:pt x="563" y="7"/>
                    <a:pt x="572" y="0"/>
                    <a:pt x="582" y="1"/>
                  </a:cubicBezTo>
                  <a:cubicBezTo>
                    <a:pt x="592" y="1"/>
                    <a:pt x="599" y="10"/>
                    <a:pt x="599" y="20"/>
                  </a:cubicBezTo>
                  <a:cubicBezTo>
                    <a:pt x="594" y="72"/>
                    <a:pt x="551" y="522"/>
                    <a:pt x="397" y="522"/>
                  </a:cubicBezTo>
                  <a:cubicBezTo>
                    <a:pt x="334" y="522"/>
                    <a:pt x="296" y="472"/>
                    <a:pt x="261" y="427"/>
                  </a:cubicBezTo>
                  <a:cubicBezTo>
                    <a:pt x="231" y="387"/>
                    <a:pt x="202" y="350"/>
                    <a:pt x="161" y="350"/>
                  </a:cubicBezTo>
                  <a:cubicBezTo>
                    <a:pt x="98" y="350"/>
                    <a:pt x="52" y="511"/>
                    <a:pt x="37" y="613"/>
                  </a:cubicBezTo>
                  <a:cubicBezTo>
                    <a:pt x="36" y="622"/>
                    <a:pt x="28" y="628"/>
                    <a:pt x="19" y="628"/>
                  </a:cubicBezTo>
                </a:path>
              </a:pathLst>
            </a:custGeom>
            <a:solidFill>
              <a:srgbClr val="BBBD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dirty="0"/>
            </a:p>
          </p:txBody>
        </p:sp>
      </p:grpSp>
      <p:sp>
        <p:nvSpPr>
          <p:cNvPr id="9" name="Arrow: Down 8">
            <a:extLst>
              <a:ext uri="{FF2B5EF4-FFF2-40B4-BE49-F238E27FC236}">
                <a16:creationId xmlns:a16="http://schemas.microsoft.com/office/drawing/2014/main" id="{D2ABD9D7-E720-43AF-BB7F-662052C5DE67}"/>
              </a:ext>
            </a:extLst>
          </p:cNvPr>
          <p:cNvSpPr/>
          <p:nvPr/>
        </p:nvSpPr>
        <p:spPr>
          <a:xfrm>
            <a:off x="3762375" y="1943507"/>
            <a:ext cx="229184" cy="363714"/>
          </a:xfrm>
          <a:prstGeom prst="downArrow">
            <a:avLst/>
          </a:prstGeom>
          <a:solidFill>
            <a:schemeClr val="bg2">
              <a:lumMod val="40000"/>
              <a:lumOff val="60000"/>
            </a:schemeClr>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de-DE" sz="1000" dirty="0">
              <a:latin typeface="+mj-lt"/>
              <a:ea typeface="Nokia Pure Text" panose="020B0504040602060303" pitchFamily="34" charset="0"/>
              <a:cs typeface="Nokia Pure Text" panose="020B0504040602060303" pitchFamily="34" charset="0"/>
              <a:sym typeface="Helvetica Neue" charset="0"/>
            </a:endParaRPr>
          </a:p>
        </p:txBody>
      </p:sp>
    </p:spTree>
    <p:extLst>
      <p:ext uri="{BB962C8B-B14F-4D97-AF65-F5344CB8AC3E}">
        <p14:creationId xmlns:p14="http://schemas.microsoft.com/office/powerpoint/2010/main" val="1735542411"/>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hteck 9"/>
          <p:cNvSpPr/>
          <p:nvPr/>
        </p:nvSpPr>
        <p:spPr>
          <a:xfrm>
            <a:off x="4762501" y="1099155"/>
            <a:ext cx="4093468" cy="1846659"/>
          </a:xfrm>
          <a:prstGeom prst="rect">
            <a:avLst/>
          </a:prstGeom>
          <a:solidFill>
            <a:schemeClr val="bg1"/>
          </a:solidFill>
        </p:spPr>
        <p:txBody>
          <a:bodyPr wrap="square" lIns="0">
            <a:spAutoFit/>
          </a:bodyPr>
          <a:lstStyle/>
          <a:p>
            <a:pPr defTabSz="457189" fontAlgn="base">
              <a:spcBef>
                <a:spcPct val="0"/>
              </a:spcBef>
              <a:spcAft>
                <a:spcPts val="600"/>
              </a:spcAft>
            </a:pPr>
            <a:r>
              <a:rPr lang="de-DE" sz="1100" dirty="0">
                <a:solidFill>
                  <a:schemeClr val="accent1"/>
                </a:solidFill>
              </a:rPr>
              <a:t>Relevant</a:t>
            </a:r>
            <a:r>
              <a:rPr lang="de-DE" sz="1100" b="1" dirty="0">
                <a:solidFill>
                  <a:srgbClr val="333333"/>
                </a:solidFill>
              </a:rPr>
              <a:t> </a:t>
            </a:r>
            <a:r>
              <a:rPr lang="de-DE" sz="1100" dirty="0">
                <a:solidFill>
                  <a:srgbClr val="333333"/>
                </a:solidFill>
              </a:rPr>
              <a:t>- </a:t>
            </a:r>
            <a:r>
              <a:rPr lang="de-DE" sz="1100" dirty="0">
                <a:solidFill>
                  <a:srgbClr val="292929"/>
                </a:solidFill>
              </a:rPr>
              <a:t>Bilder unterstützen unsere Story und die Messages. </a:t>
            </a:r>
          </a:p>
          <a:p>
            <a:pPr defTabSz="457189" fontAlgn="base">
              <a:spcBef>
                <a:spcPct val="0"/>
              </a:spcBef>
              <a:spcAft>
                <a:spcPts val="600"/>
              </a:spcAft>
            </a:pPr>
            <a:r>
              <a:rPr lang="de-DE" sz="1100" dirty="0">
                <a:solidFill>
                  <a:schemeClr val="accent1"/>
                </a:solidFill>
              </a:rPr>
              <a:t>Authentisch</a:t>
            </a:r>
            <a:r>
              <a:rPr lang="de-DE" sz="1100" b="1" dirty="0">
                <a:solidFill>
                  <a:srgbClr val="333333"/>
                </a:solidFill>
              </a:rPr>
              <a:t> – </a:t>
            </a:r>
            <a:r>
              <a:rPr lang="de-DE" sz="1100" dirty="0">
                <a:solidFill>
                  <a:srgbClr val="333333"/>
                </a:solidFill>
              </a:rPr>
              <a:t>wie vermeiden abgenutzte Metaphern</a:t>
            </a:r>
            <a:r>
              <a:rPr lang="de-DE" sz="1100" dirty="0">
                <a:solidFill>
                  <a:srgbClr val="292929"/>
                </a:solidFill>
              </a:rPr>
              <a:t>, Hochglanz Modelle und eindeutig gestellte Bilder. Immer auf den kulturellen Kontext achten.</a:t>
            </a:r>
          </a:p>
          <a:p>
            <a:pPr defTabSz="457189" fontAlgn="base">
              <a:spcBef>
                <a:spcPct val="0"/>
              </a:spcBef>
              <a:spcAft>
                <a:spcPts val="600"/>
              </a:spcAft>
            </a:pPr>
            <a:r>
              <a:rPr lang="de-DE" sz="1100" dirty="0">
                <a:solidFill>
                  <a:schemeClr val="accent1"/>
                </a:solidFill>
              </a:rPr>
              <a:t>Details im Fokus</a:t>
            </a:r>
            <a:br>
              <a:rPr lang="de-DE" sz="1100" b="1" dirty="0">
                <a:solidFill>
                  <a:srgbClr val="292929"/>
                </a:solidFill>
              </a:rPr>
            </a:br>
            <a:r>
              <a:rPr lang="de-DE" sz="1100" dirty="0">
                <a:solidFill>
                  <a:srgbClr val="292929"/>
                </a:solidFill>
              </a:rPr>
              <a:t>Angeschnittene und ausgeschnittene Details bringen Spannung in die Bildsprache. Dabei immer auf Klarheit (in Qualität und Thematik) achten.</a:t>
            </a:r>
          </a:p>
          <a:p>
            <a:pPr defTabSz="457189" fontAlgn="base">
              <a:spcBef>
                <a:spcPct val="0"/>
              </a:spcBef>
              <a:spcAft>
                <a:spcPts val="600"/>
              </a:spcAft>
            </a:pPr>
            <a:r>
              <a:rPr lang="de-DE" sz="1100" dirty="0">
                <a:solidFill>
                  <a:schemeClr val="accent1"/>
                </a:solidFill>
              </a:rPr>
              <a:t>Auflösung</a:t>
            </a:r>
            <a:br>
              <a:rPr lang="de-DE" sz="1100" dirty="0">
                <a:solidFill>
                  <a:srgbClr val="292929"/>
                </a:solidFill>
              </a:rPr>
            </a:br>
            <a:r>
              <a:rPr lang="de-DE" sz="1100" dirty="0">
                <a:solidFill>
                  <a:srgbClr val="292929"/>
                </a:solidFill>
              </a:rPr>
              <a:t>mindestens </a:t>
            </a:r>
            <a:r>
              <a:rPr lang="de-DE" sz="1100" dirty="0" err="1">
                <a:solidFill>
                  <a:srgbClr val="292929"/>
                </a:solidFill>
              </a:rPr>
              <a:t>Full</a:t>
            </a:r>
            <a:r>
              <a:rPr lang="de-DE" sz="1100" dirty="0">
                <a:solidFill>
                  <a:srgbClr val="292929"/>
                </a:solidFill>
              </a:rPr>
              <a:t>-HD (1920x1080) – am besten so groß wie möglich, um für verschiedenste Nutzungen gerüstet zu sein.</a:t>
            </a:r>
          </a:p>
        </p:txBody>
      </p:sp>
      <p:sp>
        <p:nvSpPr>
          <p:cNvPr id="7" name="Titel 6"/>
          <p:cNvSpPr>
            <a:spLocks noGrp="1"/>
          </p:cNvSpPr>
          <p:nvPr>
            <p:ph type="title"/>
          </p:nvPr>
        </p:nvSpPr>
        <p:spPr/>
        <p:txBody>
          <a:bodyPr/>
          <a:lstStyle/>
          <a:p>
            <a:r>
              <a:rPr lang="en-US" dirty="0" err="1"/>
              <a:t>Foto</a:t>
            </a:r>
            <a:r>
              <a:rPr lang="en-US" dirty="0"/>
              <a:t> und Video</a:t>
            </a:r>
          </a:p>
        </p:txBody>
      </p:sp>
      <p:sp>
        <p:nvSpPr>
          <p:cNvPr id="9" name="Textplatzhalter 8"/>
          <p:cNvSpPr>
            <a:spLocks noGrp="1"/>
          </p:cNvSpPr>
          <p:nvPr>
            <p:ph type="body" sz="quarter" idx="14"/>
          </p:nvPr>
        </p:nvSpPr>
        <p:spPr/>
        <p:txBody>
          <a:bodyPr/>
          <a:lstStyle/>
          <a:p>
            <a:r>
              <a:rPr lang="en-GB" b="0" dirty="0"/>
              <a:t>We use still and moving images to help define and tell our stories. We show the tangible benefits of what we do:</a:t>
            </a:r>
          </a:p>
          <a:p>
            <a:pPr marL="88898" indent="-88898">
              <a:buClrTx/>
              <a:buFont typeface="Arial" panose="020B0604020202020204" pitchFamily="34" charset="0"/>
              <a:buChar char="•"/>
            </a:pPr>
            <a:r>
              <a:rPr lang="en-GB" b="0" dirty="0"/>
              <a:t>Illustrations of situations which are influenced by the services/products of OHOE</a:t>
            </a:r>
          </a:p>
          <a:p>
            <a:pPr marL="88898" indent="-88898">
              <a:buClrTx/>
              <a:buFont typeface="Arial" panose="020B0604020202020204" pitchFamily="34" charset="0"/>
              <a:buChar char="•"/>
            </a:pPr>
            <a:r>
              <a:rPr lang="en-GB" b="0" dirty="0"/>
              <a:t>Use illustrations to tell stories and imply processes</a:t>
            </a:r>
          </a:p>
          <a:p>
            <a:pPr marL="88898" indent="-88898">
              <a:buClrTx/>
              <a:buFont typeface="Arial" panose="020B0604020202020204" pitchFamily="34" charset="0"/>
              <a:buChar char="•"/>
            </a:pPr>
            <a:endParaRPr lang="en-GB" b="0" dirty="0"/>
          </a:p>
          <a:p>
            <a:pPr marL="88898" indent="-88898">
              <a:buClrTx/>
              <a:buFont typeface="Arial" panose="020B0604020202020204" pitchFamily="34" charset="0"/>
              <a:buChar char="•"/>
            </a:pPr>
            <a:r>
              <a:rPr lang="en-GB" b="0" dirty="0"/>
              <a:t>Use illustrations which convey a look and feel based on our values.</a:t>
            </a:r>
          </a:p>
          <a:p>
            <a:r>
              <a:rPr lang="en-GB" dirty="0">
                <a:solidFill>
                  <a:schemeClr val="accent1"/>
                </a:solidFill>
              </a:rPr>
              <a:t>Please be extremely cautious and mindful of copyright when using any images from non-official sources, especially from the web. (e.g. free pictures platforms often only are free for </a:t>
            </a:r>
            <a:r>
              <a:rPr lang="en-GB" dirty="0" err="1">
                <a:solidFill>
                  <a:schemeClr val="accent1"/>
                </a:solidFill>
              </a:rPr>
              <a:t>pricat</a:t>
            </a:r>
            <a:r>
              <a:rPr lang="en-GB" dirty="0">
                <a:solidFill>
                  <a:schemeClr val="accent1"/>
                </a:solidFill>
              </a:rPr>
              <a:t> usage)</a:t>
            </a:r>
            <a:endParaRPr lang="en-GB" b="0" dirty="0">
              <a:solidFill>
                <a:schemeClr val="accent1"/>
              </a:solidFill>
            </a:endParaRPr>
          </a:p>
          <a:p>
            <a:endParaRPr lang="en-US" dirty="0"/>
          </a:p>
        </p:txBody>
      </p:sp>
      <p:sp>
        <p:nvSpPr>
          <p:cNvPr id="2" name="Text Placeholder 1">
            <a:extLst>
              <a:ext uri="{FF2B5EF4-FFF2-40B4-BE49-F238E27FC236}">
                <a16:creationId xmlns:a16="http://schemas.microsoft.com/office/drawing/2014/main" id="{0C612A4C-4DC5-40FC-9574-8AF612D88A2D}"/>
              </a:ext>
            </a:extLst>
          </p:cNvPr>
          <p:cNvSpPr>
            <a:spLocks noGrp="1"/>
          </p:cNvSpPr>
          <p:nvPr>
            <p:ph type="body" sz="quarter" idx="15"/>
          </p:nvPr>
        </p:nvSpPr>
        <p:spPr/>
        <p:txBody>
          <a:bodyPr/>
          <a:lstStyle/>
          <a:p>
            <a:r>
              <a:rPr lang="en-US" dirty="0"/>
              <a:t>NOTE | ‘No image is better than a bad one’  - both in terms of content and execution. A poor-quality image lets the effectiveness and credibility appear in a bad light.</a:t>
            </a:r>
          </a:p>
        </p:txBody>
      </p:sp>
      <p:sp>
        <p:nvSpPr>
          <p:cNvPr id="14" name="Abgerundetes Rechteck 82">
            <a:extLst>
              <a:ext uri="{FF2B5EF4-FFF2-40B4-BE49-F238E27FC236}">
                <a16:creationId xmlns:a16="http://schemas.microsoft.com/office/drawing/2014/main" id="{CEA71755-E0C2-4CA7-A2FC-492CAF88AE2F}"/>
              </a:ext>
            </a:extLst>
          </p:cNvPr>
          <p:cNvSpPr/>
          <p:nvPr/>
        </p:nvSpPr>
        <p:spPr>
          <a:xfrm>
            <a:off x="4762501" y="1072424"/>
            <a:ext cx="3960000" cy="10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p>
            <a:pPr defTabSz="457189"/>
            <a:r>
              <a:rPr lang="en-US" sz="1000" dirty="0">
                <a:solidFill>
                  <a:schemeClr val="tx1"/>
                </a:solidFill>
              </a:rPr>
              <a:t>Guidance</a:t>
            </a:r>
          </a:p>
        </p:txBody>
      </p:sp>
      <p:sp>
        <p:nvSpPr>
          <p:cNvPr id="12" name="Rechteck 20">
            <a:hlinkClick r:id="rId2" action="ppaction://hlinksldjump"/>
            <a:extLst>
              <a:ext uri="{FF2B5EF4-FFF2-40B4-BE49-F238E27FC236}">
                <a16:creationId xmlns:a16="http://schemas.microsoft.com/office/drawing/2014/main" id="{B9939C02-B8F6-4B66-8897-3189420F434C}"/>
              </a:ext>
            </a:extLst>
          </p:cNvPr>
          <p:cNvSpPr/>
          <p:nvPr/>
        </p:nvSpPr>
        <p:spPr>
          <a:xfrm>
            <a:off x="73437" y="2848795"/>
            <a:ext cx="790163" cy="216000"/>
          </a:xfrm>
          <a:prstGeom prst="rect">
            <a:avLst/>
          </a:prstGeom>
          <a:solidFill>
            <a:schemeClr val="tx2"/>
          </a:solidFill>
          <a:ln w="19050">
            <a:noFill/>
          </a:ln>
        </p:spPr>
        <p:txBody>
          <a:bodyPr wrap="none" lIns="36000" tIns="72000" bIns="72000" anchor="ctr">
            <a:noAutofit/>
          </a:bodyPr>
          <a:lstStyle/>
          <a:p>
            <a:pPr>
              <a:lnSpc>
                <a:spcPct val="90000"/>
              </a:lnSpc>
            </a:pPr>
            <a:r>
              <a:rPr lang="de-DE" sz="1000" dirty="0">
                <a:solidFill>
                  <a:schemeClr val="bg1"/>
                </a:solidFill>
              </a:rPr>
              <a:t>Bilder</a:t>
            </a:r>
          </a:p>
        </p:txBody>
      </p:sp>
      <p:sp>
        <p:nvSpPr>
          <p:cNvPr id="11" name="Abgerundetes Rechteck 82">
            <a:extLst>
              <a:ext uri="{FF2B5EF4-FFF2-40B4-BE49-F238E27FC236}">
                <a16:creationId xmlns:a16="http://schemas.microsoft.com/office/drawing/2014/main" id="{C011FB96-1ADE-4EF5-90B4-69C2E6810295}"/>
              </a:ext>
            </a:extLst>
          </p:cNvPr>
          <p:cNvSpPr/>
          <p:nvPr/>
        </p:nvSpPr>
        <p:spPr>
          <a:xfrm>
            <a:off x="1223963" y="1072424"/>
            <a:ext cx="3096000" cy="10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p>
            <a:pPr defTabSz="457189"/>
            <a:r>
              <a:rPr lang="en-US" sz="1000" dirty="0" err="1">
                <a:solidFill>
                  <a:schemeClr val="tx1"/>
                </a:solidFill>
              </a:rPr>
              <a:t>Stil</a:t>
            </a:r>
            <a:endParaRPr lang="en-US" sz="1000" dirty="0">
              <a:solidFill>
                <a:schemeClr val="tx1"/>
              </a:solidFill>
            </a:endParaRPr>
          </a:p>
        </p:txBody>
      </p:sp>
      <p:sp>
        <p:nvSpPr>
          <p:cNvPr id="15" name="TextBox 14">
            <a:extLst>
              <a:ext uri="{FF2B5EF4-FFF2-40B4-BE49-F238E27FC236}">
                <a16:creationId xmlns:a16="http://schemas.microsoft.com/office/drawing/2014/main" id="{48EE3968-4BFD-4308-A5CD-079A82F5DF24}"/>
              </a:ext>
            </a:extLst>
          </p:cNvPr>
          <p:cNvSpPr txBox="1"/>
          <p:nvPr/>
        </p:nvSpPr>
        <p:spPr>
          <a:xfrm>
            <a:off x="1199208" y="1099155"/>
            <a:ext cx="3182294" cy="2510944"/>
          </a:xfrm>
          <a:prstGeom prst="rect">
            <a:avLst/>
          </a:prstGeom>
          <a:noFill/>
        </p:spPr>
        <p:txBody>
          <a:bodyPr wrap="square" rtlCol="0">
            <a:spAutoFit/>
          </a:bodyPr>
          <a:lstStyle/>
          <a:p>
            <a:pPr>
              <a:lnSpc>
                <a:spcPct val="90000"/>
              </a:lnSpc>
              <a:spcAft>
                <a:spcPts val="400"/>
              </a:spcAft>
            </a:pPr>
            <a:r>
              <a:rPr lang="de-DE" sz="1100" dirty="0">
                <a:solidFill>
                  <a:schemeClr val="accent1"/>
                </a:solidFill>
              </a:rPr>
              <a:t>Unsere Fotografie und Videos reflektieren immer auch unsere </a:t>
            </a:r>
            <a:r>
              <a:rPr lang="de-DE" sz="1100" dirty="0">
                <a:solidFill>
                  <a:schemeClr val="accent1"/>
                </a:solidFill>
                <a:hlinkClick r:id="rId3" action="ppaction://hlinksldjump">
                  <a:extLst>
                    <a:ext uri="{A12FA001-AC4F-418D-AE19-62706E023703}">
                      <ahyp:hlinkClr xmlns:ahyp="http://schemas.microsoft.com/office/drawing/2018/hyperlinkcolor" val="tx"/>
                    </a:ext>
                  </a:extLst>
                </a:hlinkClick>
              </a:rPr>
              <a:t>Werte</a:t>
            </a:r>
            <a:r>
              <a:rPr lang="de-DE" sz="1100" dirty="0">
                <a:solidFill>
                  <a:schemeClr val="accent1"/>
                </a:solidFill>
              </a:rPr>
              <a:t>. </a:t>
            </a:r>
          </a:p>
          <a:p>
            <a:pPr marL="90488" indent="-90488">
              <a:lnSpc>
                <a:spcPct val="90000"/>
              </a:lnSpc>
              <a:spcAft>
                <a:spcPts val="400"/>
              </a:spcAft>
              <a:buFont typeface="Arial" panose="020B0604020202020204" pitchFamily="34" charset="0"/>
              <a:buChar char="•"/>
            </a:pPr>
            <a:r>
              <a:rPr lang="de-DE" sz="1100" dirty="0">
                <a:solidFill>
                  <a:schemeClr val="tx1">
                    <a:lumMod val="75000"/>
                    <a:lumOff val="25000"/>
                  </a:schemeClr>
                </a:solidFill>
              </a:rPr>
              <a:t>Klar und sachlich - Technikaffin</a:t>
            </a:r>
          </a:p>
          <a:p>
            <a:pPr marL="90488" indent="-90488">
              <a:lnSpc>
                <a:spcPct val="90000"/>
              </a:lnSpc>
              <a:spcAft>
                <a:spcPts val="400"/>
              </a:spcAft>
              <a:buFont typeface="Arial" panose="020B0604020202020204" pitchFamily="34" charset="0"/>
              <a:buChar char="•"/>
            </a:pPr>
            <a:r>
              <a:rPr lang="de-DE" sz="1100" dirty="0">
                <a:solidFill>
                  <a:schemeClr val="tx1">
                    <a:lumMod val="75000"/>
                    <a:lumOff val="25000"/>
                  </a:schemeClr>
                </a:solidFill>
              </a:rPr>
              <a:t>Natürlich</a:t>
            </a:r>
            <a:br>
              <a:rPr lang="de-DE" sz="1100" dirty="0">
                <a:solidFill>
                  <a:schemeClr val="tx1">
                    <a:lumMod val="75000"/>
                    <a:lumOff val="25000"/>
                  </a:schemeClr>
                </a:solidFill>
              </a:rPr>
            </a:br>
            <a:r>
              <a:rPr lang="de-DE" sz="800" dirty="0">
                <a:solidFill>
                  <a:schemeClr val="tx1">
                    <a:lumMod val="75000"/>
                    <a:lumOff val="25000"/>
                  </a:schemeClr>
                </a:solidFill>
              </a:rPr>
              <a:t>(keine gestellten Stockfotos – kein </a:t>
            </a:r>
            <a:r>
              <a:rPr lang="de-DE" sz="800" dirty="0" err="1">
                <a:solidFill>
                  <a:schemeClr val="tx1">
                    <a:lumMod val="75000"/>
                    <a:lumOff val="25000"/>
                  </a:schemeClr>
                </a:solidFill>
              </a:rPr>
              <a:t>Cliche</a:t>
            </a:r>
            <a:r>
              <a:rPr lang="de-DE" sz="800" dirty="0">
                <a:solidFill>
                  <a:schemeClr val="tx1">
                    <a:lumMod val="75000"/>
                    <a:lumOff val="25000"/>
                  </a:schemeClr>
                </a:solidFill>
              </a:rPr>
              <a:t>)</a:t>
            </a:r>
            <a:endParaRPr lang="de-DE" sz="900" dirty="0">
              <a:solidFill>
                <a:schemeClr val="tx1">
                  <a:lumMod val="75000"/>
                  <a:lumOff val="25000"/>
                </a:schemeClr>
              </a:solidFill>
            </a:endParaRPr>
          </a:p>
          <a:p>
            <a:pPr marL="90488" indent="-90488">
              <a:lnSpc>
                <a:spcPct val="90000"/>
              </a:lnSpc>
              <a:spcAft>
                <a:spcPts val="400"/>
              </a:spcAft>
              <a:buFont typeface="Arial" panose="020B0604020202020204" pitchFamily="34" charset="0"/>
              <a:buChar char="•"/>
            </a:pPr>
            <a:r>
              <a:rPr lang="de-DE" sz="1100" dirty="0">
                <a:solidFill>
                  <a:schemeClr val="tx1">
                    <a:lumMod val="75000"/>
                    <a:lumOff val="25000"/>
                  </a:schemeClr>
                </a:solidFill>
              </a:rPr>
              <a:t>Die Nase im Zukunftswinde </a:t>
            </a:r>
            <a:br>
              <a:rPr lang="de-DE" sz="1100" dirty="0">
                <a:solidFill>
                  <a:schemeClr val="tx1">
                    <a:lumMod val="75000"/>
                    <a:lumOff val="25000"/>
                  </a:schemeClr>
                </a:solidFill>
              </a:rPr>
            </a:br>
            <a:r>
              <a:rPr lang="de-DE" sz="800" dirty="0">
                <a:solidFill>
                  <a:schemeClr val="tx1">
                    <a:lumMod val="75000"/>
                    <a:lumOff val="25000"/>
                  </a:schemeClr>
                </a:solidFill>
              </a:rPr>
              <a:t>Dinge auf den Kopf stellen - neue Wege gehen (Innovativ)</a:t>
            </a:r>
          </a:p>
          <a:p>
            <a:pPr marL="90488" indent="-90488" algn="l">
              <a:lnSpc>
                <a:spcPct val="90000"/>
              </a:lnSpc>
              <a:spcAft>
                <a:spcPts val="400"/>
              </a:spcAft>
              <a:buFont typeface="Arial" panose="020B0604020202020204" pitchFamily="34" charset="0"/>
              <a:buChar char="•"/>
            </a:pPr>
            <a:r>
              <a:rPr lang="de-DE" sz="1100" dirty="0">
                <a:solidFill>
                  <a:schemeClr val="tx1">
                    <a:lumMod val="75000"/>
                    <a:lumOff val="25000"/>
                  </a:schemeClr>
                </a:solidFill>
              </a:rPr>
              <a:t>Lösungsorientiert</a:t>
            </a:r>
            <a:br>
              <a:rPr lang="de-DE" sz="1100" dirty="0">
                <a:solidFill>
                  <a:schemeClr val="tx1">
                    <a:lumMod val="75000"/>
                    <a:lumOff val="25000"/>
                  </a:schemeClr>
                </a:solidFill>
              </a:rPr>
            </a:br>
            <a:r>
              <a:rPr lang="de-DE" sz="800" dirty="0">
                <a:solidFill>
                  <a:schemeClr val="tx1">
                    <a:lumMod val="75000"/>
                    <a:lumOff val="25000"/>
                  </a:schemeClr>
                </a:solidFill>
              </a:rPr>
              <a:t>reflektierendes &amp; effizientes und bewegliches Arbeiten an Lösungen (Agil)</a:t>
            </a:r>
          </a:p>
          <a:p>
            <a:pPr marL="90488" indent="-90488" algn="l">
              <a:lnSpc>
                <a:spcPct val="90000"/>
              </a:lnSpc>
              <a:spcAft>
                <a:spcPts val="400"/>
              </a:spcAft>
              <a:buFont typeface="Arial" panose="020B0604020202020204" pitchFamily="34" charset="0"/>
              <a:buChar char="•"/>
            </a:pPr>
            <a:r>
              <a:rPr lang="de-DE" sz="1100" dirty="0">
                <a:solidFill>
                  <a:schemeClr val="tx1">
                    <a:lumMod val="75000"/>
                    <a:lumOff val="25000"/>
                  </a:schemeClr>
                </a:solidFill>
              </a:rPr>
              <a:t>Ein Zentrales Element bzw. ein Ausschnitt</a:t>
            </a:r>
          </a:p>
          <a:p>
            <a:pPr marL="90488" indent="-90488">
              <a:lnSpc>
                <a:spcPct val="90000"/>
              </a:lnSpc>
              <a:spcAft>
                <a:spcPts val="400"/>
              </a:spcAft>
              <a:buFont typeface="Arial" panose="020B0604020202020204" pitchFamily="34" charset="0"/>
              <a:buChar char="•"/>
            </a:pPr>
            <a:r>
              <a:rPr lang="de-DE" sz="1100" dirty="0">
                <a:solidFill>
                  <a:schemeClr val="tx1">
                    <a:lumMod val="75000"/>
                    <a:lumOff val="25000"/>
                  </a:schemeClr>
                </a:solidFill>
              </a:rPr>
              <a:t>Agil</a:t>
            </a:r>
          </a:p>
          <a:p>
            <a:pPr marL="90488" indent="-90488" algn="l">
              <a:lnSpc>
                <a:spcPct val="90000"/>
              </a:lnSpc>
              <a:spcAft>
                <a:spcPts val="400"/>
              </a:spcAft>
              <a:buFont typeface="Arial" panose="020B0604020202020204" pitchFamily="34" charset="0"/>
              <a:buChar char="•"/>
            </a:pPr>
            <a:r>
              <a:rPr lang="de-DE" sz="1100" dirty="0">
                <a:solidFill>
                  <a:schemeClr val="tx1">
                    <a:lumMod val="75000"/>
                    <a:lumOff val="25000"/>
                  </a:schemeClr>
                </a:solidFill>
              </a:rPr>
              <a:t>Partnerschaftlich auf Augenhöhe</a:t>
            </a:r>
          </a:p>
          <a:p>
            <a:pPr>
              <a:lnSpc>
                <a:spcPct val="90000"/>
              </a:lnSpc>
              <a:spcAft>
                <a:spcPts val="400"/>
              </a:spcAft>
            </a:pPr>
            <a:r>
              <a:rPr lang="de-DE" sz="1100" dirty="0">
                <a:solidFill>
                  <a:schemeClr val="accent1"/>
                </a:solidFill>
              </a:rPr>
              <a:t>Farblich angepasst </a:t>
            </a:r>
            <a:r>
              <a:rPr lang="de-DE" sz="1100" dirty="0">
                <a:solidFill>
                  <a:schemeClr val="accent1"/>
                </a:solidFill>
                <a:sym typeface="Wingdings" panose="05000000000000000000" pitchFamily="2" charset="2"/>
              </a:rPr>
              <a:t> </a:t>
            </a:r>
            <a:r>
              <a:rPr lang="de-DE" sz="1100" dirty="0">
                <a:solidFill>
                  <a:schemeClr val="accent1"/>
                </a:solidFill>
              </a:rPr>
              <a:t>Einheitlicher Style der OHOE Bilder zu erreichen </a:t>
            </a:r>
            <a:r>
              <a:rPr lang="de-DE" sz="900" dirty="0">
                <a:solidFill>
                  <a:schemeClr val="accent1"/>
                </a:solidFill>
              </a:rPr>
              <a:t>(Klar und sachlich)</a:t>
            </a:r>
          </a:p>
        </p:txBody>
      </p:sp>
      <p:sp>
        <p:nvSpPr>
          <p:cNvPr id="16" name="Abgerundetes Rechteck 82">
            <a:extLst>
              <a:ext uri="{FF2B5EF4-FFF2-40B4-BE49-F238E27FC236}">
                <a16:creationId xmlns:a16="http://schemas.microsoft.com/office/drawing/2014/main" id="{B2EB956A-A505-4C3A-A60C-A47BA2D61725}"/>
              </a:ext>
            </a:extLst>
          </p:cNvPr>
          <p:cNvSpPr/>
          <p:nvPr/>
        </p:nvSpPr>
        <p:spPr>
          <a:xfrm>
            <a:off x="4762501" y="3182715"/>
            <a:ext cx="3960000" cy="10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p>
            <a:pPr defTabSz="457189"/>
            <a:r>
              <a:rPr lang="en-US" sz="1000" dirty="0" err="1">
                <a:solidFill>
                  <a:schemeClr val="tx1"/>
                </a:solidFill>
              </a:rPr>
              <a:t>Beispiele</a:t>
            </a:r>
            <a:endParaRPr lang="en-US" sz="1000" dirty="0">
              <a:solidFill>
                <a:schemeClr val="tx1"/>
              </a:solidFill>
            </a:endParaRPr>
          </a:p>
        </p:txBody>
      </p:sp>
      <p:grpSp>
        <p:nvGrpSpPr>
          <p:cNvPr id="21" name="Group 20">
            <a:extLst>
              <a:ext uri="{FF2B5EF4-FFF2-40B4-BE49-F238E27FC236}">
                <a16:creationId xmlns:a16="http://schemas.microsoft.com/office/drawing/2014/main" id="{D3DBB921-1BA1-49CF-BE4F-78CD34EC8D41}"/>
              </a:ext>
            </a:extLst>
          </p:cNvPr>
          <p:cNvGrpSpPr/>
          <p:nvPr/>
        </p:nvGrpSpPr>
        <p:grpSpPr>
          <a:xfrm>
            <a:off x="9391891" y="53009"/>
            <a:ext cx="9144000" cy="4904354"/>
            <a:chOff x="0" y="119573"/>
            <a:chExt cx="9144000" cy="4904354"/>
          </a:xfrm>
        </p:grpSpPr>
        <p:pic>
          <p:nvPicPr>
            <p:cNvPr id="22" name="Picture 21">
              <a:extLst>
                <a:ext uri="{FF2B5EF4-FFF2-40B4-BE49-F238E27FC236}">
                  <a16:creationId xmlns:a16="http://schemas.microsoft.com/office/drawing/2014/main" id="{AC6259DF-245D-4574-A145-38BD495BC17F}"/>
                </a:ext>
              </a:extLst>
            </p:cNvPr>
            <p:cNvPicPr>
              <a:picLocks noChangeAspect="1"/>
            </p:cNvPicPr>
            <p:nvPr/>
          </p:nvPicPr>
          <p:blipFill>
            <a:blip r:embed="rId4"/>
            <a:stretch>
              <a:fillRect/>
            </a:stretch>
          </p:blipFill>
          <p:spPr>
            <a:xfrm>
              <a:off x="0" y="119573"/>
              <a:ext cx="9144000" cy="4904354"/>
            </a:xfrm>
            <a:prstGeom prst="rect">
              <a:avLst/>
            </a:prstGeom>
          </p:spPr>
        </p:pic>
        <p:sp>
          <p:nvSpPr>
            <p:cNvPr id="23" name="TextBox 22">
              <a:extLst>
                <a:ext uri="{FF2B5EF4-FFF2-40B4-BE49-F238E27FC236}">
                  <a16:creationId xmlns:a16="http://schemas.microsoft.com/office/drawing/2014/main" id="{B87AECDB-73AE-477D-9B39-B12792982F86}"/>
                </a:ext>
              </a:extLst>
            </p:cNvPr>
            <p:cNvSpPr txBox="1"/>
            <p:nvPr/>
          </p:nvSpPr>
          <p:spPr>
            <a:xfrm>
              <a:off x="6212696" y="3326532"/>
              <a:ext cx="126638" cy="332399"/>
            </a:xfrm>
            <a:prstGeom prst="rect">
              <a:avLst/>
            </a:prstGeom>
            <a:noFill/>
          </p:spPr>
          <p:txBody>
            <a:bodyPr wrap="none" lIns="0" tIns="0" rIns="0" bIns="0" rtlCol="0">
              <a:spAutoFit/>
            </a:bodyPr>
            <a:lstStyle/>
            <a:p>
              <a:pPr algn="l">
                <a:lnSpc>
                  <a:spcPct val="90000"/>
                </a:lnSpc>
              </a:pPr>
              <a:r>
                <a:rPr lang="en-US" sz="2400" dirty="0">
                  <a:solidFill>
                    <a:srgbClr val="FF0000"/>
                  </a:solidFill>
                </a:rPr>
                <a:t>x</a:t>
              </a:r>
            </a:p>
          </p:txBody>
        </p:sp>
        <p:sp>
          <p:nvSpPr>
            <p:cNvPr id="24" name="TextBox 23">
              <a:extLst>
                <a:ext uri="{FF2B5EF4-FFF2-40B4-BE49-F238E27FC236}">
                  <a16:creationId xmlns:a16="http://schemas.microsoft.com/office/drawing/2014/main" id="{01C0F919-2863-46A7-8BC5-8CC97D5D02D9}"/>
                </a:ext>
              </a:extLst>
            </p:cNvPr>
            <p:cNvSpPr txBox="1"/>
            <p:nvPr/>
          </p:nvSpPr>
          <p:spPr>
            <a:xfrm>
              <a:off x="7386257" y="3326532"/>
              <a:ext cx="126638" cy="332399"/>
            </a:xfrm>
            <a:prstGeom prst="rect">
              <a:avLst/>
            </a:prstGeom>
            <a:noFill/>
          </p:spPr>
          <p:txBody>
            <a:bodyPr wrap="none" lIns="0" tIns="0" rIns="0" bIns="0" rtlCol="0">
              <a:spAutoFit/>
            </a:bodyPr>
            <a:lstStyle/>
            <a:p>
              <a:pPr algn="l">
                <a:lnSpc>
                  <a:spcPct val="90000"/>
                </a:lnSpc>
              </a:pPr>
              <a:r>
                <a:rPr lang="en-US" sz="2400" dirty="0">
                  <a:solidFill>
                    <a:srgbClr val="FF0000"/>
                  </a:solidFill>
                </a:rPr>
                <a:t>x</a:t>
              </a:r>
            </a:p>
          </p:txBody>
        </p:sp>
        <p:sp>
          <p:nvSpPr>
            <p:cNvPr id="25" name="TextBox 24">
              <a:extLst>
                <a:ext uri="{FF2B5EF4-FFF2-40B4-BE49-F238E27FC236}">
                  <a16:creationId xmlns:a16="http://schemas.microsoft.com/office/drawing/2014/main" id="{C33B17A2-DCD7-4360-802F-4D9944219081}"/>
                </a:ext>
              </a:extLst>
            </p:cNvPr>
            <p:cNvSpPr txBox="1"/>
            <p:nvPr/>
          </p:nvSpPr>
          <p:spPr>
            <a:xfrm>
              <a:off x="8559818" y="3326532"/>
              <a:ext cx="126638" cy="332399"/>
            </a:xfrm>
            <a:prstGeom prst="rect">
              <a:avLst/>
            </a:prstGeom>
            <a:noFill/>
          </p:spPr>
          <p:txBody>
            <a:bodyPr wrap="none" lIns="0" tIns="0" rIns="0" bIns="0" rtlCol="0">
              <a:spAutoFit/>
            </a:bodyPr>
            <a:lstStyle/>
            <a:p>
              <a:pPr algn="l">
                <a:lnSpc>
                  <a:spcPct val="90000"/>
                </a:lnSpc>
              </a:pPr>
              <a:r>
                <a:rPr lang="en-US" sz="2400" dirty="0">
                  <a:solidFill>
                    <a:srgbClr val="FF0000"/>
                  </a:solidFill>
                </a:rPr>
                <a:t>x</a:t>
              </a:r>
            </a:p>
          </p:txBody>
        </p:sp>
        <p:sp>
          <p:nvSpPr>
            <p:cNvPr id="26" name="TextBox 25">
              <a:extLst>
                <a:ext uri="{FF2B5EF4-FFF2-40B4-BE49-F238E27FC236}">
                  <a16:creationId xmlns:a16="http://schemas.microsoft.com/office/drawing/2014/main" id="{D57E0B96-6CE3-4146-BC0E-C66050EB0ACD}"/>
                </a:ext>
              </a:extLst>
            </p:cNvPr>
            <p:cNvSpPr txBox="1"/>
            <p:nvPr/>
          </p:nvSpPr>
          <p:spPr>
            <a:xfrm>
              <a:off x="3855794" y="402408"/>
              <a:ext cx="126638" cy="332399"/>
            </a:xfrm>
            <a:prstGeom prst="rect">
              <a:avLst/>
            </a:prstGeom>
            <a:noFill/>
          </p:spPr>
          <p:txBody>
            <a:bodyPr wrap="none" lIns="0" tIns="0" rIns="0" bIns="0" rtlCol="0">
              <a:spAutoFit/>
            </a:bodyPr>
            <a:lstStyle/>
            <a:p>
              <a:pPr algn="l">
                <a:lnSpc>
                  <a:spcPct val="90000"/>
                </a:lnSpc>
              </a:pPr>
              <a:r>
                <a:rPr lang="en-US" sz="2400" dirty="0">
                  <a:solidFill>
                    <a:srgbClr val="FF0000"/>
                  </a:solidFill>
                </a:rPr>
                <a:t>x</a:t>
              </a:r>
            </a:p>
          </p:txBody>
        </p:sp>
        <p:sp>
          <p:nvSpPr>
            <p:cNvPr id="27" name="TextBox 26">
              <a:extLst>
                <a:ext uri="{FF2B5EF4-FFF2-40B4-BE49-F238E27FC236}">
                  <a16:creationId xmlns:a16="http://schemas.microsoft.com/office/drawing/2014/main" id="{8C5C2D1C-760D-4221-93F5-5C6AD4ABEE2C}"/>
                </a:ext>
              </a:extLst>
            </p:cNvPr>
            <p:cNvSpPr txBox="1"/>
            <p:nvPr/>
          </p:nvSpPr>
          <p:spPr>
            <a:xfrm>
              <a:off x="237786" y="1605308"/>
              <a:ext cx="193964" cy="110800"/>
            </a:xfrm>
            <a:prstGeom prst="rect">
              <a:avLst/>
            </a:prstGeom>
            <a:solidFill>
              <a:srgbClr val="FFFF00"/>
            </a:solidFill>
          </p:spPr>
          <p:txBody>
            <a:bodyPr wrap="none" lIns="0" tIns="0" rIns="0" bIns="0" rtlCol="0">
              <a:spAutoFit/>
            </a:bodyPr>
            <a:lstStyle/>
            <a:p>
              <a:pPr algn="l">
                <a:lnSpc>
                  <a:spcPct val="90000"/>
                </a:lnSpc>
              </a:pPr>
              <a:r>
                <a:rPr lang="en-US" sz="800" dirty="0">
                  <a:solidFill>
                    <a:srgbClr val="FF0000"/>
                  </a:solidFill>
                </a:rPr>
                <a:t>   BG</a:t>
              </a:r>
            </a:p>
          </p:txBody>
        </p:sp>
        <p:sp>
          <p:nvSpPr>
            <p:cNvPr id="28" name="TextBox 27">
              <a:extLst>
                <a:ext uri="{FF2B5EF4-FFF2-40B4-BE49-F238E27FC236}">
                  <a16:creationId xmlns:a16="http://schemas.microsoft.com/office/drawing/2014/main" id="{05B3883C-9014-4273-A58C-E7435B4EADA8}"/>
                </a:ext>
              </a:extLst>
            </p:cNvPr>
            <p:cNvSpPr txBox="1"/>
            <p:nvPr/>
          </p:nvSpPr>
          <p:spPr>
            <a:xfrm>
              <a:off x="4958067" y="1825295"/>
              <a:ext cx="126638" cy="332399"/>
            </a:xfrm>
            <a:prstGeom prst="rect">
              <a:avLst/>
            </a:prstGeom>
            <a:noFill/>
          </p:spPr>
          <p:txBody>
            <a:bodyPr wrap="none" lIns="0" tIns="0" rIns="0" bIns="0" rtlCol="0">
              <a:spAutoFit/>
            </a:bodyPr>
            <a:lstStyle/>
            <a:p>
              <a:pPr algn="l">
                <a:lnSpc>
                  <a:spcPct val="90000"/>
                </a:lnSpc>
              </a:pPr>
              <a:r>
                <a:rPr lang="en-US" sz="2400" dirty="0">
                  <a:solidFill>
                    <a:srgbClr val="FF0000"/>
                  </a:solidFill>
                </a:rPr>
                <a:t>x</a:t>
              </a:r>
            </a:p>
          </p:txBody>
        </p:sp>
        <p:sp>
          <p:nvSpPr>
            <p:cNvPr id="29" name="TextBox 28">
              <a:extLst>
                <a:ext uri="{FF2B5EF4-FFF2-40B4-BE49-F238E27FC236}">
                  <a16:creationId xmlns:a16="http://schemas.microsoft.com/office/drawing/2014/main" id="{A2EE2994-2794-47DE-A2A5-F5E0EFFA160B}"/>
                </a:ext>
              </a:extLst>
            </p:cNvPr>
            <p:cNvSpPr txBox="1"/>
            <p:nvPr/>
          </p:nvSpPr>
          <p:spPr>
            <a:xfrm>
              <a:off x="6212696" y="1888863"/>
              <a:ext cx="126638" cy="332399"/>
            </a:xfrm>
            <a:prstGeom prst="rect">
              <a:avLst/>
            </a:prstGeom>
            <a:noFill/>
          </p:spPr>
          <p:txBody>
            <a:bodyPr wrap="none" lIns="0" tIns="0" rIns="0" bIns="0" rtlCol="0">
              <a:spAutoFit/>
            </a:bodyPr>
            <a:lstStyle/>
            <a:p>
              <a:pPr algn="l">
                <a:lnSpc>
                  <a:spcPct val="90000"/>
                </a:lnSpc>
              </a:pPr>
              <a:r>
                <a:rPr lang="en-US" sz="2400" dirty="0">
                  <a:solidFill>
                    <a:srgbClr val="FF0000"/>
                  </a:solidFill>
                </a:rPr>
                <a:t>x</a:t>
              </a:r>
            </a:p>
          </p:txBody>
        </p:sp>
        <p:sp>
          <p:nvSpPr>
            <p:cNvPr id="30" name="TextBox 29">
              <a:extLst>
                <a:ext uri="{FF2B5EF4-FFF2-40B4-BE49-F238E27FC236}">
                  <a16:creationId xmlns:a16="http://schemas.microsoft.com/office/drawing/2014/main" id="{BA31D961-9162-4698-8332-7F2B7F444FEA}"/>
                </a:ext>
              </a:extLst>
            </p:cNvPr>
            <p:cNvSpPr txBox="1"/>
            <p:nvPr/>
          </p:nvSpPr>
          <p:spPr>
            <a:xfrm>
              <a:off x="3921215" y="1888862"/>
              <a:ext cx="126638" cy="332399"/>
            </a:xfrm>
            <a:prstGeom prst="rect">
              <a:avLst/>
            </a:prstGeom>
            <a:noFill/>
          </p:spPr>
          <p:txBody>
            <a:bodyPr wrap="none" lIns="0" tIns="0" rIns="0" bIns="0" rtlCol="0">
              <a:spAutoFit/>
            </a:bodyPr>
            <a:lstStyle/>
            <a:p>
              <a:pPr algn="l">
                <a:lnSpc>
                  <a:spcPct val="90000"/>
                </a:lnSpc>
              </a:pPr>
              <a:r>
                <a:rPr lang="en-US" sz="2400" dirty="0">
                  <a:solidFill>
                    <a:srgbClr val="FF0000"/>
                  </a:solidFill>
                </a:rPr>
                <a:t>x</a:t>
              </a:r>
            </a:p>
          </p:txBody>
        </p:sp>
        <p:sp>
          <p:nvSpPr>
            <p:cNvPr id="31" name="TextBox 30">
              <a:extLst>
                <a:ext uri="{FF2B5EF4-FFF2-40B4-BE49-F238E27FC236}">
                  <a16:creationId xmlns:a16="http://schemas.microsoft.com/office/drawing/2014/main" id="{42B13EF4-4241-4F4E-9193-2C7FE303FF56}"/>
                </a:ext>
              </a:extLst>
            </p:cNvPr>
            <p:cNvSpPr txBox="1"/>
            <p:nvPr/>
          </p:nvSpPr>
          <p:spPr>
            <a:xfrm>
              <a:off x="2560459" y="291608"/>
              <a:ext cx="193964" cy="110800"/>
            </a:xfrm>
            <a:prstGeom prst="rect">
              <a:avLst/>
            </a:prstGeom>
            <a:solidFill>
              <a:srgbClr val="FFFF00"/>
            </a:solidFill>
          </p:spPr>
          <p:txBody>
            <a:bodyPr wrap="none" lIns="0" tIns="0" rIns="0" bIns="0" rtlCol="0">
              <a:spAutoFit/>
            </a:bodyPr>
            <a:lstStyle/>
            <a:p>
              <a:pPr algn="l">
                <a:lnSpc>
                  <a:spcPct val="90000"/>
                </a:lnSpc>
              </a:pPr>
              <a:r>
                <a:rPr lang="en-US" sz="800" dirty="0">
                  <a:solidFill>
                    <a:srgbClr val="FF0000"/>
                  </a:solidFill>
                </a:rPr>
                <a:t>   BG</a:t>
              </a:r>
            </a:p>
          </p:txBody>
        </p:sp>
        <p:sp>
          <p:nvSpPr>
            <p:cNvPr id="32" name="TextBox 31">
              <a:extLst>
                <a:ext uri="{FF2B5EF4-FFF2-40B4-BE49-F238E27FC236}">
                  <a16:creationId xmlns:a16="http://schemas.microsoft.com/office/drawing/2014/main" id="{8CCC0FAD-7A49-46CD-AB8D-DF38240A3BE2}"/>
                </a:ext>
              </a:extLst>
            </p:cNvPr>
            <p:cNvSpPr txBox="1"/>
            <p:nvPr/>
          </p:nvSpPr>
          <p:spPr>
            <a:xfrm>
              <a:off x="2560459" y="1717549"/>
              <a:ext cx="193964" cy="110800"/>
            </a:xfrm>
            <a:prstGeom prst="rect">
              <a:avLst/>
            </a:prstGeom>
            <a:solidFill>
              <a:srgbClr val="FFFF00"/>
            </a:solidFill>
          </p:spPr>
          <p:txBody>
            <a:bodyPr wrap="none" lIns="0" tIns="0" rIns="0" bIns="0" rtlCol="0">
              <a:spAutoFit/>
            </a:bodyPr>
            <a:lstStyle/>
            <a:p>
              <a:pPr algn="l">
                <a:lnSpc>
                  <a:spcPct val="90000"/>
                </a:lnSpc>
              </a:pPr>
              <a:r>
                <a:rPr lang="en-US" sz="800" dirty="0">
                  <a:solidFill>
                    <a:srgbClr val="FF0000"/>
                  </a:solidFill>
                </a:rPr>
                <a:t>   BG</a:t>
              </a:r>
            </a:p>
          </p:txBody>
        </p:sp>
        <p:sp>
          <p:nvSpPr>
            <p:cNvPr id="33" name="TextBox 32">
              <a:extLst>
                <a:ext uri="{FF2B5EF4-FFF2-40B4-BE49-F238E27FC236}">
                  <a16:creationId xmlns:a16="http://schemas.microsoft.com/office/drawing/2014/main" id="{B468E01D-B4E3-4C37-89E4-0A7B13B06E1E}"/>
                </a:ext>
              </a:extLst>
            </p:cNvPr>
            <p:cNvSpPr txBox="1"/>
            <p:nvPr/>
          </p:nvSpPr>
          <p:spPr>
            <a:xfrm>
              <a:off x="1523814" y="3207337"/>
              <a:ext cx="193964" cy="110800"/>
            </a:xfrm>
            <a:prstGeom prst="rect">
              <a:avLst/>
            </a:prstGeom>
            <a:solidFill>
              <a:srgbClr val="FFFF00"/>
            </a:solidFill>
          </p:spPr>
          <p:txBody>
            <a:bodyPr wrap="none" lIns="0" tIns="0" rIns="0" bIns="0" rtlCol="0">
              <a:spAutoFit/>
            </a:bodyPr>
            <a:lstStyle/>
            <a:p>
              <a:pPr algn="l">
                <a:lnSpc>
                  <a:spcPct val="90000"/>
                </a:lnSpc>
              </a:pPr>
              <a:r>
                <a:rPr lang="en-US" sz="800" dirty="0">
                  <a:solidFill>
                    <a:srgbClr val="FF0000"/>
                  </a:solidFill>
                </a:rPr>
                <a:t>   BG</a:t>
              </a:r>
            </a:p>
          </p:txBody>
        </p:sp>
        <p:sp>
          <p:nvSpPr>
            <p:cNvPr id="34" name="TextBox 33">
              <a:extLst>
                <a:ext uri="{FF2B5EF4-FFF2-40B4-BE49-F238E27FC236}">
                  <a16:creationId xmlns:a16="http://schemas.microsoft.com/office/drawing/2014/main" id="{150E07E9-6D89-47A3-9533-EAA5876D03D9}"/>
                </a:ext>
              </a:extLst>
            </p:cNvPr>
            <p:cNvSpPr txBox="1"/>
            <p:nvPr/>
          </p:nvSpPr>
          <p:spPr>
            <a:xfrm>
              <a:off x="2657441" y="3202288"/>
              <a:ext cx="193964" cy="110800"/>
            </a:xfrm>
            <a:prstGeom prst="rect">
              <a:avLst/>
            </a:prstGeom>
            <a:solidFill>
              <a:srgbClr val="FFFF00"/>
            </a:solidFill>
          </p:spPr>
          <p:txBody>
            <a:bodyPr wrap="none" lIns="0" tIns="0" rIns="0" bIns="0" rtlCol="0">
              <a:spAutoFit/>
            </a:bodyPr>
            <a:lstStyle/>
            <a:p>
              <a:pPr algn="l">
                <a:lnSpc>
                  <a:spcPct val="90000"/>
                </a:lnSpc>
              </a:pPr>
              <a:r>
                <a:rPr lang="en-US" sz="800" dirty="0">
                  <a:solidFill>
                    <a:srgbClr val="FF0000"/>
                  </a:solidFill>
                </a:rPr>
                <a:t>   BG</a:t>
              </a:r>
            </a:p>
          </p:txBody>
        </p:sp>
        <p:sp>
          <p:nvSpPr>
            <p:cNvPr id="35" name="TextBox 34">
              <a:extLst>
                <a:ext uri="{FF2B5EF4-FFF2-40B4-BE49-F238E27FC236}">
                  <a16:creationId xmlns:a16="http://schemas.microsoft.com/office/drawing/2014/main" id="{AF941806-E901-4C67-A8ED-745CF5B7D90C}"/>
                </a:ext>
              </a:extLst>
            </p:cNvPr>
            <p:cNvSpPr txBox="1"/>
            <p:nvPr/>
          </p:nvSpPr>
          <p:spPr>
            <a:xfrm>
              <a:off x="1386083" y="4561663"/>
              <a:ext cx="193964" cy="110800"/>
            </a:xfrm>
            <a:prstGeom prst="rect">
              <a:avLst/>
            </a:prstGeom>
            <a:solidFill>
              <a:srgbClr val="FFFF00"/>
            </a:solidFill>
          </p:spPr>
          <p:txBody>
            <a:bodyPr wrap="none" lIns="0" tIns="0" rIns="0" bIns="0" rtlCol="0">
              <a:spAutoFit/>
            </a:bodyPr>
            <a:lstStyle/>
            <a:p>
              <a:pPr algn="l">
                <a:lnSpc>
                  <a:spcPct val="90000"/>
                </a:lnSpc>
              </a:pPr>
              <a:r>
                <a:rPr lang="en-US" sz="800" dirty="0">
                  <a:solidFill>
                    <a:srgbClr val="FF0000"/>
                  </a:solidFill>
                </a:rPr>
                <a:t>   BG</a:t>
              </a:r>
            </a:p>
          </p:txBody>
        </p:sp>
        <p:sp>
          <p:nvSpPr>
            <p:cNvPr id="36" name="TextBox 35">
              <a:extLst>
                <a:ext uri="{FF2B5EF4-FFF2-40B4-BE49-F238E27FC236}">
                  <a16:creationId xmlns:a16="http://schemas.microsoft.com/office/drawing/2014/main" id="{23434458-F42E-400E-9FDF-40B0E1D2F197}"/>
                </a:ext>
              </a:extLst>
            </p:cNvPr>
            <p:cNvSpPr txBox="1"/>
            <p:nvPr/>
          </p:nvSpPr>
          <p:spPr>
            <a:xfrm>
              <a:off x="3464265" y="4614839"/>
              <a:ext cx="193964" cy="110800"/>
            </a:xfrm>
            <a:prstGeom prst="rect">
              <a:avLst/>
            </a:prstGeom>
            <a:solidFill>
              <a:srgbClr val="FFFF00"/>
            </a:solidFill>
          </p:spPr>
          <p:txBody>
            <a:bodyPr wrap="none" lIns="0" tIns="0" rIns="0" bIns="0" rtlCol="0">
              <a:spAutoFit/>
            </a:bodyPr>
            <a:lstStyle/>
            <a:p>
              <a:pPr algn="l">
                <a:lnSpc>
                  <a:spcPct val="90000"/>
                </a:lnSpc>
              </a:pPr>
              <a:r>
                <a:rPr lang="en-US" sz="800" dirty="0">
                  <a:solidFill>
                    <a:srgbClr val="FF0000"/>
                  </a:solidFill>
                </a:rPr>
                <a:t>   BG</a:t>
              </a:r>
            </a:p>
          </p:txBody>
        </p:sp>
      </p:grpSp>
      <p:grpSp>
        <p:nvGrpSpPr>
          <p:cNvPr id="3" name="Group 2">
            <a:extLst>
              <a:ext uri="{FF2B5EF4-FFF2-40B4-BE49-F238E27FC236}">
                <a16:creationId xmlns:a16="http://schemas.microsoft.com/office/drawing/2014/main" id="{5F08286C-7C49-4ABD-9A0E-54609BC25728}"/>
              </a:ext>
            </a:extLst>
          </p:cNvPr>
          <p:cNvGrpSpPr/>
          <p:nvPr/>
        </p:nvGrpSpPr>
        <p:grpSpPr>
          <a:xfrm>
            <a:off x="4762501" y="3281709"/>
            <a:ext cx="3600000" cy="405162"/>
            <a:chOff x="5148262" y="3158734"/>
            <a:chExt cx="4010525" cy="451365"/>
          </a:xfrm>
        </p:grpSpPr>
        <p:sp>
          <p:nvSpPr>
            <p:cNvPr id="4" name="Rectangle 3">
              <a:extLst>
                <a:ext uri="{FF2B5EF4-FFF2-40B4-BE49-F238E27FC236}">
                  <a16:creationId xmlns:a16="http://schemas.microsoft.com/office/drawing/2014/main" id="{0FF0810B-67A2-42A0-A39D-451F29115613}"/>
                </a:ext>
              </a:extLst>
            </p:cNvPr>
            <p:cNvSpPr/>
            <p:nvPr/>
          </p:nvSpPr>
          <p:spPr>
            <a:xfrm>
              <a:off x="5148262" y="3158734"/>
              <a:ext cx="888124" cy="451365"/>
            </a:xfrm>
            <a:prstGeom prst="rect">
              <a:avLst/>
            </a:prstGeom>
            <a:solidFill>
              <a:schemeClr val="tx1">
                <a:lumMod val="10000"/>
                <a:lumOff val="90000"/>
              </a:schemeClr>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en-US" sz="10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7" name="Rectangle 16">
              <a:extLst>
                <a:ext uri="{FF2B5EF4-FFF2-40B4-BE49-F238E27FC236}">
                  <a16:creationId xmlns:a16="http://schemas.microsoft.com/office/drawing/2014/main" id="{82877DF9-9927-47B4-9ED5-6C29673B1CED}"/>
                </a:ext>
              </a:extLst>
            </p:cNvPr>
            <p:cNvSpPr/>
            <p:nvPr/>
          </p:nvSpPr>
          <p:spPr>
            <a:xfrm>
              <a:off x="6189063" y="3158734"/>
              <a:ext cx="888124" cy="451365"/>
            </a:xfrm>
            <a:prstGeom prst="rect">
              <a:avLst/>
            </a:prstGeom>
            <a:solidFill>
              <a:schemeClr val="tx1">
                <a:lumMod val="10000"/>
                <a:lumOff val="90000"/>
              </a:schemeClr>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en-US" sz="10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18" name="Rectangle 17">
              <a:extLst>
                <a:ext uri="{FF2B5EF4-FFF2-40B4-BE49-F238E27FC236}">
                  <a16:creationId xmlns:a16="http://schemas.microsoft.com/office/drawing/2014/main" id="{42406CCC-B825-4AFE-84EB-677D44C83A13}"/>
                </a:ext>
              </a:extLst>
            </p:cNvPr>
            <p:cNvSpPr/>
            <p:nvPr/>
          </p:nvSpPr>
          <p:spPr>
            <a:xfrm>
              <a:off x="7229863" y="3158734"/>
              <a:ext cx="888124" cy="451365"/>
            </a:xfrm>
            <a:prstGeom prst="rect">
              <a:avLst/>
            </a:prstGeom>
            <a:solidFill>
              <a:schemeClr val="tx1">
                <a:lumMod val="10000"/>
                <a:lumOff val="90000"/>
              </a:schemeClr>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en-US" sz="10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sp>
          <p:nvSpPr>
            <p:cNvPr id="37" name="Rectangle 36">
              <a:extLst>
                <a:ext uri="{FF2B5EF4-FFF2-40B4-BE49-F238E27FC236}">
                  <a16:creationId xmlns:a16="http://schemas.microsoft.com/office/drawing/2014/main" id="{19209A83-1A74-44EE-AE5D-BBABC20C2228}"/>
                </a:ext>
              </a:extLst>
            </p:cNvPr>
            <p:cNvSpPr/>
            <p:nvPr/>
          </p:nvSpPr>
          <p:spPr>
            <a:xfrm>
              <a:off x="8270663" y="3158734"/>
              <a:ext cx="888124" cy="451365"/>
            </a:xfrm>
            <a:prstGeom prst="rect">
              <a:avLst/>
            </a:prstGeom>
            <a:solidFill>
              <a:schemeClr val="tx1">
                <a:lumMod val="10000"/>
                <a:lumOff val="90000"/>
              </a:schemeClr>
            </a:solidFill>
          </p:spPr>
          <p:txBody>
            <a:bodyPr wrap="square" lIns="72000" tIns="36000" rIns="72000" bIns="36000" rtlCol="0" anchor="ctr">
              <a:noAutofit/>
            </a:bodyPr>
            <a:lstStyle/>
            <a:p>
              <a:pPr algn="l" defTabSz="307644" hangingPunct="0">
                <a:lnSpc>
                  <a:spcPct val="90000"/>
                </a:lnSpc>
                <a:spcAft>
                  <a:spcPts val="596"/>
                </a:spcAft>
                <a:buClr>
                  <a:srgbClr val="E6513E"/>
                </a:buClr>
              </a:pPr>
              <a:endParaRPr lang="en-US" sz="1000" dirty="0">
                <a:solidFill>
                  <a:schemeClr val="tx2"/>
                </a:solidFill>
                <a:latin typeface="+mj-lt"/>
                <a:ea typeface="Nokia Pure Text" panose="020B0504040602060303" pitchFamily="34" charset="0"/>
                <a:cs typeface="Nokia Pure Text" panose="020B0504040602060303" pitchFamily="34" charset="0"/>
                <a:sym typeface="Helvetica Neue" charset="0"/>
              </a:endParaRPr>
            </a:p>
          </p:txBody>
        </p:sp>
      </p:grpSp>
    </p:spTree>
    <p:extLst>
      <p:ext uri="{BB962C8B-B14F-4D97-AF65-F5344CB8AC3E}">
        <p14:creationId xmlns:p14="http://schemas.microsoft.com/office/powerpoint/2010/main" val="1841940889"/>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Disclaimer | document classification</a:t>
            </a:r>
          </a:p>
        </p:txBody>
      </p:sp>
      <p:sp>
        <p:nvSpPr>
          <p:cNvPr id="9" name="Textplatzhalter 8"/>
          <p:cNvSpPr>
            <a:spLocks noGrp="1"/>
          </p:cNvSpPr>
          <p:nvPr>
            <p:ph type="body" sz="quarter" idx="14"/>
          </p:nvPr>
        </p:nvSpPr>
        <p:spPr/>
        <p:txBody>
          <a:bodyPr/>
          <a:lstStyle/>
          <a:p>
            <a:r>
              <a:rPr lang="en-GB" dirty="0"/>
              <a:t>A disclaimer has to be added to all printed publications.</a:t>
            </a:r>
          </a:p>
          <a:p>
            <a:r>
              <a:rPr lang="en-GB" b="1" dirty="0"/>
              <a:t>Information classes</a:t>
            </a:r>
            <a:br>
              <a:rPr lang="en-GB" dirty="0"/>
            </a:br>
            <a:r>
              <a:rPr lang="en-GB" dirty="0"/>
              <a:t>Indicate how documents can be shared. </a:t>
            </a:r>
          </a:p>
          <a:p>
            <a:r>
              <a:rPr lang="en-GB" dirty="0"/>
              <a:t>Printed materials are typically intended for public use – so here we need no explicit classification. </a:t>
            </a:r>
          </a:p>
          <a:p>
            <a:r>
              <a:rPr lang="en-GB" dirty="0"/>
              <a:t>For all other documents created a classification has to be done.</a:t>
            </a:r>
          </a:p>
          <a:p>
            <a:r>
              <a:rPr lang="en-GB" dirty="0"/>
              <a:t>In PowerPoint you can change the classification by editing the slide master. The OHOE template is by default set to “For internal use only”.</a:t>
            </a:r>
          </a:p>
        </p:txBody>
      </p:sp>
      <p:sp>
        <p:nvSpPr>
          <p:cNvPr id="4" name="Text Placeholder 3">
            <a:extLst>
              <a:ext uri="{FF2B5EF4-FFF2-40B4-BE49-F238E27FC236}">
                <a16:creationId xmlns:a16="http://schemas.microsoft.com/office/drawing/2014/main" id="{0416F362-FD88-4AC3-84F1-1D7326CB9E36}"/>
              </a:ext>
            </a:extLst>
          </p:cNvPr>
          <p:cNvSpPr>
            <a:spLocks noGrp="1"/>
          </p:cNvSpPr>
          <p:nvPr>
            <p:ph type="body" sz="quarter" idx="15"/>
          </p:nvPr>
        </p:nvSpPr>
        <p:spPr/>
        <p:txBody>
          <a:bodyPr/>
          <a:lstStyle/>
          <a:p>
            <a:endParaRPr lang="de-DE"/>
          </a:p>
        </p:txBody>
      </p:sp>
      <p:sp>
        <p:nvSpPr>
          <p:cNvPr id="15" name="Rechteck 14"/>
          <p:cNvSpPr/>
          <p:nvPr/>
        </p:nvSpPr>
        <p:spPr>
          <a:xfrm>
            <a:off x="1223963" y="1142589"/>
            <a:ext cx="1980220" cy="2031325"/>
          </a:xfrm>
          <a:prstGeom prst="rect">
            <a:avLst/>
          </a:prstGeom>
          <a:noFill/>
        </p:spPr>
        <p:txBody>
          <a:bodyPr wrap="square" lIns="0">
            <a:spAutoFit/>
          </a:bodyPr>
          <a:lstStyle/>
          <a:p>
            <a:pPr defTabSz="457189" fontAlgn="base">
              <a:lnSpc>
                <a:spcPct val="90000"/>
              </a:lnSpc>
              <a:spcBef>
                <a:spcPct val="0"/>
              </a:spcBef>
              <a:spcAft>
                <a:spcPts val="600"/>
              </a:spcAft>
            </a:pPr>
            <a:r>
              <a:rPr lang="de-DE" sz="1000" dirty="0">
                <a:solidFill>
                  <a:srgbClr val="333333"/>
                </a:solidFill>
              </a:rPr>
              <a:t>Die in dieser Veröffentlichung enthaltenen Informationen dienen ausschließlich allgemeinen Informationszwecken. Die technischen Spezifikationen und Anforderungen sind zum Zeitpunkt der Veröffentlichung korrekt. Open House </a:t>
            </a:r>
            <a:r>
              <a:rPr lang="de-DE" sz="1000" dirty="0" err="1">
                <a:solidFill>
                  <a:srgbClr val="333333"/>
                </a:solidFill>
              </a:rPr>
              <a:t>of</a:t>
            </a:r>
            <a:r>
              <a:rPr lang="de-DE" sz="1000" dirty="0">
                <a:solidFill>
                  <a:srgbClr val="333333"/>
                </a:solidFill>
              </a:rPr>
              <a:t> Energy übernimmt keine Haftung für Fehler oder Auslassungen. Tipp- und Druckfehler vorbehalten. Die Informationen in dieser Veröffentlichung dürfen nicht ohne die ausdrückliche schriftliche Genehmigung des Inhabers des Urheberrechts verwendet werden.</a:t>
            </a:r>
            <a:endParaRPr lang="en-GB" sz="1000" dirty="0">
              <a:solidFill>
                <a:srgbClr val="333333"/>
              </a:solidFill>
            </a:endParaRPr>
          </a:p>
        </p:txBody>
      </p:sp>
      <p:sp>
        <p:nvSpPr>
          <p:cNvPr id="18" name="Rechteck 17"/>
          <p:cNvSpPr/>
          <p:nvPr/>
        </p:nvSpPr>
        <p:spPr>
          <a:xfrm>
            <a:off x="4716463" y="1142589"/>
            <a:ext cx="3683959" cy="1908215"/>
          </a:xfrm>
          <a:prstGeom prst="rect">
            <a:avLst/>
          </a:prstGeom>
          <a:noFill/>
        </p:spPr>
        <p:txBody>
          <a:bodyPr wrap="square" lIns="0">
            <a:spAutoFit/>
          </a:bodyPr>
          <a:lstStyle/>
          <a:p>
            <a:pPr defTabSz="457189" fontAlgn="base">
              <a:lnSpc>
                <a:spcPct val="90000"/>
              </a:lnSpc>
              <a:spcBef>
                <a:spcPct val="0"/>
              </a:spcBef>
              <a:spcAft>
                <a:spcPts val="600"/>
              </a:spcAft>
            </a:pPr>
            <a:r>
              <a:rPr lang="de-DE" sz="1000" b="1">
                <a:solidFill>
                  <a:schemeClr val="accent1"/>
                </a:solidFill>
              </a:rPr>
              <a:t>Public/ Öffentlich</a:t>
            </a:r>
            <a:br>
              <a:rPr lang="de-DE" sz="1000" b="1">
                <a:solidFill>
                  <a:srgbClr val="333333"/>
                </a:solidFill>
              </a:rPr>
            </a:br>
            <a:r>
              <a:rPr lang="de-DE" sz="1000">
                <a:solidFill>
                  <a:srgbClr val="333333"/>
                </a:solidFill>
              </a:rPr>
              <a:t>Informationen, die für die Öffentlichkeit vorgesehen sind. Mit “public” klassifizierte Dokumente dürfen ohne Rückfrage jederzeit nach außen gegeben werden.</a:t>
            </a:r>
          </a:p>
          <a:p>
            <a:pPr defTabSz="457189" fontAlgn="base">
              <a:lnSpc>
                <a:spcPct val="90000"/>
              </a:lnSpc>
              <a:spcBef>
                <a:spcPct val="0"/>
              </a:spcBef>
              <a:spcAft>
                <a:spcPts val="600"/>
              </a:spcAft>
            </a:pPr>
            <a:r>
              <a:rPr lang="de-DE" sz="1000" b="1">
                <a:solidFill>
                  <a:schemeClr val="accent1"/>
                </a:solidFill>
              </a:rPr>
              <a:t>Intern</a:t>
            </a:r>
            <a:br>
              <a:rPr lang="de-DE" sz="1000" b="1">
                <a:solidFill>
                  <a:srgbClr val="333333"/>
                </a:solidFill>
              </a:rPr>
            </a:br>
            <a:r>
              <a:rPr lang="de-DE" sz="1000">
                <a:solidFill>
                  <a:srgbClr val="333333"/>
                </a:solidFill>
              </a:rPr>
              <a:t>Informationen, die nicht für die Öffentlichkeit bestimmt. „Intern“ klassifizierte Informationen können jedoch bei berufsbedingter Notwendigkeit mit Kunden/externen Partnern geteilt werden.</a:t>
            </a:r>
          </a:p>
          <a:p>
            <a:pPr defTabSz="457189" fontAlgn="base">
              <a:lnSpc>
                <a:spcPct val="90000"/>
              </a:lnSpc>
              <a:spcBef>
                <a:spcPct val="0"/>
              </a:spcBef>
              <a:spcAft>
                <a:spcPts val="600"/>
              </a:spcAft>
            </a:pPr>
            <a:r>
              <a:rPr lang="de-DE" sz="1000" b="1">
                <a:solidFill>
                  <a:schemeClr val="accent1"/>
                </a:solidFill>
              </a:rPr>
              <a:t>Vertraulich</a:t>
            </a:r>
            <a:br>
              <a:rPr lang="de-DE" sz="1000" b="1">
                <a:solidFill>
                  <a:srgbClr val="333333"/>
                </a:solidFill>
              </a:rPr>
            </a:br>
            <a:r>
              <a:rPr lang="de-DE" sz="1000">
                <a:solidFill>
                  <a:srgbClr val="333333"/>
                </a:solidFill>
              </a:rPr>
              <a:t>Sensible Informationen, die nur bestimmten Mitarbeitern im Unternehmen zugänglich sein dürfen und deren Weitergabe außerhalb des Verteilers oder an Unbefugte Schaden anrichten. </a:t>
            </a:r>
          </a:p>
        </p:txBody>
      </p:sp>
      <p:sp>
        <p:nvSpPr>
          <p:cNvPr id="24" name="Abgerundetes Rechteck 82">
            <a:extLst>
              <a:ext uri="{FF2B5EF4-FFF2-40B4-BE49-F238E27FC236}">
                <a16:creationId xmlns:a16="http://schemas.microsoft.com/office/drawing/2014/main" id="{B4B15BBA-5194-46B9-87B5-CA8D2A792D6C}"/>
              </a:ext>
            </a:extLst>
          </p:cNvPr>
          <p:cNvSpPr/>
          <p:nvPr/>
        </p:nvSpPr>
        <p:spPr>
          <a:xfrm>
            <a:off x="1224000" y="1080000"/>
            <a:ext cx="1692000" cy="10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p>
            <a:pPr defTabSz="457189"/>
            <a:r>
              <a:rPr lang="en-US" sz="1000" dirty="0">
                <a:solidFill>
                  <a:schemeClr val="tx1"/>
                </a:solidFill>
              </a:rPr>
              <a:t>Disclaimer (print)</a:t>
            </a:r>
          </a:p>
        </p:txBody>
      </p:sp>
      <p:sp>
        <p:nvSpPr>
          <p:cNvPr id="28" name="Rechteck 20">
            <a:hlinkClick r:id="rId3" action="ppaction://hlinksldjump"/>
            <a:extLst>
              <a:ext uri="{FF2B5EF4-FFF2-40B4-BE49-F238E27FC236}">
                <a16:creationId xmlns:a16="http://schemas.microsoft.com/office/drawing/2014/main" id="{006DCF7D-6F6C-4E59-9B78-EE9EB3257236}"/>
              </a:ext>
            </a:extLst>
          </p:cNvPr>
          <p:cNvSpPr/>
          <p:nvPr/>
        </p:nvSpPr>
        <p:spPr>
          <a:xfrm>
            <a:off x="73437" y="3117765"/>
            <a:ext cx="790163" cy="216000"/>
          </a:xfrm>
          <a:prstGeom prst="rect">
            <a:avLst/>
          </a:prstGeom>
          <a:solidFill>
            <a:schemeClr val="tx2"/>
          </a:solidFill>
          <a:ln w="19050">
            <a:noFill/>
          </a:ln>
        </p:spPr>
        <p:txBody>
          <a:bodyPr wrap="none" lIns="36000" tIns="72000" bIns="72000" anchor="ctr">
            <a:noAutofit/>
          </a:bodyPr>
          <a:lstStyle/>
          <a:p>
            <a:pPr>
              <a:lnSpc>
                <a:spcPct val="90000"/>
              </a:lnSpc>
            </a:pPr>
            <a:r>
              <a:rPr lang="en-GB" sz="1000" dirty="0">
                <a:solidFill>
                  <a:schemeClr val="bg1"/>
                </a:solidFill>
              </a:rPr>
              <a:t>Disclaimer</a:t>
            </a:r>
          </a:p>
        </p:txBody>
      </p:sp>
      <p:sp>
        <p:nvSpPr>
          <p:cNvPr id="23" name="Abgerundetes Rechteck 82">
            <a:extLst>
              <a:ext uri="{FF2B5EF4-FFF2-40B4-BE49-F238E27FC236}">
                <a16:creationId xmlns:a16="http://schemas.microsoft.com/office/drawing/2014/main" id="{EF486F3C-B627-4513-8EFB-4A589EF042C0}"/>
              </a:ext>
            </a:extLst>
          </p:cNvPr>
          <p:cNvSpPr/>
          <p:nvPr/>
        </p:nvSpPr>
        <p:spPr>
          <a:xfrm>
            <a:off x="4716463" y="1080000"/>
            <a:ext cx="1692000" cy="10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10800" rtlCol="0" anchor="b" anchorCtr="0"/>
          <a:lstStyle/>
          <a:p>
            <a:pPr defTabSz="457189"/>
            <a:r>
              <a:rPr lang="de-DE" sz="1000">
                <a:solidFill>
                  <a:schemeClr val="tx1"/>
                </a:solidFill>
              </a:rPr>
              <a:t>Einstufung von Dokumenten</a:t>
            </a:r>
          </a:p>
        </p:txBody>
      </p:sp>
    </p:spTree>
    <p:extLst>
      <p:ext uri="{BB962C8B-B14F-4D97-AF65-F5344CB8AC3E}">
        <p14:creationId xmlns:p14="http://schemas.microsoft.com/office/powerpoint/2010/main" val="286186719"/>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45773162"/>
      </p:ext>
    </p:extLst>
  </p:cSld>
  <p:clrMapOvr>
    <a:masterClrMapping/>
  </p:clrMapOvr>
  <p:transition spd="slow">
    <p:fade/>
  </p:transition>
</p:sld>
</file>

<file path=ppt/theme/theme1.xml><?xml version="1.0" encoding="utf-8"?>
<a:theme xmlns:a="http://schemas.openxmlformats.org/drawingml/2006/main" name="OHOE 2021">
  <a:themeElements>
    <a:clrScheme name="OHOE-2020">
      <a:dk1>
        <a:srgbClr val="242424"/>
      </a:dk1>
      <a:lt1>
        <a:srgbClr val="FFFFFF"/>
      </a:lt1>
      <a:dk2>
        <a:srgbClr val="D63636"/>
      </a:dk2>
      <a:lt2>
        <a:srgbClr val="A2A6A3"/>
      </a:lt2>
      <a:accent1>
        <a:srgbClr val="9E1B23"/>
      </a:accent1>
      <a:accent2>
        <a:srgbClr val="80D3FF"/>
      </a:accent2>
      <a:accent3>
        <a:srgbClr val="2B4571"/>
      </a:accent3>
      <a:accent4>
        <a:srgbClr val="6BC66B"/>
      </a:accent4>
      <a:accent5>
        <a:srgbClr val="08653D"/>
      </a:accent5>
      <a:accent6>
        <a:srgbClr val="FFDC4E"/>
      </a:accent6>
      <a:hlink>
        <a:srgbClr val="0038A8"/>
      </a:hlink>
      <a:folHlink>
        <a:srgbClr val="002A7E"/>
      </a:folHlink>
    </a:clrScheme>
    <a:fontScheme name="Custom 2">
      <a:majorFont>
        <a:latin typeface="Arial"/>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lumMod val="40000"/>
            <a:lumOff val="60000"/>
          </a:schemeClr>
        </a:solidFill>
        <a:ln>
          <a:noFill/>
          <a:miter lim="800000"/>
        </a:ln>
      </a:spPr>
      <a:bodyPr wrap="square" lIns="72000" tIns="36000" rIns="72000" bIns="36000" rtlCol="0" anchor="ctr">
        <a:noAutofit/>
      </a:bodyPr>
      <a:lstStyle>
        <a:defPPr algn="l" defTabSz="307644" hangingPunct="0">
          <a:lnSpc>
            <a:spcPct val="90000"/>
          </a:lnSpc>
          <a:spcAft>
            <a:spcPts val="596"/>
          </a:spcAft>
          <a:buClr>
            <a:srgbClr val="E6513E"/>
          </a:buClr>
          <a:defRPr sz="1200">
            <a:latin typeface="+mj-lt"/>
            <a:ea typeface="Nokia Pure Text" panose="020B0504040602060303" pitchFamily="34" charset="0"/>
            <a:cs typeface="Nokia Pure Text" panose="020B0504040602060303" pitchFamily="34" charset="0"/>
            <a:sym typeface="Helvetica Neue" charset="0"/>
          </a:defRPr>
        </a:defPPr>
      </a:lstStyle>
    </a:spDef>
    <a:lnDef>
      <a:spPr>
        <a:ln w="12700" cap="flat" cmpd="sng">
          <a:solidFill>
            <a:schemeClr val="bg2"/>
          </a:solidFill>
          <a:miter lim="800000"/>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lnSpc>
            <a:spcPct val="90000"/>
          </a:lnSpc>
          <a:spcAft>
            <a:spcPts val="400"/>
          </a:spcAft>
          <a:defRPr sz="1400" dirty="0" smtClean="0"/>
        </a:defPPr>
      </a:lstStyle>
    </a:txDef>
  </a:objectDefaults>
  <a:extraClrSchemeLst/>
  <a:extLst>
    <a:ext uri="{05A4C25C-085E-4340-85A3-A5531E510DB2}">
      <thm15:themeFamily xmlns:thm15="http://schemas.microsoft.com/office/thememl/2012/main" name="NET_PPT_Temp_Nokia_Pure_Macro_Free_v51" id="{C604708E-A674-4B2C-AC98-8A2AEAAB84D5}" vid="{D3526DE6-1B3C-44E8-BC12-0D5F87E28AAB}"/>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72c2e3e-94d4-4777-914c-70974b3b0600" xsi:nil="true"/>
    <lcf76f155ced4ddcb4097134ff3c332f xmlns="e0738793-1028-4218-8e60-5c3a8e227f0f">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8CF16C414BA720459ADBE8414F8188F9" ma:contentTypeVersion="16" ma:contentTypeDescription="Ein neues Dokument erstellen." ma:contentTypeScope="" ma:versionID="eaff57bdf57c563cf47038ca915f0baf">
  <xsd:schema xmlns:xsd="http://www.w3.org/2001/XMLSchema" xmlns:xs="http://www.w3.org/2001/XMLSchema" xmlns:p="http://schemas.microsoft.com/office/2006/metadata/properties" xmlns:ns2="e0738793-1028-4218-8e60-5c3a8e227f0f" xmlns:ns3="c72c2e3e-94d4-4777-914c-70974b3b0600" targetNamespace="http://schemas.microsoft.com/office/2006/metadata/properties" ma:root="true" ma:fieldsID="4da008cb6dfed266fe7879354ec4f3b5" ns2:_="" ns3:_="">
    <xsd:import namespace="e0738793-1028-4218-8e60-5c3a8e227f0f"/>
    <xsd:import namespace="c72c2e3e-94d4-4777-914c-70974b3b060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738793-1028-4218-8e60-5c3a8e227f0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Bildmarkierungen" ma:readOnly="false" ma:fieldId="{5cf76f15-5ced-4ddc-b409-7134ff3c332f}" ma:taxonomyMulti="true" ma:sspId="31695d3c-de80-4215-a294-b2ceac2d507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72c2e3e-94d4-4777-914c-70974b3b0600" elementFormDefault="qualified">
    <xsd:import namespace="http://schemas.microsoft.com/office/2006/documentManagement/types"/>
    <xsd:import namespace="http://schemas.microsoft.com/office/infopath/2007/PartnerControls"/>
    <xsd:element name="SharedWithUsers" ma:index="15"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Freigegeben für - Details" ma:internalName="SharedWithDetails" ma:readOnly="true">
      <xsd:simpleType>
        <xsd:restriction base="dms:Note">
          <xsd:maxLength value="255"/>
        </xsd:restriction>
      </xsd:simpleType>
    </xsd:element>
    <xsd:element name="TaxCatchAll" ma:index="20" nillable="true" ma:displayName="Taxonomy Catch All Column" ma:hidden="true" ma:list="{fad72b0b-86a7-4806-b76c-7b32c53726cf}" ma:internalName="TaxCatchAll" ma:showField="CatchAllData" ma:web="c72c2e3e-94d4-4777-914c-70974b3b060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3FA4F23-7869-4DFA-A69B-28F3ED3A8369}">
  <ds:schemaRefs>
    <ds:schemaRef ds:uri="c72c2e3e-94d4-4777-914c-70974b3b0600"/>
    <ds:schemaRef ds:uri="http://schemas.microsoft.com/office/2006/metadata/properties"/>
    <ds:schemaRef ds:uri="http://www.w3.org/XML/1998/namespace"/>
    <ds:schemaRef ds:uri="http://purl.org/dc/elements/1.1/"/>
    <ds:schemaRef ds:uri="http://schemas.microsoft.com/office/2006/documentManagement/types"/>
    <ds:schemaRef ds:uri="http://schemas.microsoft.com/office/infopath/2007/PartnerControls"/>
    <ds:schemaRef ds:uri="http://schemas.openxmlformats.org/package/2006/metadata/core-properties"/>
    <ds:schemaRef ds:uri="e0738793-1028-4218-8e60-5c3a8e227f0f"/>
    <ds:schemaRef ds:uri="http://purl.org/dc/dcmitype/"/>
    <ds:schemaRef ds:uri="http://purl.org/dc/terms/"/>
  </ds:schemaRefs>
</ds:datastoreItem>
</file>

<file path=customXml/itemProps2.xml><?xml version="1.0" encoding="utf-8"?>
<ds:datastoreItem xmlns:ds="http://schemas.openxmlformats.org/officeDocument/2006/customXml" ds:itemID="{B4EE9702-B7E0-4069-9C94-83133E56E0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0738793-1028-4218-8e60-5c3a8e227f0f"/>
    <ds:schemaRef ds:uri="c72c2e3e-94d4-4777-914c-70974b3b060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18B16FD-4202-4F9A-B953-AE693B84CC0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3281</Words>
  <Application>Microsoft Office PowerPoint</Application>
  <PresentationFormat>Bildschirmpräsentation (16:9)</PresentationFormat>
  <Paragraphs>365</Paragraphs>
  <Slides>13</Slides>
  <Notes>8</Notes>
  <HiddenSlides>0</HiddenSlides>
  <MMClips>0</MMClips>
  <ScaleCrop>false</ScaleCrop>
  <HeadingPairs>
    <vt:vector size="4" baseType="variant">
      <vt:variant>
        <vt:lpstr>Design</vt:lpstr>
      </vt:variant>
      <vt:variant>
        <vt:i4>1</vt:i4>
      </vt:variant>
      <vt:variant>
        <vt:lpstr>Folientitel</vt:lpstr>
      </vt:variant>
      <vt:variant>
        <vt:i4>13</vt:i4>
      </vt:variant>
    </vt:vector>
  </HeadingPairs>
  <TitlesOfParts>
    <vt:vector size="14" baseType="lpstr">
      <vt:lpstr>OHOE 2021</vt:lpstr>
      <vt:lpstr>Brand guidelines</vt:lpstr>
      <vt:lpstr>Identity</vt:lpstr>
      <vt:lpstr>Logo </vt:lpstr>
      <vt:lpstr>Name im Text</vt:lpstr>
      <vt:lpstr>Co-branding</vt:lpstr>
      <vt:lpstr>Brand colours </vt:lpstr>
      <vt:lpstr>PowerPoint-Präsentation</vt:lpstr>
      <vt:lpstr>Fonts</vt:lpstr>
      <vt:lpstr>Shapes, shadows and gradations</vt:lpstr>
      <vt:lpstr>Icons </vt:lpstr>
      <vt:lpstr>Foto und Video</vt:lpstr>
      <vt:lpstr>Disclaimer | document classification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R.Athmann</dc:creator>
  <cp:lastModifiedBy>R.Athmann</cp:lastModifiedBy>
  <cp:revision>628</cp:revision>
  <dcterms:created xsi:type="dcterms:W3CDTF">2020-01-02T12:04:20Z</dcterms:created>
  <dcterms:modified xsi:type="dcterms:W3CDTF">2025-10-22T14:50:40Z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0x0101008CF16C414BA720459ADBE8414F8188F9</vt:lpwstr>
  </property>
  <property fmtid="{D5CDD505-2E9C-101B-9397-08002B2CF9AE}" pid="3" name="MediaServiceImageTags">
    <vt:lpwstr/>
  </property>
</Properties>
</file>